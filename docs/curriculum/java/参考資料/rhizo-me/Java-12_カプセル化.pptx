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8"/>
  </p:notesMasterIdLst>
  <p:handoutMasterIdLst>
    <p:handoutMasterId r:id="rId19"/>
  </p:handoutMasterIdLst>
  <p:sldIdLst>
    <p:sldId id="382" r:id="rId2"/>
    <p:sldId id="256" r:id="rId3"/>
    <p:sldId id="360" r:id="rId4"/>
    <p:sldId id="361" r:id="rId5"/>
    <p:sldId id="375" r:id="rId6"/>
    <p:sldId id="364" r:id="rId7"/>
    <p:sldId id="379" r:id="rId8"/>
    <p:sldId id="376" r:id="rId9"/>
    <p:sldId id="378" r:id="rId10"/>
    <p:sldId id="370" r:id="rId11"/>
    <p:sldId id="377" r:id="rId12"/>
    <p:sldId id="371" r:id="rId13"/>
    <p:sldId id="445" r:id="rId14"/>
    <p:sldId id="446" r:id="rId15"/>
    <p:sldId id="444" r:id="rId16"/>
    <p:sldId id="373" r:id="rId17"/>
  </p:sldIdLst>
  <p:sldSz cx="9144000" cy="5143500" type="screen16x9"/>
  <p:notesSz cx="6858000" cy="9144000"/>
  <p:embeddedFontLst>
    <p:embeddedFont>
      <p:font typeface="MyricaM M" panose="020B0600070205080204" charset="-128"/>
      <p:regular r:id="rId20"/>
    </p:embeddedFont>
    <p:embeddedFont>
      <p:font typeface="Meiryo" panose="020B0604030504040204" pitchFamily="50" charset="-128"/>
      <p:regular r:id="rId21"/>
      <p:bold r:id="rId22"/>
      <p:italic r:id="rId23"/>
      <p:boldItalic r:id="rId24"/>
    </p:embeddedFont>
    <p:embeddedFont>
      <p:font typeface="BIZ UDゴシック" panose="020B0400000000000000" pitchFamily="49" charset="-128"/>
      <p:regular r:id="rId25"/>
      <p:bold r:id="rId26"/>
    </p:embeddedFont>
    <p:embeddedFont>
      <p:font typeface="Gill Sans Ultra Bold" panose="020B0A02020104020203" pitchFamily="34" charset="0"/>
      <p:regular r:id="rId27"/>
    </p:embeddedFont>
    <p:embeddedFont>
      <p:font typeface="HGP創英角ﾎﾟｯﾌﾟ体" panose="040B0A00000000000000" pitchFamily="50" charset="-128"/>
      <p:regular r:id="rId28"/>
    </p:embeddedFont>
    <p:embeddedFont>
      <p:font typeface="Montserrat" panose="00000500000000000000" pitchFamily="2" charset="0"/>
      <p:regular r:id="rId29"/>
      <p:bold r:id="rId30"/>
      <p:italic r:id="rId31"/>
      <p:boldItalic r:id="rId32"/>
    </p:embeddedFont>
    <p:embeddedFont>
      <p:font typeface="游ゴシック" panose="020B0400000000000000" pitchFamily="50" charset="-128"/>
      <p:regular r:id="rId33"/>
      <p:bold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49" autoAdjust="0"/>
    <p:restoredTop sz="81059" autoAdjust="0"/>
  </p:normalViewPr>
  <p:slideViewPr>
    <p:cSldViewPr snapToGrid="0">
      <p:cViewPr varScale="1">
        <p:scale>
          <a:sx n="110" d="100"/>
          <a:sy n="110" d="100"/>
        </p:scale>
        <p:origin x="372" y="90"/>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9" Type="http://schemas.microsoft.com/office/2016/11/relationships/changesInfo" Target="changesInfos/changesInfo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1-28T09:16:44.910" v="513"/>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C48D08EA-87AE-42E8-BBEE-EAFFD27F622E}"/>
    <pc:docChg chg="undo custSel addSld delSld modSld">
      <pc:chgData name="鈴木 秀規" userId="f68c5fd9-22d5-4c0a-9833-7fb0f5135313" providerId="ADAL" clId="{C48D08EA-87AE-42E8-BBEE-EAFFD27F622E}" dt="2021-02-01T06:21:12.654" v="781" actId="6549"/>
      <pc:docMkLst>
        <pc:docMk/>
      </pc:docMkLst>
      <pc:sldChg chg="modSp mod">
        <pc:chgData name="鈴木 秀規" userId="f68c5fd9-22d5-4c0a-9833-7fb0f5135313" providerId="ADAL" clId="{C48D08EA-87AE-42E8-BBEE-EAFFD27F622E}" dt="2021-01-29T01:42:00.706" v="19" actId="20577"/>
        <pc:sldMkLst>
          <pc:docMk/>
          <pc:sldMk cId="0" sldId="256"/>
        </pc:sldMkLst>
        <pc:spChg chg="mod">
          <ac:chgData name="鈴木 秀規" userId="f68c5fd9-22d5-4c0a-9833-7fb0f5135313" providerId="ADAL" clId="{C48D08EA-87AE-42E8-BBEE-EAFFD27F622E}" dt="2021-01-29T01:42:00.706" v="19" actId="20577"/>
          <ac:spMkLst>
            <pc:docMk/>
            <pc:sldMk cId="0" sldId="256"/>
            <ac:spMk id="56" creationId="{00000000-0000-0000-0000-000000000000}"/>
          </ac:spMkLst>
        </pc:spChg>
      </pc:sldChg>
      <pc:sldChg chg="modSp mod">
        <pc:chgData name="鈴木 秀規" userId="f68c5fd9-22d5-4c0a-9833-7fb0f5135313" providerId="ADAL" clId="{C48D08EA-87AE-42E8-BBEE-EAFFD27F622E}" dt="2021-02-01T06:21:02.384" v="780"/>
        <pc:sldMkLst>
          <pc:docMk/>
          <pc:sldMk cId="1668843990" sldId="360"/>
        </pc:sldMkLst>
        <pc:spChg chg="mod">
          <ac:chgData name="鈴木 秀規" userId="f68c5fd9-22d5-4c0a-9833-7fb0f5135313" providerId="ADAL" clId="{C48D08EA-87AE-42E8-BBEE-EAFFD27F622E}" dt="2021-02-01T06:21:02.384" v="780"/>
          <ac:spMkLst>
            <pc:docMk/>
            <pc:sldMk cId="1668843990" sldId="360"/>
            <ac:spMk id="9" creationId="{A4832727-EA7F-44D6-A9F2-E4AE0246960A}"/>
          </ac:spMkLst>
        </pc:spChg>
      </pc:sldChg>
      <pc:sldChg chg="modSp mod">
        <pc:chgData name="鈴木 秀規" userId="f68c5fd9-22d5-4c0a-9833-7fb0f5135313" providerId="ADAL" clId="{C48D08EA-87AE-42E8-BBEE-EAFFD27F622E}" dt="2021-02-01T06:21:12.654" v="781" actId="6549"/>
        <pc:sldMkLst>
          <pc:docMk/>
          <pc:sldMk cId="267129399" sldId="361"/>
        </pc:sldMkLst>
        <pc:spChg chg="mod">
          <ac:chgData name="鈴木 秀規" userId="f68c5fd9-22d5-4c0a-9833-7fb0f5135313" providerId="ADAL" clId="{C48D08EA-87AE-42E8-BBEE-EAFFD27F622E}" dt="2021-02-01T06:21:12.654" v="781" actId="6549"/>
          <ac:spMkLst>
            <pc:docMk/>
            <pc:sldMk cId="267129399" sldId="361"/>
            <ac:spMk id="6" creationId="{D0F3BEAC-A5EA-4EE4-95C7-0AEC1107FD29}"/>
          </ac:spMkLst>
        </pc:spChg>
      </pc:sldChg>
      <pc:sldChg chg="addSp delSp modSp mod">
        <pc:chgData name="鈴木 秀規" userId="f68c5fd9-22d5-4c0a-9833-7fb0f5135313" providerId="ADAL" clId="{C48D08EA-87AE-42E8-BBEE-EAFFD27F622E}" dt="2021-01-29T01:44:30.942" v="40" actId="12"/>
        <pc:sldMkLst>
          <pc:docMk/>
          <pc:sldMk cId="2397736379" sldId="363"/>
        </pc:sldMkLst>
        <pc:spChg chg="mod">
          <ac:chgData name="鈴木 秀規" userId="f68c5fd9-22d5-4c0a-9833-7fb0f5135313" providerId="ADAL" clId="{C48D08EA-87AE-42E8-BBEE-EAFFD27F622E}" dt="2021-01-29T01:42:36.385" v="21"/>
          <ac:spMkLst>
            <pc:docMk/>
            <pc:sldMk cId="2397736379" sldId="363"/>
            <ac:spMk id="7" creationId="{9630AD22-E64D-4A96-B059-2AF9F6580C25}"/>
          </ac:spMkLst>
        </pc:spChg>
        <pc:spChg chg="mod">
          <ac:chgData name="鈴木 秀規" userId="f68c5fd9-22d5-4c0a-9833-7fb0f5135313" providerId="ADAL" clId="{C48D08EA-87AE-42E8-BBEE-EAFFD27F622E}" dt="2021-01-29T01:43:13.936" v="32" actId="12"/>
          <ac:spMkLst>
            <pc:docMk/>
            <pc:sldMk cId="2397736379" sldId="363"/>
            <ac:spMk id="8" creationId="{787CF02A-01AB-4517-BA3E-25572FA82648}"/>
          </ac:spMkLst>
        </pc:spChg>
        <pc:spChg chg="del">
          <ac:chgData name="鈴木 秀規" userId="f68c5fd9-22d5-4c0a-9833-7fb0f5135313" providerId="ADAL" clId="{C48D08EA-87AE-42E8-BBEE-EAFFD27F622E}" dt="2021-01-29T01:42:40.720" v="22" actId="478"/>
          <ac:spMkLst>
            <pc:docMk/>
            <pc:sldMk cId="2397736379" sldId="363"/>
            <ac:spMk id="10" creationId="{911442F2-F4B8-4099-A8A6-599A6EDD893E}"/>
          </ac:spMkLst>
        </pc:spChg>
        <pc:spChg chg="del">
          <ac:chgData name="鈴木 秀規" userId="f68c5fd9-22d5-4c0a-9833-7fb0f5135313" providerId="ADAL" clId="{C48D08EA-87AE-42E8-BBEE-EAFFD27F622E}" dt="2021-01-29T01:42:40.720" v="22" actId="478"/>
          <ac:spMkLst>
            <pc:docMk/>
            <pc:sldMk cId="2397736379" sldId="363"/>
            <ac:spMk id="13" creationId="{23E592F8-E3F8-4B51-85D4-196586C25C17}"/>
          </ac:spMkLst>
        </pc:spChg>
        <pc:spChg chg="del">
          <ac:chgData name="鈴木 秀規" userId="f68c5fd9-22d5-4c0a-9833-7fb0f5135313" providerId="ADAL" clId="{C48D08EA-87AE-42E8-BBEE-EAFFD27F622E}" dt="2021-01-29T01:42:40.720" v="22" actId="478"/>
          <ac:spMkLst>
            <pc:docMk/>
            <pc:sldMk cId="2397736379" sldId="363"/>
            <ac:spMk id="15" creationId="{E93D3E84-AF14-45FD-A18C-1157A824A4F2}"/>
          </ac:spMkLst>
        </pc:spChg>
        <pc:spChg chg="del">
          <ac:chgData name="鈴木 秀規" userId="f68c5fd9-22d5-4c0a-9833-7fb0f5135313" providerId="ADAL" clId="{C48D08EA-87AE-42E8-BBEE-EAFFD27F622E}" dt="2021-01-29T01:42:40.720" v="22" actId="478"/>
          <ac:spMkLst>
            <pc:docMk/>
            <pc:sldMk cId="2397736379" sldId="363"/>
            <ac:spMk id="16" creationId="{72D53803-E65D-438C-ADC1-E600E85FFC40}"/>
          </ac:spMkLst>
        </pc:spChg>
        <pc:spChg chg="del">
          <ac:chgData name="鈴木 秀規" userId="f68c5fd9-22d5-4c0a-9833-7fb0f5135313" providerId="ADAL" clId="{C48D08EA-87AE-42E8-BBEE-EAFFD27F622E}" dt="2021-01-29T01:42:40.720" v="22" actId="478"/>
          <ac:spMkLst>
            <pc:docMk/>
            <pc:sldMk cId="2397736379" sldId="363"/>
            <ac:spMk id="17" creationId="{E68CE154-3E64-4D25-BE5B-BDCDB382FBBC}"/>
          </ac:spMkLst>
        </pc:spChg>
        <pc:spChg chg="del">
          <ac:chgData name="鈴木 秀規" userId="f68c5fd9-22d5-4c0a-9833-7fb0f5135313" providerId="ADAL" clId="{C48D08EA-87AE-42E8-BBEE-EAFFD27F622E}" dt="2021-01-29T01:42:40.720" v="22" actId="478"/>
          <ac:spMkLst>
            <pc:docMk/>
            <pc:sldMk cId="2397736379" sldId="363"/>
            <ac:spMk id="18" creationId="{8A195237-21F3-4DFB-95FE-39AC02A46D75}"/>
          </ac:spMkLst>
        </pc:spChg>
        <pc:spChg chg="del">
          <ac:chgData name="鈴木 秀規" userId="f68c5fd9-22d5-4c0a-9833-7fb0f5135313" providerId="ADAL" clId="{C48D08EA-87AE-42E8-BBEE-EAFFD27F622E}" dt="2021-01-29T01:42:40.720" v="22" actId="478"/>
          <ac:spMkLst>
            <pc:docMk/>
            <pc:sldMk cId="2397736379" sldId="363"/>
            <ac:spMk id="20" creationId="{D20D5368-51BF-4D9C-9BF0-657E18487D90}"/>
          </ac:spMkLst>
        </pc:spChg>
        <pc:spChg chg="del">
          <ac:chgData name="鈴木 秀規" userId="f68c5fd9-22d5-4c0a-9833-7fb0f5135313" providerId="ADAL" clId="{C48D08EA-87AE-42E8-BBEE-EAFFD27F622E}" dt="2021-01-29T01:42:40.720" v="22" actId="478"/>
          <ac:spMkLst>
            <pc:docMk/>
            <pc:sldMk cId="2397736379" sldId="363"/>
            <ac:spMk id="21" creationId="{D2C1CCFA-0795-496F-B2DD-3DADD560165B}"/>
          </ac:spMkLst>
        </pc:spChg>
        <pc:spChg chg="add mod">
          <ac:chgData name="鈴木 秀規" userId="f68c5fd9-22d5-4c0a-9833-7fb0f5135313" providerId="ADAL" clId="{C48D08EA-87AE-42E8-BBEE-EAFFD27F622E}" dt="2021-01-29T01:44:18.993" v="38" actId="1076"/>
          <ac:spMkLst>
            <pc:docMk/>
            <pc:sldMk cId="2397736379" sldId="363"/>
            <ac:spMk id="25" creationId="{6F73D290-1A37-4666-AE4E-056CFDBF2963}"/>
          </ac:spMkLst>
        </pc:spChg>
        <pc:spChg chg="add mod">
          <ac:chgData name="鈴木 秀規" userId="f68c5fd9-22d5-4c0a-9833-7fb0f5135313" providerId="ADAL" clId="{C48D08EA-87AE-42E8-BBEE-EAFFD27F622E}" dt="2021-01-29T01:44:30.942" v="40" actId="12"/>
          <ac:spMkLst>
            <pc:docMk/>
            <pc:sldMk cId="2397736379" sldId="363"/>
            <ac:spMk id="26" creationId="{D8B69E42-1911-4122-BBB0-EB93A222E3E7}"/>
          </ac:spMkLst>
        </pc:spChg>
        <pc:picChg chg="del">
          <ac:chgData name="鈴木 秀規" userId="f68c5fd9-22d5-4c0a-9833-7fb0f5135313" providerId="ADAL" clId="{C48D08EA-87AE-42E8-BBEE-EAFFD27F622E}" dt="2021-01-29T01:42:40.720" v="22" actId="478"/>
          <ac:picMkLst>
            <pc:docMk/>
            <pc:sldMk cId="2397736379" sldId="363"/>
            <ac:picMk id="11" creationId="{D2DDAA77-A5AC-429F-86FF-4F0146721908}"/>
          </ac:picMkLst>
        </pc:picChg>
        <pc:picChg chg="del">
          <ac:chgData name="鈴木 秀規" userId="f68c5fd9-22d5-4c0a-9833-7fb0f5135313" providerId="ADAL" clId="{C48D08EA-87AE-42E8-BBEE-EAFFD27F622E}" dt="2021-01-29T01:42:40.720" v="22" actId="478"/>
          <ac:picMkLst>
            <pc:docMk/>
            <pc:sldMk cId="2397736379" sldId="363"/>
            <ac:picMk id="12" creationId="{2199B8D1-CAE6-4898-BB1D-07D67193F2D1}"/>
          </ac:picMkLst>
        </pc:picChg>
        <pc:picChg chg="del">
          <ac:chgData name="鈴木 秀規" userId="f68c5fd9-22d5-4c0a-9833-7fb0f5135313" providerId="ADAL" clId="{C48D08EA-87AE-42E8-BBEE-EAFFD27F622E}" dt="2021-01-29T01:42:40.720" v="22" actId="478"/>
          <ac:picMkLst>
            <pc:docMk/>
            <pc:sldMk cId="2397736379" sldId="363"/>
            <ac:picMk id="14" creationId="{7BDAE766-1B33-4F9F-A358-B6E02E845A73}"/>
          </ac:picMkLst>
        </pc:picChg>
        <pc:picChg chg="add mod">
          <ac:chgData name="鈴木 秀規" userId="f68c5fd9-22d5-4c0a-9833-7fb0f5135313" providerId="ADAL" clId="{C48D08EA-87AE-42E8-BBEE-EAFFD27F622E}" dt="2021-01-29T01:44:18.993" v="38" actId="1076"/>
          <ac:picMkLst>
            <pc:docMk/>
            <pc:sldMk cId="2397736379" sldId="363"/>
            <ac:picMk id="22" creationId="{EBCFE6B6-3674-4542-897A-054F57AF9940}"/>
          </ac:picMkLst>
        </pc:picChg>
        <pc:picChg chg="add mod">
          <ac:chgData name="鈴木 秀規" userId="f68c5fd9-22d5-4c0a-9833-7fb0f5135313" providerId="ADAL" clId="{C48D08EA-87AE-42E8-BBEE-EAFFD27F622E}" dt="2021-01-29T01:44:18.993" v="38" actId="1076"/>
          <ac:picMkLst>
            <pc:docMk/>
            <pc:sldMk cId="2397736379" sldId="363"/>
            <ac:picMk id="23" creationId="{50430609-0E30-4E04-A0AB-4BEFD5706BAC}"/>
          </ac:picMkLst>
        </pc:picChg>
        <pc:cxnChg chg="del mod">
          <ac:chgData name="鈴木 秀規" userId="f68c5fd9-22d5-4c0a-9833-7fb0f5135313" providerId="ADAL" clId="{C48D08EA-87AE-42E8-BBEE-EAFFD27F622E}" dt="2021-01-29T01:42:40.720" v="22" actId="478"/>
          <ac:cxnSpMkLst>
            <pc:docMk/>
            <pc:sldMk cId="2397736379" sldId="363"/>
            <ac:cxnSpMk id="19" creationId="{16079599-50A7-49A6-83C1-B3323B66C70B}"/>
          </ac:cxnSpMkLst>
        </pc:cxnChg>
        <pc:cxnChg chg="add mod">
          <ac:chgData name="鈴木 秀規" userId="f68c5fd9-22d5-4c0a-9833-7fb0f5135313" providerId="ADAL" clId="{C48D08EA-87AE-42E8-BBEE-EAFFD27F622E}" dt="2021-01-29T01:44:18.993" v="38" actId="1076"/>
          <ac:cxnSpMkLst>
            <pc:docMk/>
            <pc:sldMk cId="2397736379" sldId="363"/>
            <ac:cxnSpMk id="24" creationId="{2971CE02-4FF4-45F7-8B9C-E59D75CEAF1D}"/>
          </ac:cxnSpMkLst>
        </pc:cxnChg>
      </pc:sldChg>
      <pc:sldChg chg="addSp modSp new mod">
        <pc:chgData name="鈴木 秀規" userId="f68c5fd9-22d5-4c0a-9833-7fb0f5135313" providerId="ADAL" clId="{C48D08EA-87AE-42E8-BBEE-EAFFD27F622E}" dt="2021-01-29T01:48:10.263" v="72" actId="207"/>
        <pc:sldMkLst>
          <pc:docMk/>
          <pc:sldMk cId="1491796703" sldId="364"/>
        </pc:sldMkLst>
        <pc:spChg chg="mod">
          <ac:chgData name="鈴木 秀規" userId="f68c5fd9-22d5-4c0a-9833-7fb0f5135313" providerId="ADAL" clId="{C48D08EA-87AE-42E8-BBEE-EAFFD27F622E}" dt="2021-01-29T01:44:44.348" v="42"/>
          <ac:spMkLst>
            <pc:docMk/>
            <pc:sldMk cId="1491796703" sldId="364"/>
            <ac:spMk id="3" creationId="{7792D0C0-CA82-473E-95FC-0F27B3EAC620}"/>
          </ac:spMkLst>
        </pc:spChg>
        <pc:spChg chg="mod">
          <ac:chgData name="鈴木 秀規" userId="f68c5fd9-22d5-4c0a-9833-7fb0f5135313" providerId="ADAL" clId="{C48D08EA-87AE-42E8-BBEE-EAFFD27F622E}" dt="2021-01-29T01:45:07.217" v="46" actId="14100"/>
          <ac:spMkLst>
            <pc:docMk/>
            <pc:sldMk cId="1491796703" sldId="364"/>
            <ac:spMk id="5" creationId="{0E555CD9-10A0-4852-932D-CCBC906DD192}"/>
          </ac:spMkLst>
        </pc:spChg>
        <pc:spChg chg="add mod">
          <ac:chgData name="鈴木 秀規" userId="f68c5fd9-22d5-4c0a-9833-7fb0f5135313" providerId="ADAL" clId="{C48D08EA-87AE-42E8-BBEE-EAFFD27F622E}" dt="2021-01-29T01:46:03.669" v="59" actId="14100"/>
          <ac:spMkLst>
            <pc:docMk/>
            <pc:sldMk cId="1491796703" sldId="364"/>
            <ac:spMk id="7" creationId="{131FE02A-70CC-40DF-9182-018F6982F20F}"/>
          </ac:spMkLst>
        </pc:spChg>
        <pc:spChg chg="add mod">
          <ac:chgData name="鈴木 秀規" userId="f68c5fd9-22d5-4c0a-9833-7fb0f5135313" providerId="ADAL" clId="{C48D08EA-87AE-42E8-BBEE-EAFFD27F622E}" dt="2021-01-29T01:48:10.263" v="72" actId="207"/>
          <ac:spMkLst>
            <pc:docMk/>
            <pc:sldMk cId="1491796703" sldId="364"/>
            <ac:spMk id="8" creationId="{48831A36-9810-407D-ADD4-926B54DA7678}"/>
          </ac:spMkLst>
        </pc:spChg>
        <pc:graphicFrameChg chg="add mod modGraphic">
          <ac:chgData name="鈴木 秀規" userId="f68c5fd9-22d5-4c0a-9833-7fb0f5135313" providerId="ADAL" clId="{C48D08EA-87AE-42E8-BBEE-EAFFD27F622E}" dt="2021-01-29T01:45:55.199" v="56" actId="12385"/>
          <ac:graphicFrameMkLst>
            <pc:docMk/>
            <pc:sldMk cId="1491796703" sldId="364"/>
            <ac:graphicFrameMk id="6" creationId="{DDCE8367-7279-4C22-95C0-573968E8B81E}"/>
          </ac:graphicFrameMkLst>
        </pc:graphicFrameChg>
      </pc:sldChg>
      <pc:sldChg chg="del">
        <pc:chgData name="鈴木 秀規" userId="f68c5fd9-22d5-4c0a-9833-7fb0f5135313" providerId="ADAL" clId="{C48D08EA-87AE-42E8-BBEE-EAFFD27F622E}" dt="2021-01-29T01:42:20.133" v="20" actId="2696"/>
        <pc:sldMkLst>
          <pc:docMk/>
          <pc:sldMk cId="3552865651" sldId="364"/>
        </pc:sldMkLst>
      </pc:sldChg>
      <pc:sldChg chg="del">
        <pc:chgData name="鈴木 秀規" userId="f68c5fd9-22d5-4c0a-9833-7fb0f5135313" providerId="ADAL" clId="{C48D08EA-87AE-42E8-BBEE-EAFFD27F622E}" dt="2021-01-29T01:42:20.133" v="20" actId="2696"/>
        <pc:sldMkLst>
          <pc:docMk/>
          <pc:sldMk cId="478947157" sldId="365"/>
        </pc:sldMkLst>
      </pc:sldChg>
      <pc:sldChg chg="addSp modSp new mod">
        <pc:chgData name="鈴木 秀規" userId="f68c5fd9-22d5-4c0a-9833-7fb0f5135313" providerId="ADAL" clId="{C48D08EA-87AE-42E8-BBEE-EAFFD27F622E}" dt="2021-01-29T01:51:01.956" v="111" actId="207"/>
        <pc:sldMkLst>
          <pc:docMk/>
          <pc:sldMk cId="2862888682" sldId="365"/>
        </pc:sldMkLst>
        <pc:spChg chg="mod">
          <ac:chgData name="鈴木 秀規" userId="f68c5fd9-22d5-4c0a-9833-7fb0f5135313" providerId="ADAL" clId="{C48D08EA-87AE-42E8-BBEE-EAFFD27F622E}" dt="2021-01-29T01:48:22.105" v="74"/>
          <ac:spMkLst>
            <pc:docMk/>
            <pc:sldMk cId="2862888682" sldId="365"/>
            <ac:spMk id="3" creationId="{1360C785-92EB-490D-A206-5FE9C8C4ACBF}"/>
          </ac:spMkLst>
        </pc:spChg>
        <pc:spChg chg="mod">
          <ac:chgData name="鈴木 秀規" userId="f68c5fd9-22d5-4c0a-9833-7fb0f5135313" providerId="ADAL" clId="{C48D08EA-87AE-42E8-BBEE-EAFFD27F622E}" dt="2021-01-29T01:48:43.788" v="78" actId="14100"/>
          <ac:spMkLst>
            <pc:docMk/>
            <pc:sldMk cId="2862888682" sldId="365"/>
            <ac:spMk id="5" creationId="{E2A04A57-AF9A-4B40-94FD-2A99CAF0FF6A}"/>
          </ac:spMkLst>
        </pc:spChg>
        <pc:spChg chg="add mod">
          <ac:chgData name="鈴木 秀規" userId="f68c5fd9-22d5-4c0a-9833-7fb0f5135313" providerId="ADAL" clId="{C48D08EA-87AE-42E8-BBEE-EAFFD27F622E}" dt="2021-01-29T01:51:01.956" v="111" actId="207"/>
          <ac:spMkLst>
            <pc:docMk/>
            <pc:sldMk cId="2862888682" sldId="365"/>
            <ac:spMk id="6" creationId="{52355757-E974-491E-8854-A7999A0DC253}"/>
          </ac:spMkLst>
        </pc:spChg>
      </pc:sldChg>
      <pc:sldChg chg="modSp add mod">
        <pc:chgData name="鈴木 秀規" userId="f68c5fd9-22d5-4c0a-9833-7fb0f5135313" providerId="ADAL" clId="{C48D08EA-87AE-42E8-BBEE-EAFFD27F622E}" dt="2021-01-29T01:51:55.876" v="116" actId="14100"/>
        <pc:sldMkLst>
          <pc:docMk/>
          <pc:sldMk cId="805013935" sldId="366"/>
        </pc:sldMkLst>
        <pc:spChg chg="mod">
          <ac:chgData name="鈴木 秀規" userId="f68c5fd9-22d5-4c0a-9833-7fb0f5135313" providerId="ADAL" clId="{C48D08EA-87AE-42E8-BBEE-EAFFD27F622E}" dt="2021-01-29T01:51:55.876" v="116" actId="14100"/>
          <ac:spMkLst>
            <pc:docMk/>
            <pc:sldMk cId="805013935" sldId="366"/>
            <ac:spMk id="6" creationId="{52355757-E974-491E-8854-A7999A0DC253}"/>
          </ac:spMkLst>
        </pc:spChg>
      </pc:sldChg>
      <pc:sldChg chg="del">
        <pc:chgData name="鈴木 秀規" userId="f68c5fd9-22d5-4c0a-9833-7fb0f5135313" providerId="ADAL" clId="{C48D08EA-87AE-42E8-BBEE-EAFFD27F622E}" dt="2021-01-29T01:42:20.133" v="20" actId="2696"/>
        <pc:sldMkLst>
          <pc:docMk/>
          <pc:sldMk cId="1806702686" sldId="366"/>
        </pc:sldMkLst>
      </pc:sldChg>
      <pc:sldChg chg="addSp modSp new mod">
        <pc:chgData name="鈴木 秀規" userId="f68c5fd9-22d5-4c0a-9833-7fb0f5135313" providerId="ADAL" clId="{C48D08EA-87AE-42E8-BBEE-EAFFD27F622E}" dt="2021-01-29T01:55:14.503" v="147" actId="1035"/>
        <pc:sldMkLst>
          <pc:docMk/>
          <pc:sldMk cId="1837428979" sldId="367"/>
        </pc:sldMkLst>
        <pc:spChg chg="mod">
          <ac:chgData name="鈴木 秀規" userId="f68c5fd9-22d5-4c0a-9833-7fb0f5135313" providerId="ADAL" clId="{C48D08EA-87AE-42E8-BBEE-EAFFD27F622E}" dt="2021-01-29T01:52:13.256" v="118"/>
          <ac:spMkLst>
            <pc:docMk/>
            <pc:sldMk cId="1837428979" sldId="367"/>
            <ac:spMk id="3" creationId="{978495FD-E0C5-42E9-A314-83ACF573D4BE}"/>
          </ac:spMkLst>
        </pc:spChg>
        <pc:spChg chg="mod">
          <ac:chgData name="鈴木 秀規" userId="f68c5fd9-22d5-4c0a-9833-7fb0f5135313" providerId="ADAL" clId="{C48D08EA-87AE-42E8-BBEE-EAFFD27F622E}" dt="2021-01-29T01:53:56.217" v="128" actId="14100"/>
          <ac:spMkLst>
            <pc:docMk/>
            <pc:sldMk cId="1837428979" sldId="367"/>
            <ac:spMk id="5" creationId="{8CEA63F3-D054-42AC-90C1-5FA6170C17B2}"/>
          </ac:spMkLst>
        </pc:spChg>
        <pc:spChg chg="add mod">
          <ac:chgData name="鈴木 秀規" userId="f68c5fd9-22d5-4c0a-9833-7fb0f5135313" providerId="ADAL" clId="{C48D08EA-87AE-42E8-BBEE-EAFFD27F622E}" dt="2021-01-29T01:55:08.905" v="144" actId="1035"/>
          <ac:spMkLst>
            <pc:docMk/>
            <pc:sldMk cId="1837428979" sldId="367"/>
            <ac:spMk id="6" creationId="{FAA5C2C9-5976-4AE6-ACBA-782CDA112D8D}"/>
          </ac:spMkLst>
        </pc:spChg>
        <pc:spChg chg="add mod">
          <ac:chgData name="鈴木 秀規" userId="f68c5fd9-22d5-4c0a-9833-7fb0f5135313" providerId="ADAL" clId="{C48D08EA-87AE-42E8-BBEE-EAFFD27F622E}" dt="2021-01-29T01:54:41.630" v="135" actId="2711"/>
          <ac:spMkLst>
            <pc:docMk/>
            <pc:sldMk cId="1837428979" sldId="367"/>
            <ac:spMk id="7" creationId="{0EB9DE99-767C-4362-8484-92D83744470B}"/>
          </ac:spMkLst>
        </pc:spChg>
        <pc:spChg chg="add mod">
          <ac:chgData name="鈴木 秀規" userId="f68c5fd9-22d5-4c0a-9833-7fb0f5135313" providerId="ADAL" clId="{C48D08EA-87AE-42E8-BBEE-EAFFD27F622E}" dt="2021-01-29T01:55:14.503" v="147" actId="1035"/>
          <ac:spMkLst>
            <pc:docMk/>
            <pc:sldMk cId="1837428979" sldId="367"/>
            <ac:spMk id="8" creationId="{D2126064-D7FB-447A-B0FF-145ED0B54FFD}"/>
          </ac:spMkLst>
        </pc:spChg>
      </pc:sldChg>
      <pc:sldChg chg="del">
        <pc:chgData name="鈴木 秀規" userId="f68c5fd9-22d5-4c0a-9833-7fb0f5135313" providerId="ADAL" clId="{C48D08EA-87AE-42E8-BBEE-EAFFD27F622E}" dt="2021-01-29T01:42:20.133" v="20" actId="2696"/>
        <pc:sldMkLst>
          <pc:docMk/>
          <pc:sldMk cId="2356507688" sldId="367"/>
        </pc:sldMkLst>
      </pc:sldChg>
      <pc:sldChg chg="addSp modSp new mod">
        <pc:chgData name="鈴木 秀規" userId="f68c5fd9-22d5-4c0a-9833-7fb0f5135313" providerId="ADAL" clId="{C48D08EA-87AE-42E8-BBEE-EAFFD27F622E}" dt="2021-01-29T01:58:19" v="220" actId="693"/>
        <pc:sldMkLst>
          <pc:docMk/>
          <pc:sldMk cId="1713287924" sldId="368"/>
        </pc:sldMkLst>
        <pc:spChg chg="mod">
          <ac:chgData name="鈴木 秀規" userId="f68c5fd9-22d5-4c0a-9833-7fb0f5135313" providerId="ADAL" clId="{C48D08EA-87AE-42E8-BBEE-EAFFD27F622E}" dt="2021-01-29T01:55:26.247" v="149"/>
          <ac:spMkLst>
            <pc:docMk/>
            <pc:sldMk cId="1713287924" sldId="368"/>
            <ac:spMk id="3" creationId="{9661A668-DD37-439B-ACDF-417309CE2BED}"/>
          </ac:spMkLst>
        </pc:spChg>
        <pc:spChg chg="mod">
          <ac:chgData name="鈴木 秀規" userId="f68c5fd9-22d5-4c0a-9833-7fb0f5135313" providerId="ADAL" clId="{C48D08EA-87AE-42E8-BBEE-EAFFD27F622E}" dt="2021-01-29T01:55:33.864" v="151"/>
          <ac:spMkLst>
            <pc:docMk/>
            <pc:sldMk cId="1713287924" sldId="368"/>
            <ac:spMk id="5" creationId="{5A15B9D0-4F4E-42B4-B01F-A2116727B752}"/>
          </ac:spMkLst>
        </pc:spChg>
        <pc:spChg chg="add mod">
          <ac:chgData name="鈴木 秀規" userId="f68c5fd9-22d5-4c0a-9833-7fb0f5135313" providerId="ADAL" clId="{C48D08EA-87AE-42E8-BBEE-EAFFD27F622E}" dt="2021-01-29T01:57:33.062" v="212" actId="14100"/>
          <ac:spMkLst>
            <pc:docMk/>
            <pc:sldMk cId="1713287924" sldId="368"/>
            <ac:spMk id="6" creationId="{27D288CC-DC7B-43CB-BE82-65B8A8FC66A8}"/>
          </ac:spMkLst>
        </pc:spChg>
        <pc:spChg chg="add mod">
          <ac:chgData name="鈴木 秀規" userId="f68c5fd9-22d5-4c0a-9833-7fb0f5135313" providerId="ADAL" clId="{C48D08EA-87AE-42E8-BBEE-EAFFD27F622E}" dt="2021-01-29T01:57:27.684" v="210" actId="571"/>
          <ac:spMkLst>
            <pc:docMk/>
            <pc:sldMk cId="1713287924" sldId="368"/>
            <ac:spMk id="7" creationId="{5A3F6696-A796-46DB-B92C-6A1E50DDCD7B}"/>
          </ac:spMkLst>
        </pc:spChg>
        <pc:spChg chg="add mod">
          <ac:chgData name="鈴木 秀規" userId="f68c5fd9-22d5-4c0a-9833-7fb0f5135313" providerId="ADAL" clId="{C48D08EA-87AE-42E8-BBEE-EAFFD27F622E}" dt="2021-01-29T01:57:41.822" v="214"/>
          <ac:spMkLst>
            <pc:docMk/>
            <pc:sldMk cId="1713287924" sldId="368"/>
            <ac:spMk id="8" creationId="{2BAC002D-400A-4640-82BC-83F23DA52987}"/>
          </ac:spMkLst>
        </pc:spChg>
        <pc:cxnChg chg="add mod">
          <ac:chgData name="鈴木 秀規" userId="f68c5fd9-22d5-4c0a-9833-7fb0f5135313" providerId="ADAL" clId="{C48D08EA-87AE-42E8-BBEE-EAFFD27F622E}" dt="2021-01-29T01:58:19" v="220" actId="693"/>
          <ac:cxnSpMkLst>
            <pc:docMk/>
            <pc:sldMk cId="1713287924" sldId="368"/>
            <ac:cxnSpMk id="10" creationId="{EEE9455F-E370-4E54-8FE3-1C29FE245664}"/>
          </ac:cxnSpMkLst>
        </pc:cxnChg>
      </pc:sldChg>
      <pc:sldChg chg="del">
        <pc:chgData name="鈴木 秀規" userId="f68c5fd9-22d5-4c0a-9833-7fb0f5135313" providerId="ADAL" clId="{C48D08EA-87AE-42E8-BBEE-EAFFD27F622E}" dt="2021-01-29T01:42:20.133" v="20" actId="2696"/>
        <pc:sldMkLst>
          <pc:docMk/>
          <pc:sldMk cId="3408830695" sldId="368"/>
        </pc:sldMkLst>
      </pc:sldChg>
      <pc:sldChg chg="addSp delSp modSp new mod">
        <pc:chgData name="鈴木 秀規" userId="f68c5fd9-22d5-4c0a-9833-7fb0f5135313" providerId="ADAL" clId="{C48D08EA-87AE-42E8-BBEE-EAFFD27F622E}" dt="2021-01-29T02:01:13.217" v="245" actId="1076"/>
        <pc:sldMkLst>
          <pc:docMk/>
          <pc:sldMk cId="2427838374" sldId="369"/>
        </pc:sldMkLst>
        <pc:spChg chg="mod">
          <ac:chgData name="鈴木 秀規" userId="f68c5fd9-22d5-4c0a-9833-7fb0f5135313" providerId="ADAL" clId="{C48D08EA-87AE-42E8-BBEE-EAFFD27F622E}" dt="2021-01-29T01:59:08.178" v="222"/>
          <ac:spMkLst>
            <pc:docMk/>
            <pc:sldMk cId="2427838374" sldId="369"/>
            <ac:spMk id="3" creationId="{5F3CF279-F6DF-412A-A369-C8AF3B4BD74C}"/>
          </ac:spMkLst>
        </pc:spChg>
        <pc:spChg chg="mod">
          <ac:chgData name="鈴木 秀規" userId="f68c5fd9-22d5-4c0a-9833-7fb0f5135313" providerId="ADAL" clId="{C48D08EA-87AE-42E8-BBEE-EAFFD27F622E}" dt="2021-01-29T01:59:25.087" v="225" actId="14100"/>
          <ac:spMkLst>
            <pc:docMk/>
            <pc:sldMk cId="2427838374" sldId="369"/>
            <ac:spMk id="5" creationId="{823413F9-1D7B-4446-A19F-D31D713846D2}"/>
          </ac:spMkLst>
        </pc:spChg>
        <pc:spChg chg="add mod">
          <ac:chgData name="鈴木 秀規" userId="f68c5fd9-22d5-4c0a-9833-7fb0f5135313" providerId="ADAL" clId="{C48D08EA-87AE-42E8-BBEE-EAFFD27F622E}" dt="2021-01-29T02:01:13.217" v="245" actId="1076"/>
          <ac:spMkLst>
            <pc:docMk/>
            <pc:sldMk cId="2427838374" sldId="369"/>
            <ac:spMk id="6" creationId="{F9089E6D-8895-4170-B5FD-8ABE44ECFA95}"/>
          </ac:spMkLst>
        </pc:spChg>
        <pc:spChg chg="add del mod">
          <ac:chgData name="鈴木 秀規" userId="f68c5fd9-22d5-4c0a-9833-7fb0f5135313" providerId="ADAL" clId="{C48D08EA-87AE-42E8-BBEE-EAFFD27F622E}" dt="2021-01-29T02:00:59.330" v="241" actId="478"/>
          <ac:spMkLst>
            <pc:docMk/>
            <pc:sldMk cId="2427838374" sldId="369"/>
            <ac:spMk id="7" creationId="{9AB81213-5131-41F9-B159-D81949CE8D9C}"/>
          </ac:spMkLst>
        </pc:spChg>
        <pc:spChg chg="add del mod">
          <ac:chgData name="鈴木 秀規" userId="f68c5fd9-22d5-4c0a-9833-7fb0f5135313" providerId="ADAL" clId="{C48D08EA-87AE-42E8-BBEE-EAFFD27F622E}" dt="2021-01-29T02:00:56.148" v="240"/>
          <ac:spMkLst>
            <pc:docMk/>
            <pc:sldMk cId="2427838374" sldId="369"/>
            <ac:spMk id="8" creationId="{820E8CA3-4EF3-4DA6-96DC-6AE5B7E82D17}"/>
          </ac:spMkLst>
        </pc:spChg>
        <pc:spChg chg="add del mod">
          <ac:chgData name="鈴木 秀規" userId="f68c5fd9-22d5-4c0a-9833-7fb0f5135313" providerId="ADAL" clId="{C48D08EA-87AE-42E8-BBEE-EAFFD27F622E}" dt="2021-01-29T02:00:56.148" v="240"/>
          <ac:spMkLst>
            <pc:docMk/>
            <pc:sldMk cId="2427838374" sldId="369"/>
            <ac:spMk id="9" creationId="{D8971F1A-05AB-43A4-A200-3B0EFC173A3A}"/>
          </ac:spMkLst>
        </pc:spChg>
      </pc:sldChg>
      <pc:sldChg chg="del">
        <pc:chgData name="鈴木 秀規" userId="f68c5fd9-22d5-4c0a-9833-7fb0f5135313" providerId="ADAL" clId="{C48D08EA-87AE-42E8-BBEE-EAFFD27F622E}" dt="2021-01-29T01:42:20.133" v="20" actId="2696"/>
        <pc:sldMkLst>
          <pc:docMk/>
          <pc:sldMk cId="2975628319" sldId="369"/>
        </pc:sldMkLst>
      </pc:sldChg>
      <pc:sldChg chg="addSp modSp new mod">
        <pc:chgData name="鈴木 秀規" userId="f68c5fd9-22d5-4c0a-9833-7fb0f5135313" providerId="ADAL" clId="{C48D08EA-87AE-42E8-BBEE-EAFFD27F622E}" dt="2021-01-29T02:03:38.403" v="272" actId="207"/>
        <pc:sldMkLst>
          <pc:docMk/>
          <pc:sldMk cId="1375847763" sldId="370"/>
        </pc:sldMkLst>
        <pc:spChg chg="mod">
          <ac:chgData name="鈴木 秀規" userId="f68c5fd9-22d5-4c0a-9833-7fb0f5135313" providerId="ADAL" clId="{C48D08EA-87AE-42E8-BBEE-EAFFD27F622E}" dt="2021-01-29T02:01:36.101" v="247"/>
          <ac:spMkLst>
            <pc:docMk/>
            <pc:sldMk cId="1375847763" sldId="370"/>
            <ac:spMk id="3" creationId="{257599A0-BD8E-43B6-893F-D3BD14BA35D3}"/>
          </ac:spMkLst>
        </pc:spChg>
        <pc:spChg chg="mod">
          <ac:chgData name="鈴木 秀規" userId="f68c5fd9-22d5-4c0a-9833-7fb0f5135313" providerId="ADAL" clId="{C48D08EA-87AE-42E8-BBEE-EAFFD27F622E}" dt="2021-01-29T02:01:55.592" v="251" actId="14100"/>
          <ac:spMkLst>
            <pc:docMk/>
            <pc:sldMk cId="1375847763" sldId="370"/>
            <ac:spMk id="5" creationId="{54EA06F8-723C-4C46-95CE-E7F36487A76B}"/>
          </ac:spMkLst>
        </pc:spChg>
        <pc:spChg chg="add mod">
          <ac:chgData name="鈴木 秀規" userId="f68c5fd9-22d5-4c0a-9833-7fb0f5135313" providerId="ADAL" clId="{C48D08EA-87AE-42E8-BBEE-EAFFD27F622E}" dt="2021-01-29T02:03:26.436" v="268" actId="207"/>
          <ac:spMkLst>
            <pc:docMk/>
            <pc:sldMk cId="1375847763" sldId="370"/>
            <ac:spMk id="6" creationId="{EDC03A83-EF88-45D1-9AA5-7EFBD979ACE9}"/>
          </ac:spMkLst>
        </pc:spChg>
        <pc:spChg chg="add mod">
          <ac:chgData name="鈴木 秀規" userId="f68c5fd9-22d5-4c0a-9833-7fb0f5135313" providerId="ADAL" clId="{C48D08EA-87AE-42E8-BBEE-EAFFD27F622E}" dt="2021-01-29T02:03:38.403" v="272" actId="207"/>
          <ac:spMkLst>
            <pc:docMk/>
            <pc:sldMk cId="1375847763" sldId="370"/>
            <ac:spMk id="7" creationId="{8D2A60D8-5FC3-4EE1-8F58-4DDBB91C99FE}"/>
          </ac:spMkLst>
        </pc:spChg>
      </pc:sldChg>
      <pc:sldChg chg="del">
        <pc:chgData name="鈴木 秀規" userId="f68c5fd9-22d5-4c0a-9833-7fb0f5135313" providerId="ADAL" clId="{C48D08EA-87AE-42E8-BBEE-EAFFD27F622E}" dt="2021-01-29T01:42:20.133" v="20" actId="2696"/>
        <pc:sldMkLst>
          <pc:docMk/>
          <pc:sldMk cId="3073446168" sldId="370"/>
        </pc:sldMkLst>
      </pc:sldChg>
      <pc:sldChg chg="modSp new mod">
        <pc:chgData name="鈴木 秀規" userId="f68c5fd9-22d5-4c0a-9833-7fb0f5135313" providerId="ADAL" clId="{C48D08EA-87AE-42E8-BBEE-EAFFD27F622E}" dt="2021-01-29T02:05:13.104" v="295" actId="207"/>
        <pc:sldMkLst>
          <pc:docMk/>
          <pc:sldMk cId="88774120" sldId="371"/>
        </pc:sldMkLst>
        <pc:spChg chg="mod">
          <ac:chgData name="鈴木 秀規" userId="f68c5fd9-22d5-4c0a-9833-7fb0f5135313" providerId="ADAL" clId="{C48D08EA-87AE-42E8-BBEE-EAFFD27F622E}" dt="2021-01-29T02:03:53.582" v="274"/>
          <ac:spMkLst>
            <pc:docMk/>
            <pc:sldMk cId="88774120" sldId="371"/>
            <ac:spMk id="3" creationId="{BACB9769-04E3-428B-8379-D0ACEE653078}"/>
          </ac:spMkLst>
        </pc:spChg>
        <pc:spChg chg="mod">
          <ac:chgData name="鈴木 秀規" userId="f68c5fd9-22d5-4c0a-9833-7fb0f5135313" providerId="ADAL" clId="{C48D08EA-87AE-42E8-BBEE-EAFFD27F622E}" dt="2021-01-29T02:05:13.104" v="295" actId="207"/>
          <ac:spMkLst>
            <pc:docMk/>
            <pc:sldMk cId="88774120" sldId="371"/>
            <ac:spMk id="5" creationId="{DA849902-FDBE-46E8-B518-154E3E8604A2}"/>
          </ac:spMkLst>
        </pc:spChg>
      </pc:sldChg>
      <pc:sldChg chg="del">
        <pc:chgData name="鈴木 秀規" userId="f68c5fd9-22d5-4c0a-9833-7fb0f5135313" providerId="ADAL" clId="{C48D08EA-87AE-42E8-BBEE-EAFFD27F622E}" dt="2021-01-29T01:42:20.133" v="20" actId="2696"/>
        <pc:sldMkLst>
          <pc:docMk/>
          <pc:sldMk cId="1539385395" sldId="371"/>
        </pc:sldMkLst>
      </pc:sldChg>
      <pc:sldChg chg="del">
        <pc:chgData name="鈴木 秀規" userId="f68c5fd9-22d5-4c0a-9833-7fb0f5135313" providerId="ADAL" clId="{C48D08EA-87AE-42E8-BBEE-EAFFD27F622E}" dt="2021-01-29T01:42:20.133" v="20" actId="2696"/>
        <pc:sldMkLst>
          <pc:docMk/>
          <pc:sldMk cId="246066953" sldId="372"/>
        </pc:sldMkLst>
      </pc:sldChg>
      <pc:sldChg chg="addSp delSp modSp new mod">
        <pc:chgData name="鈴木 秀規" userId="f68c5fd9-22d5-4c0a-9833-7fb0f5135313" providerId="ADAL" clId="{C48D08EA-87AE-42E8-BBEE-EAFFD27F622E}" dt="2021-01-29T02:08:14.840" v="321" actId="207"/>
        <pc:sldMkLst>
          <pc:docMk/>
          <pc:sldMk cId="1789203375" sldId="372"/>
        </pc:sldMkLst>
        <pc:spChg chg="mod">
          <ac:chgData name="鈴木 秀規" userId="f68c5fd9-22d5-4c0a-9833-7fb0f5135313" providerId="ADAL" clId="{C48D08EA-87AE-42E8-BBEE-EAFFD27F622E}" dt="2021-01-29T02:05:41.688" v="297"/>
          <ac:spMkLst>
            <pc:docMk/>
            <pc:sldMk cId="1789203375" sldId="372"/>
            <ac:spMk id="3" creationId="{B99B4DE4-67BC-4A7A-ADCF-37CD1D992E62}"/>
          </ac:spMkLst>
        </pc:spChg>
        <pc:spChg chg="mod">
          <ac:chgData name="鈴木 秀規" userId="f68c5fd9-22d5-4c0a-9833-7fb0f5135313" providerId="ADAL" clId="{C48D08EA-87AE-42E8-BBEE-EAFFD27F622E}" dt="2021-01-29T02:05:55.383" v="301" actId="14100"/>
          <ac:spMkLst>
            <pc:docMk/>
            <pc:sldMk cId="1789203375" sldId="372"/>
            <ac:spMk id="5" creationId="{6787D70C-FE95-4CAB-8B0F-363F2A30CB34}"/>
          </ac:spMkLst>
        </pc:spChg>
        <pc:spChg chg="add del mod">
          <ac:chgData name="鈴木 秀規" userId="f68c5fd9-22d5-4c0a-9833-7fb0f5135313" providerId="ADAL" clId="{C48D08EA-87AE-42E8-BBEE-EAFFD27F622E}" dt="2021-01-29T02:06:32.498" v="305" actId="478"/>
          <ac:spMkLst>
            <pc:docMk/>
            <pc:sldMk cId="1789203375" sldId="372"/>
            <ac:spMk id="6" creationId="{8416AC4B-B52B-43D7-B6BD-92A2BEA738E5}"/>
          </ac:spMkLst>
        </pc:spChg>
        <pc:spChg chg="add mod">
          <ac:chgData name="鈴木 秀規" userId="f68c5fd9-22d5-4c0a-9833-7fb0f5135313" providerId="ADAL" clId="{C48D08EA-87AE-42E8-BBEE-EAFFD27F622E}" dt="2021-01-29T02:07:46.481" v="318" actId="404"/>
          <ac:spMkLst>
            <pc:docMk/>
            <pc:sldMk cId="1789203375" sldId="372"/>
            <ac:spMk id="7" creationId="{0FC30C39-EBE8-47E3-AA9D-4A7EEC4F3583}"/>
          </ac:spMkLst>
        </pc:spChg>
        <pc:spChg chg="add mod">
          <ac:chgData name="鈴木 秀規" userId="f68c5fd9-22d5-4c0a-9833-7fb0f5135313" providerId="ADAL" clId="{C48D08EA-87AE-42E8-BBEE-EAFFD27F622E}" dt="2021-01-29T02:08:14.840" v="321" actId="207"/>
          <ac:spMkLst>
            <pc:docMk/>
            <pc:sldMk cId="1789203375" sldId="372"/>
            <ac:spMk id="8" creationId="{85232EF7-B812-4733-96CD-E0C14B596787}"/>
          </ac:spMkLst>
        </pc:spChg>
      </pc:sldChg>
      <pc:sldChg chg="modSp new mod">
        <pc:chgData name="鈴木 秀規" userId="f68c5fd9-22d5-4c0a-9833-7fb0f5135313" providerId="ADAL" clId="{C48D08EA-87AE-42E8-BBEE-EAFFD27F622E}" dt="2021-01-29T02:11:38.441" v="342" actId="207"/>
        <pc:sldMkLst>
          <pc:docMk/>
          <pc:sldMk cId="2979480215" sldId="373"/>
        </pc:sldMkLst>
        <pc:spChg chg="mod">
          <ac:chgData name="鈴木 秀規" userId="f68c5fd9-22d5-4c0a-9833-7fb0f5135313" providerId="ADAL" clId="{C48D08EA-87AE-42E8-BBEE-EAFFD27F622E}" dt="2021-01-29T02:08:43.068" v="325"/>
          <ac:spMkLst>
            <pc:docMk/>
            <pc:sldMk cId="2979480215" sldId="373"/>
            <ac:spMk id="3" creationId="{890D4FF1-CE17-468D-A94B-0EA4BDC9102B}"/>
          </ac:spMkLst>
        </pc:spChg>
        <pc:spChg chg="mod">
          <ac:chgData name="鈴木 秀規" userId="f68c5fd9-22d5-4c0a-9833-7fb0f5135313" providerId="ADAL" clId="{C48D08EA-87AE-42E8-BBEE-EAFFD27F622E}" dt="2021-01-29T02:11:38.441" v="342" actId="207"/>
          <ac:spMkLst>
            <pc:docMk/>
            <pc:sldMk cId="2979480215" sldId="373"/>
            <ac:spMk id="5" creationId="{133F1DED-CA16-4302-9912-4B561EF34336}"/>
          </ac:spMkLst>
        </pc:spChg>
      </pc:sldChg>
      <pc:sldChg chg="del">
        <pc:chgData name="鈴木 秀規" userId="f68c5fd9-22d5-4c0a-9833-7fb0f5135313" providerId="ADAL" clId="{C48D08EA-87AE-42E8-BBEE-EAFFD27F622E}" dt="2021-01-29T01:42:20.133" v="20" actId="2696"/>
        <pc:sldMkLst>
          <pc:docMk/>
          <pc:sldMk cId="4083622006" sldId="373"/>
        </pc:sldMkLst>
      </pc:sldChg>
      <pc:sldChg chg="del">
        <pc:chgData name="鈴木 秀規" userId="f68c5fd9-22d5-4c0a-9833-7fb0f5135313" providerId="ADAL" clId="{C48D08EA-87AE-42E8-BBEE-EAFFD27F622E}" dt="2021-01-29T01:42:20.133" v="20" actId="2696"/>
        <pc:sldMkLst>
          <pc:docMk/>
          <pc:sldMk cId="2781282954" sldId="374"/>
        </pc:sldMkLst>
      </pc:sldChg>
      <pc:sldChg chg="modSp new mod">
        <pc:chgData name="鈴木 秀規" userId="f68c5fd9-22d5-4c0a-9833-7fb0f5135313" providerId="ADAL" clId="{C48D08EA-87AE-42E8-BBEE-EAFFD27F622E}" dt="2021-01-29T02:13:33.664" v="359" actId="403"/>
        <pc:sldMkLst>
          <pc:docMk/>
          <pc:sldMk cId="3198692090" sldId="374"/>
        </pc:sldMkLst>
        <pc:spChg chg="mod">
          <ac:chgData name="鈴木 秀規" userId="f68c5fd9-22d5-4c0a-9833-7fb0f5135313" providerId="ADAL" clId="{C48D08EA-87AE-42E8-BBEE-EAFFD27F622E}" dt="2021-01-29T02:12:33.205" v="344"/>
          <ac:spMkLst>
            <pc:docMk/>
            <pc:sldMk cId="3198692090" sldId="374"/>
            <ac:spMk id="3" creationId="{0CBA9451-9B8C-49D7-B8FB-5032ADFEDA5C}"/>
          </ac:spMkLst>
        </pc:spChg>
        <pc:spChg chg="mod">
          <ac:chgData name="鈴木 秀規" userId="f68c5fd9-22d5-4c0a-9833-7fb0f5135313" providerId="ADAL" clId="{C48D08EA-87AE-42E8-BBEE-EAFFD27F622E}" dt="2021-01-29T02:13:33.664" v="359" actId="403"/>
          <ac:spMkLst>
            <pc:docMk/>
            <pc:sldMk cId="3198692090" sldId="374"/>
            <ac:spMk id="5" creationId="{7F65644E-FBC6-4A1E-B850-1C7A92F05619}"/>
          </ac:spMkLst>
        </pc:spChg>
      </pc:sldChg>
      <pc:sldChg chg="del">
        <pc:chgData name="鈴木 秀規" userId="f68c5fd9-22d5-4c0a-9833-7fb0f5135313" providerId="ADAL" clId="{C48D08EA-87AE-42E8-BBEE-EAFFD27F622E}" dt="2021-01-29T01:42:20.133" v="20" actId="2696"/>
        <pc:sldMkLst>
          <pc:docMk/>
          <pc:sldMk cId="4224040465" sldId="375"/>
        </pc:sldMkLst>
      </pc:sldChg>
      <pc:sldChg chg="del">
        <pc:chgData name="鈴木 秀規" userId="f68c5fd9-22d5-4c0a-9833-7fb0f5135313" providerId="ADAL" clId="{C48D08EA-87AE-42E8-BBEE-EAFFD27F622E}" dt="2021-01-29T01:42:20.133" v="20" actId="2696"/>
        <pc:sldMkLst>
          <pc:docMk/>
          <pc:sldMk cId="3538855573" sldId="376"/>
        </pc:sldMkLst>
      </pc:sldChg>
      <pc:sldChg chg="del">
        <pc:chgData name="鈴木 秀規" userId="f68c5fd9-22d5-4c0a-9833-7fb0f5135313" providerId="ADAL" clId="{C48D08EA-87AE-42E8-BBEE-EAFFD27F622E}" dt="2021-01-29T01:42:20.133" v="20" actId="2696"/>
        <pc:sldMkLst>
          <pc:docMk/>
          <pc:sldMk cId="3864834617" sldId="377"/>
        </pc:sldMkLst>
      </pc:sldChg>
      <pc:sldChg chg="del">
        <pc:chgData name="鈴木 秀規" userId="f68c5fd9-22d5-4c0a-9833-7fb0f5135313" providerId="ADAL" clId="{C48D08EA-87AE-42E8-BBEE-EAFFD27F622E}" dt="2021-01-29T01:42:20.133" v="20" actId="2696"/>
        <pc:sldMkLst>
          <pc:docMk/>
          <pc:sldMk cId="2148979236" sldId="378"/>
        </pc:sldMkLst>
      </pc:sldChg>
      <pc:sldChg chg="del">
        <pc:chgData name="鈴木 秀規" userId="f68c5fd9-22d5-4c0a-9833-7fb0f5135313" providerId="ADAL" clId="{C48D08EA-87AE-42E8-BBEE-EAFFD27F622E}" dt="2021-01-29T01:42:20.133" v="20" actId="2696"/>
        <pc:sldMkLst>
          <pc:docMk/>
          <pc:sldMk cId="1522789995" sldId="379"/>
        </pc:sldMkLst>
      </pc:sldChg>
      <pc:sldChg chg="del">
        <pc:chgData name="鈴木 秀規" userId="f68c5fd9-22d5-4c0a-9833-7fb0f5135313" providerId="ADAL" clId="{C48D08EA-87AE-42E8-BBEE-EAFFD27F622E}" dt="2021-01-29T01:42:20.133" v="20" actId="2696"/>
        <pc:sldMkLst>
          <pc:docMk/>
          <pc:sldMk cId="3157073252" sldId="380"/>
        </pc:sldMkLst>
      </pc:sldChg>
      <pc:sldChg chg="del">
        <pc:chgData name="鈴木 秀規" userId="f68c5fd9-22d5-4c0a-9833-7fb0f5135313" providerId="ADAL" clId="{C48D08EA-87AE-42E8-BBEE-EAFFD27F622E}" dt="2021-01-29T01:42:20.133" v="20" actId="2696"/>
        <pc:sldMkLst>
          <pc:docMk/>
          <pc:sldMk cId="3693878349"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f68c5fd9-22d5-4c0a-9833-7fb0f5135313" providerId="ADAL" clId="{1E1EFADE-4A0B-47B8-8EF8-2E15F0F63983}"/>
    <pc:docChg chg="undo custSel addSld delSld modSld">
      <pc:chgData name="鈴木 秀規" userId="f68c5fd9-22d5-4c0a-9833-7fb0f5135313" providerId="ADAL" clId="{1E1EFADE-4A0B-47B8-8EF8-2E15F0F63983}" dt="2021-01-29T01:40:32.688" v="690" actId="207"/>
      <pc:docMkLst>
        <pc:docMk/>
      </pc:docMkLst>
      <pc:sldChg chg="modSp mod">
        <pc:chgData name="鈴木 秀規" userId="f68c5fd9-22d5-4c0a-9833-7fb0f5135313" providerId="ADAL" clId="{1E1EFADE-4A0B-47B8-8EF8-2E15F0F63983}" dt="2021-01-29T00:11:07.964" v="26" actId="20577"/>
        <pc:sldMkLst>
          <pc:docMk/>
          <pc:sldMk cId="0" sldId="256"/>
        </pc:sldMkLst>
        <pc:spChg chg="mod">
          <ac:chgData name="鈴木 秀規" userId="f68c5fd9-22d5-4c0a-9833-7fb0f5135313" providerId="ADAL" clId="{1E1EFADE-4A0B-47B8-8EF8-2E15F0F63983}" dt="2021-01-29T00:11:07.964" v="26" actId="20577"/>
          <ac:spMkLst>
            <pc:docMk/>
            <pc:sldMk cId="0" sldId="256"/>
            <ac:spMk id="56" creationId="{00000000-0000-0000-0000-000000000000}"/>
          </ac:spMkLst>
        </pc:spChg>
      </pc:sldChg>
      <pc:sldChg chg="addSp delSp modSp mod chgLayout">
        <pc:chgData name="鈴木 秀規" userId="f68c5fd9-22d5-4c0a-9833-7fb0f5135313" providerId="ADAL" clId="{1E1EFADE-4A0B-47B8-8EF8-2E15F0F63983}" dt="2021-01-29T00:15:27.767" v="67" actId="2711"/>
        <pc:sldMkLst>
          <pc:docMk/>
          <pc:sldMk cId="2397736379" sldId="363"/>
        </pc:sldMkLst>
        <pc:spChg chg="add del mod">
          <ac:chgData name="鈴木 秀規" userId="f68c5fd9-22d5-4c0a-9833-7fb0f5135313" providerId="ADAL" clId="{1E1EFADE-4A0B-47B8-8EF8-2E15F0F63983}" dt="2021-01-29T00:12:33.077" v="30" actId="6264"/>
          <ac:spMkLst>
            <pc:docMk/>
            <pc:sldMk cId="2397736379" sldId="363"/>
            <ac:spMk id="2" creationId="{086544AC-6F2D-452C-86AF-7D6A0FE64739}"/>
          </ac:spMkLst>
        </pc:spChg>
        <pc:spChg chg="add del mod">
          <ac:chgData name="鈴木 秀規" userId="f68c5fd9-22d5-4c0a-9833-7fb0f5135313" providerId="ADAL" clId="{1E1EFADE-4A0B-47B8-8EF8-2E15F0F63983}" dt="2021-01-29T00:12:33.077" v="30" actId="6264"/>
          <ac:spMkLst>
            <pc:docMk/>
            <pc:sldMk cId="2397736379" sldId="363"/>
            <ac:spMk id="3" creationId="{0AAE972C-8306-4668-8679-58F910537D90}"/>
          </ac:spMkLst>
        </pc:spChg>
        <pc:spChg chg="mod ord">
          <ac:chgData name="鈴木 秀規" userId="f68c5fd9-22d5-4c0a-9833-7fb0f5135313" providerId="ADAL" clId="{1E1EFADE-4A0B-47B8-8EF8-2E15F0F63983}" dt="2021-01-29T00:13:14.803" v="39" actId="1076"/>
          <ac:spMkLst>
            <pc:docMk/>
            <pc:sldMk cId="2397736379" sldId="363"/>
            <ac:spMk id="4" creationId="{DE764CD8-0B12-484E-890C-8A5A26296D13}"/>
          </ac:spMkLst>
        </pc:spChg>
        <pc:spChg chg="mod ord">
          <ac:chgData name="鈴木 秀規" userId="f68c5fd9-22d5-4c0a-9833-7fb0f5135313" providerId="ADAL" clId="{1E1EFADE-4A0B-47B8-8EF8-2E15F0F63983}" dt="2021-01-29T00:13:07.251" v="37" actId="1076"/>
          <ac:spMkLst>
            <pc:docMk/>
            <pc:sldMk cId="2397736379" sldId="363"/>
            <ac:spMk id="5" creationId="{433B62C4-B6B9-4622-B802-69C25D6F2A49}"/>
          </ac:spMkLst>
        </pc:spChg>
        <pc:spChg chg="add del mod">
          <ac:chgData name="鈴木 秀規" userId="f68c5fd9-22d5-4c0a-9833-7fb0f5135313" providerId="ADAL" clId="{1E1EFADE-4A0B-47B8-8EF8-2E15F0F63983}" dt="2021-01-29T00:12:33.077" v="30" actId="6264"/>
          <ac:spMkLst>
            <pc:docMk/>
            <pc:sldMk cId="2397736379" sldId="363"/>
            <ac:spMk id="6" creationId="{064D4E1C-BCD9-47F4-BA6D-7856B8880AAF}"/>
          </ac:spMkLst>
        </pc:spChg>
        <pc:spChg chg="mod ord">
          <ac:chgData name="鈴木 秀規" userId="f68c5fd9-22d5-4c0a-9833-7fb0f5135313" providerId="ADAL" clId="{1E1EFADE-4A0B-47B8-8EF8-2E15F0F63983}" dt="2021-01-29T00:12:33.077" v="30" actId="6264"/>
          <ac:spMkLst>
            <pc:docMk/>
            <pc:sldMk cId="2397736379" sldId="363"/>
            <ac:spMk id="7" creationId="{9630AD22-E64D-4A96-B059-2AF9F6580C25}"/>
          </ac:spMkLst>
        </pc:spChg>
        <pc:spChg chg="mod ord">
          <ac:chgData name="鈴木 秀規" userId="f68c5fd9-22d5-4c0a-9833-7fb0f5135313" providerId="ADAL" clId="{1E1EFADE-4A0B-47B8-8EF8-2E15F0F63983}" dt="2021-01-29T00:12:42.244" v="34" actId="14100"/>
          <ac:spMkLst>
            <pc:docMk/>
            <pc:sldMk cId="2397736379" sldId="363"/>
            <ac:spMk id="8" creationId="{787CF02A-01AB-4517-BA3E-25572FA82648}"/>
          </ac:spMkLst>
        </pc:spChg>
        <pc:spChg chg="add del mod">
          <ac:chgData name="鈴木 秀規" userId="f68c5fd9-22d5-4c0a-9833-7fb0f5135313" providerId="ADAL" clId="{1E1EFADE-4A0B-47B8-8EF8-2E15F0F63983}" dt="2021-01-29T00:12:33.077" v="30" actId="6264"/>
          <ac:spMkLst>
            <pc:docMk/>
            <pc:sldMk cId="2397736379" sldId="363"/>
            <ac:spMk id="9" creationId="{AE78809C-402B-4897-A97B-02ED57AE97BA}"/>
          </ac:spMkLst>
        </pc:spChg>
        <pc:spChg chg="add mod">
          <ac:chgData name="鈴木 秀規" userId="f68c5fd9-22d5-4c0a-9833-7fb0f5135313" providerId="ADAL" clId="{1E1EFADE-4A0B-47B8-8EF8-2E15F0F63983}" dt="2021-01-29T00:13:40.265" v="43" actId="2711"/>
          <ac:spMkLst>
            <pc:docMk/>
            <pc:sldMk cId="2397736379" sldId="363"/>
            <ac:spMk id="10" creationId="{911442F2-F4B8-4099-A8A6-599A6EDD893E}"/>
          </ac:spMkLst>
        </pc:spChg>
        <pc:spChg chg="add mod">
          <ac:chgData name="鈴木 秀規" userId="f68c5fd9-22d5-4c0a-9833-7fb0f5135313" providerId="ADAL" clId="{1E1EFADE-4A0B-47B8-8EF8-2E15F0F63983}" dt="2021-01-29T00:14:19.435" v="51" actId="1076"/>
          <ac:spMkLst>
            <pc:docMk/>
            <pc:sldMk cId="2397736379" sldId="363"/>
            <ac:spMk id="13" creationId="{23E592F8-E3F8-4B51-85D4-196586C25C17}"/>
          </ac:spMkLst>
        </pc:spChg>
        <pc:spChg chg="add mod">
          <ac:chgData name="鈴木 秀規" userId="f68c5fd9-22d5-4c0a-9833-7fb0f5135313" providerId="ADAL" clId="{1E1EFADE-4A0B-47B8-8EF8-2E15F0F63983}" dt="2021-01-29T00:13:40.265" v="43" actId="2711"/>
          <ac:spMkLst>
            <pc:docMk/>
            <pc:sldMk cId="2397736379" sldId="363"/>
            <ac:spMk id="15" creationId="{E93D3E84-AF14-45FD-A18C-1157A824A4F2}"/>
          </ac:spMkLst>
        </pc:spChg>
        <pc:spChg chg="add mod">
          <ac:chgData name="鈴木 秀規" userId="f68c5fd9-22d5-4c0a-9833-7fb0f5135313" providerId="ADAL" clId="{1E1EFADE-4A0B-47B8-8EF8-2E15F0F63983}" dt="2021-01-29T00:14:41.458" v="58" actId="1038"/>
          <ac:spMkLst>
            <pc:docMk/>
            <pc:sldMk cId="2397736379" sldId="363"/>
            <ac:spMk id="16" creationId="{72D53803-E65D-438C-ADC1-E600E85FFC40}"/>
          </ac:spMkLst>
        </pc:spChg>
        <pc:spChg chg="add mod">
          <ac:chgData name="鈴木 秀規" userId="f68c5fd9-22d5-4c0a-9833-7fb0f5135313" providerId="ADAL" clId="{1E1EFADE-4A0B-47B8-8EF8-2E15F0F63983}" dt="2021-01-29T00:15:15.402" v="65" actId="2711"/>
          <ac:spMkLst>
            <pc:docMk/>
            <pc:sldMk cId="2397736379" sldId="363"/>
            <ac:spMk id="17" creationId="{E68CE154-3E64-4D25-BE5B-BDCDB382FBBC}"/>
          </ac:spMkLst>
        </pc:spChg>
        <pc:spChg chg="add mod">
          <ac:chgData name="鈴木 秀規" userId="f68c5fd9-22d5-4c0a-9833-7fb0f5135313" providerId="ADAL" clId="{1E1EFADE-4A0B-47B8-8EF8-2E15F0F63983}" dt="2021-01-29T00:15:27.767" v="67" actId="2711"/>
          <ac:spMkLst>
            <pc:docMk/>
            <pc:sldMk cId="2397736379" sldId="363"/>
            <ac:spMk id="18" creationId="{8A195237-21F3-4DFB-95FE-39AC02A46D75}"/>
          </ac:spMkLst>
        </pc:spChg>
        <pc:spChg chg="add mod">
          <ac:chgData name="鈴木 秀規" userId="f68c5fd9-22d5-4c0a-9833-7fb0f5135313" providerId="ADAL" clId="{1E1EFADE-4A0B-47B8-8EF8-2E15F0F63983}" dt="2021-01-29T00:14:09.110" v="47" actId="1076"/>
          <ac:spMkLst>
            <pc:docMk/>
            <pc:sldMk cId="2397736379" sldId="363"/>
            <ac:spMk id="20" creationId="{D20D5368-51BF-4D9C-9BF0-657E18487D90}"/>
          </ac:spMkLst>
        </pc:spChg>
        <pc:spChg chg="add mod">
          <ac:chgData name="鈴木 秀規" userId="f68c5fd9-22d5-4c0a-9833-7fb0f5135313" providerId="ADAL" clId="{1E1EFADE-4A0B-47B8-8EF8-2E15F0F63983}" dt="2021-01-29T00:14:03.197" v="46" actId="207"/>
          <ac:spMkLst>
            <pc:docMk/>
            <pc:sldMk cId="2397736379" sldId="363"/>
            <ac:spMk id="21" creationId="{D2C1CCFA-0795-496F-B2DD-3DADD560165B}"/>
          </ac:spMkLst>
        </pc:spChg>
        <pc:picChg chg="add mod">
          <ac:chgData name="鈴木 秀規" userId="f68c5fd9-22d5-4c0a-9833-7fb0f5135313" providerId="ADAL" clId="{1E1EFADE-4A0B-47B8-8EF8-2E15F0F63983}" dt="2021-01-29T00:13:28.248" v="41" actId="1076"/>
          <ac:picMkLst>
            <pc:docMk/>
            <pc:sldMk cId="2397736379" sldId="363"/>
            <ac:picMk id="11" creationId="{D2DDAA77-A5AC-429F-86FF-4F0146721908}"/>
          </ac:picMkLst>
        </pc:picChg>
        <pc:picChg chg="add mod">
          <ac:chgData name="鈴木 秀規" userId="f68c5fd9-22d5-4c0a-9833-7fb0f5135313" providerId="ADAL" clId="{1E1EFADE-4A0B-47B8-8EF8-2E15F0F63983}" dt="2021-01-29T00:13:28.248" v="41" actId="1076"/>
          <ac:picMkLst>
            <pc:docMk/>
            <pc:sldMk cId="2397736379" sldId="363"/>
            <ac:picMk id="12" creationId="{2199B8D1-CAE6-4898-BB1D-07D67193F2D1}"/>
          </ac:picMkLst>
        </pc:picChg>
        <pc:picChg chg="add mod">
          <ac:chgData name="鈴木 秀規" userId="f68c5fd9-22d5-4c0a-9833-7fb0f5135313" providerId="ADAL" clId="{1E1EFADE-4A0B-47B8-8EF8-2E15F0F63983}" dt="2021-01-29T00:15:01.627" v="62" actId="1076"/>
          <ac:picMkLst>
            <pc:docMk/>
            <pc:sldMk cId="2397736379" sldId="363"/>
            <ac:picMk id="14" creationId="{7BDAE766-1B33-4F9F-A358-B6E02E845A73}"/>
          </ac:picMkLst>
        </pc:picChg>
        <pc:cxnChg chg="add mod">
          <ac:chgData name="鈴木 秀規" userId="f68c5fd9-22d5-4c0a-9833-7fb0f5135313" providerId="ADAL" clId="{1E1EFADE-4A0B-47B8-8EF8-2E15F0F63983}" dt="2021-01-29T00:14:49.865" v="60" actId="14100"/>
          <ac:cxnSpMkLst>
            <pc:docMk/>
            <pc:sldMk cId="2397736379" sldId="363"/>
            <ac:cxnSpMk id="19" creationId="{16079599-50A7-49A6-83C1-B3323B66C70B}"/>
          </ac:cxnSpMkLst>
        </pc:cxnChg>
      </pc:sldChg>
      <pc:sldChg chg="addSp modSp new mod">
        <pc:chgData name="鈴木 秀規" userId="f68c5fd9-22d5-4c0a-9833-7fb0f5135313" providerId="ADAL" clId="{1E1EFADE-4A0B-47B8-8EF8-2E15F0F63983}" dt="2021-01-29T00:17:54.169" v="88" actId="207"/>
        <pc:sldMkLst>
          <pc:docMk/>
          <pc:sldMk cId="3552865651" sldId="364"/>
        </pc:sldMkLst>
        <pc:spChg chg="mod">
          <ac:chgData name="鈴木 秀規" userId="f68c5fd9-22d5-4c0a-9833-7fb0f5135313" providerId="ADAL" clId="{1E1EFADE-4A0B-47B8-8EF8-2E15F0F63983}" dt="2021-01-29T00:15:46.890" v="69"/>
          <ac:spMkLst>
            <pc:docMk/>
            <pc:sldMk cId="3552865651" sldId="364"/>
            <ac:spMk id="3" creationId="{FC52C045-AF5D-4177-9686-6E3B1C56B3F2}"/>
          </ac:spMkLst>
        </pc:spChg>
        <pc:spChg chg="mod">
          <ac:chgData name="鈴木 秀規" userId="f68c5fd9-22d5-4c0a-9833-7fb0f5135313" providerId="ADAL" clId="{1E1EFADE-4A0B-47B8-8EF8-2E15F0F63983}" dt="2021-01-29T00:16:16.284" v="72" actId="14100"/>
          <ac:spMkLst>
            <pc:docMk/>
            <pc:sldMk cId="3552865651" sldId="364"/>
            <ac:spMk id="5" creationId="{38478430-D2D2-43E8-A544-59DBCE7B0C19}"/>
          </ac:spMkLst>
        </pc:spChg>
        <pc:spChg chg="add mod">
          <ac:chgData name="鈴木 秀規" userId="f68c5fd9-22d5-4c0a-9833-7fb0f5135313" providerId="ADAL" clId="{1E1EFADE-4A0B-47B8-8EF8-2E15F0F63983}" dt="2021-01-29T00:16:49.748" v="80" actId="1076"/>
          <ac:spMkLst>
            <pc:docMk/>
            <pc:sldMk cId="3552865651" sldId="364"/>
            <ac:spMk id="7" creationId="{C159160E-4B2B-478E-90BA-A131502546F4}"/>
          </ac:spMkLst>
        </pc:spChg>
        <pc:spChg chg="add mod">
          <ac:chgData name="鈴木 秀規" userId="f68c5fd9-22d5-4c0a-9833-7fb0f5135313" providerId="ADAL" clId="{1E1EFADE-4A0B-47B8-8EF8-2E15F0F63983}" dt="2021-01-29T00:17:11.352" v="81" actId="1076"/>
          <ac:spMkLst>
            <pc:docMk/>
            <pc:sldMk cId="3552865651" sldId="364"/>
            <ac:spMk id="8" creationId="{A32681F3-C3D9-4D89-B637-8B2D707EFF92}"/>
          </ac:spMkLst>
        </pc:spChg>
        <pc:spChg chg="add mod">
          <ac:chgData name="鈴木 秀規" userId="f68c5fd9-22d5-4c0a-9833-7fb0f5135313" providerId="ADAL" clId="{1E1EFADE-4A0B-47B8-8EF8-2E15F0F63983}" dt="2021-01-29T00:16:37.970" v="76" actId="2711"/>
          <ac:spMkLst>
            <pc:docMk/>
            <pc:sldMk cId="3552865651" sldId="364"/>
            <ac:spMk id="9" creationId="{DF4D1573-B46C-4F53-8B4F-50B71C8695D0}"/>
          </ac:spMkLst>
        </pc:spChg>
        <pc:spChg chg="add mod">
          <ac:chgData name="鈴木 秀規" userId="f68c5fd9-22d5-4c0a-9833-7fb0f5135313" providerId="ADAL" clId="{1E1EFADE-4A0B-47B8-8EF8-2E15F0F63983}" dt="2021-01-29T00:16:43.799" v="78" actId="1076"/>
          <ac:spMkLst>
            <pc:docMk/>
            <pc:sldMk cId="3552865651" sldId="364"/>
            <ac:spMk id="10" creationId="{A2715024-2A30-4871-83CE-5E1B628AB951}"/>
          </ac:spMkLst>
        </pc:spChg>
        <pc:spChg chg="add mod">
          <ac:chgData name="鈴木 秀規" userId="f68c5fd9-22d5-4c0a-9833-7fb0f5135313" providerId="ADAL" clId="{1E1EFADE-4A0B-47B8-8EF8-2E15F0F63983}" dt="2021-01-29T00:16:37.970" v="76" actId="2711"/>
          <ac:spMkLst>
            <pc:docMk/>
            <pc:sldMk cId="3552865651" sldId="364"/>
            <ac:spMk id="11" creationId="{957EF89D-824F-4299-9510-836CB7D8B8AB}"/>
          </ac:spMkLst>
        </pc:spChg>
        <pc:spChg chg="add mod">
          <ac:chgData name="鈴木 秀規" userId="f68c5fd9-22d5-4c0a-9833-7fb0f5135313" providerId="ADAL" clId="{1E1EFADE-4A0B-47B8-8EF8-2E15F0F63983}" dt="2021-01-29T00:17:15.476" v="82" actId="1076"/>
          <ac:spMkLst>
            <pc:docMk/>
            <pc:sldMk cId="3552865651" sldId="364"/>
            <ac:spMk id="12" creationId="{0C196E43-D0B6-4405-BA52-3FF0A595B5BB}"/>
          </ac:spMkLst>
        </pc:spChg>
        <pc:spChg chg="add mod">
          <ac:chgData name="鈴木 秀規" userId="f68c5fd9-22d5-4c0a-9833-7fb0f5135313" providerId="ADAL" clId="{1E1EFADE-4A0B-47B8-8EF8-2E15F0F63983}" dt="2021-01-29T00:17:54.169" v="88" actId="207"/>
          <ac:spMkLst>
            <pc:docMk/>
            <pc:sldMk cId="3552865651" sldId="364"/>
            <ac:spMk id="13" creationId="{D010DC61-83FD-4AC6-A2F6-5A72C825C88E}"/>
          </ac:spMkLst>
        </pc:spChg>
        <pc:picChg chg="add mod">
          <ac:chgData name="鈴木 秀規" userId="f68c5fd9-22d5-4c0a-9833-7fb0f5135313" providerId="ADAL" clId="{1E1EFADE-4A0B-47B8-8EF8-2E15F0F63983}" dt="2021-01-29T00:16:41.263" v="77" actId="1076"/>
          <ac:picMkLst>
            <pc:docMk/>
            <pc:sldMk cId="3552865651" sldId="364"/>
            <ac:picMk id="6" creationId="{B9D08F32-181C-403D-BEFE-EE927CE95728}"/>
          </ac:picMkLst>
        </pc:picChg>
      </pc:sldChg>
      <pc:sldChg chg="del">
        <pc:chgData name="鈴木 秀規" userId="f68c5fd9-22d5-4c0a-9833-7fb0f5135313" providerId="ADAL" clId="{1E1EFADE-4A0B-47B8-8EF8-2E15F0F63983}" dt="2021-01-29T00:11:30.439" v="27" actId="2696"/>
        <pc:sldMkLst>
          <pc:docMk/>
          <pc:sldMk cId="4093317005" sldId="364"/>
        </pc:sldMkLst>
      </pc:sldChg>
      <pc:sldChg chg="addSp delSp modSp new mod">
        <pc:chgData name="鈴木 秀規" userId="f68c5fd9-22d5-4c0a-9833-7fb0f5135313" providerId="ADAL" clId="{1E1EFADE-4A0B-47B8-8EF8-2E15F0F63983}" dt="2021-01-29T00:21:18.916" v="118" actId="1076"/>
        <pc:sldMkLst>
          <pc:docMk/>
          <pc:sldMk cId="478947157" sldId="365"/>
        </pc:sldMkLst>
        <pc:spChg chg="mod">
          <ac:chgData name="鈴木 秀規" userId="f68c5fd9-22d5-4c0a-9833-7fb0f5135313" providerId="ADAL" clId="{1E1EFADE-4A0B-47B8-8EF8-2E15F0F63983}" dt="2021-01-29T00:18:08.592" v="90"/>
          <ac:spMkLst>
            <pc:docMk/>
            <pc:sldMk cId="478947157" sldId="365"/>
            <ac:spMk id="3" creationId="{55A91000-E304-4E3B-B21E-A9B2535AC37F}"/>
          </ac:spMkLst>
        </pc:spChg>
        <pc:spChg chg="mod">
          <ac:chgData name="鈴木 秀規" userId="f68c5fd9-22d5-4c0a-9833-7fb0f5135313" providerId="ADAL" clId="{1E1EFADE-4A0B-47B8-8EF8-2E15F0F63983}" dt="2021-01-29T00:18:35.633" v="95" actId="14100"/>
          <ac:spMkLst>
            <pc:docMk/>
            <pc:sldMk cId="478947157" sldId="365"/>
            <ac:spMk id="5" creationId="{492852D1-6D33-4A32-AC28-D16FBBFBFB33}"/>
          </ac:spMkLst>
        </pc:spChg>
        <pc:spChg chg="add mod">
          <ac:chgData name="鈴木 秀規" userId="f68c5fd9-22d5-4c0a-9833-7fb0f5135313" providerId="ADAL" clId="{1E1EFADE-4A0B-47B8-8EF8-2E15F0F63983}" dt="2021-01-29T00:20:36.025" v="111" actId="1076"/>
          <ac:spMkLst>
            <pc:docMk/>
            <pc:sldMk cId="478947157" sldId="365"/>
            <ac:spMk id="6" creationId="{2857B8C7-D270-4718-905A-870624CA1351}"/>
          </ac:spMkLst>
        </pc:spChg>
        <pc:spChg chg="add del mod">
          <ac:chgData name="鈴木 秀規" userId="f68c5fd9-22d5-4c0a-9833-7fb0f5135313" providerId="ADAL" clId="{1E1EFADE-4A0B-47B8-8EF8-2E15F0F63983}" dt="2021-01-29T00:20:11.616" v="108" actId="478"/>
          <ac:spMkLst>
            <pc:docMk/>
            <pc:sldMk cId="478947157" sldId="365"/>
            <ac:spMk id="8" creationId="{94F2CBA2-D710-4703-B40E-4BB158BAD515}"/>
          </ac:spMkLst>
        </pc:spChg>
        <pc:spChg chg="add del mod">
          <ac:chgData name="鈴木 秀規" userId="f68c5fd9-22d5-4c0a-9833-7fb0f5135313" providerId="ADAL" clId="{1E1EFADE-4A0B-47B8-8EF8-2E15F0F63983}" dt="2021-01-29T00:20:11.616" v="108" actId="478"/>
          <ac:spMkLst>
            <pc:docMk/>
            <pc:sldMk cId="478947157" sldId="365"/>
            <ac:spMk id="9" creationId="{B217B3F4-D28A-4EDC-9BD0-D842EABEF1C8}"/>
          </ac:spMkLst>
        </pc:spChg>
        <pc:spChg chg="add mod">
          <ac:chgData name="鈴木 秀規" userId="f68c5fd9-22d5-4c0a-9833-7fb0f5135313" providerId="ADAL" clId="{1E1EFADE-4A0B-47B8-8EF8-2E15F0F63983}" dt="2021-01-29T00:20:36.025" v="111" actId="1076"/>
          <ac:spMkLst>
            <pc:docMk/>
            <pc:sldMk cId="478947157" sldId="365"/>
            <ac:spMk id="10" creationId="{E7DC8134-5B93-4206-9644-7BB0C6A04CC7}"/>
          </ac:spMkLst>
        </pc:spChg>
        <pc:spChg chg="add mod">
          <ac:chgData name="鈴木 秀規" userId="f68c5fd9-22d5-4c0a-9833-7fb0f5135313" providerId="ADAL" clId="{1E1EFADE-4A0B-47B8-8EF8-2E15F0F63983}" dt="2021-01-29T00:20:36.025" v="111" actId="1076"/>
          <ac:spMkLst>
            <pc:docMk/>
            <pc:sldMk cId="478947157" sldId="365"/>
            <ac:spMk id="11" creationId="{FDB29A7C-90B5-4225-8E07-4CBB61C64EEB}"/>
          </ac:spMkLst>
        </pc:spChg>
        <pc:spChg chg="add mod">
          <ac:chgData name="鈴木 秀規" userId="f68c5fd9-22d5-4c0a-9833-7fb0f5135313" providerId="ADAL" clId="{1E1EFADE-4A0B-47B8-8EF8-2E15F0F63983}" dt="2021-01-29T00:20:36.025" v="111" actId="1076"/>
          <ac:spMkLst>
            <pc:docMk/>
            <pc:sldMk cId="478947157" sldId="365"/>
            <ac:spMk id="12" creationId="{29D7918E-DF3D-4424-BD97-339EE186D0D2}"/>
          </ac:spMkLst>
        </pc:spChg>
        <pc:spChg chg="add mod">
          <ac:chgData name="鈴木 秀規" userId="f68c5fd9-22d5-4c0a-9833-7fb0f5135313" providerId="ADAL" clId="{1E1EFADE-4A0B-47B8-8EF8-2E15F0F63983}" dt="2021-01-29T00:20:36.025" v="111" actId="1076"/>
          <ac:spMkLst>
            <pc:docMk/>
            <pc:sldMk cId="478947157" sldId="365"/>
            <ac:spMk id="13" creationId="{8C91B8B2-EE5B-4682-848C-1AF71B2202B8}"/>
          </ac:spMkLst>
        </pc:spChg>
        <pc:spChg chg="add del mod">
          <ac:chgData name="鈴木 秀規" userId="f68c5fd9-22d5-4c0a-9833-7fb0f5135313" providerId="ADAL" clId="{1E1EFADE-4A0B-47B8-8EF8-2E15F0F63983}" dt="2021-01-29T00:20:11.616" v="108" actId="478"/>
          <ac:spMkLst>
            <pc:docMk/>
            <pc:sldMk cId="478947157" sldId="365"/>
            <ac:spMk id="14" creationId="{9E924238-8A8A-41A6-BD83-E6A64B48686F}"/>
          </ac:spMkLst>
        </pc:spChg>
        <pc:spChg chg="add del mod">
          <ac:chgData name="鈴木 秀規" userId="f68c5fd9-22d5-4c0a-9833-7fb0f5135313" providerId="ADAL" clId="{1E1EFADE-4A0B-47B8-8EF8-2E15F0F63983}" dt="2021-01-29T00:20:11.616" v="108" actId="478"/>
          <ac:spMkLst>
            <pc:docMk/>
            <pc:sldMk cId="478947157" sldId="365"/>
            <ac:spMk id="15" creationId="{7A9B927C-A2B4-4E58-B018-5A920F9C2D77}"/>
          </ac:spMkLst>
        </pc:spChg>
        <pc:spChg chg="add mod">
          <ac:chgData name="鈴木 秀規" userId="f68c5fd9-22d5-4c0a-9833-7fb0f5135313" providerId="ADAL" clId="{1E1EFADE-4A0B-47B8-8EF8-2E15F0F63983}" dt="2021-01-29T00:20:44.452" v="112" actId="1076"/>
          <ac:spMkLst>
            <pc:docMk/>
            <pc:sldMk cId="478947157" sldId="365"/>
            <ac:spMk id="17" creationId="{BDAFCB0D-0C14-4215-8A3C-3040003AA548}"/>
          </ac:spMkLst>
        </pc:spChg>
        <pc:spChg chg="add mod">
          <ac:chgData name="鈴木 秀規" userId="f68c5fd9-22d5-4c0a-9833-7fb0f5135313" providerId="ADAL" clId="{1E1EFADE-4A0B-47B8-8EF8-2E15F0F63983}" dt="2021-01-29T00:20:36.025" v="111" actId="1076"/>
          <ac:spMkLst>
            <pc:docMk/>
            <pc:sldMk cId="478947157" sldId="365"/>
            <ac:spMk id="18" creationId="{088D3CDF-989C-498A-B80E-3CB4B496F3C5}"/>
          </ac:spMkLst>
        </pc:spChg>
        <pc:spChg chg="add mod">
          <ac:chgData name="鈴木 秀規" userId="f68c5fd9-22d5-4c0a-9833-7fb0f5135313" providerId="ADAL" clId="{1E1EFADE-4A0B-47B8-8EF8-2E15F0F63983}" dt="2021-01-29T00:20:24.172" v="110" actId="1076"/>
          <ac:spMkLst>
            <pc:docMk/>
            <pc:sldMk cId="478947157" sldId="365"/>
            <ac:spMk id="19" creationId="{D25713F8-6146-49E0-A735-09721CFA4A98}"/>
          </ac:spMkLst>
        </pc:spChg>
        <pc:spChg chg="add mod">
          <ac:chgData name="鈴木 秀規" userId="f68c5fd9-22d5-4c0a-9833-7fb0f5135313" providerId="ADAL" clId="{1E1EFADE-4A0B-47B8-8EF8-2E15F0F63983}" dt="2021-01-29T00:20:24.172" v="110" actId="1076"/>
          <ac:spMkLst>
            <pc:docMk/>
            <pc:sldMk cId="478947157" sldId="365"/>
            <ac:spMk id="20" creationId="{4C0EC915-C419-46B7-96B5-711718CC2C84}"/>
          </ac:spMkLst>
        </pc:spChg>
        <pc:spChg chg="add mod">
          <ac:chgData name="鈴木 秀規" userId="f68c5fd9-22d5-4c0a-9833-7fb0f5135313" providerId="ADAL" clId="{1E1EFADE-4A0B-47B8-8EF8-2E15F0F63983}" dt="2021-01-29T00:20:24.172" v="110" actId="1076"/>
          <ac:spMkLst>
            <pc:docMk/>
            <pc:sldMk cId="478947157" sldId="365"/>
            <ac:spMk id="21" creationId="{F6044186-11D9-49E3-9DD6-DC282A53ADBF}"/>
          </ac:spMkLst>
        </pc:spChg>
        <pc:spChg chg="add mod">
          <ac:chgData name="鈴木 秀規" userId="f68c5fd9-22d5-4c0a-9833-7fb0f5135313" providerId="ADAL" clId="{1E1EFADE-4A0B-47B8-8EF8-2E15F0F63983}" dt="2021-01-29T00:20:24.172" v="110" actId="1076"/>
          <ac:spMkLst>
            <pc:docMk/>
            <pc:sldMk cId="478947157" sldId="365"/>
            <ac:spMk id="22" creationId="{11EEBDF1-14AF-48ED-835F-0F7CA0C73440}"/>
          </ac:spMkLst>
        </pc:spChg>
        <pc:spChg chg="add mod">
          <ac:chgData name="鈴木 秀規" userId="f68c5fd9-22d5-4c0a-9833-7fb0f5135313" providerId="ADAL" clId="{1E1EFADE-4A0B-47B8-8EF8-2E15F0F63983}" dt="2021-01-29T00:21:14.039" v="117" actId="1076"/>
          <ac:spMkLst>
            <pc:docMk/>
            <pc:sldMk cId="478947157" sldId="365"/>
            <ac:spMk id="23" creationId="{8CB1395C-7EBE-4320-87AD-7BBB3C16ECF5}"/>
          </ac:spMkLst>
        </pc:spChg>
        <pc:spChg chg="add mod">
          <ac:chgData name="鈴木 秀規" userId="f68c5fd9-22d5-4c0a-9833-7fb0f5135313" providerId="ADAL" clId="{1E1EFADE-4A0B-47B8-8EF8-2E15F0F63983}" dt="2021-01-29T00:21:10.475" v="115" actId="1076"/>
          <ac:spMkLst>
            <pc:docMk/>
            <pc:sldMk cId="478947157" sldId="365"/>
            <ac:spMk id="24" creationId="{E0265E26-824B-486F-B55D-71F36465C974}"/>
          </ac:spMkLst>
        </pc:spChg>
        <pc:picChg chg="add mod">
          <ac:chgData name="鈴木 秀規" userId="f68c5fd9-22d5-4c0a-9833-7fb0f5135313" providerId="ADAL" clId="{1E1EFADE-4A0B-47B8-8EF8-2E15F0F63983}" dt="2021-01-29T00:20:36.025" v="111" actId="1076"/>
          <ac:picMkLst>
            <pc:docMk/>
            <pc:sldMk cId="478947157" sldId="365"/>
            <ac:picMk id="7" creationId="{A4793A49-F322-4ECE-8EED-B8A304F4B1ED}"/>
          </ac:picMkLst>
        </pc:picChg>
        <pc:picChg chg="add mod">
          <ac:chgData name="鈴木 秀規" userId="f68c5fd9-22d5-4c0a-9833-7fb0f5135313" providerId="ADAL" clId="{1E1EFADE-4A0B-47B8-8EF8-2E15F0F63983}" dt="2021-01-29T00:21:18.916" v="118" actId="1076"/>
          <ac:picMkLst>
            <pc:docMk/>
            <pc:sldMk cId="478947157" sldId="365"/>
            <ac:picMk id="25" creationId="{4A40F5CB-6A01-4FC4-9AA4-7EFD7846DA36}"/>
          </ac:picMkLst>
        </pc:picChg>
        <pc:cxnChg chg="add del mod">
          <ac:chgData name="鈴木 秀規" userId="f68c5fd9-22d5-4c0a-9833-7fb0f5135313" providerId="ADAL" clId="{1E1EFADE-4A0B-47B8-8EF8-2E15F0F63983}" dt="2021-01-29T00:20:11.616" v="108" actId="478"/>
          <ac:cxnSpMkLst>
            <pc:docMk/>
            <pc:sldMk cId="478947157" sldId="365"/>
            <ac:cxnSpMk id="16" creationId="{233AC4A5-1530-4DE3-BF91-A16E54620E23}"/>
          </ac:cxnSpMkLst>
        </pc:cxnChg>
        <pc:cxnChg chg="add mod">
          <ac:chgData name="鈴木 秀規" userId="f68c5fd9-22d5-4c0a-9833-7fb0f5135313" providerId="ADAL" clId="{1E1EFADE-4A0B-47B8-8EF8-2E15F0F63983}" dt="2021-01-29T00:21:18.916" v="118" actId="1076"/>
          <ac:cxnSpMkLst>
            <pc:docMk/>
            <pc:sldMk cId="478947157" sldId="365"/>
            <ac:cxnSpMk id="26" creationId="{B74B2C69-099F-40FB-A841-1A1F497335F0}"/>
          </ac:cxnSpMkLst>
        </pc:cxnChg>
      </pc:sldChg>
      <pc:sldChg chg="del">
        <pc:chgData name="鈴木 秀規" userId="f68c5fd9-22d5-4c0a-9833-7fb0f5135313" providerId="ADAL" clId="{1E1EFADE-4A0B-47B8-8EF8-2E15F0F63983}" dt="2021-01-29T00:11:30.439" v="27" actId="2696"/>
        <pc:sldMkLst>
          <pc:docMk/>
          <pc:sldMk cId="4051364436" sldId="365"/>
        </pc:sldMkLst>
      </pc:sldChg>
      <pc:sldChg chg="del">
        <pc:chgData name="鈴木 秀規" userId="f68c5fd9-22d5-4c0a-9833-7fb0f5135313" providerId="ADAL" clId="{1E1EFADE-4A0B-47B8-8EF8-2E15F0F63983}" dt="2021-01-29T00:11:30.439" v="27" actId="2696"/>
        <pc:sldMkLst>
          <pc:docMk/>
          <pc:sldMk cId="402670913" sldId="366"/>
        </pc:sldMkLst>
      </pc:sldChg>
      <pc:sldChg chg="addSp modSp new mod">
        <pc:chgData name="鈴木 秀規" userId="f68c5fd9-22d5-4c0a-9833-7fb0f5135313" providerId="ADAL" clId="{1E1EFADE-4A0B-47B8-8EF8-2E15F0F63983}" dt="2021-01-29T00:24:02.675" v="142" actId="1076"/>
        <pc:sldMkLst>
          <pc:docMk/>
          <pc:sldMk cId="1806702686" sldId="366"/>
        </pc:sldMkLst>
        <pc:spChg chg="mod">
          <ac:chgData name="鈴木 秀規" userId="f68c5fd9-22d5-4c0a-9833-7fb0f5135313" providerId="ADAL" clId="{1E1EFADE-4A0B-47B8-8EF8-2E15F0F63983}" dt="2021-01-29T00:21:49.332" v="120"/>
          <ac:spMkLst>
            <pc:docMk/>
            <pc:sldMk cId="1806702686" sldId="366"/>
            <ac:spMk id="3" creationId="{478D5FEB-5EE5-415B-924C-7E522D578338}"/>
          </ac:spMkLst>
        </pc:spChg>
        <pc:spChg chg="mod">
          <ac:chgData name="鈴木 秀規" userId="f68c5fd9-22d5-4c0a-9833-7fb0f5135313" providerId="ADAL" clId="{1E1EFADE-4A0B-47B8-8EF8-2E15F0F63983}" dt="2021-01-29T00:21:59.962" v="123" actId="14100"/>
          <ac:spMkLst>
            <pc:docMk/>
            <pc:sldMk cId="1806702686" sldId="366"/>
            <ac:spMk id="5" creationId="{91E750B5-0B27-4A32-9B71-66D6F1EEDD23}"/>
          </ac:spMkLst>
        </pc:spChg>
        <pc:spChg chg="add mod">
          <ac:chgData name="鈴木 秀規" userId="f68c5fd9-22d5-4c0a-9833-7fb0f5135313" providerId="ADAL" clId="{1E1EFADE-4A0B-47B8-8EF8-2E15F0F63983}" dt="2021-01-29T00:22:43.055" v="128" actId="14100"/>
          <ac:spMkLst>
            <pc:docMk/>
            <pc:sldMk cId="1806702686" sldId="366"/>
            <ac:spMk id="6" creationId="{946AA50B-FE07-4E8F-8FDA-3A5F47202D23}"/>
          </ac:spMkLst>
        </pc:spChg>
        <pc:spChg chg="add mod">
          <ac:chgData name="鈴木 秀規" userId="f68c5fd9-22d5-4c0a-9833-7fb0f5135313" providerId="ADAL" clId="{1E1EFADE-4A0B-47B8-8EF8-2E15F0F63983}" dt="2021-01-29T00:23:47.497" v="138" actId="207"/>
          <ac:spMkLst>
            <pc:docMk/>
            <pc:sldMk cId="1806702686" sldId="366"/>
            <ac:spMk id="7" creationId="{9A2EEBBE-CBB4-459D-B99F-4E7092FE48A6}"/>
          </ac:spMkLst>
        </pc:spChg>
        <pc:spChg chg="add mod">
          <ac:chgData name="鈴木 秀規" userId="f68c5fd9-22d5-4c0a-9833-7fb0f5135313" providerId="ADAL" clId="{1E1EFADE-4A0B-47B8-8EF8-2E15F0F63983}" dt="2021-01-29T00:23:56.399" v="140" actId="208"/>
          <ac:spMkLst>
            <pc:docMk/>
            <pc:sldMk cId="1806702686" sldId="366"/>
            <ac:spMk id="8" creationId="{202270CD-5579-4447-9B39-D6DE540299FE}"/>
          </ac:spMkLst>
        </pc:spChg>
        <pc:spChg chg="add mod">
          <ac:chgData name="鈴木 秀規" userId="f68c5fd9-22d5-4c0a-9833-7fb0f5135313" providerId="ADAL" clId="{1E1EFADE-4A0B-47B8-8EF8-2E15F0F63983}" dt="2021-01-29T00:23:47.497" v="138" actId="207"/>
          <ac:spMkLst>
            <pc:docMk/>
            <pc:sldMk cId="1806702686" sldId="366"/>
            <ac:spMk id="9" creationId="{F7C3B88A-B02A-4601-B9DB-74D8E9938E79}"/>
          </ac:spMkLst>
        </pc:spChg>
        <pc:spChg chg="add mod">
          <ac:chgData name="鈴木 秀規" userId="f68c5fd9-22d5-4c0a-9833-7fb0f5135313" providerId="ADAL" clId="{1E1EFADE-4A0B-47B8-8EF8-2E15F0F63983}" dt="2021-01-29T00:23:56.399" v="140" actId="208"/>
          <ac:spMkLst>
            <pc:docMk/>
            <pc:sldMk cId="1806702686" sldId="366"/>
            <ac:spMk id="10" creationId="{99193524-9B19-46D9-8F43-E02C1ACCD91D}"/>
          </ac:spMkLst>
        </pc:spChg>
        <pc:spChg chg="add mod">
          <ac:chgData name="鈴木 秀規" userId="f68c5fd9-22d5-4c0a-9833-7fb0f5135313" providerId="ADAL" clId="{1E1EFADE-4A0B-47B8-8EF8-2E15F0F63983}" dt="2021-01-29T00:24:00.781" v="141" actId="14100"/>
          <ac:spMkLst>
            <pc:docMk/>
            <pc:sldMk cId="1806702686" sldId="366"/>
            <ac:spMk id="11" creationId="{19500425-6D4D-4CBE-AE0D-89C85F1F9887}"/>
          </ac:spMkLst>
        </pc:spChg>
        <pc:picChg chg="add mod">
          <ac:chgData name="鈴木 秀規" userId="f68c5fd9-22d5-4c0a-9833-7fb0f5135313" providerId="ADAL" clId="{1E1EFADE-4A0B-47B8-8EF8-2E15F0F63983}" dt="2021-01-29T00:24:02.675" v="142" actId="1076"/>
          <ac:picMkLst>
            <pc:docMk/>
            <pc:sldMk cId="1806702686" sldId="366"/>
            <ac:picMk id="12" creationId="{F67D739C-D20B-4873-B1B4-A9B89C0D28E0}"/>
          </ac:picMkLst>
        </pc:picChg>
        <pc:cxnChg chg="add mod">
          <ac:chgData name="鈴木 秀規" userId="f68c5fd9-22d5-4c0a-9833-7fb0f5135313" providerId="ADAL" clId="{1E1EFADE-4A0B-47B8-8EF8-2E15F0F63983}" dt="2021-01-29T00:24:00.781" v="141" actId="14100"/>
          <ac:cxnSpMkLst>
            <pc:docMk/>
            <pc:sldMk cId="1806702686" sldId="366"/>
            <ac:cxnSpMk id="13" creationId="{DD752717-DB6F-4730-A497-ADC757BB4030}"/>
          </ac:cxnSpMkLst>
        </pc:cxnChg>
        <pc:cxnChg chg="add mod">
          <ac:chgData name="鈴木 秀規" userId="f68c5fd9-22d5-4c0a-9833-7fb0f5135313" providerId="ADAL" clId="{1E1EFADE-4A0B-47B8-8EF8-2E15F0F63983}" dt="2021-01-29T00:24:00.781" v="141" actId="14100"/>
          <ac:cxnSpMkLst>
            <pc:docMk/>
            <pc:sldMk cId="1806702686" sldId="366"/>
            <ac:cxnSpMk id="14" creationId="{4ED2DF65-5E86-4838-82AF-A9A1ACFAD0AF}"/>
          </ac:cxnSpMkLst>
        </pc:cxnChg>
      </pc:sldChg>
      <pc:sldChg chg="addSp delSp modSp new mod">
        <pc:chgData name="鈴木 秀規" userId="f68c5fd9-22d5-4c0a-9833-7fb0f5135313" providerId="ADAL" clId="{1E1EFADE-4A0B-47B8-8EF8-2E15F0F63983}" dt="2021-01-29T00:26:53.462" v="166" actId="1076"/>
        <pc:sldMkLst>
          <pc:docMk/>
          <pc:sldMk cId="2356507688" sldId="367"/>
        </pc:sldMkLst>
        <pc:spChg chg="mod">
          <ac:chgData name="鈴木 秀規" userId="f68c5fd9-22d5-4c0a-9833-7fb0f5135313" providerId="ADAL" clId="{1E1EFADE-4A0B-47B8-8EF8-2E15F0F63983}" dt="2021-01-29T00:24:28.545" v="144"/>
          <ac:spMkLst>
            <pc:docMk/>
            <pc:sldMk cId="2356507688" sldId="367"/>
            <ac:spMk id="3" creationId="{0DE09D4B-8ECC-485D-854D-A36CE5482C07}"/>
          </ac:spMkLst>
        </pc:spChg>
        <pc:spChg chg="mod">
          <ac:chgData name="鈴木 秀規" userId="f68c5fd9-22d5-4c0a-9833-7fb0f5135313" providerId="ADAL" clId="{1E1EFADE-4A0B-47B8-8EF8-2E15F0F63983}" dt="2021-01-29T00:24:39.921" v="147" actId="14100"/>
          <ac:spMkLst>
            <pc:docMk/>
            <pc:sldMk cId="2356507688" sldId="367"/>
            <ac:spMk id="5" creationId="{51231486-4CBE-4132-965E-C9524B3FA99D}"/>
          </ac:spMkLst>
        </pc:spChg>
        <pc:spChg chg="add mod">
          <ac:chgData name="鈴木 秀規" userId="f68c5fd9-22d5-4c0a-9833-7fb0f5135313" providerId="ADAL" clId="{1E1EFADE-4A0B-47B8-8EF8-2E15F0F63983}" dt="2021-01-29T00:24:50.811" v="148"/>
          <ac:spMkLst>
            <pc:docMk/>
            <pc:sldMk cId="2356507688" sldId="367"/>
            <ac:spMk id="6" creationId="{46BCE499-E819-4F5B-AF05-DA6F9D7AD143}"/>
          </ac:spMkLst>
        </pc:spChg>
        <pc:spChg chg="add mod">
          <ac:chgData name="鈴木 秀規" userId="f68c5fd9-22d5-4c0a-9833-7fb0f5135313" providerId="ADAL" clId="{1E1EFADE-4A0B-47B8-8EF8-2E15F0F63983}" dt="2021-01-29T00:25:00.828" v="149"/>
          <ac:spMkLst>
            <pc:docMk/>
            <pc:sldMk cId="2356507688" sldId="367"/>
            <ac:spMk id="7" creationId="{3DB0F0C6-20BD-43A2-AA00-5B25B82B4EB5}"/>
          </ac:spMkLst>
        </pc:spChg>
        <pc:spChg chg="add del mod">
          <ac:chgData name="鈴木 秀規" userId="f68c5fd9-22d5-4c0a-9833-7fb0f5135313" providerId="ADAL" clId="{1E1EFADE-4A0B-47B8-8EF8-2E15F0F63983}" dt="2021-01-29T00:25:14.082" v="152" actId="478"/>
          <ac:spMkLst>
            <pc:docMk/>
            <pc:sldMk cId="2356507688" sldId="367"/>
            <ac:spMk id="8" creationId="{F665F38A-60DE-4380-906F-F34E040AEAF4}"/>
          </ac:spMkLst>
        </pc:spChg>
        <pc:spChg chg="add mod">
          <ac:chgData name="鈴木 秀規" userId="f68c5fd9-22d5-4c0a-9833-7fb0f5135313" providerId="ADAL" clId="{1E1EFADE-4A0B-47B8-8EF8-2E15F0F63983}" dt="2021-01-29T00:25:00.828" v="149"/>
          <ac:spMkLst>
            <pc:docMk/>
            <pc:sldMk cId="2356507688" sldId="367"/>
            <ac:spMk id="9" creationId="{032B6714-2A1A-4B36-B8AE-B51C0E205C20}"/>
          </ac:spMkLst>
        </pc:spChg>
        <pc:spChg chg="add del mod">
          <ac:chgData name="鈴木 秀規" userId="f68c5fd9-22d5-4c0a-9833-7fb0f5135313" providerId="ADAL" clId="{1E1EFADE-4A0B-47B8-8EF8-2E15F0F63983}" dt="2021-01-29T00:25:14.082" v="152" actId="478"/>
          <ac:spMkLst>
            <pc:docMk/>
            <pc:sldMk cId="2356507688" sldId="367"/>
            <ac:spMk id="10" creationId="{602B420D-5A58-4266-94BB-6603D0434598}"/>
          </ac:spMkLst>
        </pc:spChg>
        <pc:spChg chg="add mod">
          <ac:chgData name="鈴木 秀規" userId="f68c5fd9-22d5-4c0a-9833-7fb0f5135313" providerId="ADAL" clId="{1E1EFADE-4A0B-47B8-8EF8-2E15F0F63983}" dt="2021-01-29T00:26:50.141" v="165" actId="14100"/>
          <ac:spMkLst>
            <pc:docMk/>
            <pc:sldMk cId="2356507688" sldId="367"/>
            <ac:spMk id="17" creationId="{470B463F-E13A-4FDF-B207-7C5A728B470F}"/>
          </ac:spMkLst>
        </pc:spChg>
        <pc:spChg chg="add mod">
          <ac:chgData name="鈴木 秀規" userId="f68c5fd9-22d5-4c0a-9833-7fb0f5135313" providerId="ADAL" clId="{1E1EFADE-4A0B-47B8-8EF8-2E15F0F63983}" dt="2021-01-29T00:26:53.462" v="166" actId="1076"/>
          <ac:spMkLst>
            <pc:docMk/>
            <pc:sldMk cId="2356507688" sldId="367"/>
            <ac:spMk id="18" creationId="{320C75C0-F5F8-446F-BF74-5B4E73387296}"/>
          </ac:spMkLst>
        </pc:spChg>
        <pc:picChg chg="add mod">
          <ac:chgData name="鈴木 秀規" userId="f68c5fd9-22d5-4c0a-9833-7fb0f5135313" providerId="ADAL" clId="{1E1EFADE-4A0B-47B8-8EF8-2E15F0F63983}" dt="2021-01-29T00:25:23.056" v="155" actId="1076"/>
          <ac:picMkLst>
            <pc:docMk/>
            <pc:sldMk cId="2356507688" sldId="367"/>
            <ac:picMk id="12" creationId="{C70641FD-7903-4900-8E39-CA553D7F3823}"/>
          </ac:picMkLst>
        </pc:picChg>
        <pc:picChg chg="add mod">
          <ac:chgData name="鈴木 秀規" userId="f68c5fd9-22d5-4c0a-9833-7fb0f5135313" providerId="ADAL" clId="{1E1EFADE-4A0B-47B8-8EF8-2E15F0F63983}" dt="2021-01-29T00:25:27.741" v="157" actId="1076"/>
          <ac:picMkLst>
            <pc:docMk/>
            <pc:sldMk cId="2356507688" sldId="367"/>
            <ac:picMk id="13" creationId="{60B6B710-DB15-4C3C-BCB7-3FAC5F21BC0F}"/>
          </ac:picMkLst>
        </pc:picChg>
        <pc:cxnChg chg="add del mod">
          <ac:chgData name="鈴木 秀規" userId="f68c5fd9-22d5-4c0a-9833-7fb0f5135313" providerId="ADAL" clId="{1E1EFADE-4A0B-47B8-8EF8-2E15F0F63983}" dt="2021-01-29T00:25:11.148" v="151" actId="478"/>
          <ac:cxnSpMkLst>
            <pc:docMk/>
            <pc:sldMk cId="2356507688" sldId="367"/>
            <ac:cxnSpMk id="11" creationId="{5A1B983F-586B-467D-9534-5D27D97D3B7C}"/>
          </ac:cxnSpMkLst>
        </pc:cxnChg>
        <pc:cxnChg chg="add mod">
          <ac:chgData name="鈴木 秀規" userId="f68c5fd9-22d5-4c0a-9833-7fb0f5135313" providerId="ADAL" clId="{1E1EFADE-4A0B-47B8-8EF8-2E15F0F63983}" dt="2021-01-29T00:26:21.303" v="160" actId="14100"/>
          <ac:cxnSpMkLst>
            <pc:docMk/>
            <pc:sldMk cId="2356507688" sldId="367"/>
            <ac:cxnSpMk id="14" creationId="{B9F2AB8E-1FFD-4B85-8EB7-1D06FFA6A247}"/>
          </ac:cxnSpMkLst>
        </pc:cxnChg>
      </pc:sldChg>
      <pc:sldChg chg="del">
        <pc:chgData name="鈴木 秀規" userId="f68c5fd9-22d5-4c0a-9833-7fb0f5135313" providerId="ADAL" clId="{1E1EFADE-4A0B-47B8-8EF8-2E15F0F63983}" dt="2021-01-29T00:11:30.439" v="27" actId="2696"/>
        <pc:sldMkLst>
          <pc:docMk/>
          <pc:sldMk cId="2692777715" sldId="367"/>
        </pc:sldMkLst>
      </pc:sldChg>
      <pc:sldChg chg="del">
        <pc:chgData name="鈴木 秀規" userId="f68c5fd9-22d5-4c0a-9833-7fb0f5135313" providerId="ADAL" clId="{1E1EFADE-4A0B-47B8-8EF8-2E15F0F63983}" dt="2021-01-29T00:11:30.439" v="27" actId="2696"/>
        <pc:sldMkLst>
          <pc:docMk/>
          <pc:sldMk cId="1806057471" sldId="368"/>
        </pc:sldMkLst>
      </pc:sldChg>
      <pc:sldChg chg="addSp modSp new mod">
        <pc:chgData name="鈴木 秀規" userId="f68c5fd9-22d5-4c0a-9833-7fb0f5135313" providerId="ADAL" clId="{1E1EFADE-4A0B-47B8-8EF8-2E15F0F63983}" dt="2021-01-29T00:29:06.235" v="178" actId="2711"/>
        <pc:sldMkLst>
          <pc:docMk/>
          <pc:sldMk cId="3408830695" sldId="368"/>
        </pc:sldMkLst>
        <pc:spChg chg="mod">
          <ac:chgData name="鈴木 秀規" userId="f68c5fd9-22d5-4c0a-9833-7fb0f5135313" providerId="ADAL" clId="{1E1EFADE-4A0B-47B8-8EF8-2E15F0F63983}" dt="2021-01-29T00:27:09.349" v="168"/>
          <ac:spMkLst>
            <pc:docMk/>
            <pc:sldMk cId="3408830695" sldId="368"/>
            <ac:spMk id="3" creationId="{5002EC92-ECB0-4095-B87E-7353CFD451D2}"/>
          </ac:spMkLst>
        </pc:spChg>
        <pc:spChg chg="mod">
          <ac:chgData name="鈴木 秀規" userId="f68c5fd9-22d5-4c0a-9833-7fb0f5135313" providerId="ADAL" clId="{1E1EFADE-4A0B-47B8-8EF8-2E15F0F63983}" dt="2021-01-29T00:27:22.242" v="170"/>
          <ac:spMkLst>
            <pc:docMk/>
            <pc:sldMk cId="3408830695" sldId="368"/>
            <ac:spMk id="5" creationId="{9CDC0925-A0B8-49EF-9C8F-7D47661320B2}"/>
          </ac:spMkLst>
        </pc:spChg>
        <pc:spChg chg="add mod">
          <ac:chgData name="鈴木 秀規" userId="f68c5fd9-22d5-4c0a-9833-7fb0f5135313" providerId="ADAL" clId="{1E1EFADE-4A0B-47B8-8EF8-2E15F0F63983}" dt="2021-01-29T00:28:04.022" v="172"/>
          <ac:spMkLst>
            <pc:docMk/>
            <pc:sldMk cId="3408830695" sldId="368"/>
            <ac:spMk id="6" creationId="{C199E4C4-F474-45E4-A38F-D73B24A85B3D}"/>
          </ac:spMkLst>
        </pc:spChg>
        <pc:spChg chg="add mod">
          <ac:chgData name="鈴木 秀規" userId="f68c5fd9-22d5-4c0a-9833-7fb0f5135313" providerId="ADAL" clId="{1E1EFADE-4A0B-47B8-8EF8-2E15F0F63983}" dt="2021-01-29T00:28:37.537" v="174" actId="1076"/>
          <ac:spMkLst>
            <pc:docMk/>
            <pc:sldMk cId="3408830695" sldId="368"/>
            <ac:spMk id="7" creationId="{684AACA2-9E41-4BA9-8A44-B8AE4109B60B}"/>
          </ac:spMkLst>
        </pc:spChg>
        <pc:spChg chg="add mod">
          <ac:chgData name="鈴木 秀規" userId="f68c5fd9-22d5-4c0a-9833-7fb0f5135313" providerId="ADAL" clId="{1E1EFADE-4A0B-47B8-8EF8-2E15F0F63983}" dt="2021-01-29T00:28:37.537" v="174" actId="1076"/>
          <ac:spMkLst>
            <pc:docMk/>
            <pc:sldMk cId="3408830695" sldId="368"/>
            <ac:spMk id="8" creationId="{B9084E7E-BA6E-4FB6-AA7C-B29BBC5F994B}"/>
          </ac:spMkLst>
        </pc:spChg>
        <pc:spChg chg="add mod">
          <ac:chgData name="鈴木 秀規" userId="f68c5fd9-22d5-4c0a-9833-7fb0f5135313" providerId="ADAL" clId="{1E1EFADE-4A0B-47B8-8EF8-2E15F0F63983}" dt="2021-01-29T00:28:37.537" v="174" actId="1076"/>
          <ac:spMkLst>
            <pc:docMk/>
            <pc:sldMk cId="3408830695" sldId="368"/>
            <ac:spMk id="9" creationId="{612AE2C2-DF1A-4293-8451-3E407649007F}"/>
          </ac:spMkLst>
        </pc:spChg>
        <pc:spChg chg="add mod">
          <ac:chgData name="鈴木 秀規" userId="f68c5fd9-22d5-4c0a-9833-7fb0f5135313" providerId="ADAL" clId="{1E1EFADE-4A0B-47B8-8EF8-2E15F0F63983}" dt="2021-01-29T00:28:37.537" v="174" actId="1076"/>
          <ac:spMkLst>
            <pc:docMk/>
            <pc:sldMk cId="3408830695" sldId="368"/>
            <ac:spMk id="10" creationId="{A9D0696B-B52B-4F23-A957-3875CAC47AE4}"/>
          </ac:spMkLst>
        </pc:spChg>
        <pc:spChg chg="add mod">
          <ac:chgData name="鈴木 秀規" userId="f68c5fd9-22d5-4c0a-9833-7fb0f5135313" providerId="ADAL" clId="{1E1EFADE-4A0B-47B8-8EF8-2E15F0F63983}" dt="2021-01-29T00:28:29.667" v="173"/>
          <ac:spMkLst>
            <pc:docMk/>
            <pc:sldMk cId="3408830695" sldId="368"/>
            <ac:spMk id="11" creationId="{66C77213-170E-4095-8AE4-1FC8D21DF5CC}"/>
          </ac:spMkLst>
        </pc:spChg>
        <pc:spChg chg="add mod">
          <ac:chgData name="鈴木 秀規" userId="f68c5fd9-22d5-4c0a-9833-7fb0f5135313" providerId="ADAL" clId="{1E1EFADE-4A0B-47B8-8EF8-2E15F0F63983}" dt="2021-01-29T00:29:06.235" v="178" actId="2711"/>
          <ac:spMkLst>
            <pc:docMk/>
            <pc:sldMk cId="3408830695" sldId="368"/>
            <ac:spMk id="17" creationId="{77850B7C-3631-4CE8-8A23-17E422245A56}"/>
          </ac:spMkLst>
        </pc:spChg>
        <pc:picChg chg="add mod">
          <ac:chgData name="鈴木 秀規" userId="f68c5fd9-22d5-4c0a-9833-7fb0f5135313" providerId="ADAL" clId="{1E1EFADE-4A0B-47B8-8EF8-2E15F0F63983}" dt="2021-01-29T00:28:29.667" v="173"/>
          <ac:picMkLst>
            <pc:docMk/>
            <pc:sldMk cId="3408830695" sldId="368"/>
            <ac:picMk id="12" creationId="{B20C8027-4969-418A-A683-31AD9ADF4C1F}"/>
          </ac:picMkLst>
        </pc:picChg>
        <pc:cxnChg chg="add mod">
          <ac:chgData name="鈴木 秀規" userId="f68c5fd9-22d5-4c0a-9833-7fb0f5135313" providerId="ADAL" clId="{1E1EFADE-4A0B-47B8-8EF8-2E15F0F63983}" dt="2021-01-29T00:28:37.537" v="174" actId="1076"/>
          <ac:cxnSpMkLst>
            <pc:docMk/>
            <pc:sldMk cId="3408830695" sldId="368"/>
            <ac:cxnSpMk id="13" creationId="{C91DFC57-AEAC-4B79-9E83-9DBA2D653386}"/>
          </ac:cxnSpMkLst>
        </pc:cxnChg>
        <pc:cxnChg chg="add mod">
          <ac:chgData name="鈴木 秀規" userId="f68c5fd9-22d5-4c0a-9833-7fb0f5135313" providerId="ADAL" clId="{1E1EFADE-4A0B-47B8-8EF8-2E15F0F63983}" dt="2021-01-29T00:28:37.537" v="174" actId="1076"/>
          <ac:cxnSpMkLst>
            <pc:docMk/>
            <pc:sldMk cId="3408830695" sldId="368"/>
            <ac:cxnSpMk id="14" creationId="{BEAC50D5-109F-4C9E-8A58-1E09C0F915DC}"/>
          </ac:cxnSpMkLst>
        </pc:cxnChg>
      </pc:sldChg>
      <pc:sldChg chg="del">
        <pc:chgData name="鈴木 秀規" userId="f68c5fd9-22d5-4c0a-9833-7fb0f5135313" providerId="ADAL" clId="{1E1EFADE-4A0B-47B8-8EF8-2E15F0F63983}" dt="2021-01-29T00:11:30.439" v="27" actId="2696"/>
        <pc:sldMkLst>
          <pc:docMk/>
          <pc:sldMk cId="167090370" sldId="369"/>
        </pc:sldMkLst>
      </pc:sldChg>
      <pc:sldChg chg="addSp modSp new mod">
        <pc:chgData name="鈴木 秀規" userId="f68c5fd9-22d5-4c0a-9833-7fb0f5135313" providerId="ADAL" clId="{1E1EFADE-4A0B-47B8-8EF8-2E15F0F63983}" dt="2021-01-29T00:31:14.826" v="196" actId="1076"/>
        <pc:sldMkLst>
          <pc:docMk/>
          <pc:sldMk cId="2975628319" sldId="369"/>
        </pc:sldMkLst>
        <pc:spChg chg="mod">
          <ac:chgData name="鈴木 秀規" userId="f68c5fd9-22d5-4c0a-9833-7fb0f5135313" providerId="ADAL" clId="{1E1EFADE-4A0B-47B8-8EF8-2E15F0F63983}" dt="2021-01-29T00:29:37.243" v="180"/>
          <ac:spMkLst>
            <pc:docMk/>
            <pc:sldMk cId="2975628319" sldId="369"/>
            <ac:spMk id="3" creationId="{11C7B0E6-254D-450A-8B22-DB7F224B9997}"/>
          </ac:spMkLst>
        </pc:spChg>
        <pc:spChg chg="mod">
          <ac:chgData name="鈴木 秀規" userId="f68c5fd9-22d5-4c0a-9833-7fb0f5135313" providerId="ADAL" clId="{1E1EFADE-4A0B-47B8-8EF8-2E15F0F63983}" dt="2021-01-29T00:29:51.901" v="184" actId="14100"/>
          <ac:spMkLst>
            <pc:docMk/>
            <pc:sldMk cId="2975628319" sldId="369"/>
            <ac:spMk id="5" creationId="{0E4B8641-2D26-4EAE-BE48-46B87CC5C967}"/>
          </ac:spMkLst>
        </pc:spChg>
        <pc:spChg chg="add mod">
          <ac:chgData name="鈴木 秀規" userId="f68c5fd9-22d5-4c0a-9833-7fb0f5135313" providerId="ADAL" clId="{1E1EFADE-4A0B-47B8-8EF8-2E15F0F63983}" dt="2021-01-29T00:31:14.826" v="196" actId="1076"/>
          <ac:spMkLst>
            <pc:docMk/>
            <pc:sldMk cId="2975628319" sldId="369"/>
            <ac:spMk id="6" creationId="{5D70D932-7707-4BA7-B6B5-F5C2C40FA71B}"/>
          </ac:spMkLst>
        </pc:spChg>
        <pc:spChg chg="add mod">
          <ac:chgData name="鈴木 秀規" userId="f68c5fd9-22d5-4c0a-9833-7fb0f5135313" providerId="ADAL" clId="{1E1EFADE-4A0B-47B8-8EF8-2E15F0F63983}" dt="2021-01-29T00:31:14.826" v="196" actId="1076"/>
          <ac:spMkLst>
            <pc:docMk/>
            <pc:sldMk cId="2975628319" sldId="369"/>
            <ac:spMk id="7" creationId="{4D5905BD-9D68-4848-83C6-B81F0E749708}"/>
          </ac:spMkLst>
        </pc:spChg>
      </pc:sldChg>
      <pc:sldChg chg="del">
        <pc:chgData name="鈴木 秀規" userId="f68c5fd9-22d5-4c0a-9833-7fb0f5135313" providerId="ADAL" clId="{1E1EFADE-4A0B-47B8-8EF8-2E15F0F63983}" dt="2021-01-29T00:11:30.439" v="27" actId="2696"/>
        <pc:sldMkLst>
          <pc:docMk/>
          <pc:sldMk cId="95388061" sldId="370"/>
        </pc:sldMkLst>
      </pc:sldChg>
      <pc:sldChg chg="addSp delSp modSp new mod">
        <pc:chgData name="鈴木 秀規" userId="f68c5fd9-22d5-4c0a-9833-7fb0f5135313" providerId="ADAL" clId="{1E1EFADE-4A0B-47B8-8EF8-2E15F0F63983}" dt="2021-01-29T00:38:17.434" v="317" actId="1076"/>
        <pc:sldMkLst>
          <pc:docMk/>
          <pc:sldMk cId="3073446168" sldId="370"/>
        </pc:sldMkLst>
        <pc:spChg chg="mod">
          <ac:chgData name="鈴木 秀規" userId="f68c5fd9-22d5-4c0a-9833-7fb0f5135313" providerId="ADAL" clId="{1E1EFADE-4A0B-47B8-8EF8-2E15F0F63983}" dt="2021-01-29T00:31:57.124" v="198"/>
          <ac:spMkLst>
            <pc:docMk/>
            <pc:sldMk cId="3073446168" sldId="370"/>
            <ac:spMk id="3" creationId="{8928170B-299F-43CA-B096-212503F24494}"/>
          </ac:spMkLst>
        </pc:spChg>
        <pc:spChg chg="mod">
          <ac:chgData name="鈴木 秀規" userId="f68c5fd9-22d5-4c0a-9833-7fb0f5135313" providerId="ADAL" clId="{1E1EFADE-4A0B-47B8-8EF8-2E15F0F63983}" dt="2021-01-29T00:32:16.061" v="201" actId="14100"/>
          <ac:spMkLst>
            <pc:docMk/>
            <pc:sldMk cId="3073446168" sldId="370"/>
            <ac:spMk id="5" creationId="{017D2A7A-839D-429B-BC25-FFEC4EF05E6B}"/>
          </ac:spMkLst>
        </pc:spChg>
        <pc:spChg chg="add mod">
          <ac:chgData name="鈴木 秀規" userId="f68c5fd9-22d5-4c0a-9833-7fb0f5135313" providerId="ADAL" clId="{1E1EFADE-4A0B-47B8-8EF8-2E15F0F63983}" dt="2021-01-29T00:33:14.549" v="208" actId="14100"/>
          <ac:spMkLst>
            <pc:docMk/>
            <pc:sldMk cId="3073446168" sldId="370"/>
            <ac:spMk id="6" creationId="{F19FE679-1845-4BF9-8935-2EC6E24B1D35}"/>
          </ac:spMkLst>
        </pc:spChg>
        <pc:spChg chg="add mod">
          <ac:chgData name="鈴木 秀規" userId="f68c5fd9-22d5-4c0a-9833-7fb0f5135313" providerId="ADAL" clId="{1E1EFADE-4A0B-47B8-8EF8-2E15F0F63983}" dt="2021-01-29T00:33:36.377" v="211" actId="1076"/>
          <ac:spMkLst>
            <pc:docMk/>
            <pc:sldMk cId="3073446168" sldId="370"/>
            <ac:spMk id="7" creationId="{4CB2807D-BA86-43CE-BE24-C22A484FF75B}"/>
          </ac:spMkLst>
        </pc:spChg>
        <pc:spChg chg="add mod">
          <ac:chgData name="鈴木 秀規" userId="f68c5fd9-22d5-4c0a-9833-7fb0f5135313" providerId="ADAL" clId="{1E1EFADE-4A0B-47B8-8EF8-2E15F0F63983}" dt="2021-01-29T00:33:36.377" v="211" actId="1076"/>
          <ac:spMkLst>
            <pc:docMk/>
            <pc:sldMk cId="3073446168" sldId="370"/>
            <ac:spMk id="8" creationId="{10D600DA-6874-4913-A1B1-270865584FD0}"/>
          </ac:spMkLst>
        </pc:spChg>
        <pc:spChg chg="add mod ord">
          <ac:chgData name="鈴木 秀規" userId="f68c5fd9-22d5-4c0a-9833-7fb0f5135313" providerId="ADAL" clId="{1E1EFADE-4A0B-47B8-8EF8-2E15F0F63983}" dt="2021-01-29T00:36:18.814" v="239" actId="1076"/>
          <ac:spMkLst>
            <pc:docMk/>
            <pc:sldMk cId="3073446168" sldId="370"/>
            <ac:spMk id="9" creationId="{7DD721DE-4909-4A5B-A925-FE0C78E59C9C}"/>
          </ac:spMkLst>
        </pc:spChg>
        <pc:spChg chg="add mod">
          <ac:chgData name="鈴木 秀規" userId="f68c5fd9-22d5-4c0a-9833-7fb0f5135313" providerId="ADAL" clId="{1E1EFADE-4A0B-47B8-8EF8-2E15F0F63983}" dt="2021-01-29T00:34:32.213" v="225" actId="1076"/>
          <ac:spMkLst>
            <pc:docMk/>
            <pc:sldMk cId="3073446168" sldId="370"/>
            <ac:spMk id="11" creationId="{A68EA743-B3D5-4228-920E-1591DDA12E3B}"/>
          </ac:spMkLst>
        </pc:spChg>
        <pc:spChg chg="add mod">
          <ac:chgData name="鈴木 秀規" userId="f68c5fd9-22d5-4c0a-9833-7fb0f5135313" providerId="ADAL" clId="{1E1EFADE-4A0B-47B8-8EF8-2E15F0F63983}" dt="2021-01-29T00:35:18.184" v="234" actId="14100"/>
          <ac:spMkLst>
            <pc:docMk/>
            <pc:sldMk cId="3073446168" sldId="370"/>
            <ac:spMk id="15" creationId="{09A4077E-6C3B-48A1-8BD4-549510DEA0CF}"/>
          </ac:spMkLst>
        </pc:spChg>
        <pc:spChg chg="add mod">
          <ac:chgData name="鈴木 秀規" userId="f68c5fd9-22d5-4c0a-9833-7fb0f5135313" providerId="ADAL" clId="{1E1EFADE-4A0B-47B8-8EF8-2E15F0F63983}" dt="2021-01-29T00:36:58.101" v="259" actId="20577"/>
          <ac:spMkLst>
            <pc:docMk/>
            <pc:sldMk cId="3073446168" sldId="370"/>
            <ac:spMk id="17" creationId="{E7421695-51FC-461A-B83F-F1004AF86A1B}"/>
          </ac:spMkLst>
        </pc:spChg>
        <pc:spChg chg="add mod">
          <ac:chgData name="鈴木 秀規" userId="f68c5fd9-22d5-4c0a-9833-7fb0f5135313" providerId="ADAL" clId="{1E1EFADE-4A0B-47B8-8EF8-2E15F0F63983}" dt="2021-01-29T00:37:06.328" v="261" actId="1076"/>
          <ac:spMkLst>
            <pc:docMk/>
            <pc:sldMk cId="3073446168" sldId="370"/>
            <ac:spMk id="18" creationId="{352D9822-B9AA-4465-9CC5-15B7CA8E90B5}"/>
          </ac:spMkLst>
        </pc:spChg>
        <pc:spChg chg="add del mod">
          <ac:chgData name="鈴木 秀規" userId="f68c5fd9-22d5-4c0a-9833-7fb0f5135313" providerId="ADAL" clId="{1E1EFADE-4A0B-47B8-8EF8-2E15F0F63983}" dt="2021-01-29T00:37:29.152" v="266"/>
          <ac:spMkLst>
            <pc:docMk/>
            <pc:sldMk cId="3073446168" sldId="370"/>
            <ac:spMk id="22" creationId="{25680C18-2D75-4DA4-B2D0-0F1FB35E4569}"/>
          </ac:spMkLst>
        </pc:spChg>
        <pc:spChg chg="add mod">
          <ac:chgData name="鈴木 秀規" userId="f68c5fd9-22d5-4c0a-9833-7fb0f5135313" providerId="ADAL" clId="{1E1EFADE-4A0B-47B8-8EF8-2E15F0F63983}" dt="2021-01-29T00:38:17.434" v="317" actId="1076"/>
          <ac:spMkLst>
            <pc:docMk/>
            <pc:sldMk cId="3073446168" sldId="370"/>
            <ac:spMk id="23" creationId="{C46DA2E4-1ED3-46D3-A289-D27DC1D5D1AD}"/>
          </ac:spMkLst>
        </pc:spChg>
        <pc:picChg chg="add mod ord">
          <ac:chgData name="鈴木 秀規" userId="f68c5fd9-22d5-4c0a-9833-7fb0f5135313" providerId="ADAL" clId="{1E1EFADE-4A0B-47B8-8EF8-2E15F0F63983}" dt="2021-01-29T00:36:10.360" v="237" actId="1076"/>
          <ac:picMkLst>
            <pc:docMk/>
            <pc:sldMk cId="3073446168" sldId="370"/>
            <ac:picMk id="10" creationId="{A80FE6E2-D221-4EBC-AD12-C5FE5D3CFC20}"/>
          </ac:picMkLst>
        </pc:picChg>
        <pc:picChg chg="add mod">
          <ac:chgData name="鈴木 秀規" userId="f68c5fd9-22d5-4c0a-9833-7fb0f5135313" providerId="ADAL" clId="{1E1EFADE-4A0B-47B8-8EF8-2E15F0F63983}" dt="2021-01-29T00:36:34.375" v="241" actId="1076"/>
          <ac:picMkLst>
            <pc:docMk/>
            <pc:sldMk cId="3073446168" sldId="370"/>
            <ac:picMk id="16" creationId="{2237D39A-7C2B-4B69-8480-840DABA1498C}"/>
          </ac:picMkLst>
        </pc:picChg>
        <pc:cxnChg chg="add mod">
          <ac:chgData name="鈴木 秀規" userId="f68c5fd9-22d5-4c0a-9833-7fb0f5135313" providerId="ADAL" clId="{1E1EFADE-4A0B-47B8-8EF8-2E15F0F63983}" dt="2021-01-29T00:34:53.851" v="229" actId="14100"/>
          <ac:cxnSpMkLst>
            <pc:docMk/>
            <pc:sldMk cId="3073446168" sldId="370"/>
            <ac:cxnSpMk id="12" creationId="{43FD7EC9-36C4-479B-BB1A-43108A31706F}"/>
          </ac:cxnSpMkLst>
        </pc:cxnChg>
        <pc:cxnChg chg="add mod">
          <ac:chgData name="鈴木 秀規" userId="f68c5fd9-22d5-4c0a-9833-7fb0f5135313" providerId="ADAL" clId="{1E1EFADE-4A0B-47B8-8EF8-2E15F0F63983}" dt="2021-01-29T00:37:15.541" v="264" actId="14100"/>
          <ac:cxnSpMkLst>
            <pc:docMk/>
            <pc:sldMk cId="3073446168" sldId="370"/>
            <ac:cxnSpMk id="19" creationId="{3E8DEDEC-50A5-44A1-8D62-8FD7B73EF21B}"/>
          </ac:cxnSpMkLst>
        </pc:cxnChg>
      </pc:sldChg>
      <pc:sldChg chg="del">
        <pc:chgData name="鈴木 秀規" userId="f68c5fd9-22d5-4c0a-9833-7fb0f5135313" providerId="ADAL" clId="{1E1EFADE-4A0B-47B8-8EF8-2E15F0F63983}" dt="2021-01-29T00:11:30.439" v="27" actId="2696"/>
        <pc:sldMkLst>
          <pc:docMk/>
          <pc:sldMk cId="853967147" sldId="371"/>
        </pc:sldMkLst>
      </pc:sldChg>
      <pc:sldChg chg="addSp modSp new mod">
        <pc:chgData name="鈴木 秀規" userId="f68c5fd9-22d5-4c0a-9833-7fb0f5135313" providerId="ADAL" clId="{1E1EFADE-4A0B-47B8-8EF8-2E15F0F63983}" dt="2021-01-29T00:40:29.979" v="342" actId="207"/>
        <pc:sldMkLst>
          <pc:docMk/>
          <pc:sldMk cId="1539385395" sldId="371"/>
        </pc:sldMkLst>
        <pc:spChg chg="mod">
          <ac:chgData name="鈴木 秀規" userId="f68c5fd9-22d5-4c0a-9833-7fb0f5135313" providerId="ADAL" clId="{1E1EFADE-4A0B-47B8-8EF8-2E15F0F63983}" dt="2021-01-29T00:38:35.296" v="319"/>
          <ac:spMkLst>
            <pc:docMk/>
            <pc:sldMk cId="1539385395" sldId="371"/>
            <ac:spMk id="3" creationId="{35492F31-2E8E-4E6E-9D2D-57CD34DFD451}"/>
          </ac:spMkLst>
        </pc:spChg>
        <pc:spChg chg="mod">
          <ac:chgData name="鈴木 秀規" userId="f68c5fd9-22d5-4c0a-9833-7fb0f5135313" providerId="ADAL" clId="{1E1EFADE-4A0B-47B8-8EF8-2E15F0F63983}" dt="2021-01-29T00:39:44.175" v="332" actId="20577"/>
          <ac:spMkLst>
            <pc:docMk/>
            <pc:sldMk cId="1539385395" sldId="371"/>
            <ac:spMk id="5" creationId="{040C932B-92A8-42D9-A58D-5864E59F180E}"/>
          </ac:spMkLst>
        </pc:spChg>
        <pc:spChg chg="add mod">
          <ac:chgData name="鈴木 秀規" userId="f68c5fd9-22d5-4c0a-9833-7fb0f5135313" providerId="ADAL" clId="{1E1EFADE-4A0B-47B8-8EF8-2E15F0F63983}" dt="2021-01-29T00:40:29.979" v="342" actId="207"/>
          <ac:spMkLst>
            <pc:docMk/>
            <pc:sldMk cId="1539385395" sldId="371"/>
            <ac:spMk id="6" creationId="{195E4A04-E536-47DC-B362-E15527D48178}"/>
          </ac:spMkLst>
        </pc:spChg>
        <pc:spChg chg="add mod">
          <ac:chgData name="鈴木 秀規" userId="f68c5fd9-22d5-4c0a-9833-7fb0f5135313" providerId="ADAL" clId="{1E1EFADE-4A0B-47B8-8EF8-2E15F0F63983}" dt="2021-01-29T00:40:16.912" v="340" actId="207"/>
          <ac:spMkLst>
            <pc:docMk/>
            <pc:sldMk cId="1539385395" sldId="371"/>
            <ac:spMk id="7" creationId="{C9F61678-5188-49FB-8B4B-E010C538D503}"/>
          </ac:spMkLst>
        </pc:spChg>
      </pc:sldChg>
      <pc:sldChg chg="del">
        <pc:chgData name="鈴木 秀規" userId="f68c5fd9-22d5-4c0a-9833-7fb0f5135313" providerId="ADAL" clId="{1E1EFADE-4A0B-47B8-8EF8-2E15F0F63983}" dt="2021-01-29T00:11:30.439" v="27" actId="2696"/>
        <pc:sldMkLst>
          <pc:docMk/>
          <pc:sldMk cId="193662145" sldId="372"/>
        </pc:sldMkLst>
      </pc:sldChg>
      <pc:sldChg chg="modSp new mod">
        <pc:chgData name="鈴木 秀規" userId="f68c5fd9-22d5-4c0a-9833-7fb0f5135313" providerId="ADAL" clId="{1E1EFADE-4A0B-47B8-8EF8-2E15F0F63983}" dt="2021-01-29T00:43:14.174" v="363" actId="20577"/>
        <pc:sldMkLst>
          <pc:docMk/>
          <pc:sldMk cId="246066953" sldId="372"/>
        </pc:sldMkLst>
        <pc:spChg chg="mod">
          <ac:chgData name="鈴木 秀規" userId="f68c5fd9-22d5-4c0a-9833-7fb0f5135313" providerId="ADAL" clId="{1E1EFADE-4A0B-47B8-8EF8-2E15F0F63983}" dt="2021-01-29T00:41:10.716" v="344"/>
          <ac:spMkLst>
            <pc:docMk/>
            <pc:sldMk cId="246066953" sldId="372"/>
            <ac:spMk id="3" creationId="{4A5311DD-D1AE-4581-BCDC-28EA63DA8C66}"/>
          </ac:spMkLst>
        </pc:spChg>
        <pc:spChg chg="mod">
          <ac:chgData name="鈴木 秀規" userId="f68c5fd9-22d5-4c0a-9833-7fb0f5135313" providerId="ADAL" clId="{1E1EFADE-4A0B-47B8-8EF8-2E15F0F63983}" dt="2021-01-29T00:43:14.174" v="363" actId="20577"/>
          <ac:spMkLst>
            <pc:docMk/>
            <pc:sldMk cId="246066953" sldId="372"/>
            <ac:spMk id="5" creationId="{C7BF8EB5-F4C0-4DBD-AD94-86BA96E96FC9}"/>
          </ac:spMkLst>
        </pc:spChg>
      </pc:sldChg>
      <pc:sldChg chg="del">
        <pc:chgData name="鈴木 秀規" userId="f68c5fd9-22d5-4c0a-9833-7fb0f5135313" providerId="ADAL" clId="{1E1EFADE-4A0B-47B8-8EF8-2E15F0F63983}" dt="2021-01-29T00:11:30.439" v="27" actId="2696"/>
        <pc:sldMkLst>
          <pc:docMk/>
          <pc:sldMk cId="3119782308" sldId="373"/>
        </pc:sldMkLst>
      </pc:sldChg>
      <pc:sldChg chg="addSp modSp new mod">
        <pc:chgData name="鈴木 秀規" userId="f68c5fd9-22d5-4c0a-9833-7fb0f5135313" providerId="ADAL" clId="{1E1EFADE-4A0B-47B8-8EF8-2E15F0F63983}" dt="2021-01-29T00:46:51.414" v="416" actId="1076"/>
        <pc:sldMkLst>
          <pc:docMk/>
          <pc:sldMk cId="4083622006" sldId="373"/>
        </pc:sldMkLst>
        <pc:spChg chg="mod">
          <ac:chgData name="鈴木 秀規" userId="f68c5fd9-22d5-4c0a-9833-7fb0f5135313" providerId="ADAL" clId="{1E1EFADE-4A0B-47B8-8EF8-2E15F0F63983}" dt="2021-01-29T00:43:26.237" v="365"/>
          <ac:spMkLst>
            <pc:docMk/>
            <pc:sldMk cId="4083622006" sldId="373"/>
            <ac:spMk id="3" creationId="{F21EF2BC-ACDB-4D26-A58E-3F69FB7B51A6}"/>
          </ac:spMkLst>
        </pc:spChg>
        <pc:spChg chg="mod">
          <ac:chgData name="鈴木 秀規" userId="f68c5fd9-22d5-4c0a-9833-7fb0f5135313" providerId="ADAL" clId="{1E1EFADE-4A0B-47B8-8EF8-2E15F0F63983}" dt="2021-01-29T00:43:49.809" v="381" actId="20577"/>
          <ac:spMkLst>
            <pc:docMk/>
            <pc:sldMk cId="4083622006" sldId="373"/>
            <ac:spMk id="5" creationId="{08AB8E15-1470-4368-AEA8-A657AFDBA915}"/>
          </ac:spMkLst>
        </pc:spChg>
        <pc:spChg chg="add mod">
          <ac:chgData name="鈴木 秀規" userId="f68c5fd9-22d5-4c0a-9833-7fb0f5135313" providerId="ADAL" clId="{1E1EFADE-4A0B-47B8-8EF8-2E15F0F63983}" dt="2021-01-29T00:46:37.865" v="412" actId="1076"/>
          <ac:spMkLst>
            <pc:docMk/>
            <pc:sldMk cId="4083622006" sldId="373"/>
            <ac:spMk id="6" creationId="{E2AC2086-AA04-447D-9465-2095E883D066}"/>
          </ac:spMkLst>
        </pc:spChg>
        <pc:spChg chg="add mod">
          <ac:chgData name="鈴木 秀規" userId="f68c5fd9-22d5-4c0a-9833-7fb0f5135313" providerId="ADAL" clId="{1E1EFADE-4A0B-47B8-8EF8-2E15F0F63983}" dt="2021-01-29T00:46:19.243" v="408" actId="1076"/>
          <ac:spMkLst>
            <pc:docMk/>
            <pc:sldMk cId="4083622006" sldId="373"/>
            <ac:spMk id="7" creationId="{562E9016-E9F0-4156-9DE1-2CC13EB323D8}"/>
          </ac:spMkLst>
        </pc:spChg>
        <pc:spChg chg="add mod">
          <ac:chgData name="鈴木 秀規" userId="f68c5fd9-22d5-4c0a-9833-7fb0f5135313" providerId="ADAL" clId="{1E1EFADE-4A0B-47B8-8EF8-2E15F0F63983}" dt="2021-01-29T00:46:19.243" v="408" actId="1076"/>
          <ac:spMkLst>
            <pc:docMk/>
            <pc:sldMk cId="4083622006" sldId="373"/>
            <ac:spMk id="8" creationId="{ABE3379B-C467-4CB9-8985-D62E00F34271}"/>
          </ac:spMkLst>
        </pc:spChg>
        <pc:spChg chg="add mod">
          <ac:chgData name="鈴木 秀規" userId="f68c5fd9-22d5-4c0a-9833-7fb0f5135313" providerId="ADAL" clId="{1E1EFADE-4A0B-47B8-8EF8-2E15F0F63983}" dt="2021-01-29T00:45:48.905" v="402" actId="1076"/>
          <ac:spMkLst>
            <pc:docMk/>
            <pc:sldMk cId="4083622006" sldId="373"/>
            <ac:spMk id="10" creationId="{E0BA7A6A-FD58-43AB-8181-20311D803686}"/>
          </ac:spMkLst>
        </pc:spChg>
        <pc:spChg chg="add mod">
          <ac:chgData name="鈴木 秀規" userId="f68c5fd9-22d5-4c0a-9833-7fb0f5135313" providerId="ADAL" clId="{1E1EFADE-4A0B-47B8-8EF8-2E15F0F63983}" dt="2021-01-29T00:46:51.414" v="416" actId="1076"/>
          <ac:spMkLst>
            <pc:docMk/>
            <pc:sldMk cId="4083622006" sldId="373"/>
            <ac:spMk id="17" creationId="{15D6BA6B-6A6A-4565-9C23-E0DCA4829241}"/>
          </ac:spMkLst>
        </pc:spChg>
        <pc:picChg chg="add mod ord">
          <ac:chgData name="鈴木 秀規" userId="f68c5fd9-22d5-4c0a-9833-7fb0f5135313" providerId="ADAL" clId="{1E1EFADE-4A0B-47B8-8EF8-2E15F0F63983}" dt="2021-01-29T00:45:58.142" v="403" actId="166"/>
          <ac:picMkLst>
            <pc:docMk/>
            <pc:sldMk cId="4083622006" sldId="373"/>
            <ac:picMk id="9" creationId="{DF4077C8-F3E5-4561-98AD-28F370FA61AE}"/>
          </ac:picMkLst>
        </pc:picChg>
        <pc:cxnChg chg="add mod">
          <ac:chgData name="鈴木 秀規" userId="f68c5fd9-22d5-4c0a-9833-7fb0f5135313" providerId="ADAL" clId="{1E1EFADE-4A0B-47B8-8EF8-2E15F0F63983}" dt="2021-01-29T00:46:21.196" v="409" actId="14100"/>
          <ac:cxnSpMkLst>
            <pc:docMk/>
            <pc:sldMk cId="4083622006" sldId="373"/>
            <ac:cxnSpMk id="11" creationId="{63FADA74-AFE4-436A-8041-104A159CA0DE}"/>
          </ac:cxnSpMkLst>
        </pc:cxnChg>
      </pc:sldChg>
      <pc:sldChg chg="addSp modSp new mod">
        <pc:chgData name="鈴木 秀規" userId="f68c5fd9-22d5-4c0a-9833-7fb0f5135313" providerId="ADAL" clId="{1E1EFADE-4A0B-47B8-8EF8-2E15F0F63983}" dt="2021-01-29T00:48:57.582" v="436" actId="207"/>
        <pc:sldMkLst>
          <pc:docMk/>
          <pc:sldMk cId="2781282954" sldId="374"/>
        </pc:sldMkLst>
        <pc:spChg chg="mod">
          <ac:chgData name="鈴木 秀規" userId="f68c5fd9-22d5-4c0a-9833-7fb0f5135313" providerId="ADAL" clId="{1E1EFADE-4A0B-47B8-8EF8-2E15F0F63983}" dt="2021-01-29T00:47:04.055" v="418"/>
          <ac:spMkLst>
            <pc:docMk/>
            <pc:sldMk cId="2781282954" sldId="374"/>
            <ac:spMk id="3" creationId="{FC2892DB-D72F-492C-B449-90F96BA5973A}"/>
          </ac:spMkLst>
        </pc:spChg>
        <pc:spChg chg="mod">
          <ac:chgData name="鈴木 秀規" userId="f68c5fd9-22d5-4c0a-9833-7fb0f5135313" providerId="ADAL" clId="{1E1EFADE-4A0B-47B8-8EF8-2E15F0F63983}" dt="2021-01-29T00:47:17.927" v="421" actId="20577"/>
          <ac:spMkLst>
            <pc:docMk/>
            <pc:sldMk cId="2781282954" sldId="374"/>
            <ac:spMk id="5" creationId="{BDC9C904-5D31-41FC-8B13-9BE5C512630D}"/>
          </ac:spMkLst>
        </pc:spChg>
        <pc:spChg chg="add mod">
          <ac:chgData name="鈴木 秀規" userId="f68c5fd9-22d5-4c0a-9833-7fb0f5135313" providerId="ADAL" clId="{1E1EFADE-4A0B-47B8-8EF8-2E15F0F63983}" dt="2021-01-29T00:48:18.932" v="431" actId="14100"/>
          <ac:spMkLst>
            <pc:docMk/>
            <pc:sldMk cId="2781282954" sldId="374"/>
            <ac:spMk id="6" creationId="{8C66F86B-53DB-41C4-ABBF-025E60039E3A}"/>
          </ac:spMkLst>
        </pc:spChg>
        <pc:spChg chg="add mod">
          <ac:chgData name="鈴木 秀規" userId="f68c5fd9-22d5-4c0a-9833-7fb0f5135313" providerId="ADAL" clId="{1E1EFADE-4A0B-47B8-8EF8-2E15F0F63983}" dt="2021-01-29T00:48:57.582" v="436" actId="207"/>
          <ac:spMkLst>
            <pc:docMk/>
            <pc:sldMk cId="2781282954" sldId="374"/>
            <ac:spMk id="7" creationId="{DD33C7F7-AAF0-4232-A95F-84031FE4AE56}"/>
          </ac:spMkLst>
        </pc:spChg>
      </pc:sldChg>
      <pc:sldChg chg="del">
        <pc:chgData name="鈴木 秀規" userId="f68c5fd9-22d5-4c0a-9833-7fb0f5135313" providerId="ADAL" clId="{1E1EFADE-4A0B-47B8-8EF8-2E15F0F63983}" dt="2021-01-29T00:11:30.439" v="27" actId="2696"/>
        <pc:sldMkLst>
          <pc:docMk/>
          <pc:sldMk cId="4094264785" sldId="374"/>
        </pc:sldMkLst>
      </pc:sldChg>
      <pc:sldChg chg="del">
        <pc:chgData name="鈴木 秀規" userId="f68c5fd9-22d5-4c0a-9833-7fb0f5135313" providerId="ADAL" clId="{1E1EFADE-4A0B-47B8-8EF8-2E15F0F63983}" dt="2021-01-29T00:11:30.439" v="27" actId="2696"/>
        <pc:sldMkLst>
          <pc:docMk/>
          <pc:sldMk cId="1155857800" sldId="375"/>
        </pc:sldMkLst>
      </pc:sldChg>
      <pc:sldChg chg="modSp new mod">
        <pc:chgData name="鈴木 秀規" userId="f68c5fd9-22d5-4c0a-9833-7fb0f5135313" providerId="ADAL" clId="{1E1EFADE-4A0B-47B8-8EF8-2E15F0F63983}" dt="2021-01-29T00:51:21.464" v="482" actId="20577"/>
        <pc:sldMkLst>
          <pc:docMk/>
          <pc:sldMk cId="4224040465" sldId="375"/>
        </pc:sldMkLst>
        <pc:spChg chg="mod">
          <ac:chgData name="鈴木 秀規" userId="f68c5fd9-22d5-4c0a-9833-7fb0f5135313" providerId="ADAL" clId="{1E1EFADE-4A0B-47B8-8EF8-2E15F0F63983}" dt="2021-01-29T00:49:15.791" v="438"/>
          <ac:spMkLst>
            <pc:docMk/>
            <pc:sldMk cId="4224040465" sldId="375"/>
            <ac:spMk id="3" creationId="{EEEBA06C-5CD2-484F-9A98-6DEECAEA740D}"/>
          </ac:spMkLst>
        </pc:spChg>
        <pc:spChg chg="mod">
          <ac:chgData name="鈴木 秀規" userId="f68c5fd9-22d5-4c0a-9833-7fb0f5135313" providerId="ADAL" clId="{1E1EFADE-4A0B-47B8-8EF8-2E15F0F63983}" dt="2021-01-29T00:51:21.464" v="482" actId="20577"/>
          <ac:spMkLst>
            <pc:docMk/>
            <pc:sldMk cId="4224040465" sldId="375"/>
            <ac:spMk id="5" creationId="{3B0BE475-13B7-4FD9-80F3-A4AD35C5F7BA}"/>
          </ac:spMkLst>
        </pc:spChg>
      </pc:sldChg>
      <pc:sldChg chg="del">
        <pc:chgData name="鈴木 秀規" userId="f68c5fd9-22d5-4c0a-9833-7fb0f5135313" providerId="ADAL" clId="{1E1EFADE-4A0B-47B8-8EF8-2E15F0F63983}" dt="2021-01-29T00:11:30.439" v="27" actId="2696"/>
        <pc:sldMkLst>
          <pc:docMk/>
          <pc:sldMk cId="2003241689" sldId="376"/>
        </pc:sldMkLst>
      </pc:sldChg>
      <pc:sldChg chg="addSp modSp new mod">
        <pc:chgData name="鈴木 秀規" userId="f68c5fd9-22d5-4c0a-9833-7fb0f5135313" providerId="ADAL" clId="{1E1EFADE-4A0B-47B8-8EF8-2E15F0F63983}" dt="2021-01-29T01:28:23.635" v="573" actId="113"/>
        <pc:sldMkLst>
          <pc:docMk/>
          <pc:sldMk cId="3538855573" sldId="376"/>
        </pc:sldMkLst>
        <pc:spChg chg="mod">
          <ac:chgData name="鈴木 秀規" userId="f68c5fd9-22d5-4c0a-9833-7fb0f5135313" providerId="ADAL" clId="{1E1EFADE-4A0B-47B8-8EF8-2E15F0F63983}" dt="2021-01-29T00:51:34.495" v="484"/>
          <ac:spMkLst>
            <pc:docMk/>
            <pc:sldMk cId="3538855573" sldId="376"/>
            <ac:spMk id="3" creationId="{9795DA74-CAD5-4B93-B279-D0D71DC9441E}"/>
          </ac:spMkLst>
        </pc:spChg>
        <pc:spChg chg="mod">
          <ac:chgData name="鈴木 秀規" userId="f68c5fd9-22d5-4c0a-9833-7fb0f5135313" providerId="ADAL" clId="{1E1EFADE-4A0B-47B8-8EF8-2E15F0F63983}" dt="2021-01-29T00:51:49.926" v="488" actId="14100"/>
          <ac:spMkLst>
            <pc:docMk/>
            <pc:sldMk cId="3538855573" sldId="376"/>
            <ac:spMk id="5" creationId="{586A08B6-18B2-4C56-BE32-ACE3FEB82851}"/>
          </ac:spMkLst>
        </pc:spChg>
        <pc:spChg chg="add mod">
          <ac:chgData name="鈴木 秀規" userId="f68c5fd9-22d5-4c0a-9833-7fb0f5135313" providerId="ADAL" clId="{1E1EFADE-4A0B-47B8-8EF8-2E15F0F63983}" dt="2021-01-29T01:28:23.635" v="573" actId="113"/>
          <ac:spMkLst>
            <pc:docMk/>
            <pc:sldMk cId="3538855573" sldId="376"/>
            <ac:spMk id="6" creationId="{C2E863CB-E594-44F0-8462-E663F348DA19}"/>
          </ac:spMkLst>
        </pc:spChg>
        <pc:spChg chg="add mod">
          <ac:chgData name="鈴木 秀規" userId="f68c5fd9-22d5-4c0a-9833-7fb0f5135313" providerId="ADAL" clId="{1E1EFADE-4A0B-47B8-8EF8-2E15F0F63983}" dt="2021-01-29T01:28:23.635" v="573" actId="113"/>
          <ac:spMkLst>
            <pc:docMk/>
            <pc:sldMk cId="3538855573" sldId="376"/>
            <ac:spMk id="7" creationId="{34EF60CC-078A-43FC-9E46-B4753FA49BB6}"/>
          </ac:spMkLst>
        </pc:spChg>
        <pc:spChg chg="add mod">
          <ac:chgData name="鈴木 秀規" userId="f68c5fd9-22d5-4c0a-9833-7fb0f5135313" providerId="ADAL" clId="{1E1EFADE-4A0B-47B8-8EF8-2E15F0F63983}" dt="2021-01-29T01:22:49.908" v="506" actId="1035"/>
          <ac:spMkLst>
            <pc:docMk/>
            <pc:sldMk cId="3538855573" sldId="376"/>
            <ac:spMk id="8" creationId="{370B556E-A8C0-45EA-824C-7CBD4272B44A}"/>
          </ac:spMkLst>
        </pc:spChg>
        <pc:spChg chg="add mod">
          <ac:chgData name="鈴木 秀規" userId="f68c5fd9-22d5-4c0a-9833-7fb0f5135313" providerId="ADAL" clId="{1E1EFADE-4A0B-47B8-8EF8-2E15F0F63983}" dt="2021-01-29T01:23:06.346" v="522" actId="1036"/>
          <ac:spMkLst>
            <pc:docMk/>
            <pc:sldMk cId="3538855573" sldId="376"/>
            <ac:spMk id="9" creationId="{FF72E8B0-61A0-41AB-B46E-5C9262C087BB}"/>
          </ac:spMkLst>
        </pc:spChg>
        <pc:spChg chg="add mod">
          <ac:chgData name="鈴木 秀規" userId="f68c5fd9-22d5-4c0a-9833-7fb0f5135313" providerId="ADAL" clId="{1E1EFADE-4A0B-47B8-8EF8-2E15F0F63983}" dt="2021-01-29T01:23:24.182" v="527" actId="1035"/>
          <ac:spMkLst>
            <pc:docMk/>
            <pc:sldMk cId="3538855573" sldId="376"/>
            <ac:spMk id="10" creationId="{FF6645CC-B7BF-4581-B747-5B1FB92F1344}"/>
          </ac:spMkLst>
        </pc:spChg>
        <pc:spChg chg="add mod">
          <ac:chgData name="鈴木 秀規" userId="f68c5fd9-22d5-4c0a-9833-7fb0f5135313" providerId="ADAL" clId="{1E1EFADE-4A0B-47B8-8EF8-2E15F0F63983}" dt="2021-01-29T01:23:41.112" v="532" actId="14100"/>
          <ac:spMkLst>
            <pc:docMk/>
            <pc:sldMk cId="3538855573" sldId="376"/>
            <ac:spMk id="11" creationId="{16C6C4A7-3C0A-408E-B656-F26C28D9D447}"/>
          </ac:spMkLst>
        </pc:spChg>
        <pc:cxnChg chg="add mod">
          <ac:chgData name="鈴木 秀規" userId="f68c5fd9-22d5-4c0a-9833-7fb0f5135313" providerId="ADAL" clId="{1E1EFADE-4A0B-47B8-8EF8-2E15F0F63983}" dt="2021-01-29T01:24:05.045" v="535" actId="208"/>
          <ac:cxnSpMkLst>
            <pc:docMk/>
            <pc:sldMk cId="3538855573" sldId="376"/>
            <ac:cxnSpMk id="13" creationId="{ACFE229B-A65E-4658-A0B5-22883AB5AA15}"/>
          </ac:cxnSpMkLst>
        </pc:cxnChg>
        <pc:cxnChg chg="add mod">
          <ac:chgData name="鈴木 秀規" userId="f68c5fd9-22d5-4c0a-9833-7fb0f5135313" providerId="ADAL" clId="{1E1EFADE-4A0B-47B8-8EF8-2E15F0F63983}" dt="2021-01-29T01:24:27.875" v="538" actId="1582"/>
          <ac:cxnSpMkLst>
            <pc:docMk/>
            <pc:sldMk cId="3538855573" sldId="376"/>
            <ac:cxnSpMk id="15" creationId="{03CDE00F-E256-4A5A-89B9-AC67844B27FD}"/>
          </ac:cxnSpMkLst>
        </pc:cxnChg>
      </pc:sldChg>
      <pc:sldChg chg="del">
        <pc:chgData name="鈴木 秀規" userId="f68c5fd9-22d5-4c0a-9833-7fb0f5135313" providerId="ADAL" clId="{1E1EFADE-4A0B-47B8-8EF8-2E15F0F63983}" dt="2021-01-29T00:11:30.439" v="27" actId="2696"/>
        <pc:sldMkLst>
          <pc:docMk/>
          <pc:sldMk cId="156709775" sldId="377"/>
        </pc:sldMkLst>
      </pc:sldChg>
      <pc:sldChg chg="addSp modSp new mod">
        <pc:chgData name="鈴木 秀規" userId="f68c5fd9-22d5-4c0a-9833-7fb0f5135313" providerId="ADAL" clId="{1E1EFADE-4A0B-47B8-8EF8-2E15F0F63983}" dt="2021-01-29T01:26:51.694" v="567" actId="1076"/>
        <pc:sldMkLst>
          <pc:docMk/>
          <pc:sldMk cId="3864834617" sldId="377"/>
        </pc:sldMkLst>
        <pc:spChg chg="mod">
          <ac:chgData name="鈴木 秀規" userId="f68c5fd9-22d5-4c0a-9833-7fb0f5135313" providerId="ADAL" clId="{1E1EFADE-4A0B-47B8-8EF8-2E15F0F63983}" dt="2021-01-29T01:24:46.904" v="540"/>
          <ac:spMkLst>
            <pc:docMk/>
            <pc:sldMk cId="3864834617" sldId="377"/>
            <ac:spMk id="3" creationId="{5FC908F1-3CA6-4749-AB73-4E0F9FDACCE6}"/>
          </ac:spMkLst>
        </pc:spChg>
        <pc:spChg chg="mod">
          <ac:chgData name="鈴木 秀規" userId="f68c5fd9-22d5-4c0a-9833-7fb0f5135313" providerId="ADAL" clId="{1E1EFADE-4A0B-47B8-8EF8-2E15F0F63983}" dt="2021-01-29T01:26:24.913" v="562" actId="207"/>
          <ac:spMkLst>
            <pc:docMk/>
            <pc:sldMk cId="3864834617" sldId="377"/>
            <ac:spMk id="5" creationId="{6B3A2C87-6FE9-4895-A119-D260DD4D7A1B}"/>
          </ac:spMkLst>
        </pc:spChg>
        <pc:spChg chg="add mod">
          <ac:chgData name="鈴木 秀規" userId="f68c5fd9-22d5-4c0a-9833-7fb0f5135313" providerId="ADAL" clId="{1E1EFADE-4A0B-47B8-8EF8-2E15F0F63983}" dt="2021-01-29T01:26:51.694" v="567" actId="1076"/>
          <ac:spMkLst>
            <pc:docMk/>
            <pc:sldMk cId="3864834617" sldId="377"/>
            <ac:spMk id="6" creationId="{C9B127B3-0188-4427-B2B2-503F806D8A50}"/>
          </ac:spMkLst>
        </pc:spChg>
        <pc:spChg chg="add mod">
          <ac:chgData name="鈴木 秀規" userId="f68c5fd9-22d5-4c0a-9833-7fb0f5135313" providerId="ADAL" clId="{1E1EFADE-4A0B-47B8-8EF8-2E15F0F63983}" dt="2021-01-29T01:26:48.190" v="566" actId="1076"/>
          <ac:spMkLst>
            <pc:docMk/>
            <pc:sldMk cId="3864834617" sldId="377"/>
            <ac:spMk id="7" creationId="{9DE8C91E-1B75-4A17-9563-1E97102B648E}"/>
          </ac:spMkLst>
        </pc:spChg>
      </pc:sldChg>
      <pc:sldChg chg="addSp modSp new mod">
        <pc:chgData name="鈴木 秀規" userId="f68c5fd9-22d5-4c0a-9833-7fb0f5135313" providerId="ADAL" clId="{1E1EFADE-4A0B-47B8-8EF8-2E15F0F63983}" dt="2021-01-29T01:30:19.140" v="599" actId="14100"/>
        <pc:sldMkLst>
          <pc:docMk/>
          <pc:sldMk cId="2148979236" sldId="378"/>
        </pc:sldMkLst>
        <pc:spChg chg="mod">
          <ac:chgData name="鈴木 秀規" userId="f68c5fd9-22d5-4c0a-9833-7fb0f5135313" providerId="ADAL" clId="{1E1EFADE-4A0B-47B8-8EF8-2E15F0F63983}" dt="2021-01-29T01:27:56.919" v="569"/>
          <ac:spMkLst>
            <pc:docMk/>
            <pc:sldMk cId="2148979236" sldId="378"/>
            <ac:spMk id="3" creationId="{788D51D2-24DD-4DC2-BB19-DB05A02F27EE}"/>
          </ac:spMkLst>
        </pc:spChg>
        <pc:spChg chg="mod">
          <ac:chgData name="鈴木 秀規" userId="f68c5fd9-22d5-4c0a-9833-7fb0f5135313" providerId="ADAL" clId="{1E1EFADE-4A0B-47B8-8EF8-2E15F0F63983}" dt="2021-01-29T01:28:16.592" v="572" actId="14100"/>
          <ac:spMkLst>
            <pc:docMk/>
            <pc:sldMk cId="2148979236" sldId="378"/>
            <ac:spMk id="5" creationId="{58D32313-7879-47C7-BFBF-C9125D0447B6}"/>
          </ac:spMkLst>
        </pc:spChg>
        <pc:spChg chg="add mod">
          <ac:chgData name="鈴木 秀規" userId="f68c5fd9-22d5-4c0a-9833-7fb0f5135313" providerId="ADAL" clId="{1E1EFADE-4A0B-47B8-8EF8-2E15F0F63983}" dt="2021-01-29T01:29:20.146" v="581" actId="14100"/>
          <ac:spMkLst>
            <pc:docMk/>
            <pc:sldMk cId="2148979236" sldId="378"/>
            <ac:spMk id="6" creationId="{7E5937BB-02E9-444C-BB60-5B9D39B085CF}"/>
          </ac:spMkLst>
        </pc:spChg>
        <pc:spChg chg="add mod">
          <ac:chgData name="鈴木 秀規" userId="f68c5fd9-22d5-4c0a-9833-7fb0f5135313" providerId="ADAL" clId="{1E1EFADE-4A0B-47B8-8EF8-2E15F0F63983}" dt="2021-01-29T01:30:08.696" v="598" actId="207"/>
          <ac:spMkLst>
            <pc:docMk/>
            <pc:sldMk cId="2148979236" sldId="378"/>
            <ac:spMk id="7" creationId="{8D2C7143-A461-4E9E-89AD-0E47C7AADDD2}"/>
          </ac:spMkLst>
        </pc:spChg>
        <pc:spChg chg="add mod">
          <ac:chgData name="鈴木 秀規" userId="f68c5fd9-22d5-4c0a-9833-7fb0f5135313" providerId="ADAL" clId="{1E1EFADE-4A0B-47B8-8EF8-2E15F0F63983}" dt="2021-01-29T01:30:19.140" v="599" actId="14100"/>
          <ac:spMkLst>
            <pc:docMk/>
            <pc:sldMk cId="2148979236" sldId="378"/>
            <ac:spMk id="8" creationId="{1F3DC4C2-8CFD-43BC-B2AE-DC992FAAF3BB}"/>
          </ac:spMkLst>
        </pc:spChg>
      </pc:sldChg>
      <pc:sldChg chg="del">
        <pc:chgData name="鈴木 秀規" userId="f68c5fd9-22d5-4c0a-9833-7fb0f5135313" providerId="ADAL" clId="{1E1EFADE-4A0B-47B8-8EF8-2E15F0F63983}" dt="2021-01-29T00:11:30.439" v="27" actId="2696"/>
        <pc:sldMkLst>
          <pc:docMk/>
          <pc:sldMk cId="4226280389" sldId="378"/>
        </pc:sldMkLst>
      </pc:sldChg>
      <pc:sldChg chg="del">
        <pc:chgData name="鈴木 秀規" userId="f68c5fd9-22d5-4c0a-9833-7fb0f5135313" providerId="ADAL" clId="{1E1EFADE-4A0B-47B8-8EF8-2E15F0F63983}" dt="2021-01-29T00:11:30.439" v="27" actId="2696"/>
        <pc:sldMkLst>
          <pc:docMk/>
          <pc:sldMk cId="687387428" sldId="379"/>
        </pc:sldMkLst>
      </pc:sldChg>
      <pc:sldChg chg="addSp modSp new mod">
        <pc:chgData name="鈴木 秀規" userId="f68c5fd9-22d5-4c0a-9833-7fb0f5135313" providerId="ADAL" clId="{1E1EFADE-4A0B-47B8-8EF8-2E15F0F63983}" dt="2021-01-29T01:32:38.398" v="623"/>
        <pc:sldMkLst>
          <pc:docMk/>
          <pc:sldMk cId="1522789995" sldId="379"/>
        </pc:sldMkLst>
        <pc:spChg chg="mod">
          <ac:chgData name="鈴木 秀規" userId="f68c5fd9-22d5-4c0a-9833-7fb0f5135313" providerId="ADAL" clId="{1E1EFADE-4A0B-47B8-8EF8-2E15F0F63983}" dt="2021-01-29T01:30:37.349" v="601"/>
          <ac:spMkLst>
            <pc:docMk/>
            <pc:sldMk cId="1522789995" sldId="379"/>
            <ac:spMk id="3" creationId="{04B14AED-343E-40B0-A4BC-729E82A9F10E}"/>
          </ac:spMkLst>
        </pc:spChg>
        <pc:spChg chg="mod">
          <ac:chgData name="鈴木 秀規" userId="f68c5fd9-22d5-4c0a-9833-7fb0f5135313" providerId="ADAL" clId="{1E1EFADE-4A0B-47B8-8EF8-2E15F0F63983}" dt="2021-01-29T01:30:56.618" v="604" actId="14100"/>
          <ac:spMkLst>
            <pc:docMk/>
            <pc:sldMk cId="1522789995" sldId="379"/>
            <ac:spMk id="5" creationId="{4D82A19B-11CC-476B-A084-E9D266DCCF99}"/>
          </ac:spMkLst>
        </pc:spChg>
        <pc:spChg chg="add mod">
          <ac:chgData name="鈴木 秀規" userId="f68c5fd9-22d5-4c0a-9833-7fb0f5135313" providerId="ADAL" clId="{1E1EFADE-4A0B-47B8-8EF8-2E15F0F63983}" dt="2021-01-29T01:31:45.055" v="609" actId="1076"/>
          <ac:spMkLst>
            <pc:docMk/>
            <pc:sldMk cId="1522789995" sldId="379"/>
            <ac:spMk id="13" creationId="{942FC57E-0FC2-4A6B-9F60-41DCADFC40A9}"/>
          </ac:spMkLst>
        </pc:spChg>
        <pc:spChg chg="add mod">
          <ac:chgData name="鈴木 秀規" userId="f68c5fd9-22d5-4c0a-9833-7fb0f5135313" providerId="ADAL" clId="{1E1EFADE-4A0B-47B8-8EF8-2E15F0F63983}" dt="2021-01-29T01:31:49.296" v="610" actId="1076"/>
          <ac:spMkLst>
            <pc:docMk/>
            <pc:sldMk cId="1522789995" sldId="379"/>
            <ac:spMk id="14" creationId="{F69A5210-906C-4694-AD6E-DAADF838F47A}"/>
          </ac:spMkLst>
        </pc:spChg>
        <pc:spChg chg="add mod">
          <ac:chgData name="鈴木 秀規" userId="f68c5fd9-22d5-4c0a-9833-7fb0f5135313" providerId="ADAL" clId="{1E1EFADE-4A0B-47B8-8EF8-2E15F0F63983}" dt="2021-01-29T01:31:52.960" v="611" actId="1076"/>
          <ac:spMkLst>
            <pc:docMk/>
            <pc:sldMk cId="1522789995" sldId="379"/>
            <ac:spMk id="15" creationId="{762712C4-BC2F-4282-B22F-E5CE54681559}"/>
          </ac:spMkLst>
        </pc:spChg>
        <pc:spChg chg="add mod">
          <ac:chgData name="鈴木 秀規" userId="f68c5fd9-22d5-4c0a-9833-7fb0f5135313" providerId="ADAL" clId="{1E1EFADE-4A0B-47B8-8EF8-2E15F0F63983}" dt="2021-01-29T01:32:20.799" v="619" actId="1076"/>
          <ac:spMkLst>
            <pc:docMk/>
            <pc:sldMk cId="1522789995" sldId="379"/>
            <ac:spMk id="16" creationId="{DE3FBAE5-8A35-440E-BC89-CE2828832936}"/>
          </ac:spMkLst>
        </pc:spChg>
        <pc:spChg chg="add mod">
          <ac:chgData name="鈴木 秀規" userId="f68c5fd9-22d5-4c0a-9833-7fb0f5135313" providerId="ADAL" clId="{1E1EFADE-4A0B-47B8-8EF8-2E15F0F63983}" dt="2021-01-29T01:32:11.303" v="616" actId="1076"/>
          <ac:spMkLst>
            <pc:docMk/>
            <pc:sldMk cId="1522789995" sldId="379"/>
            <ac:spMk id="17" creationId="{D259DEEE-A991-4AA8-ADC8-09C916640E1B}"/>
          </ac:spMkLst>
        </pc:spChg>
        <pc:spChg chg="add mod">
          <ac:chgData name="鈴木 秀規" userId="f68c5fd9-22d5-4c0a-9833-7fb0f5135313" providerId="ADAL" clId="{1E1EFADE-4A0B-47B8-8EF8-2E15F0F63983}" dt="2021-01-29T01:32:16.581" v="618" actId="1076"/>
          <ac:spMkLst>
            <pc:docMk/>
            <pc:sldMk cId="1522789995" sldId="379"/>
            <ac:spMk id="18" creationId="{68A74AF8-2900-430E-B204-614735D97CBB}"/>
          </ac:spMkLst>
        </pc:spChg>
        <pc:spChg chg="add mod">
          <ac:chgData name="鈴木 秀規" userId="f68c5fd9-22d5-4c0a-9833-7fb0f5135313" providerId="ADAL" clId="{1E1EFADE-4A0B-47B8-8EF8-2E15F0F63983}" dt="2021-01-29T01:32:38.398" v="623"/>
          <ac:spMkLst>
            <pc:docMk/>
            <pc:sldMk cId="1522789995" sldId="379"/>
            <ac:spMk id="25" creationId="{B80B0339-DE18-4B43-A984-DE50986C9340}"/>
          </ac:spMkLst>
        </pc:spChg>
        <pc:picChg chg="add mod">
          <ac:chgData name="鈴木 秀規" userId="f68c5fd9-22d5-4c0a-9833-7fb0f5135313" providerId="ADAL" clId="{1E1EFADE-4A0B-47B8-8EF8-2E15F0F63983}" dt="2021-01-29T01:31:56.654" v="612" actId="1076"/>
          <ac:picMkLst>
            <pc:docMk/>
            <pc:sldMk cId="1522789995" sldId="379"/>
            <ac:picMk id="6" creationId="{2A849C32-692A-4772-B21D-88A2ACB6D4A5}"/>
          </ac:picMkLst>
        </pc:picChg>
        <pc:picChg chg="add mod">
          <ac:chgData name="鈴木 秀規" userId="f68c5fd9-22d5-4c0a-9833-7fb0f5135313" providerId="ADAL" clId="{1E1EFADE-4A0B-47B8-8EF8-2E15F0F63983}" dt="2021-01-29T01:31:45.055" v="609" actId="1076"/>
          <ac:picMkLst>
            <pc:docMk/>
            <pc:sldMk cId="1522789995" sldId="379"/>
            <ac:picMk id="7" creationId="{5B8D53DE-5E89-492C-AB3F-992EDF533246}"/>
          </ac:picMkLst>
        </pc:picChg>
        <pc:picChg chg="add mod">
          <ac:chgData name="鈴木 秀規" userId="f68c5fd9-22d5-4c0a-9833-7fb0f5135313" providerId="ADAL" clId="{1E1EFADE-4A0B-47B8-8EF8-2E15F0F63983}" dt="2021-01-29T01:31:45.055" v="609" actId="1076"/>
          <ac:picMkLst>
            <pc:docMk/>
            <pc:sldMk cId="1522789995" sldId="379"/>
            <ac:picMk id="8" creationId="{6886DC06-D860-429F-AF57-23F706114EF2}"/>
          </ac:picMkLst>
        </pc:picChg>
        <pc:picChg chg="add mod">
          <ac:chgData name="鈴木 秀規" userId="f68c5fd9-22d5-4c0a-9833-7fb0f5135313" providerId="ADAL" clId="{1E1EFADE-4A0B-47B8-8EF8-2E15F0F63983}" dt="2021-01-29T01:31:45.055" v="609" actId="1076"/>
          <ac:picMkLst>
            <pc:docMk/>
            <pc:sldMk cId="1522789995" sldId="379"/>
            <ac:picMk id="9" creationId="{E7973784-610E-4D2C-90D5-65D99D3BEAD7}"/>
          </ac:picMkLst>
        </pc:picChg>
        <pc:cxnChg chg="add mod">
          <ac:chgData name="鈴木 秀規" userId="f68c5fd9-22d5-4c0a-9833-7fb0f5135313" providerId="ADAL" clId="{1E1EFADE-4A0B-47B8-8EF8-2E15F0F63983}" dt="2021-01-29T01:31:56.654" v="612" actId="1076"/>
          <ac:cxnSpMkLst>
            <pc:docMk/>
            <pc:sldMk cId="1522789995" sldId="379"/>
            <ac:cxnSpMk id="10" creationId="{9FD8A83F-0C7B-4386-9431-8CBC5A6D624A}"/>
          </ac:cxnSpMkLst>
        </pc:cxnChg>
        <pc:cxnChg chg="add mod">
          <ac:chgData name="鈴木 秀規" userId="f68c5fd9-22d5-4c0a-9833-7fb0f5135313" providerId="ADAL" clId="{1E1EFADE-4A0B-47B8-8EF8-2E15F0F63983}" dt="2021-01-29T01:31:56.654" v="612" actId="1076"/>
          <ac:cxnSpMkLst>
            <pc:docMk/>
            <pc:sldMk cId="1522789995" sldId="379"/>
            <ac:cxnSpMk id="11" creationId="{03496B72-C39A-4F65-937D-ADFDADC91199}"/>
          </ac:cxnSpMkLst>
        </pc:cxnChg>
        <pc:cxnChg chg="add mod">
          <ac:chgData name="鈴木 秀規" userId="f68c5fd9-22d5-4c0a-9833-7fb0f5135313" providerId="ADAL" clId="{1E1EFADE-4A0B-47B8-8EF8-2E15F0F63983}" dt="2021-01-29T01:31:56.654" v="612" actId="1076"/>
          <ac:cxnSpMkLst>
            <pc:docMk/>
            <pc:sldMk cId="1522789995" sldId="379"/>
            <ac:cxnSpMk id="12" creationId="{FD33321A-A1F1-4A21-9655-8480DD7F1288}"/>
          </ac:cxnSpMkLst>
        </pc:cxnChg>
      </pc:sldChg>
      <pc:sldChg chg="del">
        <pc:chgData name="鈴木 秀規" userId="f68c5fd9-22d5-4c0a-9833-7fb0f5135313" providerId="ADAL" clId="{1E1EFADE-4A0B-47B8-8EF8-2E15F0F63983}" dt="2021-01-29T00:11:30.439" v="27" actId="2696"/>
        <pc:sldMkLst>
          <pc:docMk/>
          <pc:sldMk cId="1295816778" sldId="380"/>
        </pc:sldMkLst>
      </pc:sldChg>
      <pc:sldChg chg="addSp modSp new mod">
        <pc:chgData name="鈴木 秀規" userId="f68c5fd9-22d5-4c0a-9833-7fb0f5135313" providerId="ADAL" clId="{1E1EFADE-4A0B-47B8-8EF8-2E15F0F63983}" dt="2021-01-29T01:38:44.510" v="671" actId="207"/>
        <pc:sldMkLst>
          <pc:docMk/>
          <pc:sldMk cId="3157073252" sldId="380"/>
        </pc:sldMkLst>
        <pc:spChg chg="mod">
          <ac:chgData name="鈴木 秀規" userId="f68c5fd9-22d5-4c0a-9833-7fb0f5135313" providerId="ADAL" clId="{1E1EFADE-4A0B-47B8-8EF8-2E15F0F63983}" dt="2021-01-29T01:32:55.606" v="625"/>
          <ac:spMkLst>
            <pc:docMk/>
            <pc:sldMk cId="3157073252" sldId="380"/>
            <ac:spMk id="3" creationId="{26A2C7A4-585F-42BD-BB49-B81AA12576C7}"/>
          </ac:spMkLst>
        </pc:spChg>
        <pc:spChg chg="mod">
          <ac:chgData name="鈴木 秀規" userId="f68c5fd9-22d5-4c0a-9833-7fb0f5135313" providerId="ADAL" clId="{1E1EFADE-4A0B-47B8-8EF8-2E15F0F63983}" dt="2021-01-29T01:34:26.445" v="629" actId="14100"/>
          <ac:spMkLst>
            <pc:docMk/>
            <pc:sldMk cId="3157073252" sldId="380"/>
            <ac:spMk id="5" creationId="{C2FAA142-CEE0-4D0B-B85B-5F9B477E6726}"/>
          </ac:spMkLst>
        </pc:spChg>
        <pc:spChg chg="add mod">
          <ac:chgData name="鈴木 秀規" userId="f68c5fd9-22d5-4c0a-9833-7fb0f5135313" providerId="ADAL" clId="{1E1EFADE-4A0B-47B8-8EF8-2E15F0F63983}" dt="2021-01-29T01:36:22.602" v="639" actId="20577"/>
          <ac:spMkLst>
            <pc:docMk/>
            <pc:sldMk cId="3157073252" sldId="380"/>
            <ac:spMk id="13" creationId="{D0595172-2769-43DE-A2C2-94996B5F1E88}"/>
          </ac:spMkLst>
        </pc:spChg>
        <pc:spChg chg="add mod">
          <ac:chgData name="鈴木 秀規" userId="f68c5fd9-22d5-4c0a-9833-7fb0f5135313" providerId="ADAL" clId="{1E1EFADE-4A0B-47B8-8EF8-2E15F0F63983}" dt="2021-01-29T01:36:25.495" v="640" actId="20577"/>
          <ac:spMkLst>
            <pc:docMk/>
            <pc:sldMk cId="3157073252" sldId="380"/>
            <ac:spMk id="14" creationId="{7200324B-7306-4747-B0EE-19EC9A436340}"/>
          </ac:spMkLst>
        </pc:spChg>
        <pc:spChg chg="add mod">
          <ac:chgData name="鈴木 秀規" userId="f68c5fd9-22d5-4c0a-9833-7fb0f5135313" providerId="ADAL" clId="{1E1EFADE-4A0B-47B8-8EF8-2E15F0F63983}" dt="2021-01-29T01:36:30.401" v="641" actId="20577"/>
          <ac:spMkLst>
            <pc:docMk/>
            <pc:sldMk cId="3157073252" sldId="380"/>
            <ac:spMk id="15" creationId="{F93E6F49-0FA4-45D6-AC25-2EE73AE0CA77}"/>
          </ac:spMkLst>
        </pc:spChg>
        <pc:spChg chg="add mod">
          <ac:chgData name="鈴木 秀規" userId="f68c5fd9-22d5-4c0a-9833-7fb0f5135313" providerId="ADAL" clId="{1E1EFADE-4A0B-47B8-8EF8-2E15F0F63983}" dt="2021-01-29T01:35:07.532" v="630"/>
          <ac:spMkLst>
            <pc:docMk/>
            <pc:sldMk cId="3157073252" sldId="380"/>
            <ac:spMk id="16" creationId="{B463895B-AE89-43EC-A968-4281BD9962F3}"/>
          </ac:spMkLst>
        </pc:spChg>
        <pc:spChg chg="add mod">
          <ac:chgData name="鈴木 秀規" userId="f68c5fd9-22d5-4c0a-9833-7fb0f5135313" providerId="ADAL" clId="{1E1EFADE-4A0B-47B8-8EF8-2E15F0F63983}" dt="2021-01-29T01:35:07.532" v="630"/>
          <ac:spMkLst>
            <pc:docMk/>
            <pc:sldMk cId="3157073252" sldId="380"/>
            <ac:spMk id="17" creationId="{090DD37D-7CDD-47E3-8444-E2254EFDBD2E}"/>
          </ac:spMkLst>
        </pc:spChg>
        <pc:spChg chg="add mod">
          <ac:chgData name="鈴木 秀規" userId="f68c5fd9-22d5-4c0a-9833-7fb0f5135313" providerId="ADAL" clId="{1E1EFADE-4A0B-47B8-8EF8-2E15F0F63983}" dt="2021-01-29T01:35:07.532" v="630"/>
          <ac:spMkLst>
            <pc:docMk/>
            <pc:sldMk cId="3157073252" sldId="380"/>
            <ac:spMk id="18" creationId="{FABF4ED0-41B7-4565-9892-8451B641DE4C}"/>
          </ac:spMkLst>
        </pc:spChg>
        <pc:spChg chg="add mod">
          <ac:chgData name="鈴木 秀規" userId="f68c5fd9-22d5-4c0a-9833-7fb0f5135313" providerId="ADAL" clId="{1E1EFADE-4A0B-47B8-8EF8-2E15F0F63983}" dt="2021-01-29T01:36:13.186" v="638" actId="14100"/>
          <ac:spMkLst>
            <pc:docMk/>
            <pc:sldMk cId="3157073252" sldId="380"/>
            <ac:spMk id="23" creationId="{C0DF2BD5-DE84-431F-89AE-08BF547400A9}"/>
          </ac:spMkLst>
        </pc:spChg>
        <pc:spChg chg="add mod">
          <ac:chgData name="鈴木 秀規" userId="f68c5fd9-22d5-4c0a-9833-7fb0f5135313" providerId="ADAL" clId="{1E1EFADE-4A0B-47B8-8EF8-2E15F0F63983}" dt="2021-01-29T01:37:31.322" v="653" actId="1076"/>
          <ac:spMkLst>
            <pc:docMk/>
            <pc:sldMk cId="3157073252" sldId="380"/>
            <ac:spMk id="24" creationId="{36A059BB-03B2-4594-B5A8-FBD4EEBF99A6}"/>
          </ac:spMkLst>
        </pc:spChg>
        <pc:spChg chg="add mod">
          <ac:chgData name="鈴木 秀規" userId="f68c5fd9-22d5-4c0a-9833-7fb0f5135313" providerId="ADAL" clId="{1E1EFADE-4A0B-47B8-8EF8-2E15F0F63983}" dt="2021-01-29T01:38:44.510" v="671" actId="207"/>
          <ac:spMkLst>
            <pc:docMk/>
            <pc:sldMk cId="3157073252" sldId="380"/>
            <ac:spMk id="29" creationId="{3BC98EFC-4B0D-4C39-AEB8-43529F519F78}"/>
          </ac:spMkLst>
        </pc:spChg>
        <pc:spChg chg="add mod">
          <ac:chgData name="鈴木 秀規" userId="f68c5fd9-22d5-4c0a-9833-7fb0f5135313" providerId="ADAL" clId="{1E1EFADE-4A0B-47B8-8EF8-2E15F0F63983}" dt="2021-01-29T01:38:21.644" v="666" actId="14100"/>
          <ac:spMkLst>
            <pc:docMk/>
            <pc:sldMk cId="3157073252" sldId="380"/>
            <ac:spMk id="30" creationId="{E81DC852-DA8C-4A04-8DB3-EF648B498E05}"/>
          </ac:spMkLst>
        </pc:spChg>
        <pc:picChg chg="add mod">
          <ac:chgData name="鈴木 秀規" userId="f68c5fd9-22d5-4c0a-9833-7fb0f5135313" providerId="ADAL" clId="{1E1EFADE-4A0B-47B8-8EF8-2E15F0F63983}" dt="2021-01-29T01:35:46.377" v="632" actId="1076"/>
          <ac:picMkLst>
            <pc:docMk/>
            <pc:sldMk cId="3157073252" sldId="380"/>
            <ac:picMk id="6" creationId="{52E4BB51-51E0-4750-900F-52D204DBC981}"/>
          </ac:picMkLst>
        </pc:picChg>
        <pc:picChg chg="add mod">
          <ac:chgData name="鈴木 秀規" userId="f68c5fd9-22d5-4c0a-9833-7fb0f5135313" providerId="ADAL" clId="{1E1EFADE-4A0B-47B8-8EF8-2E15F0F63983}" dt="2021-01-29T01:35:16.474" v="631" actId="1076"/>
          <ac:picMkLst>
            <pc:docMk/>
            <pc:sldMk cId="3157073252" sldId="380"/>
            <ac:picMk id="7" creationId="{79C8835B-185C-42B3-B6AD-4C0F91BDCDAC}"/>
          </ac:picMkLst>
        </pc:picChg>
        <pc:picChg chg="add mod">
          <ac:chgData name="鈴木 秀規" userId="f68c5fd9-22d5-4c0a-9833-7fb0f5135313" providerId="ADAL" clId="{1E1EFADE-4A0B-47B8-8EF8-2E15F0F63983}" dt="2021-01-29T01:35:07.532" v="630"/>
          <ac:picMkLst>
            <pc:docMk/>
            <pc:sldMk cId="3157073252" sldId="380"/>
            <ac:picMk id="8" creationId="{E71AB80C-D78C-4FEE-B8AB-A84D0C4B86CA}"/>
          </ac:picMkLst>
        </pc:picChg>
        <pc:picChg chg="add mod">
          <ac:chgData name="鈴木 秀規" userId="f68c5fd9-22d5-4c0a-9833-7fb0f5135313" providerId="ADAL" clId="{1E1EFADE-4A0B-47B8-8EF8-2E15F0F63983}" dt="2021-01-29T01:35:07.532" v="630"/>
          <ac:picMkLst>
            <pc:docMk/>
            <pc:sldMk cId="3157073252" sldId="380"/>
            <ac:picMk id="9" creationId="{D4B0B635-23DD-499E-BE8F-6306533ACB5F}"/>
          </ac:picMkLst>
        </pc:picChg>
        <pc:cxnChg chg="add mod">
          <ac:chgData name="鈴木 秀規" userId="f68c5fd9-22d5-4c0a-9833-7fb0f5135313" providerId="ADAL" clId="{1E1EFADE-4A0B-47B8-8EF8-2E15F0F63983}" dt="2021-01-29T01:35:46.377" v="632" actId="1076"/>
          <ac:cxnSpMkLst>
            <pc:docMk/>
            <pc:sldMk cId="3157073252" sldId="380"/>
            <ac:cxnSpMk id="10" creationId="{4143D2CB-3498-4BD1-A424-5B86192F18C9}"/>
          </ac:cxnSpMkLst>
        </pc:cxnChg>
        <pc:cxnChg chg="add mod">
          <ac:chgData name="鈴木 秀規" userId="f68c5fd9-22d5-4c0a-9833-7fb0f5135313" providerId="ADAL" clId="{1E1EFADE-4A0B-47B8-8EF8-2E15F0F63983}" dt="2021-01-29T01:35:46.377" v="632" actId="1076"/>
          <ac:cxnSpMkLst>
            <pc:docMk/>
            <pc:sldMk cId="3157073252" sldId="380"/>
            <ac:cxnSpMk id="11" creationId="{2486108F-1E2D-4254-BA54-8976C5C43691}"/>
          </ac:cxnSpMkLst>
        </pc:cxnChg>
        <pc:cxnChg chg="add mod">
          <ac:chgData name="鈴木 秀規" userId="f68c5fd9-22d5-4c0a-9833-7fb0f5135313" providerId="ADAL" clId="{1E1EFADE-4A0B-47B8-8EF8-2E15F0F63983}" dt="2021-01-29T01:35:46.377" v="632" actId="1076"/>
          <ac:cxnSpMkLst>
            <pc:docMk/>
            <pc:sldMk cId="3157073252" sldId="380"/>
            <ac:cxnSpMk id="12" creationId="{09A01396-16C3-4941-8DBB-855F823E2F76}"/>
          </ac:cxnSpMkLst>
        </pc:cxnChg>
        <pc:cxnChg chg="add mod">
          <ac:chgData name="鈴木 秀規" userId="f68c5fd9-22d5-4c0a-9833-7fb0f5135313" providerId="ADAL" clId="{1E1EFADE-4A0B-47B8-8EF8-2E15F0F63983}" dt="2021-01-29T01:37:23.515" v="652" actId="14100"/>
          <ac:cxnSpMkLst>
            <pc:docMk/>
            <pc:sldMk cId="3157073252" sldId="380"/>
            <ac:cxnSpMk id="25" creationId="{EE6A11BA-A89E-4537-866B-E7C3C52F89B8}"/>
          </ac:cxnSpMkLst>
        </pc:cxnChg>
      </pc:sldChg>
      <pc:sldChg chg="del">
        <pc:chgData name="鈴木 秀規" userId="f68c5fd9-22d5-4c0a-9833-7fb0f5135313" providerId="ADAL" clId="{1E1EFADE-4A0B-47B8-8EF8-2E15F0F63983}" dt="2021-01-29T00:11:30.439" v="27" actId="2696"/>
        <pc:sldMkLst>
          <pc:docMk/>
          <pc:sldMk cId="1094552731" sldId="381"/>
        </pc:sldMkLst>
      </pc:sldChg>
      <pc:sldChg chg="modSp new mod">
        <pc:chgData name="鈴木 秀規" userId="f68c5fd9-22d5-4c0a-9833-7fb0f5135313" providerId="ADAL" clId="{1E1EFADE-4A0B-47B8-8EF8-2E15F0F63983}" dt="2021-01-29T01:40:32.688" v="690" actId="207"/>
        <pc:sldMkLst>
          <pc:docMk/>
          <pc:sldMk cId="3693878349" sldId="381"/>
        </pc:sldMkLst>
        <pc:spChg chg="mod">
          <ac:chgData name="鈴木 秀規" userId="f68c5fd9-22d5-4c0a-9833-7fb0f5135313" providerId="ADAL" clId="{1E1EFADE-4A0B-47B8-8EF8-2E15F0F63983}" dt="2021-01-29T01:39:34.266" v="673"/>
          <ac:spMkLst>
            <pc:docMk/>
            <pc:sldMk cId="3693878349" sldId="381"/>
            <ac:spMk id="3" creationId="{715AA506-91D5-4D88-9A4D-8AE60D368292}"/>
          </ac:spMkLst>
        </pc:spChg>
        <pc:spChg chg="mod">
          <ac:chgData name="鈴木 秀規" userId="f68c5fd9-22d5-4c0a-9833-7fb0f5135313" providerId="ADAL" clId="{1E1EFADE-4A0B-47B8-8EF8-2E15F0F63983}" dt="2021-01-29T01:40:32.688" v="690" actId="207"/>
          <ac:spMkLst>
            <pc:docMk/>
            <pc:sldMk cId="3693878349" sldId="381"/>
            <ac:spMk id="5" creationId="{AD3928C4-C2BF-49D4-A2FF-CDBD28F19883}"/>
          </ac:spMkLst>
        </pc:spChg>
      </pc:sldChg>
      <pc:sldChg chg="del">
        <pc:chgData name="鈴木 秀規" userId="f68c5fd9-22d5-4c0a-9833-7fb0f5135313" providerId="ADAL" clId="{1E1EFADE-4A0B-47B8-8EF8-2E15F0F63983}" dt="2021-01-29T00:11:30.439" v="27" actId="2696"/>
        <pc:sldMkLst>
          <pc:docMk/>
          <pc:sldMk cId="3093851719" sldId="382"/>
        </pc:sldMkLst>
      </pc:sldChg>
      <pc:sldChg chg="del">
        <pc:chgData name="鈴木 秀規" userId="f68c5fd9-22d5-4c0a-9833-7fb0f5135313" providerId="ADAL" clId="{1E1EFADE-4A0B-47B8-8EF8-2E15F0F63983}" dt="2021-01-29T00:11:30.439" v="27" actId="2696"/>
        <pc:sldMkLst>
          <pc:docMk/>
          <pc:sldMk cId="248645521" sldId="383"/>
        </pc:sldMkLst>
      </pc:sldChg>
      <pc:sldChg chg="del">
        <pc:chgData name="鈴木 秀規" userId="f68c5fd9-22d5-4c0a-9833-7fb0f5135313" providerId="ADAL" clId="{1E1EFADE-4A0B-47B8-8EF8-2E15F0F63983}" dt="2021-01-29T00:11:30.439" v="27" actId="2696"/>
        <pc:sldMkLst>
          <pc:docMk/>
          <pc:sldMk cId="7551430" sldId="384"/>
        </pc:sldMkLst>
      </pc:sldChg>
    </pc:docChg>
  </pc:docChgLst>
  <pc:docChgLst>
    <pc:chgData name="鈴木 秀規" userId="f68c5fd9-22d5-4c0a-9833-7fb0f5135313" providerId="ADAL" clId="{8A6B1132-EA29-45BA-A0C7-6D72A30D4D5D}"/>
    <pc:docChg chg="modSld">
      <pc:chgData name="鈴木 秀規" userId="f68c5fd9-22d5-4c0a-9833-7fb0f5135313" providerId="ADAL" clId="{8A6B1132-EA29-45BA-A0C7-6D72A30D4D5D}" dt="2021-12-01T08:09:14.770" v="0" actId="1036"/>
      <pc:docMkLst>
        <pc:docMk/>
      </pc:docMkLst>
      <pc:sldChg chg="modSp mod">
        <pc:chgData name="鈴木 秀規" userId="f68c5fd9-22d5-4c0a-9833-7fb0f5135313" providerId="ADAL" clId="{8A6B1132-EA29-45BA-A0C7-6D72A30D4D5D}" dt="2021-12-01T08:09:14.770" v="0" actId="1036"/>
        <pc:sldMkLst>
          <pc:docMk/>
          <pc:sldMk cId="1491796703" sldId="364"/>
        </pc:sldMkLst>
        <pc:graphicFrameChg chg="mod">
          <ac:chgData name="鈴木 秀規" userId="f68c5fd9-22d5-4c0a-9833-7fb0f5135313" providerId="ADAL" clId="{8A6B1132-EA29-45BA-A0C7-6D72A30D4D5D}" dt="2021-12-01T08:09:14.770" v="0" actId="1036"/>
          <ac:graphicFrameMkLst>
            <pc:docMk/>
            <pc:sldMk cId="1491796703" sldId="364"/>
            <ac:graphicFrameMk id="6" creationId="{DDCE8367-7279-4C22-95C0-573968E8B81E}"/>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半田 拓哉" userId="1e4433e6-5c02-4084-a745-ce0b57f2b267" providerId="ADAL" clId="{6E7E551F-5F25-471A-848B-C83D25AB7595}"/>
    <pc:docChg chg="modSld">
      <pc:chgData name="半田 拓哉" userId="1e4433e6-5c02-4084-a745-ce0b57f2b267" providerId="ADAL" clId="{6E7E551F-5F25-471A-848B-C83D25AB7595}" dt="2022-04-27T02:00:23.287" v="3" actId="20577"/>
      <pc:docMkLst>
        <pc:docMk/>
      </pc:docMkLst>
      <pc:sldChg chg="modSp mod">
        <pc:chgData name="半田 拓哉" userId="1e4433e6-5c02-4084-a745-ce0b57f2b267" providerId="ADAL" clId="{6E7E551F-5F25-471A-848B-C83D25AB7595}" dt="2022-04-27T02:00:23.287" v="3" actId="20577"/>
        <pc:sldMkLst>
          <pc:docMk/>
          <pc:sldMk cId="1621899664" sldId="446"/>
        </pc:sldMkLst>
        <pc:spChg chg="mod">
          <ac:chgData name="半田 拓哉" userId="1e4433e6-5c02-4084-a745-ce0b57f2b267" providerId="ADAL" clId="{6E7E551F-5F25-471A-848B-C83D25AB7595}" dt="2022-04-27T02:00:23.287" v="3" actId="20577"/>
          <ac:spMkLst>
            <pc:docMk/>
            <pc:sldMk cId="1621899664" sldId="446"/>
            <ac:spMk id="7" creationId="{0FC30C39-EBE8-47E3-AA9D-4A7EEC4F3583}"/>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今野 稔章" userId="9659808f-245f-46a7-991e-983cdf43b7a2" providerId="ADAL" clId="{C46B6721-0622-4B1B-8DA0-F5D34F844DB5}"/>
    <pc:docChg chg="undo redo custSel addSld modSld">
      <pc:chgData name="今野 稔章" userId="9659808f-245f-46a7-991e-983cdf43b7a2" providerId="ADAL" clId="{C46B6721-0622-4B1B-8DA0-F5D34F844DB5}" dt="2022-03-16T06:16:11.992" v="633" actId="14734"/>
      <pc:docMkLst>
        <pc:docMk/>
      </pc:docMkLst>
      <pc:sldChg chg="modSp mod modNotesTx">
        <pc:chgData name="今野 稔章" userId="9659808f-245f-46a7-991e-983cdf43b7a2" providerId="ADAL" clId="{C46B6721-0622-4B1B-8DA0-F5D34F844DB5}" dt="2022-03-16T05:33:36.264" v="614" actId="20577"/>
        <pc:sldMkLst>
          <pc:docMk/>
          <pc:sldMk cId="3063249035" sldId="375"/>
        </pc:sldMkLst>
        <pc:spChg chg="mod">
          <ac:chgData name="今野 稔章" userId="9659808f-245f-46a7-991e-983cdf43b7a2" providerId="ADAL" clId="{C46B6721-0622-4B1B-8DA0-F5D34F844DB5}" dt="2022-03-16T05:33:36.264" v="614" actId="20577"/>
          <ac:spMkLst>
            <pc:docMk/>
            <pc:sldMk cId="3063249035" sldId="375"/>
            <ac:spMk id="5" creationId="{F791B0DE-9ADB-408B-8850-0B5262D9C44B}"/>
          </ac:spMkLst>
        </pc:spChg>
      </pc:sldChg>
      <pc:sldChg chg="modSp mod">
        <pc:chgData name="今野 稔章" userId="9659808f-245f-46a7-991e-983cdf43b7a2" providerId="ADAL" clId="{C46B6721-0622-4B1B-8DA0-F5D34F844DB5}" dt="2022-03-16T05:29:48.354" v="584" actId="20577"/>
        <pc:sldMkLst>
          <pc:docMk/>
          <pc:sldMk cId="221515273" sldId="377"/>
        </pc:sldMkLst>
        <pc:spChg chg="mod">
          <ac:chgData name="今野 稔章" userId="9659808f-245f-46a7-991e-983cdf43b7a2" providerId="ADAL" clId="{C46B6721-0622-4B1B-8DA0-F5D34F844DB5}" dt="2022-03-16T05:29:41.511" v="583" actId="207"/>
          <ac:spMkLst>
            <pc:docMk/>
            <pc:sldMk cId="221515273" sldId="377"/>
            <ac:spMk id="7" creationId="{0FC30C39-EBE8-47E3-AA9D-4A7EEC4F3583}"/>
          </ac:spMkLst>
        </pc:spChg>
        <pc:spChg chg="mod">
          <ac:chgData name="今野 稔章" userId="9659808f-245f-46a7-991e-983cdf43b7a2" providerId="ADAL" clId="{C46B6721-0622-4B1B-8DA0-F5D34F844DB5}" dt="2022-03-16T05:29:48.354" v="584" actId="20577"/>
          <ac:spMkLst>
            <pc:docMk/>
            <pc:sldMk cId="221515273" sldId="377"/>
            <ac:spMk id="8" creationId="{85232EF7-B812-4733-96CD-E0C14B596787}"/>
          </ac:spMkLst>
        </pc:spChg>
      </pc:sldChg>
      <pc:sldChg chg="modSp mod">
        <pc:chgData name="今野 稔章" userId="9659808f-245f-46a7-991e-983cdf43b7a2" providerId="ADAL" clId="{C46B6721-0622-4B1B-8DA0-F5D34F844DB5}" dt="2022-03-16T04:27:08.691" v="23" actId="207"/>
        <pc:sldMkLst>
          <pc:docMk/>
          <pc:sldMk cId="2322582000" sldId="378"/>
        </pc:sldMkLst>
        <pc:spChg chg="mod">
          <ac:chgData name="今野 稔章" userId="9659808f-245f-46a7-991e-983cdf43b7a2" providerId="ADAL" clId="{C46B6721-0622-4B1B-8DA0-F5D34F844DB5}" dt="2022-03-16T04:27:08.691" v="23" actId="207"/>
          <ac:spMkLst>
            <pc:docMk/>
            <pc:sldMk cId="2322582000" sldId="378"/>
            <ac:spMk id="7" creationId="{0FC30C39-EBE8-47E3-AA9D-4A7EEC4F3583}"/>
          </ac:spMkLst>
        </pc:spChg>
        <pc:spChg chg="mod">
          <ac:chgData name="今野 稔章" userId="9659808f-245f-46a7-991e-983cdf43b7a2" providerId="ADAL" clId="{C46B6721-0622-4B1B-8DA0-F5D34F844DB5}" dt="2022-03-16T04:27:08.691" v="23" actId="207"/>
          <ac:spMkLst>
            <pc:docMk/>
            <pc:sldMk cId="2322582000" sldId="378"/>
            <ac:spMk id="8" creationId="{85232EF7-B812-4733-96CD-E0C14B596787}"/>
          </ac:spMkLst>
        </pc:spChg>
      </pc:sldChg>
      <pc:sldChg chg="modSp mod">
        <pc:chgData name="今野 稔章" userId="9659808f-245f-46a7-991e-983cdf43b7a2" providerId="ADAL" clId="{C46B6721-0622-4B1B-8DA0-F5D34F844DB5}" dt="2022-03-16T06:16:11.992" v="633" actId="14734"/>
        <pc:sldMkLst>
          <pc:docMk/>
          <pc:sldMk cId="3139645398" sldId="379"/>
        </pc:sldMkLst>
        <pc:graphicFrameChg chg="modGraphic">
          <ac:chgData name="今野 稔章" userId="9659808f-245f-46a7-991e-983cdf43b7a2" providerId="ADAL" clId="{C46B6721-0622-4B1B-8DA0-F5D34F844DB5}" dt="2022-03-16T06:16:11.992" v="633" actId="14734"/>
          <ac:graphicFrameMkLst>
            <pc:docMk/>
            <pc:sldMk cId="3139645398" sldId="379"/>
            <ac:graphicFrameMk id="6" creationId="{DDCE8367-7279-4C22-95C0-573968E8B81E}"/>
          </ac:graphicFrameMkLst>
        </pc:graphicFrameChg>
      </pc:sldChg>
      <pc:sldChg chg="modSp mod">
        <pc:chgData name="今野 稔章" userId="9659808f-245f-46a7-991e-983cdf43b7a2" providerId="ADAL" clId="{C46B6721-0622-4B1B-8DA0-F5D34F844DB5}" dt="2022-03-16T05:30:26.517" v="587" actId="207"/>
        <pc:sldMkLst>
          <pc:docMk/>
          <pc:sldMk cId="2384476057" sldId="444"/>
        </pc:sldMkLst>
        <pc:spChg chg="mod">
          <ac:chgData name="今野 稔章" userId="9659808f-245f-46a7-991e-983cdf43b7a2" providerId="ADAL" clId="{C46B6721-0622-4B1B-8DA0-F5D34F844DB5}" dt="2022-03-16T05:30:26.517" v="587" actId="207"/>
          <ac:spMkLst>
            <pc:docMk/>
            <pc:sldMk cId="2384476057" sldId="444"/>
            <ac:spMk id="58" creationId="{DF077D7B-BCE1-48C6-A00D-871F479F650E}"/>
          </ac:spMkLst>
        </pc:spChg>
      </pc:sldChg>
      <pc:sldChg chg="modSp mod">
        <pc:chgData name="今野 稔章" userId="9659808f-245f-46a7-991e-983cdf43b7a2" providerId="ADAL" clId="{C46B6721-0622-4B1B-8DA0-F5D34F844DB5}" dt="2022-03-16T05:30:12.084" v="586" actId="207"/>
        <pc:sldMkLst>
          <pc:docMk/>
          <pc:sldMk cId="3500331937" sldId="445"/>
        </pc:sldMkLst>
        <pc:spChg chg="mod">
          <ac:chgData name="今野 稔章" userId="9659808f-245f-46a7-991e-983cdf43b7a2" providerId="ADAL" clId="{C46B6721-0622-4B1B-8DA0-F5D34F844DB5}" dt="2022-03-16T05:09:58.593" v="31" actId="20577"/>
          <ac:spMkLst>
            <pc:docMk/>
            <pc:sldMk cId="3500331937" sldId="445"/>
            <ac:spMk id="3" creationId="{B99B4DE4-67BC-4A7A-ADCF-37CD1D992E62}"/>
          </ac:spMkLst>
        </pc:spChg>
        <pc:spChg chg="mod">
          <ac:chgData name="今野 稔章" userId="9659808f-245f-46a7-991e-983cdf43b7a2" providerId="ADAL" clId="{C46B6721-0622-4B1B-8DA0-F5D34F844DB5}" dt="2022-03-16T05:30:06.431" v="585" actId="207"/>
          <ac:spMkLst>
            <pc:docMk/>
            <pc:sldMk cId="3500331937" sldId="445"/>
            <ac:spMk id="7" creationId="{0FC30C39-EBE8-47E3-AA9D-4A7EEC4F3583}"/>
          </ac:spMkLst>
        </pc:spChg>
        <pc:spChg chg="mod">
          <ac:chgData name="今野 稔章" userId="9659808f-245f-46a7-991e-983cdf43b7a2" providerId="ADAL" clId="{C46B6721-0622-4B1B-8DA0-F5D34F844DB5}" dt="2022-03-16T05:30:12.084" v="586" actId="207"/>
          <ac:spMkLst>
            <pc:docMk/>
            <pc:sldMk cId="3500331937" sldId="445"/>
            <ac:spMk id="8" creationId="{85232EF7-B812-4733-96CD-E0C14B596787}"/>
          </ac:spMkLst>
        </pc:spChg>
      </pc:sldChg>
      <pc:sldChg chg="addSp delSp modSp add mod">
        <pc:chgData name="今野 稔章" userId="9659808f-245f-46a7-991e-983cdf43b7a2" providerId="ADAL" clId="{C46B6721-0622-4B1B-8DA0-F5D34F844DB5}" dt="2022-03-16T05:28:09.508" v="582" actId="20577"/>
        <pc:sldMkLst>
          <pc:docMk/>
          <pc:sldMk cId="1621899664" sldId="446"/>
        </pc:sldMkLst>
        <pc:spChg chg="mod">
          <ac:chgData name="今野 稔章" userId="9659808f-245f-46a7-991e-983cdf43b7a2" providerId="ADAL" clId="{C46B6721-0622-4B1B-8DA0-F5D34F844DB5}" dt="2022-03-16T05:10:05.103" v="38" actId="20577"/>
          <ac:spMkLst>
            <pc:docMk/>
            <pc:sldMk cId="1621899664" sldId="446"/>
            <ac:spMk id="3" creationId="{B99B4DE4-67BC-4A7A-ADCF-37CD1D992E62}"/>
          </ac:spMkLst>
        </pc:spChg>
        <pc:spChg chg="mod">
          <ac:chgData name="今野 稔章" userId="9659808f-245f-46a7-991e-983cdf43b7a2" providerId="ADAL" clId="{C46B6721-0622-4B1B-8DA0-F5D34F844DB5}" dt="2022-03-16T05:19:15.625" v="345" actId="20577"/>
          <ac:spMkLst>
            <pc:docMk/>
            <pc:sldMk cId="1621899664" sldId="446"/>
            <ac:spMk id="7" creationId="{0FC30C39-EBE8-47E3-AA9D-4A7EEC4F3583}"/>
          </ac:spMkLst>
        </pc:spChg>
        <pc:spChg chg="mod">
          <ac:chgData name="今野 稔章" userId="9659808f-245f-46a7-991e-983cdf43b7a2" providerId="ADAL" clId="{C46B6721-0622-4B1B-8DA0-F5D34F844DB5}" dt="2022-03-16T05:22:43.637" v="526" actId="20577"/>
          <ac:spMkLst>
            <pc:docMk/>
            <pc:sldMk cId="1621899664" sldId="446"/>
            <ac:spMk id="8" creationId="{85232EF7-B812-4733-96CD-E0C14B596787}"/>
          </ac:spMkLst>
        </pc:spChg>
        <pc:spChg chg="mod">
          <ac:chgData name="今野 稔章" userId="9659808f-245f-46a7-991e-983cdf43b7a2" providerId="ADAL" clId="{C46B6721-0622-4B1B-8DA0-F5D34F844DB5}" dt="2022-03-16T05:19:42.747" v="352" actId="14100"/>
          <ac:spMkLst>
            <pc:docMk/>
            <pc:sldMk cId="1621899664" sldId="446"/>
            <ac:spMk id="10" creationId="{ED2AABD7-E1F9-4A57-AE4B-0EA6D8D8904F}"/>
          </ac:spMkLst>
        </pc:spChg>
        <pc:spChg chg="mod">
          <ac:chgData name="今野 稔章" userId="9659808f-245f-46a7-991e-983cdf43b7a2" providerId="ADAL" clId="{C46B6721-0622-4B1B-8DA0-F5D34F844DB5}" dt="2022-03-16T05:20:45.269" v="465" actId="14100"/>
          <ac:spMkLst>
            <pc:docMk/>
            <pc:sldMk cId="1621899664" sldId="446"/>
            <ac:spMk id="11" creationId="{8B0EBC0D-B92B-4481-8109-CF56428645B2}"/>
          </ac:spMkLst>
        </pc:spChg>
        <pc:spChg chg="del mod ord">
          <ac:chgData name="今野 稔章" userId="9659808f-245f-46a7-991e-983cdf43b7a2" providerId="ADAL" clId="{C46B6721-0622-4B1B-8DA0-F5D34F844DB5}" dt="2022-03-16T05:25:57.443" v="550" actId="478"/>
          <ac:spMkLst>
            <pc:docMk/>
            <pc:sldMk cId="1621899664" sldId="446"/>
            <ac:spMk id="15" creationId="{0239E464-E134-4259-905F-4E4B1F7A42A8}"/>
          </ac:spMkLst>
        </pc:spChg>
        <pc:spChg chg="mod">
          <ac:chgData name="今野 稔章" userId="9659808f-245f-46a7-991e-983cdf43b7a2" providerId="ADAL" clId="{C46B6721-0622-4B1B-8DA0-F5D34F844DB5}" dt="2022-03-16T05:28:09.508" v="582" actId="20577"/>
          <ac:spMkLst>
            <pc:docMk/>
            <pc:sldMk cId="1621899664" sldId="446"/>
            <ac:spMk id="16" creationId="{72F381D9-AF16-4837-8D07-D5DBAF8C6F95}"/>
          </ac:spMkLst>
        </pc:spChg>
        <pc:picChg chg="add mod ord modCrop">
          <ac:chgData name="今野 稔章" userId="9659808f-245f-46a7-991e-983cdf43b7a2" providerId="ADAL" clId="{C46B6721-0622-4B1B-8DA0-F5D34F844DB5}" dt="2022-03-16T05:27:36.063" v="560" actId="1036"/>
          <ac:picMkLst>
            <pc:docMk/>
            <pc:sldMk cId="1621899664" sldId="446"/>
            <ac:picMk id="12" creationId="{028065F8-A1B5-4C5D-A0E3-3012362ABBCC}"/>
          </ac:picMkLst>
        </pc:picChg>
        <pc:picChg chg="del">
          <ac:chgData name="今野 稔章" userId="9659808f-245f-46a7-991e-983cdf43b7a2" providerId="ADAL" clId="{C46B6721-0622-4B1B-8DA0-F5D34F844DB5}" dt="2022-03-16T05:22:50.545" v="527" actId="478"/>
          <ac:picMkLst>
            <pc:docMk/>
            <pc:sldMk cId="1621899664" sldId="446"/>
            <ac:picMk id="13" creationId="{89E31502-5C7B-4C65-99A1-21D328367A7B}"/>
          </ac:picMkLst>
        </pc:picChg>
      </pc:sldChg>
    </pc:docChg>
  </pc:docChgLst>
  <pc:docChgLst>
    <pc:chgData name="今野 稔章" userId="9659808f-245f-46a7-991e-983cdf43b7a2" providerId="ADAL" clId="{39BD78F9-D1FA-479C-AFAD-A3D53CB85A90}"/>
    <pc:docChg chg="undo custSel addSld delSld modSld sldOrd">
      <pc:chgData name="今野 稔章" userId="9659808f-245f-46a7-991e-983cdf43b7a2" providerId="ADAL" clId="{39BD78F9-D1FA-479C-AFAD-A3D53CB85A90}" dt="2022-03-10T07:41:43.688" v="7486" actId="5793"/>
      <pc:docMkLst>
        <pc:docMk/>
      </pc:docMkLst>
      <pc:sldChg chg="modSp del mod modShow">
        <pc:chgData name="今野 稔章" userId="9659808f-245f-46a7-991e-983cdf43b7a2" providerId="ADAL" clId="{39BD78F9-D1FA-479C-AFAD-A3D53CB85A90}" dt="2022-03-10T07:40:37.951" v="7484" actId="2696"/>
        <pc:sldMkLst>
          <pc:docMk/>
          <pc:sldMk cId="2397736379" sldId="363"/>
        </pc:sldMkLst>
        <pc:spChg chg="mod">
          <ac:chgData name="今野 稔章" userId="9659808f-245f-46a7-991e-983cdf43b7a2" providerId="ADAL" clId="{39BD78F9-D1FA-479C-AFAD-A3D53CB85A90}" dt="2022-03-08T00:14:15.423" v="60" actId="20577"/>
          <ac:spMkLst>
            <pc:docMk/>
            <pc:sldMk cId="2397736379" sldId="363"/>
            <ac:spMk id="2" creationId="{1B313D8A-D538-4F9B-94CE-FFA3665A9224}"/>
          </ac:spMkLst>
        </pc:spChg>
      </pc:sldChg>
      <pc:sldChg chg="modSp mod ord modNotesTx">
        <pc:chgData name="今野 稔章" userId="9659808f-245f-46a7-991e-983cdf43b7a2" providerId="ADAL" clId="{39BD78F9-D1FA-479C-AFAD-A3D53CB85A90}" dt="2022-03-09T08:14:28.522" v="3535" actId="5793"/>
        <pc:sldMkLst>
          <pc:docMk/>
          <pc:sldMk cId="1491796703" sldId="364"/>
        </pc:sldMkLst>
        <pc:spChg chg="mod">
          <ac:chgData name="今野 稔章" userId="9659808f-245f-46a7-991e-983cdf43b7a2" providerId="ADAL" clId="{39BD78F9-D1FA-479C-AFAD-A3D53CB85A90}" dt="2022-03-08T00:14:43.826" v="62" actId="20577"/>
          <ac:spMkLst>
            <pc:docMk/>
            <pc:sldMk cId="1491796703" sldId="364"/>
            <ac:spMk id="3" creationId="{7792D0C0-CA82-473E-95FC-0F27B3EAC620}"/>
          </ac:spMkLst>
        </pc:spChg>
        <pc:spChg chg="mod">
          <ac:chgData name="今野 稔章" userId="9659808f-245f-46a7-991e-983cdf43b7a2" providerId="ADAL" clId="{39BD78F9-D1FA-479C-AFAD-A3D53CB85A90}" dt="2022-03-09T07:38:38.975" v="2858" actId="20577"/>
          <ac:spMkLst>
            <pc:docMk/>
            <pc:sldMk cId="1491796703" sldId="364"/>
            <ac:spMk id="5" creationId="{0E555CD9-10A0-4852-932D-CCBC906DD192}"/>
          </ac:spMkLst>
        </pc:spChg>
        <pc:spChg chg="mod">
          <ac:chgData name="今野 稔章" userId="9659808f-245f-46a7-991e-983cdf43b7a2" providerId="ADAL" clId="{39BD78F9-D1FA-479C-AFAD-A3D53CB85A90}" dt="2022-03-09T07:39:18.101" v="2900" actId="1036"/>
          <ac:spMkLst>
            <pc:docMk/>
            <pc:sldMk cId="1491796703" sldId="364"/>
            <ac:spMk id="7" creationId="{131FE02A-70CC-40DF-9182-018F6982F20F}"/>
          </ac:spMkLst>
        </pc:spChg>
        <pc:spChg chg="mod">
          <ac:chgData name="今野 稔章" userId="9659808f-245f-46a7-991e-983cdf43b7a2" providerId="ADAL" clId="{39BD78F9-D1FA-479C-AFAD-A3D53CB85A90}" dt="2022-03-09T07:38:25.886" v="2856" actId="5793"/>
          <ac:spMkLst>
            <pc:docMk/>
            <pc:sldMk cId="1491796703" sldId="364"/>
            <ac:spMk id="8" creationId="{48831A36-9810-407D-ADD4-926B54DA7678}"/>
          </ac:spMkLst>
        </pc:spChg>
        <pc:graphicFrameChg chg="mod">
          <ac:chgData name="今野 稔章" userId="9659808f-245f-46a7-991e-983cdf43b7a2" providerId="ADAL" clId="{39BD78F9-D1FA-479C-AFAD-A3D53CB85A90}" dt="2022-03-09T07:38:48.285" v="2879" actId="1036"/>
          <ac:graphicFrameMkLst>
            <pc:docMk/>
            <pc:sldMk cId="1491796703" sldId="364"/>
            <ac:graphicFrameMk id="6" creationId="{DDCE8367-7279-4C22-95C0-573968E8B81E}"/>
          </ac:graphicFrameMkLst>
        </pc:graphicFrameChg>
      </pc:sldChg>
      <pc:sldChg chg="del mod modShow modNotesTx">
        <pc:chgData name="今野 稔章" userId="9659808f-245f-46a7-991e-983cdf43b7a2" providerId="ADAL" clId="{39BD78F9-D1FA-479C-AFAD-A3D53CB85A90}" dt="2022-03-10T07:40:37.951" v="7484" actId="2696"/>
        <pc:sldMkLst>
          <pc:docMk/>
          <pc:sldMk cId="2862888682" sldId="365"/>
        </pc:sldMkLst>
      </pc:sldChg>
      <pc:sldChg chg="del mod modShow">
        <pc:chgData name="今野 稔章" userId="9659808f-245f-46a7-991e-983cdf43b7a2" providerId="ADAL" clId="{39BD78F9-D1FA-479C-AFAD-A3D53CB85A90}" dt="2022-03-10T07:40:37.951" v="7484" actId="2696"/>
        <pc:sldMkLst>
          <pc:docMk/>
          <pc:sldMk cId="805013935" sldId="366"/>
        </pc:sldMkLst>
      </pc:sldChg>
      <pc:sldChg chg="del mod modShow">
        <pc:chgData name="今野 稔章" userId="9659808f-245f-46a7-991e-983cdf43b7a2" providerId="ADAL" clId="{39BD78F9-D1FA-479C-AFAD-A3D53CB85A90}" dt="2022-03-10T07:40:37.951" v="7484" actId="2696"/>
        <pc:sldMkLst>
          <pc:docMk/>
          <pc:sldMk cId="1837428979" sldId="367"/>
        </pc:sldMkLst>
      </pc:sldChg>
      <pc:sldChg chg="modSp del mod ord modShow">
        <pc:chgData name="今野 稔章" userId="9659808f-245f-46a7-991e-983cdf43b7a2" providerId="ADAL" clId="{39BD78F9-D1FA-479C-AFAD-A3D53CB85A90}" dt="2022-03-10T07:40:37.951" v="7484" actId="2696"/>
        <pc:sldMkLst>
          <pc:docMk/>
          <pc:sldMk cId="1713287924" sldId="368"/>
        </pc:sldMkLst>
        <pc:spChg chg="mod">
          <ac:chgData name="今野 稔章" userId="9659808f-245f-46a7-991e-983cdf43b7a2" providerId="ADAL" clId="{39BD78F9-D1FA-479C-AFAD-A3D53CB85A90}" dt="2022-03-10T00:39:44.251" v="4208" actId="20577"/>
          <ac:spMkLst>
            <pc:docMk/>
            <pc:sldMk cId="1713287924" sldId="368"/>
            <ac:spMk id="5" creationId="{5A15B9D0-4F4E-42B4-B01F-A2116727B752}"/>
          </ac:spMkLst>
        </pc:spChg>
      </pc:sldChg>
      <pc:sldChg chg="del mod modShow">
        <pc:chgData name="今野 稔章" userId="9659808f-245f-46a7-991e-983cdf43b7a2" providerId="ADAL" clId="{39BD78F9-D1FA-479C-AFAD-A3D53CB85A90}" dt="2022-03-10T07:40:37.951" v="7484" actId="2696"/>
        <pc:sldMkLst>
          <pc:docMk/>
          <pc:sldMk cId="2427838374" sldId="369"/>
        </pc:sldMkLst>
      </pc:sldChg>
      <pc:sldChg chg="modSp mod ord">
        <pc:chgData name="今野 稔章" userId="9659808f-245f-46a7-991e-983cdf43b7a2" providerId="ADAL" clId="{39BD78F9-D1FA-479C-AFAD-A3D53CB85A90}" dt="2022-03-10T00:55:25.497" v="4682" actId="20577"/>
        <pc:sldMkLst>
          <pc:docMk/>
          <pc:sldMk cId="1375847763" sldId="370"/>
        </pc:sldMkLst>
        <pc:spChg chg="mod">
          <ac:chgData name="今野 稔章" userId="9659808f-245f-46a7-991e-983cdf43b7a2" providerId="ADAL" clId="{39BD78F9-D1FA-479C-AFAD-A3D53CB85A90}" dt="2022-03-10T00:55:25.497" v="4682" actId="20577"/>
          <ac:spMkLst>
            <pc:docMk/>
            <pc:sldMk cId="1375847763" sldId="370"/>
            <ac:spMk id="3" creationId="{257599A0-BD8E-43B6-893F-D3BD14BA35D3}"/>
          </ac:spMkLst>
        </pc:spChg>
        <pc:spChg chg="mod">
          <ac:chgData name="今野 稔章" userId="9659808f-245f-46a7-991e-983cdf43b7a2" providerId="ADAL" clId="{39BD78F9-D1FA-479C-AFAD-A3D53CB85A90}" dt="2022-03-10T00:41:50.183" v="4247" actId="20577"/>
          <ac:spMkLst>
            <pc:docMk/>
            <pc:sldMk cId="1375847763" sldId="370"/>
            <ac:spMk id="5" creationId="{54EA06F8-723C-4C46-95CE-E7F36487A76B}"/>
          </ac:spMkLst>
        </pc:spChg>
      </pc:sldChg>
      <pc:sldChg chg="modSp mod ord modNotesTx">
        <pc:chgData name="今野 稔章" userId="9659808f-245f-46a7-991e-983cdf43b7a2" providerId="ADAL" clId="{39BD78F9-D1FA-479C-AFAD-A3D53CB85A90}" dt="2022-03-10T07:41:43.688" v="7486" actId="5793"/>
        <pc:sldMkLst>
          <pc:docMk/>
          <pc:sldMk cId="88774120" sldId="371"/>
        </pc:sldMkLst>
        <pc:spChg chg="mod">
          <ac:chgData name="今野 稔章" userId="9659808f-245f-46a7-991e-983cdf43b7a2" providerId="ADAL" clId="{39BD78F9-D1FA-479C-AFAD-A3D53CB85A90}" dt="2022-03-10T00:55:16.687" v="4670" actId="20577"/>
          <ac:spMkLst>
            <pc:docMk/>
            <pc:sldMk cId="88774120" sldId="371"/>
            <ac:spMk id="3" creationId="{BACB9769-04E3-428B-8379-D0ACEE653078}"/>
          </ac:spMkLst>
        </pc:spChg>
        <pc:spChg chg="mod">
          <ac:chgData name="今野 稔章" userId="9659808f-245f-46a7-991e-983cdf43b7a2" providerId="ADAL" clId="{39BD78F9-D1FA-479C-AFAD-A3D53CB85A90}" dt="2022-03-10T06:55:47.453" v="6612" actId="20577"/>
          <ac:spMkLst>
            <pc:docMk/>
            <pc:sldMk cId="88774120" sldId="371"/>
            <ac:spMk id="5" creationId="{DA849902-FDBE-46E8-B518-154E3E8604A2}"/>
          </ac:spMkLst>
        </pc:spChg>
      </pc:sldChg>
      <pc:sldChg chg="addSp modSp del mod ord">
        <pc:chgData name="今野 稔章" userId="9659808f-245f-46a7-991e-983cdf43b7a2" providerId="ADAL" clId="{39BD78F9-D1FA-479C-AFAD-A3D53CB85A90}" dt="2022-03-10T00:32:45.313" v="4095" actId="2696"/>
        <pc:sldMkLst>
          <pc:docMk/>
          <pc:sldMk cId="1789203375" sldId="372"/>
        </pc:sldMkLst>
        <pc:spChg chg="mod">
          <ac:chgData name="今野 稔章" userId="9659808f-245f-46a7-991e-983cdf43b7a2" providerId="ADAL" clId="{39BD78F9-D1FA-479C-AFAD-A3D53CB85A90}" dt="2022-03-08T01:11:01.146" v="157" actId="20577"/>
          <ac:spMkLst>
            <pc:docMk/>
            <pc:sldMk cId="1789203375" sldId="372"/>
            <ac:spMk id="3" creationId="{B99B4DE4-67BC-4A7A-ADCF-37CD1D992E62}"/>
          </ac:spMkLst>
        </pc:spChg>
        <pc:spChg chg="mod">
          <ac:chgData name="今野 稔章" userId="9659808f-245f-46a7-991e-983cdf43b7a2" providerId="ADAL" clId="{39BD78F9-D1FA-479C-AFAD-A3D53CB85A90}" dt="2022-03-08T06:37:13.323" v="1710" actId="20577"/>
          <ac:spMkLst>
            <pc:docMk/>
            <pc:sldMk cId="1789203375" sldId="372"/>
            <ac:spMk id="5" creationId="{6787D70C-FE95-4CAB-8B0F-363F2A30CB34}"/>
          </ac:spMkLst>
        </pc:spChg>
        <pc:spChg chg="mod">
          <ac:chgData name="今野 稔章" userId="9659808f-245f-46a7-991e-983cdf43b7a2" providerId="ADAL" clId="{39BD78F9-D1FA-479C-AFAD-A3D53CB85A90}" dt="2022-03-09T08:15:24.855" v="3543" actId="21"/>
          <ac:spMkLst>
            <pc:docMk/>
            <pc:sldMk cId="1789203375" sldId="372"/>
            <ac:spMk id="7" creationId="{0FC30C39-EBE8-47E3-AA9D-4A7EEC4F3583}"/>
          </ac:spMkLst>
        </pc:spChg>
        <pc:spChg chg="mod">
          <ac:chgData name="今野 稔章" userId="9659808f-245f-46a7-991e-983cdf43b7a2" providerId="ADAL" clId="{39BD78F9-D1FA-479C-AFAD-A3D53CB85A90}" dt="2022-03-09T08:15:39.386" v="3545" actId="21"/>
          <ac:spMkLst>
            <pc:docMk/>
            <pc:sldMk cId="1789203375" sldId="372"/>
            <ac:spMk id="8" creationId="{85232EF7-B812-4733-96CD-E0C14B596787}"/>
          </ac:spMkLst>
        </pc:spChg>
        <pc:cxnChg chg="add mod">
          <ac:chgData name="今野 稔章" userId="9659808f-245f-46a7-991e-983cdf43b7a2" providerId="ADAL" clId="{39BD78F9-D1FA-479C-AFAD-A3D53CB85A90}" dt="2022-03-08T07:36:14.939" v="2227" actId="14100"/>
          <ac:cxnSpMkLst>
            <pc:docMk/>
            <pc:sldMk cId="1789203375" sldId="372"/>
            <ac:cxnSpMk id="9" creationId="{E657EE02-14C3-4D9B-91E9-F6D6671C36F4}"/>
          </ac:cxnSpMkLst>
        </pc:cxnChg>
      </pc:sldChg>
      <pc:sldChg chg="modSp mod ord modNotesTx">
        <pc:chgData name="今野 稔章" userId="9659808f-245f-46a7-991e-983cdf43b7a2" providerId="ADAL" clId="{39BD78F9-D1FA-479C-AFAD-A3D53CB85A90}" dt="2022-03-10T04:37:14.105" v="5673" actId="5793"/>
        <pc:sldMkLst>
          <pc:docMk/>
          <pc:sldMk cId="2979480215" sldId="373"/>
        </pc:sldMkLst>
        <pc:spChg chg="mod">
          <ac:chgData name="今野 稔章" userId="9659808f-245f-46a7-991e-983cdf43b7a2" providerId="ADAL" clId="{39BD78F9-D1FA-479C-AFAD-A3D53CB85A90}" dt="2022-03-10T04:33:35.191" v="5671" actId="20577"/>
          <ac:spMkLst>
            <pc:docMk/>
            <pc:sldMk cId="2979480215" sldId="373"/>
            <ac:spMk id="5" creationId="{133F1DED-CA16-4302-9912-4B561EF34336}"/>
          </ac:spMkLst>
        </pc:spChg>
      </pc:sldChg>
      <pc:sldChg chg="del mod ord modShow">
        <pc:chgData name="今野 稔章" userId="9659808f-245f-46a7-991e-983cdf43b7a2" providerId="ADAL" clId="{39BD78F9-D1FA-479C-AFAD-A3D53CB85A90}" dt="2022-03-10T07:40:37.951" v="7484" actId="2696"/>
        <pc:sldMkLst>
          <pc:docMk/>
          <pc:sldMk cId="3198692090" sldId="374"/>
        </pc:sldMkLst>
      </pc:sldChg>
      <pc:sldChg chg="modSp mod modNotesTx">
        <pc:chgData name="今野 稔章" userId="9659808f-245f-46a7-991e-983cdf43b7a2" providerId="ADAL" clId="{39BD78F9-D1FA-479C-AFAD-A3D53CB85A90}" dt="2022-03-09T08:41:55.166" v="3797" actId="20577"/>
        <pc:sldMkLst>
          <pc:docMk/>
          <pc:sldMk cId="3063249035" sldId="375"/>
        </pc:sldMkLst>
        <pc:spChg chg="mod">
          <ac:chgData name="今野 稔章" userId="9659808f-245f-46a7-991e-983cdf43b7a2" providerId="ADAL" clId="{39BD78F9-D1FA-479C-AFAD-A3D53CB85A90}" dt="2022-03-08T00:04:21.504" v="15" actId="20577"/>
          <ac:spMkLst>
            <pc:docMk/>
            <pc:sldMk cId="3063249035" sldId="375"/>
            <ac:spMk id="3" creationId="{41E21F34-5EB0-40E2-9675-8520565B7CC2}"/>
          </ac:spMkLst>
        </pc:spChg>
        <pc:spChg chg="mod">
          <ac:chgData name="今野 稔章" userId="9659808f-245f-46a7-991e-983cdf43b7a2" providerId="ADAL" clId="{39BD78F9-D1FA-479C-AFAD-A3D53CB85A90}" dt="2022-03-09T07:30:22.495" v="2852" actId="115"/>
          <ac:spMkLst>
            <pc:docMk/>
            <pc:sldMk cId="3063249035" sldId="375"/>
            <ac:spMk id="5" creationId="{F791B0DE-9ADB-408B-8850-0B5262D9C44B}"/>
          </ac:spMkLst>
        </pc:spChg>
        <pc:spChg chg="mod">
          <ac:chgData name="今野 稔章" userId="9659808f-245f-46a7-991e-983cdf43b7a2" providerId="ADAL" clId="{39BD78F9-D1FA-479C-AFAD-A3D53CB85A90}" dt="2022-03-09T08:41:55.166" v="3797" actId="20577"/>
          <ac:spMkLst>
            <pc:docMk/>
            <pc:sldMk cId="3063249035" sldId="375"/>
            <ac:spMk id="6" creationId="{02A49A4D-21D5-4948-B041-7763A3810923}"/>
          </ac:spMkLst>
        </pc:spChg>
      </pc:sldChg>
      <pc:sldChg chg="addSp delSp modSp mod ord">
        <pc:chgData name="今野 稔章" userId="9659808f-245f-46a7-991e-983cdf43b7a2" providerId="ADAL" clId="{39BD78F9-D1FA-479C-AFAD-A3D53CB85A90}" dt="2022-03-10T00:55:36.514" v="4687" actId="20577"/>
        <pc:sldMkLst>
          <pc:docMk/>
          <pc:sldMk cId="4049129322" sldId="376"/>
        </pc:sldMkLst>
        <pc:spChg chg="mod">
          <ac:chgData name="今野 稔章" userId="9659808f-245f-46a7-991e-983cdf43b7a2" providerId="ADAL" clId="{39BD78F9-D1FA-479C-AFAD-A3D53CB85A90}" dt="2022-03-10T00:55:36.514" v="4687" actId="20577"/>
          <ac:spMkLst>
            <pc:docMk/>
            <pc:sldMk cId="4049129322" sldId="376"/>
            <ac:spMk id="3" creationId="{828459FB-728C-4C36-9964-8B7C9D076E92}"/>
          </ac:spMkLst>
        </pc:spChg>
        <pc:spChg chg="mod">
          <ac:chgData name="今野 稔章" userId="9659808f-245f-46a7-991e-983cdf43b7a2" providerId="ADAL" clId="{39BD78F9-D1FA-479C-AFAD-A3D53CB85A90}" dt="2022-03-09T07:26:59.817" v="2816" actId="1076"/>
          <ac:spMkLst>
            <pc:docMk/>
            <pc:sldMk cId="4049129322" sldId="376"/>
            <ac:spMk id="5" creationId="{672223B2-9C70-4FCD-980D-21AE1D457B0E}"/>
          </ac:spMkLst>
        </pc:spChg>
        <pc:spChg chg="mod">
          <ac:chgData name="今野 稔章" userId="9659808f-245f-46a7-991e-983cdf43b7a2" providerId="ADAL" clId="{39BD78F9-D1FA-479C-AFAD-A3D53CB85A90}" dt="2022-03-10T00:19:52.389" v="3835" actId="20577"/>
          <ac:spMkLst>
            <pc:docMk/>
            <pc:sldMk cId="4049129322" sldId="376"/>
            <ac:spMk id="6" creationId="{CF3CED27-92CE-44C7-B4DE-3154756AB190}"/>
          </ac:spMkLst>
        </pc:spChg>
        <pc:picChg chg="add del mod">
          <ac:chgData name="今野 稔章" userId="9659808f-245f-46a7-991e-983cdf43b7a2" providerId="ADAL" clId="{39BD78F9-D1FA-479C-AFAD-A3D53CB85A90}" dt="2022-03-09T07:26:18.309" v="2811" actId="478"/>
          <ac:picMkLst>
            <pc:docMk/>
            <pc:sldMk cId="4049129322" sldId="376"/>
            <ac:picMk id="1026" creationId="{C34A538F-8B47-4146-9F46-7D220BCB0645}"/>
          </ac:picMkLst>
        </pc:picChg>
        <pc:picChg chg="add del mod">
          <ac:chgData name="今野 稔章" userId="9659808f-245f-46a7-991e-983cdf43b7a2" providerId="ADAL" clId="{39BD78F9-D1FA-479C-AFAD-A3D53CB85A90}" dt="2022-03-09T07:27:00.490" v="2817"/>
          <ac:picMkLst>
            <pc:docMk/>
            <pc:sldMk cId="4049129322" sldId="376"/>
            <ac:picMk id="1028" creationId="{41E227D8-AE14-4B09-AD03-12FDC2339137}"/>
          </ac:picMkLst>
        </pc:picChg>
        <pc:picChg chg="add del">
          <ac:chgData name="今野 稔章" userId="9659808f-245f-46a7-991e-983cdf43b7a2" providerId="ADAL" clId="{39BD78F9-D1FA-479C-AFAD-A3D53CB85A90}" dt="2022-03-09T07:27:23.041" v="2819"/>
          <ac:picMkLst>
            <pc:docMk/>
            <pc:sldMk cId="4049129322" sldId="376"/>
            <ac:picMk id="1030" creationId="{424B5C38-423E-448B-B10B-502A65D1AE00}"/>
          </ac:picMkLst>
        </pc:picChg>
        <pc:picChg chg="add mod">
          <ac:chgData name="今野 稔章" userId="9659808f-245f-46a7-991e-983cdf43b7a2" providerId="ADAL" clId="{39BD78F9-D1FA-479C-AFAD-A3D53CB85A90}" dt="2022-03-09T07:27:32.306" v="2821" actId="1076"/>
          <ac:picMkLst>
            <pc:docMk/>
            <pc:sldMk cId="4049129322" sldId="376"/>
            <ac:picMk id="1032" creationId="{3C298837-CBF6-47C8-A764-4A2B907F3BCD}"/>
          </ac:picMkLst>
        </pc:picChg>
      </pc:sldChg>
      <pc:sldChg chg="addSp modSp add mod ord">
        <pc:chgData name="今野 稔章" userId="9659808f-245f-46a7-991e-983cdf43b7a2" providerId="ADAL" clId="{39BD78F9-D1FA-479C-AFAD-A3D53CB85A90}" dt="2022-03-10T06:50:50.242" v="6605" actId="20577"/>
        <pc:sldMkLst>
          <pc:docMk/>
          <pc:sldMk cId="221515273" sldId="377"/>
        </pc:sldMkLst>
        <pc:spChg chg="mod">
          <ac:chgData name="今野 稔章" userId="9659808f-245f-46a7-991e-983cdf43b7a2" providerId="ADAL" clId="{39BD78F9-D1FA-479C-AFAD-A3D53CB85A90}" dt="2022-03-08T01:44:17.279" v="211" actId="20577"/>
          <ac:spMkLst>
            <pc:docMk/>
            <pc:sldMk cId="221515273" sldId="377"/>
            <ac:spMk id="3" creationId="{B99B4DE4-67BC-4A7A-ADCF-37CD1D992E62}"/>
          </ac:spMkLst>
        </pc:spChg>
        <pc:spChg chg="mod">
          <ac:chgData name="今野 稔章" userId="9659808f-245f-46a7-991e-983cdf43b7a2" providerId="ADAL" clId="{39BD78F9-D1FA-479C-AFAD-A3D53CB85A90}" dt="2022-03-08T06:44:53.712" v="1891" actId="20577"/>
          <ac:spMkLst>
            <pc:docMk/>
            <pc:sldMk cId="221515273" sldId="377"/>
            <ac:spMk id="5" creationId="{6787D70C-FE95-4CAB-8B0F-363F2A30CB34}"/>
          </ac:spMkLst>
        </pc:spChg>
        <pc:spChg chg="mod">
          <ac:chgData name="今野 稔章" userId="9659808f-245f-46a7-991e-983cdf43b7a2" providerId="ADAL" clId="{39BD78F9-D1FA-479C-AFAD-A3D53CB85A90}" dt="2022-03-10T06:50:50.242" v="6605" actId="20577"/>
          <ac:spMkLst>
            <pc:docMk/>
            <pc:sldMk cId="221515273" sldId="377"/>
            <ac:spMk id="7" creationId="{0FC30C39-EBE8-47E3-AA9D-4A7EEC4F3583}"/>
          </ac:spMkLst>
        </pc:spChg>
        <pc:spChg chg="mod">
          <ac:chgData name="今野 稔章" userId="9659808f-245f-46a7-991e-983cdf43b7a2" providerId="ADAL" clId="{39BD78F9-D1FA-479C-AFAD-A3D53CB85A90}" dt="2022-03-10T00:48:33.406" v="4492" actId="313"/>
          <ac:spMkLst>
            <pc:docMk/>
            <pc:sldMk cId="221515273" sldId="377"/>
            <ac:spMk id="8" creationId="{85232EF7-B812-4733-96CD-E0C14B596787}"/>
          </ac:spMkLst>
        </pc:spChg>
        <pc:cxnChg chg="add mod">
          <ac:chgData name="今野 稔章" userId="9659808f-245f-46a7-991e-983cdf43b7a2" providerId="ADAL" clId="{39BD78F9-D1FA-479C-AFAD-A3D53CB85A90}" dt="2022-03-08T07:36:37.470" v="2230" actId="14100"/>
          <ac:cxnSpMkLst>
            <pc:docMk/>
            <pc:sldMk cId="221515273" sldId="377"/>
            <ac:cxnSpMk id="9" creationId="{D796C983-6C31-4DEA-B6A8-A1B19CA5214E}"/>
          </ac:cxnSpMkLst>
        </pc:cxnChg>
      </pc:sldChg>
      <pc:sldChg chg="addSp modSp add mod ord modNotesTx">
        <pc:chgData name="今野 稔章" userId="9659808f-245f-46a7-991e-983cdf43b7a2" providerId="ADAL" clId="{39BD78F9-D1FA-479C-AFAD-A3D53CB85A90}" dt="2022-03-10T06:58:57.931" v="6616" actId="5793"/>
        <pc:sldMkLst>
          <pc:docMk/>
          <pc:sldMk cId="2322582000" sldId="378"/>
        </pc:sldMkLst>
        <pc:spChg chg="mod">
          <ac:chgData name="今野 稔章" userId="9659808f-245f-46a7-991e-983cdf43b7a2" providerId="ADAL" clId="{39BD78F9-D1FA-479C-AFAD-A3D53CB85A90}" dt="2022-03-08T06:37:25.006" v="1725" actId="20577"/>
          <ac:spMkLst>
            <pc:docMk/>
            <pc:sldMk cId="2322582000" sldId="378"/>
            <ac:spMk id="5" creationId="{6787D70C-FE95-4CAB-8B0F-363F2A30CB34}"/>
          </ac:spMkLst>
        </pc:spChg>
        <pc:spChg chg="mod">
          <ac:chgData name="今野 稔章" userId="9659808f-245f-46a7-991e-983cdf43b7a2" providerId="ADAL" clId="{39BD78F9-D1FA-479C-AFAD-A3D53CB85A90}" dt="2022-03-10T06:49:20.182" v="6558" actId="20577"/>
          <ac:spMkLst>
            <pc:docMk/>
            <pc:sldMk cId="2322582000" sldId="378"/>
            <ac:spMk id="7" creationId="{0FC30C39-EBE8-47E3-AA9D-4A7EEC4F3583}"/>
          </ac:spMkLst>
        </pc:spChg>
        <pc:spChg chg="mod">
          <ac:chgData name="今野 稔章" userId="9659808f-245f-46a7-991e-983cdf43b7a2" providerId="ADAL" clId="{39BD78F9-D1FA-479C-AFAD-A3D53CB85A90}" dt="2022-03-10T06:49:46.256" v="6590" actId="20577"/>
          <ac:spMkLst>
            <pc:docMk/>
            <pc:sldMk cId="2322582000" sldId="378"/>
            <ac:spMk id="8" creationId="{85232EF7-B812-4733-96CD-E0C14B596787}"/>
          </ac:spMkLst>
        </pc:spChg>
        <pc:cxnChg chg="add mod">
          <ac:chgData name="今野 稔章" userId="9659808f-245f-46a7-991e-983cdf43b7a2" providerId="ADAL" clId="{39BD78F9-D1FA-479C-AFAD-A3D53CB85A90}" dt="2022-03-08T07:35:51.291" v="2224" actId="14100"/>
          <ac:cxnSpMkLst>
            <pc:docMk/>
            <pc:sldMk cId="2322582000" sldId="378"/>
            <ac:cxnSpMk id="9" creationId="{C2FC9F5F-B13C-4341-9EE4-7AF17CDE1F13}"/>
          </ac:cxnSpMkLst>
        </pc:cxnChg>
      </pc:sldChg>
      <pc:sldChg chg="delSp modSp add mod modNotesTx">
        <pc:chgData name="今野 稔章" userId="9659808f-245f-46a7-991e-983cdf43b7a2" providerId="ADAL" clId="{39BD78F9-D1FA-479C-AFAD-A3D53CB85A90}" dt="2022-03-10T00:19:21.402" v="3831" actId="20577"/>
        <pc:sldMkLst>
          <pc:docMk/>
          <pc:sldMk cId="3139645398" sldId="379"/>
        </pc:sldMkLst>
        <pc:spChg chg="mod">
          <ac:chgData name="今野 稔章" userId="9659808f-245f-46a7-991e-983cdf43b7a2" providerId="ADAL" clId="{39BD78F9-D1FA-479C-AFAD-A3D53CB85A90}" dt="2022-03-09T08:03:45.346" v="3489" actId="20577"/>
          <ac:spMkLst>
            <pc:docMk/>
            <pc:sldMk cId="3139645398" sldId="379"/>
            <ac:spMk id="5" creationId="{0E555CD9-10A0-4852-932D-CCBC906DD192}"/>
          </ac:spMkLst>
        </pc:spChg>
        <pc:spChg chg="del">
          <ac:chgData name="今野 稔章" userId="9659808f-245f-46a7-991e-983cdf43b7a2" providerId="ADAL" clId="{39BD78F9-D1FA-479C-AFAD-A3D53CB85A90}" dt="2022-03-09T07:45:20.776" v="2902" actId="478"/>
          <ac:spMkLst>
            <pc:docMk/>
            <pc:sldMk cId="3139645398" sldId="379"/>
            <ac:spMk id="7" creationId="{131FE02A-70CC-40DF-9182-018F6982F20F}"/>
          </ac:spMkLst>
        </pc:spChg>
        <pc:spChg chg="mod">
          <ac:chgData name="今野 稔章" userId="9659808f-245f-46a7-991e-983cdf43b7a2" providerId="ADAL" clId="{39BD78F9-D1FA-479C-AFAD-A3D53CB85A90}" dt="2022-03-09T07:47:02.881" v="2981" actId="14100"/>
          <ac:spMkLst>
            <pc:docMk/>
            <pc:sldMk cId="3139645398" sldId="379"/>
            <ac:spMk id="8" creationId="{48831A36-9810-407D-ADD4-926B54DA7678}"/>
          </ac:spMkLst>
        </pc:spChg>
        <pc:graphicFrameChg chg="mod modGraphic">
          <ac:chgData name="今野 稔章" userId="9659808f-245f-46a7-991e-983cdf43b7a2" providerId="ADAL" clId="{39BD78F9-D1FA-479C-AFAD-A3D53CB85A90}" dt="2022-03-10T00:19:21.402" v="3831" actId="20577"/>
          <ac:graphicFrameMkLst>
            <pc:docMk/>
            <pc:sldMk cId="3139645398" sldId="379"/>
            <ac:graphicFrameMk id="6" creationId="{DDCE8367-7279-4C22-95C0-573968E8B81E}"/>
          </ac:graphicFrameMkLst>
        </pc:graphicFrameChg>
      </pc:sldChg>
      <pc:sldChg chg="modSp add del mod ord modNotesTx">
        <pc:chgData name="今野 稔章" userId="9659808f-245f-46a7-991e-983cdf43b7a2" providerId="ADAL" clId="{39BD78F9-D1FA-479C-AFAD-A3D53CB85A90}" dt="2022-03-10T00:41:30.990" v="4243" actId="2696"/>
        <pc:sldMkLst>
          <pc:docMk/>
          <pc:sldMk cId="336224007" sldId="380"/>
        </pc:sldMkLst>
        <pc:spChg chg="mod">
          <ac:chgData name="今野 稔章" userId="9659808f-245f-46a7-991e-983cdf43b7a2" providerId="ADAL" clId="{39BD78F9-D1FA-479C-AFAD-A3D53CB85A90}" dt="2022-03-10T00:41:13.301" v="4242" actId="20577"/>
          <ac:spMkLst>
            <pc:docMk/>
            <pc:sldMk cId="336224007" sldId="380"/>
            <ac:spMk id="5" creationId="{6787D70C-FE95-4CAB-8B0F-363F2A30CB34}"/>
          </ac:spMkLst>
        </pc:spChg>
      </pc:sldChg>
      <pc:sldChg chg="addSp delSp modSp add mod modNotesTx">
        <pc:chgData name="今野 稔章" userId="9659808f-245f-46a7-991e-983cdf43b7a2" providerId="ADAL" clId="{39BD78F9-D1FA-479C-AFAD-A3D53CB85A90}" dt="2022-03-10T06:47:28.515" v="6530" actId="478"/>
        <pc:sldMkLst>
          <pc:docMk/>
          <pc:sldMk cId="2384476057" sldId="444"/>
        </pc:sldMkLst>
        <pc:spChg chg="mod">
          <ac:chgData name="今野 稔章" userId="9659808f-245f-46a7-991e-983cdf43b7a2" providerId="ADAL" clId="{39BD78F9-D1FA-479C-AFAD-A3D53CB85A90}" dt="2022-03-10T01:10:50.289" v="4718" actId="20577"/>
          <ac:spMkLst>
            <pc:docMk/>
            <pc:sldMk cId="2384476057" sldId="444"/>
            <ac:spMk id="3" creationId="{1C79983C-D8FC-4693-8551-08AD543141F3}"/>
          </ac:spMkLst>
        </pc:spChg>
        <pc:spChg chg="mod">
          <ac:chgData name="今野 稔章" userId="9659808f-245f-46a7-991e-983cdf43b7a2" providerId="ADAL" clId="{39BD78F9-D1FA-479C-AFAD-A3D53CB85A90}" dt="2022-03-10T06:08:07.623" v="6029" actId="20577"/>
          <ac:spMkLst>
            <pc:docMk/>
            <pc:sldMk cId="2384476057" sldId="444"/>
            <ac:spMk id="12" creationId="{4E6A31DE-7FE5-4684-BE8A-68D488E83B54}"/>
          </ac:spMkLst>
        </pc:spChg>
        <pc:spChg chg="add mod">
          <ac:chgData name="今野 稔章" userId="9659808f-245f-46a7-991e-983cdf43b7a2" providerId="ADAL" clId="{39BD78F9-D1FA-479C-AFAD-A3D53CB85A90}" dt="2022-03-10T06:46:01.277" v="6520" actId="14100"/>
          <ac:spMkLst>
            <pc:docMk/>
            <pc:sldMk cId="2384476057" sldId="444"/>
            <ac:spMk id="14" creationId="{728FFB0F-29B9-4E60-B431-0AC12CAB7EAB}"/>
          </ac:spMkLst>
        </pc:spChg>
        <pc:spChg chg="mod">
          <ac:chgData name="今野 稔章" userId="9659808f-245f-46a7-991e-983cdf43b7a2" providerId="ADAL" clId="{39BD78F9-D1FA-479C-AFAD-A3D53CB85A90}" dt="2022-03-10T06:30:52.903" v="6321" actId="13926"/>
          <ac:spMkLst>
            <pc:docMk/>
            <pc:sldMk cId="2384476057" sldId="444"/>
            <ac:spMk id="54" creationId="{D920E566-44FC-4C00-9285-578908C36EAA}"/>
          </ac:spMkLst>
        </pc:spChg>
        <pc:spChg chg="mod">
          <ac:chgData name="今野 稔章" userId="9659808f-245f-46a7-991e-983cdf43b7a2" providerId="ADAL" clId="{39BD78F9-D1FA-479C-AFAD-A3D53CB85A90}" dt="2022-03-10T06:24:06.467" v="6303" actId="20577"/>
          <ac:spMkLst>
            <pc:docMk/>
            <pc:sldMk cId="2384476057" sldId="444"/>
            <ac:spMk id="58" creationId="{DF077D7B-BCE1-48C6-A00D-871F479F650E}"/>
          </ac:spMkLst>
        </pc:spChg>
        <pc:spChg chg="del mod">
          <ac:chgData name="今野 稔章" userId="9659808f-245f-46a7-991e-983cdf43b7a2" providerId="ADAL" clId="{39BD78F9-D1FA-479C-AFAD-A3D53CB85A90}" dt="2022-03-10T06:47:25.831" v="6529" actId="478"/>
          <ac:spMkLst>
            <pc:docMk/>
            <pc:sldMk cId="2384476057" sldId="444"/>
            <ac:spMk id="59" creationId="{8D74442A-0225-42F5-9531-95149E38E4FE}"/>
          </ac:spMkLst>
        </pc:spChg>
        <pc:spChg chg="del mod">
          <ac:chgData name="今野 稔章" userId="9659808f-245f-46a7-991e-983cdf43b7a2" providerId="ADAL" clId="{39BD78F9-D1FA-479C-AFAD-A3D53CB85A90}" dt="2022-03-10T06:47:28.515" v="6530" actId="478"/>
          <ac:spMkLst>
            <pc:docMk/>
            <pc:sldMk cId="2384476057" sldId="444"/>
            <ac:spMk id="60" creationId="{953112A8-9B68-4D22-87B2-98B535257442}"/>
          </ac:spMkLst>
        </pc:spChg>
        <pc:cxnChg chg="add mod">
          <ac:chgData name="今野 稔章" userId="9659808f-245f-46a7-991e-983cdf43b7a2" providerId="ADAL" clId="{39BD78F9-D1FA-479C-AFAD-A3D53CB85A90}" dt="2022-03-10T06:09:41.129" v="6038" actId="14100"/>
          <ac:cxnSpMkLst>
            <pc:docMk/>
            <pc:sldMk cId="2384476057" sldId="444"/>
            <ac:cxnSpMk id="15" creationId="{C4E5B836-3370-4737-95A3-3EF97B89A2F5}"/>
          </ac:cxnSpMkLst>
        </pc:cxnChg>
        <pc:cxnChg chg="add mod">
          <ac:chgData name="今野 稔章" userId="9659808f-245f-46a7-991e-983cdf43b7a2" providerId="ADAL" clId="{39BD78F9-D1FA-479C-AFAD-A3D53CB85A90}" dt="2022-03-10T06:46:24.357" v="6525" actId="14100"/>
          <ac:cxnSpMkLst>
            <pc:docMk/>
            <pc:sldMk cId="2384476057" sldId="444"/>
            <ac:cxnSpMk id="17" creationId="{E500BDFA-0AC1-4A10-87D5-E46302D5297E}"/>
          </ac:cxnSpMkLst>
        </pc:cxnChg>
        <pc:cxnChg chg="add mod">
          <ac:chgData name="今野 稔章" userId="9659808f-245f-46a7-991e-983cdf43b7a2" providerId="ADAL" clId="{39BD78F9-D1FA-479C-AFAD-A3D53CB85A90}" dt="2022-03-10T06:46:51.125" v="6528" actId="14100"/>
          <ac:cxnSpMkLst>
            <pc:docMk/>
            <pc:sldMk cId="2384476057" sldId="444"/>
            <ac:cxnSpMk id="25" creationId="{EC3069A4-BA57-480F-932C-D63636E23751}"/>
          </ac:cxnSpMkLst>
        </pc:cxnChg>
      </pc:sldChg>
      <pc:sldChg chg="addSp delSp modSp add mod ord modNotesTx">
        <pc:chgData name="今野 稔章" userId="9659808f-245f-46a7-991e-983cdf43b7a2" providerId="ADAL" clId="{39BD78F9-D1FA-479C-AFAD-A3D53CB85A90}" dt="2022-03-10T07:38:27.841" v="7483" actId="20577"/>
        <pc:sldMkLst>
          <pc:docMk/>
          <pc:sldMk cId="3500331937" sldId="445"/>
        </pc:sldMkLst>
        <pc:spChg chg="mod">
          <ac:chgData name="今野 稔章" userId="9659808f-245f-46a7-991e-983cdf43b7a2" providerId="ADAL" clId="{39BD78F9-D1FA-479C-AFAD-A3D53CB85A90}" dt="2022-03-10T07:26:08.733" v="7121" actId="20577"/>
          <ac:spMkLst>
            <pc:docMk/>
            <pc:sldMk cId="3500331937" sldId="445"/>
            <ac:spMk id="3" creationId="{B99B4DE4-67BC-4A7A-ADCF-37CD1D992E62}"/>
          </ac:spMkLst>
        </pc:spChg>
        <pc:spChg chg="add del mod">
          <ac:chgData name="今野 稔章" userId="9659808f-245f-46a7-991e-983cdf43b7a2" providerId="ADAL" clId="{39BD78F9-D1FA-479C-AFAD-A3D53CB85A90}" dt="2022-03-10T07:19:50.918" v="6936" actId="21"/>
          <ac:spMkLst>
            <pc:docMk/>
            <pc:sldMk cId="3500331937" sldId="445"/>
            <ac:spMk id="6" creationId="{4FD5F8D8-94FC-4794-9FA9-4C53788183D5}"/>
          </ac:spMkLst>
        </pc:spChg>
        <pc:spChg chg="mod">
          <ac:chgData name="今野 稔章" userId="9659808f-245f-46a7-991e-983cdf43b7a2" providerId="ADAL" clId="{39BD78F9-D1FA-479C-AFAD-A3D53CB85A90}" dt="2022-03-10T07:15:16.905" v="6931" actId="20577"/>
          <ac:spMkLst>
            <pc:docMk/>
            <pc:sldMk cId="3500331937" sldId="445"/>
            <ac:spMk id="7" creationId="{0FC30C39-EBE8-47E3-AA9D-4A7EEC4F3583}"/>
          </ac:spMkLst>
        </pc:spChg>
        <pc:spChg chg="mod">
          <ac:chgData name="今野 稔章" userId="9659808f-245f-46a7-991e-983cdf43b7a2" providerId="ADAL" clId="{39BD78F9-D1FA-479C-AFAD-A3D53CB85A90}" dt="2022-03-10T07:31:30.529" v="7348" actId="20577"/>
          <ac:spMkLst>
            <pc:docMk/>
            <pc:sldMk cId="3500331937" sldId="445"/>
            <ac:spMk id="8" creationId="{85232EF7-B812-4733-96CD-E0C14B596787}"/>
          </ac:spMkLst>
        </pc:spChg>
        <pc:spChg chg="add mod">
          <ac:chgData name="今野 稔章" userId="9659808f-245f-46a7-991e-983cdf43b7a2" providerId="ADAL" clId="{39BD78F9-D1FA-479C-AFAD-A3D53CB85A90}" dt="2022-03-10T07:20:43.916" v="6945" actId="14100"/>
          <ac:spMkLst>
            <pc:docMk/>
            <pc:sldMk cId="3500331937" sldId="445"/>
            <ac:spMk id="10" creationId="{ED2AABD7-E1F9-4A57-AE4B-0EA6D8D8904F}"/>
          </ac:spMkLst>
        </pc:spChg>
        <pc:spChg chg="add mod">
          <ac:chgData name="今野 稔章" userId="9659808f-245f-46a7-991e-983cdf43b7a2" providerId="ADAL" clId="{39BD78F9-D1FA-479C-AFAD-A3D53CB85A90}" dt="2022-03-10T07:24:01.171" v="7106" actId="14100"/>
          <ac:spMkLst>
            <pc:docMk/>
            <pc:sldMk cId="3500331937" sldId="445"/>
            <ac:spMk id="11" creationId="{8B0EBC0D-B92B-4481-8109-CF56428645B2}"/>
          </ac:spMkLst>
        </pc:spChg>
        <pc:spChg chg="add mod">
          <ac:chgData name="今野 稔章" userId="9659808f-245f-46a7-991e-983cdf43b7a2" providerId="ADAL" clId="{39BD78F9-D1FA-479C-AFAD-A3D53CB85A90}" dt="2022-03-10T07:36:07.077" v="7379" actId="20577"/>
          <ac:spMkLst>
            <pc:docMk/>
            <pc:sldMk cId="3500331937" sldId="445"/>
            <ac:spMk id="14" creationId="{8B62564C-745F-4108-9ED1-37CBCD341D27}"/>
          </ac:spMkLst>
        </pc:spChg>
        <pc:spChg chg="add mod">
          <ac:chgData name="今野 稔章" userId="9659808f-245f-46a7-991e-983cdf43b7a2" providerId="ADAL" clId="{39BD78F9-D1FA-479C-AFAD-A3D53CB85A90}" dt="2022-03-10T07:37:42.546" v="7388" actId="14100"/>
          <ac:spMkLst>
            <pc:docMk/>
            <pc:sldMk cId="3500331937" sldId="445"/>
            <ac:spMk id="15" creationId="{0239E464-E134-4259-905F-4E4B1F7A42A8}"/>
          </ac:spMkLst>
        </pc:spChg>
        <pc:spChg chg="add mod">
          <ac:chgData name="今野 稔章" userId="9659808f-245f-46a7-991e-983cdf43b7a2" providerId="ADAL" clId="{39BD78F9-D1FA-479C-AFAD-A3D53CB85A90}" dt="2022-03-10T07:38:27.841" v="7483" actId="20577"/>
          <ac:spMkLst>
            <pc:docMk/>
            <pc:sldMk cId="3500331937" sldId="445"/>
            <ac:spMk id="16" creationId="{72F381D9-AF16-4837-8D07-D5DBAF8C6F95}"/>
          </ac:spMkLst>
        </pc:spChg>
        <pc:picChg chg="add mod">
          <ac:chgData name="今野 稔章" userId="9659808f-245f-46a7-991e-983cdf43b7a2" providerId="ADAL" clId="{39BD78F9-D1FA-479C-AFAD-A3D53CB85A90}" dt="2022-03-10T07:34:37.314" v="7354" actId="1076"/>
          <ac:picMkLst>
            <pc:docMk/>
            <pc:sldMk cId="3500331937" sldId="445"/>
            <ac:picMk id="13" creationId="{89E31502-5C7B-4C65-99A1-21D328367A7B}"/>
          </ac:picMkLst>
        </pc:pic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半田 拓哉" userId="1e4433e6-5c02-4084-a745-ce0b57f2b267" providerId="ADAL" clId="{07B88DF5-3C48-46F8-B3AB-BE4BA4271507}"/>
    <pc:docChg chg="modSld">
      <pc:chgData name="半田 拓哉" userId="1e4433e6-5c02-4084-a745-ce0b57f2b267" providerId="ADAL" clId="{07B88DF5-3C48-46F8-B3AB-BE4BA4271507}" dt="2021-03-29T06:06:55.279" v="1" actId="255"/>
      <pc:docMkLst>
        <pc:docMk/>
      </pc:docMkLst>
      <pc:sldChg chg="modSp mod">
        <pc:chgData name="半田 拓哉" userId="1e4433e6-5c02-4084-a745-ce0b57f2b267" providerId="ADAL" clId="{07B88DF5-3C48-46F8-B3AB-BE4BA4271507}" dt="2021-03-29T06:06:55.279" v="1" actId="255"/>
        <pc:sldMkLst>
          <pc:docMk/>
          <pc:sldMk cId="1375847763" sldId="370"/>
        </pc:sldMkLst>
        <pc:spChg chg="mod">
          <ac:chgData name="半田 拓哉" userId="1e4433e6-5c02-4084-a745-ce0b57f2b267" providerId="ADAL" clId="{07B88DF5-3C48-46F8-B3AB-BE4BA4271507}" dt="2021-03-29T06:06:42.130" v="0" actId="255"/>
          <ac:spMkLst>
            <pc:docMk/>
            <pc:sldMk cId="1375847763" sldId="370"/>
            <ac:spMk id="6" creationId="{EDC03A83-EF88-45D1-9AA5-7EFBD979ACE9}"/>
          </ac:spMkLst>
        </pc:spChg>
        <pc:spChg chg="mod">
          <ac:chgData name="半田 拓哉" userId="1e4433e6-5c02-4084-a745-ce0b57f2b267" providerId="ADAL" clId="{07B88DF5-3C48-46F8-B3AB-BE4BA4271507}" dt="2021-03-29T06:06:55.279" v="1" actId="255"/>
          <ac:spMkLst>
            <pc:docMk/>
            <pc:sldMk cId="1375847763" sldId="370"/>
            <ac:spMk id="7" creationId="{8D2A60D8-5FC3-4EE1-8F58-4DDBB91C99FE}"/>
          </ac:spMkLst>
        </pc:sp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Maasoglu Burak" userId="c547e492-7085-41a4-a6f9-c4ee3373bd36" providerId="ADAL" clId="{6C704E9F-EC2B-4496-B06E-C866D1A27897}"/>
    <pc:docChg chg="modSld">
      <pc:chgData name="Maasoglu Burak" userId="c547e492-7085-41a4-a6f9-c4ee3373bd36" providerId="ADAL" clId="{6C704E9F-EC2B-4496-B06E-C866D1A27897}" dt="2023-12-18T01:54:31.219" v="2" actId="20577"/>
      <pc:docMkLst>
        <pc:docMk/>
      </pc:docMkLst>
      <pc:sldChg chg="modSp mod">
        <pc:chgData name="Maasoglu Burak" userId="c547e492-7085-41a4-a6f9-c4ee3373bd36" providerId="ADAL" clId="{6C704E9F-EC2B-4496-B06E-C866D1A27897}" dt="2023-12-18T01:54:31.219" v="2" actId="20577"/>
        <pc:sldMkLst>
          <pc:docMk/>
          <pc:sldMk cId="2979480215" sldId="373"/>
        </pc:sldMkLst>
        <pc:spChg chg="mod">
          <ac:chgData name="Maasoglu Burak" userId="c547e492-7085-41a4-a6f9-c4ee3373bd36" providerId="ADAL" clId="{6C704E9F-EC2B-4496-B06E-C866D1A27897}" dt="2023-12-18T01:54:31.219" v="2" actId="20577"/>
          <ac:spMkLst>
            <pc:docMk/>
            <pc:sldMk cId="2979480215" sldId="373"/>
            <ac:spMk id="5" creationId="{133F1DED-CA16-4302-9912-4B561EF34336}"/>
          </ac:spMkLst>
        </pc:spChg>
      </pc:sldChg>
    </pc:docChg>
  </pc:docChgLst>
  <pc:docChgLst>
    <pc:chgData name="稔章 今野" userId="9659808f-245f-46a7-991e-983cdf43b7a2" providerId="ADAL" clId="{59BFEA3B-6B4B-4736-8182-5A0D672DCE37}"/>
    <pc:docChg chg="addSld modSld">
      <pc:chgData name="稔章 今野" userId="9659808f-245f-46a7-991e-983cdf43b7a2" providerId="ADAL" clId="{59BFEA3B-6B4B-4736-8182-5A0D672DCE37}" dt="2021-12-23T07:53:11.168" v="40" actId="680"/>
      <pc:docMkLst>
        <pc:docMk/>
      </pc:docMkLst>
      <pc:sldChg chg="addSp modSp mod">
        <pc:chgData name="稔章 今野" userId="9659808f-245f-46a7-991e-983cdf43b7a2" providerId="ADAL" clId="{59BFEA3B-6B4B-4736-8182-5A0D672DCE37}" dt="2021-12-20T03:50:55.420" v="38" actId="207"/>
        <pc:sldMkLst>
          <pc:docMk/>
          <pc:sldMk cId="2397736379" sldId="363"/>
        </pc:sldMkLst>
        <pc:spChg chg="add mod">
          <ac:chgData name="稔章 今野" userId="9659808f-245f-46a7-991e-983cdf43b7a2" providerId="ADAL" clId="{59BFEA3B-6B4B-4736-8182-5A0D672DCE37}" dt="2021-12-20T03:50:55.420" v="38" actId="207"/>
          <ac:spMkLst>
            <pc:docMk/>
            <pc:sldMk cId="2397736379" sldId="363"/>
            <ac:spMk id="2" creationId="{1B313D8A-D538-4F9B-94CE-FFA3665A9224}"/>
          </ac:spMkLst>
        </pc:spChg>
      </pc:sldChg>
      <pc:sldChg chg="new">
        <pc:chgData name="稔章 今野" userId="9659808f-245f-46a7-991e-983cdf43b7a2" providerId="ADAL" clId="{59BFEA3B-6B4B-4736-8182-5A0D672DCE37}" dt="2021-12-23T07:52:06.641" v="39" actId="680"/>
        <pc:sldMkLst>
          <pc:docMk/>
          <pc:sldMk cId="3063249035" sldId="375"/>
        </pc:sldMkLst>
      </pc:sldChg>
      <pc:sldChg chg="new">
        <pc:chgData name="稔章 今野" userId="9659808f-245f-46a7-991e-983cdf43b7a2" providerId="ADAL" clId="{59BFEA3B-6B4B-4736-8182-5A0D672DCE37}" dt="2021-12-23T07:53:11.168" v="40" actId="680"/>
        <pc:sldMkLst>
          <pc:docMk/>
          <pc:sldMk cId="4049129322" sldId="376"/>
        </pc:sldMkLst>
      </pc:sldChg>
    </pc:docChg>
  </pc:docChgLst>
  <pc:docChgLst>
    <pc:chgData name="営業サーバ" userId="c35045ed-c185-45de-8f58-be20a28877d8" providerId="ADAL" clId="{1B56BCE6-B85A-4ED8-8B3A-7B4FBE97E893}"/>
    <pc:docChg chg="undo custSel modSld">
      <pc:chgData name="営業サーバ" userId="c35045ed-c185-45de-8f58-be20a28877d8" providerId="ADAL" clId="{1B56BCE6-B85A-4ED8-8B3A-7B4FBE97E893}" dt="2021-03-30T08:24:05.941" v="133" actId="1076"/>
      <pc:docMkLst>
        <pc:docMk/>
      </pc:docMkLst>
      <pc:sldChg chg="addSp modSp mod">
        <pc:chgData name="営業サーバ" userId="c35045ed-c185-45de-8f58-be20a28877d8" providerId="ADAL" clId="{1B56BCE6-B85A-4ED8-8B3A-7B4FBE97E893}" dt="2021-03-30T08:24:05.941" v="133" actId="1076"/>
        <pc:sldMkLst>
          <pc:docMk/>
          <pc:sldMk cId="1713287924" sldId="368"/>
        </pc:sldMkLst>
        <pc:spChg chg="add mod">
          <ac:chgData name="営業サーバ" userId="c35045ed-c185-45de-8f58-be20a28877d8" providerId="ADAL" clId="{1B56BCE6-B85A-4ED8-8B3A-7B4FBE97E893}" dt="2021-03-30T08:19:37.429" v="71" actId="14100"/>
          <ac:spMkLst>
            <pc:docMk/>
            <pc:sldMk cId="1713287924" sldId="368"/>
            <ac:spMk id="7" creationId="{37A0AB24-D4AD-47CE-BF84-D00EBA3AA8E1}"/>
          </ac:spMkLst>
        </pc:spChg>
        <pc:spChg chg="mod">
          <ac:chgData name="営業サーバ" userId="c35045ed-c185-45de-8f58-be20a28877d8" providerId="ADAL" clId="{1B56BCE6-B85A-4ED8-8B3A-7B4FBE97E893}" dt="2021-03-30T08:21:58.295" v="97" actId="1076"/>
          <ac:spMkLst>
            <pc:docMk/>
            <pc:sldMk cId="1713287924" sldId="368"/>
            <ac:spMk id="8" creationId="{2BAC002D-400A-4640-82BC-83F23DA52987}"/>
          </ac:spMkLst>
        </pc:spChg>
        <pc:spChg chg="add mod">
          <ac:chgData name="営業サーバ" userId="c35045ed-c185-45de-8f58-be20a28877d8" providerId="ADAL" clId="{1B56BCE6-B85A-4ED8-8B3A-7B4FBE97E893}" dt="2021-03-30T08:23:14.982" v="110" actId="1076"/>
          <ac:spMkLst>
            <pc:docMk/>
            <pc:sldMk cId="1713287924" sldId="368"/>
            <ac:spMk id="9" creationId="{AC654FB7-372F-459C-B081-00CDD06C86F8}"/>
          </ac:spMkLst>
        </pc:spChg>
        <pc:spChg chg="add mod">
          <ac:chgData name="営業サーバ" userId="c35045ed-c185-45de-8f58-be20a28877d8" providerId="ADAL" clId="{1B56BCE6-B85A-4ED8-8B3A-7B4FBE97E893}" dt="2021-03-30T08:20:27.069" v="77" actId="14100"/>
          <ac:spMkLst>
            <pc:docMk/>
            <pc:sldMk cId="1713287924" sldId="368"/>
            <ac:spMk id="11" creationId="{453751E0-1F06-4070-95C6-D8E2AF3A0683}"/>
          </ac:spMkLst>
        </pc:spChg>
        <pc:spChg chg="add mod">
          <ac:chgData name="営業サーバ" userId="c35045ed-c185-45de-8f58-be20a28877d8" providerId="ADAL" clId="{1B56BCE6-B85A-4ED8-8B3A-7B4FBE97E893}" dt="2021-03-30T08:20:49.046" v="81" actId="207"/>
          <ac:spMkLst>
            <pc:docMk/>
            <pc:sldMk cId="1713287924" sldId="368"/>
            <ac:spMk id="12" creationId="{0641F679-83BE-4889-ACFD-C6270CF7A095}"/>
          </ac:spMkLst>
        </pc:spChg>
        <pc:spChg chg="add mod">
          <ac:chgData name="営業サーバ" userId="c35045ed-c185-45de-8f58-be20a28877d8" providerId="ADAL" clId="{1B56BCE6-B85A-4ED8-8B3A-7B4FBE97E893}" dt="2021-03-30T08:21:06.669" v="85" actId="14100"/>
          <ac:spMkLst>
            <pc:docMk/>
            <pc:sldMk cId="1713287924" sldId="368"/>
            <ac:spMk id="13" creationId="{A7CF0C72-14D8-45AB-BA38-D12DA23CEFC1}"/>
          </ac:spMkLst>
        </pc:spChg>
        <pc:spChg chg="add mod">
          <ac:chgData name="営業サーバ" userId="c35045ed-c185-45de-8f58-be20a28877d8" providerId="ADAL" clId="{1B56BCE6-B85A-4ED8-8B3A-7B4FBE97E893}" dt="2021-03-30T08:22:01.861" v="98" actId="1076"/>
          <ac:spMkLst>
            <pc:docMk/>
            <pc:sldMk cId="1713287924" sldId="368"/>
            <ac:spMk id="14" creationId="{70B9E90D-FE79-41EE-930C-A7CD6567EA60}"/>
          </ac:spMkLst>
        </pc:spChg>
        <pc:spChg chg="add mod">
          <ac:chgData name="営業サーバ" userId="c35045ed-c185-45de-8f58-be20a28877d8" providerId="ADAL" clId="{1B56BCE6-B85A-4ED8-8B3A-7B4FBE97E893}" dt="2021-03-30T08:22:17.630" v="108" actId="20577"/>
          <ac:spMkLst>
            <pc:docMk/>
            <pc:sldMk cId="1713287924" sldId="368"/>
            <ac:spMk id="15" creationId="{ACC7A512-B638-4787-B7D2-B067AEF1CFE6}"/>
          </ac:spMkLst>
        </pc:spChg>
        <pc:spChg chg="add mod">
          <ac:chgData name="営業サーバ" userId="c35045ed-c185-45de-8f58-be20a28877d8" providerId="ADAL" clId="{1B56BCE6-B85A-4ED8-8B3A-7B4FBE97E893}" dt="2021-03-30T08:24:05.941" v="133" actId="1076"/>
          <ac:spMkLst>
            <pc:docMk/>
            <pc:sldMk cId="1713287924" sldId="368"/>
            <ac:spMk id="16" creationId="{448DEFA6-4D62-445E-AD89-9C4A34CD93AA}"/>
          </ac:spMkLst>
        </pc:spChg>
      </pc:sldChg>
      <pc:sldChg chg="modSp mod">
        <pc:chgData name="営業サーバ" userId="c35045ed-c185-45de-8f58-be20a28877d8" providerId="ADAL" clId="{1B56BCE6-B85A-4ED8-8B3A-7B4FBE97E893}" dt="2021-03-30T08:14:16.054" v="5" actId="2711"/>
        <pc:sldMkLst>
          <pc:docMk/>
          <pc:sldMk cId="1375847763" sldId="370"/>
        </pc:sldMkLst>
        <pc:spChg chg="mod">
          <ac:chgData name="営業サーバ" userId="c35045ed-c185-45de-8f58-be20a28877d8" providerId="ADAL" clId="{1B56BCE6-B85A-4ED8-8B3A-7B4FBE97E893}" dt="2021-03-30T08:13:40.141" v="3" actId="2711"/>
          <ac:spMkLst>
            <pc:docMk/>
            <pc:sldMk cId="1375847763" sldId="370"/>
            <ac:spMk id="3" creationId="{257599A0-BD8E-43B6-893F-D3BD14BA35D3}"/>
          </ac:spMkLst>
        </pc:spChg>
        <pc:spChg chg="mod">
          <ac:chgData name="営業サーバ" userId="c35045ed-c185-45de-8f58-be20a28877d8" providerId="ADAL" clId="{1B56BCE6-B85A-4ED8-8B3A-7B4FBE97E893}" dt="2021-03-30T08:12:54.727" v="2" actId="2711"/>
          <ac:spMkLst>
            <pc:docMk/>
            <pc:sldMk cId="1375847763" sldId="370"/>
            <ac:spMk id="6" creationId="{EDC03A83-EF88-45D1-9AA5-7EFBD979ACE9}"/>
          </ac:spMkLst>
        </pc:spChg>
        <pc:spChg chg="mod">
          <ac:chgData name="営業サーバ" userId="c35045ed-c185-45de-8f58-be20a28877d8" providerId="ADAL" clId="{1B56BCE6-B85A-4ED8-8B3A-7B4FBE97E893}" dt="2021-03-30T08:14:16.054" v="5" actId="2711"/>
          <ac:spMkLst>
            <pc:docMk/>
            <pc:sldMk cId="1375847763" sldId="370"/>
            <ac:spMk id="7" creationId="{8D2A60D8-5FC3-4EE1-8F58-4DDBB91C99FE}"/>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809866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3118403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r>
              <a:rPr kumimoji="1" lang="ja-JP" altLang="en-US" dirty="0"/>
              <a:t>参考記事：</a:t>
            </a:r>
            <a:r>
              <a:rPr kumimoji="1" lang="en-US" altLang="ja-JP" dirty="0"/>
              <a:t>https://programmer-life.work/java/java-access-modifiers</a:t>
            </a:r>
            <a:endParaRPr kumimoji="1" lang="ja-JP" altLang="en-US" dirty="0"/>
          </a:p>
        </p:txBody>
      </p:sp>
    </p:spTree>
    <p:extLst>
      <p:ext uri="{BB962C8B-B14F-4D97-AF65-F5344CB8AC3E}">
        <p14:creationId xmlns:p14="http://schemas.microsoft.com/office/powerpoint/2010/main" val="565638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453343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96538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360175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2912073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01573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2964039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カプセル化</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カプセル化についての理解</a:t>
            </a:r>
            <a:endParaRPr lang="en-US" altLang="ja-JP" dirty="0"/>
          </a:p>
          <a:p>
            <a:pPr marL="444500" indent="-342900">
              <a:buFont typeface="+mj-lt"/>
              <a:buAutoNum type="arabicPeriod"/>
            </a:pPr>
            <a:r>
              <a:rPr lang="ja-JP" altLang="en-US" dirty="0"/>
              <a:t>アクセス修飾子の利用と理解</a:t>
            </a:r>
            <a:endParaRPr lang="en-US" altLang="ja-JP" dirty="0"/>
          </a:p>
          <a:p>
            <a:pPr marL="444500" indent="-342900">
              <a:buFont typeface="+mj-lt"/>
              <a:buAutoNum type="arabicPeriod"/>
            </a:pPr>
            <a:r>
              <a:rPr lang="en-US" altLang="ja-JP" dirty="0"/>
              <a:t>setter/getter</a:t>
            </a:r>
            <a:r>
              <a:rPr lang="ja-JP" altLang="en-US" dirty="0"/>
              <a:t>についての理解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カプセル化とは</a:t>
            </a:r>
            <a:endParaRPr lang="en-US" altLang="ja-JP" dirty="0"/>
          </a:p>
          <a:p>
            <a:pPr marL="444500" indent="-342900">
              <a:buFont typeface="+mj-lt"/>
              <a:buAutoNum type="arabicPeriod"/>
            </a:pPr>
            <a:r>
              <a:rPr lang="ja-JP" altLang="en-US" dirty="0"/>
              <a:t>アクセス修飾子について</a:t>
            </a:r>
            <a:endParaRPr lang="en-US" altLang="ja-JP" dirty="0"/>
          </a:p>
          <a:p>
            <a:pPr marL="444500" indent="-342900">
              <a:buFont typeface="+mj-lt"/>
              <a:buAutoNum type="arabicPeriod"/>
            </a:pPr>
            <a:r>
              <a:rPr lang="ja-JP" altLang="en-US" dirty="0"/>
              <a:t>アクセサについて</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A556E0-1BC9-43DC-8737-E3DED39F74EA}"/>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41E21F34-5EB0-40E2-9675-8520565B7CC2}"/>
              </a:ext>
            </a:extLst>
          </p:cNvPr>
          <p:cNvSpPr>
            <a:spLocks noGrp="1"/>
          </p:cNvSpPr>
          <p:nvPr>
            <p:ph type="ctrTitle"/>
          </p:nvPr>
        </p:nvSpPr>
        <p:spPr/>
        <p:txBody>
          <a:bodyPr/>
          <a:lstStyle/>
          <a:p>
            <a:r>
              <a:rPr kumimoji="1" lang="ja-JP" altLang="en-US" dirty="0"/>
              <a:t>カプセル化とは</a:t>
            </a:r>
          </a:p>
        </p:txBody>
      </p:sp>
      <p:sp>
        <p:nvSpPr>
          <p:cNvPr id="4" name="スライド番号プレースホルダー 3">
            <a:extLst>
              <a:ext uri="{FF2B5EF4-FFF2-40B4-BE49-F238E27FC236}">
                <a16:creationId xmlns:a16="http://schemas.microsoft.com/office/drawing/2014/main" id="{82F121A4-2A0C-42E6-8D2F-1CBF1127A2A2}"/>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5" name="テキスト プレースホルダー 4">
            <a:extLst>
              <a:ext uri="{FF2B5EF4-FFF2-40B4-BE49-F238E27FC236}">
                <a16:creationId xmlns:a16="http://schemas.microsoft.com/office/drawing/2014/main" id="{F791B0DE-9ADB-408B-8850-0B5262D9C44B}"/>
              </a:ext>
            </a:extLst>
          </p:cNvPr>
          <p:cNvSpPr>
            <a:spLocks noGrp="1"/>
          </p:cNvSpPr>
          <p:nvPr>
            <p:ph type="body" sz="quarter" idx="14"/>
          </p:nvPr>
        </p:nvSpPr>
        <p:spPr/>
        <p:txBody>
          <a:bodyPr/>
          <a:lstStyle/>
          <a:p>
            <a:pPr marL="96838" indent="0">
              <a:buNone/>
            </a:pPr>
            <a:r>
              <a:rPr kumimoji="1" lang="ja-JP" altLang="en-US" dirty="0"/>
              <a:t>カプセル化とは、オブジェクトの内部要素（フィールドやメソッド）へのアクセスを制限し、</a:t>
            </a:r>
            <a:endParaRPr kumimoji="1" lang="en-US" altLang="ja-JP" dirty="0"/>
          </a:p>
          <a:p>
            <a:pPr marL="96838" indent="0">
              <a:buNone/>
            </a:pPr>
            <a:r>
              <a:rPr kumimoji="1" lang="ja-JP" altLang="en-US" dirty="0"/>
              <a:t>外部に対しては必要な情報や手続きのみを提供する、ということです。</a:t>
            </a:r>
            <a:endParaRPr kumimoji="1" lang="en-US" altLang="ja-JP" dirty="0"/>
          </a:p>
          <a:p>
            <a:pPr marL="96838" indent="0">
              <a:buNone/>
            </a:pPr>
            <a:endParaRPr lang="en-US" altLang="ja-JP" dirty="0"/>
          </a:p>
          <a:p>
            <a:pPr marL="96838" indent="0">
              <a:buNone/>
            </a:pPr>
            <a:r>
              <a:rPr kumimoji="1" lang="ja-JP" altLang="en-US" u="sng" dirty="0"/>
              <a:t>カプセル化の例</a:t>
            </a:r>
            <a:endParaRPr kumimoji="1" lang="en-US" altLang="ja-JP" u="sng" dirty="0"/>
          </a:p>
          <a:p>
            <a:r>
              <a:rPr kumimoji="1" lang="ja-JP" altLang="en-US" dirty="0"/>
              <a:t>このメソッドは</a:t>
            </a:r>
            <a:r>
              <a:rPr lang="ja-JP" altLang="en-US" dirty="0"/>
              <a:t>マネージャー</a:t>
            </a:r>
            <a:r>
              <a:rPr kumimoji="1" lang="ja-JP" altLang="en-US" dirty="0"/>
              <a:t>クラスらから呼び出せるが、</a:t>
            </a:r>
            <a:r>
              <a:rPr lang="ja-JP" altLang="en-US" dirty="0"/>
              <a:t>アルバイト</a:t>
            </a:r>
            <a:r>
              <a:rPr kumimoji="1" lang="ja-JP" altLang="en-US" dirty="0"/>
              <a:t>クラスからは呼び出せない</a:t>
            </a:r>
            <a:endParaRPr kumimoji="1" lang="en-US" altLang="ja-JP" dirty="0"/>
          </a:p>
          <a:p>
            <a:r>
              <a:rPr lang="en-US" altLang="ja-JP" dirty="0"/>
              <a:t>SNS</a:t>
            </a:r>
            <a:r>
              <a:rPr lang="ja-JP" altLang="en-US" dirty="0"/>
              <a:t>におけるユーザ名フィールドは、誰でも参照できるが、書き換えはできない</a:t>
            </a:r>
            <a:endParaRPr kumimoji="1" lang="ja-JP" altLang="en-US" dirty="0"/>
          </a:p>
        </p:txBody>
      </p:sp>
      <p:sp>
        <p:nvSpPr>
          <p:cNvPr id="6" name="テキスト プレースホルダー 5">
            <a:extLst>
              <a:ext uri="{FF2B5EF4-FFF2-40B4-BE49-F238E27FC236}">
                <a16:creationId xmlns:a16="http://schemas.microsoft.com/office/drawing/2014/main" id="{02A49A4D-21D5-4948-B041-7763A3810923}"/>
              </a:ext>
            </a:extLst>
          </p:cNvPr>
          <p:cNvSpPr>
            <a:spLocks noGrp="1"/>
          </p:cNvSpPr>
          <p:nvPr>
            <p:ph type="body" sz="quarter" idx="15"/>
          </p:nvPr>
        </p:nvSpPr>
        <p:spPr>
          <a:xfrm>
            <a:off x="463549" y="1023814"/>
            <a:ext cx="7177471" cy="976924"/>
          </a:xfrm>
        </p:spPr>
        <p:txBody>
          <a:bodyPr/>
          <a:lstStyle/>
          <a:p>
            <a:r>
              <a:rPr lang="ja-JP" altLang="en-US" dirty="0"/>
              <a:t>カプセル化とは</a:t>
            </a:r>
            <a:r>
              <a:rPr lang="ja-JP" altLang="en-US" dirty="0">
                <a:solidFill>
                  <a:srgbClr val="FF0000"/>
                </a:solidFill>
              </a:rPr>
              <a:t>フィールドへの読み書きやメソッドの呼び出しを制限する機能</a:t>
            </a:r>
            <a:endParaRPr lang="en-US" altLang="ja-JP" dirty="0"/>
          </a:p>
          <a:p>
            <a:r>
              <a:rPr lang="ja-JP" altLang="en-US" dirty="0">
                <a:solidFill>
                  <a:srgbClr val="FF0000"/>
                </a:solidFill>
              </a:rPr>
              <a:t>アクセス修飾子</a:t>
            </a:r>
            <a:r>
              <a:rPr lang="ja-JP" altLang="en-US" dirty="0"/>
              <a:t>を用いて操作・閲覧を制限</a:t>
            </a:r>
            <a:endParaRPr kumimoji="1" lang="ja-JP" altLang="en-US" dirty="0"/>
          </a:p>
        </p:txBody>
      </p:sp>
      <p:sp>
        <p:nvSpPr>
          <p:cNvPr id="7" name="テキスト プレースホルダー 6">
            <a:extLst>
              <a:ext uri="{FF2B5EF4-FFF2-40B4-BE49-F238E27FC236}">
                <a16:creationId xmlns:a16="http://schemas.microsoft.com/office/drawing/2014/main" id="{0370672E-6337-45D9-8644-DA9C0A78D096}"/>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306324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85F4238-92AE-42F7-8E43-90401AF811E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792D0C0-CA82-473E-95FC-0F27B3EAC620}"/>
              </a:ext>
            </a:extLst>
          </p:cNvPr>
          <p:cNvSpPr>
            <a:spLocks noGrp="1"/>
          </p:cNvSpPr>
          <p:nvPr>
            <p:ph type="ctrTitle"/>
          </p:nvPr>
        </p:nvSpPr>
        <p:spPr/>
        <p:txBody>
          <a:bodyPr/>
          <a:lstStyle/>
          <a:p>
            <a:r>
              <a:rPr lang="ja-JP" altLang="en-US" dirty="0"/>
              <a:t>アクセス修飾子</a:t>
            </a:r>
            <a:endParaRPr kumimoji="1" lang="ja-JP" altLang="en-US" dirty="0"/>
          </a:p>
        </p:txBody>
      </p:sp>
      <p:sp>
        <p:nvSpPr>
          <p:cNvPr id="4" name="スライド番号プレースホルダー 3">
            <a:extLst>
              <a:ext uri="{FF2B5EF4-FFF2-40B4-BE49-F238E27FC236}">
                <a16:creationId xmlns:a16="http://schemas.microsoft.com/office/drawing/2014/main" id="{DA163DC0-F7FE-4300-845B-0D3FD8782C55}"/>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0E555CD9-10A0-4852-932D-CCBC906DD192}"/>
              </a:ext>
            </a:extLst>
          </p:cNvPr>
          <p:cNvSpPr>
            <a:spLocks noGrp="1"/>
          </p:cNvSpPr>
          <p:nvPr>
            <p:ph type="body" sz="quarter" idx="14"/>
          </p:nvPr>
        </p:nvSpPr>
        <p:spPr>
          <a:xfrm>
            <a:off x="462875" y="859491"/>
            <a:ext cx="8216900" cy="595929"/>
          </a:xfrm>
        </p:spPr>
        <p:txBody>
          <a:bodyPr/>
          <a:lstStyle/>
          <a:p>
            <a:pPr marL="96838" indent="0">
              <a:buNone/>
            </a:pPr>
            <a:r>
              <a:rPr kumimoji="1" lang="ja-JP" altLang="en-US" dirty="0"/>
              <a:t>制限を行うにはアクセス修飾子を使って制限します。</a:t>
            </a:r>
          </a:p>
          <a:p>
            <a:pPr marL="96838" indent="0">
              <a:buNone/>
            </a:pPr>
            <a:r>
              <a:rPr kumimoji="1" lang="ja-JP" altLang="en-US" dirty="0"/>
              <a:t>種類は以下の通りです。</a:t>
            </a:r>
            <a:endParaRPr kumimoji="1" lang="en-US" altLang="ja-JP" dirty="0"/>
          </a:p>
        </p:txBody>
      </p:sp>
      <p:graphicFrame>
        <p:nvGraphicFramePr>
          <p:cNvPr id="6" name="Google Shape;125;p16">
            <a:extLst>
              <a:ext uri="{FF2B5EF4-FFF2-40B4-BE49-F238E27FC236}">
                <a16:creationId xmlns:a16="http://schemas.microsoft.com/office/drawing/2014/main" id="{DDCE8367-7279-4C22-95C0-573968E8B81E}"/>
              </a:ext>
            </a:extLst>
          </p:cNvPr>
          <p:cNvGraphicFramePr/>
          <p:nvPr>
            <p:extLst>
              <p:ext uri="{D42A27DB-BD31-4B8C-83A1-F6EECF244321}">
                <p14:modId xmlns:p14="http://schemas.microsoft.com/office/powerpoint/2010/main" val="2805717104"/>
              </p:ext>
            </p:extLst>
          </p:nvPr>
        </p:nvGraphicFramePr>
        <p:xfrm>
          <a:off x="624901" y="1626161"/>
          <a:ext cx="7825679" cy="2164130"/>
        </p:xfrm>
        <a:graphic>
          <a:graphicData uri="http://schemas.openxmlformats.org/drawingml/2006/table">
            <a:tbl>
              <a:tblPr firstRow="1" bandRow="1">
                <a:tableStyleId>{BDBED569-4797-4DF1-A0F4-6AAB3CD982D8}</a:tableStyleId>
              </a:tblPr>
              <a:tblGrid>
                <a:gridCol w="1173855">
                  <a:extLst>
                    <a:ext uri="{9D8B030D-6E8A-4147-A177-3AD203B41FA5}">
                      <a16:colId xmlns:a16="http://schemas.microsoft.com/office/drawing/2014/main" val="20000"/>
                    </a:ext>
                  </a:extLst>
                </a:gridCol>
                <a:gridCol w="2021632">
                  <a:extLst>
                    <a:ext uri="{9D8B030D-6E8A-4147-A177-3AD203B41FA5}">
                      <a16:colId xmlns:a16="http://schemas.microsoft.com/office/drawing/2014/main" val="20001"/>
                    </a:ext>
                  </a:extLst>
                </a:gridCol>
                <a:gridCol w="1760783">
                  <a:extLst>
                    <a:ext uri="{9D8B030D-6E8A-4147-A177-3AD203B41FA5}">
                      <a16:colId xmlns:a16="http://schemas.microsoft.com/office/drawing/2014/main" val="20002"/>
                    </a:ext>
                  </a:extLst>
                </a:gridCol>
                <a:gridCol w="2869409">
                  <a:extLst>
                    <a:ext uri="{9D8B030D-6E8A-4147-A177-3AD203B41FA5}">
                      <a16:colId xmlns:a16="http://schemas.microsoft.com/office/drawing/2014/main" val="20003"/>
                    </a:ext>
                  </a:extLst>
                </a:gridCol>
              </a:tblGrid>
              <a:tr h="364243">
                <a:tc>
                  <a:txBody>
                    <a:bodyPr/>
                    <a:lstStyle/>
                    <a:p>
                      <a:pPr marL="0" marR="0" lvl="0" indent="0" algn="l" rtl="0">
                        <a:spcBef>
                          <a:spcPts val="0"/>
                        </a:spcBef>
                        <a:spcAft>
                          <a:spcPts val="0"/>
                        </a:spcAft>
                        <a:buNone/>
                      </a:pPr>
                      <a:r>
                        <a:rPr lang="en-US" sz="1400" u="none" strike="noStrike" cap="none" dirty="0" err="1"/>
                        <a:t>制限の</a:t>
                      </a:r>
                      <a:r>
                        <a:rPr lang="en-US" sz="1400" dirty="0" err="1"/>
                        <a:t>範囲</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名前</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プログラム中の</a:t>
                      </a:r>
                      <a:endParaRPr sz="1400"/>
                    </a:p>
                    <a:p>
                      <a:pPr marL="0" marR="0" lvl="0" indent="0" algn="l" rtl="0">
                        <a:spcBef>
                          <a:spcPts val="0"/>
                        </a:spcBef>
                        <a:spcAft>
                          <a:spcPts val="0"/>
                        </a:spcAft>
                        <a:buNone/>
                      </a:pPr>
                      <a:r>
                        <a:rPr lang="en-US" sz="1400"/>
                        <a:t>指定方法</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アクセスを</a:t>
                      </a:r>
                      <a:endParaRPr sz="1400"/>
                    </a:p>
                    <a:p>
                      <a:pPr marL="0" marR="0" lvl="0" indent="0" algn="l" rtl="0">
                        <a:spcBef>
                          <a:spcPts val="0"/>
                        </a:spcBef>
                        <a:spcAft>
                          <a:spcPts val="0"/>
                        </a:spcAft>
                        <a:buNone/>
                      </a:pPr>
                      <a:r>
                        <a:rPr lang="en-US" sz="1400"/>
                        <a:t>許可する範囲</a:t>
                      </a:r>
                      <a:endParaRPr sz="1400">
                        <a:latin typeface="+mn-lt"/>
                        <a:ea typeface="+mn-ea"/>
                      </a:endParaRPr>
                    </a:p>
                  </a:txBody>
                  <a:tcPr marL="91450" marR="91450" marT="45725" marB="45725" anchor="ctr"/>
                </a:tc>
                <a:extLst>
                  <a:ext uri="{0D108BD9-81ED-4DB2-BD59-A6C34878D82A}">
                    <a16:rowId xmlns:a16="http://schemas.microsoft.com/office/drawing/2014/main" val="10000"/>
                  </a:ext>
                </a:extLst>
              </a:tr>
              <a:tr h="255852">
                <a:tc>
                  <a:txBody>
                    <a:bodyPr/>
                    <a:lstStyle/>
                    <a:p>
                      <a:pPr marL="0" marR="0" lvl="0" indent="0" algn="l" rtl="0">
                        <a:spcBef>
                          <a:spcPts val="0"/>
                        </a:spcBef>
                        <a:spcAft>
                          <a:spcPts val="0"/>
                        </a:spcAft>
                        <a:buNone/>
                      </a:pPr>
                      <a:r>
                        <a:rPr lang="en-US" sz="1400"/>
                        <a:t>厳しい</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private</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private</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自分自身のクラスのみ</a:t>
                      </a:r>
                      <a:endParaRPr sz="1400">
                        <a:latin typeface="+mn-lt"/>
                        <a:ea typeface="+mn-ea"/>
                      </a:endParaRPr>
                    </a:p>
                  </a:txBody>
                  <a:tcPr marL="91450" marR="91450" marT="45725" marB="45725" anchor="ctr"/>
                </a:tc>
                <a:extLst>
                  <a:ext uri="{0D108BD9-81ED-4DB2-BD59-A6C34878D82A}">
                    <a16:rowId xmlns:a16="http://schemas.microsoft.com/office/drawing/2014/main" val="10001"/>
                  </a:ext>
                </a:extLst>
              </a:tr>
              <a:tr h="329158">
                <a:tc>
                  <a:txBody>
                    <a:bodyPr/>
                    <a:lstStyle/>
                    <a:p>
                      <a:pPr marL="0" marR="0" lvl="0" indent="0" algn="l" rtl="0">
                        <a:spcBef>
                          <a:spcPts val="0"/>
                        </a:spcBef>
                        <a:spcAft>
                          <a:spcPts val="0"/>
                        </a:spcAft>
                        <a:buNone/>
                      </a:pP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package private</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(何も書かない)</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自分と同じパッケージに属するクラス</a:t>
                      </a:r>
                      <a:endParaRPr sz="1400">
                        <a:latin typeface="+mn-lt"/>
                        <a:ea typeface="+mn-ea"/>
                      </a:endParaRPr>
                    </a:p>
                  </a:txBody>
                  <a:tcPr marL="91450" marR="91450" marT="45725" marB="45725" anchor="ctr"/>
                </a:tc>
                <a:extLst>
                  <a:ext uri="{0D108BD9-81ED-4DB2-BD59-A6C34878D82A}">
                    <a16:rowId xmlns:a16="http://schemas.microsoft.com/office/drawing/2014/main" val="10002"/>
                  </a:ext>
                </a:extLst>
              </a:tr>
              <a:tr h="329158">
                <a:tc>
                  <a:txBody>
                    <a:bodyPr/>
                    <a:lstStyle/>
                    <a:p>
                      <a:pPr marL="0" marR="0" lvl="0" indent="0" algn="l" rtl="0">
                        <a:spcBef>
                          <a:spcPts val="0"/>
                        </a:spcBef>
                        <a:spcAft>
                          <a:spcPts val="0"/>
                        </a:spcAft>
                        <a:buNone/>
                      </a:pP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dirty="0"/>
                        <a:t>protected</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protected</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自分と同じパッケージに属するか自分を継承した子クラス</a:t>
                      </a:r>
                      <a:endParaRPr sz="1400">
                        <a:latin typeface="+mn-lt"/>
                        <a:ea typeface="+mn-ea"/>
                      </a:endParaRPr>
                    </a:p>
                  </a:txBody>
                  <a:tcPr marL="91450" marR="91450" marT="45725" marB="45725" anchor="ctr"/>
                </a:tc>
                <a:extLst>
                  <a:ext uri="{0D108BD9-81ED-4DB2-BD59-A6C34878D82A}">
                    <a16:rowId xmlns:a16="http://schemas.microsoft.com/office/drawing/2014/main" val="10003"/>
                  </a:ext>
                </a:extLst>
              </a:tr>
              <a:tr h="255852">
                <a:tc>
                  <a:txBody>
                    <a:bodyPr/>
                    <a:lstStyle/>
                    <a:p>
                      <a:pPr marL="0" marR="0" lvl="0" indent="0" algn="l" rtl="0">
                        <a:spcBef>
                          <a:spcPts val="0"/>
                        </a:spcBef>
                        <a:spcAft>
                          <a:spcPts val="0"/>
                        </a:spcAft>
                        <a:buNone/>
                      </a:pPr>
                      <a:r>
                        <a:rPr lang="en-US" sz="1400" dirty="0" err="1"/>
                        <a:t>緩い</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public</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a:t>public</a:t>
                      </a:r>
                      <a:endParaRPr sz="1400">
                        <a:latin typeface="+mn-lt"/>
                        <a:ea typeface="+mn-ea"/>
                      </a:endParaRPr>
                    </a:p>
                  </a:txBody>
                  <a:tcPr marL="91450" marR="91450" marT="45725" marB="45725" anchor="ctr"/>
                </a:tc>
                <a:tc>
                  <a:txBody>
                    <a:bodyPr/>
                    <a:lstStyle/>
                    <a:p>
                      <a:pPr marL="0" marR="0" lvl="0" indent="0" algn="l" rtl="0">
                        <a:spcBef>
                          <a:spcPts val="0"/>
                        </a:spcBef>
                        <a:spcAft>
                          <a:spcPts val="0"/>
                        </a:spcAft>
                        <a:buNone/>
                      </a:pPr>
                      <a:r>
                        <a:rPr lang="en-US" sz="1400" dirty="0" err="1"/>
                        <a:t>すべてのクラス</a:t>
                      </a:r>
                      <a:endParaRPr sz="1400" dirty="0">
                        <a:latin typeface="+mn-lt"/>
                        <a:ea typeface="+mn-ea"/>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7" name="Google Shape;126;p16">
            <a:extLst>
              <a:ext uri="{FF2B5EF4-FFF2-40B4-BE49-F238E27FC236}">
                <a16:creationId xmlns:a16="http://schemas.microsoft.com/office/drawing/2014/main" id="{131FE02A-70CC-40DF-9182-018F6982F20F}"/>
              </a:ext>
            </a:extLst>
          </p:cNvPr>
          <p:cNvSpPr/>
          <p:nvPr/>
        </p:nvSpPr>
        <p:spPr>
          <a:xfrm>
            <a:off x="756340" y="2452897"/>
            <a:ext cx="504056" cy="1027036"/>
          </a:xfrm>
          <a:prstGeom prst="upDownArrow">
            <a:avLst>
              <a:gd name="adj1" fmla="val 50000"/>
              <a:gd name="adj2" fmla="val 50000"/>
            </a:avLst>
          </a:prstGeom>
          <a:gradFill>
            <a:gsLst>
              <a:gs pos="0">
                <a:srgbClr val="96AAEE"/>
              </a:gs>
              <a:gs pos="35000">
                <a:srgbClr val="AFBFF3"/>
              </a:gs>
              <a:gs pos="100000">
                <a:srgbClr val="D8DEF9"/>
              </a:gs>
            </a:gsLst>
            <a:lin ang="16200000" scaled="0"/>
          </a:gradFill>
          <a:ln w="12700" cap="flat" cmpd="sng">
            <a:solidFill>
              <a:srgbClr val="4D69A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iryo"/>
              <a:ea typeface="Meiryo"/>
              <a:cs typeface="Meiryo"/>
              <a:sym typeface="Meiryo"/>
            </a:endParaRPr>
          </a:p>
        </p:txBody>
      </p:sp>
      <p:sp>
        <p:nvSpPr>
          <p:cNvPr id="8" name="テキスト プレースホルダー 4">
            <a:extLst>
              <a:ext uri="{FF2B5EF4-FFF2-40B4-BE49-F238E27FC236}">
                <a16:creationId xmlns:a16="http://schemas.microsoft.com/office/drawing/2014/main" id="{48831A36-9810-407D-ADD4-926B54DA7678}"/>
              </a:ext>
            </a:extLst>
          </p:cNvPr>
          <p:cNvSpPr txBox="1">
            <a:spLocks/>
          </p:cNvSpPr>
          <p:nvPr/>
        </p:nvSpPr>
        <p:spPr>
          <a:xfrm>
            <a:off x="462875" y="3642859"/>
            <a:ext cx="8216900" cy="115774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endParaRPr lang="ja-JP" altLang="en-US" b="1" dirty="0">
              <a:solidFill>
                <a:schemeClr val="accent1"/>
              </a:solidFill>
            </a:endParaRPr>
          </a:p>
        </p:txBody>
      </p:sp>
    </p:spTree>
    <p:extLst>
      <p:ext uri="{BB962C8B-B14F-4D97-AF65-F5344CB8AC3E}">
        <p14:creationId xmlns:p14="http://schemas.microsoft.com/office/powerpoint/2010/main" val="1491796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85F4238-92AE-42F7-8E43-90401AF811E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792D0C0-CA82-473E-95FC-0F27B3EAC620}"/>
              </a:ext>
            </a:extLst>
          </p:cNvPr>
          <p:cNvSpPr>
            <a:spLocks noGrp="1"/>
          </p:cNvSpPr>
          <p:nvPr>
            <p:ph type="ctrTitle"/>
          </p:nvPr>
        </p:nvSpPr>
        <p:spPr/>
        <p:txBody>
          <a:bodyPr/>
          <a:lstStyle/>
          <a:p>
            <a:r>
              <a:rPr lang="ja-JP" altLang="en-US" dirty="0"/>
              <a:t>アクセス修飾子</a:t>
            </a:r>
            <a:endParaRPr kumimoji="1" lang="ja-JP" altLang="en-US" dirty="0"/>
          </a:p>
        </p:txBody>
      </p:sp>
      <p:sp>
        <p:nvSpPr>
          <p:cNvPr id="4" name="スライド番号プレースホルダー 3">
            <a:extLst>
              <a:ext uri="{FF2B5EF4-FFF2-40B4-BE49-F238E27FC236}">
                <a16:creationId xmlns:a16="http://schemas.microsoft.com/office/drawing/2014/main" id="{DA163DC0-F7FE-4300-845B-0D3FD8782C55}"/>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0E555CD9-10A0-4852-932D-CCBC906DD192}"/>
              </a:ext>
            </a:extLst>
          </p:cNvPr>
          <p:cNvSpPr>
            <a:spLocks noGrp="1"/>
          </p:cNvSpPr>
          <p:nvPr>
            <p:ph type="body" sz="quarter" idx="14"/>
          </p:nvPr>
        </p:nvSpPr>
        <p:spPr>
          <a:xfrm>
            <a:off x="462875" y="859491"/>
            <a:ext cx="8216900" cy="595929"/>
          </a:xfrm>
        </p:spPr>
        <p:txBody>
          <a:bodyPr/>
          <a:lstStyle/>
          <a:p>
            <a:pPr marL="96838" indent="0">
              <a:buNone/>
            </a:pPr>
            <a:r>
              <a:rPr lang="ja-JP" altLang="en-US" dirty="0"/>
              <a:t>アクセス修飾子によっては修飾するものによって使えるものと使えないものがあります。</a:t>
            </a:r>
            <a:endParaRPr lang="en-US" altLang="ja-JP" dirty="0"/>
          </a:p>
          <a:p>
            <a:pPr marL="96838" indent="0">
              <a:buNone/>
            </a:pPr>
            <a:r>
              <a:rPr kumimoji="1" lang="ja-JP" altLang="en-US" dirty="0"/>
              <a:t>対応表は以下の通りです。</a:t>
            </a:r>
          </a:p>
        </p:txBody>
      </p:sp>
      <p:graphicFrame>
        <p:nvGraphicFramePr>
          <p:cNvPr id="6" name="Google Shape;125;p16">
            <a:extLst>
              <a:ext uri="{FF2B5EF4-FFF2-40B4-BE49-F238E27FC236}">
                <a16:creationId xmlns:a16="http://schemas.microsoft.com/office/drawing/2014/main" id="{DDCE8367-7279-4C22-95C0-573968E8B81E}"/>
              </a:ext>
            </a:extLst>
          </p:cNvPr>
          <p:cNvGraphicFramePr/>
          <p:nvPr>
            <p:extLst>
              <p:ext uri="{D42A27DB-BD31-4B8C-83A1-F6EECF244321}">
                <p14:modId xmlns:p14="http://schemas.microsoft.com/office/powerpoint/2010/main" val="260903188"/>
              </p:ext>
            </p:extLst>
          </p:nvPr>
        </p:nvGraphicFramePr>
        <p:xfrm>
          <a:off x="624069" y="1625606"/>
          <a:ext cx="7816546" cy="1942160"/>
        </p:xfrm>
        <a:graphic>
          <a:graphicData uri="http://schemas.openxmlformats.org/drawingml/2006/table">
            <a:tbl>
              <a:tblPr firstRow="1" bandRow="1">
                <a:tableStyleId>{BDBED569-4797-4DF1-A0F4-6AAB3CD982D8}</a:tableStyleId>
              </a:tblPr>
              <a:tblGrid>
                <a:gridCol w="1780604">
                  <a:extLst>
                    <a:ext uri="{9D8B030D-6E8A-4147-A177-3AD203B41FA5}">
                      <a16:colId xmlns:a16="http://schemas.microsoft.com/office/drawing/2014/main" val="20000"/>
                    </a:ext>
                  </a:extLst>
                </a:gridCol>
                <a:gridCol w="850318">
                  <a:extLst>
                    <a:ext uri="{9D8B030D-6E8A-4147-A177-3AD203B41FA5}">
                      <a16:colId xmlns:a16="http://schemas.microsoft.com/office/drawing/2014/main" val="20001"/>
                    </a:ext>
                  </a:extLst>
                </a:gridCol>
                <a:gridCol w="1520940">
                  <a:extLst>
                    <a:ext uri="{9D8B030D-6E8A-4147-A177-3AD203B41FA5}">
                      <a16:colId xmlns:a16="http://schemas.microsoft.com/office/drawing/2014/main" val="20002"/>
                    </a:ext>
                  </a:extLst>
                </a:gridCol>
                <a:gridCol w="967027">
                  <a:extLst>
                    <a:ext uri="{9D8B030D-6E8A-4147-A177-3AD203B41FA5}">
                      <a16:colId xmlns:a16="http://schemas.microsoft.com/office/drawing/2014/main" val="166604669"/>
                    </a:ext>
                  </a:extLst>
                </a:gridCol>
                <a:gridCol w="1121866">
                  <a:extLst>
                    <a:ext uri="{9D8B030D-6E8A-4147-A177-3AD203B41FA5}">
                      <a16:colId xmlns:a16="http://schemas.microsoft.com/office/drawing/2014/main" val="1456341097"/>
                    </a:ext>
                  </a:extLst>
                </a:gridCol>
                <a:gridCol w="1575791">
                  <a:extLst>
                    <a:ext uri="{9D8B030D-6E8A-4147-A177-3AD203B41FA5}">
                      <a16:colId xmlns:a16="http://schemas.microsoft.com/office/drawing/2014/main" val="20003"/>
                    </a:ext>
                  </a:extLst>
                </a:gridCol>
              </a:tblGrid>
              <a:tr h="373849">
                <a:tc>
                  <a:txBody>
                    <a:bodyPr/>
                    <a:lstStyle/>
                    <a:p>
                      <a:pPr marL="0" marR="0" lvl="0" indent="0" algn="l" rtl="0">
                        <a:spcBef>
                          <a:spcPts val="0"/>
                        </a:spcBef>
                        <a:spcAft>
                          <a:spcPts val="0"/>
                        </a:spcAft>
                        <a:buNone/>
                      </a:pPr>
                      <a:r>
                        <a:rPr lang="ja-JP" altLang="en-US" sz="1400" u="none" strike="noStrike" cap="none" dirty="0">
                          <a:latin typeface="+mn-lt"/>
                          <a:ea typeface="+mn-ea"/>
                        </a:rPr>
                        <a:t>アクセス修飾子</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ja-JP" altLang="en-US" sz="1400" dirty="0">
                          <a:latin typeface="+mn-lt"/>
                          <a:ea typeface="+mn-ea"/>
                        </a:rPr>
                        <a:t>クラス</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ja-JP" altLang="en-US" sz="1400" dirty="0"/>
                        <a:t>コンストラクタ</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ja-JP" altLang="en-US" sz="1400" dirty="0">
                          <a:latin typeface="+mn-lt"/>
                          <a:ea typeface="+mn-ea"/>
                        </a:rPr>
                        <a:t>メソッド</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ja-JP" altLang="en-US" sz="1400" dirty="0">
                          <a:latin typeface="+mn-lt"/>
                          <a:ea typeface="+mn-ea"/>
                        </a:rPr>
                        <a:t>フィールド</a:t>
                      </a:r>
                      <a:endParaRPr sz="1400" dirty="0">
                        <a:latin typeface="+mn-lt"/>
                        <a:ea typeface="+mn-ea"/>
                      </a:endParaRPr>
                    </a:p>
                  </a:txBody>
                  <a:tcPr marL="91450" marR="91450" marT="45725" marB="45725" anchor="ctr"/>
                </a:tc>
                <a:tc>
                  <a:txBody>
                    <a:bodyPr/>
                    <a:lstStyle/>
                    <a:p>
                      <a:pPr marL="0" marR="0" lvl="0" indent="0" algn="l" rtl="0">
                        <a:spcBef>
                          <a:spcPts val="0"/>
                        </a:spcBef>
                        <a:spcAft>
                          <a:spcPts val="0"/>
                        </a:spcAft>
                        <a:buNone/>
                      </a:pPr>
                      <a:r>
                        <a:rPr lang="ja-JP" altLang="en-US" sz="1400" dirty="0">
                          <a:latin typeface="+mn-lt"/>
                          <a:ea typeface="+mn-ea"/>
                        </a:rPr>
                        <a:t>インタフェース</a:t>
                      </a:r>
                      <a:endParaRPr sz="1400" dirty="0">
                        <a:latin typeface="+mn-lt"/>
                        <a:ea typeface="+mn-ea"/>
                      </a:endParaRPr>
                    </a:p>
                  </a:txBody>
                  <a:tcPr marL="91450" marR="91450" marT="45725" marB="45725" anchor="ctr"/>
                </a:tc>
                <a:extLst>
                  <a:ext uri="{0D108BD9-81ED-4DB2-BD59-A6C34878D82A}">
                    <a16:rowId xmlns:a16="http://schemas.microsoft.com/office/drawing/2014/main" val="10000"/>
                  </a:ext>
                </a:extLst>
              </a:tr>
              <a:tr h="300945">
                <a:tc>
                  <a:txBody>
                    <a:bodyPr/>
                    <a:lstStyle/>
                    <a:p>
                      <a:pPr marL="0" marR="0" lvl="0" indent="0" algn="l" rtl="0">
                        <a:spcBef>
                          <a:spcPts val="0"/>
                        </a:spcBef>
                        <a:spcAft>
                          <a:spcPts val="0"/>
                        </a:spcAft>
                        <a:buNone/>
                      </a:pPr>
                      <a:r>
                        <a:rPr lang="en-US" sz="1400" dirty="0">
                          <a:latin typeface="+mn-lt"/>
                          <a:ea typeface="+mn-ea"/>
                        </a:rPr>
                        <a:t>private</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en-US" altLang="ja-JP" sz="1400" dirty="0">
                          <a:latin typeface="+mn-lt"/>
                          <a:ea typeface="+mn-ea"/>
                        </a:rPr>
                        <a:t>×</a:t>
                      </a:r>
                      <a:endParaRPr lang="en-US"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en-US" altLang="ja-JP" sz="1400" dirty="0">
                          <a:latin typeface="+mn-lt"/>
                          <a:ea typeface="+mn-ea"/>
                        </a:rPr>
                        <a:t>×</a:t>
                      </a:r>
                      <a:endParaRPr lang="en-US" sz="1400" dirty="0">
                        <a:latin typeface="+mn-lt"/>
                        <a:ea typeface="+mn-ea"/>
                      </a:endParaRPr>
                    </a:p>
                  </a:txBody>
                  <a:tcPr marL="91450" marR="91450" marT="45725" marB="45725" anchor="ctr"/>
                </a:tc>
                <a:extLst>
                  <a:ext uri="{0D108BD9-81ED-4DB2-BD59-A6C34878D82A}">
                    <a16:rowId xmlns:a16="http://schemas.microsoft.com/office/drawing/2014/main" val="10001"/>
                  </a:ext>
                </a:extLst>
              </a:tr>
              <a:tr h="466459">
                <a:tc>
                  <a:txBody>
                    <a:bodyPr/>
                    <a:lstStyle/>
                    <a:p>
                      <a:pPr marL="0" marR="0" lvl="0" indent="0" algn="l" rtl="0">
                        <a:spcBef>
                          <a:spcPts val="0"/>
                        </a:spcBef>
                        <a:spcAft>
                          <a:spcPts val="0"/>
                        </a:spcAft>
                        <a:buNone/>
                      </a:pPr>
                      <a:r>
                        <a:rPr lang="en-US" sz="1400" dirty="0">
                          <a:latin typeface="+mn-lt"/>
                          <a:ea typeface="+mn-ea"/>
                        </a:rPr>
                        <a:t>package private</a:t>
                      </a:r>
                    </a:p>
                    <a:p>
                      <a:pPr marL="0" marR="0" lvl="0" indent="0" algn="l" rtl="0">
                        <a:spcBef>
                          <a:spcPts val="0"/>
                        </a:spcBef>
                        <a:spcAft>
                          <a:spcPts val="0"/>
                        </a:spcAft>
                        <a:buNone/>
                      </a:pPr>
                      <a:r>
                        <a:rPr lang="ja-JP" altLang="en-US" sz="1100" dirty="0">
                          <a:latin typeface="+mn-lt"/>
                          <a:ea typeface="+mn-ea"/>
                        </a:rPr>
                        <a:t>（なし、デフォルト）</a:t>
                      </a:r>
                      <a:endParaRPr sz="11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extLst>
                  <a:ext uri="{0D108BD9-81ED-4DB2-BD59-A6C34878D82A}">
                    <a16:rowId xmlns:a16="http://schemas.microsoft.com/office/drawing/2014/main" val="10002"/>
                  </a:ext>
                </a:extLst>
              </a:tr>
              <a:tr h="373849">
                <a:tc>
                  <a:txBody>
                    <a:bodyPr/>
                    <a:lstStyle/>
                    <a:p>
                      <a:pPr marL="0" marR="0" lvl="0" indent="0" algn="l" rtl="0">
                        <a:spcBef>
                          <a:spcPts val="0"/>
                        </a:spcBef>
                        <a:spcAft>
                          <a:spcPts val="0"/>
                        </a:spcAft>
                        <a:buNone/>
                      </a:pPr>
                      <a:r>
                        <a:rPr lang="en-US" sz="1400" dirty="0">
                          <a:latin typeface="+mn-lt"/>
                          <a:ea typeface="+mn-ea"/>
                        </a:rPr>
                        <a:t>protected</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en-US" altLang="ja-JP" sz="1400" dirty="0">
                          <a:latin typeface="+mn-lt"/>
                          <a:ea typeface="+mn-ea"/>
                        </a:rPr>
                        <a:t>×</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en-US" altLang="ja-JP" sz="1400" dirty="0">
                          <a:latin typeface="+mn-lt"/>
                          <a:ea typeface="+mn-ea"/>
                        </a:rPr>
                        <a:t>×</a:t>
                      </a:r>
                      <a:endParaRPr sz="1400" dirty="0">
                        <a:latin typeface="+mn-lt"/>
                        <a:ea typeface="+mn-ea"/>
                      </a:endParaRPr>
                    </a:p>
                  </a:txBody>
                  <a:tcPr marL="91450" marR="91450" marT="45725" marB="45725" anchor="ctr"/>
                </a:tc>
                <a:extLst>
                  <a:ext uri="{0D108BD9-81ED-4DB2-BD59-A6C34878D82A}">
                    <a16:rowId xmlns:a16="http://schemas.microsoft.com/office/drawing/2014/main" val="10003"/>
                  </a:ext>
                </a:extLst>
              </a:tr>
              <a:tr h="417202">
                <a:tc>
                  <a:txBody>
                    <a:bodyPr/>
                    <a:lstStyle/>
                    <a:p>
                      <a:pPr marL="0" marR="0" lvl="0" indent="0" algn="l" rtl="0">
                        <a:spcBef>
                          <a:spcPts val="0"/>
                        </a:spcBef>
                        <a:spcAft>
                          <a:spcPts val="0"/>
                        </a:spcAft>
                        <a:buNone/>
                      </a:pPr>
                      <a:r>
                        <a:rPr lang="en-US" sz="1400" dirty="0">
                          <a:latin typeface="+mn-lt"/>
                          <a:ea typeface="+mn-ea"/>
                        </a:rPr>
                        <a:t>public</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tc>
                  <a:txBody>
                    <a:bodyPr/>
                    <a:lstStyle/>
                    <a:p>
                      <a:pPr marL="0" marR="0" lvl="0" indent="0" algn="ctr" rtl="0">
                        <a:spcBef>
                          <a:spcPts val="0"/>
                        </a:spcBef>
                        <a:spcAft>
                          <a:spcPts val="0"/>
                        </a:spcAft>
                        <a:buNone/>
                      </a:pPr>
                      <a:r>
                        <a:rPr lang="ja-JP" altLang="en-US" sz="1400" dirty="0">
                          <a:latin typeface="+mn-lt"/>
                          <a:ea typeface="+mn-ea"/>
                        </a:rPr>
                        <a:t>〇</a:t>
                      </a:r>
                      <a:endParaRPr sz="1400" dirty="0">
                        <a:latin typeface="+mn-lt"/>
                        <a:ea typeface="+mn-ea"/>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8" name="テキスト プレースホルダー 4">
            <a:extLst>
              <a:ext uri="{FF2B5EF4-FFF2-40B4-BE49-F238E27FC236}">
                <a16:creationId xmlns:a16="http://schemas.microsoft.com/office/drawing/2014/main" id="{48831A36-9810-407D-ADD4-926B54DA7678}"/>
              </a:ext>
            </a:extLst>
          </p:cNvPr>
          <p:cNvSpPr txBox="1">
            <a:spLocks/>
          </p:cNvSpPr>
          <p:nvPr/>
        </p:nvSpPr>
        <p:spPr>
          <a:xfrm>
            <a:off x="462875" y="3954585"/>
            <a:ext cx="8216900" cy="846015"/>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endParaRPr lang="ja-JP" altLang="en-US" b="1" dirty="0">
              <a:solidFill>
                <a:schemeClr val="accent1"/>
              </a:solidFill>
            </a:endParaRPr>
          </a:p>
        </p:txBody>
      </p:sp>
    </p:spTree>
    <p:extLst>
      <p:ext uri="{BB962C8B-B14F-4D97-AF65-F5344CB8AC3E}">
        <p14:creationId xmlns:p14="http://schemas.microsoft.com/office/powerpoint/2010/main" val="313964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171EF11-DF54-4EB8-A5D4-636FB15537A2}"/>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828459FB-728C-4C36-9964-8B7C9D076E92}"/>
              </a:ext>
            </a:extLst>
          </p:cNvPr>
          <p:cNvSpPr>
            <a:spLocks noGrp="1"/>
          </p:cNvSpPr>
          <p:nvPr>
            <p:ph type="ctrTitle"/>
          </p:nvPr>
        </p:nvSpPr>
        <p:spPr/>
        <p:txBody>
          <a:bodyPr/>
          <a:lstStyle/>
          <a:p>
            <a:r>
              <a:rPr kumimoji="1" lang="en-US" altLang="ja-JP" dirty="0"/>
              <a:t>Getter</a:t>
            </a:r>
            <a:r>
              <a:rPr kumimoji="1" lang="ja-JP" altLang="en-US" dirty="0"/>
              <a:t>と</a:t>
            </a:r>
            <a:r>
              <a:rPr kumimoji="1" lang="en-US" altLang="ja-JP" dirty="0"/>
              <a:t>Setter</a:t>
            </a:r>
            <a:r>
              <a:rPr kumimoji="1" lang="ja-JP" altLang="en-US" dirty="0"/>
              <a:t>とは</a:t>
            </a:r>
          </a:p>
        </p:txBody>
      </p:sp>
      <p:sp>
        <p:nvSpPr>
          <p:cNvPr id="4" name="スライド番号プレースホルダー 3">
            <a:extLst>
              <a:ext uri="{FF2B5EF4-FFF2-40B4-BE49-F238E27FC236}">
                <a16:creationId xmlns:a16="http://schemas.microsoft.com/office/drawing/2014/main" id="{4EEA8194-0DF8-49D0-BFFF-FD25E4A9FBD6}"/>
              </a:ext>
            </a:extLst>
          </p:cNvPr>
          <p:cNvSpPr>
            <a:spLocks noGrp="1"/>
          </p:cNvSpPr>
          <p:nvPr>
            <p:ph type="sldNum" sz="quarter" idx="4"/>
          </p:nvPr>
        </p:nvSpPr>
        <p:spPr/>
        <p:txBody>
          <a:bodyPr/>
          <a:lstStyle/>
          <a:p>
            <a:fld id="{00000000-1234-1234-1234-123412341234}" type="slidenum">
              <a:rPr lang="en" smtClean="0"/>
              <a:pPr/>
              <a:t>7</a:t>
            </a:fld>
            <a:endParaRPr lang="en" dirty="0">
              <a:latin typeface="+mn-ea"/>
            </a:endParaRPr>
          </a:p>
        </p:txBody>
      </p:sp>
      <p:sp>
        <p:nvSpPr>
          <p:cNvPr id="5" name="テキスト プレースホルダー 4">
            <a:extLst>
              <a:ext uri="{FF2B5EF4-FFF2-40B4-BE49-F238E27FC236}">
                <a16:creationId xmlns:a16="http://schemas.microsoft.com/office/drawing/2014/main" id="{672223B2-9C70-4FCD-980D-21AE1D457B0E}"/>
              </a:ext>
            </a:extLst>
          </p:cNvPr>
          <p:cNvSpPr>
            <a:spLocks noGrp="1"/>
          </p:cNvSpPr>
          <p:nvPr>
            <p:ph type="body" sz="quarter" idx="14"/>
          </p:nvPr>
        </p:nvSpPr>
        <p:spPr>
          <a:xfrm>
            <a:off x="462875" y="2360242"/>
            <a:ext cx="8216900" cy="2423846"/>
          </a:xfrm>
        </p:spPr>
        <p:txBody>
          <a:bodyPr/>
          <a:lstStyle/>
          <a:p>
            <a:pPr marL="96838" indent="0">
              <a:buNone/>
            </a:pPr>
            <a:r>
              <a:rPr kumimoji="1" lang="ja-JP" altLang="en-US" dirty="0"/>
              <a:t>アクセス修飾子によって制限をかけたフィールドを読み書きするにはどうすればいいでしょうか。</a:t>
            </a:r>
            <a:endParaRPr kumimoji="1" lang="en-US" altLang="ja-JP" dirty="0"/>
          </a:p>
          <a:p>
            <a:pPr marL="96838" indent="0">
              <a:buNone/>
            </a:pPr>
            <a:r>
              <a:rPr lang="ja-JP" altLang="en-US" dirty="0">
                <a:solidFill>
                  <a:srgbClr val="FF0000"/>
                </a:solidFill>
              </a:rPr>
              <a:t>アクセスが制限されたフィールドを操作・閲覧する際に用いられる窓口</a:t>
            </a:r>
            <a:r>
              <a:rPr lang="ja-JP" altLang="en-US" dirty="0"/>
              <a:t>が</a:t>
            </a:r>
            <a:endParaRPr lang="en-US" altLang="ja-JP" dirty="0"/>
          </a:p>
          <a:p>
            <a:pPr marL="96838" indent="0">
              <a:buNone/>
            </a:pPr>
            <a:r>
              <a:rPr lang="en-US" altLang="ja-JP" dirty="0">
                <a:solidFill>
                  <a:srgbClr val="FF0000"/>
                </a:solidFill>
              </a:rPr>
              <a:t>Getter</a:t>
            </a:r>
            <a:r>
              <a:rPr lang="ja-JP" altLang="en-US" dirty="0"/>
              <a:t>、</a:t>
            </a:r>
            <a:r>
              <a:rPr lang="en-US" altLang="ja-JP" dirty="0">
                <a:solidFill>
                  <a:srgbClr val="FF0000"/>
                </a:solidFill>
              </a:rPr>
              <a:t>Setter</a:t>
            </a:r>
            <a:r>
              <a:rPr lang="ja-JP" altLang="en-US" dirty="0"/>
              <a:t>というアクセサです。</a:t>
            </a:r>
            <a:br>
              <a:rPr lang="en-US" altLang="ja-JP" dirty="0"/>
            </a:br>
            <a:br>
              <a:rPr lang="en-US" altLang="ja-JP" dirty="0"/>
            </a:br>
            <a:r>
              <a:rPr lang="ja-JP" altLang="en-US" dirty="0"/>
              <a:t>アクセサは</a:t>
            </a:r>
            <a:r>
              <a:rPr lang="ja-JP" altLang="en-US" dirty="0">
                <a:solidFill>
                  <a:srgbClr val="FF0000"/>
                </a:solidFill>
              </a:rPr>
              <a:t>メソッドの一種</a:t>
            </a:r>
            <a:r>
              <a:rPr lang="ja-JP" altLang="en-US" dirty="0"/>
              <a:t>であり、これらを呼び出すことで</a:t>
            </a:r>
            <a:endParaRPr lang="en-US" altLang="ja-JP" dirty="0"/>
          </a:p>
          <a:p>
            <a:pPr marL="96838" indent="0">
              <a:buNone/>
            </a:pPr>
            <a:r>
              <a:rPr lang="ja-JP" altLang="en-US" dirty="0"/>
              <a:t>フィールドへの操作・閲覧を可能にしています。</a:t>
            </a:r>
            <a:endParaRPr kumimoji="1" lang="ja-JP" altLang="en-US" dirty="0"/>
          </a:p>
        </p:txBody>
      </p:sp>
      <p:sp>
        <p:nvSpPr>
          <p:cNvPr id="6" name="テキスト プレースホルダー 5">
            <a:extLst>
              <a:ext uri="{FF2B5EF4-FFF2-40B4-BE49-F238E27FC236}">
                <a16:creationId xmlns:a16="http://schemas.microsoft.com/office/drawing/2014/main" id="{CF3CED27-92CE-44C7-B4DE-3154756AB190}"/>
              </a:ext>
            </a:extLst>
          </p:cNvPr>
          <p:cNvSpPr>
            <a:spLocks noGrp="1"/>
          </p:cNvSpPr>
          <p:nvPr>
            <p:ph type="body" sz="quarter" idx="15"/>
          </p:nvPr>
        </p:nvSpPr>
        <p:spPr>
          <a:xfrm>
            <a:off x="463549" y="1023813"/>
            <a:ext cx="7177471" cy="1211387"/>
          </a:xfrm>
        </p:spPr>
        <p:txBody>
          <a:bodyPr/>
          <a:lstStyle/>
          <a:p>
            <a:r>
              <a:rPr kumimoji="1" lang="en-US" altLang="ja-JP" dirty="0"/>
              <a:t>Getter</a:t>
            </a:r>
            <a:r>
              <a:rPr kumimoji="1" lang="ja-JP" altLang="en-US" dirty="0"/>
              <a:t>とは</a:t>
            </a:r>
            <a:r>
              <a:rPr kumimoji="1" lang="ja-JP" altLang="en-US" dirty="0">
                <a:solidFill>
                  <a:srgbClr val="FF0000"/>
                </a:solidFill>
              </a:rPr>
              <a:t>フィールドのデータを取り出す</a:t>
            </a:r>
            <a:r>
              <a:rPr kumimoji="1" lang="ja-JP" altLang="en-US" dirty="0"/>
              <a:t>ためのメソッド</a:t>
            </a:r>
            <a:endParaRPr kumimoji="1" lang="en-US" altLang="ja-JP" dirty="0"/>
          </a:p>
          <a:p>
            <a:r>
              <a:rPr lang="en-US" altLang="ja-JP" dirty="0"/>
              <a:t>Setter</a:t>
            </a:r>
            <a:r>
              <a:rPr lang="ja-JP" altLang="en-US" dirty="0"/>
              <a:t>とは</a:t>
            </a:r>
            <a:r>
              <a:rPr lang="ja-JP" altLang="en-US" dirty="0">
                <a:solidFill>
                  <a:srgbClr val="FF0000"/>
                </a:solidFill>
              </a:rPr>
              <a:t>フィールドにデータを代入する</a:t>
            </a:r>
            <a:r>
              <a:rPr lang="ja-JP" altLang="en-US" dirty="0"/>
              <a:t>ためのメソッド</a:t>
            </a:r>
            <a:endParaRPr lang="en-US" altLang="ja-JP" dirty="0"/>
          </a:p>
          <a:p>
            <a:r>
              <a:rPr kumimoji="1" lang="en-US" altLang="ja-JP" dirty="0"/>
              <a:t>Getter</a:t>
            </a:r>
            <a:r>
              <a:rPr kumimoji="1" lang="ja-JP" altLang="en-US" dirty="0"/>
              <a:t>と</a:t>
            </a:r>
            <a:r>
              <a:rPr kumimoji="1" lang="en-US" altLang="ja-JP" dirty="0"/>
              <a:t>Setter</a:t>
            </a:r>
            <a:r>
              <a:rPr kumimoji="1" lang="ja-JP" altLang="en-US" dirty="0"/>
              <a:t>のことをあわせて</a:t>
            </a:r>
            <a:r>
              <a:rPr kumimoji="1" lang="ja-JP" altLang="en-US" dirty="0">
                <a:solidFill>
                  <a:srgbClr val="FF0000"/>
                </a:solidFill>
              </a:rPr>
              <a:t>アクセサ（アクセサメソッド）</a:t>
            </a:r>
            <a:endParaRPr kumimoji="1" lang="ja-JP" altLang="en-US" dirty="0"/>
          </a:p>
        </p:txBody>
      </p:sp>
      <p:sp>
        <p:nvSpPr>
          <p:cNvPr id="7" name="テキスト プレースホルダー 6">
            <a:extLst>
              <a:ext uri="{FF2B5EF4-FFF2-40B4-BE49-F238E27FC236}">
                <a16:creationId xmlns:a16="http://schemas.microsoft.com/office/drawing/2014/main" id="{4E150EA5-ACA4-4AE4-8D57-77C44107AF38}"/>
              </a:ext>
            </a:extLst>
          </p:cNvPr>
          <p:cNvSpPr>
            <a:spLocks noGrp="1"/>
          </p:cNvSpPr>
          <p:nvPr>
            <p:ph type="body" sz="quarter" idx="16"/>
          </p:nvPr>
        </p:nvSpPr>
        <p:spPr/>
        <p:txBody>
          <a:bodyPr/>
          <a:lstStyle/>
          <a:p>
            <a:endParaRPr kumimoji="1" lang="ja-JP" altLang="en-US"/>
          </a:p>
        </p:txBody>
      </p:sp>
      <p:pic>
        <p:nvPicPr>
          <p:cNvPr id="1032" name="Picture 8" descr="会社の受付のイラスト（男性）">
            <a:extLst>
              <a:ext uri="{FF2B5EF4-FFF2-40B4-BE49-F238E27FC236}">
                <a16:creationId xmlns:a16="http://schemas.microsoft.com/office/drawing/2014/main" id="{3C298837-CBF6-47C8-A764-4A2B907F3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058" y="2941516"/>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129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en-US" altLang="ja-JP" dirty="0"/>
              <a:t>Getter</a:t>
            </a:r>
            <a:r>
              <a:rPr kumimoji="1" lang="ja-JP" altLang="en-US" dirty="0"/>
              <a:t>と</a:t>
            </a:r>
            <a:r>
              <a:rPr kumimoji="1" lang="en-US" altLang="ja-JP" dirty="0"/>
              <a:t>Setter</a:t>
            </a:r>
            <a:r>
              <a:rPr kumimoji="1" lang="ja-JP" altLang="en-US" dirty="0"/>
              <a:t>サンプルコード</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UserInfo.java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UserInfo {</a:t>
            </a:r>
          </a:p>
          <a:p>
            <a:pPr marL="96838" indent="0">
              <a:buFont typeface="Arial" panose="020B0604020202020204" pitchFamily="34" charset="0"/>
              <a:buNone/>
            </a:pPr>
            <a:r>
              <a:rPr lang="en-US" altLang="ja-JP" sz="1200" dirty="0"/>
              <a:t>    </a:t>
            </a:r>
            <a:r>
              <a:rPr lang="en-US" altLang="ja-JP" sz="1200" dirty="0">
                <a:solidFill>
                  <a:schemeClr val="accent6"/>
                </a:solidFill>
              </a:rPr>
              <a:t>/** </a:t>
            </a:r>
            <a:r>
              <a:rPr lang="ja-JP" altLang="en-US" sz="1200" dirty="0">
                <a:solidFill>
                  <a:schemeClr val="accent6"/>
                </a:solidFill>
              </a:rPr>
              <a:t>名前 *</a:t>
            </a:r>
            <a:r>
              <a:rPr lang="en-US" altLang="ja-JP" sz="1200" dirty="0">
                <a:solidFill>
                  <a:schemeClr val="accent6"/>
                </a:solidFill>
              </a:rPr>
              <a:t>/</a:t>
            </a:r>
            <a:br>
              <a:rPr lang="en-US" altLang="ja-JP" sz="1200" dirty="0">
                <a:solidFill>
                  <a:schemeClr val="accent6"/>
                </a:solidFill>
              </a:rPr>
            </a:br>
            <a:r>
              <a:rPr lang="en-US" altLang="ja-JP" sz="1200" dirty="0"/>
              <a:t>    private String name;</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生年月日 *</a:t>
            </a:r>
            <a:r>
              <a:rPr lang="en-US" altLang="ja-JP" sz="1200" dirty="0">
                <a:solidFill>
                  <a:schemeClr val="accent6"/>
                </a:solidFill>
              </a:rPr>
              <a:t>/</a:t>
            </a:r>
            <a:br>
              <a:rPr lang="en-US" altLang="ja-JP" sz="1200" dirty="0">
                <a:solidFill>
                  <a:schemeClr val="accent6"/>
                </a:solidFill>
              </a:rPr>
            </a:br>
            <a:r>
              <a:rPr lang="en-US" altLang="ja-JP" sz="1200" dirty="0"/>
              <a:t>    private String birthdate;</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パスワード *</a:t>
            </a:r>
            <a:r>
              <a:rPr lang="en-US" altLang="ja-JP" sz="1200" dirty="0">
                <a:solidFill>
                  <a:schemeClr val="accent6"/>
                </a:solidFill>
              </a:rPr>
              <a:t>/</a:t>
            </a:r>
            <a:br>
              <a:rPr lang="en-US" altLang="ja-JP" sz="1200" dirty="0">
                <a:solidFill>
                  <a:schemeClr val="accent6"/>
                </a:solidFill>
              </a:rPr>
            </a:br>
            <a:r>
              <a:rPr lang="en-US" altLang="ja-JP" sz="1200" dirty="0"/>
              <a:t>    private String pass;</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名前フィールドの</a:t>
            </a:r>
            <a:r>
              <a:rPr lang="en-US" altLang="ja-JP" sz="1200" dirty="0">
                <a:solidFill>
                  <a:schemeClr val="accent6"/>
                </a:solidFill>
              </a:rPr>
              <a:t>Getter */</a:t>
            </a:r>
            <a:br>
              <a:rPr lang="en-US" altLang="ja-JP" sz="1200" dirty="0">
                <a:solidFill>
                  <a:schemeClr val="accent6"/>
                </a:solidFill>
              </a:rPr>
            </a:br>
            <a:r>
              <a:rPr lang="en-US" altLang="ja-JP" sz="1200" dirty="0"/>
              <a:t>    public String getName() {</a:t>
            </a:r>
            <a:br>
              <a:rPr lang="en-US" altLang="ja-JP" sz="1200" dirty="0"/>
            </a:br>
            <a:r>
              <a:rPr lang="en-US" altLang="ja-JP" sz="1200" dirty="0"/>
              <a:t>      return name;</a:t>
            </a:r>
            <a:br>
              <a:rPr lang="en-US" altLang="ja-JP" sz="1200" dirty="0"/>
            </a:br>
            <a:r>
              <a:rPr lang="en-US" altLang="ja-JP" sz="1200" dirty="0"/>
              <a:t>    }</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名前フィールドの</a:t>
            </a:r>
            <a:r>
              <a:rPr lang="en-US" altLang="ja-JP" sz="1200" dirty="0">
                <a:solidFill>
                  <a:schemeClr val="accent6"/>
                </a:solidFill>
              </a:rPr>
              <a:t>Setter */</a:t>
            </a:r>
            <a:br>
              <a:rPr lang="en-US" altLang="ja-JP" sz="1200" dirty="0">
                <a:solidFill>
                  <a:schemeClr val="accent6"/>
                </a:solidFill>
              </a:rPr>
            </a:br>
            <a:r>
              <a:rPr lang="en-US" altLang="ja-JP" sz="1200" dirty="0"/>
              <a:t>    public void setName(String name) {</a:t>
            </a:r>
            <a:br>
              <a:rPr lang="en-US" altLang="ja-JP" sz="1200" dirty="0"/>
            </a:br>
            <a:r>
              <a:rPr lang="en-US" altLang="ja-JP" sz="1200" dirty="0"/>
              <a:t>      this.name = name;</a:t>
            </a:r>
            <a:br>
              <a:rPr lang="en-US" altLang="ja-JP" sz="1200" dirty="0"/>
            </a:br>
            <a:r>
              <a:rPr lang="en-US" altLang="ja-JP" sz="1200" dirty="0"/>
              <a:t>    }</a:t>
            </a:r>
          </a:p>
          <a:p>
            <a:pPr marL="96838" indent="0">
              <a:buFont typeface="Arial" panose="020B0604020202020204" pitchFamily="34" charset="0"/>
              <a:buNone/>
            </a:pPr>
            <a:r>
              <a:rPr lang="ja-JP" altLang="en-US" sz="1200" dirty="0"/>
              <a:t>　　　　　</a:t>
            </a:r>
            <a:r>
              <a:rPr lang="en-US" altLang="ja-JP" sz="1200" dirty="0"/>
              <a:t>:</a:t>
            </a:r>
          </a:p>
        </p:txBody>
      </p:sp>
      <p:sp>
        <p:nvSpPr>
          <p:cNvPr id="8" name="テキスト プレースホルダー 4">
            <a:extLst>
              <a:ext uri="{FF2B5EF4-FFF2-40B4-BE49-F238E27FC236}">
                <a16:creationId xmlns:a16="http://schemas.microsoft.com/office/drawing/2014/main" id="{85232EF7-B812-4733-96CD-E0C14B596787}"/>
              </a:ext>
            </a:extLst>
          </p:cNvPr>
          <p:cNvSpPr txBox="1">
            <a:spLocks/>
          </p:cNvSpPr>
          <p:nvPr/>
        </p:nvSpPr>
        <p:spPr>
          <a:xfrm>
            <a:off x="4572000"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sz="1200" dirty="0"/>
              <a:t>  </a:t>
            </a:r>
            <a:r>
              <a:rPr lang="ja-JP" altLang="en-US" sz="1200" dirty="0"/>
              <a:t>　　　　　</a:t>
            </a:r>
            <a:r>
              <a:rPr lang="en-US" altLang="ja-JP" sz="1200" dirty="0"/>
              <a:t>:</a:t>
            </a:r>
          </a:p>
          <a:p>
            <a:pPr marL="96838" indent="0">
              <a:buNone/>
            </a:pPr>
            <a:r>
              <a:rPr lang="en-US" altLang="ja-JP" sz="1200" dirty="0"/>
              <a:t>    </a:t>
            </a:r>
            <a:r>
              <a:rPr lang="en-US" altLang="ja-JP" sz="1200" dirty="0">
                <a:solidFill>
                  <a:schemeClr val="accent6"/>
                </a:solidFill>
              </a:rPr>
              <a:t>/** </a:t>
            </a:r>
            <a:r>
              <a:rPr lang="ja-JP" altLang="en-US" sz="1200" dirty="0">
                <a:solidFill>
                  <a:schemeClr val="accent6"/>
                </a:solidFill>
              </a:rPr>
              <a:t>生年月日フィールドの</a:t>
            </a:r>
            <a:r>
              <a:rPr lang="en-US" altLang="ja-JP" sz="1200" dirty="0">
                <a:solidFill>
                  <a:schemeClr val="accent6"/>
                </a:solidFill>
              </a:rPr>
              <a:t>Getter */</a:t>
            </a:r>
            <a:br>
              <a:rPr lang="en-US" altLang="ja-JP" sz="1200" dirty="0"/>
            </a:br>
            <a:r>
              <a:rPr lang="en-US" altLang="ja-JP" sz="1200" dirty="0"/>
              <a:t>    public String getBirthdate() {</a:t>
            </a:r>
            <a:br>
              <a:rPr lang="en-US" altLang="ja-JP" sz="1200" dirty="0"/>
            </a:br>
            <a:r>
              <a:rPr lang="en-US" altLang="ja-JP" sz="1200" dirty="0"/>
              <a:t>      return birthdate;</a:t>
            </a:r>
            <a:br>
              <a:rPr lang="en-US" altLang="ja-JP" sz="1200" dirty="0"/>
            </a:br>
            <a:r>
              <a:rPr lang="en-US" altLang="ja-JP" sz="1200" dirty="0"/>
              <a:t>    }</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生年月日フィールドの</a:t>
            </a:r>
            <a:r>
              <a:rPr lang="en-US" altLang="ja-JP" sz="1200" dirty="0">
                <a:solidFill>
                  <a:schemeClr val="accent6"/>
                </a:solidFill>
              </a:rPr>
              <a:t>Setter */</a:t>
            </a:r>
            <a:br>
              <a:rPr lang="en-US" altLang="ja-JP" sz="1200" dirty="0"/>
            </a:br>
            <a:r>
              <a:rPr lang="en-US" altLang="ja-JP" sz="1200" dirty="0"/>
              <a:t>    public void setBirthdate(String birthdate) {</a:t>
            </a:r>
            <a:br>
              <a:rPr lang="en-US" altLang="ja-JP" sz="1200" dirty="0"/>
            </a:br>
            <a:r>
              <a:rPr lang="en-US" altLang="ja-JP" sz="1200" dirty="0"/>
              <a:t>      this.birthdate = birthdate;</a:t>
            </a:r>
            <a:br>
              <a:rPr lang="en-US" altLang="ja-JP" sz="1200" dirty="0"/>
            </a:br>
            <a:r>
              <a:rPr lang="en-US" altLang="ja-JP" sz="1200" dirty="0"/>
              <a:t>    }</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パスワードフィールドの</a:t>
            </a:r>
            <a:r>
              <a:rPr lang="en-US" altLang="ja-JP" sz="1200" dirty="0">
                <a:solidFill>
                  <a:schemeClr val="accent6"/>
                </a:solidFill>
              </a:rPr>
              <a:t>Getter */</a:t>
            </a:r>
            <a:br>
              <a:rPr lang="en-US" altLang="ja-JP" sz="1200" dirty="0"/>
            </a:br>
            <a:r>
              <a:rPr lang="en-US" altLang="ja-JP" sz="1200" dirty="0"/>
              <a:t>    public String getPass() {</a:t>
            </a:r>
            <a:br>
              <a:rPr lang="en-US" altLang="ja-JP" sz="1200" dirty="0"/>
            </a:br>
            <a:r>
              <a:rPr lang="en-US" altLang="ja-JP" sz="1200" dirty="0"/>
              <a:t>      return pass;</a:t>
            </a:r>
            <a:br>
              <a:rPr lang="en-US" altLang="ja-JP" sz="1200" dirty="0"/>
            </a:br>
            <a:r>
              <a:rPr lang="en-US" altLang="ja-JP" sz="1200" dirty="0"/>
              <a:t>    }</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パスワードフィールドの</a:t>
            </a:r>
            <a:r>
              <a:rPr lang="en-US" altLang="ja-JP" sz="1200" dirty="0">
                <a:solidFill>
                  <a:schemeClr val="accent6"/>
                </a:solidFill>
              </a:rPr>
              <a:t>Setter */</a:t>
            </a:r>
            <a:br>
              <a:rPr lang="en-US" altLang="ja-JP" sz="1200" dirty="0">
                <a:solidFill>
                  <a:schemeClr val="accent6"/>
                </a:solidFill>
              </a:rPr>
            </a:br>
            <a:r>
              <a:rPr lang="en-US" altLang="ja-JP" sz="1200" dirty="0"/>
              <a:t>    public void setPass(String pass) {</a:t>
            </a:r>
            <a:br>
              <a:rPr lang="en-US" altLang="ja-JP" sz="1200" dirty="0"/>
            </a:br>
            <a:r>
              <a:rPr lang="en-US" altLang="ja-JP" sz="1200" dirty="0"/>
              <a:t>      this.pass = pass;</a:t>
            </a:r>
            <a:br>
              <a:rPr lang="en-US" altLang="ja-JP" sz="1200" dirty="0"/>
            </a:br>
            <a:r>
              <a:rPr lang="en-US" altLang="ja-JP" sz="1200" dirty="0"/>
              <a:t>    }</a:t>
            </a:r>
            <a:br>
              <a:rPr lang="en-US" altLang="ja-JP" sz="1200" dirty="0"/>
            </a:br>
            <a:r>
              <a:rPr lang="en-US" altLang="ja-JP" sz="1200" dirty="0"/>
              <a:t>}</a:t>
            </a:r>
          </a:p>
        </p:txBody>
      </p:sp>
      <p:cxnSp>
        <p:nvCxnSpPr>
          <p:cNvPr id="9" name="直線コネクタ 8">
            <a:extLst>
              <a:ext uri="{FF2B5EF4-FFF2-40B4-BE49-F238E27FC236}">
                <a16:creationId xmlns:a16="http://schemas.microsoft.com/office/drawing/2014/main" id="{C2FC9F5F-B13C-4341-9EE4-7AF17CDE1F13}"/>
              </a:ext>
            </a:extLst>
          </p:cNvPr>
          <p:cNvCxnSpPr>
            <a:cxnSpLocks/>
          </p:cNvCxnSpPr>
          <p:nvPr/>
        </p:nvCxnSpPr>
        <p:spPr>
          <a:xfrm>
            <a:off x="4572000" y="1150620"/>
            <a:ext cx="0" cy="360426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582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686B5ED-DABE-4103-BDF9-EAC0FDDB1D9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57599A0-BD8E-43B6-893F-D3BD14BA35D3}"/>
              </a:ext>
            </a:extLst>
          </p:cNvPr>
          <p:cNvSpPr>
            <a:spLocks noGrp="1"/>
          </p:cNvSpPr>
          <p:nvPr>
            <p:ph type="ctrTitle"/>
          </p:nvPr>
        </p:nvSpPr>
        <p:spPr/>
        <p:txBody>
          <a:bodyPr/>
          <a:lstStyle/>
          <a:p>
            <a:r>
              <a:rPr lang="en-US" altLang="ja-JP" dirty="0" err="1"/>
              <a:t>Getter</a:t>
            </a:r>
            <a:r>
              <a:rPr lang="en-US" altLang="ja-JP" dirty="0" err="1">
                <a:latin typeface="+mn-ea"/>
                <a:ea typeface="+mn-ea"/>
              </a:rPr>
              <a:t>と</a:t>
            </a:r>
            <a:r>
              <a:rPr lang="en-US" altLang="ja-JP" dirty="0" err="1"/>
              <a:t>Setter</a:t>
            </a:r>
            <a:r>
              <a:rPr lang="ja-JP" altLang="en-US" dirty="0"/>
              <a:t>の書き方</a:t>
            </a:r>
            <a:endParaRPr kumimoji="1" lang="ja-JP" altLang="en-US" dirty="0"/>
          </a:p>
        </p:txBody>
      </p:sp>
      <p:sp>
        <p:nvSpPr>
          <p:cNvPr id="4" name="スライド番号プレースホルダー 3">
            <a:extLst>
              <a:ext uri="{FF2B5EF4-FFF2-40B4-BE49-F238E27FC236}">
                <a16:creationId xmlns:a16="http://schemas.microsoft.com/office/drawing/2014/main" id="{4A4B5896-735E-4E6E-A033-641B19D7B9EC}"/>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54EA06F8-723C-4C46-95CE-E7F36487A76B}"/>
              </a:ext>
            </a:extLst>
          </p:cNvPr>
          <p:cNvSpPr>
            <a:spLocks noGrp="1"/>
          </p:cNvSpPr>
          <p:nvPr>
            <p:ph type="body" sz="quarter" idx="14"/>
          </p:nvPr>
        </p:nvSpPr>
        <p:spPr>
          <a:xfrm>
            <a:off x="462875" y="859491"/>
            <a:ext cx="8216900" cy="336849"/>
          </a:xfrm>
        </p:spPr>
        <p:txBody>
          <a:bodyPr/>
          <a:lstStyle/>
          <a:p>
            <a:pPr marL="96838" indent="0">
              <a:buNone/>
            </a:pPr>
            <a:r>
              <a:rPr kumimoji="1" lang="ja-JP" altLang="en-US" dirty="0"/>
              <a:t>書き方も合わせて覚えましょう。</a:t>
            </a:r>
          </a:p>
        </p:txBody>
      </p:sp>
      <p:sp>
        <p:nvSpPr>
          <p:cNvPr id="6" name="Google Shape;177;p20">
            <a:extLst>
              <a:ext uri="{FF2B5EF4-FFF2-40B4-BE49-F238E27FC236}">
                <a16:creationId xmlns:a16="http://schemas.microsoft.com/office/drawing/2014/main" id="{EDC03A83-EF88-45D1-9AA5-7EFBD979ACE9}"/>
              </a:ext>
            </a:extLst>
          </p:cNvPr>
          <p:cNvSpPr/>
          <p:nvPr/>
        </p:nvSpPr>
        <p:spPr>
          <a:xfrm>
            <a:off x="990664" y="1196340"/>
            <a:ext cx="5204395" cy="1600200"/>
          </a:xfrm>
          <a:prstGeom prst="rect">
            <a:avLst/>
          </a:prstGeom>
          <a:solidFill>
            <a:schemeClr val="accent1">
              <a:lumMod val="20000"/>
              <a:lumOff val="80000"/>
            </a:schemeClr>
          </a:solidFill>
          <a:ln w="127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1200"/>
              </a:spcBef>
              <a:spcAft>
                <a:spcPts val="0"/>
              </a:spcAft>
              <a:buSzPts val="1800"/>
              <a:buNone/>
            </a:pPr>
            <a:r>
              <a:rPr lang="en-US" sz="1700" b="1" dirty="0">
                <a:solidFill>
                  <a:srgbClr val="3F3F3F"/>
                </a:solidFill>
              </a:rPr>
              <a:t>Getter</a:t>
            </a:r>
            <a:endParaRPr sz="1700" b="1" dirty="0">
              <a:solidFill>
                <a:srgbClr val="3F3F3F"/>
              </a:solidFill>
            </a:endParaRPr>
          </a:p>
          <a:p>
            <a:pPr marL="0" lvl="0" indent="0" algn="l" rtl="0">
              <a:spcBef>
                <a:spcPts val="1200"/>
              </a:spcBef>
              <a:spcAft>
                <a:spcPts val="0"/>
              </a:spcAft>
              <a:buSzPts val="1800"/>
              <a:buNone/>
            </a:pPr>
            <a:r>
              <a:rPr lang="en-US" sz="1400" b="1" dirty="0">
                <a:solidFill>
                  <a:srgbClr val="3F3F3F"/>
                </a:solidFill>
              </a:rPr>
              <a:t>public </a:t>
            </a:r>
            <a:r>
              <a:rPr lang="en-US" sz="1400" b="1" dirty="0">
                <a:solidFill>
                  <a:srgbClr val="3F3F3F"/>
                </a:solidFill>
                <a:latin typeface="+mn-ea"/>
              </a:rPr>
              <a:t>取り出すフィールドの型</a:t>
            </a:r>
            <a:r>
              <a:rPr lang="en-US" sz="1400" b="1" dirty="0">
                <a:solidFill>
                  <a:srgbClr val="3F3F3F"/>
                </a:solidFill>
              </a:rPr>
              <a:t> </a:t>
            </a:r>
            <a:r>
              <a:rPr lang="en-US" sz="1400" b="1" dirty="0" err="1">
                <a:solidFill>
                  <a:srgbClr val="3F3F3F"/>
                </a:solidFill>
              </a:rPr>
              <a:t>get</a:t>
            </a:r>
            <a:r>
              <a:rPr lang="en-US" sz="1400" b="1" dirty="0" err="1">
                <a:solidFill>
                  <a:srgbClr val="3F3F3F"/>
                </a:solidFill>
                <a:latin typeface="+mn-ea"/>
              </a:rPr>
              <a:t>フィールド名</a:t>
            </a:r>
            <a:r>
              <a:rPr lang="en-US" sz="1400" b="1" dirty="0">
                <a:solidFill>
                  <a:srgbClr val="3F3F3F"/>
                </a:solidFill>
                <a:latin typeface="+mn-ea"/>
              </a:rPr>
              <a:t>()</a:t>
            </a:r>
            <a:r>
              <a:rPr lang="en-US" sz="1400" b="1" dirty="0">
                <a:solidFill>
                  <a:srgbClr val="3F3F3F"/>
                </a:solidFill>
              </a:rPr>
              <a:t>{</a:t>
            </a:r>
            <a:endParaRPr sz="1400" dirty="0">
              <a:solidFill>
                <a:srgbClr val="3F3F3F"/>
              </a:solidFill>
            </a:endParaRPr>
          </a:p>
          <a:p>
            <a:pPr marL="0" lvl="0" indent="0" algn="l" rtl="0">
              <a:spcBef>
                <a:spcPts val="1200"/>
              </a:spcBef>
              <a:spcAft>
                <a:spcPts val="0"/>
              </a:spcAft>
              <a:buClr>
                <a:srgbClr val="3F3F3F"/>
              </a:buClr>
              <a:buSzPts val="1200"/>
              <a:buFont typeface="Arial"/>
              <a:buNone/>
            </a:pPr>
            <a:r>
              <a:rPr lang="en-US" sz="1400" b="1" dirty="0">
                <a:solidFill>
                  <a:srgbClr val="3F3F3F"/>
                </a:solidFill>
              </a:rPr>
              <a:t>　return </a:t>
            </a:r>
            <a:r>
              <a:rPr lang="en-US" sz="1400" b="1" dirty="0" err="1">
                <a:solidFill>
                  <a:srgbClr val="3F3F3F"/>
                </a:solidFill>
              </a:rPr>
              <a:t>this.</a:t>
            </a:r>
            <a:r>
              <a:rPr lang="en-US" sz="1400" b="1" dirty="0" err="1">
                <a:solidFill>
                  <a:srgbClr val="3F3F3F"/>
                </a:solidFill>
                <a:latin typeface="+mn-ea"/>
              </a:rPr>
              <a:t>フィールド名</a:t>
            </a:r>
            <a:r>
              <a:rPr lang="en-US" sz="1400" b="1" dirty="0">
                <a:solidFill>
                  <a:srgbClr val="3F3F3F"/>
                </a:solidFill>
              </a:rPr>
              <a:t>;</a:t>
            </a:r>
            <a:endParaRPr sz="1400" dirty="0">
              <a:solidFill>
                <a:srgbClr val="3F3F3F"/>
              </a:solidFill>
            </a:endParaRPr>
          </a:p>
          <a:p>
            <a:pPr marL="0" lvl="0" indent="0" algn="l" rtl="0">
              <a:spcBef>
                <a:spcPts val="1200"/>
              </a:spcBef>
              <a:spcAft>
                <a:spcPts val="0"/>
              </a:spcAft>
              <a:buClr>
                <a:srgbClr val="3F3F3F"/>
              </a:buClr>
              <a:buSzPts val="1200"/>
              <a:buFont typeface="Arial"/>
              <a:buNone/>
            </a:pPr>
            <a:r>
              <a:rPr lang="en-US" sz="1400" b="1" dirty="0">
                <a:solidFill>
                  <a:srgbClr val="3F3F3F"/>
                </a:solidFill>
              </a:rPr>
              <a:t>}</a:t>
            </a:r>
            <a:endParaRPr sz="1400" dirty="0">
              <a:solidFill>
                <a:schemeClr val="dk1"/>
              </a:solidFill>
              <a:ea typeface="MS Gothic"/>
              <a:cs typeface="MS Gothic"/>
              <a:sym typeface="MS Gothic"/>
            </a:endParaRPr>
          </a:p>
        </p:txBody>
      </p:sp>
      <p:sp>
        <p:nvSpPr>
          <p:cNvPr id="7" name="Google Shape;178;p20">
            <a:extLst>
              <a:ext uri="{FF2B5EF4-FFF2-40B4-BE49-F238E27FC236}">
                <a16:creationId xmlns:a16="http://schemas.microsoft.com/office/drawing/2014/main" id="{8D2A60D8-5FC3-4EE1-8F58-4DDBB91C99FE}"/>
              </a:ext>
            </a:extLst>
          </p:cNvPr>
          <p:cNvSpPr/>
          <p:nvPr/>
        </p:nvSpPr>
        <p:spPr>
          <a:xfrm>
            <a:off x="990665" y="2951069"/>
            <a:ext cx="5204394" cy="1725650"/>
          </a:xfrm>
          <a:prstGeom prst="rect">
            <a:avLst/>
          </a:prstGeom>
          <a:solidFill>
            <a:schemeClr val="tx2">
              <a:lumMod val="20000"/>
              <a:lumOff val="80000"/>
            </a:schemeClr>
          </a:solidFill>
          <a:ln w="12700" cap="flat" cmpd="sng">
            <a:solidFill>
              <a:schemeClr val="tx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1200"/>
              </a:spcBef>
              <a:spcAft>
                <a:spcPts val="0"/>
              </a:spcAft>
              <a:buClr>
                <a:srgbClr val="000000"/>
              </a:buClr>
              <a:buSzPts val="1800"/>
              <a:buFont typeface="Arial"/>
              <a:buNone/>
            </a:pPr>
            <a:r>
              <a:rPr lang="en-US" sz="1700" b="1" dirty="0">
                <a:solidFill>
                  <a:srgbClr val="3F3F3F"/>
                </a:solidFill>
              </a:rPr>
              <a:t>Setter</a:t>
            </a:r>
            <a:endParaRPr sz="1700" b="1" dirty="0">
              <a:solidFill>
                <a:srgbClr val="3F3F3F"/>
              </a:solidFill>
            </a:endParaRPr>
          </a:p>
          <a:p>
            <a:pPr marL="0" marR="0" lvl="0" indent="0" algn="l" rtl="0">
              <a:lnSpc>
                <a:spcPct val="100000"/>
              </a:lnSpc>
              <a:spcBef>
                <a:spcPts val="1200"/>
              </a:spcBef>
              <a:spcAft>
                <a:spcPts val="0"/>
              </a:spcAft>
              <a:buClr>
                <a:srgbClr val="000000"/>
              </a:buClr>
              <a:buSzPts val="1800"/>
              <a:buFont typeface="Arial"/>
              <a:buNone/>
            </a:pPr>
            <a:r>
              <a:rPr lang="en-US" sz="1400" b="1" dirty="0">
                <a:solidFill>
                  <a:srgbClr val="3F3F3F"/>
                </a:solidFill>
              </a:rPr>
              <a:t>public void set</a:t>
            </a:r>
            <a:r>
              <a:rPr lang="en-US" sz="1400" b="1" dirty="0">
                <a:solidFill>
                  <a:srgbClr val="3F3F3F"/>
                </a:solidFill>
                <a:latin typeface="+mn-ea"/>
              </a:rPr>
              <a:t>フィールド名(フィールドの型　変数名)</a:t>
            </a:r>
            <a:r>
              <a:rPr lang="en-US" sz="1400" b="1" dirty="0">
                <a:solidFill>
                  <a:srgbClr val="3F3F3F"/>
                </a:solidFill>
              </a:rPr>
              <a:t>{</a:t>
            </a:r>
            <a:endParaRPr sz="1400" b="1" dirty="0">
              <a:solidFill>
                <a:srgbClr val="3F3F3F"/>
              </a:solidFill>
            </a:endParaRPr>
          </a:p>
          <a:p>
            <a:pPr marL="0" marR="0" lvl="0" indent="0" algn="l" rtl="0">
              <a:lnSpc>
                <a:spcPct val="100000"/>
              </a:lnSpc>
              <a:spcBef>
                <a:spcPts val="1200"/>
              </a:spcBef>
              <a:spcAft>
                <a:spcPts val="0"/>
              </a:spcAft>
              <a:buClr>
                <a:srgbClr val="000000"/>
              </a:buClr>
              <a:buSzPts val="1800"/>
              <a:buFont typeface="Arial"/>
              <a:buNone/>
            </a:pPr>
            <a:r>
              <a:rPr lang="en-US" sz="1400" b="1" dirty="0">
                <a:solidFill>
                  <a:srgbClr val="3F3F3F"/>
                </a:solidFill>
              </a:rPr>
              <a:t>　this.フィールド名 = </a:t>
            </a:r>
            <a:r>
              <a:rPr lang="en-US" sz="1400" b="1" dirty="0">
                <a:solidFill>
                  <a:srgbClr val="3F3F3F"/>
                </a:solidFill>
                <a:latin typeface="+mn-ea"/>
              </a:rPr>
              <a:t>変数名</a:t>
            </a:r>
            <a:r>
              <a:rPr lang="en-US" sz="1400" b="1" dirty="0">
                <a:solidFill>
                  <a:srgbClr val="3F3F3F"/>
                </a:solidFill>
              </a:rPr>
              <a:t>;</a:t>
            </a:r>
            <a:endParaRPr sz="1400" b="1" dirty="0">
              <a:solidFill>
                <a:srgbClr val="3F3F3F"/>
              </a:solidFill>
            </a:endParaRPr>
          </a:p>
          <a:p>
            <a:pPr marL="0" marR="0" lvl="0" indent="0" algn="l" rtl="0">
              <a:lnSpc>
                <a:spcPct val="100000"/>
              </a:lnSpc>
              <a:spcBef>
                <a:spcPts val="1200"/>
              </a:spcBef>
              <a:spcAft>
                <a:spcPts val="0"/>
              </a:spcAft>
              <a:buClr>
                <a:srgbClr val="000000"/>
              </a:buClr>
              <a:buSzPts val="1800"/>
              <a:buFont typeface="Arial"/>
              <a:buNone/>
            </a:pPr>
            <a:r>
              <a:rPr lang="en-US" sz="1400" b="1" dirty="0">
                <a:solidFill>
                  <a:srgbClr val="3F3F3F"/>
                </a:solidFill>
              </a:rPr>
              <a:t>}</a:t>
            </a:r>
            <a:endParaRPr sz="1400" b="1" dirty="0">
              <a:solidFill>
                <a:srgbClr val="3F3F3F"/>
              </a:solidFill>
            </a:endParaRPr>
          </a:p>
        </p:txBody>
      </p:sp>
    </p:spTree>
    <p:extLst>
      <p:ext uri="{BB962C8B-B14F-4D97-AF65-F5344CB8AC3E}">
        <p14:creationId xmlns:p14="http://schemas.microsoft.com/office/powerpoint/2010/main" val="1375847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en-US" altLang="ja-JP" dirty="0"/>
              <a:t>Getter</a:t>
            </a:r>
            <a:r>
              <a:rPr kumimoji="1" lang="ja-JP" altLang="en-US" dirty="0"/>
              <a:t>と</a:t>
            </a:r>
            <a:r>
              <a:rPr kumimoji="1" lang="en-US" altLang="ja-JP" dirty="0"/>
              <a:t>Setter</a:t>
            </a:r>
            <a:r>
              <a:rPr lang="ja-JP" altLang="en-US" dirty="0"/>
              <a:t>使用サンプル</a:t>
            </a:r>
            <a:endParaRPr kumimoji="1" lang="ja-JP" altLang="en-US" dirty="0"/>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lang="en-US" altLang="ja-JP" sz="1400" dirty="0"/>
              <a:t>AccessorSample.java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AccessorSample {</a:t>
            </a:r>
          </a:p>
          <a:p>
            <a:pPr marL="96838" indent="0">
              <a:buFont typeface="Arial" panose="020B0604020202020204" pitchFamily="34" charset="0"/>
              <a:buNone/>
            </a:pPr>
            <a:r>
              <a:rPr lang="ja-JP" altLang="en-US" sz="1200" dirty="0"/>
              <a:t>  </a:t>
            </a:r>
            <a:r>
              <a:rPr lang="en-US" altLang="ja-JP" sz="1200" dirty="0"/>
              <a:t>public static void main(String[] args) {</a:t>
            </a:r>
          </a:p>
          <a:p>
            <a:pPr marL="96838" indent="0">
              <a:buFont typeface="Arial" panose="020B0604020202020204" pitchFamily="34" charset="0"/>
              <a:buNone/>
            </a:pPr>
            <a:r>
              <a:rPr lang="ja-JP" altLang="en-US" sz="1200" dirty="0"/>
              <a:t>    </a:t>
            </a:r>
            <a:r>
              <a:rPr lang="en-US" altLang="ja-JP" sz="1200" dirty="0">
                <a:solidFill>
                  <a:schemeClr val="accent6"/>
                </a:solidFill>
              </a:rPr>
              <a:t>/** UserInfo</a:t>
            </a:r>
            <a:r>
              <a:rPr lang="ja-JP" altLang="en-US" sz="1200" dirty="0">
                <a:solidFill>
                  <a:schemeClr val="accent6"/>
                </a:solidFill>
              </a:rPr>
              <a:t>クラスのインスタンスを生成 *</a:t>
            </a:r>
            <a:r>
              <a:rPr lang="en-US" altLang="ja-JP" sz="1200" dirty="0">
                <a:solidFill>
                  <a:schemeClr val="accent6"/>
                </a:solidFill>
              </a:rPr>
              <a:t>/</a:t>
            </a:r>
            <a:br>
              <a:rPr lang="en-US" altLang="ja-JP" sz="1200" dirty="0">
                <a:solidFill>
                  <a:schemeClr val="accent6"/>
                </a:solidFill>
              </a:rPr>
            </a:br>
            <a:r>
              <a:rPr lang="en-US" altLang="ja-JP" sz="1200" dirty="0"/>
              <a:t>    UserInfo user = new UserInfo();</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各フィールドへのデータの代入 *</a:t>
            </a:r>
            <a:r>
              <a:rPr lang="en-US" altLang="ja-JP" sz="1200" dirty="0">
                <a:solidFill>
                  <a:schemeClr val="accent6"/>
                </a:solidFill>
              </a:rPr>
              <a:t>/</a:t>
            </a:r>
            <a:br>
              <a:rPr lang="en-US" altLang="ja-JP" sz="1200" dirty="0">
                <a:solidFill>
                  <a:schemeClr val="accent6"/>
                </a:solidFill>
              </a:rPr>
            </a:br>
            <a:r>
              <a:rPr lang="en-US" altLang="ja-JP" sz="1200" dirty="0">
                <a:solidFill>
                  <a:schemeClr val="accent6"/>
                </a:solidFill>
              </a:rPr>
              <a:t>    /** </a:t>
            </a:r>
            <a:r>
              <a:rPr lang="ja-JP" altLang="en-US" sz="1200" dirty="0">
                <a:solidFill>
                  <a:schemeClr val="accent6"/>
                </a:solidFill>
              </a:rPr>
              <a:t>名前フィールド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user.setName</a:t>
            </a:r>
            <a:r>
              <a:rPr lang="en-US" altLang="ja-JP" sz="1200" dirty="0"/>
              <a:t>(“</a:t>
            </a:r>
            <a:r>
              <a:rPr lang="ja-JP" altLang="en-US" sz="1200" dirty="0"/>
              <a:t>リゾーム太郎</a:t>
            </a:r>
            <a:r>
              <a:rPr lang="en-US" altLang="ja-JP" sz="1200" dirty="0"/>
              <a:t>”);</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生年月日フィールド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user.setBirthdate</a:t>
            </a:r>
            <a:r>
              <a:rPr lang="en-US" altLang="ja-JP" sz="1200" dirty="0"/>
              <a:t>("2000</a:t>
            </a:r>
            <a:r>
              <a:rPr lang="ja-JP" altLang="en-US" sz="1200" dirty="0"/>
              <a:t>年</a:t>
            </a:r>
            <a:r>
              <a:rPr lang="en-US" altLang="ja-JP" sz="1200" dirty="0"/>
              <a:t>3</a:t>
            </a:r>
            <a:r>
              <a:rPr lang="ja-JP" altLang="en-US" sz="1200" dirty="0"/>
              <a:t>月</a:t>
            </a:r>
            <a:r>
              <a:rPr lang="en-US" altLang="ja-JP" sz="1200" dirty="0"/>
              <a:t>10</a:t>
            </a:r>
            <a:r>
              <a:rPr lang="ja-JP" altLang="en-US" sz="1200" dirty="0"/>
              <a:t>日</a:t>
            </a:r>
            <a:r>
              <a:rPr lang="en-US" altLang="ja-JP" sz="1200" dirty="0"/>
              <a:t>");</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パスワードフィールド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user.setPass</a:t>
            </a:r>
            <a:r>
              <a:rPr lang="en-US" altLang="ja-JP" sz="1200" dirty="0"/>
              <a:t>("itc0000");</a:t>
            </a:r>
          </a:p>
          <a:p>
            <a:pPr marL="96838" indent="0">
              <a:buFont typeface="Arial" panose="020B0604020202020204" pitchFamily="34" charset="0"/>
              <a:buNone/>
            </a:pPr>
            <a:r>
              <a:rPr lang="en-US" altLang="ja-JP" sz="1200" dirty="0"/>
              <a:t>    </a:t>
            </a:r>
            <a:r>
              <a:rPr lang="ja-JP" altLang="en-US" sz="1200" dirty="0"/>
              <a:t>　　　　　</a:t>
            </a:r>
            <a:r>
              <a:rPr lang="en-US" altLang="ja-JP" sz="1200" dirty="0"/>
              <a:t>:</a:t>
            </a:r>
          </a:p>
          <a:p>
            <a:pPr marL="96838" indent="0">
              <a:buFont typeface="Arial" panose="020B0604020202020204" pitchFamily="34" charset="0"/>
              <a:buNone/>
            </a:pPr>
            <a:endParaRPr lang="en-US" altLang="ja-JP" sz="1200" dirty="0"/>
          </a:p>
        </p:txBody>
      </p:sp>
      <p:sp>
        <p:nvSpPr>
          <p:cNvPr id="8" name="テキスト プレースホルダー 4">
            <a:extLst>
              <a:ext uri="{FF2B5EF4-FFF2-40B4-BE49-F238E27FC236}">
                <a16:creationId xmlns:a16="http://schemas.microsoft.com/office/drawing/2014/main" id="{85232EF7-B812-4733-96CD-E0C14B596787}"/>
              </a:ext>
            </a:extLst>
          </p:cNvPr>
          <p:cNvSpPr txBox="1">
            <a:spLocks/>
          </p:cNvSpPr>
          <p:nvPr/>
        </p:nvSpPr>
        <p:spPr>
          <a:xfrm>
            <a:off x="4572000"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 </a:t>
            </a:r>
            <a:r>
              <a:rPr lang="ja-JP" altLang="en-US" sz="1200" dirty="0">
                <a:latin typeface="MyricaM M 本文"/>
              </a:rPr>
              <a:t>　　　　</a:t>
            </a:r>
            <a:r>
              <a:rPr lang="en-US" altLang="ja-JP" sz="1200" dirty="0">
                <a:latin typeface="MyricaM M 本文"/>
              </a:rPr>
              <a:t>:</a:t>
            </a:r>
          </a:p>
          <a:p>
            <a:pPr marL="96838" indent="0">
              <a:buFont typeface="Arial" panose="020B0604020202020204" pitchFamily="34" charset="0"/>
              <a:buNone/>
            </a:pPr>
            <a:r>
              <a:rPr lang="en-US" altLang="ja-JP" sz="1200" dirty="0">
                <a:latin typeface="MyricaM M 本文"/>
              </a:rPr>
              <a:t>         </a:t>
            </a:r>
            <a:r>
              <a:rPr lang="en-US" altLang="ja-JP" sz="1200" dirty="0">
                <a:solidFill>
                  <a:schemeClr val="accent6"/>
                </a:solidFill>
              </a:rPr>
              <a:t>/** </a:t>
            </a:r>
            <a:r>
              <a:rPr lang="ja-JP" altLang="en-US" sz="1200" dirty="0">
                <a:solidFill>
                  <a:schemeClr val="accent6"/>
                </a:solidFill>
              </a:rPr>
              <a:t>各フィールドからのデータの参照 *</a:t>
            </a:r>
            <a:r>
              <a:rPr lang="en-US" altLang="ja-JP" sz="1200" dirty="0">
                <a:solidFill>
                  <a:schemeClr val="accent6"/>
                </a:solidFill>
              </a:rPr>
              <a:t>/</a:t>
            </a:r>
            <a:br>
              <a:rPr lang="en-US" altLang="ja-JP" sz="1200" dirty="0">
                <a:solidFill>
                  <a:schemeClr val="accent6"/>
                </a:solidFill>
              </a:rPr>
            </a:br>
            <a:r>
              <a:rPr lang="en-US" altLang="ja-JP" sz="1200" dirty="0">
                <a:solidFill>
                  <a:schemeClr val="accent6"/>
                </a:solidFill>
              </a:rPr>
              <a:t>    /** </a:t>
            </a:r>
            <a:r>
              <a:rPr lang="ja-JP" altLang="en-US" sz="1200" dirty="0">
                <a:solidFill>
                  <a:schemeClr val="accent6"/>
                </a:solidFill>
              </a:rPr>
              <a:t>名前フィールド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System.out.println</a:t>
            </a:r>
            <a:r>
              <a:rPr lang="en-US" altLang="ja-JP" sz="1200" dirty="0"/>
              <a:t>(“</a:t>
            </a:r>
            <a:r>
              <a:rPr lang="ja-JP" altLang="en-US" sz="1200" dirty="0"/>
              <a:t>名前は</a:t>
            </a:r>
            <a:r>
              <a:rPr lang="en-US" altLang="ja-JP" sz="1200" dirty="0"/>
              <a:t>” + </a:t>
            </a:r>
            <a:r>
              <a:rPr lang="en-US" altLang="ja-JP" sz="1200" dirty="0" err="1"/>
              <a:t>user.getName</a:t>
            </a:r>
            <a:r>
              <a:rPr lang="en-US" altLang="ja-JP" sz="1200" dirty="0"/>
              <a:t>() + “</a:t>
            </a:r>
            <a:r>
              <a:rPr lang="ja-JP" altLang="en-US" sz="1200" dirty="0"/>
              <a:t>です。</a:t>
            </a:r>
            <a:r>
              <a:rPr lang="en-US" altLang="ja-JP" sz="1200" dirty="0"/>
              <a:t>”);</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生年月日フィールド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System.out.println</a:t>
            </a:r>
            <a:r>
              <a:rPr lang="en-US" altLang="ja-JP" sz="1200" dirty="0"/>
              <a:t>("</a:t>
            </a:r>
            <a:r>
              <a:rPr lang="ja-JP" altLang="en-US" sz="1200" dirty="0"/>
              <a:t>生年月日は</a:t>
            </a:r>
            <a:r>
              <a:rPr lang="en-US" altLang="ja-JP" sz="1200" dirty="0"/>
              <a:t>" + </a:t>
            </a:r>
            <a:r>
              <a:rPr lang="en-US" altLang="ja-JP" sz="1200" dirty="0" err="1"/>
              <a:t>user.getBirthdate</a:t>
            </a:r>
            <a:r>
              <a:rPr lang="en-US" altLang="ja-JP" sz="1200" dirty="0"/>
              <a:t>() + "</a:t>
            </a:r>
            <a:r>
              <a:rPr lang="ja-JP" altLang="en-US" sz="1200" dirty="0"/>
              <a:t>です。</a:t>
            </a:r>
            <a:r>
              <a:rPr lang="en-US" altLang="ja-JP" sz="1200" dirty="0"/>
              <a:t>");</a:t>
            </a:r>
            <a:br>
              <a:rPr lang="en-US" altLang="ja-JP" sz="1200" dirty="0"/>
            </a:br>
            <a:br>
              <a:rPr lang="en-US" altLang="ja-JP" sz="1200" dirty="0"/>
            </a:br>
            <a:r>
              <a:rPr lang="en-US" altLang="ja-JP" sz="1200" dirty="0"/>
              <a:t>    </a:t>
            </a:r>
            <a:r>
              <a:rPr lang="en-US" altLang="ja-JP" sz="1200" dirty="0">
                <a:solidFill>
                  <a:schemeClr val="accent6"/>
                </a:solidFill>
              </a:rPr>
              <a:t>/** </a:t>
            </a:r>
            <a:r>
              <a:rPr lang="ja-JP" altLang="en-US" sz="1200" dirty="0">
                <a:solidFill>
                  <a:schemeClr val="accent6"/>
                </a:solidFill>
              </a:rPr>
              <a:t>パスワードフィールド *</a:t>
            </a:r>
            <a:r>
              <a:rPr lang="en-US" altLang="ja-JP" sz="1200" dirty="0">
                <a:solidFill>
                  <a:schemeClr val="accent6"/>
                </a:solidFill>
              </a:rPr>
              <a:t>/</a:t>
            </a:r>
            <a:br>
              <a:rPr lang="en-US" altLang="ja-JP" sz="1200" dirty="0">
                <a:solidFill>
                  <a:schemeClr val="accent6"/>
                </a:solidFill>
              </a:rPr>
            </a:br>
            <a:r>
              <a:rPr lang="en-US" altLang="ja-JP" sz="1200" dirty="0"/>
              <a:t>    </a:t>
            </a:r>
            <a:r>
              <a:rPr lang="en-US" altLang="ja-JP" sz="1200" dirty="0" err="1"/>
              <a:t>System.out.println</a:t>
            </a:r>
            <a:r>
              <a:rPr lang="en-US" altLang="ja-JP" sz="1200" dirty="0"/>
              <a:t>("</a:t>
            </a:r>
            <a:r>
              <a:rPr lang="ja-JP" altLang="en-US" sz="1200" dirty="0"/>
              <a:t>パスワードは</a:t>
            </a:r>
            <a:r>
              <a:rPr lang="en-US" altLang="ja-JP" sz="1200" dirty="0"/>
              <a:t>" + </a:t>
            </a:r>
            <a:r>
              <a:rPr lang="en-US" altLang="ja-JP" sz="1200" dirty="0" err="1"/>
              <a:t>user.getPass</a:t>
            </a:r>
            <a:r>
              <a:rPr lang="en-US" altLang="ja-JP" sz="1200" dirty="0"/>
              <a:t>() + "</a:t>
            </a:r>
            <a:r>
              <a:rPr lang="ja-JP" altLang="en-US" sz="1200" dirty="0"/>
              <a:t>です。</a:t>
            </a:r>
            <a:r>
              <a:rPr lang="en-US" altLang="ja-JP" sz="1200" dirty="0"/>
              <a:t>");</a:t>
            </a:r>
            <a:br>
              <a:rPr lang="en-US" altLang="ja-JP" sz="1200" dirty="0"/>
            </a:br>
            <a:br>
              <a:rPr lang="en-US" altLang="ja-JP" sz="1200" dirty="0"/>
            </a:br>
            <a:r>
              <a:rPr lang="en-US" altLang="ja-JP" sz="1200" dirty="0"/>
              <a:t>  }</a:t>
            </a:r>
          </a:p>
          <a:p>
            <a:pPr marL="96838" indent="0">
              <a:buFont typeface="Arial" panose="020B0604020202020204" pitchFamily="34" charset="0"/>
              <a:buNone/>
            </a:pPr>
            <a:r>
              <a:rPr lang="en-US" altLang="ja-JP" sz="1200" dirty="0"/>
              <a:t>}</a:t>
            </a:r>
          </a:p>
        </p:txBody>
      </p:sp>
      <p:cxnSp>
        <p:nvCxnSpPr>
          <p:cNvPr id="9" name="直線コネクタ 8">
            <a:extLst>
              <a:ext uri="{FF2B5EF4-FFF2-40B4-BE49-F238E27FC236}">
                <a16:creationId xmlns:a16="http://schemas.microsoft.com/office/drawing/2014/main" id="{D796C983-6C31-4DEA-B6A8-A1B19CA5214E}"/>
              </a:ext>
            </a:extLst>
          </p:cNvPr>
          <p:cNvCxnSpPr>
            <a:cxnSpLocks/>
          </p:cNvCxnSpPr>
          <p:nvPr/>
        </p:nvCxnSpPr>
        <p:spPr>
          <a:xfrm>
            <a:off x="4572000" y="1150620"/>
            <a:ext cx="0" cy="360426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1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95E890F-E410-4D70-A81C-43B8D0060BF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ACB9769-04E3-428B-8379-D0ACEE653078}"/>
              </a:ext>
            </a:extLst>
          </p:cNvPr>
          <p:cNvSpPr>
            <a:spLocks noGrp="1"/>
          </p:cNvSpPr>
          <p:nvPr>
            <p:ph type="ctrTitle"/>
          </p:nvPr>
        </p:nvSpPr>
        <p:spPr/>
        <p:txBody>
          <a:bodyPr/>
          <a:lstStyle/>
          <a:p>
            <a:r>
              <a:rPr lang="en-US" altLang="ja-JP" dirty="0" err="1"/>
              <a:t>GetterとSetter</a:t>
            </a:r>
            <a:r>
              <a:rPr lang="ja-JP" altLang="en-US" dirty="0"/>
              <a:t>のメリット</a:t>
            </a:r>
            <a:endParaRPr kumimoji="1" lang="ja-JP" altLang="en-US" dirty="0"/>
          </a:p>
        </p:txBody>
      </p:sp>
      <p:sp>
        <p:nvSpPr>
          <p:cNvPr id="4" name="スライド番号プレースホルダー 3">
            <a:extLst>
              <a:ext uri="{FF2B5EF4-FFF2-40B4-BE49-F238E27FC236}">
                <a16:creationId xmlns:a16="http://schemas.microsoft.com/office/drawing/2014/main" id="{2E6C1867-645D-46DD-853A-786199E2E463}"/>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DA849902-FDBE-46E8-B518-154E3E8604A2}"/>
              </a:ext>
            </a:extLst>
          </p:cNvPr>
          <p:cNvSpPr>
            <a:spLocks noGrp="1"/>
          </p:cNvSpPr>
          <p:nvPr>
            <p:ph type="body" sz="quarter" idx="14"/>
          </p:nvPr>
        </p:nvSpPr>
        <p:spPr/>
        <p:txBody>
          <a:bodyPr/>
          <a:lstStyle/>
          <a:p>
            <a:pPr marL="96838" indent="0">
              <a:buNone/>
            </a:pPr>
            <a:r>
              <a:rPr kumimoji="1" lang="ja-JP" altLang="en-US" dirty="0"/>
              <a:t>これまでの学習内容を考えると外部アクセスを禁止したにもかかわらず、なぜまたメソッドで</a:t>
            </a:r>
            <a:br>
              <a:rPr kumimoji="1" lang="en-US" altLang="ja-JP" dirty="0"/>
            </a:br>
            <a:r>
              <a:rPr kumimoji="1" lang="ja-JP" altLang="en-US" dirty="0"/>
              <a:t>アクセスできるようにしてしまうのか疑問に思う人も多々いるでしょう。メリットとしては</a:t>
            </a:r>
            <a:r>
              <a:rPr kumimoji="1" lang="en-US" altLang="ja-JP" dirty="0"/>
              <a:t>…</a:t>
            </a:r>
          </a:p>
          <a:p>
            <a:pPr marL="439738" indent="-342900">
              <a:buFont typeface="+mj-lt"/>
              <a:buAutoNum type="arabicPeriod"/>
            </a:pPr>
            <a:endParaRPr kumimoji="1" lang="en-US" altLang="ja-JP" dirty="0"/>
          </a:p>
          <a:p>
            <a:pPr marL="439738" indent="-342900">
              <a:buFont typeface="+mj-lt"/>
              <a:buAutoNum type="arabicPeriod"/>
            </a:pPr>
            <a:r>
              <a:rPr kumimoji="1" lang="en-US" altLang="ja-JP" b="1" dirty="0">
                <a:solidFill>
                  <a:schemeClr val="tx2"/>
                </a:solidFill>
              </a:rPr>
              <a:t>ReadOnly</a:t>
            </a:r>
            <a:r>
              <a:rPr kumimoji="1" lang="ja-JP" altLang="en-US" b="1" dirty="0">
                <a:solidFill>
                  <a:schemeClr val="tx2"/>
                </a:solidFill>
              </a:rPr>
              <a:t>を実現できます。</a:t>
            </a:r>
          </a:p>
          <a:p>
            <a:pPr marL="452438" lvl="1" indent="0">
              <a:buNone/>
            </a:pPr>
            <a:r>
              <a:rPr kumimoji="1" lang="en-US" altLang="ja-JP" dirty="0"/>
              <a:t>Setter</a:t>
            </a:r>
            <a:r>
              <a:rPr kumimoji="1" lang="ja-JP" altLang="en-US" dirty="0"/>
              <a:t>は記述せずに</a:t>
            </a:r>
            <a:r>
              <a:rPr kumimoji="1" lang="en-US" altLang="ja-JP" dirty="0"/>
              <a:t>Getter</a:t>
            </a:r>
            <a:r>
              <a:rPr kumimoji="1" lang="ja-JP" altLang="en-US" dirty="0"/>
              <a:t>だけにすれば、</a:t>
            </a:r>
            <a:r>
              <a:rPr kumimoji="1" lang="en-US" altLang="ja-JP" dirty="0"/>
              <a:t>ReadOnly</a:t>
            </a:r>
            <a:r>
              <a:rPr kumimoji="1" lang="ja-JP" altLang="en-US" dirty="0"/>
              <a:t>（読み取り専用）になります。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クラスの内部設計を自由に変更できます。</a:t>
            </a:r>
          </a:p>
          <a:p>
            <a:pPr marL="452438" lvl="1" indent="0">
              <a:buNone/>
            </a:pPr>
            <a:r>
              <a:rPr kumimoji="1" lang="ja-JP" altLang="en-US" dirty="0"/>
              <a:t>将来フィールド名を変更するような</a:t>
            </a:r>
            <a:r>
              <a:rPr kumimoji="1" lang="en-US" altLang="ja-JP" dirty="0"/>
              <a:t>(</a:t>
            </a:r>
            <a:r>
              <a:rPr kumimoji="1" lang="ja-JP" altLang="en-US" dirty="0"/>
              <a:t>例</a:t>
            </a:r>
            <a:r>
              <a:rPr kumimoji="1" lang="en-US" altLang="ja-JP" dirty="0"/>
              <a:t>:</a:t>
            </a:r>
            <a:r>
              <a:rPr kumimoji="1" lang="en-US" altLang="ja-JP" dirty="0" err="1"/>
              <a:t>name⇒</a:t>
            </a:r>
            <a:r>
              <a:rPr lang="en-US" altLang="ja-JP" dirty="0" err="1"/>
              <a:t>full</a:t>
            </a:r>
            <a:r>
              <a:rPr kumimoji="1" lang="en-US" altLang="ja-JP" dirty="0" err="1"/>
              <a:t>Name</a:t>
            </a:r>
            <a:r>
              <a:rPr kumimoji="1" lang="en-US" altLang="ja-JP" dirty="0"/>
              <a:t>)</a:t>
            </a:r>
            <a:r>
              <a:rPr kumimoji="1" lang="ja-JP" altLang="en-US" dirty="0"/>
              <a:t>状況になると、</a:t>
            </a:r>
            <a:br>
              <a:rPr kumimoji="1" lang="en-US" altLang="ja-JP" dirty="0"/>
            </a:br>
            <a:r>
              <a:rPr kumimoji="1" lang="ja-JP" altLang="en-US" dirty="0"/>
              <a:t>フィールドを直接参照している全てのクラスの変更を要求しなくてはいけなくなります。</a:t>
            </a:r>
          </a:p>
          <a:p>
            <a:pPr marL="452438" lvl="1" indent="0">
              <a:buNone/>
            </a:pPr>
            <a:r>
              <a:rPr kumimoji="1" lang="ja-JP" altLang="en-US" dirty="0"/>
              <a:t>しかし、メソッドを経由しておけば、メソッド名は変更せずに処理内容だけ変更すれば</a:t>
            </a:r>
            <a:r>
              <a:rPr kumimoji="1" lang="en-US" altLang="ja-JP" dirty="0"/>
              <a:t>(</a:t>
            </a:r>
            <a:r>
              <a:rPr kumimoji="1" lang="ja-JP" altLang="en-US" dirty="0"/>
              <a:t>例</a:t>
            </a:r>
            <a:r>
              <a:rPr kumimoji="1" lang="en-US" altLang="ja-JP" dirty="0"/>
              <a:t>:</a:t>
            </a:r>
            <a:r>
              <a:rPr kumimoji="1" lang="en-US" altLang="ja-JP" dirty="0" err="1"/>
              <a:t>this.name⇒this.</a:t>
            </a:r>
            <a:r>
              <a:rPr lang="en-US" altLang="ja-JP" dirty="0" err="1"/>
              <a:t>full</a:t>
            </a:r>
            <a:r>
              <a:rPr kumimoji="1" lang="en-US" altLang="ja-JP" dirty="0" err="1"/>
              <a:t>Name</a:t>
            </a:r>
            <a:r>
              <a:rPr kumimoji="1" lang="en-US" altLang="ja-JP" dirty="0"/>
              <a:t>)</a:t>
            </a:r>
            <a:r>
              <a:rPr kumimoji="1" lang="ja-JP" altLang="en-US" dirty="0"/>
              <a:t>他の全てのクラスを変更せずに済みます。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フィールドへのアクセスを検査できます。</a:t>
            </a:r>
          </a:p>
          <a:p>
            <a:pPr marL="452438" lvl="1" indent="0">
              <a:buNone/>
            </a:pPr>
            <a:r>
              <a:rPr kumimoji="1" lang="ja-JP" altLang="en-US" dirty="0"/>
              <a:t>次のページで例を示しながら説明します。</a:t>
            </a: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88774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en-US" altLang="ja-JP" dirty="0"/>
              <a:t>Setter</a:t>
            </a:r>
            <a:r>
              <a:rPr kumimoji="1" lang="ja-JP" altLang="en-US" dirty="0"/>
              <a:t>を活用したサンプルコード</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UserInfo.java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UserInfo {</a:t>
            </a:r>
          </a:p>
          <a:p>
            <a:pPr marL="96838" indent="0">
              <a:buFont typeface="Arial" panose="020B0604020202020204" pitchFamily="34" charset="0"/>
              <a:buNone/>
            </a:pPr>
            <a:r>
              <a:rPr lang="en-US" altLang="ja-JP" sz="1200" dirty="0"/>
              <a:t>    </a:t>
            </a:r>
            <a:r>
              <a:rPr lang="ja-JP" altLang="en-US" sz="1200" dirty="0"/>
              <a:t>～スペースの関係で一部省略～</a:t>
            </a:r>
            <a:endParaRPr lang="en-US" altLang="ja-JP" sz="1200" dirty="0"/>
          </a:p>
          <a:p>
            <a:pPr marL="96838" indent="0">
              <a:buFont typeface="Arial" panose="020B0604020202020204" pitchFamily="34" charset="0"/>
              <a:buNone/>
            </a:pPr>
            <a:r>
              <a:rPr lang="en-US" altLang="ja-JP" sz="1200" dirty="0"/>
              <a:t>    public void setPass(String pass) {</a:t>
            </a:r>
          </a:p>
          <a:p>
            <a:pPr marL="96838" indent="0">
              <a:buFont typeface="Arial" panose="020B0604020202020204" pitchFamily="34" charset="0"/>
              <a:buNone/>
            </a:pPr>
            <a:r>
              <a:rPr lang="en-US" altLang="ja-JP" sz="1200" dirty="0"/>
              <a:t>        </a:t>
            </a:r>
            <a:r>
              <a:rPr lang="en-US" altLang="ja-JP" sz="1200" dirty="0">
                <a:solidFill>
                  <a:schemeClr val="accent6"/>
                </a:solidFill>
              </a:rPr>
              <a:t>// </a:t>
            </a:r>
            <a:r>
              <a:rPr lang="ja-JP" altLang="en-US" sz="1200" dirty="0">
                <a:solidFill>
                  <a:schemeClr val="accent6"/>
                </a:solidFill>
              </a:rPr>
              <a:t>半角英数</a:t>
            </a:r>
            <a:r>
              <a:rPr lang="en-US" altLang="ja-JP" sz="1200" dirty="0">
                <a:solidFill>
                  <a:schemeClr val="accent6"/>
                </a:solidFill>
              </a:rPr>
              <a:t>7</a:t>
            </a:r>
            <a:r>
              <a:rPr lang="ja-JP" altLang="en-US" sz="1200" dirty="0">
                <a:solidFill>
                  <a:schemeClr val="accent6"/>
                </a:solidFill>
              </a:rPr>
              <a:t>文字の組み合わせかをチェック</a:t>
            </a:r>
            <a:br>
              <a:rPr lang="en-US" altLang="ja-JP" sz="1200" dirty="0"/>
            </a:br>
            <a:r>
              <a:rPr lang="en-US" altLang="ja-JP" sz="1200" dirty="0"/>
              <a:t>        Pattern p = Pattern</a:t>
            </a:r>
            <a:br>
              <a:rPr lang="en-US" altLang="ja-JP" sz="1200" dirty="0"/>
            </a:br>
            <a:r>
              <a:rPr lang="en-US" altLang="ja-JP" sz="1200" dirty="0"/>
              <a:t>                    .compile("^[0-9a-zA-Z]{7}$");</a:t>
            </a:r>
            <a:br>
              <a:rPr lang="en-US" altLang="ja-JP" sz="1200" dirty="0"/>
            </a:br>
            <a:r>
              <a:rPr lang="en-US" altLang="ja-JP" sz="1200" dirty="0"/>
              <a:t>        Matcher m = p.matcher(pass);</a:t>
            </a:r>
            <a:br>
              <a:rPr lang="en-US" altLang="ja-JP" sz="1200" dirty="0"/>
            </a:br>
            <a:r>
              <a:rPr lang="en-US" altLang="ja-JP" sz="1200" dirty="0"/>
              <a:t>        if (m.matches()) {</a:t>
            </a:r>
            <a:br>
              <a:rPr lang="en-US" altLang="ja-JP" sz="1200" dirty="0"/>
            </a:br>
            <a:r>
              <a:rPr lang="en-US" altLang="ja-JP" sz="1200" dirty="0"/>
              <a:t>            </a:t>
            </a:r>
            <a:r>
              <a:rPr lang="en-US" altLang="ja-JP" sz="1200" dirty="0" err="1"/>
              <a:t>this.pass</a:t>
            </a:r>
            <a:r>
              <a:rPr lang="en-US" altLang="ja-JP" sz="1200" dirty="0"/>
              <a:t> = pass;</a:t>
            </a:r>
            <a:br>
              <a:rPr lang="en-US" altLang="ja-JP" sz="1200" dirty="0"/>
            </a:br>
            <a:r>
              <a:rPr lang="en-US" altLang="ja-JP" sz="1200" dirty="0"/>
              <a:t>        }</a:t>
            </a:r>
            <a:br>
              <a:rPr lang="en-US" altLang="ja-JP" sz="1200" dirty="0"/>
            </a:br>
            <a:r>
              <a:rPr lang="en-US" altLang="ja-JP" sz="1200" dirty="0"/>
              <a:t>    }</a:t>
            </a:r>
            <a:br>
              <a:rPr lang="en-US" altLang="ja-JP" sz="1200" dirty="0"/>
            </a:br>
            <a:r>
              <a:rPr lang="en-US" altLang="ja-JP" sz="1200" dirty="0"/>
              <a:t>}</a:t>
            </a:r>
          </a:p>
        </p:txBody>
      </p:sp>
      <p:sp>
        <p:nvSpPr>
          <p:cNvPr id="8" name="テキスト プレースホルダー 4">
            <a:extLst>
              <a:ext uri="{FF2B5EF4-FFF2-40B4-BE49-F238E27FC236}">
                <a16:creationId xmlns:a16="http://schemas.microsoft.com/office/drawing/2014/main" id="{85232EF7-B812-4733-96CD-E0C14B596787}"/>
              </a:ext>
            </a:extLst>
          </p:cNvPr>
          <p:cNvSpPr txBox="1">
            <a:spLocks/>
          </p:cNvSpPr>
          <p:nvPr/>
        </p:nvSpPr>
        <p:spPr>
          <a:xfrm>
            <a:off x="4572000"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sz="1200" dirty="0"/>
              <a:t>public class AccessorSample {</a:t>
            </a:r>
          </a:p>
          <a:p>
            <a:pPr marL="96838" indent="0">
              <a:buNone/>
            </a:pPr>
            <a:r>
              <a:rPr lang="en-US" altLang="ja-JP" sz="1200" dirty="0"/>
              <a:t>    public static void main(String[] args) {</a:t>
            </a:r>
          </a:p>
          <a:p>
            <a:pPr marL="96838" indent="0">
              <a:buNone/>
            </a:pPr>
            <a:r>
              <a:rPr lang="en-US" altLang="ja-JP" sz="1200" dirty="0"/>
              <a:t>        </a:t>
            </a:r>
            <a:r>
              <a:rPr lang="ja-JP" altLang="en-US" sz="1200" dirty="0"/>
              <a:t>～スペースの関係で一部省略～</a:t>
            </a:r>
            <a:endParaRPr lang="en-US" altLang="ja-JP" sz="1200" dirty="0"/>
          </a:p>
          <a:p>
            <a:pPr marL="96838" indent="0">
              <a:buNone/>
            </a:pPr>
            <a:r>
              <a:rPr lang="en-US" altLang="ja-JP" sz="1200" dirty="0"/>
              <a:t>        user.setPass(“itc000”); </a:t>
            </a:r>
            <a:r>
              <a:rPr lang="en-US" altLang="ja-JP" sz="1200" dirty="0">
                <a:solidFill>
                  <a:schemeClr val="accent6"/>
                </a:solidFill>
              </a:rPr>
              <a:t>// 6</a:t>
            </a:r>
            <a:r>
              <a:rPr lang="ja-JP" altLang="en-US" sz="1200" dirty="0">
                <a:solidFill>
                  <a:schemeClr val="accent6"/>
                </a:solidFill>
              </a:rPr>
              <a:t>文字のパス</a:t>
            </a:r>
            <a:endParaRPr lang="en-US" altLang="ja-JP" sz="1200" dirty="0">
              <a:solidFill>
                <a:schemeClr val="accent6"/>
              </a:solidFill>
            </a:endParaRPr>
          </a:p>
          <a:p>
            <a:pPr marL="96838" indent="0">
              <a:buNone/>
            </a:pPr>
            <a:r>
              <a:rPr lang="en-US" altLang="ja-JP" sz="1200" dirty="0"/>
              <a:t>        </a:t>
            </a:r>
            <a:r>
              <a:rPr lang="ja-JP" altLang="en-US" sz="1200" dirty="0"/>
              <a:t>～スペースの関係で一部省略～</a:t>
            </a:r>
            <a:endParaRPr lang="en-US" altLang="ja-JP" sz="1200" dirty="0"/>
          </a:p>
          <a:p>
            <a:pPr marL="96838" indent="0">
              <a:buNone/>
            </a:pPr>
            <a:r>
              <a:rPr lang="en-US" altLang="ja-JP" sz="1200" dirty="0"/>
              <a:t>    }</a:t>
            </a:r>
          </a:p>
          <a:p>
            <a:pPr marL="96838" indent="0">
              <a:buNone/>
            </a:pPr>
            <a:r>
              <a:rPr lang="en-US" altLang="ja-JP" sz="1200" dirty="0"/>
              <a:t>}</a:t>
            </a:r>
          </a:p>
          <a:p>
            <a:pPr marL="96838" indent="0">
              <a:buNone/>
            </a:pPr>
            <a:endParaRPr lang="en-US" altLang="ja-JP" sz="1200" dirty="0"/>
          </a:p>
        </p:txBody>
      </p:sp>
      <p:cxnSp>
        <p:nvCxnSpPr>
          <p:cNvPr id="9" name="直線コネクタ 8">
            <a:extLst>
              <a:ext uri="{FF2B5EF4-FFF2-40B4-BE49-F238E27FC236}">
                <a16:creationId xmlns:a16="http://schemas.microsoft.com/office/drawing/2014/main" id="{C2FC9F5F-B13C-4341-9EE4-7AF17CDE1F13}"/>
              </a:ext>
            </a:extLst>
          </p:cNvPr>
          <p:cNvCxnSpPr>
            <a:cxnSpLocks/>
          </p:cNvCxnSpPr>
          <p:nvPr/>
        </p:nvCxnSpPr>
        <p:spPr>
          <a:xfrm>
            <a:off x="4572000" y="1150620"/>
            <a:ext cx="0" cy="360426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吹き出し: 2 つ折線 9">
            <a:extLst>
              <a:ext uri="{FF2B5EF4-FFF2-40B4-BE49-F238E27FC236}">
                <a16:creationId xmlns:a16="http://schemas.microsoft.com/office/drawing/2014/main" id="{ED2AABD7-E1F9-4A57-AE4B-0EA6D8D8904F}"/>
              </a:ext>
            </a:extLst>
          </p:cNvPr>
          <p:cNvSpPr/>
          <p:nvPr/>
        </p:nvSpPr>
        <p:spPr>
          <a:xfrm>
            <a:off x="1264257" y="1892410"/>
            <a:ext cx="3238567" cy="1208599"/>
          </a:xfrm>
          <a:prstGeom prst="borderCallout3">
            <a:avLst>
              <a:gd name="adj1" fmla="val 18750"/>
              <a:gd name="adj2" fmla="val -8333"/>
              <a:gd name="adj3" fmla="val 18750"/>
              <a:gd name="adj4" fmla="val -11757"/>
              <a:gd name="adj5" fmla="val 132237"/>
              <a:gd name="adj6" fmla="val -11756"/>
              <a:gd name="adj7" fmla="val 149805"/>
              <a:gd name="adj8" fmla="val 997"/>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テキスト ボックス 10">
            <a:extLst>
              <a:ext uri="{FF2B5EF4-FFF2-40B4-BE49-F238E27FC236}">
                <a16:creationId xmlns:a16="http://schemas.microsoft.com/office/drawing/2014/main" id="{8B0EBC0D-B92B-4481-8109-CF56428645B2}"/>
              </a:ext>
            </a:extLst>
          </p:cNvPr>
          <p:cNvSpPr txBox="1"/>
          <p:nvPr/>
        </p:nvSpPr>
        <p:spPr>
          <a:xfrm>
            <a:off x="1399430" y="3538331"/>
            <a:ext cx="2918128" cy="454549"/>
          </a:xfrm>
          <a:prstGeom prst="rect">
            <a:avLst/>
          </a:prstGeom>
          <a:solidFill>
            <a:schemeClr val="bg1"/>
          </a:solidFill>
        </p:spPr>
        <p:txBody>
          <a:bodyPr wrap="square" rtlCol="0">
            <a:noAutofit/>
          </a:bodyPr>
          <a:lstStyle/>
          <a:p>
            <a:pPr algn="l"/>
            <a:r>
              <a:rPr kumimoji="1" lang="ja-JP" altLang="en-US" sz="1100" baseline="0" dirty="0">
                <a:solidFill>
                  <a:schemeClr val="tx1"/>
                </a:solidFill>
                <a:latin typeface="BIZ UDゴシック 本文BIZ UDゴシック 本文"/>
              </a:rPr>
              <a:t>半角英数</a:t>
            </a:r>
            <a:r>
              <a:rPr kumimoji="1" lang="en-US" altLang="ja-JP" sz="1100" baseline="0" dirty="0">
                <a:solidFill>
                  <a:schemeClr val="tx1"/>
                </a:solidFill>
                <a:latin typeface="BIZ UDゴシック 本文BIZ UDゴシック 本文"/>
              </a:rPr>
              <a:t>7</a:t>
            </a:r>
            <a:r>
              <a:rPr kumimoji="1" lang="ja-JP" altLang="en-US" sz="1100" baseline="0" dirty="0">
                <a:solidFill>
                  <a:schemeClr val="tx1"/>
                </a:solidFill>
                <a:latin typeface="BIZ UDゴシック 本文BIZ UDゴシック 本文"/>
              </a:rPr>
              <a:t>文字に合致するパスワード以外は代入しない</a:t>
            </a:r>
            <a:r>
              <a:rPr kumimoji="1" lang="ja-JP" altLang="en-US" sz="1100" dirty="0">
                <a:latin typeface="BIZ UDゴシック 本文BIZ UDゴシック 本文"/>
              </a:rPr>
              <a:t>、というチェック処理。</a:t>
            </a:r>
            <a:endParaRPr kumimoji="1" lang="ja-JP" altLang="en-US" sz="1100" baseline="0" dirty="0">
              <a:solidFill>
                <a:schemeClr val="tx1"/>
              </a:solidFill>
              <a:latin typeface="BIZ UDゴシック 本文BIZ UDゴシック 本文"/>
            </a:endParaRPr>
          </a:p>
        </p:txBody>
      </p:sp>
      <p:pic>
        <p:nvPicPr>
          <p:cNvPr id="13" name="図 12" descr="テキスト&#10;&#10;自動的に生成された説明">
            <a:extLst>
              <a:ext uri="{FF2B5EF4-FFF2-40B4-BE49-F238E27FC236}">
                <a16:creationId xmlns:a16="http://schemas.microsoft.com/office/drawing/2014/main" id="{89E31502-5C7B-4C65-99A1-21D328367A7B}"/>
              </a:ext>
            </a:extLst>
          </p:cNvPr>
          <p:cNvPicPr>
            <a:picLocks noChangeAspect="1"/>
          </p:cNvPicPr>
          <p:nvPr/>
        </p:nvPicPr>
        <p:blipFill>
          <a:blip r:embed="rId3"/>
          <a:stretch>
            <a:fillRect/>
          </a:stretch>
        </p:blipFill>
        <p:spPr>
          <a:xfrm>
            <a:off x="5017273" y="3395214"/>
            <a:ext cx="3164619" cy="1195332"/>
          </a:xfrm>
          <a:prstGeom prst="rect">
            <a:avLst/>
          </a:prstGeom>
        </p:spPr>
      </p:pic>
      <p:sp>
        <p:nvSpPr>
          <p:cNvPr id="14" name="テキスト プレースホルダー 4">
            <a:extLst>
              <a:ext uri="{FF2B5EF4-FFF2-40B4-BE49-F238E27FC236}">
                <a16:creationId xmlns:a16="http://schemas.microsoft.com/office/drawing/2014/main" id="{8B62564C-745F-4108-9ED1-37CBCD341D27}"/>
              </a:ext>
            </a:extLst>
          </p:cNvPr>
          <p:cNvSpPr txBox="1">
            <a:spLocks/>
          </p:cNvSpPr>
          <p:nvPr/>
        </p:nvSpPr>
        <p:spPr>
          <a:xfrm>
            <a:off x="4502149" y="859490"/>
            <a:ext cx="4248152" cy="3520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AccessorSample.java</a:t>
            </a:r>
            <a:endParaRPr lang="ja-JP" altLang="en-US" dirty="0"/>
          </a:p>
        </p:txBody>
      </p:sp>
      <p:sp>
        <p:nvSpPr>
          <p:cNvPr id="15" name="吹き出し: 折線 14">
            <a:extLst>
              <a:ext uri="{FF2B5EF4-FFF2-40B4-BE49-F238E27FC236}">
                <a16:creationId xmlns:a16="http://schemas.microsoft.com/office/drawing/2014/main" id="{0239E464-E134-4259-905F-4E4B1F7A42A8}"/>
              </a:ext>
            </a:extLst>
          </p:cNvPr>
          <p:cNvSpPr/>
          <p:nvPr/>
        </p:nvSpPr>
        <p:spPr>
          <a:xfrm>
            <a:off x="6225871" y="3792772"/>
            <a:ext cx="437322" cy="262393"/>
          </a:xfrm>
          <a:prstGeom prst="borderCallout2">
            <a:avLst>
              <a:gd name="adj1" fmla="val 18750"/>
              <a:gd name="adj2" fmla="val -8333"/>
              <a:gd name="adj3" fmla="val 18750"/>
              <a:gd name="adj4" fmla="val -16667"/>
              <a:gd name="adj5" fmla="val -217802"/>
              <a:gd name="adj6" fmla="val 7878"/>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6" name="テキスト ボックス 15">
            <a:extLst>
              <a:ext uri="{FF2B5EF4-FFF2-40B4-BE49-F238E27FC236}">
                <a16:creationId xmlns:a16="http://schemas.microsoft.com/office/drawing/2014/main" id="{72F381D9-AF16-4837-8D07-D5DBAF8C6F95}"/>
              </a:ext>
            </a:extLst>
          </p:cNvPr>
          <p:cNvSpPr txBox="1"/>
          <p:nvPr/>
        </p:nvSpPr>
        <p:spPr>
          <a:xfrm>
            <a:off x="5551336" y="2809552"/>
            <a:ext cx="2918128" cy="454549"/>
          </a:xfrm>
          <a:prstGeom prst="rect">
            <a:avLst/>
          </a:prstGeom>
          <a:solidFill>
            <a:schemeClr val="bg1"/>
          </a:solidFill>
        </p:spPr>
        <p:txBody>
          <a:bodyPr wrap="square" rtlCol="0">
            <a:noAutofit/>
          </a:bodyPr>
          <a:lstStyle/>
          <a:p>
            <a:pPr algn="l"/>
            <a:r>
              <a:rPr kumimoji="1" lang="ja-JP" altLang="en-US" sz="1100" baseline="0" dirty="0">
                <a:solidFill>
                  <a:schemeClr val="tx1"/>
                </a:solidFill>
                <a:latin typeface="BIZ UDゴシック 本文BIZ UDゴシック 本文"/>
              </a:rPr>
              <a:t>実行結果は</a:t>
            </a:r>
            <a:r>
              <a:rPr kumimoji="1" lang="en-US" altLang="ja-JP" sz="1100" baseline="0" dirty="0">
                <a:solidFill>
                  <a:schemeClr val="tx1"/>
                </a:solidFill>
                <a:latin typeface="BIZ UDゴシック 本文BIZ UDゴシック 本文"/>
              </a:rPr>
              <a:t>null</a:t>
            </a:r>
            <a:r>
              <a:rPr kumimoji="1" lang="ja-JP" altLang="en-US" sz="1100" dirty="0">
                <a:latin typeface="BIZ UDゴシック 本文BIZ UDゴシック 本文"/>
              </a:rPr>
              <a:t>。</a:t>
            </a:r>
            <a:endParaRPr kumimoji="1" lang="en-US" altLang="ja-JP" sz="1100" baseline="0" dirty="0">
              <a:solidFill>
                <a:schemeClr val="tx1"/>
              </a:solidFill>
              <a:latin typeface="BIZ UDゴシック 本文BIZ UDゴシック 本文"/>
            </a:endParaRPr>
          </a:p>
          <a:p>
            <a:pPr algn="l"/>
            <a:r>
              <a:rPr kumimoji="1" lang="ja-JP" altLang="en-US" sz="1100" dirty="0">
                <a:latin typeface="BIZ UDゴシック 本文BIZ UDゴシック 本文"/>
              </a:rPr>
              <a:t>代入の際に</a:t>
            </a:r>
            <a:r>
              <a:rPr kumimoji="1" lang="en-US" altLang="ja-JP" sz="1100" dirty="0">
                <a:latin typeface="BIZ UDゴシック 本文BIZ UDゴシック 本文"/>
              </a:rPr>
              <a:t>setter</a:t>
            </a:r>
            <a:r>
              <a:rPr kumimoji="1" lang="ja-JP" altLang="en-US" sz="1100" dirty="0">
                <a:latin typeface="BIZ UDゴシック 本文BIZ UDゴシック 本文"/>
              </a:rPr>
              <a:t>での検査ではじかれている。</a:t>
            </a:r>
            <a:endParaRPr kumimoji="1" lang="ja-JP" altLang="en-US" sz="1100" baseline="0" dirty="0">
              <a:solidFill>
                <a:schemeClr val="tx1"/>
              </a:solidFill>
              <a:latin typeface="BIZ UDゴシック 本文BIZ UDゴシック 本文"/>
            </a:endParaRPr>
          </a:p>
        </p:txBody>
      </p:sp>
    </p:spTree>
    <p:extLst>
      <p:ext uri="{BB962C8B-B14F-4D97-AF65-F5344CB8AC3E}">
        <p14:creationId xmlns:p14="http://schemas.microsoft.com/office/powerpoint/2010/main" val="3500331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FB97036-CB6B-400D-8BFB-BA43B738D1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9B4DE4-67BC-4A7A-ADCF-37CD1D992E62}"/>
              </a:ext>
            </a:extLst>
          </p:cNvPr>
          <p:cNvSpPr>
            <a:spLocks noGrp="1"/>
          </p:cNvSpPr>
          <p:nvPr>
            <p:ph type="ctrTitle"/>
          </p:nvPr>
        </p:nvSpPr>
        <p:spPr/>
        <p:txBody>
          <a:bodyPr/>
          <a:lstStyle/>
          <a:p>
            <a:r>
              <a:rPr kumimoji="1" lang="en-US" altLang="ja-JP" dirty="0"/>
              <a:t>Getter</a:t>
            </a:r>
            <a:r>
              <a:rPr kumimoji="1" lang="ja-JP" altLang="en-US" dirty="0"/>
              <a:t>を活用したサンプルコード</a:t>
            </a:r>
          </a:p>
        </p:txBody>
      </p:sp>
      <p:sp>
        <p:nvSpPr>
          <p:cNvPr id="4" name="スライド番号プレースホルダー 3">
            <a:extLst>
              <a:ext uri="{FF2B5EF4-FFF2-40B4-BE49-F238E27FC236}">
                <a16:creationId xmlns:a16="http://schemas.microsoft.com/office/drawing/2014/main" id="{C147689B-F529-4092-9EC9-6B8A5AF7189D}"/>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6787D70C-FE95-4CAB-8B0F-363F2A30CB34}"/>
              </a:ext>
            </a:extLst>
          </p:cNvPr>
          <p:cNvSpPr>
            <a:spLocks noGrp="1"/>
          </p:cNvSpPr>
          <p:nvPr>
            <p:ph type="body" sz="quarter" idx="14"/>
          </p:nvPr>
        </p:nvSpPr>
        <p:spPr>
          <a:xfrm>
            <a:off x="462875" y="859491"/>
            <a:ext cx="8216900" cy="352089"/>
          </a:xfrm>
        </p:spPr>
        <p:txBody>
          <a:bodyPr/>
          <a:lstStyle/>
          <a:p>
            <a:pPr marL="96838" indent="0">
              <a:buNone/>
            </a:pPr>
            <a:r>
              <a:rPr kumimoji="1" lang="en-US" altLang="ja-JP" dirty="0"/>
              <a:t>UserInfo.java</a:t>
            </a:r>
            <a:endParaRPr kumimoji="1" lang="ja-JP" altLang="en-US" dirty="0"/>
          </a:p>
        </p:txBody>
      </p:sp>
      <p:sp>
        <p:nvSpPr>
          <p:cNvPr id="7" name="テキスト プレースホルダー 4">
            <a:extLst>
              <a:ext uri="{FF2B5EF4-FFF2-40B4-BE49-F238E27FC236}">
                <a16:creationId xmlns:a16="http://schemas.microsoft.com/office/drawing/2014/main" id="{0FC30C39-EBE8-47E3-AA9D-4A7EEC4F3583}"/>
              </a:ext>
            </a:extLst>
          </p:cNvPr>
          <p:cNvSpPr txBox="1">
            <a:spLocks/>
          </p:cNvSpPr>
          <p:nvPr/>
        </p:nvSpPr>
        <p:spPr>
          <a:xfrm>
            <a:off x="533401"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public class UserInfo {</a:t>
            </a:r>
          </a:p>
          <a:p>
            <a:pPr marL="96838" indent="0">
              <a:buFont typeface="Arial" panose="020B0604020202020204" pitchFamily="34" charset="0"/>
              <a:buNone/>
            </a:pPr>
            <a:r>
              <a:rPr lang="en-US" altLang="ja-JP" sz="1200" dirty="0"/>
              <a:t>    </a:t>
            </a:r>
            <a:r>
              <a:rPr lang="ja-JP" altLang="en-US" sz="1200" dirty="0"/>
              <a:t>～スペースの関係で一部省略～</a:t>
            </a:r>
            <a:endParaRPr lang="en-US" altLang="ja-JP" sz="1200" dirty="0"/>
          </a:p>
          <a:p>
            <a:pPr marL="96838" indent="0">
              <a:buFont typeface="Arial" panose="020B0604020202020204" pitchFamily="34" charset="0"/>
              <a:buNone/>
            </a:pPr>
            <a:r>
              <a:rPr lang="ja-JP" altLang="en-US" sz="1200" dirty="0"/>
              <a:t>　　</a:t>
            </a:r>
            <a:r>
              <a:rPr lang="en-US" altLang="ja-JP" sz="1200" dirty="0">
                <a:solidFill>
                  <a:schemeClr val="accent6"/>
                </a:solidFill>
              </a:rPr>
              <a:t>/** </a:t>
            </a:r>
            <a:r>
              <a:rPr lang="ja-JP" altLang="en-US" sz="1200" dirty="0">
                <a:solidFill>
                  <a:schemeClr val="accent6"/>
                </a:solidFill>
              </a:rPr>
              <a:t>通常の</a:t>
            </a:r>
            <a:r>
              <a:rPr lang="en-US" altLang="ja-JP" sz="1200" dirty="0">
                <a:solidFill>
                  <a:schemeClr val="accent6"/>
                </a:solidFill>
              </a:rPr>
              <a:t>Getter */</a:t>
            </a:r>
            <a:br>
              <a:rPr lang="en-US" altLang="ja-JP" sz="1200" dirty="0">
                <a:solidFill>
                  <a:schemeClr val="accent6"/>
                </a:solidFill>
              </a:rPr>
            </a:br>
            <a:r>
              <a:rPr lang="ja-JP" altLang="en-US" sz="1200" dirty="0">
                <a:solidFill>
                  <a:schemeClr val="accent6"/>
                </a:solidFill>
              </a:rPr>
              <a:t>　　</a:t>
            </a:r>
            <a:r>
              <a:rPr lang="en-US" altLang="ja-JP" sz="1200" dirty="0"/>
              <a:t>public String getPass() {</a:t>
            </a:r>
          </a:p>
          <a:p>
            <a:pPr marL="96838" indent="0">
              <a:buFont typeface="Arial" panose="020B0604020202020204" pitchFamily="34" charset="0"/>
              <a:buNone/>
            </a:pPr>
            <a:r>
              <a:rPr lang="en-US" altLang="ja-JP" sz="1200" dirty="0"/>
              <a:t>        String </a:t>
            </a:r>
            <a:r>
              <a:rPr lang="en-US" altLang="ja-JP" sz="1200" dirty="0" err="1"/>
              <a:t>hidingPass</a:t>
            </a:r>
            <a:r>
              <a:rPr lang="en-US" altLang="ja-JP" sz="1200" dirty="0"/>
              <a:t> = “”;</a:t>
            </a:r>
          </a:p>
          <a:p>
            <a:pPr marL="96838" indent="0">
              <a:buFont typeface="Arial" panose="020B0604020202020204" pitchFamily="34" charset="0"/>
              <a:buNone/>
            </a:pPr>
            <a:r>
              <a:rPr lang="ja-JP" altLang="en-US" sz="1200" dirty="0"/>
              <a:t>　　　　</a:t>
            </a:r>
            <a:r>
              <a:rPr lang="en-US" altLang="ja-JP" sz="1200" dirty="0"/>
              <a:t>for (int </a:t>
            </a:r>
            <a:r>
              <a:rPr lang="en-US" altLang="ja-JP" sz="1200" dirty="0" err="1"/>
              <a:t>i</a:t>
            </a:r>
            <a:r>
              <a:rPr lang="en-US" altLang="ja-JP" sz="1200" dirty="0"/>
              <a:t> = 0; </a:t>
            </a:r>
            <a:r>
              <a:rPr lang="en-US" altLang="ja-JP" sz="1200"/>
              <a:t>i </a:t>
            </a:r>
            <a:r>
              <a:rPr lang="en-US" altLang="ja-JP" sz="1200" dirty="0"/>
              <a:t>&lt; </a:t>
            </a:r>
            <a:r>
              <a:rPr lang="en-US" altLang="ja-JP" sz="1200" dirty="0" err="1"/>
              <a:t>pass.length</a:t>
            </a:r>
            <a:r>
              <a:rPr lang="en-US" altLang="ja-JP" sz="1200" dirty="0"/>
              <a:t>(); </a:t>
            </a:r>
            <a:r>
              <a:rPr lang="en-US" altLang="ja-JP" sz="1200" dirty="0" err="1"/>
              <a:t>i</a:t>
            </a:r>
            <a:r>
              <a:rPr lang="en-US" altLang="ja-JP" sz="1200" dirty="0"/>
              <a:t>++) {</a:t>
            </a:r>
          </a:p>
          <a:p>
            <a:pPr marL="96838" indent="0">
              <a:buFont typeface="Arial" panose="020B0604020202020204" pitchFamily="34" charset="0"/>
              <a:buNone/>
            </a:pPr>
            <a:r>
              <a:rPr lang="ja-JP" altLang="en-US" sz="1200" dirty="0"/>
              <a:t>　　　　　　</a:t>
            </a:r>
            <a:r>
              <a:rPr lang="en-US" altLang="ja-JP" sz="1200" dirty="0" err="1"/>
              <a:t>hidingPass</a:t>
            </a:r>
            <a:r>
              <a:rPr lang="en-US" altLang="ja-JP" sz="1200" dirty="0"/>
              <a:t> += “*”;</a:t>
            </a:r>
          </a:p>
          <a:p>
            <a:pPr marL="96838" indent="0">
              <a:buFont typeface="Arial" panose="020B0604020202020204" pitchFamily="34" charset="0"/>
              <a:buNone/>
            </a:pPr>
            <a:r>
              <a:rPr lang="ja-JP" altLang="en-US" sz="1200" dirty="0"/>
              <a:t>　　　　</a:t>
            </a:r>
            <a:r>
              <a:rPr lang="en-US" altLang="ja-JP" sz="1200" dirty="0"/>
              <a:t>}</a:t>
            </a:r>
          </a:p>
          <a:p>
            <a:pPr marL="96838" indent="0">
              <a:buFont typeface="Arial" panose="020B0604020202020204" pitchFamily="34" charset="0"/>
              <a:buNone/>
            </a:pPr>
            <a:r>
              <a:rPr lang="ja-JP" altLang="en-US" sz="1200" dirty="0"/>
              <a:t>　　　　</a:t>
            </a:r>
            <a:r>
              <a:rPr lang="en-US" altLang="ja-JP" sz="1200" dirty="0"/>
              <a:t>return </a:t>
            </a:r>
            <a:r>
              <a:rPr lang="en-US" altLang="ja-JP" sz="1200" dirty="0" err="1"/>
              <a:t>hidingPass</a:t>
            </a:r>
            <a:r>
              <a:rPr lang="en-US" altLang="ja-JP" sz="1200" dirty="0"/>
              <a:t>;</a:t>
            </a:r>
            <a:br>
              <a:rPr lang="en-US" altLang="ja-JP" sz="1200" dirty="0"/>
            </a:br>
            <a:r>
              <a:rPr lang="en-US" altLang="ja-JP" sz="1200" dirty="0"/>
              <a:t>    }</a:t>
            </a:r>
          </a:p>
          <a:p>
            <a:pPr marL="96838" indent="0">
              <a:buFont typeface="Arial" panose="020B0604020202020204" pitchFamily="34" charset="0"/>
              <a:buNone/>
            </a:pPr>
            <a:r>
              <a:rPr lang="ja-JP" altLang="en-US" sz="1200" dirty="0"/>
              <a:t>　　</a:t>
            </a:r>
            <a:r>
              <a:rPr lang="en-US" altLang="ja-JP" sz="1200" dirty="0">
                <a:solidFill>
                  <a:schemeClr val="accent6"/>
                </a:solidFill>
              </a:rPr>
              <a:t>/** </a:t>
            </a:r>
            <a:r>
              <a:rPr lang="ja-JP" altLang="en-US" sz="1200" dirty="0">
                <a:solidFill>
                  <a:schemeClr val="accent6"/>
                </a:solidFill>
              </a:rPr>
              <a:t>オーバーロードした</a:t>
            </a:r>
            <a:r>
              <a:rPr lang="en-US" altLang="ja-JP" sz="1200" dirty="0">
                <a:solidFill>
                  <a:schemeClr val="accent6"/>
                </a:solidFill>
              </a:rPr>
              <a:t>Getter */</a:t>
            </a:r>
            <a:br>
              <a:rPr lang="en-US" altLang="ja-JP" sz="1200" dirty="0">
                <a:solidFill>
                  <a:schemeClr val="accent6"/>
                </a:solidFill>
              </a:rPr>
            </a:br>
            <a:r>
              <a:rPr lang="ja-JP" altLang="en-US" sz="1200" dirty="0">
                <a:solidFill>
                  <a:schemeClr val="accent6"/>
                </a:solidFill>
              </a:rPr>
              <a:t>　　</a:t>
            </a:r>
            <a:r>
              <a:rPr lang="en-US" altLang="ja-JP" sz="1200" dirty="0"/>
              <a:t>public String getPass(int </a:t>
            </a:r>
            <a:r>
              <a:rPr lang="en-US" altLang="ja-JP" sz="1200" dirty="0" err="1"/>
              <a:t>userDivision</a:t>
            </a:r>
            <a:r>
              <a:rPr lang="en-US" altLang="ja-JP" sz="1200" dirty="0"/>
              <a:t>) {</a:t>
            </a:r>
          </a:p>
          <a:p>
            <a:pPr marL="96838" indent="0">
              <a:buFont typeface="Arial" panose="020B0604020202020204" pitchFamily="34" charset="0"/>
              <a:buNone/>
            </a:pPr>
            <a:r>
              <a:rPr lang="ja-JP" altLang="en-US" sz="1200" dirty="0"/>
              <a:t>　　　　</a:t>
            </a:r>
            <a:r>
              <a:rPr lang="en-US" altLang="ja-JP" sz="1200" dirty="0"/>
              <a:t>return pass;</a:t>
            </a:r>
          </a:p>
          <a:p>
            <a:pPr marL="96838" indent="0">
              <a:buFont typeface="Arial" panose="020B0604020202020204" pitchFamily="34" charset="0"/>
              <a:buNone/>
            </a:pPr>
            <a:r>
              <a:rPr lang="ja-JP" altLang="en-US" sz="1200" dirty="0"/>
              <a:t>　　</a:t>
            </a:r>
            <a:r>
              <a:rPr lang="en-US" altLang="ja-JP" sz="1200" dirty="0"/>
              <a:t>}</a:t>
            </a:r>
            <a:br>
              <a:rPr lang="en-US" altLang="ja-JP" sz="1200" dirty="0"/>
            </a:br>
            <a:r>
              <a:rPr lang="en-US" altLang="ja-JP" sz="1200" dirty="0"/>
              <a:t>}</a:t>
            </a:r>
          </a:p>
        </p:txBody>
      </p:sp>
      <p:sp>
        <p:nvSpPr>
          <p:cNvPr id="8" name="テキスト プレースホルダー 4">
            <a:extLst>
              <a:ext uri="{FF2B5EF4-FFF2-40B4-BE49-F238E27FC236}">
                <a16:creationId xmlns:a16="http://schemas.microsoft.com/office/drawing/2014/main" id="{85232EF7-B812-4733-96CD-E0C14B596787}"/>
              </a:ext>
            </a:extLst>
          </p:cNvPr>
          <p:cNvSpPr txBox="1">
            <a:spLocks/>
          </p:cNvSpPr>
          <p:nvPr/>
        </p:nvSpPr>
        <p:spPr>
          <a:xfrm>
            <a:off x="4572000" y="1150620"/>
            <a:ext cx="4038599" cy="360426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sz="1200" dirty="0"/>
              <a:t>public class AccessorSample {</a:t>
            </a:r>
          </a:p>
          <a:p>
            <a:pPr marL="96838" indent="0">
              <a:buNone/>
            </a:pPr>
            <a:r>
              <a:rPr lang="en-US" altLang="ja-JP" sz="1200" dirty="0"/>
              <a:t>    public static void main(String[] args) {</a:t>
            </a:r>
          </a:p>
          <a:p>
            <a:pPr marL="96838" indent="0">
              <a:buNone/>
            </a:pPr>
            <a:r>
              <a:rPr lang="en-US" altLang="ja-JP" sz="1200" dirty="0"/>
              <a:t>        </a:t>
            </a:r>
            <a:r>
              <a:rPr lang="ja-JP" altLang="en-US" sz="1200" dirty="0"/>
              <a:t>～スペースの関係で一部省略～</a:t>
            </a:r>
            <a:endParaRPr lang="en-US" altLang="ja-JP" sz="1200" dirty="0"/>
          </a:p>
          <a:p>
            <a:pPr marL="96838" indent="0">
              <a:buNone/>
            </a:pPr>
            <a:r>
              <a:rPr lang="en-US" altLang="ja-JP" sz="1200" dirty="0"/>
              <a:t>        user.setPass(“itc0000”);</a:t>
            </a:r>
            <a:endParaRPr lang="en-US" altLang="ja-JP" sz="1200" dirty="0">
              <a:solidFill>
                <a:schemeClr val="accent6"/>
              </a:solidFill>
            </a:endParaRPr>
          </a:p>
          <a:p>
            <a:pPr marL="96838" indent="0">
              <a:buNone/>
            </a:pPr>
            <a:r>
              <a:rPr lang="en-US" altLang="ja-JP" sz="1200" dirty="0"/>
              <a:t>        </a:t>
            </a:r>
            <a:r>
              <a:rPr lang="ja-JP" altLang="en-US" sz="1200" dirty="0"/>
              <a:t>～スペースの関係で一部省略～</a:t>
            </a:r>
            <a:endParaRPr lang="en-US" altLang="ja-JP" sz="1200" dirty="0"/>
          </a:p>
          <a:p>
            <a:pPr marL="96838" indent="0">
              <a:buNone/>
            </a:pPr>
            <a:r>
              <a:rPr lang="ja-JP" altLang="en-US" sz="1200" dirty="0"/>
              <a:t>　　　　</a:t>
            </a:r>
            <a:r>
              <a:rPr lang="en-US" altLang="ja-JP" sz="1200" dirty="0" err="1"/>
              <a:t>System.out.println</a:t>
            </a:r>
            <a:r>
              <a:rPr lang="en-US" altLang="ja-JP" sz="1200" dirty="0"/>
              <a:t>(</a:t>
            </a:r>
            <a:r>
              <a:rPr lang="en-US" altLang="ja-JP" sz="1200" dirty="0" err="1"/>
              <a:t>user.getPass</a:t>
            </a:r>
            <a:r>
              <a:rPr lang="en-US" altLang="ja-JP" sz="1200" dirty="0"/>
              <a:t>());</a:t>
            </a:r>
          </a:p>
          <a:p>
            <a:pPr marL="96838" indent="0">
              <a:buNone/>
            </a:pPr>
            <a:r>
              <a:rPr lang="ja-JP" altLang="en-US" sz="1200" dirty="0"/>
              <a:t>　　　　</a:t>
            </a:r>
            <a:r>
              <a:rPr lang="en-US" altLang="ja-JP" sz="1200" dirty="0" err="1"/>
              <a:t>System.out.println</a:t>
            </a:r>
            <a:r>
              <a:rPr lang="en-US" altLang="ja-JP" sz="1200" dirty="0"/>
              <a:t>(</a:t>
            </a:r>
            <a:r>
              <a:rPr lang="en-US" altLang="ja-JP" sz="1200" dirty="0" err="1"/>
              <a:t>user.getPass</a:t>
            </a:r>
            <a:r>
              <a:rPr lang="en-US" altLang="ja-JP" sz="1200" dirty="0"/>
              <a:t>(1));</a:t>
            </a:r>
          </a:p>
          <a:p>
            <a:pPr marL="96838" indent="0">
              <a:buNone/>
            </a:pPr>
            <a:r>
              <a:rPr lang="en-US" altLang="ja-JP" sz="1200" dirty="0"/>
              <a:t>    }</a:t>
            </a:r>
          </a:p>
          <a:p>
            <a:pPr marL="96838" indent="0">
              <a:buNone/>
            </a:pPr>
            <a:r>
              <a:rPr lang="en-US" altLang="ja-JP" sz="1200" dirty="0"/>
              <a:t>}</a:t>
            </a:r>
          </a:p>
          <a:p>
            <a:pPr marL="96838" indent="0">
              <a:buNone/>
            </a:pPr>
            <a:endParaRPr lang="en-US" altLang="ja-JP" sz="1200" dirty="0"/>
          </a:p>
        </p:txBody>
      </p:sp>
      <p:cxnSp>
        <p:nvCxnSpPr>
          <p:cNvPr id="9" name="直線コネクタ 8">
            <a:extLst>
              <a:ext uri="{FF2B5EF4-FFF2-40B4-BE49-F238E27FC236}">
                <a16:creationId xmlns:a16="http://schemas.microsoft.com/office/drawing/2014/main" id="{C2FC9F5F-B13C-4341-9EE4-7AF17CDE1F13}"/>
              </a:ext>
            </a:extLst>
          </p:cNvPr>
          <p:cNvCxnSpPr>
            <a:cxnSpLocks/>
          </p:cNvCxnSpPr>
          <p:nvPr/>
        </p:nvCxnSpPr>
        <p:spPr>
          <a:xfrm>
            <a:off x="4572000" y="1150620"/>
            <a:ext cx="0" cy="360426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吹き出し: 2 つ折線 9">
            <a:extLst>
              <a:ext uri="{FF2B5EF4-FFF2-40B4-BE49-F238E27FC236}">
                <a16:creationId xmlns:a16="http://schemas.microsoft.com/office/drawing/2014/main" id="{ED2AABD7-E1F9-4A57-AE4B-0EA6D8D8904F}"/>
              </a:ext>
            </a:extLst>
          </p:cNvPr>
          <p:cNvSpPr/>
          <p:nvPr/>
        </p:nvSpPr>
        <p:spPr>
          <a:xfrm>
            <a:off x="972387" y="3431131"/>
            <a:ext cx="3238567" cy="852877"/>
          </a:xfrm>
          <a:prstGeom prst="borderCallout3">
            <a:avLst>
              <a:gd name="adj1" fmla="val 18750"/>
              <a:gd name="adj2" fmla="val -8333"/>
              <a:gd name="adj3" fmla="val 18750"/>
              <a:gd name="adj4" fmla="val -11757"/>
              <a:gd name="adj5" fmla="val 95214"/>
              <a:gd name="adj6" fmla="val -11756"/>
              <a:gd name="adj7" fmla="val 123034"/>
              <a:gd name="adj8" fmla="val 2013"/>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テキスト ボックス 10">
            <a:extLst>
              <a:ext uri="{FF2B5EF4-FFF2-40B4-BE49-F238E27FC236}">
                <a16:creationId xmlns:a16="http://schemas.microsoft.com/office/drawing/2014/main" id="{8B0EBC0D-B92B-4481-8109-CF56428645B2}"/>
              </a:ext>
            </a:extLst>
          </p:cNvPr>
          <p:cNvSpPr txBox="1"/>
          <p:nvPr/>
        </p:nvSpPr>
        <p:spPr>
          <a:xfrm>
            <a:off x="1074908" y="4378891"/>
            <a:ext cx="2918128" cy="375989"/>
          </a:xfrm>
          <a:prstGeom prst="rect">
            <a:avLst/>
          </a:prstGeom>
          <a:solidFill>
            <a:schemeClr val="bg1"/>
          </a:solidFill>
        </p:spPr>
        <p:txBody>
          <a:bodyPr wrap="square" rtlCol="0">
            <a:noAutofit/>
          </a:bodyPr>
          <a:lstStyle/>
          <a:p>
            <a:pPr algn="l"/>
            <a:r>
              <a:rPr kumimoji="1" lang="ja-JP" altLang="en-US" sz="1100" dirty="0">
                <a:latin typeface="BIZ UDゴシック 本文BIZ UDゴシック 本文"/>
              </a:rPr>
              <a:t>管理者やユーザ本人用に用意された</a:t>
            </a:r>
            <a:r>
              <a:rPr kumimoji="1" lang="en-US" altLang="ja-JP" sz="1100" dirty="0">
                <a:latin typeface="BIZ UDゴシック 本文BIZ UDゴシック 本文"/>
              </a:rPr>
              <a:t>Getter</a:t>
            </a:r>
            <a:endParaRPr kumimoji="1" lang="ja-JP" altLang="en-US" sz="1100" baseline="0" dirty="0">
              <a:solidFill>
                <a:schemeClr val="tx1"/>
              </a:solidFill>
              <a:latin typeface="BIZ UDゴシック 本文BIZ UDゴシック 本文"/>
            </a:endParaRPr>
          </a:p>
        </p:txBody>
      </p:sp>
      <p:sp>
        <p:nvSpPr>
          <p:cNvPr id="14" name="テキスト プレースホルダー 4">
            <a:extLst>
              <a:ext uri="{FF2B5EF4-FFF2-40B4-BE49-F238E27FC236}">
                <a16:creationId xmlns:a16="http://schemas.microsoft.com/office/drawing/2014/main" id="{8B62564C-745F-4108-9ED1-37CBCD341D27}"/>
              </a:ext>
            </a:extLst>
          </p:cNvPr>
          <p:cNvSpPr txBox="1">
            <a:spLocks/>
          </p:cNvSpPr>
          <p:nvPr/>
        </p:nvSpPr>
        <p:spPr>
          <a:xfrm>
            <a:off x="4502149" y="859490"/>
            <a:ext cx="4248152" cy="3520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AccessorSample.java</a:t>
            </a:r>
            <a:endParaRPr lang="ja-JP" altLang="en-US" dirty="0"/>
          </a:p>
        </p:txBody>
      </p:sp>
      <p:sp>
        <p:nvSpPr>
          <p:cNvPr id="16" name="テキスト ボックス 15">
            <a:extLst>
              <a:ext uri="{FF2B5EF4-FFF2-40B4-BE49-F238E27FC236}">
                <a16:creationId xmlns:a16="http://schemas.microsoft.com/office/drawing/2014/main" id="{72F381D9-AF16-4837-8D07-D5DBAF8C6F95}"/>
              </a:ext>
            </a:extLst>
          </p:cNvPr>
          <p:cNvSpPr txBox="1"/>
          <p:nvPr/>
        </p:nvSpPr>
        <p:spPr>
          <a:xfrm>
            <a:off x="5044331" y="3322687"/>
            <a:ext cx="2918128" cy="454549"/>
          </a:xfrm>
          <a:prstGeom prst="rect">
            <a:avLst/>
          </a:prstGeom>
          <a:solidFill>
            <a:schemeClr val="bg1"/>
          </a:solidFill>
        </p:spPr>
        <p:txBody>
          <a:bodyPr wrap="square" rtlCol="0">
            <a:noAutofit/>
          </a:bodyPr>
          <a:lstStyle/>
          <a:p>
            <a:pPr algn="l"/>
            <a:r>
              <a:rPr kumimoji="1" lang="ja-JP" altLang="en-US" sz="1100" baseline="0" dirty="0">
                <a:solidFill>
                  <a:schemeClr val="tx1"/>
                </a:solidFill>
                <a:latin typeface="BIZ UDゴシック 本文BIZ UDゴシック 本文"/>
              </a:rPr>
              <a:t>実行結果は以下の通り。</a:t>
            </a:r>
            <a:endParaRPr kumimoji="1" lang="en-US" altLang="ja-JP" sz="1100" baseline="0" dirty="0">
              <a:solidFill>
                <a:schemeClr val="tx1"/>
              </a:solidFill>
              <a:latin typeface="BIZ UDゴシック 本文BIZ UDゴシック 本文"/>
            </a:endParaRPr>
          </a:p>
        </p:txBody>
      </p:sp>
      <p:pic>
        <p:nvPicPr>
          <p:cNvPr id="12" name="図 11" descr="テキスト が含まれている画像&#10;&#10;自動的に生成された説明">
            <a:extLst>
              <a:ext uri="{FF2B5EF4-FFF2-40B4-BE49-F238E27FC236}">
                <a16:creationId xmlns:a16="http://schemas.microsoft.com/office/drawing/2014/main" id="{028065F8-A1B5-4C5D-A0E3-3012362ABBCC}"/>
              </a:ext>
            </a:extLst>
          </p:cNvPr>
          <p:cNvPicPr>
            <a:picLocks noChangeAspect="1"/>
          </p:cNvPicPr>
          <p:nvPr/>
        </p:nvPicPr>
        <p:blipFill rotWithShape="1">
          <a:blip r:embed="rId3"/>
          <a:srcRect l="1" r="24237"/>
          <a:stretch/>
        </p:blipFill>
        <p:spPr>
          <a:xfrm>
            <a:off x="5025707" y="3729917"/>
            <a:ext cx="3131184" cy="856702"/>
          </a:xfrm>
          <a:prstGeom prst="rect">
            <a:avLst/>
          </a:prstGeom>
        </p:spPr>
      </p:pic>
    </p:spTree>
    <p:extLst>
      <p:ext uri="{BB962C8B-B14F-4D97-AF65-F5344CB8AC3E}">
        <p14:creationId xmlns:p14="http://schemas.microsoft.com/office/powerpoint/2010/main" val="1621899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lang="ja-JP" altLang="en-US" dirty="0"/>
              <a:t>アクセサの活用</a:t>
            </a:r>
            <a:endParaRPr kumimoji="1" lang="ja-JP" altLang="en-US" dirty="0"/>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14</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2"/>
            <a:ext cx="8216900" cy="45394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テキストの例では生年月日の型に</a:t>
            </a:r>
            <a:r>
              <a:rPr lang="en-US" altLang="ja-JP" dirty="0"/>
              <a:t>String</a:t>
            </a:r>
            <a:r>
              <a:rPr lang="ja-JP" altLang="en-US" dirty="0"/>
              <a:t>型が使われていますが、日付は</a:t>
            </a:r>
            <a:r>
              <a:rPr lang="en-US" altLang="ja-JP" dirty="0"/>
              <a:t>Date</a:t>
            </a:r>
            <a:r>
              <a:rPr lang="ja-JP" altLang="en-US" dirty="0"/>
              <a:t>型を用いるのが</a:t>
            </a:r>
            <a:br>
              <a:rPr lang="en-US" altLang="ja-JP" dirty="0"/>
            </a:br>
            <a:r>
              <a:rPr lang="ja-JP" altLang="en-US" dirty="0"/>
              <a:t>一般的です。アクセサの活用と合わせてご紹介します。</a:t>
            </a:r>
          </a:p>
        </p:txBody>
      </p:sp>
      <p:sp>
        <p:nvSpPr>
          <p:cNvPr id="54" name="Google Shape;172;p19">
            <a:extLst>
              <a:ext uri="{FF2B5EF4-FFF2-40B4-BE49-F238E27FC236}">
                <a16:creationId xmlns:a16="http://schemas.microsoft.com/office/drawing/2014/main" id="{D920E566-44FC-4C00-9285-578908C36EAA}"/>
              </a:ext>
            </a:extLst>
          </p:cNvPr>
          <p:cNvSpPr/>
          <p:nvPr/>
        </p:nvSpPr>
        <p:spPr>
          <a:xfrm>
            <a:off x="4571324" y="1887833"/>
            <a:ext cx="4033413" cy="2892581"/>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br>
              <a:rPr lang="en-US" altLang="ja-JP" sz="1100" dirty="0">
                <a:solidFill>
                  <a:schemeClr val="dk1"/>
                </a:solidFill>
                <a:cs typeface="MS Gothic"/>
                <a:sym typeface="MS Gothic"/>
              </a:rPr>
            </a:b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br>
              <a:rPr lang="en-US" altLang="ja-JP" sz="1100" dirty="0">
                <a:solidFill>
                  <a:schemeClr val="dk1"/>
                </a:solidFill>
                <a:cs typeface="MS Gothic"/>
                <a:sym typeface="MS Gothic"/>
              </a:rPr>
            </a:br>
            <a:r>
              <a:rPr lang="en-US" altLang="ja-JP" sz="1100" dirty="0">
                <a:solidFill>
                  <a:schemeClr val="dk1"/>
                </a:solidFill>
                <a:cs typeface="MS Gothic"/>
                <a:sym typeface="MS Gothic"/>
              </a:rPr>
              <a:t>    public void </a:t>
            </a:r>
            <a:r>
              <a:rPr lang="en-US" altLang="ja-JP" sz="1100" dirty="0">
                <a:solidFill>
                  <a:schemeClr val="dk1"/>
                </a:solidFill>
                <a:highlight>
                  <a:srgbClr val="FFFF00"/>
                </a:highlight>
                <a:cs typeface="MS Gothic"/>
                <a:sym typeface="MS Gothic"/>
              </a:rPr>
              <a:t>setBirthdate(Date birthdate)</a:t>
            </a:r>
            <a:r>
              <a:rPr lang="en-US" altLang="ja-JP" sz="1100" dirty="0">
                <a:solidFill>
                  <a:schemeClr val="dk1"/>
                </a:solidFill>
                <a:cs typeface="MS Gothic"/>
                <a:sym typeface="MS Gothic"/>
              </a:rPr>
              <a:t> {</a:t>
            </a:r>
          </a:p>
          <a:p>
            <a:r>
              <a:rPr lang="en-US" altLang="ja-JP" sz="1100" dirty="0">
                <a:solidFill>
                  <a:schemeClr val="dk1"/>
                </a:solidFill>
                <a:cs typeface="MS Gothic"/>
                <a:sym typeface="MS Gothic"/>
              </a:rPr>
              <a:t>        this.birthdate = birthdate;</a:t>
            </a:r>
          </a:p>
          <a:p>
            <a:r>
              <a:rPr lang="en-US" altLang="ja-JP" sz="1100" dirty="0">
                <a:solidFill>
                  <a:schemeClr val="dk1"/>
                </a:solidFill>
                <a:cs typeface="MS Gothic"/>
                <a:sym typeface="MS Gothic"/>
              </a:rPr>
              <a:t>    }</a:t>
            </a:r>
          </a:p>
          <a:p>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public void </a:t>
            </a:r>
            <a:r>
              <a:rPr lang="en-US" altLang="ja-JP" sz="1100" dirty="0">
                <a:solidFill>
                  <a:schemeClr val="dk1"/>
                </a:solidFill>
                <a:highlight>
                  <a:srgbClr val="FFFF00"/>
                </a:highlight>
                <a:cs typeface="MS Gothic"/>
                <a:sym typeface="MS Gothic"/>
              </a:rPr>
              <a:t>setBirthdate(String strBirthdate)</a:t>
            </a:r>
            <a:r>
              <a:rPr lang="en-US" altLang="ja-JP" sz="1100" dirty="0">
                <a:solidFill>
                  <a:schemeClr val="dk1"/>
                </a:solidFill>
                <a:cs typeface="MS Gothic"/>
                <a:sym typeface="MS Gothic"/>
              </a:rPr>
              <a:t> throws ParseException {</a:t>
            </a:r>
          </a:p>
          <a:p>
            <a:r>
              <a:rPr lang="en-US" altLang="ja-JP" sz="1100" dirty="0">
                <a:solidFill>
                  <a:schemeClr val="dk1"/>
                </a:solidFill>
                <a:cs typeface="MS Gothic"/>
                <a:sym typeface="MS Gothic"/>
              </a:rPr>
              <a:t>        SimpleDateFormat sdf = new SimpleDateFormat("yyyy</a:t>
            </a:r>
            <a:r>
              <a:rPr lang="ja-JP" altLang="en-US" sz="1100" dirty="0">
                <a:solidFill>
                  <a:schemeClr val="dk1"/>
                </a:solidFill>
                <a:cs typeface="MS Gothic"/>
                <a:sym typeface="MS Gothic"/>
              </a:rPr>
              <a:t>年</a:t>
            </a:r>
            <a:r>
              <a:rPr lang="en-US" altLang="ja-JP" sz="1100" dirty="0">
                <a:solidFill>
                  <a:schemeClr val="dk1"/>
                </a:solidFill>
                <a:cs typeface="MS Gothic"/>
                <a:sym typeface="MS Gothic"/>
              </a:rPr>
              <a:t>MM</a:t>
            </a:r>
            <a:r>
              <a:rPr lang="ja-JP" altLang="en-US" sz="1100" dirty="0">
                <a:solidFill>
                  <a:schemeClr val="dk1"/>
                </a:solidFill>
                <a:cs typeface="MS Gothic"/>
                <a:sym typeface="MS Gothic"/>
              </a:rPr>
              <a:t>月</a:t>
            </a:r>
            <a:r>
              <a:rPr lang="en-US" altLang="ja-JP" sz="1100" dirty="0">
                <a:solidFill>
                  <a:schemeClr val="dk1"/>
                </a:solidFill>
                <a:cs typeface="MS Gothic"/>
                <a:sym typeface="MS Gothic"/>
              </a:rPr>
              <a:t>dd</a:t>
            </a:r>
            <a:r>
              <a:rPr lang="ja-JP" altLang="en-US" sz="1100" dirty="0">
                <a:solidFill>
                  <a:schemeClr val="dk1"/>
                </a:solidFill>
                <a:cs typeface="MS Gothic"/>
                <a:sym typeface="MS Gothic"/>
              </a:rPr>
              <a:t>日</a:t>
            </a:r>
            <a:r>
              <a:rPr lang="en-US" altLang="ja-JP" sz="1100" dirty="0">
                <a:solidFill>
                  <a:schemeClr val="dk1"/>
                </a:solidFill>
                <a:cs typeface="MS Gothic"/>
                <a:sym typeface="MS Gothic"/>
              </a:rPr>
              <a:t>");</a:t>
            </a:r>
          </a:p>
          <a:p>
            <a:r>
              <a:rPr lang="en-US" altLang="ja-JP" sz="1100" dirty="0">
                <a:solidFill>
                  <a:schemeClr val="dk1"/>
                </a:solidFill>
                <a:cs typeface="MS Gothic"/>
                <a:sym typeface="MS Gothic"/>
              </a:rPr>
              <a:t>        Date birthdate = sdf.parse(strBirthdate);</a:t>
            </a:r>
          </a:p>
          <a:p>
            <a:r>
              <a:rPr lang="en-US" altLang="ja-JP" sz="1100" dirty="0">
                <a:solidFill>
                  <a:schemeClr val="dk1"/>
                </a:solidFill>
                <a:cs typeface="MS Gothic"/>
                <a:sym typeface="MS Gothic"/>
              </a:rPr>
              <a:t>        this.birthdate = birthdate;</a:t>
            </a:r>
          </a:p>
          <a:p>
            <a:r>
              <a:rPr lang="en-US" altLang="ja-JP" sz="1100" dirty="0">
                <a:solidFill>
                  <a:schemeClr val="dk1"/>
                </a:solidFill>
                <a:cs typeface="MS Gothic"/>
                <a:sym typeface="MS Gothic"/>
              </a:rPr>
              <a:t>    }</a:t>
            </a:r>
          </a:p>
          <a:p>
            <a:r>
              <a:rPr lang="en-US" sz="1100" dirty="0">
                <a:solidFill>
                  <a:schemeClr val="dk1"/>
                </a:solidFill>
                <a:cs typeface="MS Gothic"/>
                <a:sym typeface="MS Gothic"/>
              </a:rPr>
              <a:t>}</a:t>
            </a:r>
            <a:endParaRPr sz="1100" dirty="0">
              <a:solidFill>
                <a:schemeClr val="dk1"/>
              </a:solidFill>
              <a:cs typeface="MS Gothic"/>
              <a:sym typeface="MS Gothic"/>
            </a:endParaRPr>
          </a:p>
        </p:txBody>
      </p:sp>
      <p:sp>
        <p:nvSpPr>
          <p:cNvPr id="58" name="Google Shape;172;p19">
            <a:extLst>
              <a:ext uri="{FF2B5EF4-FFF2-40B4-BE49-F238E27FC236}">
                <a16:creationId xmlns:a16="http://schemas.microsoft.com/office/drawing/2014/main" id="{DF077D7B-BCE1-48C6-A00D-871F479F650E}"/>
              </a:ext>
            </a:extLst>
          </p:cNvPr>
          <p:cNvSpPr/>
          <p:nvPr/>
        </p:nvSpPr>
        <p:spPr>
          <a:xfrm>
            <a:off x="537575" y="1887833"/>
            <a:ext cx="4033413" cy="2892581"/>
          </a:xfrm>
          <a:prstGeom prst="rect">
            <a:avLst/>
          </a:prstGeom>
          <a:solidFill>
            <a:schemeClr val="bg1"/>
          </a:solidFill>
          <a:ln w="12700" cap="flat" cmpd="sng">
            <a:no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ja-JP" sz="1100" dirty="0">
                <a:solidFill>
                  <a:schemeClr val="dk1"/>
                </a:solidFill>
                <a:cs typeface="MS Gothic"/>
                <a:sym typeface="MS Gothic"/>
              </a:rPr>
              <a:t>public class </a:t>
            </a:r>
            <a:r>
              <a:rPr lang="en-US" altLang="ja-JP" sz="1100" dirty="0">
                <a:solidFill>
                  <a:schemeClr val="dk1"/>
                </a:solidFill>
                <a:cs typeface="MS Gothic"/>
                <a:sym typeface="MS Gothic"/>
              </a:rPr>
              <a:t>UserInfo</a:t>
            </a:r>
            <a:r>
              <a:rPr lang="ja-JP" altLang="ja-JP" sz="1100" dirty="0">
                <a:solidFill>
                  <a:schemeClr val="dk1"/>
                </a:solidFill>
                <a:cs typeface="MS Gothic"/>
                <a:sym typeface="MS Gothic"/>
              </a:rPr>
              <a:t> {</a:t>
            </a:r>
            <a:endParaRPr lang="en-US" altLang="ja-JP" sz="1100" dirty="0">
              <a:solidFill>
                <a:schemeClr val="dk1"/>
              </a:solidFill>
              <a:cs typeface="MS Gothic"/>
              <a:sym typeface="MS Gothic"/>
            </a:endParaRPr>
          </a:p>
          <a:p>
            <a:r>
              <a:rPr lang="ja-JP" altLang="en-US" sz="1100" dirty="0">
                <a:solidFill>
                  <a:schemeClr val="dk1"/>
                </a:solidFill>
                <a:cs typeface="MS Gothic"/>
                <a:sym typeface="MS Gothic"/>
              </a:rPr>
              <a:t>    </a:t>
            </a:r>
            <a:r>
              <a:rPr lang="en-US" altLang="ja-JP" sz="1100" dirty="0">
                <a:solidFill>
                  <a:schemeClr val="dk1"/>
                </a:solidFill>
                <a:cs typeface="MS Gothic"/>
                <a:sym typeface="MS Gothic"/>
              </a:rPr>
              <a:t>private Date</a:t>
            </a:r>
            <a:r>
              <a:rPr lang="ja-JP" altLang="en-US" sz="1100" dirty="0">
                <a:solidFill>
                  <a:schemeClr val="dk1"/>
                </a:solidFill>
                <a:cs typeface="MS Gothic"/>
                <a:sym typeface="MS Gothic"/>
              </a:rPr>
              <a:t> </a:t>
            </a:r>
            <a:r>
              <a:rPr lang="en-US" altLang="ja-JP" sz="1100" dirty="0">
                <a:solidFill>
                  <a:schemeClr val="dk1"/>
                </a:solidFill>
                <a:cs typeface="MS Gothic"/>
                <a:sym typeface="MS Gothic"/>
              </a:rPr>
              <a:t>birthdate;</a:t>
            </a:r>
            <a:r>
              <a:rPr lang="ja-JP" altLang="en-US" sz="1100" dirty="0">
                <a:solidFill>
                  <a:schemeClr val="dk1"/>
                </a:solidFill>
                <a:cs typeface="MS Gothic"/>
                <a:sym typeface="MS Gothic"/>
              </a:rPr>
              <a:t>   </a:t>
            </a:r>
            <a:r>
              <a:rPr lang="en-US" altLang="ja-JP" sz="1100" dirty="0">
                <a:solidFill>
                  <a:schemeClr val="accent6"/>
                </a:solidFill>
                <a:cs typeface="MS Gothic"/>
                <a:sym typeface="MS Gothic"/>
              </a:rPr>
              <a:t>//</a:t>
            </a:r>
            <a:r>
              <a:rPr lang="ja-JP" altLang="en-US" sz="1100" dirty="0">
                <a:solidFill>
                  <a:schemeClr val="accent6"/>
                </a:solidFill>
                <a:cs typeface="MS Gothic"/>
                <a:sym typeface="MS Gothic"/>
              </a:rPr>
              <a:t> 生年月日</a:t>
            </a:r>
            <a:endParaRPr lang="en-US" altLang="ja-JP" sz="1100" dirty="0">
              <a:solidFill>
                <a:schemeClr val="accent6"/>
              </a:solidFill>
              <a:cs typeface="MS Gothic"/>
              <a:sym typeface="MS Gothic"/>
            </a:endParaRPr>
          </a:p>
          <a:p>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public Date getBirthdate() {</a:t>
            </a:r>
          </a:p>
          <a:p>
            <a:r>
              <a:rPr lang="en-US" altLang="ja-JP" sz="1100" dirty="0">
                <a:solidFill>
                  <a:schemeClr val="dk1"/>
                </a:solidFill>
                <a:cs typeface="MS Gothic"/>
                <a:sym typeface="MS Gothic"/>
              </a:rPr>
              <a:t>        return birthdate;</a:t>
            </a:r>
          </a:p>
          <a:p>
            <a:r>
              <a:rPr lang="en-US" altLang="ja-JP" sz="1100" dirty="0">
                <a:solidFill>
                  <a:schemeClr val="dk1"/>
                </a:solidFill>
                <a:cs typeface="MS Gothic"/>
                <a:sym typeface="MS Gothic"/>
              </a:rPr>
              <a:t>    }</a:t>
            </a:r>
          </a:p>
          <a:p>
            <a:endParaRPr lang="en-US" altLang="ja-JP" sz="1100" dirty="0">
              <a:solidFill>
                <a:schemeClr val="dk1"/>
              </a:solidFill>
              <a:cs typeface="MS Gothic"/>
              <a:sym typeface="MS Gothic"/>
            </a:endParaRPr>
          </a:p>
          <a:p>
            <a:r>
              <a:rPr lang="en-US" altLang="ja-JP" sz="1100" dirty="0">
                <a:solidFill>
                  <a:schemeClr val="dk1"/>
                </a:solidFill>
                <a:cs typeface="MS Gothic"/>
                <a:sym typeface="MS Gothic"/>
              </a:rPr>
              <a:t>    public String getStrBirthdate() {</a:t>
            </a:r>
          </a:p>
          <a:p>
            <a:r>
              <a:rPr lang="en-US" altLang="ja-JP" sz="1100" dirty="0">
                <a:solidFill>
                  <a:schemeClr val="dk1"/>
                </a:solidFill>
                <a:cs typeface="MS Gothic"/>
                <a:sym typeface="MS Gothic"/>
              </a:rPr>
              <a:t>        SimpleDateFormat sdf = new SimpleDateFormat("yyyy</a:t>
            </a:r>
            <a:r>
              <a:rPr lang="ja-JP" altLang="en-US" sz="1100" dirty="0">
                <a:solidFill>
                  <a:schemeClr val="dk1"/>
                </a:solidFill>
                <a:cs typeface="MS Gothic"/>
                <a:sym typeface="MS Gothic"/>
              </a:rPr>
              <a:t>年</a:t>
            </a:r>
            <a:r>
              <a:rPr lang="en-US" altLang="ja-JP" sz="1100" dirty="0">
                <a:solidFill>
                  <a:schemeClr val="dk1"/>
                </a:solidFill>
                <a:cs typeface="MS Gothic"/>
                <a:sym typeface="MS Gothic"/>
              </a:rPr>
              <a:t>MM</a:t>
            </a:r>
            <a:r>
              <a:rPr lang="ja-JP" altLang="en-US" sz="1100" dirty="0">
                <a:solidFill>
                  <a:schemeClr val="dk1"/>
                </a:solidFill>
                <a:cs typeface="MS Gothic"/>
                <a:sym typeface="MS Gothic"/>
              </a:rPr>
              <a:t>月</a:t>
            </a:r>
            <a:r>
              <a:rPr lang="en-US" altLang="ja-JP" sz="1100" dirty="0">
                <a:solidFill>
                  <a:schemeClr val="dk1"/>
                </a:solidFill>
                <a:cs typeface="MS Gothic"/>
                <a:sym typeface="MS Gothic"/>
              </a:rPr>
              <a:t>dd</a:t>
            </a:r>
            <a:r>
              <a:rPr lang="ja-JP" altLang="en-US" sz="1100" dirty="0">
                <a:solidFill>
                  <a:schemeClr val="dk1"/>
                </a:solidFill>
                <a:cs typeface="MS Gothic"/>
                <a:sym typeface="MS Gothic"/>
              </a:rPr>
              <a:t>日</a:t>
            </a:r>
            <a:r>
              <a:rPr lang="en-US" altLang="ja-JP" sz="1100" dirty="0">
                <a:solidFill>
                  <a:schemeClr val="dk1"/>
                </a:solidFill>
                <a:cs typeface="MS Gothic"/>
                <a:sym typeface="MS Gothic"/>
              </a:rPr>
              <a:t>");</a:t>
            </a:r>
          </a:p>
          <a:p>
            <a:r>
              <a:rPr lang="en-US" altLang="ja-JP" sz="1100" dirty="0">
                <a:solidFill>
                  <a:schemeClr val="dk1"/>
                </a:solidFill>
                <a:cs typeface="MS Gothic"/>
                <a:sym typeface="MS Gothic"/>
              </a:rPr>
              <a:t>        String strBirthdate = sdf.format(this.birthdate);</a:t>
            </a:r>
          </a:p>
          <a:p>
            <a:r>
              <a:rPr lang="en-US" altLang="ja-JP" sz="1100" dirty="0">
                <a:solidFill>
                  <a:schemeClr val="dk1"/>
                </a:solidFill>
                <a:cs typeface="MS Gothic"/>
                <a:sym typeface="MS Gothic"/>
              </a:rPr>
              <a:t>        return strBirthdate;</a:t>
            </a:r>
          </a:p>
          <a:p>
            <a:r>
              <a:rPr lang="en-US" altLang="ja-JP" sz="1100" dirty="0">
                <a:solidFill>
                  <a:schemeClr val="dk1"/>
                </a:solidFill>
                <a:cs typeface="MS Gothic"/>
                <a:sym typeface="MS Gothic"/>
              </a:rPr>
              <a:t>    }</a:t>
            </a:r>
          </a:p>
          <a:p>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br>
              <a:rPr lang="en-US" altLang="ja-JP" sz="1100" dirty="0">
                <a:solidFill>
                  <a:schemeClr val="dk1"/>
                </a:solidFill>
                <a:cs typeface="MS Gothic"/>
                <a:sym typeface="MS Gothic"/>
              </a:rPr>
            </a:br>
            <a:r>
              <a:rPr lang="ja-JP" altLang="en-US" sz="1100" dirty="0">
                <a:solidFill>
                  <a:schemeClr val="dk1"/>
                </a:solidFill>
                <a:cs typeface="MS Gothic"/>
                <a:sym typeface="MS Gothic"/>
              </a:rPr>
              <a:t>　　　　　　</a:t>
            </a:r>
            <a:r>
              <a:rPr lang="en-US" altLang="ja-JP" sz="1100" dirty="0">
                <a:solidFill>
                  <a:schemeClr val="dk1"/>
                </a:solidFill>
                <a:cs typeface="MS Gothic"/>
                <a:sym typeface="MS Gothic"/>
              </a:rPr>
              <a:t>:</a:t>
            </a:r>
          </a:p>
        </p:txBody>
      </p:sp>
      <p:cxnSp>
        <p:nvCxnSpPr>
          <p:cNvPr id="15" name="直線コネクタ 14">
            <a:extLst>
              <a:ext uri="{FF2B5EF4-FFF2-40B4-BE49-F238E27FC236}">
                <a16:creationId xmlns:a16="http://schemas.microsoft.com/office/drawing/2014/main" id="{C4E5B836-3370-4737-95A3-3EF97B89A2F5}"/>
              </a:ext>
            </a:extLst>
          </p:cNvPr>
          <p:cNvCxnSpPr>
            <a:cxnSpLocks/>
          </p:cNvCxnSpPr>
          <p:nvPr/>
        </p:nvCxnSpPr>
        <p:spPr>
          <a:xfrm>
            <a:off x="4572000" y="1887833"/>
            <a:ext cx="0" cy="289258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四角形: 角を丸くする 13">
            <a:extLst>
              <a:ext uri="{FF2B5EF4-FFF2-40B4-BE49-F238E27FC236}">
                <a16:creationId xmlns:a16="http://schemas.microsoft.com/office/drawing/2014/main" id="{728FFB0F-29B9-4E60-B431-0AC12CAB7EAB}"/>
              </a:ext>
            </a:extLst>
          </p:cNvPr>
          <p:cNvSpPr/>
          <p:nvPr/>
        </p:nvSpPr>
        <p:spPr>
          <a:xfrm>
            <a:off x="6991372" y="1633339"/>
            <a:ext cx="1996319" cy="594374"/>
          </a:xfrm>
          <a:prstGeom prst="round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000" dirty="0">
                <a:solidFill>
                  <a:schemeClr val="tx1"/>
                </a:solidFill>
              </a:rPr>
              <a:t>通常の</a:t>
            </a:r>
            <a:r>
              <a:rPr kumimoji="1" lang="en-US" altLang="ja-JP" sz="1000" dirty="0">
                <a:solidFill>
                  <a:schemeClr val="tx1"/>
                </a:solidFill>
              </a:rPr>
              <a:t>setter</a:t>
            </a:r>
            <a:r>
              <a:rPr kumimoji="1" lang="ja-JP" altLang="en-US" sz="1000" dirty="0">
                <a:solidFill>
                  <a:schemeClr val="tx1"/>
                </a:solidFill>
              </a:rPr>
              <a:t>をオーバーロードし、</a:t>
            </a:r>
            <a:r>
              <a:rPr kumimoji="1" lang="en-US" altLang="ja-JP" sz="1000" dirty="0">
                <a:solidFill>
                  <a:schemeClr val="tx1"/>
                </a:solidFill>
              </a:rPr>
              <a:t>String</a:t>
            </a:r>
            <a:r>
              <a:rPr kumimoji="1" lang="ja-JP" altLang="en-US" sz="1000" dirty="0">
                <a:solidFill>
                  <a:schemeClr val="tx1"/>
                </a:solidFill>
              </a:rPr>
              <a:t>型を</a:t>
            </a:r>
            <a:r>
              <a:rPr kumimoji="1" lang="en-US" altLang="ja-JP" sz="1000" dirty="0">
                <a:solidFill>
                  <a:schemeClr val="tx1"/>
                </a:solidFill>
              </a:rPr>
              <a:t>Date</a:t>
            </a:r>
            <a:r>
              <a:rPr kumimoji="1" lang="ja-JP" altLang="en-US" sz="1000" dirty="0">
                <a:solidFill>
                  <a:schemeClr val="tx1"/>
                </a:solidFill>
              </a:rPr>
              <a:t>型に変換して代入する</a:t>
            </a:r>
            <a:r>
              <a:rPr kumimoji="1" lang="en-US" altLang="ja-JP" sz="1000" dirty="0">
                <a:solidFill>
                  <a:schemeClr val="tx1"/>
                </a:solidFill>
              </a:rPr>
              <a:t>setter</a:t>
            </a:r>
            <a:r>
              <a:rPr kumimoji="1" lang="ja-JP" altLang="en-US" sz="1000" dirty="0">
                <a:solidFill>
                  <a:schemeClr val="tx1"/>
                </a:solidFill>
              </a:rPr>
              <a:t>を作成。</a:t>
            </a:r>
          </a:p>
        </p:txBody>
      </p:sp>
      <p:cxnSp>
        <p:nvCxnSpPr>
          <p:cNvPr id="17" name="直線コネクタ 16">
            <a:extLst>
              <a:ext uri="{FF2B5EF4-FFF2-40B4-BE49-F238E27FC236}">
                <a16:creationId xmlns:a16="http://schemas.microsoft.com/office/drawing/2014/main" id="{E500BDFA-0AC1-4A10-87D5-E46302D5297E}"/>
              </a:ext>
            </a:extLst>
          </p:cNvPr>
          <p:cNvCxnSpPr>
            <a:cxnSpLocks/>
          </p:cNvCxnSpPr>
          <p:nvPr/>
        </p:nvCxnSpPr>
        <p:spPr>
          <a:xfrm flipH="1">
            <a:off x="6447327" y="1743627"/>
            <a:ext cx="468333" cy="1257481"/>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EC3069A4-BA57-480F-932C-D63636E23751}"/>
              </a:ext>
            </a:extLst>
          </p:cNvPr>
          <p:cNvCxnSpPr>
            <a:cxnSpLocks/>
          </p:cNvCxnSpPr>
          <p:nvPr/>
        </p:nvCxnSpPr>
        <p:spPr>
          <a:xfrm flipH="1">
            <a:off x="6447327" y="1743627"/>
            <a:ext cx="468333" cy="578554"/>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476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8564073-650A-4726-99CE-EA82CE37513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90D4FF1-CE17-468D-A94B-0EA4BDC9102B}"/>
              </a:ext>
            </a:extLst>
          </p:cNvPr>
          <p:cNvSpPr>
            <a:spLocks noGrp="1"/>
          </p:cNvSpPr>
          <p:nvPr>
            <p:ph type="ctrTitle"/>
          </p:nvPr>
        </p:nvSpPr>
        <p:spPr/>
        <p:txBody>
          <a:bodyPr/>
          <a:lstStyle/>
          <a:p>
            <a:r>
              <a:rPr lang="en-US" altLang="ja-JP" dirty="0" err="1"/>
              <a:t>カプセル化のまとめ</a:t>
            </a:r>
            <a:endParaRPr kumimoji="1" lang="ja-JP" altLang="en-US" dirty="0"/>
          </a:p>
        </p:txBody>
      </p:sp>
      <p:sp>
        <p:nvSpPr>
          <p:cNvPr id="4" name="スライド番号プレースホルダー 3">
            <a:extLst>
              <a:ext uri="{FF2B5EF4-FFF2-40B4-BE49-F238E27FC236}">
                <a16:creationId xmlns:a16="http://schemas.microsoft.com/office/drawing/2014/main" id="{F3EFE716-3008-4D5B-B3FC-67A585FEB4D8}"/>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133F1DED-CA16-4302-9912-4B561EF34336}"/>
              </a:ext>
            </a:extLst>
          </p:cNvPr>
          <p:cNvSpPr>
            <a:spLocks noGrp="1"/>
          </p:cNvSpPr>
          <p:nvPr>
            <p:ph type="body" sz="quarter" idx="14"/>
          </p:nvPr>
        </p:nvSpPr>
        <p:spPr/>
        <p:txBody>
          <a:bodyPr/>
          <a:lstStyle/>
          <a:p>
            <a:r>
              <a:rPr lang="ja-JP" altLang="en-US" dirty="0"/>
              <a:t>カプセル化とは何ですか？</a:t>
            </a:r>
            <a:endParaRPr lang="en-US" altLang="ja-JP" dirty="0"/>
          </a:p>
          <a:p>
            <a:endParaRPr kumimoji="1" lang="en-US" altLang="ja-JP" b="1" dirty="0"/>
          </a:p>
          <a:p>
            <a:r>
              <a:rPr kumimoji="1" lang="ja-JP" altLang="en-US" dirty="0"/>
              <a:t>アクセス修飾子</a:t>
            </a:r>
            <a:r>
              <a:rPr kumimoji="1" lang="en-US" altLang="ja-JP" dirty="0"/>
              <a:t>4</a:t>
            </a:r>
            <a:r>
              <a:rPr kumimoji="1" lang="ja-JP" altLang="en-US" dirty="0"/>
              <a:t>種類は何ですか？</a:t>
            </a:r>
            <a:endParaRPr kumimoji="1" lang="en-US" altLang="ja-JP" dirty="0"/>
          </a:p>
          <a:p>
            <a:endParaRPr lang="en-US" altLang="ja-JP" dirty="0"/>
          </a:p>
          <a:p>
            <a:r>
              <a:rPr lang="en-US" altLang="ja-JP" dirty="0"/>
              <a:t>Setter</a:t>
            </a:r>
            <a:r>
              <a:rPr lang="ja-JP" altLang="en-US" dirty="0"/>
              <a:t>と</a:t>
            </a:r>
            <a:r>
              <a:rPr lang="en-US" altLang="ja-JP" dirty="0"/>
              <a:t>getter</a:t>
            </a:r>
            <a:r>
              <a:rPr kumimoji="1" lang="ja-JP" altLang="en-US" dirty="0"/>
              <a:t>とは何ですか？</a:t>
            </a:r>
            <a:endParaRPr kumimoji="1" lang="en-US" altLang="ja-JP" dirty="0"/>
          </a:p>
          <a:p>
            <a:endParaRPr lang="en-US" altLang="ja-JP" dirty="0"/>
          </a:p>
          <a:p>
            <a:r>
              <a:rPr kumimoji="1" lang="ja-JP" altLang="en-US" dirty="0"/>
              <a:t>以下のフィールドについて</a:t>
            </a:r>
            <a:r>
              <a:rPr lang="en-US" altLang="ja-JP" dirty="0"/>
              <a:t>s</a:t>
            </a:r>
            <a:r>
              <a:rPr kumimoji="1" lang="en-US" altLang="ja-JP" dirty="0"/>
              <a:t>etter</a:t>
            </a:r>
            <a:r>
              <a:rPr kumimoji="1" lang="ja-JP" altLang="en-US" dirty="0"/>
              <a:t>と</a:t>
            </a:r>
            <a:r>
              <a:rPr kumimoji="1" lang="en-US" altLang="ja-JP" dirty="0"/>
              <a:t>getter</a:t>
            </a:r>
            <a:r>
              <a:rPr kumimoji="1" lang="ja-JP" altLang="en-US" dirty="0"/>
              <a:t>はどのように書きますか？</a:t>
            </a:r>
            <a:endParaRPr kumimoji="1" lang="en-US" altLang="ja-JP" dirty="0"/>
          </a:p>
          <a:p>
            <a:pPr lvl="1"/>
            <a:r>
              <a:rPr kumimoji="1" lang="en-US" altLang="ja-JP" dirty="0"/>
              <a:t>private int id</a:t>
            </a:r>
          </a:p>
          <a:p>
            <a:pPr lvl="1"/>
            <a:r>
              <a:rPr lang="en-US" altLang="ja-JP" dirty="0"/>
              <a:t>private User </a:t>
            </a:r>
            <a:r>
              <a:rPr lang="en-US" altLang="ja-JP" dirty="0" err="1"/>
              <a:t>user</a:t>
            </a:r>
            <a:endParaRPr lang="en-US" altLang="ja-JP" dirty="0"/>
          </a:p>
          <a:p>
            <a:pPr lvl="1"/>
            <a:r>
              <a:rPr lang="en-US" altLang="ja-JP" dirty="0"/>
              <a:t>p</a:t>
            </a:r>
            <a:r>
              <a:rPr kumimoji="1" lang="en-US" altLang="ja-JP" dirty="0"/>
              <a:t>rivate List&lt;User&gt; </a:t>
            </a:r>
            <a:r>
              <a:rPr kumimoji="1" lang="en-US" altLang="ja-JP" dirty="0" err="1"/>
              <a:t>userList</a:t>
            </a:r>
            <a:endParaRPr kumimoji="1" lang="en-US" altLang="ja-JP" dirty="0"/>
          </a:p>
          <a:p>
            <a:pPr marL="452438" lvl="1" indent="0">
              <a:buNone/>
            </a:pPr>
            <a:endParaRPr kumimoji="1" lang="en-US" altLang="ja-JP" dirty="0"/>
          </a:p>
          <a:p>
            <a:r>
              <a:rPr lang="ja-JP" altLang="en-US" dirty="0"/>
              <a:t>上記で作成した</a:t>
            </a:r>
            <a:r>
              <a:rPr lang="en-US" altLang="ja-JP" dirty="0"/>
              <a:t>setter</a:t>
            </a:r>
            <a:r>
              <a:rPr lang="ja-JP" altLang="en-US" dirty="0"/>
              <a:t>と</a:t>
            </a:r>
            <a:r>
              <a:rPr lang="en-US" altLang="ja-JP" dirty="0"/>
              <a:t>getter</a:t>
            </a:r>
            <a:r>
              <a:rPr lang="ja-JP" altLang="en-US" dirty="0"/>
              <a:t>について以下の指示に従って呼び出してください。</a:t>
            </a:r>
            <a:endParaRPr lang="en-US" altLang="ja-JP" dirty="0"/>
          </a:p>
          <a:p>
            <a:pPr marL="795338" lvl="1" indent="-342900">
              <a:buFont typeface="+mj-lt"/>
              <a:buAutoNum type="arabicPeriod"/>
            </a:pPr>
            <a:r>
              <a:rPr lang="en-US" altLang="ja-JP" dirty="0"/>
              <a:t>id</a:t>
            </a:r>
            <a:r>
              <a:rPr lang="ja-JP" altLang="en-US" dirty="0"/>
              <a:t>フィールドに</a:t>
            </a:r>
            <a:r>
              <a:rPr lang="en-US" altLang="ja-JP" dirty="0"/>
              <a:t>10</a:t>
            </a:r>
            <a:r>
              <a:rPr lang="ja-JP" altLang="en-US" dirty="0"/>
              <a:t>を代入</a:t>
            </a:r>
            <a:endParaRPr lang="en-US" altLang="ja-JP" dirty="0"/>
          </a:p>
          <a:p>
            <a:pPr marL="795338" lvl="1" indent="-342900">
              <a:buFont typeface="+mj-lt"/>
              <a:buAutoNum type="arabicPeriod"/>
            </a:pPr>
            <a:r>
              <a:rPr lang="en-US" altLang="ja-JP" dirty="0"/>
              <a:t>id</a:t>
            </a:r>
            <a:r>
              <a:rPr lang="ja-JP" altLang="en-US" dirty="0"/>
              <a:t>フィールドの中身をコンソールにて出力</a:t>
            </a:r>
            <a:endParaRPr lang="en-US" altLang="ja-JP" dirty="0"/>
          </a:p>
          <a:p>
            <a:pPr marL="795338" lvl="1" indent="-342900">
              <a:buFont typeface="+mj-lt"/>
              <a:buAutoNum type="arabicPeriod"/>
            </a:pPr>
            <a:endParaRPr kumimoji="1" lang="en-US" altLang="ja-JP" dirty="0"/>
          </a:p>
        </p:txBody>
      </p:sp>
    </p:spTree>
    <p:extLst>
      <p:ext uri="{BB962C8B-B14F-4D97-AF65-F5344CB8AC3E}">
        <p14:creationId xmlns:p14="http://schemas.microsoft.com/office/powerpoint/2010/main" val="2979480215"/>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3130</TotalTime>
  <Words>1816</Words>
  <Application>Microsoft Office PowerPoint</Application>
  <PresentationFormat>画面に合わせる (16:9)</PresentationFormat>
  <Paragraphs>257</Paragraphs>
  <Slides>16</Slides>
  <Notes>10</Notes>
  <HiddenSlides>1</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16</vt:i4>
      </vt:variant>
    </vt:vector>
  </HeadingPairs>
  <TitlesOfParts>
    <vt:vector size="28" baseType="lpstr">
      <vt:lpstr>HGP創英角ﾎﾟｯﾌﾟ体</vt:lpstr>
      <vt:lpstr>Gill Sans Ultra Bold</vt:lpstr>
      <vt:lpstr>Montserrat</vt:lpstr>
      <vt:lpstr>Arial</vt:lpstr>
      <vt:lpstr>BIZ UDゴシック 本文BIZ UDゴシック 本文</vt:lpstr>
      <vt:lpstr>MyricaM M 本文</vt:lpstr>
      <vt:lpstr>游ゴシック</vt:lpstr>
      <vt:lpstr>BIZ UDゴシック</vt:lpstr>
      <vt:lpstr>Meiryo</vt:lpstr>
      <vt:lpstr>MyricaM M</vt:lpstr>
      <vt:lpstr>MS Gothic</vt:lpstr>
      <vt:lpstr>template</vt:lpstr>
      <vt:lpstr>改訂履歴</vt:lpstr>
      <vt:lpstr>カプセル化</vt:lpstr>
      <vt:lpstr>テキストの ゴール</vt:lpstr>
      <vt:lpstr>テキストの 流れ</vt:lpstr>
      <vt:lpstr>カプセル化とは</vt:lpstr>
      <vt:lpstr>アクセス修飾子</vt:lpstr>
      <vt:lpstr>アクセス修飾子</vt:lpstr>
      <vt:lpstr>GetterとSetterとは</vt:lpstr>
      <vt:lpstr>GetterとSetterサンプルコード</vt:lpstr>
      <vt:lpstr>GetterとSetterの書き方</vt:lpstr>
      <vt:lpstr>GetterとSetter使用サンプル</vt:lpstr>
      <vt:lpstr>GetterとSetterのメリット</vt:lpstr>
      <vt:lpstr>Setterを活用したサンプルコード</vt:lpstr>
      <vt:lpstr>Getterを活用したサンプルコード</vt:lpstr>
      <vt:lpstr>アクセサの活用</vt:lpstr>
      <vt:lpstr>カプセル化のまとめ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26</cp:revision>
  <dcterms:created xsi:type="dcterms:W3CDTF">2020-11-26T07:05:51Z</dcterms:created>
  <dcterms:modified xsi:type="dcterms:W3CDTF">2025-03-19T07:54:48Z</dcterms:modified>
</cp:coreProperties>
</file>