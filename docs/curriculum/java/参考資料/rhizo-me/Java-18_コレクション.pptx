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18"/>
  </p:notesMasterIdLst>
  <p:handoutMasterIdLst>
    <p:handoutMasterId r:id="rId19"/>
  </p:handoutMasterIdLst>
  <p:sldIdLst>
    <p:sldId id="382" r:id="rId2"/>
    <p:sldId id="256" r:id="rId3"/>
    <p:sldId id="360" r:id="rId4"/>
    <p:sldId id="361" r:id="rId5"/>
    <p:sldId id="388" r:id="rId6"/>
    <p:sldId id="363" r:id="rId7"/>
    <p:sldId id="364" r:id="rId8"/>
    <p:sldId id="365" r:id="rId9"/>
    <p:sldId id="366" r:id="rId10"/>
    <p:sldId id="367" r:id="rId11"/>
    <p:sldId id="368" r:id="rId12"/>
    <p:sldId id="372" r:id="rId13"/>
    <p:sldId id="373" r:id="rId14"/>
    <p:sldId id="374" r:id="rId15"/>
    <p:sldId id="376" r:id="rId16"/>
    <p:sldId id="375" r:id="rId17"/>
  </p:sldIdLst>
  <p:sldSz cx="9144000" cy="5143500" type="screen16x9"/>
  <p:notesSz cx="6858000" cy="9144000"/>
  <p:embeddedFontLst>
    <p:embeddedFont>
      <p:font typeface="MyricaM M" panose="020B0600070205080204" charset="-128"/>
      <p:regular r:id="rId20"/>
    </p:embeddedFont>
    <p:embeddedFont>
      <p:font typeface="Meiryo" panose="020B0604030504040204" pitchFamily="50" charset="-128"/>
      <p:regular r:id="rId21"/>
      <p:bold r:id="rId22"/>
      <p:italic r:id="rId23"/>
      <p:boldItalic r:id="rId24"/>
    </p:embeddedFont>
    <p:embeddedFont>
      <p:font typeface="BIZ UDゴシック" panose="020B0400000000000000" pitchFamily="49" charset="-128"/>
      <p:regular r:id="rId25"/>
      <p:bold r:id="rId26"/>
    </p:embeddedFont>
    <p:embeddedFont>
      <p:font typeface="Gill Sans Ultra Bold" panose="020B0A02020104020203" pitchFamily="34" charset="0"/>
      <p:regular r:id="rId27"/>
    </p:embeddedFont>
    <p:embeddedFont>
      <p:font typeface="Montserrat" panose="00000500000000000000" pitchFamily="2" charset="0"/>
      <p:regular r:id="rId28"/>
      <p:bold r:id="rId29"/>
      <p:italic r:id="rId30"/>
      <p:boldItalic r:id="rId31"/>
    </p:embeddedFont>
    <p:embeddedFont>
      <p:font typeface="游ゴシック" panose="020B0400000000000000" pitchFamily="50" charset="-128"/>
      <p:regular r:id="rId32"/>
      <p:bold r:id="rId3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E10000"/>
    <a:srgbClr val="000000"/>
    <a:srgbClr val="FF99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49" autoAdjust="0"/>
    <p:restoredTop sz="95728" autoAdjust="0"/>
  </p:normalViewPr>
  <p:slideViewPr>
    <p:cSldViewPr snapToGrid="0">
      <p:cViewPr varScale="1">
        <p:scale>
          <a:sx n="104" d="100"/>
          <a:sy n="104" d="100"/>
        </p:scale>
        <p:origin x="552" y="102"/>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鈴木 秀規" userId="f68c5fd9-22d5-4c0a-9833-7fb0f5135313" providerId="ADAL" clId="{AE171C9D-A8B3-4AB5-91C0-52B3AD443501}"/>
    <pc:docChg chg="undo custSel addSld delSld modSld">
      <pc:chgData name="鈴木 秀規" userId="f68c5fd9-22d5-4c0a-9833-7fb0f5135313" providerId="ADAL" clId="{AE171C9D-A8B3-4AB5-91C0-52B3AD443501}" dt="2021-01-28T09:16:44.910" v="513"/>
      <pc:docMkLst>
        <pc:docMk/>
      </pc:docMkLst>
      <pc:sldChg chg="modSp mod">
        <pc:chgData name="鈴木 秀規" userId="f68c5fd9-22d5-4c0a-9833-7fb0f5135313" providerId="ADAL" clId="{AE171C9D-A8B3-4AB5-91C0-52B3AD443501}" dt="2021-01-28T08:23:28.407" v="25" actId="20577"/>
        <pc:sldMkLst>
          <pc:docMk/>
          <pc:sldMk cId="0" sldId="256"/>
        </pc:sldMkLst>
        <pc:spChg chg="mod">
          <ac:chgData name="鈴木 秀規" userId="f68c5fd9-22d5-4c0a-9833-7fb0f5135313" providerId="ADAL" clId="{AE171C9D-A8B3-4AB5-91C0-52B3AD443501}" dt="2021-01-28T08:23:28.407" v="25" actId="20577"/>
          <ac:spMkLst>
            <pc:docMk/>
            <pc:sldMk cId="0" sldId="256"/>
            <ac:spMk id="56" creationId="{00000000-0000-0000-0000-000000000000}"/>
          </ac:spMkLst>
        </pc:spChg>
      </pc:sldChg>
      <pc:sldChg chg="modSp mod">
        <pc:chgData name="鈴木 秀規" userId="f68c5fd9-22d5-4c0a-9833-7fb0f5135313" providerId="ADAL" clId="{AE171C9D-A8B3-4AB5-91C0-52B3AD443501}" dt="2021-01-28T08:24:17.040" v="33" actId="20577"/>
        <pc:sldMkLst>
          <pc:docMk/>
          <pc:sldMk cId="2397736379" sldId="363"/>
        </pc:sldMkLst>
        <pc:spChg chg="mod">
          <ac:chgData name="鈴木 秀規" userId="f68c5fd9-22d5-4c0a-9833-7fb0f5135313" providerId="ADAL" clId="{AE171C9D-A8B3-4AB5-91C0-52B3AD443501}" dt="2021-01-28T08:23:54.400" v="27"/>
          <ac:spMkLst>
            <pc:docMk/>
            <pc:sldMk cId="2397736379" sldId="363"/>
            <ac:spMk id="7" creationId="{9630AD22-E64D-4A96-B059-2AF9F6580C25}"/>
          </ac:spMkLst>
        </pc:spChg>
        <pc:spChg chg="mod">
          <ac:chgData name="鈴木 秀規" userId="f68c5fd9-22d5-4c0a-9833-7fb0f5135313" providerId="ADAL" clId="{AE171C9D-A8B3-4AB5-91C0-52B3AD443501}" dt="2021-01-28T08:24:17.040" v="33" actId="20577"/>
          <ac:spMkLst>
            <pc:docMk/>
            <pc:sldMk cId="2397736379" sldId="363"/>
            <ac:spMk id="8" creationId="{787CF02A-01AB-4517-BA3E-25572FA82648}"/>
          </ac:spMkLst>
        </pc:spChg>
      </pc:sldChg>
      <pc:sldChg chg="del">
        <pc:chgData name="鈴木 秀規" userId="f68c5fd9-22d5-4c0a-9833-7fb0f5135313" providerId="ADAL" clId="{AE171C9D-A8B3-4AB5-91C0-52B3AD443501}" dt="2021-01-28T08:23:42.589" v="26" actId="2696"/>
        <pc:sldMkLst>
          <pc:docMk/>
          <pc:sldMk cId="2018664081" sldId="364"/>
        </pc:sldMkLst>
      </pc:sldChg>
      <pc:sldChg chg="addSp modSp new mod">
        <pc:chgData name="鈴木 秀規" userId="f68c5fd9-22d5-4c0a-9833-7fb0f5135313" providerId="ADAL" clId="{AE171C9D-A8B3-4AB5-91C0-52B3AD443501}" dt="2021-01-28T08:27:29.780" v="75" actId="14100"/>
        <pc:sldMkLst>
          <pc:docMk/>
          <pc:sldMk cId="4093317005" sldId="364"/>
        </pc:sldMkLst>
        <pc:spChg chg="mod">
          <ac:chgData name="鈴木 秀規" userId="f68c5fd9-22d5-4c0a-9833-7fb0f5135313" providerId="ADAL" clId="{AE171C9D-A8B3-4AB5-91C0-52B3AD443501}" dt="2021-01-28T08:24:28.680" v="35"/>
          <ac:spMkLst>
            <pc:docMk/>
            <pc:sldMk cId="4093317005" sldId="364"/>
            <ac:spMk id="3" creationId="{08BB3CCB-9DC9-46CD-97FE-8693508D3845}"/>
          </ac:spMkLst>
        </pc:spChg>
        <pc:spChg chg="mod">
          <ac:chgData name="鈴木 秀規" userId="f68c5fd9-22d5-4c0a-9833-7fb0f5135313" providerId="ADAL" clId="{AE171C9D-A8B3-4AB5-91C0-52B3AD443501}" dt="2021-01-28T08:27:00.139" v="73" actId="14100"/>
          <ac:spMkLst>
            <pc:docMk/>
            <pc:sldMk cId="4093317005" sldId="364"/>
            <ac:spMk id="5" creationId="{EA794FCE-9C81-4322-8340-1034381E58A6}"/>
          </ac:spMkLst>
        </pc:spChg>
        <pc:spChg chg="add mod">
          <ac:chgData name="鈴木 秀規" userId="f68c5fd9-22d5-4c0a-9833-7fb0f5135313" providerId="ADAL" clId="{AE171C9D-A8B3-4AB5-91C0-52B3AD443501}" dt="2021-01-28T08:27:22.975" v="74" actId="207"/>
          <ac:spMkLst>
            <pc:docMk/>
            <pc:sldMk cId="4093317005" sldId="364"/>
            <ac:spMk id="7" creationId="{DF295B52-B56B-40AA-9B23-22243EE5B8EC}"/>
          </ac:spMkLst>
        </pc:spChg>
        <pc:spChg chg="add mod">
          <ac:chgData name="鈴木 秀規" userId="f68c5fd9-22d5-4c0a-9833-7fb0f5135313" providerId="ADAL" clId="{AE171C9D-A8B3-4AB5-91C0-52B3AD443501}" dt="2021-01-28T08:25:23.354" v="49" actId="2711"/>
          <ac:spMkLst>
            <pc:docMk/>
            <pc:sldMk cId="4093317005" sldId="364"/>
            <ac:spMk id="9" creationId="{EB779C2B-17EA-4846-B814-BD78AC31AAD2}"/>
          </ac:spMkLst>
        </pc:spChg>
        <pc:spChg chg="add mod">
          <ac:chgData name="鈴木 秀規" userId="f68c5fd9-22d5-4c0a-9833-7fb0f5135313" providerId="ADAL" clId="{AE171C9D-A8B3-4AB5-91C0-52B3AD443501}" dt="2021-01-28T08:27:29.780" v="75" actId="14100"/>
          <ac:spMkLst>
            <pc:docMk/>
            <pc:sldMk cId="4093317005" sldId="364"/>
            <ac:spMk id="10" creationId="{7B49838F-1C68-4127-94F2-D1289173D96C}"/>
          </ac:spMkLst>
        </pc:spChg>
        <pc:spChg chg="add mod">
          <ac:chgData name="鈴木 秀規" userId="f68c5fd9-22d5-4c0a-9833-7fb0f5135313" providerId="ADAL" clId="{AE171C9D-A8B3-4AB5-91C0-52B3AD443501}" dt="2021-01-28T08:25:33.024" v="51" actId="1076"/>
          <ac:spMkLst>
            <pc:docMk/>
            <pc:sldMk cId="4093317005" sldId="364"/>
            <ac:spMk id="11" creationId="{DB887FAB-7878-46C7-9D5D-CA2B3FD50494}"/>
          </ac:spMkLst>
        </pc:spChg>
        <pc:spChg chg="add mod">
          <ac:chgData name="鈴木 秀規" userId="f68c5fd9-22d5-4c0a-9833-7fb0f5135313" providerId="ADAL" clId="{AE171C9D-A8B3-4AB5-91C0-52B3AD443501}" dt="2021-01-28T08:25:57.738" v="58" actId="1076"/>
          <ac:spMkLst>
            <pc:docMk/>
            <pc:sldMk cId="4093317005" sldId="364"/>
            <ac:spMk id="14" creationId="{744644A8-1BF0-4578-A327-434DB8785A92}"/>
          </ac:spMkLst>
        </pc:spChg>
        <pc:spChg chg="add mod">
          <ac:chgData name="鈴木 秀規" userId="f68c5fd9-22d5-4c0a-9833-7fb0f5135313" providerId="ADAL" clId="{AE171C9D-A8B3-4AB5-91C0-52B3AD443501}" dt="2021-01-28T08:25:42.334" v="53" actId="1076"/>
          <ac:spMkLst>
            <pc:docMk/>
            <pc:sldMk cId="4093317005" sldId="364"/>
            <ac:spMk id="15" creationId="{C006D28C-D802-4BBA-B0A4-874A4EF5FDCA}"/>
          </ac:spMkLst>
        </pc:spChg>
        <pc:picChg chg="add mod">
          <ac:chgData name="鈴木 秀規" userId="f68c5fd9-22d5-4c0a-9833-7fb0f5135313" providerId="ADAL" clId="{AE171C9D-A8B3-4AB5-91C0-52B3AD443501}" dt="2021-01-28T08:25:37.601" v="52" actId="1076"/>
          <ac:picMkLst>
            <pc:docMk/>
            <pc:sldMk cId="4093317005" sldId="364"/>
            <ac:picMk id="6" creationId="{92186FF4-8991-43D4-A39C-36A6B263CD59}"/>
          </ac:picMkLst>
        </pc:picChg>
        <pc:picChg chg="add mod">
          <ac:chgData name="鈴木 秀規" userId="f68c5fd9-22d5-4c0a-9833-7fb0f5135313" providerId="ADAL" clId="{AE171C9D-A8B3-4AB5-91C0-52B3AD443501}" dt="2021-01-28T08:25:16.200" v="47" actId="14100"/>
          <ac:picMkLst>
            <pc:docMk/>
            <pc:sldMk cId="4093317005" sldId="364"/>
            <ac:picMk id="8" creationId="{6E5F9F94-9ED3-4391-85BC-8478C06E0056}"/>
          </ac:picMkLst>
        </pc:picChg>
        <pc:cxnChg chg="add mod">
          <ac:chgData name="鈴木 秀規" userId="f68c5fd9-22d5-4c0a-9833-7fb0f5135313" providerId="ADAL" clId="{AE171C9D-A8B3-4AB5-91C0-52B3AD443501}" dt="2021-01-28T08:27:29.780" v="75" actId="14100"/>
          <ac:cxnSpMkLst>
            <pc:docMk/>
            <pc:sldMk cId="4093317005" sldId="364"/>
            <ac:cxnSpMk id="12" creationId="{75F81B37-4E9D-44E0-82C7-0C6E7D938AC7}"/>
          </ac:cxnSpMkLst>
        </pc:cxnChg>
        <pc:cxnChg chg="add mod">
          <ac:chgData name="鈴木 秀規" userId="f68c5fd9-22d5-4c0a-9833-7fb0f5135313" providerId="ADAL" clId="{AE171C9D-A8B3-4AB5-91C0-52B3AD443501}" dt="2021-01-28T08:27:29.780" v="75" actId="14100"/>
          <ac:cxnSpMkLst>
            <pc:docMk/>
            <pc:sldMk cId="4093317005" sldId="364"/>
            <ac:cxnSpMk id="13" creationId="{0155E00A-BB51-4B1B-9724-83BC5A24DE25}"/>
          </ac:cxnSpMkLst>
        </pc:cxnChg>
      </pc:sldChg>
      <pc:sldChg chg="del">
        <pc:chgData name="鈴木 秀規" userId="f68c5fd9-22d5-4c0a-9833-7fb0f5135313" providerId="ADAL" clId="{AE171C9D-A8B3-4AB5-91C0-52B3AD443501}" dt="2021-01-28T08:23:42.589" v="26" actId="2696"/>
        <pc:sldMkLst>
          <pc:docMk/>
          <pc:sldMk cId="2019205359" sldId="365"/>
        </pc:sldMkLst>
      </pc:sldChg>
      <pc:sldChg chg="addSp modSp new mod">
        <pc:chgData name="鈴木 秀規" userId="f68c5fd9-22d5-4c0a-9833-7fb0f5135313" providerId="ADAL" clId="{AE171C9D-A8B3-4AB5-91C0-52B3AD443501}" dt="2021-01-28T08:32:50.695" v="168" actId="20577"/>
        <pc:sldMkLst>
          <pc:docMk/>
          <pc:sldMk cId="4051364436" sldId="365"/>
        </pc:sldMkLst>
        <pc:spChg chg="mod">
          <ac:chgData name="鈴木 秀規" userId="f68c5fd9-22d5-4c0a-9833-7fb0f5135313" providerId="ADAL" clId="{AE171C9D-A8B3-4AB5-91C0-52B3AD443501}" dt="2021-01-28T08:27:52.077" v="77"/>
          <ac:spMkLst>
            <pc:docMk/>
            <pc:sldMk cId="4051364436" sldId="365"/>
            <ac:spMk id="3" creationId="{DD1D9F20-25A0-486F-A436-575C206BDE31}"/>
          </ac:spMkLst>
        </pc:spChg>
        <pc:spChg chg="mod">
          <ac:chgData name="鈴木 秀規" userId="f68c5fd9-22d5-4c0a-9833-7fb0f5135313" providerId="ADAL" clId="{AE171C9D-A8B3-4AB5-91C0-52B3AD443501}" dt="2021-01-28T08:28:58.067" v="81" actId="14100"/>
          <ac:spMkLst>
            <pc:docMk/>
            <pc:sldMk cId="4051364436" sldId="365"/>
            <ac:spMk id="5" creationId="{20F1DB10-15F2-4E10-8642-58A7054567CD}"/>
          </ac:spMkLst>
        </pc:spChg>
        <pc:spChg chg="add mod">
          <ac:chgData name="鈴木 秀規" userId="f68c5fd9-22d5-4c0a-9833-7fb0f5135313" providerId="ADAL" clId="{AE171C9D-A8B3-4AB5-91C0-52B3AD443501}" dt="2021-01-28T08:31:27.282" v="117" actId="1036"/>
          <ac:spMkLst>
            <pc:docMk/>
            <pc:sldMk cId="4051364436" sldId="365"/>
            <ac:spMk id="6" creationId="{BD581E50-0CEB-437C-A8A6-7962098F3A91}"/>
          </ac:spMkLst>
        </pc:spChg>
        <pc:spChg chg="add mod">
          <ac:chgData name="鈴木 秀規" userId="f68c5fd9-22d5-4c0a-9833-7fb0f5135313" providerId="ADAL" clId="{AE171C9D-A8B3-4AB5-91C0-52B3AD443501}" dt="2021-01-28T08:31:17.203" v="105" actId="1076"/>
          <ac:spMkLst>
            <pc:docMk/>
            <pc:sldMk cId="4051364436" sldId="365"/>
            <ac:spMk id="7" creationId="{1101D08C-D10E-4BF3-8927-62F604D6885E}"/>
          </ac:spMkLst>
        </pc:spChg>
        <pc:spChg chg="add mod">
          <ac:chgData name="鈴木 秀規" userId="f68c5fd9-22d5-4c0a-9833-7fb0f5135313" providerId="ADAL" clId="{AE171C9D-A8B3-4AB5-91C0-52B3AD443501}" dt="2021-01-28T08:31:10.433" v="104" actId="1076"/>
          <ac:spMkLst>
            <pc:docMk/>
            <pc:sldMk cId="4051364436" sldId="365"/>
            <ac:spMk id="35" creationId="{FD7FEC79-1C75-471F-BAF7-FBC820361873}"/>
          </ac:spMkLst>
        </pc:spChg>
        <pc:spChg chg="add mod">
          <ac:chgData name="鈴木 秀規" userId="f68c5fd9-22d5-4c0a-9833-7fb0f5135313" providerId="ADAL" clId="{AE171C9D-A8B3-4AB5-91C0-52B3AD443501}" dt="2021-01-28T08:32:18.162" v="132" actId="1076"/>
          <ac:spMkLst>
            <pc:docMk/>
            <pc:sldMk cId="4051364436" sldId="365"/>
            <ac:spMk id="36" creationId="{61EFC22A-6F63-4605-9AC6-F19A6586E90A}"/>
          </ac:spMkLst>
        </pc:spChg>
        <pc:spChg chg="add mod">
          <ac:chgData name="鈴木 秀規" userId="f68c5fd9-22d5-4c0a-9833-7fb0f5135313" providerId="ADAL" clId="{AE171C9D-A8B3-4AB5-91C0-52B3AD443501}" dt="2021-01-28T08:32:37.121" v="158" actId="20577"/>
          <ac:spMkLst>
            <pc:docMk/>
            <pc:sldMk cId="4051364436" sldId="365"/>
            <ac:spMk id="37" creationId="{45C65D7E-5EB6-498D-BE4D-2B8A984FF9F1}"/>
          </ac:spMkLst>
        </pc:spChg>
        <pc:spChg chg="add mod">
          <ac:chgData name="鈴木 秀規" userId="f68c5fd9-22d5-4c0a-9833-7fb0f5135313" providerId="ADAL" clId="{AE171C9D-A8B3-4AB5-91C0-52B3AD443501}" dt="2021-01-28T08:32:50.695" v="168" actId="20577"/>
          <ac:spMkLst>
            <pc:docMk/>
            <pc:sldMk cId="4051364436" sldId="365"/>
            <ac:spMk id="38" creationId="{F2F8161B-5FB5-467A-B046-A20AC91BCAE8}"/>
          </ac:spMkLst>
        </pc:spChg>
        <pc:picChg chg="add mod">
          <ac:chgData name="鈴木 秀規" userId="f68c5fd9-22d5-4c0a-9833-7fb0f5135313" providerId="ADAL" clId="{AE171C9D-A8B3-4AB5-91C0-52B3AD443501}" dt="2021-01-28T08:31:17.203" v="105" actId="1076"/>
          <ac:picMkLst>
            <pc:docMk/>
            <pc:sldMk cId="4051364436" sldId="365"/>
            <ac:picMk id="8" creationId="{6757AE74-C9D7-4B3F-85E6-368DFA1CE95C}"/>
          </ac:picMkLst>
        </pc:picChg>
        <pc:picChg chg="add mod">
          <ac:chgData name="鈴木 秀規" userId="f68c5fd9-22d5-4c0a-9833-7fb0f5135313" providerId="ADAL" clId="{AE171C9D-A8B3-4AB5-91C0-52B3AD443501}" dt="2021-01-28T08:31:17.203" v="105" actId="1076"/>
          <ac:picMkLst>
            <pc:docMk/>
            <pc:sldMk cId="4051364436" sldId="365"/>
            <ac:picMk id="9" creationId="{3745FD0D-65AA-460F-9C42-28AB3BDCAC03}"/>
          </ac:picMkLst>
        </pc:picChg>
        <pc:picChg chg="add mod">
          <ac:chgData name="鈴木 秀規" userId="f68c5fd9-22d5-4c0a-9833-7fb0f5135313" providerId="ADAL" clId="{AE171C9D-A8B3-4AB5-91C0-52B3AD443501}" dt="2021-01-28T08:31:17.203" v="105" actId="1076"/>
          <ac:picMkLst>
            <pc:docMk/>
            <pc:sldMk cId="4051364436" sldId="365"/>
            <ac:picMk id="10" creationId="{A1F0C1C9-0791-46B3-9D91-332B02FFE5B1}"/>
          </ac:picMkLst>
        </pc:picChg>
        <pc:picChg chg="add mod">
          <ac:chgData name="鈴木 秀規" userId="f68c5fd9-22d5-4c0a-9833-7fb0f5135313" providerId="ADAL" clId="{AE171C9D-A8B3-4AB5-91C0-52B3AD443501}" dt="2021-01-28T08:31:17.203" v="105" actId="1076"/>
          <ac:picMkLst>
            <pc:docMk/>
            <pc:sldMk cId="4051364436" sldId="365"/>
            <ac:picMk id="11" creationId="{0327CD05-24F9-475A-9144-D36F9157CF73}"/>
          </ac:picMkLst>
        </pc:picChg>
        <pc:picChg chg="add mod">
          <ac:chgData name="鈴木 秀規" userId="f68c5fd9-22d5-4c0a-9833-7fb0f5135313" providerId="ADAL" clId="{AE171C9D-A8B3-4AB5-91C0-52B3AD443501}" dt="2021-01-28T08:31:17.203" v="105" actId="1076"/>
          <ac:picMkLst>
            <pc:docMk/>
            <pc:sldMk cId="4051364436" sldId="365"/>
            <ac:picMk id="12" creationId="{28FA140F-8A89-4721-9DC1-BE4F62536C01}"/>
          </ac:picMkLst>
        </pc:picChg>
        <pc:picChg chg="add mod">
          <ac:chgData name="鈴木 秀規" userId="f68c5fd9-22d5-4c0a-9833-7fb0f5135313" providerId="ADAL" clId="{AE171C9D-A8B3-4AB5-91C0-52B3AD443501}" dt="2021-01-28T08:31:17.203" v="105" actId="1076"/>
          <ac:picMkLst>
            <pc:docMk/>
            <pc:sldMk cId="4051364436" sldId="365"/>
            <ac:picMk id="13" creationId="{3E1FAE9A-DB2B-4996-B5E5-C917043E1CA8}"/>
          </ac:picMkLst>
        </pc:picChg>
        <pc:picChg chg="add mod">
          <ac:chgData name="鈴木 秀規" userId="f68c5fd9-22d5-4c0a-9833-7fb0f5135313" providerId="ADAL" clId="{AE171C9D-A8B3-4AB5-91C0-52B3AD443501}" dt="2021-01-28T08:31:17.203" v="105" actId="1076"/>
          <ac:picMkLst>
            <pc:docMk/>
            <pc:sldMk cId="4051364436" sldId="365"/>
            <ac:picMk id="14" creationId="{E3017BFF-2C37-43B5-B417-1BB9AEDA9F61}"/>
          </ac:picMkLst>
        </pc:picChg>
        <pc:picChg chg="add mod">
          <ac:chgData name="鈴木 秀規" userId="f68c5fd9-22d5-4c0a-9833-7fb0f5135313" providerId="ADAL" clId="{AE171C9D-A8B3-4AB5-91C0-52B3AD443501}" dt="2021-01-28T08:31:17.203" v="105" actId="1076"/>
          <ac:picMkLst>
            <pc:docMk/>
            <pc:sldMk cId="4051364436" sldId="365"/>
            <ac:picMk id="15" creationId="{0F095995-DCD2-4DEF-90DF-7D8FF89A5B01}"/>
          </ac:picMkLst>
        </pc:picChg>
        <pc:picChg chg="add mod">
          <ac:chgData name="鈴木 秀規" userId="f68c5fd9-22d5-4c0a-9833-7fb0f5135313" providerId="ADAL" clId="{AE171C9D-A8B3-4AB5-91C0-52B3AD443501}" dt="2021-01-28T08:31:17.203" v="105" actId="1076"/>
          <ac:picMkLst>
            <pc:docMk/>
            <pc:sldMk cId="4051364436" sldId="365"/>
            <ac:picMk id="23" creationId="{09120199-5C7D-4DBE-A86F-8D198A552E1B}"/>
          </ac:picMkLst>
        </pc:picChg>
        <pc:picChg chg="add mod">
          <ac:chgData name="鈴木 秀規" userId="f68c5fd9-22d5-4c0a-9833-7fb0f5135313" providerId="ADAL" clId="{AE171C9D-A8B3-4AB5-91C0-52B3AD443501}" dt="2021-01-28T08:31:17.203" v="105" actId="1076"/>
          <ac:picMkLst>
            <pc:docMk/>
            <pc:sldMk cId="4051364436" sldId="365"/>
            <ac:picMk id="24" creationId="{5ECCD504-5DE8-4222-864B-09576B70E18A}"/>
          </ac:picMkLst>
        </pc:picChg>
        <pc:cxnChg chg="add mod">
          <ac:chgData name="鈴木 秀規" userId="f68c5fd9-22d5-4c0a-9833-7fb0f5135313" providerId="ADAL" clId="{AE171C9D-A8B3-4AB5-91C0-52B3AD443501}" dt="2021-01-28T08:31:17.203" v="105" actId="1076"/>
          <ac:cxnSpMkLst>
            <pc:docMk/>
            <pc:sldMk cId="4051364436" sldId="365"/>
            <ac:cxnSpMk id="16" creationId="{2F50AB69-F748-4E43-A45E-B718F9D29062}"/>
          </ac:cxnSpMkLst>
        </pc:cxnChg>
        <pc:cxnChg chg="add mod">
          <ac:chgData name="鈴木 秀規" userId="f68c5fd9-22d5-4c0a-9833-7fb0f5135313" providerId="ADAL" clId="{AE171C9D-A8B3-4AB5-91C0-52B3AD443501}" dt="2021-01-28T08:31:17.203" v="105" actId="1076"/>
          <ac:cxnSpMkLst>
            <pc:docMk/>
            <pc:sldMk cId="4051364436" sldId="365"/>
            <ac:cxnSpMk id="17" creationId="{D657242E-F336-4D35-BDCB-333089551ADB}"/>
          </ac:cxnSpMkLst>
        </pc:cxnChg>
        <pc:cxnChg chg="add mod">
          <ac:chgData name="鈴木 秀規" userId="f68c5fd9-22d5-4c0a-9833-7fb0f5135313" providerId="ADAL" clId="{AE171C9D-A8B3-4AB5-91C0-52B3AD443501}" dt="2021-01-28T08:31:17.203" v="105" actId="1076"/>
          <ac:cxnSpMkLst>
            <pc:docMk/>
            <pc:sldMk cId="4051364436" sldId="365"/>
            <ac:cxnSpMk id="18" creationId="{F4B069B6-C343-4ABE-87A3-F79AA8BC7CAB}"/>
          </ac:cxnSpMkLst>
        </pc:cxnChg>
        <pc:cxnChg chg="add mod">
          <ac:chgData name="鈴木 秀規" userId="f68c5fd9-22d5-4c0a-9833-7fb0f5135313" providerId="ADAL" clId="{AE171C9D-A8B3-4AB5-91C0-52B3AD443501}" dt="2021-01-28T08:31:17.203" v="105" actId="1076"/>
          <ac:cxnSpMkLst>
            <pc:docMk/>
            <pc:sldMk cId="4051364436" sldId="365"/>
            <ac:cxnSpMk id="19" creationId="{6AD8403C-1012-43CA-A795-8AE2B416ADF3}"/>
          </ac:cxnSpMkLst>
        </pc:cxnChg>
        <pc:cxnChg chg="add mod">
          <ac:chgData name="鈴木 秀規" userId="f68c5fd9-22d5-4c0a-9833-7fb0f5135313" providerId="ADAL" clId="{AE171C9D-A8B3-4AB5-91C0-52B3AD443501}" dt="2021-01-28T08:31:17.203" v="105" actId="1076"/>
          <ac:cxnSpMkLst>
            <pc:docMk/>
            <pc:sldMk cId="4051364436" sldId="365"/>
            <ac:cxnSpMk id="20" creationId="{1753FEB8-BE3F-407B-8638-13B110795583}"/>
          </ac:cxnSpMkLst>
        </pc:cxnChg>
        <pc:cxnChg chg="add mod">
          <ac:chgData name="鈴木 秀規" userId="f68c5fd9-22d5-4c0a-9833-7fb0f5135313" providerId="ADAL" clId="{AE171C9D-A8B3-4AB5-91C0-52B3AD443501}" dt="2021-01-28T08:31:17.203" v="105" actId="1076"/>
          <ac:cxnSpMkLst>
            <pc:docMk/>
            <pc:sldMk cId="4051364436" sldId="365"/>
            <ac:cxnSpMk id="21" creationId="{C42B87AE-8EFC-4EE8-B657-3253402C7EDB}"/>
          </ac:cxnSpMkLst>
        </pc:cxnChg>
        <pc:cxnChg chg="add mod">
          <ac:chgData name="鈴木 秀規" userId="f68c5fd9-22d5-4c0a-9833-7fb0f5135313" providerId="ADAL" clId="{AE171C9D-A8B3-4AB5-91C0-52B3AD443501}" dt="2021-01-28T08:31:17.203" v="105" actId="1076"/>
          <ac:cxnSpMkLst>
            <pc:docMk/>
            <pc:sldMk cId="4051364436" sldId="365"/>
            <ac:cxnSpMk id="22" creationId="{6E85E05B-3728-4DFD-AF70-EA2FADB88713}"/>
          </ac:cxnSpMkLst>
        </pc:cxnChg>
      </pc:sldChg>
      <pc:sldChg chg="addSp modSp new mod">
        <pc:chgData name="鈴木 秀規" userId="f68c5fd9-22d5-4c0a-9833-7fb0f5135313" providerId="ADAL" clId="{AE171C9D-A8B3-4AB5-91C0-52B3AD443501}" dt="2021-01-28T08:34:57.216" v="193" actId="166"/>
        <pc:sldMkLst>
          <pc:docMk/>
          <pc:sldMk cId="402670913" sldId="366"/>
        </pc:sldMkLst>
        <pc:spChg chg="mod">
          <ac:chgData name="鈴木 秀規" userId="f68c5fd9-22d5-4c0a-9833-7fb0f5135313" providerId="ADAL" clId="{AE171C9D-A8B3-4AB5-91C0-52B3AD443501}" dt="2021-01-28T08:33:10.839" v="170"/>
          <ac:spMkLst>
            <pc:docMk/>
            <pc:sldMk cId="402670913" sldId="366"/>
            <ac:spMk id="3" creationId="{DEB75B83-B7B8-4FBB-A218-09F9A032C67D}"/>
          </ac:spMkLst>
        </pc:spChg>
        <pc:spChg chg="mod">
          <ac:chgData name="鈴木 秀規" userId="f68c5fd9-22d5-4c0a-9833-7fb0f5135313" providerId="ADAL" clId="{AE171C9D-A8B3-4AB5-91C0-52B3AD443501}" dt="2021-01-28T08:33:36.055" v="173" actId="14100"/>
          <ac:spMkLst>
            <pc:docMk/>
            <pc:sldMk cId="402670913" sldId="366"/>
            <ac:spMk id="5" creationId="{563CBA67-6F60-45E0-8BAE-1F37AB6818B7}"/>
          </ac:spMkLst>
        </pc:spChg>
        <pc:spChg chg="add mod">
          <ac:chgData name="鈴木 秀規" userId="f68c5fd9-22d5-4c0a-9833-7fb0f5135313" providerId="ADAL" clId="{AE171C9D-A8B3-4AB5-91C0-52B3AD443501}" dt="2021-01-28T08:34:06.862" v="182" actId="14100"/>
          <ac:spMkLst>
            <pc:docMk/>
            <pc:sldMk cId="402670913" sldId="366"/>
            <ac:spMk id="11" creationId="{CAAC33A6-05AA-4E00-ACE6-D76FD47D81FA}"/>
          </ac:spMkLst>
        </pc:spChg>
        <pc:spChg chg="add mod">
          <ac:chgData name="鈴木 秀規" userId="f68c5fd9-22d5-4c0a-9833-7fb0f5135313" providerId="ADAL" clId="{AE171C9D-A8B3-4AB5-91C0-52B3AD443501}" dt="2021-01-28T08:34:42.224" v="189" actId="14100"/>
          <ac:spMkLst>
            <pc:docMk/>
            <pc:sldMk cId="402670913" sldId="366"/>
            <ac:spMk id="12" creationId="{71C9FC6C-BF02-4FED-8561-3CF01E7E71CE}"/>
          </ac:spMkLst>
        </pc:spChg>
        <pc:spChg chg="add mod">
          <ac:chgData name="鈴木 秀規" userId="f68c5fd9-22d5-4c0a-9833-7fb0f5135313" providerId="ADAL" clId="{AE171C9D-A8B3-4AB5-91C0-52B3AD443501}" dt="2021-01-28T08:34:36.424" v="188" actId="1076"/>
          <ac:spMkLst>
            <pc:docMk/>
            <pc:sldMk cId="402670913" sldId="366"/>
            <ac:spMk id="13" creationId="{CB683AC9-9B5D-429C-AA0D-F25F4E7E948B}"/>
          </ac:spMkLst>
        </pc:spChg>
        <pc:spChg chg="add mod">
          <ac:chgData name="鈴木 秀規" userId="f68c5fd9-22d5-4c0a-9833-7fb0f5135313" providerId="ADAL" clId="{AE171C9D-A8B3-4AB5-91C0-52B3AD443501}" dt="2021-01-28T08:34:36.424" v="188" actId="1076"/>
          <ac:spMkLst>
            <pc:docMk/>
            <pc:sldMk cId="402670913" sldId="366"/>
            <ac:spMk id="15" creationId="{85CE7E34-D585-477B-AFD7-60492883D43A}"/>
          </ac:spMkLst>
        </pc:spChg>
        <pc:picChg chg="add mod ord">
          <ac:chgData name="鈴木 秀規" userId="f68c5fd9-22d5-4c0a-9833-7fb0f5135313" providerId="ADAL" clId="{AE171C9D-A8B3-4AB5-91C0-52B3AD443501}" dt="2021-01-28T08:34:57.216" v="193" actId="166"/>
          <ac:picMkLst>
            <pc:docMk/>
            <pc:sldMk cId="402670913" sldId="366"/>
            <ac:picMk id="6" creationId="{73BFAB86-C714-4EC4-B0EC-DE3BA952A103}"/>
          </ac:picMkLst>
        </pc:picChg>
        <pc:picChg chg="add mod ord">
          <ac:chgData name="鈴木 秀規" userId="f68c5fd9-22d5-4c0a-9833-7fb0f5135313" providerId="ADAL" clId="{AE171C9D-A8B3-4AB5-91C0-52B3AD443501}" dt="2021-01-28T08:34:57.216" v="193" actId="166"/>
          <ac:picMkLst>
            <pc:docMk/>
            <pc:sldMk cId="402670913" sldId="366"/>
            <ac:picMk id="7" creationId="{E394ECFE-B68E-4DF3-89F6-42FC8DC0520A}"/>
          </ac:picMkLst>
        </pc:picChg>
        <pc:picChg chg="add mod ord">
          <ac:chgData name="鈴木 秀規" userId="f68c5fd9-22d5-4c0a-9833-7fb0f5135313" providerId="ADAL" clId="{AE171C9D-A8B3-4AB5-91C0-52B3AD443501}" dt="2021-01-28T08:34:57.216" v="193" actId="166"/>
          <ac:picMkLst>
            <pc:docMk/>
            <pc:sldMk cId="402670913" sldId="366"/>
            <ac:picMk id="8" creationId="{D08BE0A6-7B0B-421D-9137-4AC4751F6B81}"/>
          </ac:picMkLst>
        </pc:picChg>
        <pc:picChg chg="add mod">
          <ac:chgData name="鈴木 秀規" userId="f68c5fd9-22d5-4c0a-9833-7fb0f5135313" providerId="ADAL" clId="{AE171C9D-A8B3-4AB5-91C0-52B3AD443501}" dt="2021-01-28T08:34:45.527" v="190" actId="1076"/>
          <ac:picMkLst>
            <pc:docMk/>
            <pc:sldMk cId="402670913" sldId="366"/>
            <ac:picMk id="14" creationId="{8E8263F5-A3DF-4B7D-988C-3E0546F266AC}"/>
          </ac:picMkLst>
        </pc:picChg>
        <pc:cxnChg chg="add mod ord">
          <ac:chgData name="鈴木 秀規" userId="f68c5fd9-22d5-4c0a-9833-7fb0f5135313" providerId="ADAL" clId="{AE171C9D-A8B3-4AB5-91C0-52B3AD443501}" dt="2021-01-28T08:34:57.216" v="193" actId="166"/>
          <ac:cxnSpMkLst>
            <pc:docMk/>
            <pc:sldMk cId="402670913" sldId="366"/>
            <ac:cxnSpMk id="9" creationId="{4F5EF88B-A41C-4C51-BB64-0646E2128409}"/>
          </ac:cxnSpMkLst>
        </pc:cxnChg>
        <pc:cxnChg chg="add mod ord">
          <ac:chgData name="鈴木 秀規" userId="f68c5fd9-22d5-4c0a-9833-7fb0f5135313" providerId="ADAL" clId="{AE171C9D-A8B3-4AB5-91C0-52B3AD443501}" dt="2021-01-28T08:34:57.216" v="193" actId="166"/>
          <ac:cxnSpMkLst>
            <pc:docMk/>
            <pc:sldMk cId="402670913" sldId="366"/>
            <ac:cxnSpMk id="10" creationId="{BD307F70-5B1F-4999-B0E3-53E5903D01C2}"/>
          </ac:cxnSpMkLst>
        </pc:cxnChg>
      </pc:sldChg>
      <pc:sldChg chg="del">
        <pc:chgData name="鈴木 秀規" userId="f68c5fd9-22d5-4c0a-9833-7fb0f5135313" providerId="ADAL" clId="{AE171C9D-A8B3-4AB5-91C0-52B3AD443501}" dt="2021-01-28T08:23:42.589" v="26" actId="2696"/>
        <pc:sldMkLst>
          <pc:docMk/>
          <pc:sldMk cId="1083425996" sldId="366"/>
        </pc:sldMkLst>
      </pc:sldChg>
      <pc:sldChg chg="del">
        <pc:chgData name="鈴木 秀規" userId="f68c5fd9-22d5-4c0a-9833-7fb0f5135313" providerId="ADAL" clId="{AE171C9D-A8B3-4AB5-91C0-52B3AD443501}" dt="2021-01-28T08:23:42.589" v="26" actId="2696"/>
        <pc:sldMkLst>
          <pc:docMk/>
          <pc:sldMk cId="2277428888" sldId="367"/>
        </pc:sldMkLst>
      </pc:sldChg>
      <pc:sldChg chg="addSp modSp new mod">
        <pc:chgData name="鈴木 秀規" userId="f68c5fd9-22d5-4c0a-9833-7fb0f5135313" providerId="ADAL" clId="{AE171C9D-A8B3-4AB5-91C0-52B3AD443501}" dt="2021-01-28T08:47:07.035" v="260" actId="207"/>
        <pc:sldMkLst>
          <pc:docMk/>
          <pc:sldMk cId="2692777715" sldId="367"/>
        </pc:sldMkLst>
        <pc:spChg chg="mod">
          <ac:chgData name="鈴木 秀規" userId="f68c5fd9-22d5-4c0a-9833-7fb0f5135313" providerId="ADAL" clId="{AE171C9D-A8B3-4AB5-91C0-52B3AD443501}" dt="2021-01-28T08:35:14.872" v="195"/>
          <ac:spMkLst>
            <pc:docMk/>
            <pc:sldMk cId="2692777715" sldId="367"/>
            <ac:spMk id="3" creationId="{77AF2515-0CCD-491D-BBD0-7CEB66F76CDE}"/>
          </ac:spMkLst>
        </pc:spChg>
        <pc:spChg chg="mod">
          <ac:chgData name="鈴木 秀規" userId="f68c5fd9-22d5-4c0a-9833-7fb0f5135313" providerId="ADAL" clId="{AE171C9D-A8B3-4AB5-91C0-52B3AD443501}" dt="2021-01-28T08:35:33.041" v="198" actId="14100"/>
          <ac:spMkLst>
            <pc:docMk/>
            <pc:sldMk cId="2692777715" sldId="367"/>
            <ac:spMk id="5" creationId="{1200EAAA-17B5-4866-BD6E-8841C66E380F}"/>
          </ac:spMkLst>
        </pc:spChg>
        <pc:spChg chg="add mod">
          <ac:chgData name="鈴木 秀規" userId="f68c5fd9-22d5-4c0a-9833-7fb0f5135313" providerId="ADAL" clId="{AE171C9D-A8B3-4AB5-91C0-52B3AD443501}" dt="2021-01-28T08:47:07.035" v="260" actId="207"/>
          <ac:spMkLst>
            <pc:docMk/>
            <pc:sldMk cId="2692777715" sldId="367"/>
            <ac:spMk id="7" creationId="{992AE1FA-00BB-48AC-8259-561C9174834A}"/>
          </ac:spMkLst>
        </pc:spChg>
        <pc:spChg chg="add mod">
          <ac:chgData name="鈴木 秀規" userId="f68c5fd9-22d5-4c0a-9833-7fb0f5135313" providerId="ADAL" clId="{AE171C9D-A8B3-4AB5-91C0-52B3AD443501}" dt="2021-01-28T08:37:04.916" v="210" actId="14100"/>
          <ac:spMkLst>
            <pc:docMk/>
            <pc:sldMk cId="2692777715" sldId="367"/>
            <ac:spMk id="8" creationId="{E191ED05-471D-4BF6-A4F6-AE5E253D0FA8}"/>
          </ac:spMkLst>
        </pc:spChg>
        <pc:picChg chg="add mod">
          <ac:chgData name="鈴木 秀規" userId="f68c5fd9-22d5-4c0a-9833-7fb0f5135313" providerId="ADAL" clId="{AE171C9D-A8B3-4AB5-91C0-52B3AD443501}" dt="2021-01-28T08:37:12.006" v="212" actId="14100"/>
          <ac:picMkLst>
            <pc:docMk/>
            <pc:sldMk cId="2692777715" sldId="367"/>
            <ac:picMk id="6" creationId="{2567EFA5-09BD-4029-876E-7B0E54694513}"/>
          </ac:picMkLst>
        </pc:picChg>
      </pc:sldChg>
      <pc:sldChg chg="del">
        <pc:chgData name="鈴木 秀規" userId="f68c5fd9-22d5-4c0a-9833-7fb0f5135313" providerId="ADAL" clId="{AE171C9D-A8B3-4AB5-91C0-52B3AD443501}" dt="2021-01-28T08:23:42.589" v="26" actId="2696"/>
        <pc:sldMkLst>
          <pc:docMk/>
          <pc:sldMk cId="368796728" sldId="368"/>
        </pc:sldMkLst>
      </pc:sldChg>
      <pc:sldChg chg="addSp modSp new mod">
        <pc:chgData name="鈴木 秀規" userId="f68c5fd9-22d5-4c0a-9833-7fb0f5135313" providerId="ADAL" clId="{AE171C9D-A8B3-4AB5-91C0-52B3AD443501}" dt="2021-01-28T08:47:03.399" v="259" actId="207"/>
        <pc:sldMkLst>
          <pc:docMk/>
          <pc:sldMk cId="1806057471" sldId="368"/>
        </pc:sldMkLst>
        <pc:spChg chg="mod">
          <ac:chgData name="鈴木 秀規" userId="f68c5fd9-22d5-4c0a-9833-7fb0f5135313" providerId="ADAL" clId="{AE171C9D-A8B3-4AB5-91C0-52B3AD443501}" dt="2021-01-28T08:41:00.423" v="231"/>
          <ac:spMkLst>
            <pc:docMk/>
            <pc:sldMk cId="1806057471" sldId="368"/>
            <ac:spMk id="3" creationId="{E0F44F00-DAFA-4C2C-8BDD-64FABF9806D8}"/>
          </ac:spMkLst>
        </pc:spChg>
        <pc:spChg chg="mod">
          <ac:chgData name="鈴木 秀規" userId="f68c5fd9-22d5-4c0a-9833-7fb0f5135313" providerId="ADAL" clId="{AE171C9D-A8B3-4AB5-91C0-52B3AD443501}" dt="2021-01-28T08:38:18.779" v="217" actId="14100"/>
          <ac:spMkLst>
            <pc:docMk/>
            <pc:sldMk cId="1806057471" sldId="368"/>
            <ac:spMk id="5" creationId="{99210BDB-90C9-4A9E-A4DF-7E3EE303809B}"/>
          </ac:spMkLst>
        </pc:spChg>
        <pc:spChg chg="add mod">
          <ac:chgData name="鈴木 秀規" userId="f68c5fd9-22d5-4c0a-9833-7fb0f5135313" providerId="ADAL" clId="{AE171C9D-A8B3-4AB5-91C0-52B3AD443501}" dt="2021-01-28T08:47:03.399" v="259" actId="207"/>
          <ac:spMkLst>
            <pc:docMk/>
            <pc:sldMk cId="1806057471" sldId="368"/>
            <ac:spMk id="6" creationId="{AB716B78-847B-48E8-B695-2A096A360E87}"/>
          </ac:spMkLst>
        </pc:spChg>
        <pc:spChg chg="add mod">
          <ac:chgData name="鈴木 秀規" userId="f68c5fd9-22d5-4c0a-9833-7fb0f5135313" providerId="ADAL" clId="{AE171C9D-A8B3-4AB5-91C0-52B3AD443501}" dt="2021-01-28T08:40:44.614" v="229" actId="14100"/>
          <ac:spMkLst>
            <pc:docMk/>
            <pc:sldMk cId="1806057471" sldId="368"/>
            <ac:spMk id="7" creationId="{318E1983-FBCA-4054-B9D4-B6E8A0700ABD}"/>
          </ac:spMkLst>
        </pc:spChg>
        <pc:picChg chg="add mod">
          <ac:chgData name="鈴木 秀規" userId="f68c5fd9-22d5-4c0a-9833-7fb0f5135313" providerId="ADAL" clId="{AE171C9D-A8B3-4AB5-91C0-52B3AD443501}" dt="2021-01-28T08:38:26.456" v="218"/>
          <ac:picMkLst>
            <pc:docMk/>
            <pc:sldMk cId="1806057471" sldId="368"/>
            <ac:picMk id="8" creationId="{2B5FA88E-1503-465D-B418-EEBFDFC3A4E3}"/>
          </ac:picMkLst>
        </pc:picChg>
      </pc:sldChg>
      <pc:sldChg chg="addSp modSp new mod">
        <pc:chgData name="鈴木 秀規" userId="f68c5fd9-22d5-4c0a-9833-7fb0f5135313" providerId="ADAL" clId="{AE171C9D-A8B3-4AB5-91C0-52B3AD443501}" dt="2021-01-28T08:46:57.266" v="258" actId="207"/>
        <pc:sldMkLst>
          <pc:docMk/>
          <pc:sldMk cId="167090370" sldId="369"/>
        </pc:sldMkLst>
        <pc:spChg chg="mod">
          <ac:chgData name="鈴木 秀規" userId="f68c5fd9-22d5-4c0a-9833-7fb0f5135313" providerId="ADAL" clId="{AE171C9D-A8B3-4AB5-91C0-52B3AD443501}" dt="2021-01-28T08:42:33.826" v="237"/>
          <ac:spMkLst>
            <pc:docMk/>
            <pc:sldMk cId="167090370" sldId="369"/>
            <ac:spMk id="3" creationId="{C0CF25BB-97D8-49D8-8FEC-F3B1E05625EF}"/>
          </ac:spMkLst>
        </pc:spChg>
        <pc:spChg chg="mod">
          <ac:chgData name="鈴木 秀規" userId="f68c5fd9-22d5-4c0a-9833-7fb0f5135313" providerId="ADAL" clId="{AE171C9D-A8B3-4AB5-91C0-52B3AD443501}" dt="2021-01-28T08:42:27.377" v="236"/>
          <ac:spMkLst>
            <pc:docMk/>
            <pc:sldMk cId="167090370" sldId="369"/>
            <ac:spMk id="5" creationId="{C9BCC8F6-7E15-49CA-8743-3E5498B6B5EB}"/>
          </ac:spMkLst>
        </pc:spChg>
        <pc:spChg chg="add mod">
          <ac:chgData name="鈴木 秀規" userId="f68c5fd9-22d5-4c0a-9833-7fb0f5135313" providerId="ADAL" clId="{AE171C9D-A8B3-4AB5-91C0-52B3AD443501}" dt="2021-01-28T08:46:57.266" v="258" actId="207"/>
          <ac:spMkLst>
            <pc:docMk/>
            <pc:sldMk cId="167090370" sldId="369"/>
            <ac:spMk id="6" creationId="{F9FEF840-8576-4ACC-9BA4-A8F33D6B15FA}"/>
          </ac:spMkLst>
        </pc:spChg>
        <pc:spChg chg="add mod">
          <ac:chgData name="鈴木 秀規" userId="f68c5fd9-22d5-4c0a-9833-7fb0f5135313" providerId="ADAL" clId="{AE171C9D-A8B3-4AB5-91C0-52B3AD443501}" dt="2021-01-28T08:45:24.818" v="250" actId="115"/>
          <ac:spMkLst>
            <pc:docMk/>
            <pc:sldMk cId="167090370" sldId="369"/>
            <ac:spMk id="7" creationId="{F00D1BD6-0D51-4A53-A1C6-EC617C53FB9F}"/>
          </ac:spMkLst>
        </pc:spChg>
        <pc:picChg chg="add mod">
          <ac:chgData name="鈴木 秀規" userId="f68c5fd9-22d5-4c0a-9833-7fb0f5135313" providerId="ADAL" clId="{AE171C9D-A8B3-4AB5-91C0-52B3AD443501}" dt="2021-01-28T08:42:05.819" v="233"/>
          <ac:picMkLst>
            <pc:docMk/>
            <pc:sldMk cId="167090370" sldId="369"/>
            <ac:picMk id="8" creationId="{81C30A9C-95CB-4555-8BCA-EC35828AB32C}"/>
          </ac:picMkLst>
        </pc:picChg>
      </pc:sldChg>
      <pc:sldChg chg="del">
        <pc:chgData name="鈴木 秀規" userId="f68c5fd9-22d5-4c0a-9833-7fb0f5135313" providerId="ADAL" clId="{AE171C9D-A8B3-4AB5-91C0-52B3AD443501}" dt="2021-01-28T08:23:42.589" v="26" actId="2696"/>
        <pc:sldMkLst>
          <pc:docMk/>
          <pc:sldMk cId="1615278593" sldId="369"/>
        </pc:sldMkLst>
      </pc:sldChg>
      <pc:sldChg chg="addSp delSp modSp new mod">
        <pc:chgData name="鈴木 秀規" userId="f68c5fd9-22d5-4c0a-9833-7fb0f5135313" providerId="ADAL" clId="{AE171C9D-A8B3-4AB5-91C0-52B3AD443501}" dt="2021-01-28T08:49:01.738" v="279" actId="403"/>
        <pc:sldMkLst>
          <pc:docMk/>
          <pc:sldMk cId="95388061" sldId="370"/>
        </pc:sldMkLst>
        <pc:spChg chg="mod">
          <ac:chgData name="鈴木 秀規" userId="f68c5fd9-22d5-4c0a-9833-7fb0f5135313" providerId="ADAL" clId="{AE171C9D-A8B3-4AB5-91C0-52B3AD443501}" dt="2021-01-28T08:46:19.459" v="252"/>
          <ac:spMkLst>
            <pc:docMk/>
            <pc:sldMk cId="95388061" sldId="370"/>
            <ac:spMk id="3" creationId="{41A3CA38-7A81-4B93-AD9D-5EAFFBEF4BC8}"/>
          </ac:spMkLst>
        </pc:spChg>
        <pc:spChg chg="mod">
          <ac:chgData name="鈴木 秀規" userId="f68c5fd9-22d5-4c0a-9833-7fb0f5135313" providerId="ADAL" clId="{AE171C9D-A8B3-4AB5-91C0-52B3AD443501}" dt="2021-01-28T08:46:30.942" v="255" actId="14100"/>
          <ac:spMkLst>
            <pc:docMk/>
            <pc:sldMk cId="95388061" sldId="370"/>
            <ac:spMk id="5" creationId="{A797BDB9-D421-4C44-82DC-45A93556DA54}"/>
          </ac:spMkLst>
        </pc:spChg>
        <pc:spChg chg="add del">
          <ac:chgData name="鈴木 秀規" userId="f68c5fd9-22d5-4c0a-9833-7fb0f5135313" providerId="ADAL" clId="{AE171C9D-A8B3-4AB5-91C0-52B3AD443501}" dt="2021-01-28T08:46:48.419" v="257" actId="22"/>
          <ac:spMkLst>
            <pc:docMk/>
            <pc:sldMk cId="95388061" sldId="370"/>
            <ac:spMk id="7" creationId="{73FBEDA8-9D71-42B1-AC52-A14BEDEFBA3B}"/>
          </ac:spMkLst>
        </pc:spChg>
        <pc:spChg chg="add mod">
          <ac:chgData name="鈴木 秀規" userId="f68c5fd9-22d5-4c0a-9833-7fb0f5135313" providerId="ADAL" clId="{AE171C9D-A8B3-4AB5-91C0-52B3AD443501}" dt="2021-01-28T08:48:38.286" v="274" actId="207"/>
          <ac:spMkLst>
            <pc:docMk/>
            <pc:sldMk cId="95388061" sldId="370"/>
            <ac:spMk id="8" creationId="{21E0FF6F-8012-4390-915C-A06A275C8A67}"/>
          </ac:spMkLst>
        </pc:spChg>
        <pc:spChg chg="add mod">
          <ac:chgData name="鈴木 秀規" userId="f68c5fd9-22d5-4c0a-9833-7fb0f5135313" providerId="ADAL" clId="{AE171C9D-A8B3-4AB5-91C0-52B3AD443501}" dt="2021-01-28T08:49:01.738" v="279" actId="403"/>
          <ac:spMkLst>
            <pc:docMk/>
            <pc:sldMk cId="95388061" sldId="370"/>
            <ac:spMk id="9" creationId="{67B04C7C-CC9F-4726-8232-6616CEA4B022}"/>
          </ac:spMkLst>
        </pc:spChg>
      </pc:sldChg>
      <pc:sldChg chg="del">
        <pc:chgData name="鈴木 秀規" userId="f68c5fd9-22d5-4c0a-9833-7fb0f5135313" providerId="ADAL" clId="{AE171C9D-A8B3-4AB5-91C0-52B3AD443501}" dt="2021-01-28T08:23:42.589" v="26" actId="2696"/>
        <pc:sldMkLst>
          <pc:docMk/>
          <pc:sldMk cId="639239015" sldId="370"/>
        </pc:sldMkLst>
      </pc:sldChg>
      <pc:sldChg chg="modSp new mod">
        <pc:chgData name="鈴木 秀規" userId="f68c5fd9-22d5-4c0a-9833-7fb0f5135313" providerId="ADAL" clId="{AE171C9D-A8B3-4AB5-91C0-52B3AD443501}" dt="2021-01-28T08:54:54.355" v="291" actId="20577"/>
        <pc:sldMkLst>
          <pc:docMk/>
          <pc:sldMk cId="853967147" sldId="371"/>
        </pc:sldMkLst>
        <pc:spChg chg="mod">
          <ac:chgData name="鈴木 秀規" userId="f68c5fd9-22d5-4c0a-9833-7fb0f5135313" providerId="ADAL" clId="{AE171C9D-A8B3-4AB5-91C0-52B3AD443501}" dt="2021-01-28T08:54:03.130" v="281"/>
          <ac:spMkLst>
            <pc:docMk/>
            <pc:sldMk cId="853967147" sldId="371"/>
            <ac:spMk id="3" creationId="{AF42E5F5-F9D0-4554-B67F-148FD8EC3105}"/>
          </ac:spMkLst>
        </pc:spChg>
        <pc:spChg chg="mod">
          <ac:chgData name="鈴木 秀規" userId="f68c5fd9-22d5-4c0a-9833-7fb0f5135313" providerId="ADAL" clId="{AE171C9D-A8B3-4AB5-91C0-52B3AD443501}" dt="2021-01-28T08:54:54.355" v="291" actId="20577"/>
          <ac:spMkLst>
            <pc:docMk/>
            <pc:sldMk cId="853967147" sldId="371"/>
            <ac:spMk id="5" creationId="{2DFC0F04-3729-49EE-A700-AC4FE7495084}"/>
          </ac:spMkLst>
        </pc:spChg>
      </pc:sldChg>
      <pc:sldChg chg="del">
        <pc:chgData name="鈴木 秀規" userId="f68c5fd9-22d5-4c0a-9833-7fb0f5135313" providerId="ADAL" clId="{AE171C9D-A8B3-4AB5-91C0-52B3AD443501}" dt="2021-01-28T08:23:42.589" v="26" actId="2696"/>
        <pc:sldMkLst>
          <pc:docMk/>
          <pc:sldMk cId="4233707676" sldId="371"/>
        </pc:sldMkLst>
      </pc:sldChg>
      <pc:sldChg chg="addSp modSp new mod">
        <pc:chgData name="鈴木 秀規" userId="f68c5fd9-22d5-4c0a-9833-7fb0f5135313" providerId="ADAL" clId="{AE171C9D-A8B3-4AB5-91C0-52B3AD443501}" dt="2021-01-28T08:56:38.127" v="307" actId="1076"/>
        <pc:sldMkLst>
          <pc:docMk/>
          <pc:sldMk cId="193662145" sldId="372"/>
        </pc:sldMkLst>
        <pc:spChg chg="mod">
          <ac:chgData name="鈴木 秀規" userId="f68c5fd9-22d5-4c0a-9833-7fb0f5135313" providerId="ADAL" clId="{AE171C9D-A8B3-4AB5-91C0-52B3AD443501}" dt="2021-01-28T08:55:37.203" v="293"/>
          <ac:spMkLst>
            <pc:docMk/>
            <pc:sldMk cId="193662145" sldId="372"/>
            <ac:spMk id="3" creationId="{E76CAEB3-49D5-46F4-A9FE-CF97174D3CA3}"/>
          </ac:spMkLst>
        </pc:spChg>
        <pc:spChg chg="mod">
          <ac:chgData name="鈴木 秀規" userId="f68c5fd9-22d5-4c0a-9833-7fb0f5135313" providerId="ADAL" clId="{AE171C9D-A8B3-4AB5-91C0-52B3AD443501}" dt="2021-01-28T08:55:55.078" v="297" actId="14100"/>
          <ac:spMkLst>
            <pc:docMk/>
            <pc:sldMk cId="193662145" sldId="372"/>
            <ac:spMk id="5" creationId="{6D7F57BB-892D-4732-A951-E66AC83B7744}"/>
          </ac:spMkLst>
        </pc:spChg>
        <pc:graphicFrameChg chg="add mod modGraphic">
          <ac:chgData name="鈴木 秀規" userId="f68c5fd9-22d5-4c0a-9833-7fb0f5135313" providerId="ADAL" clId="{AE171C9D-A8B3-4AB5-91C0-52B3AD443501}" dt="2021-01-28T08:56:38.127" v="307" actId="1076"/>
          <ac:graphicFrameMkLst>
            <pc:docMk/>
            <pc:sldMk cId="193662145" sldId="372"/>
            <ac:graphicFrameMk id="6" creationId="{E68C0511-571B-443B-A12B-7AEF1DC35017}"/>
          </ac:graphicFrameMkLst>
        </pc:graphicFrameChg>
      </pc:sldChg>
      <pc:sldChg chg="del">
        <pc:chgData name="鈴木 秀規" userId="f68c5fd9-22d5-4c0a-9833-7fb0f5135313" providerId="ADAL" clId="{AE171C9D-A8B3-4AB5-91C0-52B3AD443501}" dt="2021-01-28T08:23:42.589" v="26" actId="2696"/>
        <pc:sldMkLst>
          <pc:docMk/>
          <pc:sldMk cId="2732402478" sldId="372"/>
        </pc:sldMkLst>
      </pc:sldChg>
      <pc:sldChg chg="del">
        <pc:chgData name="鈴木 秀規" userId="f68c5fd9-22d5-4c0a-9833-7fb0f5135313" providerId="ADAL" clId="{AE171C9D-A8B3-4AB5-91C0-52B3AD443501}" dt="2021-01-28T08:23:42.589" v="26" actId="2696"/>
        <pc:sldMkLst>
          <pc:docMk/>
          <pc:sldMk cId="1848207789" sldId="373"/>
        </pc:sldMkLst>
      </pc:sldChg>
      <pc:sldChg chg="modSp new mod">
        <pc:chgData name="鈴木 秀規" userId="f68c5fd9-22d5-4c0a-9833-7fb0f5135313" providerId="ADAL" clId="{AE171C9D-A8B3-4AB5-91C0-52B3AD443501}" dt="2021-01-28T08:57:19.003" v="316" actId="20577"/>
        <pc:sldMkLst>
          <pc:docMk/>
          <pc:sldMk cId="3119782308" sldId="373"/>
        </pc:sldMkLst>
        <pc:spChg chg="mod">
          <ac:chgData name="鈴木 秀規" userId="f68c5fd9-22d5-4c0a-9833-7fb0f5135313" providerId="ADAL" clId="{AE171C9D-A8B3-4AB5-91C0-52B3AD443501}" dt="2021-01-28T08:56:49.043" v="309"/>
          <ac:spMkLst>
            <pc:docMk/>
            <pc:sldMk cId="3119782308" sldId="373"/>
            <ac:spMk id="3" creationId="{8FBD40A1-B451-47DB-8D4F-7857B7B5653E}"/>
          </ac:spMkLst>
        </pc:spChg>
        <pc:spChg chg="mod">
          <ac:chgData name="鈴木 秀規" userId="f68c5fd9-22d5-4c0a-9833-7fb0f5135313" providerId="ADAL" clId="{AE171C9D-A8B3-4AB5-91C0-52B3AD443501}" dt="2021-01-28T08:57:19.003" v="316" actId="20577"/>
          <ac:spMkLst>
            <pc:docMk/>
            <pc:sldMk cId="3119782308" sldId="373"/>
            <ac:spMk id="5" creationId="{018A7818-795C-4FD1-B23D-EAC49475BFF4}"/>
          </ac:spMkLst>
        </pc:spChg>
      </pc:sldChg>
      <pc:sldChg chg="del">
        <pc:chgData name="鈴木 秀規" userId="f68c5fd9-22d5-4c0a-9833-7fb0f5135313" providerId="ADAL" clId="{AE171C9D-A8B3-4AB5-91C0-52B3AD443501}" dt="2021-01-28T08:23:42.589" v="26" actId="2696"/>
        <pc:sldMkLst>
          <pc:docMk/>
          <pc:sldMk cId="949514721" sldId="374"/>
        </pc:sldMkLst>
      </pc:sldChg>
      <pc:sldChg chg="addSp modSp new mod">
        <pc:chgData name="鈴木 秀規" userId="f68c5fd9-22d5-4c0a-9833-7fb0f5135313" providerId="ADAL" clId="{AE171C9D-A8B3-4AB5-91C0-52B3AD443501}" dt="2021-01-28T08:58:29.788" v="328" actId="1076"/>
        <pc:sldMkLst>
          <pc:docMk/>
          <pc:sldMk cId="4094264785" sldId="374"/>
        </pc:sldMkLst>
        <pc:spChg chg="mod">
          <ac:chgData name="鈴木 秀規" userId="f68c5fd9-22d5-4c0a-9833-7fb0f5135313" providerId="ADAL" clId="{AE171C9D-A8B3-4AB5-91C0-52B3AD443501}" dt="2021-01-28T08:57:56.186" v="318"/>
          <ac:spMkLst>
            <pc:docMk/>
            <pc:sldMk cId="4094264785" sldId="374"/>
            <ac:spMk id="3" creationId="{979359D2-AA93-488C-BF59-583AB51307FB}"/>
          </ac:spMkLst>
        </pc:spChg>
        <pc:spChg chg="mod">
          <ac:chgData name="鈴木 秀規" userId="f68c5fd9-22d5-4c0a-9833-7fb0f5135313" providerId="ADAL" clId="{AE171C9D-A8B3-4AB5-91C0-52B3AD443501}" dt="2021-01-28T08:58:07.913" v="321" actId="14100"/>
          <ac:spMkLst>
            <pc:docMk/>
            <pc:sldMk cId="4094264785" sldId="374"/>
            <ac:spMk id="5" creationId="{0C2CAB17-F534-44C9-96A3-14FEC3C582C3}"/>
          </ac:spMkLst>
        </pc:spChg>
        <pc:spChg chg="add mod">
          <ac:chgData name="鈴木 秀規" userId="f68c5fd9-22d5-4c0a-9833-7fb0f5135313" providerId="ADAL" clId="{AE171C9D-A8B3-4AB5-91C0-52B3AD443501}" dt="2021-01-28T08:58:29.788" v="328" actId="1076"/>
          <ac:spMkLst>
            <pc:docMk/>
            <pc:sldMk cId="4094264785" sldId="374"/>
            <ac:spMk id="6" creationId="{4DDCF655-29CA-4C92-872A-D5013C9AA280}"/>
          </ac:spMkLst>
        </pc:spChg>
        <pc:spChg chg="add mod">
          <ac:chgData name="鈴木 秀規" userId="f68c5fd9-22d5-4c0a-9833-7fb0f5135313" providerId="ADAL" clId="{AE171C9D-A8B3-4AB5-91C0-52B3AD443501}" dt="2021-01-28T08:58:29.788" v="328" actId="1076"/>
          <ac:spMkLst>
            <pc:docMk/>
            <pc:sldMk cId="4094264785" sldId="374"/>
            <ac:spMk id="7" creationId="{5C2BB362-C6B9-44D2-90C8-09FD7AB4AC8A}"/>
          </ac:spMkLst>
        </pc:spChg>
        <pc:spChg chg="add mod">
          <ac:chgData name="鈴木 秀規" userId="f68c5fd9-22d5-4c0a-9833-7fb0f5135313" providerId="ADAL" clId="{AE171C9D-A8B3-4AB5-91C0-52B3AD443501}" dt="2021-01-28T08:58:29.788" v="328" actId="1076"/>
          <ac:spMkLst>
            <pc:docMk/>
            <pc:sldMk cId="4094264785" sldId="374"/>
            <ac:spMk id="8" creationId="{CE86CC2E-1E41-49CA-B34B-CF2E7BEE9CB9}"/>
          </ac:spMkLst>
        </pc:spChg>
      </pc:sldChg>
      <pc:sldChg chg="del">
        <pc:chgData name="鈴木 秀規" userId="f68c5fd9-22d5-4c0a-9833-7fb0f5135313" providerId="ADAL" clId="{AE171C9D-A8B3-4AB5-91C0-52B3AD443501}" dt="2021-01-28T08:23:42.589" v="26" actId="2696"/>
        <pc:sldMkLst>
          <pc:docMk/>
          <pc:sldMk cId="420561561" sldId="375"/>
        </pc:sldMkLst>
      </pc:sldChg>
      <pc:sldChg chg="addSp modSp new mod">
        <pc:chgData name="鈴木 秀規" userId="f68c5fd9-22d5-4c0a-9833-7fb0f5135313" providerId="ADAL" clId="{AE171C9D-A8B3-4AB5-91C0-52B3AD443501}" dt="2021-01-28T09:02:31.895" v="352" actId="14100"/>
        <pc:sldMkLst>
          <pc:docMk/>
          <pc:sldMk cId="1155857800" sldId="375"/>
        </pc:sldMkLst>
        <pc:spChg chg="mod">
          <ac:chgData name="鈴木 秀規" userId="f68c5fd9-22d5-4c0a-9833-7fb0f5135313" providerId="ADAL" clId="{AE171C9D-A8B3-4AB5-91C0-52B3AD443501}" dt="2021-01-28T09:00:55.370" v="330"/>
          <ac:spMkLst>
            <pc:docMk/>
            <pc:sldMk cId="1155857800" sldId="375"/>
            <ac:spMk id="3" creationId="{4BF1C48F-1D23-4F10-BF6E-83490E6C205E}"/>
          </ac:spMkLst>
        </pc:spChg>
        <pc:spChg chg="mod">
          <ac:chgData name="鈴木 秀規" userId="f68c5fd9-22d5-4c0a-9833-7fb0f5135313" providerId="ADAL" clId="{AE171C9D-A8B3-4AB5-91C0-52B3AD443501}" dt="2021-01-28T09:01:08.339" v="335" actId="14100"/>
          <ac:spMkLst>
            <pc:docMk/>
            <pc:sldMk cId="1155857800" sldId="375"/>
            <ac:spMk id="5" creationId="{A245D60A-AEFB-4A28-95C4-6A74FCB912E5}"/>
          </ac:spMkLst>
        </pc:spChg>
        <pc:spChg chg="add mod">
          <ac:chgData name="鈴木 秀規" userId="f68c5fd9-22d5-4c0a-9833-7fb0f5135313" providerId="ADAL" clId="{AE171C9D-A8B3-4AB5-91C0-52B3AD443501}" dt="2021-01-28T09:01:51.924" v="347" actId="14100"/>
          <ac:spMkLst>
            <pc:docMk/>
            <pc:sldMk cId="1155857800" sldId="375"/>
            <ac:spMk id="6" creationId="{95819D2C-6F3A-4C2F-A0F2-4F79EB8F42A8}"/>
          </ac:spMkLst>
        </pc:spChg>
        <pc:spChg chg="add mod">
          <ac:chgData name="鈴木 秀規" userId="f68c5fd9-22d5-4c0a-9833-7fb0f5135313" providerId="ADAL" clId="{AE171C9D-A8B3-4AB5-91C0-52B3AD443501}" dt="2021-01-28T09:02:31.895" v="352" actId="14100"/>
          <ac:spMkLst>
            <pc:docMk/>
            <pc:sldMk cId="1155857800" sldId="375"/>
            <ac:spMk id="7" creationId="{BBCDBBF3-AB3C-4B48-9945-FF16E18B256F}"/>
          </ac:spMkLst>
        </pc:spChg>
      </pc:sldChg>
      <pc:sldChg chg="del">
        <pc:chgData name="鈴木 秀規" userId="f68c5fd9-22d5-4c0a-9833-7fb0f5135313" providerId="ADAL" clId="{AE171C9D-A8B3-4AB5-91C0-52B3AD443501}" dt="2021-01-28T08:23:42.589" v="26" actId="2696"/>
        <pc:sldMkLst>
          <pc:docMk/>
          <pc:sldMk cId="1996051249" sldId="376"/>
        </pc:sldMkLst>
      </pc:sldChg>
      <pc:sldChg chg="addSp modSp new mod">
        <pc:chgData name="鈴木 秀規" userId="f68c5fd9-22d5-4c0a-9833-7fb0f5135313" providerId="ADAL" clId="{AE171C9D-A8B3-4AB5-91C0-52B3AD443501}" dt="2021-01-28T09:03:57.978" v="367" actId="14100"/>
        <pc:sldMkLst>
          <pc:docMk/>
          <pc:sldMk cId="2003241689" sldId="376"/>
        </pc:sldMkLst>
        <pc:spChg chg="mod">
          <ac:chgData name="鈴木 秀規" userId="f68c5fd9-22d5-4c0a-9833-7fb0f5135313" providerId="ADAL" clId="{AE171C9D-A8B3-4AB5-91C0-52B3AD443501}" dt="2021-01-28T09:02:45.116" v="354"/>
          <ac:spMkLst>
            <pc:docMk/>
            <pc:sldMk cId="2003241689" sldId="376"/>
            <ac:spMk id="3" creationId="{E4682568-1295-478A-92AE-7F84AF8BE51C}"/>
          </ac:spMkLst>
        </pc:spChg>
        <pc:spChg chg="mod">
          <ac:chgData name="鈴木 秀規" userId="f68c5fd9-22d5-4c0a-9833-7fb0f5135313" providerId="ADAL" clId="{AE171C9D-A8B3-4AB5-91C0-52B3AD443501}" dt="2021-01-28T09:02:54.761" v="357" actId="14100"/>
          <ac:spMkLst>
            <pc:docMk/>
            <pc:sldMk cId="2003241689" sldId="376"/>
            <ac:spMk id="5" creationId="{7874FB13-0033-4D65-9C4D-DABA47369DA4}"/>
          </ac:spMkLst>
        </pc:spChg>
        <pc:spChg chg="add mod">
          <ac:chgData name="鈴木 秀規" userId="f68c5fd9-22d5-4c0a-9833-7fb0f5135313" providerId="ADAL" clId="{AE171C9D-A8B3-4AB5-91C0-52B3AD443501}" dt="2021-01-28T09:03:36.246" v="364" actId="2711"/>
          <ac:spMkLst>
            <pc:docMk/>
            <pc:sldMk cId="2003241689" sldId="376"/>
            <ac:spMk id="6" creationId="{E0CEA451-5366-4ABF-AF2C-DD94507D7541}"/>
          </ac:spMkLst>
        </pc:spChg>
        <pc:spChg chg="add mod">
          <ac:chgData name="鈴木 秀規" userId="f68c5fd9-22d5-4c0a-9833-7fb0f5135313" providerId="ADAL" clId="{AE171C9D-A8B3-4AB5-91C0-52B3AD443501}" dt="2021-01-28T09:03:36.246" v="364" actId="2711"/>
          <ac:spMkLst>
            <pc:docMk/>
            <pc:sldMk cId="2003241689" sldId="376"/>
            <ac:spMk id="7" creationId="{069BADC0-893D-498B-8216-F9ED79BC3FC3}"/>
          </ac:spMkLst>
        </pc:spChg>
        <pc:spChg chg="add mod">
          <ac:chgData name="鈴木 秀規" userId="f68c5fd9-22d5-4c0a-9833-7fb0f5135313" providerId="ADAL" clId="{AE171C9D-A8B3-4AB5-91C0-52B3AD443501}" dt="2021-01-28T09:03:36.246" v="364" actId="2711"/>
          <ac:spMkLst>
            <pc:docMk/>
            <pc:sldMk cId="2003241689" sldId="376"/>
            <ac:spMk id="8" creationId="{9E501490-B036-4BD2-B832-C7CEBEA251A1}"/>
          </ac:spMkLst>
        </pc:spChg>
        <pc:spChg chg="add mod">
          <ac:chgData name="鈴木 秀規" userId="f68c5fd9-22d5-4c0a-9833-7fb0f5135313" providerId="ADAL" clId="{AE171C9D-A8B3-4AB5-91C0-52B3AD443501}" dt="2021-01-28T09:03:52.800" v="366" actId="14100"/>
          <ac:spMkLst>
            <pc:docMk/>
            <pc:sldMk cId="2003241689" sldId="376"/>
            <ac:spMk id="9" creationId="{ED7ADC8C-D7C8-497B-95F1-B64E7F57A2A6}"/>
          </ac:spMkLst>
        </pc:spChg>
        <pc:spChg chg="add mod">
          <ac:chgData name="鈴木 秀規" userId="f68c5fd9-22d5-4c0a-9833-7fb0f5135313" providerId="ADAL" clId="{AE171C9D-A8B3-4AB5-91C0-52B3AD443501}" dt="2021-01-28T09:03:57.978" v="367" actId="14100"/>
          <ac:spMkLst>
            <pc:docMk/>
            <pc:sldMk cId="2003241689" sldId="376"/>
            <ac:spMk id="10" creationId="{54DE6F70-0E7D-42E1-8A6A-C826956AF346}"/>
          </ac:spMkLst>
        </pc:spChg>
        <pc:spChg chg="add mod">
          <ac:chgData name="鈴木 秀規" userId="f68c5fd9-22d5-4c0a-9833-7fb0f5135313" providerId="ADAL" clId="{AE171C9D-A8B3-4AB5-91C0-52B3AD443501}" dt="2021-01-28T09:03:36.246" v="364" actId="2711"/>
          <ac:spMkLst>
            <pc:docMk/>
            <pc:sldMk cId="2003241689" sldId="376"/>
            <ac:spMk id="11" creationId="{DC8A545F-291D-4CEF-B1FE-B53DDD12205E}"/>
          </ac:spMkLst>
        </pc:spChg>
        <pc:spChg chg="add mod">
          <ac:chgData name="鈴木 秀規" userId="f68c5fd9-22d5-4c0a-9833-7fb0f5135313" providerId="ADAL" clId="{AE171C9D-A8B3-4AB5-91C0-52B3AD443501}" dt="2021-01-28T09:03:36.246" v="364" actId="2711"/>
          <ac:spMkLst>
            <pc:docMk/>
            <pc:sldMk cId="2003241689" sldId="376"/>
            <ac:spMk id="12" creationId="{D0EB1E79-CEB5-472C-A83F-14E2367031FE}"/>
          </ac:spMkLst>
        </pc:spChg>
        <pc:spChg chg="add mod">
          <ac:chgData name="鈴木 秀規" userId="f68c5fd9-22d5-4c0a-9833-7fb0f5135313" providerId="ADAL" clId="{AE171C9D-A8B3-4AB5-91C0-52B3AD443501}" dt="2021-01-28T09:03:36.246" v="364" actId="2711"/>
          <ac:spMkLst>
            <pc:docMk/>
            <pc:sldMk cId="2003241689" sldId="376"/>
            <ac:spMk id="13" creationId="{C5621F42-019C-4CA8-9B08-6D212CEDE0AF}"/>
          </ac:spMkLst>
        </pc:spChg>
        <pc:spChg chg="add mod">
          <ac:chgData name="鈴木 秀規" userId="f68c5fd9-22d5-4c0a-9833-7fb0f5135313" providerId="ADAL" clId="{AE171C9D-A8B3-4AB5-91C0-52B3AD443501}" dt="2021-01-28T09:03:36.246" v="364" actId="2711"/>
          <ac:spMkLst>
            <pc:docMk/>
            <pc:sldMk cId="2003241689" sldId="376"/>
            <ac:spMk id="14" creationId="{45233C8B-FAF5-48E3-A8A0-DB5ECA0DB093}"/>
          </ac:spMkLst>
        </pc:spChg>
        <pc:spChg chg="add mod">
          <ac:chgData name="鈴木 秀規" userId="f68c5fd9-22d5-4c0a-9833-7fb0f5135313" providerId="ADAL" clId="{AE171C9D-A8B3-4AB5-91C0-52B3AD443501}" dt="2021-01-28T09:03:46.484" v="365" actId="207"/>
          <ac:spMkLst>
            <pc:docMk/>
            <pc:sldMk cId="2003241689" sldId="376"/>
            <ac:spMk id="15" creationId="{06FBD471-513F-460C-855B-4E4FBEFEFEF2}"/>
          </ac:spMkLst>
        </pc:spChg>
        <pc:spChg chg="add mod">
          <ac:chgData name="鈴木 秀規" userId="f68c5fd9-22d5-4c0a-9833-7fb0f5135313" providerId="ADAL" clId="{AE171C9D-A8B3-4AB5-91C0-52B3AD443501}" dt="2021-01-28T09:03:46.484" v="365" actId="207"/>
          <ac:spMkLst>
            <pc:docMk/>
            <pc:sldMk cId="2003241689" sldId="376"/>
            <ac:spMk id="16" creationId="{5CCDC4DB-AAB7-4910-82F0-CE9C82E02D90}"/>
          </ac:spMkLst>
        </pc:spChg>
        <pc:spChg chg="add mod">
          <ac:chgData name="鈴木 秀規" userId="f68c5fd9-22d5-4c0a-9833-7fb0f5135313" providerId="ADAL" clId="{AE171C9D-A8B3-4AB5-91C0-52B3AD443501}" dt="2021-01-28T09:03:46.484" v="365" actId="207"/>
          <ac:spMkLst>
            <pc:docMk/>
            <pc:sldMk cId="2003241689" sldId="376"/>
            <ac:spMk id="17" creationId="{078697B7-F848-46FF-A6EA-57A825DDB638}"/>
          </ac:spMkLst>
        </pc:spChg>
        <pc:spChg chg="add mod">
          <ac:chgData name="鈴木 秀規" userId="f68c5fd9-22d5-4c0a-9833-7fb0f5135313" providerId="ADAL" clId="{AE171C9D-A8B3-4AB5-91C0-52B3AD443501}" dt="2021-01-28T09:03:36.246" v="364" actId="2711"/>
          <ac:spMkLst>
            <pc:docMk/>
            <pc:sldMk cId="2003241689" sldId="376"/>
            <ac:spMk id="18" creationId="{B6CF7752-F728-49E4-925A-9FA36F68C2CE}"/>
          </ac:spMkLst>
        </pc:spChg>
      </pc:sldChg>
      <pc:sldChg chg="addSp modSp new mod">
        <pc:chgData name="鈴木 秀規" userId="f68c5fd9-22d5-4c0a-9833-7fb0f5135313" providerId="ADAL" clId="{AE171C9D-A8B3-4AB5-91C0-52B3AD443501}" dt="2021-01-28T09:04:58.722" v="377" actId="2711"/>
        <pc:sldMkLst>
          <pc:docMk/>
          <pc:sldMk cId="156709775" sldId="377"/>
        </pc:sldMkLst>
        <pc:spChg chg="mod">
          <ac:chgData name="鈴木 秀規" userId="f68c5fd9-22d5-4c0a-9833-7fb0f5135313" providerId="ADAL" clId="{AE171C9D-A8B3-4AB5-91C0-52B3AD443501}" dt="2021-01-28T09:04:13.302" v="369"/>
          <ac:spMkLst>
            <pc:docMk/>
            <pc:sldMk cId="156709775" sldId="377"/>
            <ac:spMk id="3" creationId="{5401838A-E061-4A4D-BB55-65687E6E46C8}"/>
          </ac:spMkLst>
        </pc:spChg>
        <pc:spChg chg="mod">
          <ac:chgData name="鈴木 秀規" userId="f68c5fd9-22d5-4c0a-9833-7fb0f5135313" providerId="ADAL" clId="{AE171C9D-A8B3-4AB5-91C0-52B3AD443501}" dt="2021-01-28T09:04:27.592" v="372" actId="14100"/>
          <ac:spMkLst>
            <pc:docMk/>
            <pc:sldMk cId="156709775" sldId="377"/>
            <ac:spMk id="5" creationId="{66725D84-5746-4911-ADD1-DAB0568797E6}"/>
          </ac:spMkLst>
        </pc:spChg>
        <pc:spChg chg="add mod">
          <ac:chgData name="鈴木 秀規" userId="f68c5fd9-22d5-4c0a-9833-7fb0f5135313" providerId="ADAL" clId="{AE171C9D-A8B3-4AB5-91C0-52B3AD443501}" dt="2021-01-28T09:04:58.722" v="377" actId="2711"/>
          <ac:spMkLst>
            <pc:docMk/>
            <pc:sldMk cId="156709775" sldId="377"/>
            <ac:spMk id="10" creationId="{54054970-B28B-48D8-AF30-D9FEC354E0E9}"/>
          </ac:spMkLst>
        </pc:spChg>
        <pc:spChg chg="add mod">
          <ac:chgData name="鈴木 秀規" userId="f68c5fd9-22d5-4c0a-9833-7fb0f5135313" providerId="ADAL" clId="{AE171C9D-A8B3-4AB5-91C0-52B3AD443501}" dt="2021-01-28T09:04:58.722" v="377" actId="2711"/>
          <ac:spMkLst>
            <pc:docMk/>
            <pc:sldMk cId="156709775" sldId="377"/>
            <ac:spMk id="11" creationId="{6A6EEA7D-E2B1-4097-BDFC-3D35E0AF506C}"/>
          </ac:spMkLst>
        </pc:spChg>
        <pc:spChg chg="add mod">
          <ac:chgData name="鈴木 秀規" userId="f68c5fd9-22d5-4c0a-9833-7fb0f5135313" providerId="ADAL" clId="{AE171C9D-A8B3-4AB5-91C0-52B3AD443501}" dt="2021-01-28T09:04:58.722" v="377" actId="2711"/>
          <ac:spMkLst>
            <pc:docMk/>
            <pc:sldMk cId="156709775" sldId="377"/>
            <ac:spMk id="12" creationId="{76A2137A-DF78-47C6-9DFF-B0679D1E8418}"/>
          </ac:spMkLst>
        </pc:spChg>
        <pc:picChg chg="add mod">
          <ac:chgData name="鈴木 秀規" userId="f68c5fd9-22d5-4c0a-9833-7fb0f5135313" providerId="ADAL" clId="{AE171C9D-A8B3-4AB5-91C0-52B3AD443501}" dt="2021-01-28T09:04:38.940" v="374" actId="1076"/>
          <ac:picMkLst>
            <pc:docMk/>
            <pc:sldMk cId="156709775" sldId="377"/>
            <ac:picMk id="6" creationId="{F6FCFE43-A9F9-4BBA-9C74-D18910D615E9}"/>
          </ac:picMkLst>
        </pc:picChg>
        <pc:picChg chg="add mod">
          <ac:chgData name="鈴木 秀規" userId="f68c5fd9-22d5-4c0a-9833-7fb0f5135313" providerId="ADAL" clId="{AE171C9D-A8B3-4AB5-91C0-52B3AD443501}" dt="2021-01-28T09:04:38.940" v="374" actId="1076"/>
          <ac:picMkLst>
            <pc:docMk/>
            <pc:sldMk cId="156709775" sldId="377"/>
            <ac:picMk id="7" creationId="{02629BC7-352E-418B-990D-D34CA7AA0043}"/>
          </ac:picMkLst>
        </pc:picChg>
        <pc:picChg chg="add mod">
          <ac:chgData name="鈴木 秀規" userId="f68c5fd9-22d5-4c0a-9833-7fb0f5135313" providerId="ADAL" clId="{AE171C9D-A8B3-4AB5-91C0-52B3AD443501}" dt="2021-01-28T09:04:38.940" v="374" actId="1076"/>
          <ac:picMkLst>
            <pc:docMk/>
            <pc:sldMk cId="156709775" sldId="377"/>
            <ac:picMk id="8" creationId="{3BB846BF-99D7-4CD4-9777-265CFB6E5D30}"/>
          </ac:picMkLst>
        </pc:picChg>
        <pc:picChg chg="add mod">
          <ac:chgData name="鈴木 秀規" userId="f68c5fd9-22d5-4c0a-9833-7fb0f5135313" providerId="ADAL" clId="{AE171C9D-A8B3-4AB5-91C0-52B3AD443501}" dt="2021-01-28T09:04:44.274" v="375" actId="1076"/>
          <ac:picMkLst>
            <pc:docMk/>
            <pc:sldMk cId="156709775" sldId="377"/>
            <ac:picMk id="9" creationId="{2D5B8E67-14EA-4594-8CD3-8DBE5AE09A8E}"/>
          </ac:picMkLst>
        </pc:picChg>
        <pc:picChg chg="add mod">
          <ac:chgData name="鈴木 秀規" userId="f68c5fd9-22d5-4c0a-9833-7fb0f5135313" providerId="ADAL" clId="{AE171C9D-A8B3-4AB5-91C0-52B3AD443501}" dt="2021-01-28T09:04:44.274" v="375" actId="1076"/>
          <ac:picMkLst>
            <pc:docMk/>
            <pc:sldMk cId="156709775" sldId="377"/>
            <ac:picMk id="16" creationId="{A357833A-765C-45DE-9C17-AEB30756D492}"/>
          </ac:picMkLst>
        </pc:picChg>
        <pc:picChg chg="add mod">
          <ac:chgData name="鈴木 秀規" userId="f68c5fd9-22d5-4c0a-9833-7fb0f5135313" providerId="ADAL" clId="{AE171C9D-A8B3-4AB5-91C0-52B3AD443501}" dt="2021-01-28T09:04:44.274" v="375" actId="1076"/>
          <ac:picMkLst>
            <pc:docMk/>
            <pc:sldMk cId="156709775" sldId="377"/>
            <ac:picMk id="17" creationId="{72F9336A-E609-404F-97AC-64224C3EA06A}"/>
          </ac:picMkLst>
        </pc:picChg>
        <pc:cxnChg chg="add mod">
          <ac:chgData name="鈴木 秀規" userId="f68c5fd9-22d5-4c0a-9833-7fb0f5135313" providerId="ADAL" clId="{AE171C9D-A8B3-4AB5-91C0-52B3AD443501}" dt="2021-01-28T09:04:44.274" v="375" actId="1076"/>
          <ac:cxnSpMkLst>
            <pc:docMk/>
            <pc:sldMk cId="156709775" sldId="377"/>
            <ac:cxnSpMk id="13" creationId="{F587428A-4F1F-49AE-A885-2A5F2079DD79}"/>
          </ac:cxnSpMkLst>
        </pc:cxnChg>
        <pc:cxnChg chg="add mod">
          <ac:chgData name="鈴木 秀規" userId="f68c5fd9-22d5-4c0a-9833-7fb0f5135313" providerId="ADAL" clId="{AE171C9D-A8B3-4AB5-91C0-52B3AD443501}" dt="2021-01-28T09:04:44.274" v="375" actId="1076"/>
          <ac:cxnSpMkLst>
            <pc:docMk/>
            <pc:sldMk cId="156709775" sldId="377"/>
            <ac:cxnSpMk id="14" creationId="{120221B7-5B2C-4B4C-99B3-EC62053BAC57}"/>
          </ac:cxnSpMkLst>
        </pc:cxnChg>
        <pc:cxnChg chg="add mod">
          <ac:chgData name="鈴木 秀規" userId="f68c5fd9-22d5-4c0a-9833-7fb0f5135313" providerId="ADAL" clId="{AE171C9D-A8B3-4AB5-91C0-52B3AD443501}" dt="2021-01-28T09:04:44.274" v="375" actId="1076"/>
          <ac:cxnSpMkLst>
            <pc:docMk/>
            <pc:sldMk cId="156709775" sldId="377"/>
            <ac:cxnSpMk id="15" creationId="{0A02DFF5-109F-499C-BD8C-C3064660340F}"/>
          </ac:cxnSpMkLst>
        </pc:cxnChg>
      </pc:sldChg>
      <pc:sldChg chg="del">
        <pc:chgData name="鈴木 秀規" userId="f68c5fd9-22d5-4c0a-9833-7fb0f5135313" providerId="ADAL" clId="{AE171C9D-A8B3-4AB5-91C0-52B3AD443501}" dt="2021-01-28T08:23:42.589" v="26" actId="2696"/>
        <pc:sldMkLst>
          <pc:docMk/>
          <pc:sldMk cId="3493943848" sldId="377"/>
        </pc:sldMkLst>
      </pc:sldChg>
      <pc:sldChg chg="del">
        <pc:chgData name="鈴木 秀規" userId="f68c5fd9-22d5-4c0a-9833-7fb0f5135313" providerId="ADAL" clId="{AE171C9D-A8B3-4AB5-91C0-52B3AD443501}" dt="2021-01-28T08:23:42.589" v="26" actId="2696"/>
        <pc:sldMkLst>
          <pc:docMk/>
          <pc:sldMk cId="3488235805" sldId="378"/>
        </pc:sldMkLst>
      </pc:sldChg>
      <pc:sldChg chg="addSp delSp modSp new mod">
        <pc:chgData name="鈴木 秀規" userId="f68c5fd9-22d5-4c0a-9833-7fb0f5135313" providerId="ADAL" clId="{AE171C9D-A8B3-4AB5-91C0-52B3AD443501}" dt="2021-01-28T09:08:08.892" v="418" actId="207"/>
        <pc:sldMkLst>
          <pc:docMk/>
          <pc:sldMk cId="4226280389" sldId="378"/>
        </pc:sldMkLst>
        <pc:spChg chg="mod">
          <ac:chgData name="鈴木 秀規" userId="f68c5fd9-22d5-4c0a-9833-7fb0f5135313" providerId="ADAL" clId="{AE171C9D-A8B3-4AB5-91C0-52B3AD443501}" dt="2021-01-28T09:05:23.693" v="379"/>
          <ac:spMkLst>
            <pc:docMk/>
            <pc:sldMk cId="4226280389" sldId="378"/>
            <ac:spMk id="3" creationId="{3DB11A7F-4861-415A-8EF5-B13845B979BB}"/>
          </ac:spMkLst>
        </pc:spChg>
        <pc:spChg chg="mod">
          <ac:chgData name="鈴木 秀規" userId="f68c5fd9-22d5-4c0a-9833-7fb0f5135313" providerId="ADAL" clId="{AE171C9D-A8B3-4AB5-91C0-52B3AD443501}" dt="2021-01-28T09:05:43.589" v="384" actId="113"/>
          <ac:spMkLst>
            <pc:docMk/>
            <pc:sldMk cId="4226280389" sldId="378"/>
            <ac:spMk id="5" creationId="{F109021C-31B2-4C35-8FA5-D85760F72C35}"/>
          </ac:spMkLst>
        </pc:spChg>
        <pc:spChg chg="add mod">
          <ac:chgData name="鈴木 秀規" userId="f68c5fd9-22d5-4c0a-9833-7fb0f5135313" providerId="ADAL" clId="{AE171C9D-A8B3-4AB5-91C0-52B3AD443501}" dt="2021-01-28T09:06:21.557" v="391" actId="14100"/>
          <ac:spMkLst>
            <pc:docMk/>
            <pc:sldMk cId="4226280389" sldId="378"/>
            <ac:spMk id="6" creationId="{47748407-37AF-4E05-8377-82E023146AE6}"/>
          </ac:spMkLst>
        </pc:spChg>
        <pc:spChg chg="add del mod">
          <ac:chgData name="鈴木 秀規" userId="f68c5fd9-22d5-4c0a-9833-7fb0f5135313" providerId="ADAL" clId="{AE171C9D-A8B3-4AB5-91C0-52B3AD443501}" dt="2021-01-28T09:06:28.261" v="393" actId="478"/>
          <ac:spMkLst>
            <pc:docMk/>
            <pc:sldMk cId="4226280389" sldId="378"/>
            <ac:spMk id="7" creationId="{5D7C18B2-107D-41E4-8965-FAFD63F39698}"/>
          </ac:spMkLst>
        </pc:spChg>
        <pc:spChg chg="add mod">
          <ac:chgData name="鈴木 秀規" userId="f68c5fd9-22d5-4c0a-9833-7fb0f5135313" providerId="ADAL" clId="{AE171C9D-A8B3-4AB5-91C0-52B3AD443501}" dt="2021-01-28T09:06:56.283" v="399" actId="207"/>
          <ac:spMkLst>
            <pc:docMk/>
            <pc:sldMk cId="4226280389" sldId="378"/>
            <ac:spMk id="8" creationId="{41D4D3DB-7F7B-42B8-B16B-83BCBD35D8C2}"/>
          </ac:spMkLst>
        </pc:spChg>
        <pc:spChg chg="add mod">
          <ac:chgData name="鈴木 秀規" userId="f68c5fd9-22d5-4c0a-9833-7fb0f5135313" providerId="ADAL" clId="{AE171C9D-A8B3-4AB5-91C0-52B3AD443501}" dt="2021-01-28T09:07:21.737" v="407" actId="1076"/>
          <ac:spMkLst>
            <pc:docMk/>
            <pc:sldMk cId="4226280389" sldId="378"/>
            <ac:spMk id="9" creationId="{17C2C203-0B47-44BC-86E2-094C1DC9AD85}"/>
          </ac:spMkLst>
        </pc:spChg>
        <pc:spChg chg="add mod">
          <ac:chgData name="鈴木 秀規" userId="f68c5fd9-22d5-4c0a-9833-7fb0f5135313" providerId="ADAL" clId="{AE171C9D-A8B3-4AB5-91C0-52B3AD443501}" dt="2021-01-28T09:07:36.262" v="410" actId="14100"/>
          <ac:spMkLst>
            <pc:docMk/>
            <pc:sldMk cId="4226280389" sldId="378"/>
            <ac:spMk id="10" creationId="{202C18EF-6A13-457D-AF97-7C2533B5B32B}"/>
          </ac:spMkLst>
        </pc:spChg>
        <pc:spChg chg="add mod">
          <ac:chgData name="鈴木 秀規" userId="f68c5fd9-22d5-4c0a-9833-7fb0f5135313" providerId="ADAL" clId="{AE171C9D-A8B3-4AB5-91C0-52B3AD443501}" dt="2021-01-28T09:08:08.892" v="418" actId="207"/>
          <ac:spMkLst>
            <pc:docMk/>
            <pc:sldMk cId="4226280389" sldId="378"/>
            <ac:spMk id="14" creationId="{9648B3C7-6E71-4957-B3BE-854366D6D56C}"/>
          </ac:spMkLst>
        </pc:spChg>
        <pc:cxnChg chg="add mod">
          <ac:chgData name="鈴木 秀規" userId="f68c5fd9-22d5-4c0a-9833-7fb0f5135313" providerId="ADAL" clId="{AE171C9D-A8B3-4AB5-91C0-52B3AD443501}" dt="2021-01-28T09:08:05.175" v="417" actId="14100"/>
          <ac:cxnSpMkLst>
            <pc:docMk/>
            <pc:sldMk cId="4226280389" sldId="378"/>
            <ac:cxnSpMk id="11" creationId="{5E87E17D-A5F0-432E-8E96-89F2966E0183}"/>
          </ac:cxnSpMkLst>
        </pc:cxnChg>
      </pc:sldChg>
      <pc:sldChg chg="addSp modSp new mod">
        <pc:chgData name="鈴木 秀規" userId="f68c5fd9-22d5-4c0a-9833-7fb0f5135313" providerId="ADAL" clId="{AE171C9D-A8B3-4AB5-91C0-52B3AD443501}" dt="2021-01-28T09:09:47.470" v="432" actId="207"/>
        <pc:sldMkLst>
          <pc:docMk/>
          <pc:sldMk cId="687387428" sldId="379"/>
        </pc:sldMkLst>
        <pc:spChg chg="mod">
          <ac:chgData name="鈴木 秀規" userId="f68c5fd9-22d5-4c0a-9833-7fb0f5135313" providerId="ADAL" clId="{AE171C9D-A8B3-4AB5-91C0-52B3AD443501}" dt="2021-01-28T09:08:23.547" v="420"/>
          <ac:spMkLst>
            <pc:docMk/>
            <pc:sldMk cId="687387428" sldId="379"/>
            <ac:spMk id="3" creationId="{DDD6E265-8645-41BB-B3C3-86F83FC86AA0}"/>
          </ac:spMkLst>
        </pc:spChg>
        <pc:spChg chg="mod">
          <ac:chgData name="鈴木 秀規" userId="f68c5fd9-22d5-4c0a-9833-7fb0f5135313" providerId="ADAL" clId="{AE171C9D-A8B3-4AB5-91C0-52B3AD443501}" dt="2021-01-28T09:08:36.679" v="423" actId="14100"/>
          <ac:spMkLst>
            <pc:docMk/>
            <pc:sldMk cId="687387428" sldId="379"/>
            <ac:spMk id="5" creationId="{CFFB7B23-2078-4831-B2C9-3619DE2E350D}"/>
          </ac:spMkLst>
        </pc:spChg>
        <pc:spChg chg="add mod">
          <ac:chgData name="鈴木 秀規" userId="f68c5fd9-22d5-4c0a-9833-7fb0f5135313" providerId="ADAL" clId="{AE171C9D-A8B3-4AB5-91C0-52B3AD443501}" dt="2021-01-28T09:09:03.905" v="428" actId="14100"/>
          <ac:spMkLst>
            <pc:docMk/>
            <pc:sldMk cId="687387428" sldId="379"/>
            <ac:spMk id="6" creationId="{A5BB5D39-EC36-4B8B-A27D-52DBBD213A04}"/>
          </ac:spMkLst>
        </pc:spChg>
        <pc:spChg chg="add mod">
          <ac:chgData name="鈴木 秀規" userId="f68c5fd9-22d5-4c0a-9833-7fb0f5135313" providerId="ADAL" clId="{AE171C9D-A8B3-4AB5-91C0-52B3AD443501}" dt="2021-01-28T09:09:47.470" v="432" actId="207"/>
          <ac:spMkLst>
            <pc:docMk/>
            <pc:sldMk cId="687387428" sldId="379"/>
            <ac:spMk id="7" creationId="{991EBFC0-0FCA-4958-9FEA-A87AAA733828}"/>
          </ac:spMkLst>
        </pc:spChg>
      </pc:sldChg>
      <pc:sldChg chg="del">
        <pc:chgData name="鈴木 秀規" userId="f68c5fd9-22d5-4c0a-9833-7fb0f5135313" providerId="ADAL" clId="{AE171C9D-A8B3-4AB5-91C0-52B3AD443501}" dt="2021-01-28T08:23:42.589" v="26" actId="2696"/>
        <pc:sldMkLst>
          <pc:docMk/>
          <pc:sldMk cId="2796318075" sldId="379"/>
        </pc:sldMkLst>
      </pc:sldChg>
      <pc:sldChg chg="addSp modSp new mod">
        <pc:chgData name="鈴木 秀規" userId="f68c5fd9-22d5-4c0a-9833-7fb0f5135313" providerId="ADAL" clId="{AE171C9D-A8B3-4AB5-91C0-52B3AD443501}" dt="2021-01-28T09:12:08.581" v="470" actId="1076"/>
        <pc:sldMkLst>
          <pc:docMk/>
          <pc:sldMk cId="1295816778" sldId="380"/>
        </pc:sldMkLst>
        <pc:spChg chg="mod">
          <ac:chgData name="鈴木 秀規" userId="f68c5fd9-22d5-4c0a-9833-7fb0f5135313" providerId="ADAL" clId="{AE171C9D-A8B3-4AB5-91C0-52B3AD443501}" dt="2021-01-28T09:10:00.502" v="434"/>
          <ac:spMkLst>
            <pc:docMk/>
            <pc:sldMk cId="1295816778" sldId="380"/>
            <ac:spMk id="3" creationId="{9D9060F4-D23A-4002-9C27-7D636EF9922B}"/>
          </ac:spMkLst>
        </pc:spChg>
        <pc:spChg chg="mod">
          <ac:chgData name="鈴木 秀規" userId="f68c5fd9-22d5-4c0a-9833-7fb0f5135313" providerId="ADAL" clId="{AE171C9D-A8B3-4AB5-91C0-52B3AD443501}" dt="2021-01-28T09:10:24.070" v="445" actId="14100"/>
          <ac:spMkLst>
            <pc:docMk/>
            <pc:sldMk cId="1295816778" sldId="380"/>
            <ac:spMk id="5" creationId="{D12DA5E9-F3F5-4F7C-AB62-3360BA0BE6B8}"/>
          </ac:spMkLst>
        </pc:spChg>
        <pc:spChg chg="add mod">
          <ac:chgData name="鈴木 秀規" userId="f68c5fd9-22d5-4c0a-9833-7fb0f5135313" providerId="ADAL" clId="{AE171C9D-A8B3-4AB5-91C0-52B3AD443501}" dt="2021-01-28T09:10:55.099" v="451" actId="1076"/>
          <ac:spMkLst>
            <pc:docMk/>
            <pc:sldMk cId="1295816778" sldId="380"/>
            <ac:spMk id="6" creationId="{2FE73017-FDCB-40C6-854F-8FB441553F0B}"/>
          </ac:spMkLst>
        </pc:spChg>
        <pc:picChg chg="add mod">
          <ac:chgData name="鈴木 秀規" userId="f68c5fd9-22d5-4c0a-9833-7fb0f5135313" providerId="ADAL" clId="{AE171C9D-A8B3-4AB5-91C0-52B3AD443501}" dt="2021-01-28T09:12:08.581" v="470" actId="1076"/>
          <ac:picMkLst>
            <pc:docMk/>
            <pc:sldMk cId="1295816778" sldId="380"/>
            <ac:picMk id="7" creationId="{FB62679B-3CB4-4F1B-BD49-886651EEA2A4}"/>
          </ac:picMkLst>
        </pc:picChg>
      </pc:sldChg>
      <pc:sldChg chg="del">
        <pc:chgData name="鈴木 秀規" userId="f68c5fd9-22d5-4c0a-9833-7fb0f5135313" providerId="ADAL" clId="{AE171C9D-A8B3-4AB5-91C0-52B3AD443501}" dt="2021-01-28T08:23:42.589" v="26" actId="2696"/>
        <pc:sldMkLst>
          <pc:docMk/>
          <pc:sldMk cId="3487842613" sldId="380"/>
        </pc:sldMkLst>
      </pc:sldChg>
      <pc:sldChg chg="addSp modSp new mod">
        <pc:chgData name="鈴木 秀規" userId="f68c5fd9-22d5-4c0a-9833-7fb0f5135313" providerId="ADAL" clId="{AE171C9D-A8B3-4AB5-91C0-52B3AD443501}" dt="2021-01-28T09:12:45.129" v="477" actId="208"/>
        <pc:sldMkLst>
          <pc:docMk/>
          <pc:sldMk cId="1094552731" sldId="381"/>
        </pc:sldMkLst>
        <pc:spChg chg="mod">
          <ac:chgData name="鈴木 秀規" userId="f68c5fd9-22d5-4c0a-9833-7fb0f5135313" providerId="ADAL" clId="{AE171C9D-A8B3-4AB5-91C0-52B3AD443501}" dt="2021-01-28T09:11:17.507" v="457"/>
          <ac:spMkLst>
            <pc:docMk/>
            <pc:sldMk cId="1094552731" sldId="381"/>
            <ac:spMk id="3" creationId="{C6019B33-9938-44D3-8169-546A1659375A}"/>
          </ac:spMkLst>
        </pc:spChg>
        <pc:spChg chg="mod">
          <ac:chgData name="鈴木 秀規" userId="f68c5fd9-22d5-4c0a-9833-7fb0f5135313" providerId="ADAL" clId="{AE171C9D-A8B3-4AB5-91C0-52B3AD443501}" dt="2021-01-28T09:11:47.098" v="468" actId="14100"/>
          <ac:spMkLst>
            <pc:docMk/>
            <pc:sldMk cId="1094552731" sldId="381"/>
            <ac:spMk id="5" creationId="{2CC54A8B-99C7-4AB1-B5AD-00E148ACA1ED}"/>
          </ac:spMkLst>
        </pc:spChg>
        <pc:spChg chg="add mod">
          <ac:chgData name="鈴木 秀規" userId="f68c5fd9-22d5-4c0a-9833-7fb0f5135313" providerId="ADAL" clId="{AE171C9D-A8B3-4AB5-91C0-52B3AD443501}" dt="2021-01-28T09:12:03.621" v="469"/>
          <ac:spMkLst>
            <pc:docMk/>
            <pc:sldMk cId="1094552731" sldId="381"/>
            <ac:spMk id="6" creationId="{A30415AB-1285-4ABC-911C-B77ECA899127}"/>
          </ac:spMkLst>
        </pc:spChg>
        <pc:spChg chg="add mod">
          <ac:chgData name="鈴木 秀規" userId="f68c5fd9-22d5-4c0a-9833-7fb0f5135313" providerId="ADAL" clId="{AE171C9D-A8B3-4AB5-91C0-52B3AD443501}" dt="2021-01-28T09:12:23.351" v="473" actId="1076"/>
          <ac:spMkLst>
            <pc:docMk/>
            <pc:sldMk cId="1094552731" sldId="381"/>
            <ac:spMk id="8" creationId="{4EF15A16-1479-46B7-A531-AC7F379A8D09}"/>
          </ac:spMkLst>
        </pc:spChg>
        <pc:picChg chg="add mod">
          <ac:chgData name="鈴木 秀規" userId="f68c5fd9-22d5-4c0a-9833-7fb0f5135313" providerId="ADAL" clId="{AE171C9D-A8B3-4AB5-91C0-52B3AD443501}" dt="2021-01-28T09:12:11.036" v="471"/>
          <ac:picMkLst>
            <pc:docMk/>
            <pc:sldMk cId="1094552731" sldId="381"/>
            <ac:picMk id="7" creationId="{C36A14EA-A8AF-456E-94D3-533EFB48325F}"/>
          </ac:picMkLst>
        </pc:picChg>
        <pc:cxnChg chg="add mod">
          <ac:chgData name="鈴木 秀規" userId="f68c5fd9-22d5-4c0a-9833-7fb0f5135313" providerId="ADAL" clId="{AE171C9D-A8B3-4AB5-91C0-52B3AD443501}" dt="2021-01-28T09:12:45.129" v="477" actId="208"/>
          <ac:cxnSpMkLst>
            <pc:docMk/>
            <pc:sldMk cId="1094552731" sldId="381"/>
            <ac:cxnSpMk id="9" creationId="{5D963DF2-EDA9-42D9-9A2B-0D20586112D7}"/>
          </ac:cxnSpMkLst>
        </pc:cxnChg>
      </pc:sldChg>
      <pc:sldChg chg="del">
        <pc:chgData name="鈴木 秀規" userId="f68c5fd9-22d5-4c0a-9833-7fb0f5135313" providerId="ADAL" clId="{AE171C9D-A8B3-4AB5-91C0-52B3AD443501}" dt="2021-01-28T08:23:42.589" v="26" actId="2696"/>
        <pc:sldMkLst>
          <pc:docMk/>
          <pc:sldMk cId="1329678765" sldId="381"/>
        </pc:sldMkLst>
      </pc:sldChg>
      <pc:sldChg chg="del">
        <pc:chgData name="鈴木 秀規" userId="f68c5fd9-22d5-4c0a-9833-7fb0f5135313" providerId="ADAL" clId="{AE171C9D-A8B3-4AB5-91C0-52B3AD443501}" dt="2021-01-28T08:23:42.589" v="26" actId="2696"/>
        <pc:sldMkLst>
          <pc:docMk/>
          <pc:sldMk cId="1241536557" sldId="382"/>
        </pc:sldMkLst>
      </pc:sldChg>
      <pc:sldChg chg="addSp delSp modSp new mod">
        <pc:chgData name="鈴木 秀規" userId="f68c5fd9-22d5-4c0a-9833-7fb0f5135313" providerId="ADAL" clId="{AE171C9D-A8B3-4AB5-91C0-52B3AD443501}" dt="2021-01-28T09:14:11.366" v="501" actId="207"/>
        <pc:sldMkLst>
          <pc:docMk/>
          <pc:sldMk cId="3093851719" sldId="382"/>
        </pc:sldMkLst>
        <pc:spChg chg="mod">
          <ac:chgData name="鈴木 秀規" userId="f68c5fd9-22d5-4c0a-9833-7fb0f5135313" providerId="ADAL" clId="{AE171C9D-A8B3-4AB5-91C0-52B3AD443501}" dt="2021-01-28T09:13:01.717" v="479"/>
          <ac:spMkLst>
            <pc:docMk/>
            <pc:sldMk cId="3093851719" sldId="382"/>
            <ac:spMk id="3" creationId="{26542F04-7E49-4413-944A-94701047AC1D}"/>
          </ac:spMkLst>
        </pc:spChg>
        <pc:spChg chg="mod">
          <ac:chgData name="鈴木 秀規" userId="f68c5fd9-22d5-4c0a-9833-7fb0f5135313" providerId="ADAL" clId="{AE171C9D-A8B3-4AB5-91C0-52B3AD443501}" dt="2021-01-28T09:13:36.974" v="494" actId="207"/>
          <ac:spMkLst>
            <pc:docMk/>
            <pc:sldMk cId="3093851719" sldId="382"/>
            <ac:spMk id="5" creationId="{0908EEDD-676A-4B95-8E3D-23A91832AABE}"/>
          </ac:spMkLst>
        </pc:spChg>
        <pc:spChg chg="add del mod">
          <ac:chgData name="鈴木 秀規" userId="f68c5fd9-22d5-4c0a-9833-7fb0f5135313" providerId="ADAL" clId="{AE171C9D-A8B3-4AB5-91C0-52B3AD443501}" dt="2021-01-28T09:13:43.369" v="496"/>
          <ac:spMkLst>
            <pc:docMk/>
            <pc:sldMk cId="3093851719" sldId="382"/>
            <ac:spMk id="6" creationId="{06D85A39-A703-4BB4-9491-63D91E66F632}"/>
          </ac:spMkLst>
        </pc:spChg>
        <pc:spChg chg="add mod">
          <ac:chgData name="鈴木 秀規" userId="f68c5fd9-22d5-4c0a-9833-7fb0f5135313" providerId="ADAL" clId="{AE171C9D-A8B3-4AB5-91C0-52B3AD443501}" dt="2021-01-28T09:13:52.951" v="497"/>
          <ac:spMkLst>
            <pc:docMk/>
            <pc:sldMk cId="3093851719" sldId="382"/>
            <ac:spMk id="7" creationId="{CFF372B6-D1BD-4393-9D86-97422850ADD9}"/>
          </ac:spMkLst>
        </pc:spChg>
        <pc:spChg chg="add mod">
          <ac:chgData name="鈴木 秀規" userId="f68c5fd9-22d5-4c0a-9833-7fb0f5135313" providerId="ADAL" clId="{AE171C9D-A8B3-4AB5-91C0-52B3AD443501}" dt="2021-01-28T09:13:52.951" v="497"/>
          <ac:spMkLst>
            <pc:docMk/>
            <pc:sldMk cId="3093851719" sldId="382"/>
            <ac:spMk id="9" creationId="{E2074F30-F94F-4322-8528-49C0C53758CD}"/>
          </ac:spMkLst>
        </pc:spChg>
        <pc:spChg chg="add mod">
          <ac:chgData name="鈴木 秀規" userId="f68c5fd9-22d5-4c0a-9833-7fb0f5135313" providerId="ADAL" clId="{AE171C9D-A8B3-4AB5-91C0-52B3AD443501}" dt="2021-01-28T09:14:11.366" v="501" actId="207"/>
          <ac:spMkLst>
            <pc:docMk/>
            <pc:sldMk cId="3093851719" sldId="382"/>
            <ac:spMk id="11" creationId="{B194C144-DE0A-4F55-B5A6-92622E4A50E0}"/>
          </ac:spMkLst>
        </pc:spChg>
        <pc:picChg chg="add mod">
          <ac:chgData name="鈴木 秀規" userId="f68c5fd9-22d5-4c0a-9833-7fb0f5135313" providerId="ADAL" clId="{AE171C9D-A8B3-4AB5-91C0-52B3AD443501}" dt="2021-01-28T09:13:52.951" v="497"/>
          <ac:picMkLst>
            <pc:docMk/>
            <pc:sldMk cId="3093851719" sldId="382"/>
            <ac:picMk id="8" creationId="{67962541-D3A1-4BDB-BC88-F9AD3A19BEFC}"/>
          </ac:picMkLst>
        </pc:picChg>
        <pc:cxnChg chg="add mod">
          <ac:chgData name="鈴木 秀規" userId="f68c5fd9-22d5-4c0a-9833-7fb0f5135313" providerId="ADAL" clId="{AE171C9D-A8B3-4AB5-91C0-52B3AD443501}" dt="2021-01-28T09:13:52.951" v="497"/>
          <ac:cxnSpMkLst>
            <pc:docMk/>
            <pc:sldMk cId="3093851719" sldId="382"/>
            <ac:cxnSpMk id="10" creationId="{71292176-528F-4478-8BEF-F51568A0B80A}"/>
          </ac:cxnSpMkLst>
        </pc:cxnChg>
      </pc:sldChg>
      <pc:sldChg chg="modSp new mod">
        <pc:chgData name="鈴木 秀規" userId="f68c5fd9-22d5-4c0a-9833-7fb0f5135313" providerId="ADAL" clId="{AE171C9D-A8B3-4AB5-91C0-52B3AD443501}" dt="2021-01-28T09:15:17.959" v="509" actId="207"/>
        <pc:sldMkLst>
          <pc:docMk/>
          <pc:sldMk cId="248645521" sldId="383"/>
        </pc:sldMkLst>
        <pc:spChg chg="mod">
          <ac:chgData name="鈴木 秀規" userId="f68c5fd9-22d5-4c0a-9833-7fb0f5135313" providerId="ADAL" clId="{AE171C9D-A8B3-4AB5-91C0-52B3AD443501}" dt="2021-01-28T09:14:54.085" v="503"/>
          <ac:spMkLst>
            <pc:docMk/>
            <pc:sldMk cId="248645521" sldId="383"/>
            <ac:spMk id="3" creationId="{670B7E8D-23B9-4268-A58B-887164FF0E1D}"/>
          </ac:spMkLst>
        </pc:spChg>
        <pc:spChg chg="mod">
          <ac:chgData name="鈴木 秀規" userId="f68c5fd9-22d5-4c0a-9833-7fb0f5135313" providerId="ADAL" clId="{AE171C9D-A8B3-4AB5-91C0-52B3AD443501}" dt="2021-01-28T09:15:17.959" v="509" actId="207"/>
          <ac:spMkLst>
            <pc:docMk/>
            <pc:sldMk cId="248645521" sldId="383"/>
            <ac:spMk id="5" creationId="{18D844A5-7317-4367-ACA5-E591D0F8613A}"/>
          </ac:spMkLst>
        </pc:spChg>
      </pc:sldChg>
      <pc:sldChg chg="del">
        <pc:chgData name="鈴木 秀規" userId="f68c5fd9-22d5-4c0a-9833-7fb0f5135313" providerId="ADAL" clId="{AE171C9D-A8B3-4AB5-91C0-52B3AD443501}" dt="2021-01-28T08:23:42.589" v="26" actId="2696"/>
        <pc:sldMkLst>
          <pc:docMk/>
          <pc:sldMk cId="370086342" sldId="383"/>
        </pc:sldMkLst>
      </pc:sldChg>
      <pc:sldChg chg="modSp new mod">
        <pc:chgData name="鈴木 秀規" userId="f68c5fd9-22d5-4c0a-9833-7fb0f5135313" providerId="ADAL" clId="{AE171C9D-A8B3-4AB5-91C0-52B3AD443501}" dt="2021-01-28T09:16:44.910" v="513"/>
        <pc:sldMkLst>
          <pc:docMk/>
          <pc:sldMk cId="7551430" sldId="384"/>
        </pc:sldMkLst>
        <pc:spChg chg="mod">
          <ac:chgData name="鈴木 秀規" userId="f68c5fd9-22d5-4c0a-9833-7fb0f5135313" providerId="ADAL" clId="{AE171C9D-A8B3-4AB5-91C0-52B3AD443501}" dt="2021-01-28T09:16:32.144" v="511"/>
          <ac:spMkLst>
            <pc:docMk/>
            <pc:sldMk cId="7551430" sldId="384"/>
            <ac:spMk id="3" creationId="{F03498AB-4692-4037-8A47-948C7AADF903}"/>
          </ac:spMkLst>
        </pc:spChg>
        <pc:spChg chg="mod">
          <ac:chgData name="鈴木 秀規" userId="f68c5fd9-22d5-4c0a-9833-7fb0f5135313" providerId="ADAL" clId="{AE171C9D-A8B3-4AB5-91C0-52B3AD443501}" dt="2021-01-28T09:16:44.910" v="513"/>
          <ac:spMkLst>
            <pc:docMk/>
            <pc:sldMk cId="7551430" sldId="384"/>
            <ac:spMk id="5" creationId="{6A3899EF-4253-40DE-94E2-2C6A2507B6E7}"/>
          </ac:spMkLst>
        </pc:spChg>
      </pc:sldChg>
      <pc:sldChg chg="del">
        <pc:chgData name="鈴木 秀規" userId="f68c5fd9-22d5-4c0a-9833-7fb0f5135313" providerId="ADAL" clId="{AE171C9D-A8B3-4AB5-91C0-52B3AD443501}" dt="2021-01-28T08:23:42.589" v="26" actId="2696"/>
        <pc:sldMkLst>
          <pc:docMk/>
          <pc:sldMk cId="2606702251" sldId="384"/>
        </pc:sldMkLst>
      </pc:sldChg>
      <pc:sldChg chg="del">
        <pc:chgData name="鈴木 秀規" userId="f68c5fd9-22d5-4c0a-9833-7fb0f5135313" providerId="ADAL" clId="{AE171C9D-A8B3-4AB5-91C0-52B3AD443501}" dt="2021-01-28T08:23:42.589" v="26" actId="2696"/>
        <pc:sldMkLst>
          <pc:docMk/>
          <pc:sldMk cId="687702862" sldId="385"/>
        </pc:sldMkLst>
      </pc:sldChg>
      <pc:sldChg chg="del">
        <pc:chgData name="鈴木 秀規" userId="f68c5fd9-22d5-4c0a-9833-7fb0f5135313" providerId="ADAL" clId="{AE171C9D-A8B3-4AB5-91C0-52B3AD443501}" dt="2021-01-28T08:23:42.589" v="26" actId="2696"/>
        <pc:sldMkLst>
          <pc:docMk/>
          <pc:sldMk cId="1556991625" sldId="386"/>
        </pc:sldMkLst>
      </pc:sldChg>
      <pc:sldChg chg="del">
        <pc:chgData name="鈴木 秀規" userId="f68c5fd9-22d5-4c0a-9833-7fb0f5135313" providerId="ADAL" clId="{AE171C9D-A8B3-4AB5-91C0-52B3AD443501}" dt="2021-01-28T08:23:42.589" v="26" actId="2696"/>
        <pc:sldMkLst>
          <pc:docMk/>
          <pc:sldMk cId="3227213484" sldId="387"/>
        </pc:sldMkLst>
      </pc:sldChg>
      <pc:sldChg chg="del">
        <pc:chgData name="鈴木 秀規" userId="f68c5fd9-22d5-4c0a-9833-7fb0f5135313" providerId="ADAL" clId="{AE171C9D-A8B3-4AB5-91C0-52B3AD443501}" dt="2021-01-28T08:23:42.589" v="26" actId="2696"/>
        <pc:sldMkLst>
          <pc:docMk/>
          <pc:sldMk cId="2658651072" sldId="388"/>
        </pc:sldMkLst>
      </pc:sldChg>
      <pc:sldChg chg="del">
        <pc:chgData name="鈴木 秀規" userId="f68c5fd9-22d5-4c0a-9833-7fb0f5135313" providerId="ADAL" clId="{AE171C9D-A8B3-4AB5-91C0-52B3AD443501}" dt="2021-01-28T08:23:42.589" v="26" actId="2696"/>
        <pc:sldMkLst>
          <pc:docMk/>
          <pc:sldMk cId="91634463" sldId="389"/>
        </pc:sldMkLst>
      </pc:sldChg>
      <pc:sldChg chg="del">
        <pc:chgData name="鈴木 秀規" userId="f68c5fd9-22d5-4c0a-9833-7fb0f5135313" providerId="ADAL" clId="{AE171C9D-A8B3-4AB5-91C0-52B3AD443501}" dt="2021-01-28T08:23:42.589" v="26" actId="2696"/>
        <pc:sldMkLst>
          <pc:docMk/>
          <pc:sldMk cId="2320300325" sldId="390"/>
        </pc:sldMkLst>
      </pc:sldChg>
      <pc:sldChg chg="del">
        <pc:chgData name="鈴木 秀規" userId="f68c5fd9-22d5-4c0a-9833-7fb0f5135313" providerId="ADAL" clId="{AE171C9D-A8B3-4AB5-91C0-52B3AD443501}" dt="2021-01-28T08:23:42.589" v="26" actId="2696"/>
        <pc:sldMkLst>
          <pc:docMk/>
          <pc:sldMk cId="1037775335" sldId="391"/>
        </pc:sldMkLst>
      </pc:sldChg>
      <pc:sldChg chg="del">
        <pc:chgData name="鈴木 秀規" userId="f68c5fd9-22d5-4c0a-9833-7fb0f5135313" providerId="ADAL" clId="{AE171C9D-A8B3-4AB5-91C0-52B3AD443501}" dt="2021-01-28T08:23:42.589" v="26" actId="2696"/>
        <pc:sldMkLst>
          <pc:docMk/>
          <pc:sldMk cId="1989164865" sldId="392"/>
        </pc:sldMkLst>
      </pc:sldChg>
      <pc:sldChg chg="del">
        <pc:chgData name="鈴木 秀規" userId="f68c5fd9-22d5-4c0a-9833-7fb0f5135313" providerId="ADAL" clId="{AE171C9D-A8B3-4AB5-91C0-52B3AD443501}" dt="2021-01-28T08:23:42.589" v="26" actId="2696"/>
        <pc:sldMkLst>
          <pc:docMk/>
          <pc:sldMk cId="3817722397" sldId="393"/>
        </pc:sldMkLst>
      </pc:sldChg>
      <pc:sldChg chg="del">
        <pc:chgData name="鈴木 秀規" userId="f68c5fd9-22d5-4c0a-9833-7fb0f5135313" providerId="ADAL" clId="{AE171C9D-A8B3-4AB5-91C0-52B3AD443501}" dt="2021-01-28T08:23:42.589" v="26" actId="2696"/>
        <pc:sldMkLst>
          <pc:docMk/>
          <pc:sldMk cId="2635548106" sldId="394"/>
        </pc:sldMkLst>
      </pc:sldChg>
      <pc:sldChg chg="del">
        <pc:chgData name="鈴木 秀規" userId="f68c5fd9-22d5-4c0a-9833-7fb0f5135313" providerId="ADAL" clId="{AE171C9D-A8B3-4AB5-91C0-52B3AD443501}" dt="2021-01-28T08:23:42.589" v="26" actId="2696"/>
        <pc:sldMkLst>
          <pc:docMk/>
          <pc:sldMk cId="436757555" sldId="395"/>
        </pc:sldMkLst>
      </pc:sldChg>
      <pc:sldChg chg="del">
        <pc:chgData name="鈴木 秀規" userId="f68c5fd9-22d5-4c0a-9833-7fb0f5135313" providerId="ADAL" clId="{AE171C9D-A8B3-4AB5-91C0-52B3AD443501}" dt="2021-01-28T08:23:42.589" v="26" actId="2696"/>
        <pc:sldMkLst>
          <pc:docMk/>
          <pc:sldMk cId="3553494220" sldId="396"/>
        </pc:sldMkLst>
      </pc:sldChg>
    </pc:docChg>
  </pc:docChgLst>
  <pc:docChgLst>
    <pc:chgData name="鈴木 秀規" userId="f68c5fd9-22d5-4c0a-9833-7fb0f5135313" providerId="ADAL" clId="{BE39BC92-915D-4BE9-AEA4-43CFA5564052}"/>
    <pc:docChg chg="undo custSel addSld delSld modSld">
      <pc:chgData name="鈴木 秀規" userId="f68c5fd9-22d5-4c0a-9833-7fb0f5135313" providerId="ADAL" clId="{BE39BC92-915D-4BE9-AEA4-43CFA5564052}" dt="2021-01-28T04:49:57.117" v="1481" actId="2696"/>
      <pc:docMkLst>
        <pc:docMk/>
      </pc:docMkLst>
      <pc:sldChg chg="modSp mod">
        <pc:chgData name="鈴木 秀規" userId="f68c5fd9-22d5-4c0a-9833-7fb0f5135313" providerId="ADAL" clId="{BE39BC92-915D-4BE9-AEA4-43CFA5564052}" dt="2021-01-28T02:07:33.365" v="8" actId="20577"/>
        <pc:sldMkLst>
          <pc:docMk/>
          <pc:sldMk cId="0" sldId="256"/>
        </pc:sldMkLst>
        <pc:spChg chg="mod">
          <ac:chgData name="鈴木 秀規" userId="f68c5fd9-22d5-4c0a-9833-7fb0f5135313" providerId="ADAL" clId="{BE39BC92-915D-4BE9-AEA4-43CFA5564052}" dt="2021-01-28T02:07:33.365" v="8" actId="20577"/>
          <ac:spMkLst>
            <pc:docMk/>
            <pc:sldMk cId="0" sldId="256"/>
            <ac:spMk id="56" creationId="{00000000-0000-0000-0000-000000000000}"/>
          </ac:spMkLst>
        </pc:spChg>
      </pc:sldChg>
      <pc:sldChg chg="del">
        <pc:chgData name="鈴木 秀規" userId="f68c5fd9-22d5-4c0a-9833-7fb0f5135313" providerId="ADAL" clId="{BE39BC92-915D-4BE9-AEA4-43CFA5564052}" dt="2021-01-28T02:09:51.679" v="33" actId="2696"/>
        <pc:sldMkLst>
          <pc:docMk/>
          <pc:sldMk cId="1859091905" sldId="362"/>
        </pc:sldMkLst>
      </pc:sldChg>
      <pc:sldChg chg="del">
        <pc:chgData name="鈴木 秀規" userId="f68c5fd9-22d5-4c0a-9833-7fb0f5135313" providerId="ADAL" clId="{BE39BC92-915D-4BE9-AEA4-43CFA5564052}" dt="2021-01-28T02:07:53.316" v="9" actId="2696"/>
        <pc:sldMkLst>
          <pc:docMk/>
          <pc:sldMk cId="2294830573" sldId="363"/>
        </pc:sldMkLst>
      </pc:sldChg>
      <pc:sldChg chg="addSp delSp modSp new mod modClrScheme chgLayout">
        <pc:chgData name="鈴木 秀規" userId="f68c5fd9-22d5-4c0a-9833-7fb0f5135313" providerId="ADAL" clId="{BE39BC92-915D-4BE9-AEA4-43CFA5564052}" dt="2021-01-28T02:09:40.539" v="32" actId="207"/>
        <pc:sldMkLst>
          <pc:docMk/>
          <pc:sldMk cId="2397736379" sldId="363"/>
        </pc:sldMkLst>
        <pc:spChg chg="del mod ord">
          <ac:chgData name="鈴木 秀規" userId="f68c5fd9-22d5-4c0a-9833-7fb0f5135313" providerId="ADAL" clId="{BE39BC92-915D-4BE9-AEA4-43CFA5564052}" dt="2021-01-28T02:08:17.136" v="11" actId="700"/>
          <ac:spMkLst>
            <pc:docMk/>
            <pc:sldMk cId="2397736379" sldId="363"/>
            <ac:spMk id="2" creationId="{ECF94125-F70F-4DFD-9A24-1605B41C084D}"/>
          </ac:spMkLst>
        </pc:spChg>
        <pc:spChg chg="del mod ord">
          <ac:chgData name="鈴木 秀規" userId="f68c5fd9-22d5-4c0a-9833-7fb0f5135313" providerId="ADAL" clId="{BE39BC92-915D-4BE9-AEA4-43CFA5564052}" dt="2021-01-28T02:08:17.136" v="11" actId="700"/>
          <ac:spMkLst>
            <pc:docMk/>
            <pc:sldMk cId="2397736379" sldId="363"/>
            <ac:spMk id="3" creationId="{D95523EC-6C8F-490C-93CB-26DFD358471E}"/>
          </ac:spMkLst>
        </pc:spChg>
        <pc:spChg chg="mod ord">
          <ac:chgData name="鈴木 秀規" userId="f68c5fd9-22d5-4c0a-9833-7fb0f5135313" providerId="ADAL" clId="{BE39BC92-915D-4BE9-AEA4-43CFA5564052}" dt="2021-01-28T02:08:17.136" v="11" actId="700"/>
          <ac:spMkLst>
            <pc:docMk/>
            <pc:sldMk cId="2397736379" sldId="363"/>
            <ac:spMk id="4" creationId="{DE764CD8-0B12-484E-890C-8A5A26296D13}"/>
          </ac:spMkLst>
        </pc:spChg>
        <pc:spChg chg="mod ord">
          <ac:chgData name="鈴木 秀規" userId="f68c5fd9-22d5-4c0a-9833-7fb0f5135313" providerId="ADAL" clId="{BE39BC92-915D-4BE9-AEA4-43CFA5564052}" dt="2021-01-28T02:08:17.136" v="11" actId="700"/>
          <ac:spMkLst>
            <pc:docMk/>
            <pc:sldMk cId="2397736379" sldId="363"/>
            <ac:spMk id="5" creationId="{433B62C4-B6B9-4622-B802-69C25D6F2A49}"/>
          </ac:spMkLst>
        </pc:spChg>
        <pc:spChg chg="del">
          <ac:chgData name="鈴木 秀規" userId="f68c5fd9-22d5-4c0a-9833-7fb0f5135313" providerId="ADAL" clId="{BE39BC92-915D-4BE9-AEA4-43CFA5564052}" dt="2021-01-28T02:08:17.136" v="11" actId="700"/>
          <ac:spMkLst>
            <pc:docMk/>
            <pc:sldMk cId="2397736379" sldId="363"/>
            <ac:spMk id="6" creationId="{AB0A71B5-7DD3-4736-905A-46EED9A1D167}"/>
          </ac:spMkLst>
        </pc:spChg>
        <pc:spChg chg="add mod ord">
          <ac:chgData name="鈴木 秀規" userId="f68c5fd9-22d5-4c0a-9833-7fb0f5135313" providerId="ADAL" clId="{BE39BC92-915D-4BE9-AEA4-43CFA5564052}" dt="2021-01-28T02:08:25.553" v="12"/>
          <ac:spMkLst>
            <pc:docMk/>
            <pc:sldMk cId="2397736379" sldId="363"/>
            <ac:spMk id="7" creationId="{9630AD22-E64D-4A96-B059-2AF9F6580C25}"/>
          </ac:spMkLst>
        </pc:spChg>
        <pc:spChg chg="add mod ord">
          <ac:chgData name="鈴木 秀規" userId="f68c5fd9-22d5-4c0a-9833-7fb0f5135313" providerId="ADAL" clId="{BE39BC92-915D-4BE9-AEA4-43CFA5564052}" dt="2021-01-28T02:09:40.539" v="32" actId="207"/>
          <ac:spMkLst>
            <pc:docMk/>
            <pc:sldMk cId="2397736379" sldId="363"/>
            <ac:spMk id="8" creationId="{787CF02A-01AB-4517-BA3E-25572FA82648}"/>
          </ac:spMkLst>
        </pc:spChg>
      </pc:sldChg>
      <pc:sldChg chg="addSp modSp new mod">
        <pc:chgData name="鈴木 秀規" userId="f68c5fd9-22d5-4c0a-9833-7fb0f5135313" providerId="ADAL" clId="{BE39BC92-915D-4BE9-AEA4-43CFA5564052}" dt="2021-01-28T02:12:44.068" v="68" actId="207"/>
        <pc:sldMkLst>
          <pc:docMk/>
          <pc:sldMk cId="655144691" sldId="364"/>
        </pc:sldMkLst>
        <pc:spChg chg="mod">
          <ac:chgData name="鈴木 秀規" userId="f68c5fd9-22d5-4c0a-9833-7fb0f5135313" providerId="ADAL" clId="{BE39BC92-915D-4BE9-AEA4-43CFA5564052}" dt="2021-01-28T02:10:01.652" v="35"/>
          <ac:spMkLst>
            <pc:docMk/>
            <pc:sldMk cId="655144691" sldId="364"/>
            <ac:spMk id="3" creationId="{54E60DEB-3CF0-4D89-AB0B-045AFE2F15B2}"/>
          </ac:spMkLst>
        </pc:spChg>
        <pc:spChg chg="mod">
          <ac:chgData name="鈴木 秀規" userId="f68c5fd9-22d5-4c0a-9833-7fb0f5135313" providerId="ADAL" clId="{BE39BC92-915D-4BE9-AEA4-43CFA5564052}" dt="2021-01-28T02:11:56.237" v="60" actId="14100"/>
          <ac:spMkLst>
            <pc:docMk/>
            <pc:sldMk cId="655144691" sldId="364"/>
            <ac:spMk id="5" creationId="{D4511741-E9E3-4257-8CFE-534B1CA03E7B}"/>
          </ac:spMkLst>
        </pc:spChg>
        <pc:spChg chg="mod">
          <ac:chgData name="鈴木 秀規" userId="f68c5fd9-22d5-4c0a-9833-7fb0f5135313" providerId="ADAL" clId="{BE39BC92-915D-4BE9-AEA4-43CFA5564052}" dt="2021-01-28T02:10:35.039" v="42" actId="2711"/>
          <ac:spMkLst>
            <pc:docMk/>
            <pc:sldMk cId="655144691" sldId="364"/>
            <ac:spMk id="7" creationId="{6DCB21D9-A62A-455C-BDC9-4D9B5095E8ED}"/>
          </ac:spMkLst>
        </pc:spChg>
        <pc:spChg chg="mod">
          <ac:chgData name="鈴木 秀規" userId="f68c5fd9-22d5-4c0a-9833-7fb0f5135313" providerId="ADAL" clId="{BE39BC92-915D-4BE9-AEA4-43CFA5564052}" dt="2021-01-28T02:10:35.039" v="42" actId="2711"/>
          <ac:spMkLst>
            <pc:docMk/>
            <pc:sldMk cId="655144691" sldId="364"/>
            <ac:spMk id="8" creationId="{23C05CFD-5519-42FD-9E09-8924C155AA3B}"/>
          </ac:spMkLst>
        </pc:spChg>
        <pc:spChg chg="mod">
          <ac:chgData name="鈴木 秀規" userId="f68c5fd9-22d5-4c0a-9833-7fb0f5135313" providerId="ADAL" clId="{BE39BC92-915D-4BE9-AEA4-43CFA5564052}" dt="2021-01-28T02:10:35.039" v="42" actId="2711"/>
          <ac:spMkLst>
            <pc:docMk/>
            <pc:sldMk cId="655144691" sldId="364"/>
            <ac:spMk id="9" creationId="{AF9DA8F2-FC02-49C9-9EED-291488A6FDAC}"/>
          </ac:spMkLst>
        </pc:spChg>
        <pc:spChg chg="mod">
          <ac:chgData name="鈴木 秀規" userId="f68c5fd9-22d5-4c0a-9833-7fb0f5135313" providerId="ADAL" clId="{BE39BC92-915D-4BE9-AEA4-43CFA5564052}" dt="2021-01-28T02:10:35.039" v="42" actId="2711"/>
          <ac:spMkLst>
            <pc:docMk/>
            <pc:sldMk cId="655144691" sldId="364"/>
            <ac:spMk id="10" creationId="{F162C742-F2D1-4E3F-B9B5-1B59E1BAF548}"/>
          </ac:spMkLst>
        </pc:spChg>
        <pc:spChg chg="mod">
          <ac:chgData name="鈴木 秀規" userId="f68c5fd9-22d5-4c0a-9833-7fb0f5135313" providerId="ADAL" clId="{BE39BC92-915D-4BE9-AEA4-43CFA5564052}" dt="2021-01-28T02:10:35.039" v="42" actId="2711"/>
          <ac:spMkLst>
            <pc:docMk/>
            <pc:sldMk cId="655144691" sldId="364"/>
            <ac:spMk id="11" creationId="{7F343D24-C241-43FF-85F4-AFF6B6B72916}"/>
          </ac:spMkLst>
        </pc:spChg>
        <pc:spChg chg="mod">
          <ac:chgData name="鈴木 秀規" userId="f68c5fd9-22d5-4c0a-9833-7fb0f5135313" providerId="ADAL" clId="{BE39BC92-915D-4BE9-AEA4-43CFA5564052}" dt="2021-01-28T02:10:35.039" v="42" actId="2711"/>
          <ac:spMkLst>
            <pc:docMk/>
            <pc:sldMk cId="655144691" sldId="364"/>
            <ac:spMk id="12" creationId="{56B27176-02CE-41EA-8E3D-CB068F79DFE4}"/>
          </ac:spMkLst>
        </pc:spChg>
        <pc:spChg chg="mod">
          <ac:chgData name="鈴木 秀規" userId="f68c5fd9-22d5-4c0a-9833-7fb0f5135313" providerId="ADAL" clId="{BE39BC92-915D-4BE9-AEA4-43CFA5564052}" dt="2021-01-28T02:10:35.039" v="42" actId="2711"/>
          <ac:spMkLst>
            <pc:docMk/>
            <pc:sldMk cId="655144691" sldId="364"/>
            <ac:spMk id="13" creationId="{BE7959ED-1898-4CA0-98A9-01976F9401FE}"/>
          </ac:spMkLst>
        </pc:spChg>
        <pc:spChg chg="add mod">
          <ac:chgData name="鈴木 秀規" userId="f68c5fd9-22d5-4c0a-9833-7fb0f5135313" providerId="ADAL" clId="{BE39BC92-915D-4BE9-AEA4-43CFA5564052}" dt="2021-01-28T02:11:49.243" v="58" actId="164"/>
          <ac:spMkLst>
            <pc:docMk/>
            <pc:sldMk cId="655144691" sldId="364"/>
            <ac:spMk id="14" creationId="{115BB9DC-9006-42FC-89B8-95AD8402514F}"/>
          </ac:spMkLst>
        </pc:spChg>
        <pc:spChg chg="add mod">
          <ac:chgData name="鈴木 秀規" userId="f68c5fd9-22d5-4c0a-9833-7fb0f5135313" providerId="ADAL" clId="{BE39BC92-915D-4BE9-AEA4-43CFA5564052}" dt="2021-01-28T02:11:49.243" v="58" actId="164"/>
          <ac:spMkLst>
            <pc:docMk/>
            <pc:sldMk cId="655144691" sldId="364"/>
            <ac:spMk id="15" creationId="{F5252EAB-166B-4928-B8DF-79EE13DE20C2}"/>
          </ac:spMkLst>
        </pc:spChg>
        <pc:spChg chg="add mod">
          <ac:chgData name="鈴木 秀規" userId="f68c5fd9-22d5-4c0a-9833-7fb0f5135313" providerId="ADAL" clId="{BE39BC92-915D-4BE9-AEA4-43CFA5564052}" dt="2021-01-28T02:11:49.243" v="58" actId="164"/>
          <ac:spMkLst>
            <pc:docMk/>
            <pc:sldMk cId="655144691" sldId="364"/>
            <ac:spMk id="16" creationId="{1EBB0533-3B6B-4153-99FF-60DA3A5C87FE}"/>
          </ac:spMkLst>
        </pc:spChg>
        <pc:spChg chg="add mod">
          <ac:chgData name="鈴木 秀規" userId="f68c5fd9-22d5-4c0a-9833-7fb0f5135313" providerId="ADAL" clId="{BE39BC92-915D-4BE9-AEA4-43CFA5564052}" dt="2021-01-28T02:11:49.243" v="58" actId="164"/>
          <ac:spMkLst>
            <pc:docMk/>
            <pc:sldMk cId="655144691" sldId="364"/>
            <ac:spMk id="17" creationId="{E2E073F8-32E6-4D79-8C97-BAB3A6BFE6F8}"/>
          </ac:spMkLst>
        </pc:spChg>
        <pc:spChg chg="add mod">
          <ac:chgData name="鈴木 秀規" userId="f68c5fd9-22d5-4c0a-9833-7fb0f5135313" providerId="ADAL" clId="{BE39BC92-915D-4BE9-AEA4-43CFA5564052}" dt="2021-01-28T02:11:49.243" v="58" actId="164"/>
          <ac:spMkLst>
            <pc:docMk/>
            <pc:sldMk cId="655144691" sldId="364"/>
            <ac:spMk id="18" creationId="{3015448E-7458-44DA-8693-648E12BF0C31}"/>
          </ac:spMkLst>
        </pc:spChg>
        <pc:spChg chg="add mod">
          <ac:chgData name="鈴木 秀規" userId="f68c5fd9-22d5-4c0a-9833-7fb0f5135313" providerId="ADAL" clId="{BE39BC92-915D-4BE9-AEA4-43CFA5564052}" dt="2021-01-28T02:11:49.243" v="58" actId="164"/>
          <ac:spMkLst>
            <pc:docMk/>
            <pc:sldMk cId="655144691" sldId="364"/>
            <ac:spMk id="19" creationId="{3005D83C-B7EC-4DA8-8ECE-3DE2BE5A30E3}"/>
          </ac:spMkLst>
        </pc:spChg>
        <pc:spChg chg="add mod ord">
          <ac:chgData name="鈴木 秀規" userId="f68c5fd9-22d5-4c0a-9833-7fb0f5135313" providerId="ADAL" clId="{BE39BC92-915D-4BE9-AEA4-43CFA5564052}" dt="2021-01-28T02:11:49.243" v="58" actId="164"/>
          <ac:spMkLst>
            <pc:docMk/>
            <pc:sldMk cId="655144691" sldId="364"/>
            <ac:spMk id="20" creationId="{794B0652-4AF5-4519-B01F-F5AE0D5AB1CA}"/>
          </ac:spMkLst>
        </pc:spChg>
        <pc:spChg chg="add mod">
          <ac:chgData name="鈴木 秀規" userId="f68c5fd9-22d5-4c0a-9833-7fb0f5135313" providerId="ADAL" clId="{BE39BC92-915D-4BE9-AEA4-43CFA5564052}" dt="2021-01-28T02:12:44.068" v="68" actId="207"/>
          <ac:spMkLst>
            <pc:docMk/>
            <pc:sldMk cId="655144691" sldId="364"/>
            <ac:spMk id="22" creationId="{6269760F-A874-4513-8213-97598B0F505A}"/>
          </ac:spMkLst>
        </pc:spChg>
        <pc:grpChg chg="add mod">
          <ac:chgData name="鈴木 秀規" userId="f68c5fd9-22d5-4c0a-9833-7fb0f5135313" providerId="ADAL" clId="{BE39BC92-915D-4BE9-AEA4-43CFA5564052}" dt="2021-01-28T02:11:49.243" v="58" actId="164"/>
          <ac:grpSpMkLst>
            <pc:docMk/>
            <pc:sldMk cId="655144691" sldId="364"/>
            <ac:grpSpMk id="6" creationId="{1024C8AB-1378-4703-8FB6-E8F322F41B16}"/>
          </ac:grpSpMkLst>
        </pc:grpChg>
        <pc:grpChg chg="add mod">
          <ac:chgData name="鈴木 秀規" userId="f68c5fd9-22d5-4c0a-9833-7fb0f5135313" providerId="ADAL" clId="{BE39BC92-915D-4BE9-AEA4-43CFA5564052}" dt="2021-01-28T02:11:52.630" v="59" actId="1076"/>
          <ac:grpSpMkLst>
            <pc:docMk/>
            <pc:sldMk cId="655144691" sldId="364"/>
            <ac:grpSpMk id="21" creationId="{7A7ACBB5-4C1B-46A7-927D-81EB144B3E37}"/>
          </ac:grpSpMkLst>
        </pc:grpChg>
      </pc:sldChg>
      <pc:sldChg chg="del">
        <pc:chgData name="鈴木 秀規" userId="f68c5fd9-22d5-4c0a-9833-7fb0f5135313" providerId="ADAL" clId="{BE39BC92-915D-4BE9-AEA4-43CFA5564052}" dt="2021-01-28T02:07:53.316" v="9" actId="2696"/>
        <pc:sldMkLst>
          <pc:docMk/>
          <pc:sldMk cId="1110472243" sldId="364"/>
        </pc:sldMkLst>
      </pc:sldChg>
      <pc:sldChg chg="del">
        <pc:chgData name="鈴木 秀規" userId="f68c5fd9-22d5-4c0a-9833-7fb0f5135313" providerId="ADAL" clId="{BE39BC92-915D-4BE9-AEA4-43CFA5564052}" dt="2021-01-28T02:07:53.316" v="9" actId="2696"/>
        <pc:sldMkLst>
          <pc:docMk/>
          <pc:sldMk cId="2023125260" sldId="365"/>
        </pc:sldMkLst>
      </pc:sldChg>
      <pc:sldChg chg="addSp modSp new mod">
        <pc:chgData name="鈴木 秀規" userId="f68c5fd9-22d5-4c0a-9833-7fb0f5135313" providerId="ADAL" clId="{BE39BC92-915D-4BE9-AEA4-43CFA5564052}" dt="2021-01-28T02:18:54.305" v="324" actId="12385"/>
        <pc:sldMkLst>
          <pc:docMk/>
          <pc:sldMk cId="3025764782" sldId="365"/>
        </pc:sldMkLst>
        <pc:spChg chg="mod">
          <ac:chgData name="鈴木 秀規" userId="f68c5fd9-22d5-4c0a-9833-7fb0f5135313" providerId="ADAL" clId="{BE39BC92-915D-4BE9-AEA4-43CFA5564052}" dt="2021-01-28T02:13:06.887" v="70"/>
          <ac:spMkLst>
            <pc:docMk/>
            <pc:sldMk cId="3025764782" sldId="365"/>
            <ac:spMk id="3" creationId="{6B20F84A-74E9-4AE6-9643-9ED31F4B5BFB}"/>
          </ac:spMkLst>
        </pc:spChg>
        <pc:spChg chg="mod">
          <ac:chgData name="鈴木 秀規" userId="f68c5fd9-22d5-4c0a-9833-7fb0f5135313" providerId="ADAL" clId="{BE39BC92-915D-4BE9-AEA4-43CFA5564052}" dt="2021-01-28T02:14:02.162" v="83" actId="14100"/>
          <ac:spMkLst>
            <pc:docMk/>
            <pc:sldMk cId="3025764782" sldId="365"/>
            <ac:spMk id="5" creationId="{62359AF8-7954-46A8-94DD-32F6059CB2B7}"/>
          </ac:spMkLst>
        </pc:spChg>
        <pc:spChg chg="add mod">
          <ac:chgData name="鈴木 秀規" userId="f68c5fd9-22d5-4c0a-9833-7fb0f5135313" providerId="ADAL" clId="{BE39BC92-915D-4BE9-AEA4-43CFA5564052}" dt="2021-01-28T02:18:20.274" v="323" actId="207"/>
          <ac:spMkLst>
            <pc:docMk/>
            <pc:sldMk cId="3025764782" sldId="365"/>
            <ac:spMk id="7" creationId="{4BB5458C-2295-4333-908D-3684DE458D08}"/>
          </ac:spMkLst>
        </pc:spChg>
        <pc:spChg chg="add mod">
          <ac:chgData name="鈴木 秀規" userId="f68c5fd9-22d5-4c0a-9833-7fb0f5135313" providerId="ADAL" clId="{BE39BC92-915D-4BE9-AEA4-43CFA5564052}" dt="2021-01-28T02:18:20.274" v="323" actId="207"/>
          <ac:spMkLst>
            <pc:docMk/>
            <pc:sldMk cId="3025764782" sldId="365"/>
            <ac:spMk id="8" creationId="{6B2668E2-1D6A-42ED-904A-CC96DFD8A4FA}"/>
          </ac:spMkLst>
        </pc:spChg>
        <pc:spChg chg="add mod">
          <ac:chgData name="鈴木 秀規" userId="f68c5fd9-22d5-4c0a-9833-7fb0f5135313" providerId="ADAL" clId="{BE39BC92-915D-4BE9-AEA4-43CFA5564052}" dt="2021-01-28T02:18:20.274" v="323" actId="207"/>
          <ac:spMkLst>
            <pc:docMk/>
            <pc:sldMk cId="3025764782" sldId="365"/>
            <ac:spMk id="9" creationId="{5A2F7215-6636-4AE3-AE50-5A3767DA50CC}"/>
          </ac:spMkLst>
        </pc:spChg>
        <pc:spChg chg="add mod">
          <ac:chgData name="鈴木 秀規" userId="f68c5fd9-22d5-4c0a-9833-7fb0f5135313" providerId="ADAL" clId="{BE39BC92-915D-4BE9-AEA4-43CFA5564052}" dt="2021-01-28T02:18:20.274" v="323" actId="207"/>
          <ac:spMkLst>
            <pc:docMk/>
            <pc:sldMk cId="3025764782" sldId="365"/>
            <ac:spMk id="10" creationId="{B9A49085-154E-4FAB-9546-485C6C12A9DC}"/>
          </ac:spMkLst>
        </pc:spChg>
        <pc:graphicFrameChg chg="add mod modGraphic">
          <ac:chgData name="鈴木 秀規" userId="f68c5fd9-22d5-4c0a-9833-7fb0f5135313" providerId="ADAL" clId="{BE39BC92-915D-4BE9-AEA4-43CFA5564052}" dt="2021-01-28T02:18:54.305" v="324" actId="12385"/>
          <ac:graphicFrameMkLst>
            <pc:docMk/>
            <pc:sldMk cId="3025764782" sldId="365"/>
            <ac:graphicFrameMk id="6" creationId="{44380A86-AA42-4DB7-A671-620E8EF972B8}"/>
          </ac:graphicFrameMkLst>
        </pc:graphicFrameChg>
      </pc:sldChg>
      <pc:sldChg chg="del">
        <pc:chgData name="鈴木 秀規" userId="f68c5fd9-22d5-4c0a-9833-7fb0f5135313" providerId="ADAL" clId="{BE39BC92-915D-4BE9-AEA4-43CFA5564052}" dt="2021-01-28T02:07:53.316" v="9" actId="2696"/>
        <pc:sldMkLst>
          <pc:docMk/>
          <pc:sldMk cId="597858556" sldId="366"/>
        </pc:sldMkLst>
      </pc:sldChg>
      <pc:sldChg chg="addSp modSp new mod">
        <pc:chgData name="鈴木 秀規" userId="f68c5fd9-22d5-4c0a-9833-7fb0f5135313" providerId="ADAL" clId="{BE39BC92-915D-4BE9-AEA4-43CFA5564052}" dt="2021-01-28T02:21:18.459" v="349" actId="2711"/>
        <pc:sldMkLst>
          <pc:docMk/>
          <pc:sldMk cId="4018965676" sldId="366"/>
        </pc:sldMkLst>
        <pc:spChg chg="mod">
          <ac:chgData name="鈴木 秀規" userId="f68c5fd9-22d5-4c0a-9833-7fb0f5135313" providerId="ADAL" clId="{BE39BC92-915D-4BE9-AEA4-43CFA5564052}" dt="2021-01-28T02:20:00.769" v="326"/>
          <ac:spMkLst>
            <pc:docMk/>
            <pc:sldMk cId="4018965676" sldId="366"/>
            <ac:spMk id="3" creationId="{6065C671-29C1-42DC-9C1E-A88CECEB07A6}"/>
          </ac:spMkLst>
        </pc:spChg>
        <pc:spChg chg="mod">
          <ac:chgData name="鈴木 秀規" userId="f68c5fd9-22d5-4c0a-9833-7fb0f5135313" providerId="ADAL" clId="{BE39BC92-915D-4BE9-AEA4-43CFA5564052}" dt="2021-01-28T02:21:12.195" v="346" actId="14100"/>
          <ac:spMkLst>
            <pc:docMk/>
            <pc:sldMk cId="4018965676" sldId="366"/>
            <ac:spMk id="5" creationId="{35CC0BAD-936C-4EB6-92E1-56B969F9F1E7}"/>
          </ac:spMkLst>
        </pc:spChg>
        <pc:spChg chg="add mod">
          <ac:chgData name="鈴木 秀規" userId="f68c5fd9-22d5-4c0a-9833-7fb0f5135313" providerId="ADAL" clId="{BE39BC92-915D-4BE9-AEA4-43CFA5564052}" dt="2021-01-28T02:21:18.459" v="349" actId="2711"/>
          <ac:spMkLst>
            <pc:docMk/>
            <pc:sldMk cId="4018965676" sldId="366"/>
            <ac:spMk id="6" creationId="{2221DFF8-72C3-4060-B108-4E7A7779EDF8}"/>
          </ac:spMkLst>
        </pc:spChg>
      </pc:sldChg>
      <pc:sldChg chg="addSp delSp modSp new mod">
        <pc:chgData name="鈴木 秀規" userId="f68c5fd9-22d5-4c0a-9833-7fb0f5135313" providerId="ADAL" clId="{BE39BC92-915D-4BE9-AEA4-43CFA5564052}" dt="2021-01-28T03:28:53.898" v="519" actId="207"/>
        <pc:sldMkLst>
          <pc:docMk/>
          <pc:sldMk cId="2327445248" sldId="367"/>
        </pc:sldMkLst>
        <pc:spChg chg="mod">
          <ac:chgData name="鈴木 秀規" userId="f68c5fd9-22d5-4c0a-9833-7fb0f5135313" providerId="ADAL" clId="{BE39BC92-915D-4BE9-AEA4-43CFA5564052}" dt="2021-01-28T02:21:33.854" v="351"/>
          <ac:spMkLst>
            <pc:docMk/>
            <pc:sldMk cId="2327445248" sldId="367"/>
            <ac:spMk id="3" creationId="{DC9775AD-DF08-487A-8150-66A5547804BA}"/>
          </ac:spMkLst>
        </pc:spChg>
        <pc:spChg chg="add del mod">
          <ac:chgData name="鈴木 秀規" userId="f68c5fd9-22d5-4c0a-9833-7fb0f5135313" providerId="ADAL" clId="{BE39BC92-915D-4BE9-AEA4-43CFA5564052}" dt="2021-01-28T02:27:12.713" v="463" actId="1076"/>
          <ac:spMkLst>
            <pc:docMk/>
            <pc:sldMk cId="2327445248" sldId="367"/>
            <ac:spMk id="5" creationId="{F6F2B032-1854-426E-853D-2DDB691ABD42}"/>
          </ac:spMkLst>
        </pc:spChg>
        <pc:spChg chg="add del mod">
          <ac:chgData name="鈴木 秀規" userId="f68c5fd9-22d5-4c0a-9833-7fb0f5135313" providerId="ADAL" clId="{BE39BC92-915D-4BE9-AEA4-43CFA5564052}" dt="2021-01-28T02:23:28.422" v="393" actId="21"/>
          <ac:spMkLst>
            <pc:docMk/>
            <pc:sldMk cId="2327445248" sldId="367"/>
            <ac:spMk id="7" creationId="{2C8121B7-7B73-4CF8-9B38-1985AD6689A3}"/>
          </ac:spMkLst>
        </pc:spChg>
        <pc:spChg chg="add del mod">
          <ac:chgData name="鈴木 秀規" userId="f68c5fd9-22d5-4c0a-9833-7fb0f5135313" providerId="ADAL" clId="{BE39BC92-915D-4BE9-AEA4-43CFA5564052}" dt="2021-01-28T02:23:34.979" v="396"/>
          <ac:spMkLst>
            <pc:docMk/>
            <pc:sldMk cId="2327445248" sldId="367"/>
            <ac:spMk id="8" creationId="{BA8392B6-C7A7-411F-8F37-EA78C90F9C2A}"/>
          </ac:spMkLst>
        </pc:spChg>
        <pc:spChg chg="add mod">
          <ac:chgData name="鈴木 秀規" userId="f68c5fd9-22d5-4c0a-9833-7fb0f5135313" providerId="ADAL" clId="{BE39BC92-915D-4BE9-AEA4-43CFA5564052}" dt="2021-01-28T02:25:33.653" v="447" actId="404"/>
          <ac:spMkLst>
            <pc:docMk/>
            <pc:sldMk cId="2327445248" sldId="367"/>
            <ac:spMk id="9" creationId="{4CD9BE09-5129-4C3B-A4FE-048849E95693}"/>
          </ac:spMkLst>
        </pc:spChg>
        <pc:spChg chg="add mod">
          <ac:chgData name="鈴木 秀規" userId="f68c5fd9-22d5-4c0a-9833-7fb0f5135313" providerId="ADAL" clId="{BE39BC92-915D-4BE9-AEA4-43CFA5564052}" dt="2021-01-28T02:25:33.653" v="447" actId="404"/>
          <ac:spMkLst>
            <pc:docMk/>
            <pc:sldMk cId="2327445248" sldId="367"/>
            <ac:spMk id="10" creationId="{62E7CF24-56CC-47C3-98B0-A46BE86CF153}"/>
          </ac:spMkLst>
        </pc:spChg>
        <pc:spChg chg="add mod">
          <ac:chgData name="鈴木 秀規" userId="f68c5fd9-22d5-4c0a-9833-7fb0f5135313" providerId="ADAL" clId="{BE39BC92-915D-4BE9-AEA4-43CFA5564052}" dt="2021-01-28T02:25:33.653" v="447" actId="404"/>
          <ac:spMkLst>
            <pc:docMk/>
            <pc:sldMk cId="2327445248" sldId="367"/>
            <ac:spMk id="11" creationId="{3FF84382-C8EB-42C6-A379-F156E0D315E0}"/>
          </ac:spMkLst>
        </pc:spChg>
        <pc:spChg chg="add del mod">
          <ac:chgData name="鈴木 秀規" userId="f68c5fd9-22d5-4c0a-9833-7fb0f5135313" providerId="ADAL" clId="{BE39BC92-915D-4BE9-AEA4-43CFA5564052}" dt="2021-01-28T02:24:03.238" v="399" actId="478"/>
          <ac:spMkLst>
            <pc:docMk/>
            <pc:sldMk cId="2327445248" sldId="367"/>
            <ac:spMk id="12" creationId="{9D56C091-0C55-4440-9277-678FBEDFEE53}"/>
          </ac:spMkLst>
        </pc:spChg>
        <pc:spChg chg="add del mod">
          <ac:chgData name="鈴木 秀規" userId="f68c5fd9-22d5-4c0a-9833-7fb0f5135313" providerId="ADAL" clId="{BE39BC92-915D-4BE9-AEA4-43CFA5564052}" dt="2021-01-28T02:24:03.238" v="399" actId="478"/>
          <ac:spMkLst>
            <pc:docMk/>
            <pc:sldMk cId="2327445248" sldId="367"/>
            <ac:spMk id="13" creationId="{41C9036D-466D-473F-9CBD-EF7336C0B96B}"/>
          </ac:spMkLst>
        </pc:spChg>
        <pc:spChg chg="add del mod">
          <ac:chgData name="鈴木 秀規" userId="f68c5fd9-22d5-4c0a-9833-7fb0f5135313" providerId="ADAL" clId="{BE39BC92-915D-4BE9-AEA4-43CFA5564052}" dt="2021-01-28T02:24:03.238" v="399" actId="478"/>
          <ac:spMkLst>
            <pc:docMk/>
            <pc:sldMk cId="2327445248" sldId="367"/>
            <ac:spMk id="14" creationId="{C85FBBCE-6672-47F7-ABB4-F250306F30B3}"/>
          </ac:spMkLst>
        </pc:spChg>
        <pc:spChg chg="add mod">
          <ac:chgData name="鈴木 秀規" userId="f68c5fd9-22d5-4c0a-9833-7fb0f5135313" providerId="ADAL" clId="{BE39BC92-915D-4BE9-AEA4-43CFA5564052}" dt="2021-01-28T02:25:36.319" v="448" actId="20577"/>
          <ac:spMkLst>
            <pc:docMk/>
            <pc:sldMk cId="2327445248" sldId="367"/>
            <ac:spMk id="15" creationId="{06BC60B0-1315-4548-80FD-D156800B6A3C}"/>
          </ac:spMkLst>
        </pc:spChg>
        <pc:spChg chg="add mod">
          <ac:chgData name="鈴木 秀規" userId="f68c5fd9-22d5-4c0a-9833-7fb0f5135313" providerId="ADAL" clId="{BE39BC92-915D-4BE9-AEA4-43CFA5564052}" dt="2021-01-28T03:28:03.464" v="503" actId="1076"/>
          <ac:spMkLst>
            <pc:docMk/>
            <pc:sldMk cId="2327445248" sldId="367"/>
            <ac:spMk id="16" creationId="{324C1AE3-2904-4520-828A-7F5E0D2E112C}"/>
          </ac:spMkLst>
        </pc:spChg>
        <pc:spChg chg="add del mod">
          <ac:chgData name="鈴木 秀規" userId="f68c5fd9-22d5-4c0a-9833-7fb0f5135313" providerId="ADAL" clId="{BE39BC92-915D-4BE9-AEA4-43CFA5564052}" dt="2021-01-28T03:27:55.954" v="502" actId="478"/>
          <ac:spMkLst>
            <pc:docMk/>
            <pc:sldMk cId="2327445248" sldId="367"/>
            <ac:spMk id="17" creationId="{D290F318-A1F7-4790-B832-EEA027B26901}"/>
          </ac:spMkLst>
        </pc:spChg>
        <pc:spChg chg="add mod">
          <ac:chgData name="鈴木 秀規" userId="f68c5fd9-22d5-4c0a-9833-7fb0f5135313" providerId="ADAL" clId="{BE39BC92-915D-4BE9-AEA4-43CFA5564052}" dt="2021-01-28T03:28:53.898" v="519" actId="207"/>
          <ac:spMkLst>
            <pc:docMk/>
            <pc:sldMk cId="2327445248" sldId="367"/>
            <ac:spMk id="18" creationId="{01407575-3DFD-4109-94C2-A5F86AC9B86C}"/>
          </ac:spMkLst>
        </pc:spChg>
      </pc:sldChg>
      <pc:sldChg chg="del">
        <pc:chgData name="鈴木 秀規" userId="f68c5fd9-22d5-4c0a-9833-7fb0f5135313" providerId="ADAL" clId="{BE39BC92-915D-4BE9-AEA4-43CFA5564052}" dt="2021-01-28T02:07:53.316" v="9" actId="2696"/>
        <pc:sldMkLst>
          <pc:docMk/>
          <pc:sldMk cId="3532048317" sldId="367"/>
        </pc:sldMkLst>
      </pc:sldChg>
      <pc:sldChg chg="addSp modSp new mod">
        <pc:chgData name="鈴木 秀規" userId="f68c5fd9-22d5-4c0a-9833-7fb0f5135313" providerId="ADAL" clId="{BE39BC92-915D-4BE9-AEA4-43CFA5564052}" dt="2021-01-28T03:30:10.927" v="537" actId="1076"/>
        <pc:sldMkLst>
          <pc:docMk/>
          <pc:sldMk cId="19046241" sldId="368"/>
        </pc:sldMkLst>
        <pc:spChg chg="mod">
          <ac:chgData name="鈴木 秀規" userId="f68c5fd9-22d5-4c0a-9833-7fb0f5135313" providerId="ADAL" clId="{BE39BC92-915D-4BE9-AEA4-43CFA5564052}" dt="2021-01-28T02:27:52.380" v="467"/>
          <ac:spMkLst>
            <pc:docMk/>
            <pc:sldMk cId="19046241" sldId="368"/>
            <ac:spMk id="3" creationId="{FC9C1281-C10D-4E7F-9AF6-89FF603B4C74}"/>
          </ac:spMkLst>
        </pc:spChg>
        <pc:spChg chg="mod">
          <ac:chgData name="鈴木 秀規" userId="f68c5fd9-22d5-4c0a-9833-7fb0f5135313" providerId="ADAL" clId="{BE39BC92-915D-4BE9-AEA4-43CFA5564052}" dt="2021-01-28T02:29:30.132" v="499" actId="14100"/>
          <ac:spMkLst>
            <pc:docMk/>
            <pc:sldMk cId="19046241" sldId="368"/>
            <ac:spMk id="5" creationId="{AB608DCD-A62C-492B-9BD6-076E4C270D07}"/>
          </ac:spMkLst>
        </pc:spChg>
        <pc:spChg chg="add mod">
          <ac:chgData name="鈴木 秀規" userId="f68c5fd9-22d5-4c0a-9833-7fb0f5135313" providerId="ADAL" clId="{BE39BC92-915D-4BE9-AEA4-43CFA5564052}" dt="2021-01-28T03:29:06.399" v="520"/>
          <ac:spMkLst>
            <pc:docMk/>
            <pc:sldMk cId="19046241" sldId="368"/>
            <ac:spMk id="6" creationId="{4A907D25-C3F3-4AC4-87A1-486B8B2AD49A}"/>
          </ac:spMkLst>
        </pc:spChg>
        <pc:spChg chg="add mod">
          <ac:chgData name="鈴木 秀規" userId="f68c5fd9-22d5-4c0a-9833-7fb0f5135313" providerId="ADAL" clId="{BE39BC92-915D-4BE9-AEA4-43CFA5564052}" dt="2021-01-28T03:29:06.399" v="520"/>
          <ac:spMkLst>
            <pc:docMk/>
            <pc:sldMk cId="19046241" sldId="368"/>
            <ac:spMk id="7" creationId="{811BFB9F-6064-4F41-AF6E-1F3F16C39BAB}"/>
          </ac:spMkLst>
        </pc:spChg>
        <pc:spChg chg="add mod">
          <ac:chgData name="鈴木 秀規" userId="f68c5fd9-22d5-4c0a-9833-7fb0f5135313" providerId="ADAL" clId="{BE39BC92-915D-4BE9-AEA4-43CFA5564052}" dt="2021-01-28T03:29:06.399" v="520"/>
          <ac:spMkLst>
            <pc:docMk/>
            <pc:sldMk cId="19046241" sldId="368"/>
            <ac:spMk id="8" creationId="{A2238F6F-B629-40F1-AFFC-F83AFCF0A03E}"/>
          </ac:spMkLst>
        </pc:spChg>
        <pc:spChg chg="add mod">
          <ac:chgData name="鈴木 秀規" userId="f68c5fd9-22d5-4c0a-9833-7fb0f5135313" providerId="ADAL" clId="{BE39BC92-915D-4BE9-AEA4-43CFA5564052}" dt="2021-01-28T03:29:06.399" v="520"/>
          <ac:spMkLst>
            <pc:docMk/>
            <pc:sldMk cId="19046241" sldId="368"/>
            <ac:spMk id="9" creationId="{C72FE042-B436-4C24-96D7-09A90D6817E1}"/>
          </ac:spMkLst>
        </pc:spChg>
        <pc:spChg chg="add mod">
          <ac:chgData name="鈴木 秀規" userId="f68c5fd9-22d5-4c0a-9833-7fb0f5135313" providerId="ADAL" clId="{BE39BC92-915D-4BE9-AEA4-43CFA5564052}" dt="2021-01-28T03:29:06.399" v="520"/>
          <ac:spMkLst>
            <pc:docMk/>
            <pc:sldMk cId="19046241" sldId="368"/>
            <ac:spMk id="10" creationId="{3C3D1B91-4159-44EA-8500-9DEE12086EEF}"/>
          </ac:spMkLst>
        </pc:spChg>
        <pc:spChg chg="add mod">
          <ac:chgData name="鈴木 秀規" userId="f68c5fd9-22d5-4c0a-9833-7fb0f5135313" providerId="ADAL" clId="{BE39BC92-915D-4BE9-AEA4-43CFA5564052}" dt="2021-01-28T03:29:06.399" v="520"/>
          <ac:spMkLst>
            <pc:docMk/>
            <pc:sldMk cId="19046241" sldId="368"/>
            <ac:spMk id="11" creationId="{3BF806A8-C064-4CFC-BC1C-692B306EB673}"/>
          </ac:spMkLst>
        </pc:spChg>
        <pc:spChg chg="add mod">
          <ac:chgData name="鈴木 秀規" userId="f68c5fd9-22d5-4c0a-9833-7fb0f5135313" providerId="ADAL" clId="{BE39BC92-915D-4BE9-AEA4-43CFA5564052}" dt="2021-01-28T03:29:51.219" v="531" actId="1076"/>
          <ac:spMkLst>
            <pc:docMk/>
            <pc:sldMk cId="19046241" sldId="368"/>
            <ac:spMk id="12" creationId="{EE3B6725-EF61-4BAF-B319-7E7756E54D92}"/>
          </ac:spMkLst>
        </pc:spChg>
        <pc:spChg chg="add mod">
          <ac:chgData name="鈴木 秀規" userId="f68c5fd9-22d5-4c0a-9833-7fb0f5135313" providerId="ADAL" clId="{BE39BC92-915D-4BE9-AEA4-43CFA5564052}" dt="2021-01-28T03:30:10.927" v="537" actId="1076"/>
          <ac:spMkLst>
            <pc:docMk/>
            <pc:sldMk cId="19046241" sldId="368"/>
            <ac:spMk id="13" creationId="{DB8999FD-C198-4B59-8093-E336EA6D9961}"/>
          </ac:spMkLst>
        </pc:spChg>
      </pc:sldChg>
      <pc:sldChg chg="del">
        <pc:chgData name="鈴木 秀規" userId="f68c5fd9-22d5-4c0a-9833-7fb0f5135313" providerId="ADAL" clId="{BE39BC92-915D-4BE9-AEA4-43CFA5564052}" dt="2021-01-28T02:07:53.316" v="9" actId="2696"/>
        <pc:sldMkLst>
          <pc:docMk/>
          <pc:sldMk cId="1946457624" sldId="368"/>
        </pc:sldMkLst>
      </pc:sldChg>
      <pc:sldChg chg="addSp modSp new mod">
        <pc:chgData name="鈴木 秀規" userId="f68c5fd9-22d5-4c0a-9833-7fb0f5135313" providerId="ADAL" clId="{BE39BC92-915D-4BE9-AEA4-43CFA5564052}" dt="2021-01-28T03:33:18.002" v="572" actId="2085"/>
        <pc:sldMkLst>
          <pc:docMk/>
          <pc:sldMk cId="1634234875" sldId="369"/>
        </pc:sldMkLst>
        <pc:spChg chg="mod">
          <ac:chgData name="鈴木 秀規" userId="f68c5fd9-22d5-4c0a-9833-7fb0f5135313" providerId="ADAL" clId="{BE39BC92-915D-4BE9-AEA4-43CFA5564052}" dt="2021-01-28T03:30:30.967" v="539"/>
          <ac:spMkLst>
            <pc:docMk/>
            <pc:sldMk cId="1634234875" sldId="369"/>
            <ac:spMk id="3" creationId="{369F2C59-9C4F-4D1E-A16E-5DA411534166}"/>
          </ac:spMkLst>
        </pc:spChg>
        <pc:spChg chg="mod">
          <ac:chgData name="鈴木 秀規" userId="f68c5fd9-22d5-4c0a-9833-7fb0f5135313" providerId="ADAL" clId="{BE39BC92-915D-4BE9-AEA4-43CFA5564052}" dt="2021-01-28T03:31:04.668" v="547" actId="207"/>
          <ac:spMkLst>
            <pc:docMk/>
            <pc:sldMk cId="1634234875" sldId="369"/>
            <ac:spMk id="5" creationId="{098CDAD6-FA90-48E9-B182-AA7C0CD3A137}"/>
          </ac:spMkLst>
        </pc:spChg>
        <pc:spChg chg="add mod">
          <ac:chgData name="鈴木 秀規" userId="f68c5fd9-22d5-4c0a-9833-7fb0f5135313" providerId="ADAL" clId="{BE39BC92-915D-4BE9-AEA4-43CFA5564052}" dt="2021-01-28T03:31:21.876" v="549" actId="1076"/>
          <ac:spMkLst>
            <pc:docMk/>
            <pc:sldMk cId="1634234875" sldId="369"/>
            <ac:spMk id="6" creationId="{3E01E329-2738-42A5-8FF4-5B7EBA58EC55}"/>
          </ac:spMkLst>
        </pc:spChg>
        <pc:spChg chg="add mod">
          <ac:chgData name="鈴木 秀規" userId="f68c5fd9-22d5-4c0a-9833-7fb0f5135313" providerId="ADAL" clId="{BE39BC92-915D-4BE9-AEA4-43CFA5564052}" dt="2021-01-28T03:31:21.876" v="549" actId="1076"/>
          <ac:spMkLst>
            <pc:docMk/>
            <pc:sldMk cId="1634234875" sldId="369"/>
            <ac:spMk id="7" creationId="{5B9AD53B-6CEC-4F36-9321-E13020D82304}"/>
          </ac:spMkLst>
        </pc:spChg>
        <pc:spChg chg="add mod">
          <ac:chgData name="鈴木 秀規" userId="f68c5fd9-22d5-4c0a-9833-7fb0f5135313" providerId="ADAL" clId="{BE39BC92-915D-4BE9-AEA4-43CFA5564052}" dt="2021-01-28T03:31:21.876" v="549" actId="1076"/>
          <ac:spMkLst>
            <pc:docMk/>
            <pc:sldMk cId="1634234875" sldId="369"/>
            <ac:spMk id="8" creationId="{964239B4-F145-43F4-B627-067A33FB9E97}"/>
          </ac:spMkLst>
        </pc:spChg>
        <pc:spChg chg="add mod">
          <ac:chgData name="鈴木 秀規" userId="f68c5fd9-22d5-4c0a-9833-7fb0f5135313" providerId="ADAL" clId="{BE39BC92-915D-4BE9-AEA4-43CFA5564052}" dt="2021-01-28T03:31:21.876" v="549" actId="1076"/>
          <ac:spMkLst>
            <pc:docMk/>
            <pc:sldMk cId="1634234875" sldId="369"/>
            <ac:spMk id="9" creationId="{FE42A2C2-EB89-46D7-B9EE-6692EED9C6CC}"/>
          </ac:spMkLst>
        </pc:spChg>
        <pc:spChg chg="add mod">
          <ac:chgData name="鈴木 秀規" userId="f68c5fd9-22d5-4c0a-9833-7fb0f5135313" providerId="ADAL" clId="{BE39BC92-915D-4BE9-AEA4-43CFA5564052}" dt="2021-01-28T03:31:21.876" v="549" actId="1076"/>
          <ac:spMkLst>
            <pc:docMk/>
            <pc:sldMk cId="1634234875" sldId="369"/>
            <ac:spMk id="10" creationId="{37D45E4F-836C-479A-8ABF-FFB655B3CE29}"/>
          </ac:spMkLst>
        </pc:spChg>
        <pc:spChg chg="add mod">
          <ac:chgData name="鈴木 秀規" userId="f68c5fd9-22d5-4c0a-9833-7fb0f5135313" providerId="ADAL" clId="{BE39BC92-915D-4BE9-AEA4-43CFA5564052}" dt="2021-01-28T03:31:21.876" v="549" actId="1076"/>
          <ac:spMkLst>
            <pc:docMk/>
            <pc:sldMk cId="1634234875" sldId="369"/>
            <ac:spMk id="11" creationId="{497CE668-D349-4D89-AE31-FFABE8A54804}"/>
          </ac:spMkLst>
        </pc:spChg>
        <pc:spChg chg="add mod">
          <ac:chgData name="鈴木 秀規" userId="f68c5fd9-22d5-4c0a-9833-7fb0f5135313" providerId="ADAL" clId="{BE39BC92-915D-4BE9-AEA4-43CFA5564052}" dt="2021-01-28T03:31:21.876" v="549" actId="1076"/>
          <ac:spMkLst>
            <pc:docMk/>
            <pc:sldMk cId="1634234875" sldId="369"/>
            <ac:spMk id="12" creationId="{0A5F0D82-F981-4288-9DE4-78893C76B455}"/>
          </ac:spMkLst>
        </pc:spChg>
        <pc:spChg chg="add mod">
          <ac:chgData name="鈴木 秀規" userId="f68c5fd9-22d5-4c0a-9833-7fb0f5135313" providerId="ADAL" clId="{BE39BC92-915D-4BE9-AEA4-43CFA5564052}" dt="2021-01-28T03:31:21.876" v="549" actId="1076"/>
          <ac:spMkLst>
            <pc:docMk/>
            <pc:sldMk cId="1634234875" sldId="369"/>
            <ac:spMk id="13" creationId="{005E43D2-C1DF-41B3-A878-A79AEEDFA23B}"/>
          </ac:spMkLst>
        </pc:spChg>
        <pc:spChg chg="add mod">
          <ac:chgData name="鈴木 秀規" userId="f68c5fd9-22d5-4c0a-9833-7fb0f5135313" providerId="ADAL" clId="{BE39BC92-915D-4BE9-AEA4-43CFA5564052}" dt="2021-01-28T03:33:18.002" v="572" actId="2085"/>
          <ac:spMkLst>
            <pc:docMk/>
            <pc:sldMk cId="1634234875" sldId="369"/>
            <ac:spMk id="16" creationId="{5E12762F-BFC4-4700-934C-7B5033C83A64}"/>
          </ac:spMkLst>
        </pc:spChg>
        <pc:picChg chg="add mod">
          <ac:chgData name="鈴木 秀規" userId="f68c5fd9-22d5-4c0a-9833-7fb0f5135313" providerId="ADAL" clId="{BE39BC92-915D-4BE9-AEA4-43CFA5564052}" dt="2021-01-28T03:33:07.338" v="570" actId="207"/>
          <ac:picMkLst>
            <pc:docMk/>
            <pc:sldMk cId="1634234875" sldId="369"/>
            <ac:picMk id="15" creationId="{495CBC68-4B2C-4DD5-8B0D-0BC0470142E0}"/>
          </ac:picMkLst>
        </pc:picChg>
      </pc:sldChg>
      <pc:sldChg chg="del">
        <pc:chgData name="鈴木 秀規" userId="f68c5fd9-22d5-4c0a-9833-7fb0f5135313" providerId="ADAL" clId="{BE39BC92-915D-4BE9-AEA4-43CFA5564052}" dt="2021-01-28T02:07:53.316" v="9" actId="2696"/>
        <pc:sldMkLst>
          <pc:docMk/>
          <pc:sldMk cId="2558863877" sldId="369"/>
        </pc:sldMkLst>
      </pc:sldChg>
      <pc:sldChg chg="del">
        <pc:chgData name="鈴木 秀規" userId="f68c5fd9-22d5-4c0a-9833-7fb0f5135313" providerId="ADAL" clId="{BE39BC92-915D-4BE9-AEA4-43CFA5564052}" dt="2021-01-28T02:07:53.316" v="9" actId="2696"/>
        <pc:sldMkLst>
          <pc:docMk/>
          <pc:sldMk cId="1008659216" sldId="370"/>
        </pc:sldMkLst>
      </pc:sldChg>
      <pc:sldChg chg="addSp modSp new mod">
        <pc:chgData name="鈴木 秀規" userId="f68c5fd9-22d5-4c0a-9833-7fb0f5135313" providerId="ADAL" clId="{BE39BC92-915D-4BE9-AEA4-43CFA5564052}" dt="2021-01-28T03:36:42.206" v="626" actId="1076"/>
        <pc:sldMkLst>
          <pc:docMk/>
          <pc:sldMk cId="1288993640" sldId="370"/>
        </pc:sldMkLst>
        <pc:spChg chg="mod">
          <ac:chgData name="鈴木 秀規" userId="f68c5fd9-22d5-4c0a-9833-7fb0f5135313" providerId="ADAL" clId="{BE39BC92-915D-4BE9-AEA4-43CFA5564052}" dt="2021-01-28T03:33:37.456" v="574"/>
          <ac:spMkLst>
            <pc:docMk/>
            <pc:sldMk cId="1288993640" sldId="370"/>
            <ac:spMk id="3" creationId="{35721FFA-D1D7-45CF-AF1C-6ADEC50BF982}"/>
          </ac:spMkLst>
        </pc:spChg>
        <pc:spChg chg="mod">
          <ac:chgData name="鈴木 秀規" userId="f68c5fd9-22d5-4c0a-9833-7fb0f5135313" providerId="ADAL" clId="{BE39BC92-915D-4BE9-AEA4-43CFA5564052}" dt="2021-01-28T03:34:54.173" v="597" actId="14100"/>
          <ac:spMkLst>
            <pc:docMk/>
            <pc:sldMk cId="1288993640" sldId="370"/>
            <ac:spMk id="5" creationId="{1ECE987E-1BA6-4C52-A3AE-C83F2C85D3C8}"/>
          </ac:spMkLst>
        </pc:spChg>
        <pc:spChg chg="add mod">
          <ac:chgData name="鈴木 秀規" userId="f68c5fd9-22d5-4c0a-9833-7fb0f5135313" providerId="ADAL" clId="{BE39BC92-915D-4BE9-AEA4-43CFA5564052}" dt="2021-01-28T03:36:35.975" v="625" actId="207"/>
          <ac:spMkLst>
            <pc:docMk/>
            <pc:sldMk cId="1288993640" sldId="370"/>
            <ac:spMk id="7" creationId="{F872DE77-6502-48CB-A358-D937CA5BE6BE}"/>
          </ac:spMkLst>
        </pc:spChg>
        <pc:graphicFrameChg chg="add mod modGraphic">
          <ac:chgData name="鈴木 秀規" userId="f68c5fd9-22d5-4c0a-9833-7fb0f5135313" providerId="ADAL" clId="{BE39BC92-915D-4BE9-AEA4-43CFA5564052}" dt="2021-01-28T03:36:42.206" v="626" actId="1076"/>
          <ac:graphicFrameMkLst>
            <pc:docMk/>
            <pc:sldMk cId="1288993640" sldId="370"/>
            <ac:graphicFrameMk id="6" creationId="{A46328A8-4387-401E-8457-B9D2F8695792}"/>
          </ac:graphicFrameMkLst>
        </pc:graphicFrameChg>
      </pc:sldChg>
      <pc:sldChg chg="addSp delSp modSp new mod">
        <pc:chgData name="鈴木 秀規" userId="f68c5fd9-22d5-4c0a-9833-7fb0f5135313" providerId="ADAL" clId="{BE39BC92-915D-4BE9-AEA4-43CFA5564052}" dt="2021-01-28T03:41:56.755" v="690" actId="1036"/>
        <pc:sldMkLst>
          <pc:docMk/>
          <pc:sldMk cId="269703063" sldId="371"/>
        </pc:sldMkLst>
        <pc:spChg chg="mod">
          <ac:chgData name="鈴木 秀規" userId="f68c5fd9-22d5-4c0a-9833-7fb0f5135313" providerId="ADAL" clId="{BE39BC92-915D-4BE9-AEA4-43CFA5564052}" dt="2021-01-28T03:36:56.465" v="628"/>
          <ac:spMkLst>
            <pc:docMk/>
            <pc:sldMk cId="269703063" sldId="371"/>
            <ac:spMk id="3" creationId="{F28C555D-7085-4A91-ACBC-9F093652BD57}"/>
          </ac:spMkLst>
        </pc:spChg>
        <pc:spChg chg="mod">
          <ac:chgData name="鈴木 秀規" userId="f68c5fd9-22d5-4c0a-9833-7fb0f5135313" providerId="ADAL" clId="{BE39BC92-915D-4BE9-AEA4-43CFA5564052}" dt="2021-01-28T03:37:42.784" v="637" actId="12"/>
          <ac:spMkLst>
            <pc:docMk/>
            <pc:sldMk cId="269703063" sldId="371"/>
            <ac:spMk id="5" creationId="{78D1BDF9-E38D-422F-BA46-821E29D129FB}"/>
          </ac:spMkLst>
        </pc:spChg>
        <pc:spChg chg="add mod">
          <ac:chgData name="鈴木 秀規" userId="f68c5fd9-22d5-4c0a-9833-7fb0f5135313" providerId="ADAL" clId="{BE39BC92-915D-4BE9-AEA4-43CFA5564052}" dt="2021-01-28T03:39:10.765" v="653" actId="1076"/>
          <ac:spMkLst>
            <pc:docMk/>
            <pc:sldMk cId="269703063" sldId="371"/>
            <ac:spMk id="7" creationId="{88A6D309-1FBE-4767-97A5-7F4841AF68E4}"/>
          </ac:spMkLst>
        </pc:spChg>
        <pc:graphicFrameChg chg="add mod modGraphic">
          <ac:chgData name="鈴木 秀規" userId="f68c5fd9-22d5-4c0a-9833-7fb0f5135313" providerId="ADAL" clId="{BE39BC92-915D-4BE9-AEA4-43CFA5564052}" dt="2021-01-28T03:39:05.224" v="652" actId="14100"/>
          <ac:graphicFrameMkLst>
            <pc:docMk/>
            <pc:sldMk cId="269703063" sldId="371"/>
            <ac:graphicFrameMk id="6" creationId="{7DFD3F1E-EB5D-45EC-A16F-D2C68B5B57D5}"/>
          </ac:graphicFrameMkLst>
        </pc:graphicFrameChg>
        <pc:graphicFrameChg chg="add del mod">
          <ac:chgData name="鈴木 秀規" userId="f68c5fd9-22d5-4c0a-9833-7fb0f5135313" providerId="ADAL" clId="{BE39BC92-915D-4BE9-AEA4-43CFA5564052}" dt="2021-01-28T03:38:34.587" v="644" actId="478"/>
          <ac:graphicFrameMkLst>
            <pc:docMk/>
            <pc:sldMk cId="269703063" sldId="371"/>
            <ac:graphicFrameMk id="8" creationId="{E74ECA25-8C4B-403B-BE43-67D2CDCA7083}"/>
          </ac:graphicFrameMkLst>
        </pc:graphicFrameChg>
        <pc:graphicFrameChg chg="add mod modGraphic">
          <ac:chgData name="鈴木 秀規" userId="f68c5fd9-22d5-4c0a-9833-7fb0f5135313" providerId="ADAL" clId="{BE39BC92-915D-4BE9-AEA4-43CFA5564052}" dt="2021-01-28T03:40:41.912" v="677" actId="207"/>
          <ac:graphicFrameMkLst>
            <pc:docMk/>
            <pc:sldMk cId="269703063" sldId="371"/>
            <ac:graphicFrameMk id="9" creationId="{BAC907AF-2C33-4AB2-91B8-BCEAA25ADC4E}"/>
          </ac:graphicFrameMkLst>
        </pc:graphicFrameChg>
        <pc:graphicFrameChg chg="add mod modGraphic">
          <ac:chgData name="鈴木 秀規" userId="f68c5fd9-22d5-4c0a-9833-7fb0f5135313" providerId="ADAL" clId="{BE39BC92-915D-4BE9-AEA4-43CFA5564052}" dt="2021-01-28T03:41:56.755" v="690" actId="1036"/>
          <ac:graphicFrameMkLst>
            <pc:docMk/>
            <pc:sldMk cId="269703063" sldId="371"/>
            <ac:graphicFrameMk id="10" creationId="{2D38E5AD-F13D-4928-BE97-51DCF54ED4D1}"/>
          </ac:graphicFrameMkLst>
        </pc:graphicFrameChg>
      </pc:sldChg>
      <pc:sldChg chg="del">
        <pc:chgData name="鈴木 秀規" userId="f68c5fd9-22d5-4c0a-9833-7fb0f5135313" providerId="ADAL" clId="{BE39BC92-915D-4BE9-AEA4-43CFA5564052}" dt="2021-01-28T02:07:53.316" v="9" actId="2696"/>
        <pc:sldMkLst>
          <pc:docMk/>
          <pc:sldMk cId="3350652435" sldId="371"/>
        </pc:sldMkLst>
      </pc:sldChg>
      <pc:sldChg chg="addSp delSp modSp new mod modClrScheme chgLayout">
        <pc:chgData name="鈴木 秀規" userId="f68c5fd9-22d5-4c0a-9833-7fb0f5135313" providerId="ADAL" clId="{BE39BC92-915D-4BE9-AEA4-43CFA5564052}" dt="2021-01-28T03:47:33.636" v="981" actId="113"/>
        <pc:sldMkLst>
          <pc:docMk/>
          <pc:sldMk cId="2141290884" sldId="372"/>
        </pc:sldMkLst>
        <pc:spChg chg="mod ord">
          <ac:chgData name="鈴木 秀規" userId="f68c5fd9-22d5-4c0a-9833-7fb0f5135313" providerId="ADAL" clId="{BE39BC92-915D-4BE9-AEA4-43CFA5564052}" dt="2021-01-28T03:42:15.366" v="727" actId="700"/>
          <ac:spMkLst>
            <pc:docMk/>
            <pc:sldMk cId="2141290884" sldId="372"/>
            <ac:spMk id="2" creationId="{6A046B87-A81E-4C22-8387-16143B6E20B9}"/>
          </ac:spMkLst>
        </pc:spChg>
        <pc:spChg chg="mod ord">
          <ac:chgData name="鈴木 秀規" userId="f68c5fd9-22d5-4c0a-9833-7fb0f5135313" providerId="ADAL" clId="{BE39BC92-915D-4BE9-AEA4-43CFA5564052}" dt="2021-01-28T03:42:15.366" v="727" actId="700"/>
          <ac:spMkLst>
            <pc:docMk/>
            <pc:sldMk cId="2141290884" sldId="372"/>
            <ac:spMk id="3" creationId="{E9F5DE10-FC9D-4093-A7C7-7D8DAF229C20}"/>
          </ac:spMkLst>
        </pc:spChg>
        <pc:spChg chg="mod ord">
          <ac:chgData name="鈴木 秀規" userId="f68c5fd9-22d5-4c0a-9833-7fb0f5135313" providerId="ADAL" clId="{BE39BC92-915D-4BE9-AEA4-43CFA5564052}" dt="2021-01-28T03:42:15.366" v="727" actId="700"/>
          <ac:spMkLst>
            <pc:docMk/>
            <pc:sldMk cId="2141290884" sldId="372"/>
            <ac:spMk id="4" creationId="{E55A8B9C-9FFF-451E-9382-C1B3EA752028}"/>
          </ac:spMkLst>
        </pc:spChg>
        <pc:spChg chg="del mod ord">
          <ac:chgData name="鈴木 秀規" userId="f68c5fd9-22d5-4c0a-9833-7fb0f5135313" providerId="ADAL" clId="{BE39BC92-915D-4BE9-AEA4-43CFA5564052}" dt="2021-01-28T03:42:15.366" v="727" actId="700"/>
          <ac:spMkLst>
            <pc:docMk/>
            <pc:sldMk cId="2141290884" sldId="372"/>
            <ac:spMk id="5" creationId="{7B9BDC31-9DCA-4560-8DC7-651E5FB7EF63}"/>
          </ac:spMkLst>
        </pc:spChg>
        <pc:spChg chg="add mod ord">
          <ac:chgData name="鈴木 秀規" userId="f68c5fd9-22d5-4c0a-9833-7fb0f5135313" providerId="ADAL" clId="{BE39BC92-915D-4BE9-AEA4-43CFA5564052}" dt="2021-01-28T03:42:55.706" v="819" actId="20577"/>
          <ac:spMkLst>
            <pc:docMk/>
            <pc:sldMk cId="2141290884" sldId="372"/>
            <ac:spMk id="6" creationId="{7EB8D24C-BA49-4E35-9008-7EA7A9DA9F7D}"/>
          </ac:spMkLst>
        </pc:spChg>
        <pc:spChg chg="add mod ord">
          <ac:chgData name="鈴木 秀規" userId="f68c5fd9-22d5-4c0a-9833-7fb0f5135313" providerId="ADAL" clId="{BE39BC92-915D-4BE9-AEA4-43CFA5564052}" dt="2021-01-28T03:47:33.636" v="981" actId="113"/>
          <ac:spMkLst>
            <pc:docMk/>
            <pc:sldMk cId="2141290884" sldId="372"/>
            <ac:spMk id="7" creationId="{BE7D8EEA-841B-4634-959A-C8CF290A3A97}"/>
          </ac:spMkLst>
        </pc:spChg>
      </pc:sldChg>
      <pc:sldChg chg="del">
        <pc:chgData name="鈴木 秀規" userId="f68c5fd9-22d5-4c0a-9833-7fb0f5135313" providerId="ADAL" clId="{BE39BC92-915D-4BE9-AEA4-43CFA5564052}" dt="2021-01-28T02:07:53.316" v="9" actId="2696"/>
        <pc:sldMkLst>
          <pc:docMk/>
          <pc:sldMk cId="3443851444" sldId="372"/>
        </pc:sldMkLst>
      </pc:sldChg>
      <pc:sldChg chg="addSp delSp modSp new mod modClrScheme chgLayout">
        <pc:chgData name="鈴木 秀規" userId="f68c5fd9-22d5-4c0a-9833-7fb0f5135313" providerId="ADAL" clId="{BE39BC92-915D-4BE9-AEA4-43CFA5564052}" dt="2021-01-28T03:53:29.399" v="1069" actId="14100"/>
        <pc:sldMkLst>
          <pc:docMk/>
          <pc:sldMk cId="1104417737" sldId="373"/>
        </pc:sldMkLst>
        <pc:spChg chg="del mod ord">
          <ac:chgData name="鈴木 秀規" userId="f68c5fd9-22d5-4c0a-9833-7fb0f5135313" providerId="ADAL" clId="{BE39BC92-915D-4BE9-AEA4-43CFA5564052}" dt="2021-01-28T03:47:41.928" v="983" actId="700"/>
          <ac:spMkLst>
            <pc:docMk/>
            <pc:sldMk cId="1104417737" sldId="373"/>
            <ac:spMk id="2" creationId="{F626FF5B-9363-415F-ACB2-CFCBB7500313}"/>
          </ac:spMkLst>
        </pc:spChg>
        <pc:spChg chg="mod ord">
          <ac:chgData name="鈴木 秀規" userId="f68c5fd9-22d5-4c0a-9833-7fb0f5135313" providerId="ADAL" clId="{BE39BC92-915D-4BE9-AEA4-43CFA5564052}" dt="2021-01-28T03:47:41.928" v="983" actId="700"/>
          <ac:spMkLst>
            <pc:docMk/>
            <pc:sldMk cId="1104417737" sldId="373"/>
            <ac:spMk id="3" creationId="{305B29A1-0D3C-4926-A08E-218D94F73216}"/>
          </ac:spMkLst>
        </pc:spChg>
        <pc:spChg chg="mod ord">
          <ac:chgData name="鈴木 秀規" userId="f68c5fd9-22d5-4c0a-9833-7fb0f5135313" providerId="ADAL" clId="{BE39BC92-915D-4BE9-AEA4-43CFA5564052}" dt="2021-01-28T03:47:41.928" v="983" actId="700"/>
          <ac:spMkLst>
            <pc:docMk/>
            <pc:sldMk cId="1104417737" sldId="373"/>
            <ac:spMk id="4" creationId="{C94A89B8-7177-4C8A-8497-091DB549B056}"/>
          </ac:spMkLst>
        </pc:spChg>
        <pc:spChg chg="del mod ord">
          <ac:chgData name="鈴木 秀規" userId="f68c5fd9-22d5-4c0a-9833-7fb0f5135313" providerId="ADAL" clId="{BE39BC92-915D-4BE9-AEA4-43CFA5564052}" dt="2021-01-28T03:47:41.928" v="983" actId="700"/>
          <ac:spMkLst>
            <pc:docMk/>
            <pc:sldMk cId="1104417737" sldId="373"/>
            <ac:spMk id="5" creationId="{F8F83B5F-F112-4970-9755-FDA964D52B65}"/>
          </ac:spMkLst>
        </pc:spChg>
        <pc:spChg chg="del">
          <ac:chgData name="鈴木 秀規" userId="f68c5fd9-22d5-4c0a-9833-7fb0f5135313" providerId="ADAL" clId="{BE39BC92-915D-4BE9-AEA4-43CFA5564052}" dt="2021-01-28T03:47:41.928" v="983" actId="700"/>
          <ac:spMkLst>
            <pc:docMk/>
            <pc:sldMk cId="1104417737" sldId="373"/>
            <ac:spMk id="6" creationId="{0CD9AB3B-7C50-4E91-80FB-21D985E640FD}"/>
          </ac:spMkLst>
        </pc:spChg>
        <pc:spChg chg="add mod ord">
          <ac:chgData name="鈴木 秀規" userId="f68c5fd9-22d5-4c0a-9833-7fb0f5135313" providerId="ADAL" clId="{BE39BC92-915D-4BE9-AEA4-43CFA5564052}" dt="2021-01-28T03:47:52.381" v="984"/>
          <ac:spMkLst>
            <pc:docMk/>
            <pc:sldMk cId="1104417737" sldId="373"/>
            <ac:spMk id="7" creationId="{A76FA9C6-E58A-46C8-B4B5-8FB30264AB7D}"/>
          </ac:spMkLst>
        </pc:spChg>
        <pc:spChg chg="add mod ord">
          <ac:chgData name="鈴木 秀規" userId="f68c5fd9-22d5-4c0a-9833-7fb0f5135313" providerId="ADAL" clId="{BE39BC92-915D-4BE9-AEA4-43CFA5564052}" dt="2021-01-28T03:48:15.156" v="991" actId="20577"/>
          <ac:spMkLst>
            <pc:docMk/>
            <pc:sldMk cId="1104417737" sldId="373"/>
            <ac:spMk id="8" creationId="{2109464F-0FD1-4D4D-8CC3-59AC3574FB22}"/>
          </ac:spMkLst>
        </pc:spChg>
        <pc:spChg chg="add mod">
          <ac:chgData name="鈴木 秀規" userId="f68c5fd9-22d5-4c0a-9833-7fb0f5135313" providerId="ADAL" clId="{BE39BC92-915D-4BE9-AEA4-43CFA5564052}" dt="2021-01-28T03:53:29.399" v="1069" actId="14100"/>
          <ac:spMkLst>
            <pc:docMk/>
            <pc:sldMk cId="1104417737" sldId="373"/>
            <ac:spMk id="11" creationId="{F6C5540E-A21C-4E81-823D-AB2C6B0D5F29}"/>
          </ac:spMkLst>
        </pc:spChg>
        <pc:graphicFrameChg chg="add del mod modGraphic">
          <ac:chgData name="鈴木 秀規" userId="f68c5fd9-22d5-4c0a-9833-7fb0f5135313" providerId="ADAL" clId="{BE39BC92-915D-4BE9-AEA4-43CFA5564052}" dt="2021-01-28T03:49:25.804" v="999" actId="478"/>
          <ac:graphicFrameMkLst>
            <pc:docMk/>
            <pc:sldMk cId="1104417737" sldId="373"/>
            <ac:graphicFrameMk id="9" creationId="{B3B1568C-5F61-4D9D-9CDC-F44407006EDB}"/>
          </ac:graphicFrameMkLst>
        </pc:graphicFrameChg>
        <pc:graphicFrameChg chg="add mod modGraphic">
          <ac:chgData name="鈴木 秀規" userId="f68c5fd9-22d5-4c0a-9833-7fb0f5135313" providerId="ADAL" clId="{BE39BC92-915D-4BE9-AEA4-43CFA5564052}" dt="2021-01-28T03:52:04.846" v="1047" actId="313"/>
          <ac:graphicFrameMkLst>
            <pc:docMk/>
            <pc:sldMk cId="1104417737" sldId="373"/>
            <ac:graphicFrameMk id="10" creationId="{43D73CE5-CFDC-4FC7-9060-87C9D18AFD0E}"/>
          </ac:graphicFrameMkLst>
        </pc:graphicFrameChg>
      </pc:sldChg>
      <pc:sldChg chg="del">
        <pc:chgData name="鈴木 秀規" userId="f68c5fd9-22d5-4c0a-9833-7fb0f5135313" providerId="ADAL" clId="{BE39BC92-915D-4BE9-AEA4-43CFA5564052}" dt="2021-01-28T02:07:53.316" v="9" actId="2696"/>
        <pc:sldMkLst>
          <pc:docMk/>
          <pc:sldMk cId="2536938731" sldId="373"/>
        </pc:sldMkLst>
      </pc:sldChg>
      <pc:sldChg chg="del">
        <pc:chgData name="鈴木 秀規" userId="f68c5fd9-22d5-4c0a-9833-7fb0f5135313" providerId="ADAL" clId="{BE39BC92-915D-4BE9-AEA4-43CFA5564052}" dt="2021-01-28T02:07:53.316" v="9" actId="2696"/>
        <pc:sldMkLst>
          <pc:docMk/>
          <pc:sldMk cId="3337611443" sldId="374"/>
        </pc:sldMkLst>
      </pc:sldChg>
      <pc:sldChg chg="addSp modSp new mod">
        <pc:chgData name="鈴木 秀規" userId="f68c5fd9-22d5-4c0a-9833-7fb0f5135313" providerId="ADAL" clId="{BE39BC92-915D-4BE9-AEA4-43CFA5564052}" dt="2021-01-28T03:58:46.283" v="1127" actId="20577"/>
        <pc:sldMkLst>
          <pc:docMk/>
          <pc:sldMk cId="3417266570" sldId="374"/>
        </pc:sldMkLst>
        <pc:spChg chg="mod">
          <ac:chgData name="鈴木 秀規" userId="f68c5fd9-22d5-4c0a-9833-7fb0f5135313" providerId="ADAL" clId="{BE39BC92-915D-4BE9-AEA4-43CFA5564052}" dt="2021-01-28T03:54:41.607" v="1071"/>
          <ac:spMkLst>
            <pc:docMk/>
            <pc:sldMk cId="3417266570" sldId="374"/>
            <ac:spMk id="3" creationId="{C9DA2D84-A78B-4723-B005-A44B1AF31487}"/>
          </ac:spMkLst>
        </pc:spChg>
        <pc:spChg chg="mod">
          <ac:chgData name="鈴木 秀規" userId="f68c5fd9-22d5-4c0a-9833-7fb0f5135313" providerId="ADAL" clId="{BE39BC92-915D-4BE9-AEA4-43CFA5564052}" dt="2021-01-28T03:55:11.327" v="1078" actId="14100"/>
          <ac:spMkLst>
            <pc:docMk/>
            <pc:sldMk cId="3417266570" sldId="374"/>
            <ac:spMk id="5" creationId="{D345FCF4-B188-436C-9FB4-5149C3180134}"/>
          </ac:spMkLst>
        </pc:spChg>
        <pc:spChg chg="add mod">
          <ac:chgData name="鈴木 秀規" userId="f68c5fd9-22d5-4c0a-9833-7fb0f5135313" providerId="ADAL" clId="{BE39BC92-915D-4BE9-AEA4-43CFA5564052}" dt="2021-01-28T03:58:46.283" v="1127" actId="20577"/>
          <ac:spMkLst>
            <pc:docMk/>
            <pc:sldMk cId="3417266570" sldId="374"/>
            <ac:spMk id="7" creationId="{8129B86A-332A-48A1-A39B-A2FF311F1205}"/>
          </ac:spMkLst>
        </pc:spChg>
        <pc:graphicFrameChg chg="add mod modGraphic">
          <ac:chgData name="鈴木 秀規" userId="f68c5fd9-22d5-4c0a-9833-7fb0f5135313" providerId="ADAL" clId="{BE39BC92-915D-4BE9-AEA4-43CFA5564052}" dt="2021-01-28T03:58:02.067" v="1121" actId="14734"/>
          <ac:graphicFrameMkLst>
            <pc:docMk/>
            <pc:sldMk cId="3417266570" sldId="374"/>
            <ac:graphicFrameMk id="6" creationId="{88E6580C-D2B8-4568-A1AF-041FFE84BA33}"/>
          </ac:graphicFrameMkLst>
        </pc:graphicFrameChg>
      </pc:sldChg>
      <pc:sldChg chg="del">
        <pc:chgData name="鈴木 秀規" userId="f68c5fd9-22d5-4c0a-9833-7fb0f5135313" providerId="ADAL" clId="{BE39BC92-915D-4BE9-AEA4-43CFA5564052}" dt="2021-01-28T02:07:53.316" v="9" actId="2696"/>
        <pc:sldMkLst>
          <pc:docMk/>
          <pc:sldMk cId="571433644" sldId="375"/>
        </pc:sldMkLst>
      </pc:sldChg>
      <pc:sldChg chg="modSp new mod">
        <pc:chgData name="鈴木 秀規" userId="f68c5fd9-22d5-4c0a-9833-7fb0f5135313" providerId="ADAL" clId="{BE39BC92-915D-4BE9-AEA4-43CFA5564052}" dt="2021-01-28T04:21:58.281" v="1158" actId="207"/>
        <pc:sldMkLst>
          <pc:docMk/>
          <pc:sldMk cId="3525173344" sldId="375"/>
        </pc:sldMkLst>
        <pc:spChg chg="mod">
          <ac:chgData name="鈴木 秀規" userId="f68c5fd9-22d5-4c0a-9833-7fb0f5135313" providerId="ADAL" clId="{BE39BC92-915D-4BE9-AEA4-43CFA5564052}" dt="2021-01-28T03:59:20.523" v="1129"/>
          <ac:spMkLst>
            <pc:docMk/>
            <pc:sldMk cId="3525173344" sldId="375"/>
            <ac:spMk id="3" creationId="{CFF83AF9-23FD-409D-BA32-6E187A1AD0E5}"/>
          </ac:spMkLst>
        </pc:spChg>
        <pc:spChg chg="mod">
          <ac:chgData name="鈴木 秀規" userId="f68c5fd9-22d5-4c0a-9833-7fb0f5135313" providerId="ADAL" clId="{BE39BC92-915D-4BE9-AEA4-43CFA5564052}" dt="2021-01-28T04:21:58.281" v="1158" actId="207"/>
          <ac:spMkLst>
            <pc:docMk/>
            <pc:sldMk cId="3525173344" sldId="375"/>
            <ac:spMk id="5" creationId="{2D51B0E8-E569-42F7-AADB-343F9AB29447}"/>
          </ac:spMkLst>
        </pc:spChg>
      </pc:sldChg>
      <pc:sldChg chg="del">
        <pc:chgData name="鈴木 秀規" userId="f68c5fd9-22d5-4c0a-9833-7fb0f5135313" providerId="ADAL" clId="{BE39BC92-915D-4BE9-AEA4-43CFA5564052}" dt="2021-01-28T02:07:53.316" v="9" actId="2696"/>
        <pc:sldMkLst>
          <pc:docMk/>
          <pc:sldMk cId="941335972" sldId="376"/>
        </pc:sldMkLst>
      </pc:sldChg>
      <pc:sldChg chg="addSp modSp new mod">
        <pc:chgData name="鈴木 秀規" userId="f68c5fd9-22d5-4c0a-9833-7fb0f5135313" providerId="ADAL" clId="{BE39BC92-915D-4BE9-AEA4-43CFA5564052}" dt="2021-01-28T04:35:20.492" v="1252" actId="1076"/>
        <pc:sldMkLst>
          <pc:docMk/>
          <pc:sldMk cId="3171014613" sldId="376"/>
        </pc:sldMkLst>
        <pc:spChg chg="mod">
          <ac:chgData name="鈴木 秀規" userId="f68c5fd9-22d5-4c0a-9833-7fb0f5135313" providerId="ADAL" clId="{BE39BC92-915D-4BE9-AEA4-43CFA5564052}" dt="2021-01-28T04:23:20.752" v="1160"/>
          <ac:spMkLst>
            <pc:docMk/>
            <pc:sldMk cId="3171014613" sldId="376"/>
            <ac:spMk id="3" creationId="{311F91AF-7155-4B82-88B3-F4166C8BEA1E}"/>
          </ac:spMkLst>
        </pc:spChg>
        <pc:spChg chg="mod">
          <ac:chgData name="鈴木 秀規" userId="f68c5fd9-22d5-4c0a-9833-7fb0f5135313" providerId="ADAL" clId="{BE39BC92-915D-4BE9-AEA4-43CFA5564052}" dt="2021-01-28T04:24:34.991" v="1171" actId="14100"/>
          <ac:spMkLst>
            <pc:docMk/>
            <pc:sldMk cId="3171014613" sldId="376"/>
            <ac:spMk id="5" creationId="{9C3F9CCC-831D-4CC8-95B8-42081476B942}"/>
          </ac:spMkLst>
        </pc:spChg>
        <pc:spChg chg="add mod">
          <ac:chgData name="鈴木 秀規" userId="f68c5fd9-22d5-4c0a-9833-7fb0f5135313" providerId="ADAL" clId="{BE39BC92-915D-4BE9-AEA4-43CFA5564052}" dt="2021-01-28T04:24:23.069" v="1170" actId="1076"/>
          <ac:spMkLst>
            <pc:docMk/>
            <pc:sldMk cId="3171014613" sldId="376"/>
            <ac:spMk id="6" creationId="{1AD082C2-24CD-44FE-AFEE-ACDEF88A2638}"/>
          </ac:spMkLst>
        </pc:spChg>
        <pc:spChg chg="add mod">
          <ac:chgData name="鈴木 秀規" userId="f68c5fd9-22d5-4c0a-9833-7fb0f5135313" providerId="ADAL" clId="{BE39BC92-915D-4BE9-AEA4-43CFA5564052}" dt="2021-01-28T04:24:23.069" v="1170" actId="1076"/>
          <ac:spMkLst>
            <pc:docMk/>
            <pc:sldMk cId="3171014613" sldId="376"/>
            <ac:spMk id="7" creationId="{0EE56090-810D-489D-9DE6-238965FD723D}"/>
          </ac:spMkLst>
        </pc:spChg>
        <pc:spChg chg="add mod">
          <ac:chgData name="鈴木 秀規" userId="f68c5fd9-22d5-4c0a-9833-7fb0f5135313" providerId="ADAL" clId="{BE39BC92-915D-4BE9-AEA4-43CFA5564052}" dt="2021-01-28T04:24:23.069" v="1170" actId="1076"/>
          <ac:spMkLst>
            <pc:docMk/>
            <pc:sldMk cId="3171014613" sldId="376"/>
            <ac:spMk id="8" creationId="{37E56712-A8C9-4619-BAA5-91CCF58E7A92}"/>
          </ac:spMkLst>
        </pc:spChg>
        <pc:spChg chg="add mod">
          <ac:chgData name="鈴木 秀規" userId="f68c5fd9-22d5-4c0a-9833-7fb0f5135313" providerId="ADAL" clId="{BE39BC92-915D-4BE9-AEA4-43CFA5564052}" dt="2021-01-28T04:24:23.069" v="1170" actId="1076"/>
          <ac:spMkLst>
            <pc:docMk/>
            <pc:sldMk cId="3171014613" sldId="376"/>
            <ac:spMk id="9" creationId="{037B035B-AB2C-4218-B9F0-DF203CEA7AB8}"/>
          </ac:spMkLst>
        </pc:spChg>
        <pc:spChg chg="add mod">
          <ac:chgData name="鈴木 秀規" userId="f68c5fd9-22d5-4c0a-9833-7fb0f5135313" providerId="ADAL" clId="{BE39BC92-915D-4BE9-AEA4-43CFA5564052}" dt="2021-01-28T04:24:23.069" v="1170" actId="1076"/>
          <ac:spMkLst>
            <pc:docMk/>
            <pc:sldMk cId="3171014613" sldId="376"/>
            <ac:spMk id="10" creationId="{61678391-7104-4373-AB29-825F1F76A3AF}"/>
          </ac:spMkLst>
        </pc:spChg>
        <pc:spChg chg="add mod">
          <ac:chgData name="鈴木 秀規" userId="f68c5fd9-22d5-4c0a-9833-7fb0f5135313" providerId="ADAL" clId="{BE39BC92-915D-4BE9-AEA4-43CFA5564052}" dt="2021-01-28T04:24:23.069" v="1170" actId="1076"/>
          <ac:spMkLst>
            <pc:docMk/>
            <pc:sldMk cId="3171014613" sldId="376"/>
            <ac:spMk id="11" creationId="{20ACFF16-E5BB-4679-A508-A320003142A7}"/>
          </ac:spMkLst>
        </pc:spChg>
        <pc:spChg chg="add mod">
          <ac:chgData name="鈴木 秀規" userId="f68c5fd9-22d5-4c0a-9833-7fb0f5135313" providerId="ADAL" clId="{BE39BC92-915D-4BE9-AEA4-43CFA5564052}" dt="2021-01-28T04:25:33.536" v="1182" actId="207"/>
          <ac:spMkLst>
            <pc:docMk/>
            <pc:sldMk cId="3171014613" sldId="376"/>
            <ac:spMk id="12" creationId="{4F80E6C8-F746-4D16-B77C-625BBF73EE36}"/>
          </ac:spMkLst>
        </pc:spChg>
        <pc:spChg chg="add mod">
          <ac:chgData name="鈴木 秀規" userId="f68c5fd9-22d5-4c0a-9833-7fb0f5135313" providerId="ADAL" clId="{BE39BC92-915D-4BE9-AEA4-43CFA5564052}" dt="2021-01-28T04:26:17.325" v="1189" actId="1076"/>
          <ac:spMkLst>
            <pc:docMk/>
            <pc:sldMk cId="3171014613" sldId="376"/>
            <ac:spMk id="13" creationId="{3D868C90-9825-42D3-8248-08A224DD70E5}"/>
          </ac:spMkLst>
        </pc:spChg>
        <pc:spChg chg="add mod">
          <ac:chgData name="鈴木 秀規" userId="f68c5fd9-22d5-4c0a-9833-7fb0f5135313" providerId="ADAL" clId="{BE39BC92-915D-4BE9-AEA4-43CFA5564052}" dt="2021-01-28T04:33:26.591" v="1225" actId="1076"/>
          <ac:spMkLst>
            <pc:docMk/>
            <pc:sldMk cId="3171014613" sldId="376"/>
            <ac:spMk id="14" creationId="{331F7C47-3702-4546-960B-C87C50225A10}"/>
          </ac:spMkLst>
        </pc:spChg>
        <pc:spChg chg="add mod">
          <ac:chgData name="鈴木 秀規" userId="f68c5fd9-22d5-4c0a-9833-7fb0f5135313" providerId="ADAL" clId="{BE39BC92-915D-4BE9-AEA4-43CFA5564052}" dt="2021-01-28T04:33:22.423" v="1224" actId="571"/>
          <ac:spMkLst>
            <pc:docMk/>
            <pc:sldMk cId="3171014613" sldId="376"/>
            <ac:spMk id="15" creationId="{9ECC0DDA-255E-495F-9AC7-A5960E56213B}"/>
          </ac:spMkLst>
        </pc:spChg>
        <pc:spChg chg="add mod">
          <ac:chgData name="鈴木 秀規" userId="f68c5fd9-22d5-4c0a-9833-7fb0f5135313" providerId="ADAL" clId="{BE39BC92-915D-4BE9-AEA4-43CFA5564052}" dt="2021-01-28T04:33:22.423" v="1224" actId="571"/>
          <ac:spMkLst>
            <pc:docMk/>
            <pc:sldMk cId="3171014613" sldId="376"/>
            <ac:spMk id="16" creationId="{10A648DB-B60E-411C-8BE7-DC3558918CDE}"/>
          </ac:spMkLst>
        </pc:spChg>
        <pc:spChg chg="add mod">
          <ac:chgData name="鈴木 秀規" userId="f68c5fd9-22d5-4c0a-9833-7fb0f5135313" providerId="ADAL" clId="{BE39BC92-915D-4BE9-AEA4-43CFA5564052}" dt="2021-01-28T04:33:22.423" v="1224" actId="571"/>
          <ac:spMkLst>
            <pc:docMk/>
            <pc:sldMk cId="3171014613" sldId="376"/>
            <ac:spMk id="17" creationId="{F1541D18-CF5A-4ADD-91A6-6A9C7418E8BD}"/>
          </ac:spMkLst>
        </pc:spChg>
        <pc:spChg chg="add mod">
          <ac:chgData name="鈴木 秀規" userId="f68c5fd9-22d5-4c0a-9833-7fb0f5135313" providerId="ADAL" clId="{BE39BC92-915D-4BE9-AEA4-43CFA5564052}" dt="2021-01-28T04:33:22.423" v="1224" actId="571"/>
          <ac:spMkLst>
            <pc:docMk/>
            <pc:sldMk cId="3171014613" sldId="376"/>
            <ac:spMk id="18" creationId="{1EFCEC40-F035-48F5-B711-D6B5968BDDFB}"/>
          </ac:spMkLst>
        </pc:spChg>
        <pc:spChg chg="add mod">
          <ac:chgData name="鈴木 秀規" userId="f68c5fd9-22d5-4c0a-9833-7fb0f5135313" providerId="ADAL" clId="{BE39BC92-915D-4BE9-AEA4-43CFA5564052}" dt="2021-01-28T04:34:06.673" v="1238" actId="20577"/>
          <ac:spMkLst>
            <pc:docMk/>
            <pc:sldMk cId="3171014613" sldId="376"/>
            <ac:spMk id="19" creationId="{624A6EBF-3B70-4889-A5A2-71F0D6A2C19C}"/>
          </ac:spMkLst>
        </pc:spChg>
        <pc:spChg chg="add mod">
          <ac:chgData name="鈴木 秀規" userId="f68c5fd9-22d5-4c0a-9833-7fb0f5135313" providerId="ADAL" clId="{BE39BC92-915D-4BE9-AEA4-43CFA5564052}" dt="2021-01-28T04:33:47.718" v="1227" actId="14100"/>
          <ac:spMkLst>
            <pc:docMk/>
            <pc:sldMk cId="3171014613" sldId="376"/>
            <ac:spMk id="20" creationId="{784ABAB6-C536-4062-A6EB-3F4F2C6612FB}"/>
          </ac:spMkLst>
        </pc:spChg>
        <pc:spChg chg="add mod">
          <ac:chgData name="鈴木 秀規" userId="f68c5fd9-22d5-4c0a-9833-7fb0f5135313" providerId="ADAL" clId="{BE39BC92-915D-4BE9-AEA4-43CFA5564052}" dt="2021-01-28T04:34:02.552" v="1229" actId="571"/>
          <ac:spMkLst>
            <pc:docMk/>
            <pc:sldMk cId="3171014613" sldId="376"/>
            <ac:spMk id="21" creationId="{9516A39C-5C5D-4DAB-B566-8C09DC3790CE}"/>
          </ac:spMkLst>
        </pc:spChg>
        <pc:spChg chg="add mod">
          <ac:chgData name="鈴木 秀規" userId="f68c5fd9-22d5-4c0a-9833-7fb0f5135313" providerId="ADAL" clId="{BE39BC92-915D-4BE9-AEA4-43CFA5564052}" dt="2021-01-28T04:35:20.492" v="1252" actId="1076"/>
          <ac:spMkLst>
            <pc:docMk/>
            <pc:sldMk cId="3171014613" sldId="376"/>
            <ac:spMk id="22" creationId="{245B9BBB-B2D6-4FE4-B3E6-8DD29E586E35}"/>
          </ac:spMkLst>
        </pc:spChg>
      </pc:sldChg>
      <pc:sldChg chg="del">
        <pc:chgData name="鈴木 秀規" userId="f68c5fd9-22d5-4c0a-9833-7fb0f5135313" providerId="ADAL" clId="{BE39BC92-915D-4BE9-AEA4-43CFA5564052}" dt="2021-01-28T02:07:53.316" v="9" actId="2696"/>
        <pc:sldMkLst>
          <pc:docMk/>
          <pc:sldMk cId="2664152079" sldId="377"/>
        </pc:sldMkLst>
      </pc:sldChg>
      <pc:sldChg chg="modSp new mod">
        <pc:chgData name="鈴木 秀規" userId="f68c5fd9-22d5-4c0a-9833-7fb0f5135313" providerId="ADAL" clId="{BE39BC92-915D-4BE9-AEA4-43CFA5564052}" dt="2021-01-28T04:37:09.418" v="1295" actId="207"/>
        <pc:sldMkLst>
          <pc:docMk/>
          <pc:sldMk cId="2808150330" sldId="377"/>
        </pc:sldMkLst>
        <pc:spChg chg="mod">
          <ac:chgData name="鈴木 秀規" userId="f68c5fd9-22d5-4c0a-9833-7fb0f5135313" providerId="ADAL" clId="{BE39BC92-915D-4BE9-AEA4-43CFA5564052}" dt="2021-01-28T04:35:35.804" v="1254"/>
          <ac:spMkLst>
            <pc:docMk/>
            <pc:sldMk cId="2808150330" sldId="377"/>
            <ac:spMk id="3" creationId="{FA6E5A94-9424-40DF-95D5-1E582A92AD4E}"/>
          </ac:spMkLst>
        </pc:spChg>
        <pc:spChg chg="mod">
          <ac:chgData name="鈴木 秀規" userId="f68c5fd9-22d5-4c0a-9833-7fb0f5135313" providerId="ADAL" clId="{BE39BC92-915D-4BE9-AEA4-43CFA5564052}" dt="2021-01-28T04:37:09.418" v="1295" actId="207"/>
          <ac:spMkLst>
            <pc:docMk/>
            <pc:sldMk cId="2808150330" sldId="377"/>
            <ac:spMk id="5" creationId="{A6E94E8B-D0B0-497E-A46A-3DCC8B1724F0}"/>
          </ac:spMkLst>
        </pc:spChg>
      </pc:sldChg>
      <pc:sldChg chg="addSp delSp modSp new mod modClrScheme chgLayout">
        <pc:chgData name="鈴木 秀規" userId="f68c5fd9-22d5-4c0a-9833-7fb0f5135313" providerId="ADAL" clId="{BE39BC92-915D-4BE9-AEA4-43CFA5564052}" dt="2021-01-28T04:42:36.164" v="1404" actId="1076"/>
        <pc:sldMkLst>
          <pc:docMk/>
          <pc:sldMk cId="406741734" sldId="378"/>
        </pc:sldMkLst>
        <pc:spChg chg="mod ord">
          <ac:chgData name="鈴木 秀規" userId="f68c5fd9-22d5-4c0a-9833-7fb0f5135313" providerId="ADAL" clId="{BE39BC92-915D-4BE9-AEA4-43CFA5564052}" dt="2021-01-28T04:38:21.059" v="1299" actId="700"/>
          <ac:spMkLst>
            <pc:docMk/>
            <pc:sldMk cId="406741734" sldId="378"/>
            <ac:spMk id="2" creationId="{B983ECB7-4070-4EB9-A9BA-BFD5F1988C69}"/>
          </ac:spMkLst>
        </pc:spChg>
        <pc:spChg chg="mod ord">
          <ac:chgData name="鈴木 秀規" userId="f68c5fd9-22d5-4c0a-9833-7fb0f5135313" providerId="ADAL" clId="{BE39BC92-915D-4BE9-AEA4-43CFA5564052}" dt="2021-01-28T04:40:20.312" v="1317" actId="1076"/>
          <ac:spMkLst>
            <pc:docMk/>
            <pc:sldMk cId="406741734" sldId="378"/>
            <ac:spMk id="3" creationId="{9E5F0CA8-9D1E-4BA6-AA47-DFA3DA17C06B}"/>
          </ac:spMkLst>
        </pc:spChg>
        <pc:spChg chg="mod ord">
          <ac:chgData name="鈴木 秀規" userId="f68c5fd9-22d5-4c0a-9833-7fb0f5135313" providerId="ADAL" clId="{BE39BC92-915D-4BE9-AEA4-43CFA5564052}" dt="2021-01-28T04:38:21.059" v="1299" actId="700"/>
          <ac:spMkLst>
            <pc:docMk/>
            <pc:sldMk cId="406741734" sldId="378"/>
            <ac:spMk id="4" creationId="{2F4457EF-D67C-4FA9-B013-3F9413BB0472}"/>
          </ac:spMkLst>
        </pc:spChg>
        <pc:spChg chg="del">
          <ac:chgData name="鈴木 秀規" userId="f68c5fd9-22d5-4c0a-9833-7fb0f5135313" providerId="ADAL" clId="{BE39BC92-915D-4BE9-AEA4-43CFA5564052}" dt="2021-01-28T04:38:17.817" v="1298" actId="700"/>
          <ac:spMkLst>
            <pc:docMk/>
            <pc:sldMk cId="406741734" sldId="378"/>
            <ac:spMk id="5" creationId="{39835A23-ACE9-407B-BD13-6F0664EF72B1}"/>
          </ac:spMkLst>
        </pc:spChg>
        <pc:spChg chg="add mod">
          <ac:chgData name="鈴木 秀規" userId="f68c5fd9-22d5-4c0a-9833-7fb0f5135313" providerId="ADAL" clId="{BE39BC92-915D-4BE9-AEA4-43CFA5564052}" dt="2021-01-28T04:42:36.164" v="1404" actId="1076"/>
          <ac:spMkLst>
            <pc:docMk/>
            <pc:sldMk cId="406741734" sldId="378"/>
            <ac:spMk id="7" creationId="{94428383-BDF5-4327-8C83-2EE0C9C9692C}"/>
          </ac:spMkLst>
        </pc:spChg>
        <pc:spChg chg="add mod">
          <ac:chgData name="鈴木 秀規" userId="f68c5fd9-22d5-4c0a-9833-7fb0f5135313" providerId="ADAL" clId="{BE39BC92-915D-4BE9-AEA4-43CFA5564052}" dt="2021-01-28T04:42:32.443" v="1403" actId="1076"/>
          <ac:spMkLst>
            <pc:docMk/>
            <pc:sldMk cId="406741734" sldId="378"/>
            <ac:spMk id="8" creationId="{50AEFE30-CA90-4A91-8BBA-A90D9AA4059A}"/>
          </ac:spMkLst>
        </pc:spChg>
        <pc:spChg chg="add mod">
          <ac:chgData name="鈴木 秀規" userId="f68c5fd9-22d5-4c0a-9833-7fb0f5135313" providerId="ADAL" clId="{BE39BC92-915D-4BE9-AEA4-43CFA5564052}" dt="2021-01-28T04:42:21.954" v="1402" actId="1076"/>
          <ac:spMkLst>
            <pc:docMk/>
            <pc:sldMk cId="406741734" sldId="378"/>
            <ac:spMk id="9" creationId="{EA5DEEDD-3C91-4255-B05B-D564E1CD681A}"/>
          </ac:spMkLst>
        </pc:spChg>
        <pc:spChg chg="add mod">
          <ac:chgData name="鈴木 秀規" userId="f68c5fd9-22d5-4c0a-9833-7fb0f5135313" providerId="ADAL" clId="{BE39BC92-915D-4BE9-AEA4-43CFA5564052}" dt="2021-01-28T04:42:21.954" v="1402" actId="1076"/>
          <ac:spMkLst>
            <pc:docMk/>
            <pc:sldMk cId="406741734" sldId="378"/>
            <ac:spMk id="10" creationId="{1E98B982-C49F-4BBF-9AD0-E6648175CFC9}"/>
          </ac:spMkLst>
        </pc:spChg>
        <pc:graphicFrameChg chg="add mod modGraphic">
          <ac:chgData name="鈴木 秀規" userId="f68c5fd9-22d5-4c0a-9833-7fb0f5135313" providerId="ADAL" clId="{BE39BC92-915D-4BE9-AEA4-43CFA5564052}" dt="2021-01-28T04:42:14.357" v="1401" actId="14100"/>
          <ac:graphicFrameMkLst>
            <pc:docMk/>
            <pc:sldMk cId="406741734" sldId="378"/>
            <ac:graphicFrameMk id="6" creationId="{80DEDF5B-A980-4B9F-9ADB-8AA360C0AEF0}"/>
          </ac:graphicFrameMkLst>
        </pc:graphicFrameChg>
      </pc:sldChg>
      <pc:sldChg chg="del">
        <pc:chgData name="鈴木 秀規" userId="f68c5fd9-22d5-4c0a-9833-7fb0f5135313" providerId="ADAL" clId="{BE39BC92-915D-4BE9-AEA4-43CFA5564052}" dt="2021-01-28T02:07:53.316" v="9" actId="2696"/>
        <pc:sldMkLst>
          <pc:docMk/>
          <pc:sldMk cId="3649152916" sldId="378"/>
        </pc:sldMkLst>
      </pc:sldChg>
      <pc:sldChg chg="addSp modSp new mod">
        <pc:chgData name="鈴木 秀規" userId="f68c5fd9-22d5-4c0a-9833-7fb0f5135313" providerId="ADAL" clId="{BE39BC92-915D-4BE9-AEA4-43CFA5564052}" dt="2021-01-28T04:46:54.998" v="1436"/>
        <pc:sldMkLst>
          <pc:docMk/>
          <pc:sldMk cId="449625136" sldId="379"/>
        </pc:sldMkLst>
        <pc:spChg chg="mod">
          <ac:chgData name="鈴木 秀規" userId="f68c5fd9-22d5-4c0a-9833-7fb0f5135313" providerId="ADAL" clId="{BE39BC92-915D-4BE9-AEA4-43CFA5564052}" dt="2021-01-28T04:42:58.492" v="1408"/>
          <ac:spMkLst>
            <pc:docMk/>
            <pc:sldMk cId="449625136" sldId="379"/>
            <ac:spMk id="3" creationId="{F055CD44-65FB-4F1A-A80A-8052AB76E1C3}"/>
          </ac:spMkLst>
        </pc:spChg>
        <pc:spChg chg="add mod">
          <ac:chgData name="鈴木 秀規" userId="f68c5fd9-22d5-4c0a-9833-7fb0f5135313" providerId="ADAL" clId="{BE39BC92-915D-4BE9-AEA4-43CFA5564052}" dt="2021-01-28T04:43:12.026" v="1409"/>
          <ac:spMkLst>
            <pc:docMk/>
            <pc:sldMk cId="449625136" sldId="379"/>
            <ac:spMk id="5" creationId="{1BC739A0-353C-4E4D-A084-FEFFEBC71AAE}"/>
          </ac:spMkLst>
        </pc:spChg>
        <pc:spChg chg="add mod">
          <ac:chgData name="鈴木 秀規" userId="f68c5fd9-22d5-4c0a-9833-7fb0f5135313" providerId="ADAL" clId="{BE39BC92-915D-4BE9-AEA4-43CFA5564052}" dt="2021-01-28T04:46:31.885" v="1430" actId="1076"/>
          <ac:spMkLst>
            <pc:docMk/>
            <pc:sldMk cId="449625136" sldId="379"/>
            <ac:spMk id="7" creationId="{52DA9BAD-191D-4E9C-8997-20F7DC6FE161}"/>
          </ac:spMkLst>
        </pc:spChg>
        <pc:spChg chg="add mod">
          <ac:chgData name="鈴木 秀規" userId="f68c5fd9-22d5-4c0a-9833-7fb0f5135313" providerId="ADAL" clId="{BE39BC92-915D-4BE9-AEA4-43CFA5564052}" dt="2021-01-28T04:46:54.998" v="1436"/>
          <ac:spMkLst>
            <pc:docMk/>
            <pc:sldMk cId="449625136" sldId="379"/>
            <ac:spMk id="9" creationId="{79B170A4-53A6-4074-BFDF-AEEF03E95FEF}"/>
          </ac:spMkLst>
        </pc:spChg>
        <pc:graphicFrameChg chg="add mod modGraphic">
          <ac:chgData name="鈴木 秀規" userId="f68c5fd9-22d5-4c0a-9833-7fb0f5135313" providerId="ADAL" clId="{BE39BC92-915D-4BE9-AEA4-43CFA5564052}" dt="2021-01-28T04:43:58.487" v="1418"/>
          <ac:graphicFrameMkLst>
            <pc:docMk/>
            <pc:sldMk cId="449625136" sldId="379"/>
            <ac:graphicFrameMk id="6" creationId="{7BB308BA-B6BB-4022-85FB-9F8CBC0A9380}"/>
          </ac:graphicFrameMkLst>
        </pc:graphicFrameChg>
        <pc:graphicFrameChg chg="add mod modGraphic">
          <ac:chgData name="鈴木 秀規" userId="f68c5fd9-22d5-4c0a-9833-7fb0f5135313" providerId="ADAL" clId="{BE39BC92-915D-4BE9-AEA4-43CFA5564052}" dt="2021-01-28T04:46:27.080" v="1429" actId="1076"/>
          <ac:graphicFrameMkLst>
            <pc:docMk/>
            <pc:sldMk cId="449625136" sldId="379"/>
            <ac:graphicFrameMk id="8" creationId="{356FF9CD-B1B8-4CAE-85F0-424105CA5266}"/>
          </ac:graphicFrameMkLst>
        </pc:graphicFrameChg>
      </pc:sldChg>
      <pc:sldChg chg="del">
        <pc:chgData name="鈴木 秀規" userId="f68c5fd9-22d5-4c0a-9833-7fb0f5135313" providerId="ADAL" clId="{BE39BC92-915D-4BE9-AEA4-43CFA5564052}" dt="2021-01-28T02:07:53.316" v="9" actId="2696"/>
        <pc:sldMkLst>
          <pc:docMk/>
          <pc:sldMk cId="4159378562" sldId="379"/>
        </pc:sldMkLst>
      </pc:sldChg>
      <pc:sldChg chg="addSp modSp new mod modClrScheme chgLayout">
        <pc:chgData name="鈴木 秀規" userId="f68c5fd9-22d5-4c0a-9833-7fb0f5135313" providerId="ADAL" clId="{BE39BC92-915D-4BE9-AEA4-43CFA5564052}" dt="2021-01-28T04:48:00.821" v="1456" actId="207"/>
        <pc:sldMkLst>
          <pc:docMk/>
          <pc:sldMk cId="1911761034" sldId="380"/>
        </pc:sldMkLst>
        <pc:spChg chg="mod ord">
          <ac:chgData name="鈴木 秀規" userId="f68c5fd9-22d5-4c0a-9833-7fb0f5135313" providerId="ADAL" clId="{BE39BC92-915D-4BE9-AEA4-43CFA5564052}" dt="2021-01-28T04:47:20.854" v="1439" actId="700"/>
          <ac:spMkLst>
            <pc:docMk/>
            <pc:sldMk cId="1911761034" sldId="380"/>
            <ac:spMk id="2" creationId="{78E8D6A0-DB0C-4C22-837A-F24B180D3594}"/>
          </ac:spMkLst>
        </pc:spChg>
        <pc:spChg chg="mod ord">
          <ac:chgData name="鈴木 秀規" userId="f68c5fd9-22d5-4c0a-9833-7fb0f5135313" providerId="ADAL" clId="{BE39BC92-915D-4BE9-AEA4-43CFA5564052}" dt="2021-01-28T04:47:20.854" v="1439" actId="700"/>
          <ac:spMkLst>
            <pc:docMk/>
            <pc:sldMk cId="1911761034" sldId="380"/>
            <ac:spMk id="3" creationId="{1677D9CC-C96D-4EC5-9CAF-1D23C4A74CAC}"/>
          </ac:spMkLst>
        </pc:spChg>
        <pc:spChg chg="mod ord">
          <ac:chgData name="鈴木 秀規" userId="f68c5fd9-22d5-4c0a-9833-7fb0f5135313" providerId="ADAL" clId="{BE39BC92-915D-4BE9-AEA4-43CFA5564052}" dt="2021-01-28T04:47:20.854" v="1439" actId="700"/>
          <ac:spMkLst>
            <pc:docMk/>
            <pc:sldMk cId="1911761034" sldId="380"/>
            <ac:spMk id="4" creationId="{77559BE6-10B7-41C4-B3DE-D23B901449A0}"/>
          </ac:spMkLst>
        </pc:spChg>
        <pc:spChg chg="add mod ord">
          <ac:chgData name="鈴木 秀規" userId="f68c5fd9-22d5-4c0a-9833-7fb0f5135313" providerId="ADAL" clId="{BE39BC92-915D-4BE9-AEA4-43CFA5564052}" dt="2021-01-28T04:48:00.821" v="1456" actId="207"/>
          <ac:spMkLst>
            <pc:docMk/>
            <pc:sldMk cId="1911761034" sldId="380"/>
            <ac:spMk id="5" creationId="{B9147090-D778-4370-9F20-03AC80ADDE74}"/>
          </ac:spMkLst>
        </pc:spChg>
      </pc:sldChg>
      <pc:sldChg chg="del">
        <pc:chgData name="鈴木 秀規" userId="f68c5fd9-22d5-4c0a-9833-7fb0f5135313" providerId="ADAL" clId="{BE39BC92-915D-4BE9-AEA4-43CFA5564052}" dt="2021-01-28T02:07:53.316" v="9" actId="2696"/>
        <pc:sldMkLst>
          <pc:docMk/>
          <pc:sldMk cId="2745502941" sldId="380"/>
        </pc:sldMkLst>
      </pc:sldChg>
      <pc:sldChg chg="del">
        <pc:chgData name="鈴木 秀規" userId="f68c5fd9-22d5-4c0a-9833-7fb0f5135313" providerId="ADAL" clId="{BE39BC92-915D-4BE9-AEA4-43CFA5564052}" dt="2021-01-28T02:07:53.316" v="9" actId="2696"/>
        <pc:sldMkLst>
          <pc:docMk/>
          <pc:sldMk cId="301528646" sldId="381"/>
        </pc:sldMkLst>
      </pc:sldChg>
      <pc:sldChg chg="modSp new mod">
        <pc:chgData name="鈴木 秀規" userId="f68c5fd9-22d5-4c0a-9833-7fb0f5135313" providerId="ADAL" clId="{BE39BC92-915D-4BE9-AEA4-43CFA5564052}" dt="2021-01-28T04:49:32.770" v="1479" actId="207"/>
        <pc:sldMkLst>
          <pc:docMk/>
          <pc:sldMk cId="2111497926" sldId="381"/>
        </pc:sldMkLst>
        <pc:spChg chg="mod">
          <ac:chgData name="鈴木 秀規" userId="f68c5fd9-22d5-4c0a-9833-7fb0f5135313" providerId="ADAL" clId="{BE39BC92-915D-4BE9-AEA4-43CFA5564052}" dt="2021-01-28T04:48:32.954" v="1458"/>
          <ac:spMkLst>
            <pc:docMk/>
            <pc:sldMk cId="2111497926" sldId="381"/>
            <ac:spMk id="3" creationId="{A606E178-846D-4A22-AF83-37B3AE1BDFFF}"/>
          </ac:spMkLst>
        </pc:spChg>
        <pc:spChg chg="mod">
          <ac:chgData name="鈴木 秀規" userId="f68c5fd9-22d5-4c0a-9833-7fb0f5135313" providerId="ADAL" clId="{BE39BC92-915D-4BE9-AEA4-43CFA5564052}" dt="2021-01-28T04:49:32.770" v="1479" actId="207"/>
          <ac:spMkLst>
            <pc:docMk/>
            <pc:sldMk cId="2111497926" sldId="381"/>
            <ac:spMk id="5" creationId="{97FF8E1B-6515-4505-A6A5-65F15F62F25E}"/>
          </ac:spMkLst>
        </pc:spChg>
      </pc:sldChg>
      <pc:sldChg chg="new del">
        <pc:chgData name="鈴木 秀規" userId="f68c5fd9-22d5-4c0a-9833-7fb0f5135313" providerId="ADAL" clId="{BE39BC92-915D-4BE9-AEA4-43CFA5564052}" dt="2021-01-28T04:49:57.117" v="1481" actId="2696"/>
        <pc:sldMkLst>
          <pc:docMk/>
          <pc:sldMk cId="3242223749" sldId="382"/>
        </pc:sldMkLst>
      </pc:sldChg>
      <pc:sldChg chg="del">
        <pc:chgData name="鈴木 秀規" userId="f68c5fd9-22d5-4c0a-9833-7fb0f5135313" providerId="ADAL" clId="{BE39BC92-915D-4BE9-AEA4-43CFA5564052}" dt="2021-01-28T02:07:53.316" v="9" actId="2696"/>
        <pc:sldMkLst>
          <pc:docMk/>
          <pc:sldMk cId="3737758823" sldId="382"/>
        </pc:sldMkLst>
      </pc:sldChg>
      <pc:sldChg chg="del">
        <pc:chgData name="鈴木 秀規" userId="f68c5fd9-22d5-4c0a-9833-7fb0f5135313" providerId="ADAL" clId="{BE39BC92-915D-4BE9-AEA4-43CFA5564052}" dt="2021-01-28T02:07:53.316" v="9" actId="2696"/>
        <pc:sldMkLst>
          <pc:docMk/>
          <pc:sldMk cId="1383500861" sldId="383"/>
        </pc:sldMkLst>
      </pc:sldChg>
      <pc:sldChg chg="del">
        <pc:chgData name="鈴木 秀規" userId="f68c5fd9-22d5-4c0a-9833-7fb0f5135313" providerId="ADAL" clId="{BE39BC92-915D-4BE9-AEA4-43CFA5564052}" dt="2021-01-28T02:07:53.316" v="9" actId="2696"/>
        <pc:sldMkLst>
          <pc:docMk/>
          <pc:sldMk cId="1710849802" sldId="384"/>
        </pc:sldMkLst>
      </pc:sldChg>
      <pc:sldChg chg="del">
        <pc:chgData name="鈴木 秀規" userId="f68c5fd9-22d5-4c0a-9833-7fb0f5135313" providerId="ADAL" clId="{BE39BC92-915D-4BE9-AEA4-43CFA5564052}" dt="2021-01-28T02:07:53.316" v="9" actId="2696"/>
        <pc:sldMkLst>
          <pc:docMk/>
          <pc:sldMk cId="3198427957" sldId="385"/>
        </pc:sldMkLst>
      </pc:sldChg>
      <pc:sldChg chg="del">
        <pc:chgData name="鈴木 秀規" userId="f68c5fd9-22d5-4c0a-9833-7fb0f5135313" providerId="ADAL" clId="{BE39BC92-915D-4BE9-AEA4-43CFA5564052}" dt="2021-01-28T02:07:53.316" v="9" actId="2696"/>
        <pc:sldMkLst>
          <pc:docMk/>
          <pc:sldMk cId="2401145918" sldId="386"/>
        </pc:sldMkLst>
      </pc:sldChg>
      <pc:sldChg chg="del">
        <pc:chgData name="鈴木 秀規" userId="f68c5fd9-22d5-4c0a-9833-7fb0f5135313" providerId="ADAL" clId="{BE39BC92-915D-4BE9-AEA4-43CFA5564052}" dt="2021-01-28T02:07:53.316" v="9" actId="2696"/>
        <pc:sldMkLst>
          <pc:docMk/>
          <pc:sldMk cId="3730994383" sldId="387"/>
        </pc:sldMkLst>
      </pc:sldChg>
      <pc:sldChg chg="del">
        <pc:chgData name="鈴木 秀規" userId="f68c5fd9-22d5-4c0a-9833-7fb0f5135313" providerId="ADAL" clId="{BE39BC92-915D-4BE9-AEA4-43CFA5564052}" dt="2021-01-28T02:07:53.316" v="9" actId="2696"/>
        <pc:sldMkLst>
          <pc:docMk/>
          <pc:sldMk cId="218868488" sldId="388"/>
        </pc:sldMkLst>
      </pc:sldChg>
      <pc:sldChg chg="del">
        <pc:chgData name="鈴木 秀規" userId="f68c5fd9-22d5-4c0a-9833-7fb0f5135313" providerId="ADAL" clId="{BE39BC92-915D-4BE9-AEA4-43CFA5564052}" dt="2021-01-28T02:07:53.316" v="9" actId="2696"/>
        <pc:sldMkLst>
          <pc:docMk/>
          <pc:sldMk cId="2271233834" sldId="389"/>
        </pc:sldMkLst>
      </pc:sldChg>
      <pc:sldChg chg="del">
        <pc:chgData name="鈴木 秀規" userId="f68c5fd9-22d5-4c0a-9833-7fb0f5135313" providerId="ADAL" clId="{BE39BC92-915D-4BE9-AEA4-43CFA5564052}" dt="2021-01-28T02:07:53.316" v="9" actId="2696"/>
        <pc:sldMkLst>
          <pc:docMk/>
          <pc:sldMk cId="613103497" sldId="390"/>
        </pc:sldMkLst>
      </pc:sldChg>
      <pc:sldChg chg="del">
        <pc:chgData name="鈴木 秀規" userId="f68c5fd9-22d5-4c0a-9833-7fb0f5135313" providerId="ADAL" clId="{BE39BC92-915D-4BE9-AEA4-43CFA5564052}" dt="2021-01-28T02:07:53.316" v="9" actId="2696"/>
        <pc:sldMkLst>
          <pc:docMk/>
          <pc:sldMk cId="2862026351" sldId="391"/>
        </pc:sldMkLst>
      </pc:sldChg>
      <pc:sldChg chg="del">
        <pc:chgData name="鈴木 秀規" userId="f68c5fd9-22d5-4c0a-9833-7fb0f5135313" providerId="ADAL" clId="{BE39BC92-915D-4BE9-AEA4-43CFA5564052}" dt="2021-01-28T02:07:53.316" v="9" actId="2696"/>
        <pc:sldMkLst>
          <pc:docMk/>
          <pc:sldMk cId="539211239" sldId="392"/>
        </pc:sldMkLst>
      </pc:sldChg>
      <pc:sldChg chg="del">
        <pc:chgData name="鈴木 秀規" userId="f68c5fd9-22d5-4c0a-9833-7fb0f5135313" providerId="ADAL" clId="{BE39BC92-915D-4BE9-AEA4-43CFA5564052}" dt="2021-01-28T02:07:53.316" v="9" actId="2696"/>
        <pc:sldMkLst>
          <pc:docMk/>
          <pc:sldMk cId="382950322" sldId="393"/>
        </pc:sldMkLst>
      </pc:sldChg>
      <pc:sldChg chg="del">
        <pc:chgData name="鈴木 秀規" userId="f68c5fd9-22d5-4c0a-9833-7fb0f5135313" providerId="ADAL" clId="{BE39BC92-915D-4BE9-AEA4-43CFA5564052}" dt="2021-01-28T02:07:53.316" v="9" actId="2696"/>
        <pc:sldMkLst>
          <pc:docMk/>
          <pc:sldMk cId="2892649949" sldId="394"/>
        </pc:sldMkLst>
      </pc:sldChg>
      <pc:sldChg chg="del">
        <pc:chgData name="鈴木 秀規" userId="f68c5fd9-22d5-4c0a-9833-7fb0f5135313" providerId="ADAL" clId="{BE39BC92-915D-4BE9-AEA4-43CFA5564052}" dt="2021-01-28T02:07:53.316" v="9" actId="2696"/>
        <pc:sldMkLst>
          <pc:docMk/>
          <pc:sldMk cId="3667572454" sldId="395"/>
        </pc:sldMkLst>
      </pc:sldChg>
      <pc:sldChg chg="del">
        <pc:chgData name="鈴木 秀規" userId="f68c5fd9-22d5-4c0a-9833-7fb0f5135313" providerId="ADAL" clId="{BE39BC92-915D-4BE9-AEA4-43CFA5564052}" dt="2021-01-28T02:07:53.316" v="9" actId="2696"/>
        <pc:sldMkLst>
          <pc:docMk/>
          <pc:sldMk cId="3508846154" sldId="396"/>
        </pc:sldMkLst>
      </pc:sldChg>
      <pc:sldChg chg="del">
        <pc:chgData name="鈴木 秀規" userId="f68c5fd9-22d5-4c0a-9833-7fb0f5135313" providerId="ADAL" clId="{BE39BC92-915D-4BE9-AEA4-43CFA5564052}" dt="2021-01-28T02:07:53.316" v="9" actId="2696"/>
        <pc:sldMkLst>
          <pc:docMk/>
          <pc:sldMk cId="2748557657" sldId="397"/>
        </pc:sldMkLst>
      </pc:sldChg>
      <pc:sldChg chg="del">
        <pc:chgData name="鈴木 秀規" userId="f68c5fd9-22d5-4c0a-9833-7fb0f5135313" providerId="ADAL" clId="{BE39BC92-915D-4BE9-AEA4-43CFA5564052}" dt="2021-01-28T02:07:53.316" v="9" actId="2696"/>
        <pc:sldMkLst>
          <pc:docMk/>
          <pc:sldMk cId="2605664090" sldId="398"/>
        </pc:sldMkLst>
      </pc:sldChg>
      <pc:sldChg chg="del">
        <pc:chgData name="鈴木 秀規" userId="f68c5fd9-22d5-4c0a-9833-7fb0f5135313" providerId="ADAL" clId="{BE39BC92-915D-4BE9-AEA4-43CFA5564052}" dt="2021-01-28T02:07:53.316" v="9" actId="2696"/>
        <pc:sldMkLst>
          <pc:docMk/>
          <pc:sldMk cId="4011058669" sldId="399"/>
        </pc:sldMkLst>
      </pc:sldChg>
    </pc:docChg>
  </pc:docChgLst>
  <pc:docChgLst>
    <pc:chgData name="鈴木 秀規" userId="f68c5fd9-22d5-4c0a-9833-7fb0f5135313" providerId="ADAL" clId="{C48D08EA-87AE-42E8-BBEE-EAFFD27F622E}"/>
    <pc:docChg chg="undo custSel addSld delSld modSld">
      <pc:chgData name="鈴木 秀規" userId="f68c5fd9-22d5-4c0a-9833-7fb0f5135313" providerId="ADAL" clId="{C48D08EA-87AE-42E8-BBEE-EAFFD27F622E}" dt="2021-01-29T02:13:33.664" v="359" actId="403"/>
      <pc:docMkLst>
        <pc:docMk/>
      </pc:docMkLst>
      <pc:sldChg chg="modSp mod">
        <pc:chgData name="鈴木 秀規" userId="f68c5fd9-22d5-4c0a-9833-7fb0f5135313" providerId="ADAL" clId="{C48D08EA-87AE-42E8-BBEE-EAFFD27F622E}" dt="2021-01-29T01:42:00.706" v="19" actId="20577"/>
        <pc:sldMkLst>
          <pc:docMk/>
          <pc:sldMk cId="0" sldId="256"/>
        </pc:sldMkLst>
        <pc:spChg chg="mod">
          <ac:chgData name="鈴木 秀規" userId="f68c5fd9-22d5-4c0a-9833-7fb0f5135313" providerId="ADAL" clId="{C48D08EA-87AE-42E8-BBEE-EAFFD27F622E}" dt="2021-01-29T01:42:00.706" v="19" actId="20577"/>
          <ac:spMkLst>
            <pc:docMk/>
            <pc:sldMk cId="0" sldId="256"/>
            <ac:spMk id="56" creationId="{00000000-0000-0000-0000-000000000000}"/>
          </ac:spMkLst>
        </pc:spChg>
      </pc:sldChg>
      <pc:sldChg chg="addSp delSp modSp mod">
        <pc:chgData name="鈴木 秀規" userId="f68c5fd9-22d5-4c0a-9833-7fb0f5135313" providerId="ADAL" clId="{C48D08EA-87AE-42E8-BBEE-EAFFD27F622E}" dt="2021-01-29T01:44:30.942" v="40" actId="12"/>
        <pc:sldMkLst>
          <pc:docMk/>
          <pc:sldMk cId="2397736379" sldId="363"/>
        </pc:sldMkLst>
        <pc:spChg chg="mod">
          <ac:chgData name="鈴木 秀規" userId="f68c5fd9-22d5-4c0a-9833-7fb0f5135313" providerId="ADAL" clId="{C48D08EA-87AE-42E8-BBEE-EAFFD27F622E}" dt="2021-01-29T01:42:36.385" v="21"/>
          <ac:spMkLst>
            <pc:docMk/>
            <pc:sldMk cId="2397736379" sldId="363"/>
            <ac:spMk id="7" creationId="{9630AD22-E64D-4A96-B059-2AF9F6580C25}"/>
          </ac:spMkLst>
        </pc:spChg>
        <pc:spChg chg="mod">
          <ac:chgData name="鈴木 秀規" userId="f68c5fd9-22d5-4c0a-9833-7fb0f5135313" providerId="ADAL" clId="{C48D08EA-87AE-42E8-BBEE-EAFFD27F622E}" dt="2021-01-29T01:43:13.936" v="32" actId="12"/>
          <ac:spMkLst>
            <pc:docMk/>
            <pc:sldMk cId="2397736379" sldId="363"/>
            <ac:spMk id="8" creationId="{787CF02A-01AB-4517-BA3E-25572FA82648}"/>
          </ac:spMkLst>
        </pc:spChg>
        <pc:spChg chg="del">
          <ac:chgData name="鈴木 秀規" userId="f68c5fd9-22d5-4c0a-9833-7fb0f5135313" providerId="ADAL" clId="{C48D08EA-87AE-42E8-BBEE-EAFFD27F622E}" dt="2021-01-29T01:42:40.720" v="22" actId="478"/>
          <ac:spMkLst>
            <pc:docMk/>
            <pc:sldMk cId="2397736379" sldId="363"/>
            <ac:spMk id="10" creationId="{911442F2-F4B8-4099-A8A6-599A6EDD893E}"/>
          </ac:spMkLst>
        </pc:spChg>
        <pc:spChg chg="del">
          <ac:chgData name="鈴木 秀規" userId="f68c5fd9-22d5-4c0a-9833-7fb0f5135313" providerId="ADAL" clId="{C48D08EA-87AE-42E8-BBEE-EAFFD27F622E}" dt="2021-01-29T01:42:40.720" v="22" actId="478"/>
          <ac:spMkLst>
            <pc:docMk/>
            <pc:sldMk cId="2397736379" sldId="363"/>
            <ac:spMk id="13" creationId="{23E592F8-E3F8-4B51-85D4-196586C25C17}"/>
          </ac:spMkLst>
        </pc:spChg>
        <pc:spChg chg="del">
          <ac:chgData name="鈴木 秀規" userId="f68c5fd9-22d5-4c0a-9833-7fb0f5135313" providerId="ADAL" clId="{C48D08EA-87AE-42E8-BBEE-EAFFD27F622E}" dt="2021-01-29T01:42:40.720" v="22" actId="478"/>
          <ac:spMkLst>
            <pc:docMk/>
            <pc:sldMk cId="2397736379" sldId="363"/>
            <ac:spMk id="15" creationId="{E93D3E84-AF14-45FD-A18C-1157A824A4F2}"/>
          </ac:spMkLst>
        </pc:spChg>
        <pc:spChg chg="del">
          <ac:chgData name="鈴木 秀規" userId="f68c5fd9-22d5-4c0a-9833-7fb0f5135313" providerId="ADAL" clId="{C48D08EA-87AE-42E8-BBEE-EAFFD27F622E}" dt="2021-01-29T01:42:40.720" v="22" actId="478"/>
          <ac:spMkLst>
            <pc:docMk/>
            <pc:sldMk cId="2397736379" sldId="363"/>
            <ac:spMk id="16" creationId="{72D53803-E65D-438C-ADC1-E600E85FFC40}"/>
          </ac:spMkLst>
        </pc:spChg>
        <pc:spChg chg="del">
          <ac:chgData name="鈴木 秀規" userId="f68c5fd9-22d5-4c0a-9833-7fb0f5135313" providerId="ADAL" clId="{C48D08EA-87AE-42E8-BBEE-EAFFD27F622E}" dt="2021-01-29T01:42:40.720" v="22" actId="478"/>
          <ac:spMkLst>
            <pc:docMk/>
            <pc:sldMk cId="2397736379" sldId="363"/>
            <ac:spMk id="17" creationId="{E68CE154-3E64-4D25-BE5B-BDCDB382FBBC}"/>
          </ac:spMkLst>
        </pc:spChg>
        <pc:spChg chg="del">
          <ac:chgData name="鈴木 秀規" userId="f68c5fd9-22d5-4c0a-9833-7fb0f5135313" providerId="ADAL" clId="{C48D08EA-87AE-42E8-BBEE-EAFFD27F622E}" dt="2021-01-29T01:42:40.720" v="22" actId="478"/>
          <ac:spMkLst>
            <pc:docMk/>
            <pc:sldMk cId="2397736379" sldId="363"/>
            <ac:spMk id="18" creationId="{8A195237-21F3-4DFB-95FE-39AC02A46D75}"/>
          </ac:spMkLst>
        </pc:spChg>
        <pc:spChg chg="del">
          <ac:chgData name="鈴木 秀規" userId="f68c5fd9-22d5-4c0a-9833-7fb0f5135313" providerId="ADAL" clId="{C48D08EA-87AE-42E8-BBEE-EAFFD27F622E}" dt="2021-01-29T01:42:40.720" v="22" actId="478"/>
          <ac:spMkLst>
            <pc:docMk/>
            <pc:sldMk cId="2397736379" sldId="363"/>
            <ac:spMk id="20" creationId="{D20D5368-51BF-4D9C-9BF0-657E18487D90}"/>
          </ac:spMkLst>
        </pc:spChg>
        <pc:spChg chg="del">
          <ac:chgData name="鈴木 秀規" userId="f68c5fd9-22d5-4c0a-9833-7fb0f5135313" providerId="ADAL" clId="{C48D08EA-87AE-42E8-BBEE-EAFFD27F622E}" dt="2021-01-29T01:42:40.720" v="22" actId="478"/>
          <ac:spMkLst>
            <pc:docMk/>
            <pc:sldMk cId="2397736379" sldId="363"/>
            <ac:spMk id="21" creationId="{D2C1CCFA-0795-496F-B2DD-3DADD560165B}"/>
          </ac:spMkLst>
        </pc:spChg>
        <pc:spChg chg="add mod">
          <ac:chgData name="鈴木 秀規" userId="f68c5fd9-22d5-4c0a-9833-7fb0f5135313" providerId="ADAL" clId="{C48D08EA-87AE-42E8-BBEE-EAFFD27F622E}" dt="2021-01-29T01:44:18.993" v="38" actId="1076"/>
          <ac:spMkLst>
            <pc:docMk/>
            <pc:sldMk cId="2397736379" sldId="363"/>
            <ac:spMk id="25" creationId="{6F73D290-1A37-4666-AE4E-056CFDBF2963}"/>
          </ac:spMkLst>
        </pc:spChg>
        <pc:spChg chg="add mod">
          <ac:chgData name="鈴木 秀規" userId="f68c5fd9-22d5-4c0a-9833-7fb0f5135313" providerId="ADAL" clId="{C48D08EA-87AE-42E8-BBEE-EAFFD27F622E}" dt="2021-01-29T01:44:30.942" v="40" actId="12"/>
          <ac:spMkLst>
            <pc:docMk/>
            <pc:sldMk cId="2397736379" sldId="363"/>
            <ac:spMk id="26" creationId="{D8B69E42-1911-4122-BBB0-EB93A222E3E7}"/>
          </ac:spMkLst>
        </pc:spChg>
        <pc:picChg chg="del">
          <ac:chgData name="鈴木 秀規" userId="f68c5fd9-22d5-4c0a-9833-7fb0f5135313" providerId="ADAL" clId="{C48D08EA-87AE-42E8-BBEE-EAFFD27F622E}" dt="2021-01-29T01:42:40.720" v="22" actId="478"/>
          <ac:picMkLst>
            <pc:docMk/>
            <pc:sldMk cId="2397736379" sldId="363"/>
            <ac:picMk id="11" creationId="{D2DDAA77-A5AC-429F-86FF-4F0146721908}"/>
          </ac:picMkLst>
        </pc:picChg>
        <pc:picChg chg="del">
          <ac:chgData name="鈴木 秀規" userId="f68c5fd9-22d5-4c0a-9833-7fb0f5135313" providerId="ADAL" clId="{C48D08EA-87AE-42E8-BBEE-EAFFD27F622E}" dt="2021-01-29T01:42:40.720" v="22" actId="478"/>
          <ac:picMkLst>
            <pc:docMk/>
            <pc:sldMk cId="2397736379" sldId="363"/>
            <ac:picMk id="12" creationId="{2199B8D1-CAE6-4898-BB1D-07D67193F2D1}"/>
          </ac:picMkLst>
        </pc:picChg>
        <pc:picChg chg="del">
          <ac:chgData name="鈴木 秀規" userId="f68c5fd9-22d5-4c0a-9833-7fb0f5135313" providerId="ADAL" clId="{C48D08EA-87AE-42E8-BBEE-EAFFD27F622E}" dt="2021-01-29T01:42:40.720" v="22" actId="478"/>
          <ac:picMkLst>
            <pc:docMk/>
            <pc:sldMk cId="2397736379" sldId="363"/>
            <ac:picMk id="14" creationId="{7BDAE766-1B33-4F9F-A358-B6E02E845A73}"/>
          </ac:picMkLst>
        </pc:picChg>
        <pc:picChg chg="add mod">
          <ac:chgData name="鈴木 秀規" userId="f68c5fd9-22d5-4c0a-9833-7fb0f5135313" providerId="ADAL" clId="{C48D08EA-87AE-42E8-BBEE-EAFFD27F622E}" dt="2021-01-29T01:44:18.993" v="38" actId="1076"/>
          <ac:picMkLst>
            <pc:docMk/>
            <pc:sldMk cId="2397736379" sldId="363"/>
            <ac:picMk id="22" creationId="{EBCFE6B6-3674-4542-897A-054F57AF9940}"/>
          </ac:picMkLst>
        </pc:picChg>
        <pc:picChg chg="add mod">
          <ac:chgData name="鈴木 秀規" userId="f68c5fd9-22d5-4c0a-9833-7fb0f5135313" providerId="ADAL" clId="{C48D08EA-87AE-42E8-BBEE-EAFFD27F622E}" dt="2021-01-29T01:44:18.993" v="38" actId="1076"/>
          <ac:picMkLst>
            <pc:docMk/>
            <pc:sldMk cId="2397736379" sldId="363"/>
            <ac:picMk id="23" creationId="{50430609-0E30-4E04-A0AB-4BEFD5706BAC}"/>
          </ac:picMkLst>
        </pc:picChg>
        <pc:cxnChg chg="del mod">
          <ac:chgData name="鈴木 秀規" userId="f68c5fd9-22d5-4c0a-9833-7fb0f5135313" providerId="ADAL" clId="{C48D08EA-87AE-42E8-BBEE-EAFFD27F622E}" dt="2021-01-29T01:42:40.720" v="22" actId="478"/>
          <ac:cxnSpMkLst>
            <pc:docMk/>
            <pc:sldMk cId="2397736379" sldId="363"/>
            <ac:cxnSpMk id="19" creationId="{16079599-50A7-49A6-83C1-B3323B66C70B}"/>
          </ac:cxnSpMkLst>
        </pc:cxnChg>
        <pc:cxnChg chg="add mod">
          <ac:chgData name="鈴木 秀規" userId="f68c5fd9-22d5-4c0a-9833-7fb0f5135313" providerId="ADAL" clId="{C48D08EA-87AE-42E8-BBEE-EAFFD27F622E}" dt="2021-01-29T01:44:18.993" v="38" actId="1076"/>
          <ac:cxnSpMkLst>
            <pc:docMk/>
            <pc:sldMk cId="2397736379" sldId="363"/>
            <ac:cxnSpMk id="24" creationId="{2971CE02-4FF4-45F7-8B9C-E59D75CEAF1D}"/>
          </ac:cxnSpMkLst>
        </pc:cxnChg>
      </pc:sldChg>
      <pc:sldChg chg="addSp modSp new mod">
        <pc:chgData name="鈴木 秀規" userId="f68c5fd9-22d5-4c0a-9833-7fb0f5135313" providerId="ADAL" clId="{C48D08EA-87AE-42E8-BBEE-EAFFD27F622E}" dt="2021-01-29T01:48:10.263" v="72" actId="207"/>
        <pc:sldMkLst>
          <pc:docMk/>
          <pc:sldMk cId="1491796703" sldId="364"/>
        </pc:sldMkLst>
        <pc:spChg chg="mod">
          <ac:chgData name="鈴木 秀規" userId="f68c5fd9-22d5-4c0a-9833-7fb0f5135313" providerId="ADAL" clId="{C48D08EA-87AE-42E8-BBEE-EAFFD27F622E}" dt="2021-01-29T01:44:44.348" v="42"/>
          <ac:spMkLst>
            <pc:docMk/>
            <pc:sldMk cId="1491796703" sldId="364"/>
            <ac:spMk id="3" creationId="{7792D0C0-CA82-473E-95FC-0F27B3EAC620}"/>
          </ac:spMkLst>
        </pc:spChg>
        <pc:spChg chg="mod">
          <ac:chgData name="鈴木 秀規" userId="f68c5fd9-22d5-4c0a-9833-7fb0f5135313" providerId="ADAL" clId="{C48D08EA-87AE-42E8-BBEE-EAFFD27F622E}" dt="2021-01-29T01:45:07.217" v="46" actId="14100"/>
          <ac:spMkLst>
            <pc:docMk/>
            <pc:sldMk cId="1491796703" sldId="364"/>
            <ac:spMk id="5" creationId="{0E555CD9-10A0-4852-932D-CCBC906DD192}"/>
          </ac:spMkLst>
        </pc:spChg>
        <pc:spChg chg="add mod">
          <ac:chgData name="鈴木 秀規" userId="f68c5fd9-22d5-4c0a-9833-7fb0f5135313" providerId="ADAL" clId="{C48D08EA-87AE-42E8-BBEE-EAFFD27F622E}" dt="2021-01-29T01:46:03.669" v="59" actId="14100"/>
          <ac:spMkLst>
            <pc:docMk/>
            <pc:sldMk cId="1491796703" sldId="364"/>
            <ac:spMk id="7" creationId="{131FE02A-70CC-40DF-9182-018F6982F20F}"/>
          </ac:spMkLst>
        </pc:spChg>
        <pc:spChg chg="add mod">
          <ac:chgData name="鈴木 秀規" userId="f68c5fd9-22d5-4c0a-9833-7fb0f5135313" providerId="ADAL" clId="{C48D08EA-87AE-42E8-BBEE-EAFFD27F622E}" dt="2021-01-29T01:48:10.263" v="72" actId="207"/>
          <ac:spMkLst>
            <pc:docMk/>
            <pc:sldMk cId="1491796703" sldId="364"/>
            <ac:spMk id="8" creationId="{48831A36-9810-407D-ADD4-926B54DA7678}"/>
          </ac:spMkLst>
        </pc:spChg>
        <pc:graphicFrameChg chg="add mod modGraphic">
          <ac:chgData name="鈴木 秀規" userId="f68c5fd9-22d5-4c0a-9833-7fb0f5135313" providerId="ADAL" clId="{C48D08EA-87AE-42E8-BBEE-EAFFD27F622E}" dt="2021-01-29T01:45:55.199" v="56" actId="12385"/>
          <ac:graphicFrameMkLst>
            <pc:docMk/>
            <pc:sldMk cId="1491796703" sldId="364"/>
            <ac:graphicFrameMk id="6" creationId="{DDCE8367-7279-4C22-95C0-573968E8B81E}"/>
          </ac:graphicFrameMkLst>
        </pc:graphicFrameChg>
      </pc:sldChg>
      <pc:sldChg chg="del">
        <pc:chgData name="鈴木 秀規" userId="f68c5fd9-22d5-4c0a-9833-7fb0f5135313" providerId="ADAL" clId="{C48D08EA-87AE-42E8-BBEE-EAFFD27F622E}" dt="2021-01-29T01:42:20.133" v="20" actId="2696"/>
        <pc:sldMkLst>
          <pc:docMk/>
          <pc:sldMk cId="3552865651" sldId="364"/>
        </pc:sldMkLst>
      </pc:sldChg>
      <pc:sldChg chg="del">
        <pc:chgData name="鈴木 秀規" userId="f68c5fd9-22d5-4c0a-9833-7fb0f5135313" providerId="ADAL" clId="{C48D08EA-87AE-42E8-BBEE-EAFFD27F622E}" dt="2021-01-29T01:42:20.133" v="20" actId="2696"/>
        <pc:sldMkLst>
          <pc:docMk/>
          <pc:sldMk cId="478947157" sldId="365"/>
        </pc:sldMkLst>
      </pc:sldChg>
      <pc:sldChg chg="addSp modSp new mod">
        <pc:chgData name="鈴木 秀規" userId="f68c5fd9-22d5-4c0a-9833-7fb0f5135313" providerId="ADAL" clId="{C48D08EA-87AE-42E8-BBEE-EAFFD27F622E}" dt="2021-01-29T01:51:01.956" v="111" actId="207"/>
        <pc:sldMkLst>
          <pc:docMk/>
          <pc:sldMk cId="2862888682" sldId="365"/>
        </pc:sldMkLst>
        <pc:spChg chg="mod">
          <ac:chgData name="鈴木 秀規" userId="f68c5fd9-22d5-4c0a-9833-7fb0f5135313" providerId="ADAL" clId="{C48D08EA-87AE-42E8-BBEE-EAFFD27F622E}" dt="2021-01-29T01:48:22.105" v="74"/>
          <ac:spMkLst>
            <pc:docMk/>
            <pc:sldMk cId="2862888682" sldId="365"/>
            <ac:spMk id="3" creationId="{1360C785-92EB-490D-A206-5FE9C8C4ACBF}"/>
          </ac:spMkLst>
        </pc:spChg>
        <pc:spChg chg="mod">
          <ac:chgData name="鈴木 秀規" userId="f68c5fd9-22d5-4c0a-9833-7fb0f5135313" providerId="ADAL" clId="{C48D08EA-87AE-42E8-BBEE-EAFFD27F622E}" dt="2021-01-29T01:48:43.788" v="78" actId="14100"/>
          <ac:spMkLst>
            <pc:docMk/>
            <pc:sldMk cId="2862888682" sldId="365"/>
            <ac:spMk id="5" creationId="{E2A04A57-AF9A-4B40-94FD-2A99CAF0FF6A}"/>
          </ac:spMkLst>
        </pc:spChg>
        <pc:spChg chg="add mod">
          <ac:chgData name="鈴木 秀規" userId="f68c5fd9-22d5-4c0a-9833-7fb0f5135313" providerId="ADAL" clId="{C48D08EA-87AE-42E8-BBEE-EAFFD27F622E}" dt="2021-01-29T01:51:01.956" v="111" actId="207"/>
          <ac:spMkLst>
            <pc:docMk/>
            <pc:sldMk cId="2862888682" sldId="365"/>
            <ac:spMk id="6" creationId="{52355757-E974-491E-8854-A7999A0DC253}"/>
          </ac:spMkLst>
        </pc:spChg>
      </pc:sldChg>
      <pc:sldChg chg="modSp add mod">
        <pc:chgData name="鈴木 秀規" userId="f68c5fd9-22d5-4c0a-9833-7fb0f5135313" providerId="ADAL" clId="{C48D08EA-87AE-42E8-BBEE-EAFFD27F622E}" dt="2021-01-29T01:51:55.876" v="116" actId="14100"/>
        <pc:sldMkLst>
          <pc:docMk/>
          <pc:sldMk cId="805013935" sldId="366"/>
        </pc:sldMkLst>
        <pc:spChg chg="mod">
          <ac:chgData name="鈴木 秀規" userId="f68c5fd9-22d5-4c0a-9833-7fb0f5135313" providerId="ADAL" clId="{C48D08EA-87AE-42E8-BBEE-EAFFD27F622E}" dt="2021-01-29T01:51:55.876" v="116" actId="14100"/>
          <ac:spMkLst>
            <pc:docMk/>
            <pc:sldMk cId="805013935" sldId="366"/>
            <ac:spMk id="6" creationId="{52355757-E974-491E-8854-A7999A0DC253}"/>
          </ac:spMkLst>
        </pc:spChg>
      </pc:sldChg>
      <pc:sldChg chg="del">
        <pc:chgData name="鈴木 秀規" userId="f68c5fd9-22d5-4c0a-9833-7fb0f5135313" providerId="ADAL" clId="{C48D08EA-87AE-42E8-BBEE-EAFFD27F622E}" dt="2021-01-29T01:42:20.133" v="20" actId="2696"/>
        <pc:sldMkLst>
          <pc:docMk/>
          <pc:sldMk cId="1806702686" sldId="366"/>
        </pc:sldMkLst>
      </pc:sldChg>
      <pc:sldChg chg="addSp modSp new mod">
        <pc:chgData name="鈴木 秀規" userId="f68c5fd9-22d5-4c0a-9833-7fb0f5135313" providerId="ADAL" clId="{C48D08EA-87AE-42E8-BBEE-EAFFD27F622E}" dt="2021-01-29T01:55:14.503" v="147" actId="1035"/>
        <pc:sldMkLst>
          <pc:docMk/>
          <pc:sldMk cId="1837428979" sldId="367"/>
        </pc:sldMkLst>
        <pc:spChg chg="mod">
          <ac:chgData name="鈴木 秀規" userId="f68c5fd9-22d5-4c0a-9833-7fb0f5135313" providerId="ADAL" clId="{C48D08EA-87AE-42E8-BBEE-EAFFD27F622E}" dt="2021-01-29T01:52:13.256" v="118"/>
          <ac:spMkLst>
            <pc:docMk/>
            <pc:sldMk cId="1837428979" sldId="367"/>
            <ac:spMk id="3" creationId="{978495FD-E0C5-42E9-A314-83ACF573D4BE}"/>
          </ac:spMkLst>
        </pc:spChg>
        <pc:spChg chg="mod">
          <ac:chgData name="鈴木 秀規" userId="f68c5fd9-22d5-4c0a-9833-7fb0f5135313" providerId="ADAL" clId="{C48D08EA-87AE-42E8-BBEE-EAFFD27F622E}" dt="2021-01-29T01:53:56.217" v="128" actId="14100"/>
          <ac:spMkLst>
            <pc:docMk/>
            <pc:sldMk cId="1837428979" sldId="367"/>
            <ac:spMk id="5" creationId="{8CEA63F3-D054-42AC-90C1-5FA6170C17B2}"/>
          </ac:spMkLst>
        </pc:spChg>
        <pc:spChg chg="add mod">
          <ac:chgData name="鈴木 秀規" userId="f68c5fd9-22d5-4c0a-9833-7fb0f5135313" providerId="ADAL" clId="{C48D08EA-87AE-42E8-BBEE-EAFFD27F622E}" dt="2021-01-29T01:55:08.905" v="144" actId="1035"/>
          <ac:spMkLst>
            <pc:docMk/>
            <pc:sldMk cId="1837428979" sldId="367"/>
            <ac:spMk id="6" creationId="{FAA5C2C9-5976-4AE6-ACBA-782CDA112D8D}"/>
          </ac:spMkLst>
        </pc:spChg>
        <pc:spChg chg="add mod">
          <ac:chgData name="鈴木 秀規" userId="f68c5fd9-22d5-4c0a-9833-7fb0f5135313" providerId="ADAL" clId="{C48D08EA-87AE-42E8-BBEE-EAFFD27F622E}" dt="2021-01-29T01:54:41.630" v="135" actId="2711"/>
          <ac:spMkLst>
            <pc:docMk/>
            <pc:sldMk cId="1837428979" sldId="367"/>
            <ac:spMk id="7" creationId="{0EB9DE99-767C-4362-8484-92D83744470B}"/>
          </ac:spMkLst>
        </pc:spChg>
        <pc:spChg chg="add mod">
          <ac:chgData name="鈴木 秀規" userId="f68c5fd9-22d5-4c0a-9833-7fb0f5135313" providerId="ADAL" clId="{C48D08EA-87AE-42E8-BBEE-EAFFD27F622E}" dt="2021-01-29T01:55:14.503" v="147" actId="1035"/>
          <ac:spMkLst>
            <pc:docMk/>
            <pc:sldMk cId="1837428979" sldId="367"/>
            <ac:spMk id="8" creationId="{D2126064-D7FB-447A-B0FF-145ED0B54FFD}"/>
          </ac:spMkLst>
        </pc:spChg>
      </pc:sldChg>
      <pc:sldChg chg="del">
        <pc:chgData name="鈴木 秀規" userId="f68c5fd9-22d5-4c0a-9833-7fb0f5135313" providerId="ADAL" clId="{C48D08EA-87AE-42E8-BBEE-EAFFD27F622E}" dt="2021-01-29T01:42:20.133" v="20" actId="2696"/>
        <pc:sldMkLst>
          <pc:docMk/>
          <pc:sldMk cId="2356507688" sldId="367"/>
        </pc:sldMkLst>
      </pc:sldChg>
      <pc:sldChg chg="addSp modSp new mod">
        <pc:chgData name="鈴木 秀規" userId="f68c5fd9-22d5-4c0a-9833-7fb0f5135313" providerId="ADAL" clId="{C48D08EA-87AE-42E8-BBEE-EAFFD27F622E}" dt="2021-01-29T01:58:19" v="220" actId="693"/>
        <pc:sldMkLst>
          <pc:docMk/>
          <pc:sldMk cId="1713287924" sldId="368"/>
        </pc:sldMkLst>
        <pc:spChg chg="mod">
          <ac:chgData name="鈴木 秀規" userId="f68c5fd9-22d5-4c0a-9833-7fb0f5135313" providerId="ADAL" clId="{C48D08EA-87AE-42E8-BBEE-EAFFD27F622E}" dt="2021-01-29T01:55:26.247" v="149"/>
          <ac:spMkLst>
            <pc:docMk/>
            <pc:sldMk cId="1713287924" sldId="368"/>
            <ac:spMk id="3" creationId="{9661A668-DD37-439B-ACDF-417309CE2BED}"/>
          </ac:spMkLst>
        </pc:spChg>
        <pc:spChg chg="mod">
          <ac:chgData name="鈴木 秀規" userId="f68c5fd9-22d5-4c0a-9833-7fb0f5135313" providerId="ADAL" clId="{C48D08EA-87AE-42E8-BBEE-EAFFD27F622E}" dt="2021-01-29T01:55:33.864" v="151"/>
          <ac:spMkLst>
            <pc:docMk/>
            <pc:sldMk cId="1713287924" sldId="368"/>
            <ac:spMk id="5" creationId="{5A15B9D0-4F4E-42B4-B01F-A2116727B752}"/>
          </ac:spMkLst>
        </pc:spChg>
        <pc:spChg chg="add mod">
          <ac:chgData name="鈴木 秀規" userId="f68c5fd9-22d5-4c0a-9833-7fb0f5135313" providerId="ADAL" clId="{C48D08EA-87AE-42E8-BBEE-EAFFD27F622E}" dt="2021-01-29T01:57:33.062" v="212" actId="14100"/>
          <ac:spMkLst>
            <pc:docMk/>
            <pc:sldMk cId="1713287924" sldId="368"/>
            <ac:spMk id="6" creationId="{27D288CC-DC7B-43CB-BE82-65B8A8FC66A8}"/>
          </ac:spMkLst>
        </pc:spChg>
        <pc:spChg chg="add mod">
          <ac:chgData name="鈴木 秀規" userId="f68c5fd9-22d5-4c0a-9833-7fb0f5135313" providerId="ADAL" clId="{C48D08EA-87AE-42E8-BBEE-EAFFD27F622E}" dt="2021-01-29T01:57:27.684" v="210" actId="571"/>
          <ac:spMkLst>
            <pc:docMk/>
            <pc:sldMk cId="1713287924" sldId="368"/>
            <ac:spMk id="7" creationId="{5A3F6696-A796-46DB-B92C-6A1E50DDCD7B}"/>
          </ac:spMkLst>
        </pc:spChg>
        <pc:spChg chg="add mod">
          <ac:chgData name="鈴木 秀規" userId="f68c5fd9-22d5-4c0a-9833-7fb0f5135313" providerId="ADAL" clId="{C48D08EA-87AE-42E8-BBEE-EAFFD27F622E}" dt="2021-01-29T01:57:41.822" v="214"/>
          <ac:spMkLst>
            <pc:docMk/>
            <pc:sldMk cId="1713287924" sldId="368"/>
            <ac:spMk id="8" creationId="{2BAC002D-400A-4640-82BC-83F23DA52987}"/>
          </ac:spMkLst>
        </pc:spChg>
        <pc:cxnChg chg="add mod">
          <ac:chgData name="鈴木 秀規" userId="f68c5fd9-22d5-4c0a-9833-7fb0f5135313" providerId="ADAL" clId="{C48D08EA-87AE-42E8-BBEE-EAFFD27F622E}" dt="2021-01-29T01:58:19" v="220" actId="693"/>
          <ac:cxnSpMkLst>
            <pc:docMk/>
            <pc:sldMk cId="1713287924" sldId="368"/>
            <ac:cxnSpMk id="10" creationId="{EEE9455F-E370-4E54-8FE3-1C29FE245664}"/>
          </ac:cxnSpMkLst>
        </pc:cxnChg>
      </pc:sldChg>
      <pc:sldChg chg="del">
        <pc:chgData name="鈴木 秀規" userId="f68c5fd9-22d5-4c0a-9833-7fb0f5135313" providerId="ADAL" clId="{C48D08EA-87AE-42E8-BBEE-EAFFD27F622E}" dt="2021-01-29T01:42:20.133" v="20" actId="2696"/>
        <pc:sldMkLst>
          <pc:docMk/>
          <pc:sldMk cId="3408830695" sldId="368"/>
        </pc:sldMkLst>
      </pc:sldChg>
      <pc:sldChg chg="addSp delSp modSp new mod">
        <pc:chgData name="鈴木 秀規" userId="f68c5fd9-22d5-4c0a-9833-7fb0f5135313" providerId="ADAL" clId="{C48D08EA-87AE-42E8-BBEE-EAFFD27F622E}" dt="2021-01-29T02:01:13.217" v="245" actId="1076"/>
        <pc:sldMkLst>
          <pc:docMk/>
          <pc:sldMk cId="2427838374" sldId="369"/>
        </pc:sldMkLst>
        <pc:spChg chg="mod">
          <ac:chgData name="鈴木 秀規" userId="f68c5fd9-22d5-4c0a-9833-7fb0f5135313" providerId="ADAL" clId="{C48D08EA-87AE-42E8-BBEE-EAFFD27F622E}" dt="2021-01-29T01:59:08.178" v="222"/>
          <ac:spMkLst>
            <pc:docMk/>
            <pc:sldMk cId="2427838374" sldId="369"/>
            <ac:spMk id="3" creationId="{5F3CF279-F6DF-412A-A369-C8AF3B4BD74C}"/>
          </ac:spMkLst>
        </pc:spChg>
        <pc:spChg chg="mod">
          <ac:chgData name="鈴木 秀規" userId="f68c5fd9-22d5-4c0a-9833-7fb0f5135313" providerId="ADAL" clId="{C48D08EA-87AE-42E8-BBEE-EAFFD27F622E}" dt="2021-01-29T01:59:25.087" v="225" actId="14100"/>
          <ac:spMkLst>
            <pc:docMk/>
            <pc:sldMk cId="2427838374" sldId="369"/>
            <ac:spMk id="5" creationId="{823413F9-1D7B-4446-A19F-D31D713846D2}"/>
          </ac:spMkLst>
        </pc:spChg>
        <pc:spChg chg="add mod">
          <ac:chgData name="鈴木 秀規" userId="f68c5fd9-22d5-4c0a-9833-7fb0f5135313" providerId="ADAL" clId="{C48D08EA-87AE-42E8-BBEE-EAFFD27F622E}" dt="2021-01-29T02:01:13.217" v="245" actId="1076"/>
          <ac:spMkLst>
            <pc:docMk/>
            <pc:sldMk cId="2427838374" sldId="369"/>
            <ac:spMk id="6" creationId="{F9089E6D-8895-4170-B5FD-8ABE44ECFA95}"/>
          </ac:spMkLst>
        </pc:spChg>
        <pc:spChg chg="add del mod">
          <ac:chgData name="鈴木 秀規" userId="f68c5fd9-22d5-4c0a-9833-7fb0f5135313" providerId="ADAL" clId="{C48D08EA-87AE-42E8-BBEE-EAFFD27F622E}" dt="2021-01-29T02:00:59.330" v="241" actId="478"/>
          <ac:spMkLst>
            <pc:docMk/>
            <pc:sldMk cId="2427838374" sldId="369"/>
            <ac:spMk id="7" creationId="{9AB81213-5131-41F9-B159-D81949CE8D9C}"/>
          </ac:spMkLst>
        </pc:spChg>
        <pc:spChg chg="add del mod">
          <ac:chgData name="鈴木 秀規" userId="f68c5fd9-22d5-4c0a-9833-7fb0f5135313" providerId="ADAL" clId="{C48D08EA-87AE-42E8-BBEE-EAFFD27F622E}" dt="2021-01-29T02:00:56.148" v="240"/>
          <ac:spMkLst>
            <pc:docMk/>
            <pc:sldMk cId="2427838374" sldId="369"/>
            <ac:spMk id="8" creationId="{820E8CA3-4EF3-4DA6-96DC-6AE5B7E82D17}"/>
          </ac:spMkLst>
        </pc:spChg>
        <pc:spChg chg="add del mod">
          <ac:chgData name="鈴木 秀規" userId="f68c5fd9-22d5-4c0a-9833-7fb0f5135313" providerId="ADAL" clId="{C48D08EA-87AE-42E8-BBEE-EAFFD27F622E}" dt="2021-01-29T02:00:56.148" v="240"/>
          <ac:spMkLst>
            <pc:docMk/>
            <pc:sldMk cId="2427838374" sldId="369"/>
            <ac:spMk id="9" creationId="{D8971F1A-05AB-43A4-A200-3B0EFC173A3A}"/>
          </ac:spMkLst>
        </pc:spChg>
      </pc:sldChg>
      <pc:sldChg chg="del">
        <pc:chgData name="鈴木 秀規" userId="f68c5fd9-22d5-4c0a-9833-7fb0f5135313" providerId="ADAL" clId="{C48D08EA-87AE-42E8-BBEE-EAFFD27F622E}" dt="2021-01-29T01:42:20.133" v="20" actId="2696"/>
        <pc:sldMkLst>
          <pc:docMk/>
          <pc:sldMk cId="2975628319" sldId="369"/>
        </pc:sldMkLst>
      </pc:sldChg>
      <pc:sldChg chg="addSp modSp new mod">
        <pc:chgData name="鈴木 秀規" userId="f68c5fd9-22d5-4c0a-9833-7fb0f5135313" providerId="ADAL" clId="{C48D08EA-87AE-42E8-BBEE-EAFFD27F622E}" dt="2021-01-29T02:03:38.403" v="272" actId="207"/>
        <pc:sldMkLst>
          <pc:docMk/>
          <pc:sldMk cId="1375847763" sldId="370"/>
        </pc:sldMkLst>
        <pc:spChg chg="mod">
          <ac:chgData name="鈴木 秀規" userId="f68c5fd9-22d5-4c0a-9833-7fb0f5135313" providerId="ADAL" clId="{C48D08EA-87AE-42E8-BBEE-EAFFD27F622E}" dt="2021-01-29T02:01:36.101" v="247"/>
          <ac:spMkLst>
            <pc:docMk/>
            <pc:sldMk cId="1375847763" sldId="370"/>
            <ac:spMk id="3" creationId="{257599A0-BD8E-43B6-893F-D3BD14BA35D3}"/>
          </ac:spMkLst>
        </pc:spChg>
        <pc:spChg chg="mod">
          <ac:chgData name="鈴木 秀規" userId="f68c5fd9-22d5-4c0a-9833-7fb0f5135313" providerId="ADAL" clId="{C48D08EA-87AE-42E8-BBEE-EAFFD27F622E}" dt="2021-01-29T02:01:55.592" v="251" actId="14100"/>
          <ac:spMkLst>
            <pc:docMk/>
            <pc:sldMk cId="1375847763" sldId="370"/>
            <ac:spMk id="5" creationId="{54EA06F8-723C-4C46-95CE-E7F36487A76B}"/>
          </ac:spMkLst>
        </pc:spChg>
        <pc:spChg chg="add mod">
          <ac:chgData name="鈴木 秀規" userId="f68c5fd9-22d5-4c0a-9833-7fb0f5135313" providerId="ADAL" clId="{C48D08EA-87AE-42E8-BBEE-EAFFD27F622E}" dt="2021-01-29T02:03:26.436" v="268" actId="207"/>
          <ac:spMkLst>
            <pc:docMk/>
            <pc:sldMk cId="1375847763" sldId="370"/>
            <ac:spMk id="6" creationId="{EDC03A83-EF88-45D1-9AA5-7EFBD979ACE9}"/>
          </ac:spMkLst>
        </pc:spChg>
        <pc:spChg chg="add mod">
          <ac:chgData name="鈴木 秀規" userId="f68c5fd9-22d5-4c0a-9833-7fb0f5135313" providerId="ADAL" clId="{C48D08EA-87AE-42E8-BBEE-EAFFD27F622E}" dt="2021-01-29T02:03:38.403" v="272" actId="207"/>
          <ac:spMkLst>
            <pc:docMk/>
            <pc:sldMk cId="1375847763" sldId="370"/>
            <ac:spMk id="7" creationId="{8D2A60D8-5FC3-4EE1-8F58-4DDBB91C99FE}"/>
          </ac:spMkLst>
        </pc:spChg>
      </pc:sldChg>
      <pc:sldChg chg="del">
        <pc:chgData name="鈴木 秀規" userId="f68c5fd9-22d5-4c0a-9833-7fb0f5135313" providerId="ADAL" clId="{C48D08EA-87AE-42E8-BBEE-EAFFD27F622E}" dt="2021-01-29T01:42:20.133" v="20" actId="2696"/>
        <pc:sldMkLst>
          <pc:docMk/>
          <pc:sldMk cId="3073446168" sldId="370"/>
        </pc:sldMkLst>
      </pc:sldChg>
      <pc:sldChg chg="modSp new mod">
        <pc:chgData name="鈴木 秀規" userId="f68c5fd9-22d5-4c0a-9833-7fb0f5135313" providerId="ADAL" clId="{C48D08EA-87AE-42E8-BBEE-EAFFD27F622E}" dt="2021-01-29T02:05:13.104" v="295" actId="207"/>
        <pc:sldMkLst>
          <pc:docMk/>
          <pc:sldMk cId="88774120" sldId="371"/>
        </pc:sldMkLst>
        <pc:spChg chg="mod">
          <ac:chgData name="鈴木 秀規" userId="f68c5fd9-22d5-4c0a-9833-7fb0f5135313" providerId="ADAL" clId="{C48D08EA-87AE-42E8-BBEE-EAFFD27F622E}" dt="2021-01-29T02:03:53.582" v="274"/>
          <ac:spMkLst>
            <pc:docMk/>
            <pc:sldMk cId="88774120" sldId="371"/>
            <ac:spMk id="3" creationId="{BACB9769-04E3-428B-8379-D0ACEE653078}"/>
          </ac:spMkLst>
        </pc:spChg>
        <pc:spChg chg="mod">
          <ac:chgData name="鈴木 秀規" userId="f68c5fd9-22d5-4c0a-9833-7fb0f5135313" providerId="ADAL" clId="{C48D08EA-87AE-42E8-BBEE-EAFFD27F622E}" dt="2021-01-29T02:05:13.104" v="295" actId="207"/>
          <ac:spMkLst>
            <pc:docMk/>
            <pc:sldMk cId="88774120" sldId="371"/>
            <ac:spMk id="5" creationId="{DA849902-FDBE-46E8-B518-154E3E8604A2}"/>
          </ac:spMkLst>
        </pc:spChg>
      </pc:sldChg>
      <pc:sldChg chg="del">
        <pc:chgData name="鈴木 秀規" userId="f68c5fd9-22d5-4c0a-9833-7fb0f5135313" providerId="ADAL" clId="{C48D08EA-87AE-42E8-BBEE-EAFFD27F622E}" dt="2021-01-29T01:42:20.133" v="20" actId="2696"/>
        <pc:sldMkLst>
          <pc:docMk/>
          <pc:sldMk cId="1539385395" sldId="371"/>
        </pc:sldMkLst>
      </pc:sldChg>
      <pc:sldChg chg="del">
        <pc:chgData name="鈴木 秀規" userId="f68c5fd9-22d5-4c0a-9833-7fb0f5135313" providerId="ADAL" clId="{C48D08EA-87AE-42E8-BBEE-EAFFD27F622E}" dt="2021-01-29T01:42:20.133" v="20" actId="2696"/>
        <pc:sldMkLst>
          <pc:docMk/>
          <pc:sldMk cId="246066953" sldId="372"/>
        </pc:sldMkLst>
      </pc:sldChg>
      <pc:sldChg chg="addSp delSp modSp new mod">
        <pc:chgData name="鈴木 秀規" userId="f68c5fd9-22d5-4c0a-9833-7fb0f5135313" providerId="ADAL" clId="{C48D08EA-87AE-42E8-BBEE-EAFFD27F622E}" dt="2021-01-29T02:08:14.840" v="321" actId="207"/>
        <pc:sldMkLst>
          <pc:docMk/>
          <pc:sldMk cId="1789203375" sldId="372"/>
        </pc:sldMkLst>
        <pc:spChg chg="mod">
          <ac:chgData name="鈴木 秀規" userId="f68c5fd9-22d5-4c0a-9833-7fb0f5135313" providerId="ADAL" clId="{C48D08EA-87AE-42E8-BBEE-EAFFD27F622E}" dt="2021-01-29T02:05:41.688" v="297"/>
          <ac:spMkLst>
            <pc:docMk/>
            <pc:sldMk cId="1789203375" sldId="372"/>
            <ac:spMk id="3" creationId="{B99B4DE4-67BC-4A7A-ADCF-37CD1D992E62}"/>
          </ac:spMkLst>
        </pc:spChg>
        <pc:spChg chg="mod">
          <ac:chgData name="鈴木 秀規" userId="f68c5fd9-22d5-4c0a-9833-7fb0f5135313" providerId="ADAL" clId="{C48D08EA-87AE-42E8-BBEE-EAFFD27F622E}" dt="2021-01-29T02:05:55.383" v="301" actId="14100"/>
          <ac:spMkLst>
            <pc:docMk/>
            <pc:sldMk cId="1789203375" sldId="372"/>
            <ac:spMk id="5" creationId="{6787D70C-FE95-4CAB-8B0F-363F2A30CB34}"/>
          </ac:spMkLst>
        </pc:spChg>
        <pc:spChg chg="add del mod">
          <ac:chgData name="鈴木 秀規" userId="f68c5fd9-22d5-4c0a-9833-7fb0f5135313" providerId="ADAL" clId="{C48D08EA-87AE-42E8-BBEE-EAFFD27F622E}" dt="2021-01-29T02:06:32.498" v="305" actId="478"/>
          <ac:spMkLst>
            <pc:docMk/>
            <pc:sldMk cId="1789203375" sldId="372"/>
            <ac:spMk id="6" creationId="{8416AC4B-B52B-43D7-B6BD-92A2BEA738E5}"/>
          </ac:spMkLst>
        </pc:spChg>
        <pc:spChg chg="add mod">
          <ac:chgData name="鈴木 秀規" userId="f68c5fd9-22d5-4c0a-9833-7fb0f5135313" providerId="ADAL" clId="{C48D08EA-87AE-42E8-BBEE-EAFFD27F622E}" dt="2021-01-29T02:07:46.481" v="318" actId="404"/>
          <ac:spMkLst>
            <pc:docMk/>
            <pc:sldMk cId="1789203375" sldId="372"/>
            <ac:spMk id="7" creationId="{0FC30C39-EBE8-47E3-AA9D-4A7EEC4F3583}"/>
          </ac:spMkLst>
        </pc:spChg>
        <pc:spChg chg="add mod">
          <ac:chgData name="鈴木 秀規" userId="f68c5fd9-22d5-4c0a-9833-7fb0f5135313" providerId="ADAL" clId="{C48D08EA-87AE-42E8-BBEE-EAFFD27F622E}" dt="2021-01-29T02:08:14.840" v="321" actId="207"/>
          <ac:spMkLst>
            <pc:docMk/>
            <pc:sldMk cId="1789203375" sldId="372"/>
            <ac:spMk id="8" creationId="{85232EF7-B812-4733-96CD-E0C14B596787}"/>
          </ac:spMkLst>
        </pc:spChg>
      </pc:sldChg>
      <pc:sldChg chg="modSp new mod">
        <pc:chgData name="鈴木 秀規" userId="f68c5fd9-22d5-4c0a-9833-7fb0f5135313" providerId="ADAL" clId="{C48D08EA-87AE-42E8-BBEE-EAFFD27F622E}" dt="2021-01-29T02:11:38.441" v="342" actId="207"/>
        <pc:sldMkLst>
          <pc:docMk/>
          <pc:sldMk cId="2979480215" sldId="373"/>
        </pc:sldMkLst>
        <pc:spChg chg="mod">
          <ac:chgData name="鈴木 秀規" userId="f68c5fd9-22d5-4c0a-9833-7fb0f5135313" providerId="ADAL" clId="{C48D08EA-87AE-42E8-BBEE-EAFFD27F622E}" dt="2021-01-29T02:08:43.068" v="325"/>
          <ac:spMkLst>
            <pc:docMk/>
            <pc:sldMk cId="2979480215" sldId="373"/>
            <ac:spMk id="3" creationId="{890D4FF1-CE17-468D-A94B-0EA4BDC9102B}"/>
          </ac:spMkLst>
        </pc:spChg>
        <pc:spChg chg="mod">
          <ac:chgData name="鈴木 秀規" userId="f68c5fd9-22d5-4c0a-9833-7fb0f5135313" providerId="ADAL" clId="{C48D08EA-87AE-42E8-BBEE-EAFFD27F622E}" dt="2021-01-29T02:11:38.441" v="342" actId="207"/>
          <ac:spMkLst>
            <pc:docMk/>
            <pc:sldMk cId="2979480215" sldId="373"/>
            <ac:spMk id="5" creationId="{133F1DED-CA16-4302-9912-4B561EF34336}"/>
          </ac:spMkLst>
        </pc:spChg>
      </pc:sldChg>
      <pc:sldChg chg="del">
        <pc:chgData name="鈴木 秀規" userId="f68c5fd9-22d5-4c0a-9833-7fb0f5135313" providerId="ADAL" clId="{C48D08EA-87AE-42E8-BBEE-EAFFD27F622E}" dt="2021-01-29T01:42:20.133" v="20" actId="2696"/>
        <pc:sldMkLst>
          <pc:docMk/>
          <pc:sldMk cId="4083622006" sldId="373"/>
        </pc:sldMkLst>
      </pc:sldChg>
      <pc:sldChg chg="del">
        <pc:chgData name="鈴木 秀規" userId="f68c5fd9-22d5-4c0a-9833-7fb0f5135313" providerId="ADAL" clId="{C48D08EA-87AE-42E8-BBEE-EAFFD27F622E}" dt="2021-01-29T01:42:20.133" v="20" actId="2696"/>
        <pc:sldMkLst>
          <pc:docMk/>
          <pc:sldMk cId="2781282954" sldId="374"/>
        </pc:sldMkLst>
      </pc:sldChg>
      <pc:sldChg chg="modSp new mod">
        <pc:chgData name="鈴木 秀規" userId="f68c5fd9-22d5-4c0a-9833-7fb0f5135313" providerId="ADAL" clId="{C48D08EA-87AE-42E8-BBEE-EAFFD27F622E}" dt="2021-01-29T02:13:33.664" v="359" actId="403"/>
        <pc:sldMkLst>
          <pc:docMk/>
          <pc:sldMk cId="3198692090" sldId="374"/>
        </pc:sldMkLst>
        <pc:spChg chg="mod">
          <ac:chgData name="鈴木 秀規" userId="f68c5fd9-22d5-4c0a-9833-7fb0f5135313" providerId="ADAL" clId="{C48D08EA-87AE-42E8-BBEE-EAFFD27F622E}" dt="2021-01-29T02:12:33.205" v="344"/>
          <ac:spMkLst>
            <pc:docMk/>
            <pc:sldMk cId="3198692090" sldId="374"/>
            <ac:spMk id="3" creationId="{0CBA9451-9B8C-49D7-B8FB-5032ADFEDA5C}"/>
          </ac:spMkLst>
        </pc:spChg>
        <pc:spChg chg="mod">
          <ac:chgData name="鈴木 秀規" userId="f68c5fd9-22d5-4c0a-9833-7fb0f5135313" providerId="ADAL" clId="{C48D08EA-87AE-42E8-BBEE-EAFFD27F622E}" dt="2021-01-29T02:13:33.664" v="359" actId="403"/>
          <ac:spMkLst>
            <pc:docMk/>
            <pc:sldMk cId="3198692090" sldId="374"/>
            <ac:spMk id="5" creationId="{7F65644E-FBC6-4A1E-B850-1C7A92F05619}"/>
          </ac:spMkLst>
        </pc:spChg>
      </pc:sldChg>
      <pc:sldChg chg="del">
        <pc:chgData name="鈴木 秀規" userId="f68c5fd9-22d5-4c0a-9833-7fb0f5135313" providerId="ADAL" clId="{C48D08EA-87AE-42E8-BBEE-EAFFD27F622E}" dt="2021-01-29T01:42:20.133" v="20" actId="2696"/>
        <pc:sldMkLst>
          <pc:docMk/>
          <pc:sldMk cId="4224040465" sldId="375"/>
        </pc:sldMkLst>
      </pc:sldChg>
      <pc:sldChg chg="del">
        <pc:chgData name="鈴木 秀規" userId="f68c5fd9-22d5-4c0a-9833-7fb0f5135313" providerId="ADAL" clId="{C48D08EA-87AE-42E8-BBEE-EAFFD27F622E}" dt="2021-01-29T01:42:20.133" v="20" actId="2696"/>
        <pc:sldMkLst>
          <pc:docMk/>
          <pc:sldMk cId="3538855573" sldId="376"/>
        </pc:sldMkLst>
      </pc:sldChg>
      <pc:sldChg chg="del">
        <pc:chgData name="鈴木 秀規" userId="f68c5fd9-22d5-4c0a-9833-7fb0f5135313" providerId="ADAL" clId="{C48D08EA-87AE-42E8-BBEE-EAFFD27F622E}" dt="2021-01-29T01:42:20.133" v="20" actId="2696"/>
        <pc:sldMkLst>
          <pc:docMk/>
          <pc:sldMk cId="3864834617" sldId="377"/>
        </pc:sldMkLst>
      </pc:sldChg>
      <pc:sldChg chg="del">
        <pc:chgData name="鈴木 秀規" userId="f68c5fd9-22d5-4c0a-9833-7fb0f5135313" providerId="ADAL" clId="{C48D08EA-87AE-42E8-BBEE-EAFFD27F622E}" dt="2021-01-29T01:42:20.133" v="20" actId="2696"/>
        <pc:sldMkLst>
          <pc:docMk/>
          <pc:sldMk cId="2148979236" sldId="378"/>
        </pc:sldMkLst>
      </pc:sldChg>
      <pc:sldChg chg="del">
        <pc:chgData name="鈴木 秀規" userId="f68c5fd9-22d5-4c0a-9833-7fb0f5135313" providerId="ADAL" clId="{C48D08EA-87AE-42E8-BBEE-EAFFD27F622E}" dt="2021-01-29T01:42:20.133" v="20" actId="2696"/>
        <pc:sldMkLst>
          <pc:docMk/>
          <pc:sldMk cId="1522789995" sldId="379"/>
        </pc:sldMkLst>
      </pc:sldChg>
      <pc:sldChg chg="del">
        <pc:chgData name="鈴木 秀規" userId="f68c5fd9-22d5-4c0a-9833-7fb0f5135313" providerId="ADAL" clId="{C48D08EA-87AE-42E8-BBEE-EAFFD27F622E}" dt="2021-01-29T01:42:20.133" v="20" actId="2696"/>
        <pc:sldMkLst>
          <pc:docMk/>
          <pc:sldMk cId="3157073252" sldId="380"/>
        </pc:sldMkLst>
      </pc:sldChg>
      <pc:sldChg chg="del">
        <pc:chgData name="鈴木 秀規" userId="f68c5fd9-22d5-4c0a-9833-7fb0f5135313" providerId="ADAL" clId="{C48D08EA-87AE-42E8-BBEE-EAFFD27F622E}" dt="2021-01-29T01:42:20.133" v="20" actId="2696"/>
        <pc:sldMkLst>
          <pc:docMk/>
          <pc:sldMk cId="3693878349" sldId="381"/>
        </pc:sldMkLst>
      </pc:sldChg>
    </pc:docChg>
  </pc:docChgLst>
  <pc:docChgLst>
    <pc:chgData name="吉田 雅之" userId="30033929-dfd8-4220-a5b4-c6b0a4bb5d3e" providerId="ADAL" clId="{1C409CFA-30FE-426B-B014-BDAA23C1C133}"/>
    <pc:docChg chg="modSld">
      <pc:chgData name="吉田 雅之" userId="30033929-dfd8-4220-a5b4-c6b0a4bb5d3e" providerId="ADAL" clId="{1C409CFA-30FE-426B-B014-BDAA23C1C133}" dt="2020-12-09T06:48:49.298" v="0" actId="20577"/>
      <pc:docMkLst>
        <pc:docMk/>
      </pc:docMkLst>
      <pc:sldChg chg="modSp mod">
        <pc:chgData name="吉田 雅之" userId="30033929-dfd8-4220-a5b4-c6b0a4bb5d3e" providerId="ADAL" clId="{1C409CFA-30FE-426B-B014-BDAA23C1C133}" dt="2020-12-09T06:48:49.298" v="0" actId="20577"/>
        <pc:sldMkLst>
          <pc:docMk/>
          <pc:sldMk cId="1431651866" sldId="368"/>
        </pc:sldMkLst>
        <pc:graphicFrameChg chg="modGraphic">
          <ac:chgData name="吉田 雅之" userId="30033929-dfd8-4220-a5b4-c6b0a4bb5d3e" providerId="ADAL" clId="{1C409CFA-30FE-426B-B014-BDAA23C1C133}" dt="2020-12-09T06:48:49.298" v="0" actId="20577"/>
          <ac:graphicFrameMkLst>
            <pc:docMk/>
            <pc:sldMk cId="1431651866" sldId="368"/>
            <ac:graphicFrameMk id="6" creationId="{A5C776C1-5736-6E41-AFE0-D7FC9EBFA87B}"/>
          </ac:graphicFrameMkLst>
        </pc:graphicFrameChg>
      </pc:sldChg>
    </pc:docChg>
  </pc:docChgLst>
  <pc:docChgLst>
    <pc:chgData name="鈴木 秀規" userId="f68c5fd9-22d5-4c0a-9833-7fb0f5135313" providerId="ADAL" clId="{1E1EFADE-4A0B-47B8-8EF8-2E15F0F63983}"/>
    <pc:docChg chg="undo custSel addSld delSld modSld">
      <pc:chgData name="鈴木 秀規" userId="f68c5fd9-22d5-4c0a-9833-7fb0f5135313" providerId="ADAL" clId="{1E1EFADE-4A0B-47B8-8EF8-2E15F0F63983}" dt="2021-01-29T01:40:32.688" v="690" actId="207"/>
      <pc:docMkLst>
        <pc:docMk/>
      </pc:docMkLst>
      <pc:sldChg chg="modSp mod">
        <pc:chgData name="鈴木 秀規" userId="f68c5fd9-22d5-4c0a-9833-7fb0f5135313" providerId="ADAL" clId="{1E1EFADE-4A0B-47B8-8EF8-2E15F0F63983}" dt="2021-01-29T00:11:07.964" v="26" actId="20577"/>
        <pc:sldMkLst>
          <pc:docMk/>
          <pc:sldMk cId="0" sldId="256"/>
        </pc:sldMkLst>
        <pc:spChg chg="mod">
          <ac:chgData name="鈴木 秀規" userId="f68c5fd9-22d5-4c0a-9833-7fb0f5135313" providerId="ADAL" clId="{1E1EFADE-4A0B-47B8-8EF8-2E15F0F63983}" dt="2021-01-29T00:11:07.964" v="26" actId="20577"/>
          <ac:spMkLst>
            <pc:docMk/>
            <pc:sldMk cId="0" sldId="256"/>
            <ac:spMk id="56" creationId="{00000000-0000-0000-0000-000000000000}"/>
          </ac:spMkLst>
        </pc:spChg>
      </pc:sldChg>
      <pc:sldChg chg="addSp delSp modSp mod chgLayout">
        <pc:chgData name="鈴木 秀規" userId="f68c5fd9-22d5-4c0a-9833-7fb0f5135313" providerId="ADAL" clId="{1E1EFADE-4A0B-47B8-8EF8-2E15F0F63983}" dt="2021-01-29T00:15:27.767" v="67" actId="2711"/>
        <pc:sldMkLst>
          <pc:docMk/>
          <pc:sldMk cId="2397736379" sldId="363"/>
        </pc:sldMkLst>
        <pc:spChg chg="add del mod">
          <ac:chgData name="鈴木 秀規" userId="f68c5fd9-22d5-4c0a-9833-7fb0f5135313" providerId="ADAL" clId="{1E1EFADE-4A0B-47B8-8EF8-2E15F0F63983}" dt="2021-01-29T00:12:33.077" v="30" actId="6264"/>
          <ac:spMkLst>
            <pc:docMk/>
            <pc:sldMk cId="2397736379" sldId="363"/>
            <ac:spMk id="2" creationId="{086544AC-6F2D-452C-86AF-7D6A0FE64739}"/>
          </ac:spMkLst>
        </pc:spChg>
        <pc:spChg chg="add del mod">
          <ac:chgData name="鈴木 秀規" userId="f68c5fd9-22d5-4c0a-9833-7fb0f5135313" providerId="ADAL" clId="{1E1EFADE-4A0B-47B8-8EF8-2E15F0F63983}" dt="2021-01-29T00:12:33.077" v="30" actId="6264"/>
          <ac:spMkLst>
            <pc:docMk/>
            <pc:sldMk cId="2397736379" sldId="363"/>
            <ac:spMk id="3" creationId="{0AAE972C-8306-4668-8679-58F910537D90}"/>
          </ac:spMkLst>
        </pc:spChg>
        <pc:spChg chg="mod ord">
          <ac:chgData name="鈴木 秀規" userId="f68c5fd9-22d5-4c0a-9833-7fb0f5135313" providerId="ADAL" clId="{1E1EFADE-4A0B-47B8-8EF8-2E15F0F63983}" dt="2021-01-29T00:13:14.803" v="39" actId="1076"/>
          <ac:spMkLst>
            <pc:docMk/>
            <pc:sldMk cId="2397736379" sldId="363"/>
            <ac:spMk id="4" creationId="{DE764CD8-0B12-484E-890C-8A5A26296D13}"/>
          </ac:spMkLst>
        </pc:spChg>
        <pc:spChg chg="mod ord">
          <ac:chgData name="鈴木 秀規" userId="f68c5fd9-22d5-4c0a-9833-7fb0f5135313" providerId="ADAL" clId="{1E1EFADE-4A0B-47B8-8EF8-2E15F0F63983}" dt="2021-01-29T00:13:07.251" v="37" actId="1076"/>
          <ac:spMkLst>
            <pc:docMk/>
            <pc:sldMk cId="2397736379" sldId="363"/>
            <ac:spMk id="5" creationId="{433B62C4-B6B9-4622-B802-69C25D6F2A49}"/>
          </ac:spMkLst>
        </pc:spChg>
        <pc:spChg chg="add del mod">
          <ac:chgData name="鈴木 秀規" userId="f68c5fd9-22d5-4c0a-9833-7fb0f5135313" providerId="ADAL" clId="{1E1EFADE-4A0B-47B8-8EF8-2E15F0F63983}" dt="2021-01-29T00:12:33.077" v="30" actId="6264"/>
          <ac:spMkLst>
            <pc:docMk/>
            <pc:sldMk cId="2397736379" sldId="363"/>
            <ac:spMk id="6" creationId="{064D4E1C-BCD9-47F4-BA6D-7856B8880AAF}"/>
          </ac:spMkLst>
        </pc:spChg>
        <pc:spChg chg="mod ord">
          <ac:chgData name="鈴木 秀規" userId="f68c5fd9-22d5-4c0a-9833-7fb0f5135313" providerId="ADAL" clId="{1E1EFADE-4A0B-47B8-8EF8-2E15F0F63983}" dt="2021-01-29T00:12:33.077" v="30" actId="6264"/>
          <ac:spMkLst>
            <pc:docMk/>
            <pc:sldMk cId="2397736379" sldId="363"/>
            <ac:spMk id="7" creationId="{9630AD22-E64D-4A96-B059-2AF9F6580C25}"/>
          </ac:spMkLst>
        </pc:spChg>
        <pc:spChg chg="mod ord">
          <ac:chgData name="鈴木 秀規" userId="f68c5fd9-22d5-4c0a-9833-7fb0f5135313" providerId="ADAL" clId="{1E1EFADE-4A0B-47B8-8EF8-2E15F0F63983}" dt="2021-01-29T00:12:42.244" v="34" actId="14100"/>
          <ac:spMkLst>
            <pc:docMk/>
            <pc:sldMk cId="2397736379" sldId="363"/>
            <ac:spMk id="8" creationId="{787CF02A-01AB-4517-BA3E-25572FA82648}"/>
          </ac:spMkLst>
        </pc:spChg>
        <pc:spChg chg="add del mod">
          <ac:chgData name="鈴木 秀規" userId="f68c5fd9-22d5-4c0a-9833-7fb0f5135313" providerId="ADAL" clId="{1E1EFADE-4A0B-47B8-8EF8-2E15F0F63983}" dt="2021-01-29T00:12:33.077" v="30" actId="6264"/>
          <ac:spMkLst>
            <pc:docMk/>
            <pc:sldMk cId="2397736379" sldId="363"/>
            <ac:spMk id="9" creationId="{AE78809C-402B-4897-A97B-02ED57AE97BA}"/>
          </ac:spMkLst>
        </pc:spChg>
        <pc:spChg chg="add mod">
          <ac:chgData name="鈴木 秀規" userId="f68c5fd9-22d5-4c0a-9833-7fb0f5135313" providerId="ADAL" clId="{1E1EFADE-4A0B-47B8-8EF8-2E15F0F63983}" dt="2021-01-29T00:13:40.265" v="43" actId="2711"/>
          <ac:spMkLst>
            <pc:docMk/>
            <pc:sldMk cId="2397736379" sldId="363"/>
            <ac:spMk id="10" creationId="{911442F2-F4B8-4099-A8A6-599A6EDD893E}"/>
          </ac:spMkLst>
        </pc:spChg>
        <pc:spChg chg="add mod">
          <ac:chgData name="鈴木 秀規" userId="f68c5fd9-22d5-4c0a-9833-7fb0f5135313" providerId="ADAL" clId="{1E1EFADE-4A0B-47B8-8EF8-2E15F0F63983}" dt="2021-01-29T00:14:19.435" v="51" actId="1076"/>
          <ac:spMkLst>
            <pc:docMk/>
            <pc:sldMk cId="2397736379" sldId="363"/>
            <ac:spMk id="13" creationId="{23E592F8-E3F8-4B51-85D4-196586C25C17}"/>
          </ac:spMkLst>
        </pc:spChg>
        <pc:spChg chg="add mod">
          <ac:chgData name="鈴木 秀規" userId="f68c5fd9-22d5-4c0a-9833-7fb0f5135313" providerId="ADAL" clId="{1E1EFADE-4A0B-47B8-8EF8-2E15F0F63983}" dt="2021-01-29T00:13:40.265" v="43" actId="2711"/>
          <ac:spMkLst>
            <pc:docMk/>
            <pc:sldMk cId="2397736379" sldId="363"/>
            <ac:spMk id="15" creationId="{E93D3E84-AF14-45FD-A18C-1157A824A4F2}"/>
          </ac:spMkLst>
        </pc:spChg>
        <pc:spChg chg="add mod">
          <ac:chgData name="鈴木 秀規" userId="f68c5fd9-22d5-4c0a-9833-7fb0f5135313" providerId="ADAL" clId="{1E1EFADE-4A0B-47B8-8EF8-2E15F0F63983}" dt="2021-01-29T00:14:41.458" v="58" actId="1038"/>
          <ac:spMkLst>
            <pc:docMk/>
            <pc:sldMk cId="2397736379" sldId="363"/>
            <ac:spMk id="16" creationId="{72D53803-E65D-438C-ADC1-E600E85FFC40}"/>
          </ac:spMkLst>
        </pc:spChg>
        <pc:spChg chg="add mod">
          <ac:chgData name="鈴木 秀規" userId="f68c5fd9-22d5-4c0a-9833-7fb0f5135313" providerId="ADAL" clId="{1E1EFADE-4A0B-47B8-8EF8-2E15F0F63983}" dt="2021-01-29T00:15:15.402" v="65" actId="2711"/>
          <ac:spMkLst>
            <pc:docMk/>
            <pc:sldMk cId="2397736379" sldId="363"/>
            <ac:spMk id="17" creationId="{E68CE154-3E64-4D25-BE5B-BDCDB382FBBC}"/>
          </ac:spMkLst>
        </pc:spChg>
        <pc:spChg chg="add mod">
          <ac:chgData name="鈴木 秀規" userId="f68c5fd9-22d5-4c0a-9833-7fb0f5135313" providerId="ADAL" clId="{1E1EFADE-4A0B-47B8-8EF8-2E15F0F63983}" dt="2021-01-29T00:15:27.767" v="67" actId="2711"/>
          <ac:spMkLst>
            <pc:docMk/>
            <pc:sldMk cId="2397736379" sldId="363"/>
            <ac:spMk id="18" creationId="{8A195237-21F3-4DFB-95FE-39AC02A46D75}"/>
          </ac:spMkLst>
        </pc:spChg>
        <pc:spChg chg="add mod">
          <ac:chgData name="鈴木 秀規" userId="f68c5fd9-22d5-4c0a-9833-7fb0f5135313" providerId="ADAL" clId="{1E1EFADE-4A0B-47B8-8EF8-2E15F0F63983}" dt="2021-01-29T00:14:09.110" v="47" actId="1076"/>
          <ac:spMkLst>
            <pc:docMk/>
            <pc:sldMk cId="2397736379" sldId="363"/>
            <ac:spMk id="20" creationId="{D20D5368-51BF-4D9C-9BF0-657E18487D90}"/>
          </ac:spMkLst>
        </pc:spChg>
        <pc:spChg chg="add mod">
          <ac:chgData name="鈴木 秀規" userId="f68c5fd9-22d5-4c0a-9833-7fb0f5135313" providerId="ADAL" clId="{1E1EFADE-4A0B-47B8-8EF8-2E15F0F63983}" dt="2021-01-29T00:14:03.197" v="46" actId="207"/>
          <ac:spMkLst>
            <pc:docMk/>
            <pc:sldMk cId="2397736379" sldId="363"/>
            <ac:spMk id="21" creationId="{D2C1CCFA-0795-496F-B2DD-3DADD560165B}"/>
          </ac:spMkLst>
        </pc:spChg>
        <pc:picChg chg="add mod">
          <ac:chgData name="鈴木 秀規" userId="f68c5fd9-22d5-4c0a-9833-7fb0f5135313" providerId="ADAL" clId="{1E1EFADE-4A0B-47B8-8EF8-2E15F0F63983}" dt="2021-01-29T00:13:28.248" v="41" actId="1076"/>
          <ac:picMkLst>
            <pc:docMk/>
            <pc:sldMk cId="2397736379" sldId="363"/>
            <ac:picMk id="11" creationId="{D2DDAA77-A5AC-429F-86FF-4F0146721908}"/>
          </ac:picMkLst>
        </pc:picChg>
        <pc:picChg chg="add mod">
          <ac:chgData name="鈴木 秀規" userId="f68c5fd9-22d5-4c0a-9833-7fb0f5135313" providerId="ADAL" clId="{1E1EFADE-4A0B-47B8-8EF8-2E15F0F63983}" dt="2021-01-29T00:13:28.248" v="41" actId="1076"/>
          <ac:picMkLst>
            <pc:docMk/>
            <pc:sldMk cId="2397736379" sldId="363"/>
            <ac:picMk id="12" creationId="{2199B8D1-CAE6-4898-BB1D-07D67193F2D1}"/>
          </ac:picMkLst>
        </pc:picChg>
        <pc:picChg chg="add mod">
          <ac:chgData name="鈴木 秀規" userId="f68c5fd9-22d5-4c0a-9833-7fb0f5135313" providerId="ADAL" clId="{1E1EFADE-4A0B-47B8-8EF8-2E15F0F63983}" dt="2021-01-29T00:15:01.627" v="62" actId="1076"/>
          <ac:picMkLst>
            <pc:docMk/>
            <pc:sldMk cId="2397736379" sldId="363"/>
            <ac:picMk id="14" creationId="{7BDAE766-1B33-4F9F-A358-B6E02E845A73}"/>
          </ac:picMkLst>
        </pc:picChg>
        <pc:cxnChg chg="add mod">
          <ac:chgData name="鈴木 秀規" userId="f68c5fd9-22d5-4c0a-9833-7fb0f5135313" providerId="ADAL" clId="{1E1EFADE-4A0B-47B8-8EF8-2E15F0F63983}" dt="2021-01-29T00:14:49.865" v="60" actId="14100"/>
          <ac:cxnSpMkLst>
            <pc:docMk/>
            <pc:sldMk cId="2397736379" sldId="363"/>
            <ac:cxnSpMk id="19" creationId="{16079599-50A7-49A6-83C1-B3323B66C70B}"/>
          </ac:cxnSpMkLst>
        </pc:cxnChg>
      </pc:sldChg>
      <pc:sldChg chg="addSp modSp new mod">
        <pc:chgData name="鈴木 秀規" userId="f68c5fd9-22d5-4c0a-9833-7fb0f5135313" providerId="ADAL" clId="{1E1EFADE-4A0B-47B8-8EF8-2E15F0F63983}" dt="2021-01-29T00:17:54.169" v="88" actId="207"/>
        <pc:sldMkLst>
          <pc:docMk/>
          <pc:sldMk cId="3552865651" sldId="364"/>
        </pc:sldMkLst>
        <pc:spChg chg="mod">
          <ac:chgData name="鈴木 秀規" userId="f68c5fd9-22d5-4c0a-9833-7fb0f5135313" providerId="ADAL" clId="{1E1EFADE-4A0B-47B8-8EF8-2E15F0F63983}" dt="2021-01-29T00:15:46.890" v="69"/>
          <ac:spMkLst>
            <pc:docMk/>
            <pc:sldMk cId="3552865651" sldId="364"/>
            <ac:spMk id="3" creationId="{FC52C045-AF5D-4177-9686-6E3B1C56B3F2}"/>
          </ac:spMkLst>
        </pc:spChg>
        <pc:spChg chg="mod">
          <ac:chgData name="鈴木 秀規" userId="f68c5fd9-22d5-4c0a-9833-7fb0f5135313" providerId="ADAL" clId="{1E1EFADE-4A0B-47B8-8EF8-2E15F0F63983}" dt="2021-01-29T00:16:16.284" v="72" actId="14100"/>
          <ac:spMkLst>
            <pc:docMk/>
            <pc:sldMk cId="3552865651" sldId="364"/>
            <ac:spMk id="5" creationId="{38478430-D2D2-43E8-A544-59DBCE7B0C19}"/>
          </ac:spMkLst>
        </pc:spChg>
        <pc:spChg chg="add mod">
          <ac:chgData name="鈴木 秀規" userId="f68c5fd9-22d5-4c0a-9833-7fb0f5135313" providerId="ADAL" clId="{1E1EFADE-4A0B-47B8-8EF8-2E15F0F63983}" dt="2021-01-29T00:16:49.748" v="80" actId="1076"/>
          <ac:spMkLst>
            <pc:docMk/>
            <pc:sldMk cId="3552865651" sldId="364"/>
            <ac:spMk id="7" creationId="{C159160E-4B2B-478E-90BA-A131502546F4}"/>
          </ac:spMkLst>
        </pc:spChg>
        <pc:spChg chg="add mod">
          <ac:chgData name="鈴木 秀規" userId="f68c5fd9-22d5-4c0a-9833-7fb0f5135313" providerId="ADAL" clId="{1E1EFADE-4A0B-47B8-8EF8-2E15F0F63983}" dt="2021-01-29T00:17:11.352" v="81" actId="1076"/>
          <ac:spMkLst>
            <pc:docMk/>
            <pc:sldMk cId="3552865651" sldId="364"/>
            <ac:spMk id="8" creationId="{A32681F3-C3D9-4D89-B637-8B2D707EFF92}"/>
          </ac:spMkLst>
        </pc:spChg>
        <pc:spChg chg="add mod">
          <ac:chgData name="鈴木 秀規" userId="f68c5fd9-22d5-4c0a-9833-7fb0f5135313" providerId="ADAL" clId="{1E1EFADE-4A0B-47B8-8EF8-2E15F0F63983}" dt="2021-01-29T00:16:37.970" v="76" actId="2711"/>
          <ac:spMkLst>
            <pc:docMk/>
            <pc:sldMk cId="3552865651" sldId="364"/>
            <ac:spMk id="9" creationId="{DF4D1573-B46C-4F53-8B4F-50B71C8695D0}"/>
          </ac:spMkLst>
        </pc:spChg>
        <pc:spChg chg="add mod">
          <ac:chgData name="鈴木 秀規" userId="f68c5fd9-22d5-4c0a-9833-7fb0f5135313" providerId="ADAL" clId="{1E1EFADE-4A0B-47B8-8EF8-2E15F0F63983}" dt="2021-01-29T00:16:43.799" v="78" actId="1076"/>
          <ac:spMkLst>
            <pc:docMk/>
            <pc:sldMk cId="3552865651" sldId="364"/>
            <ac:spMk id="10" creationId="{A2715024-2A30-4871-83CE-5E1B628AB951}"/>
          </ac:spMkLst>
        </pc:spChg>
        <pc:spChg chg="add mod">
          <ac:chgData name="鈴木 秀規" userId="f68c5fd9-22d5-4c0a-9833-7fb0f5135313" providerId="ADAL" clId="{1E1EFADE-4A0B-47B8-8EF8-2E15F0F63983}" dt="2021-01-29T00:16:37.970" v="76" actId="2711"/>
          <ac:spMkLst>
            <pc:docMk/>
            <pc:sldMk cId="3552865651" sldId="364"/>
            <ac:spMk id="11" creationId="{957EF89D-824F-4299-9510-836CB7D8B8AB}"/>
          </ac:spMkLst>
        </pc:spChg>
        <pc:spChg chg="add mod">
          <ac:chgData name="鈴木 秀規" userId="f68c5fd9-22d5-4c0a-9833-7fb0f5135313" providerId="ADAL" clId="{1E1EFADE-4A0B-47B8-8EF8-2E15F0F63983}" dt="2021-01-29T00:17:15.476" v="82" actId="1076"/>
          <ac:spMkLst>
            <pc:docMk/>
            <pc:sldMk cId="3552865651" sldId="364"/>
            <ac:spMk id="12" creationId="{0C196E43-D0B6-4405-BA52-3FF0A595B5BB}"/>
          </ac:spMkLst>
        </pc:spChg>
        <pc:spChg chg="add mod">
          <ac:chgData name="鈴木 秀規" userId="f68c5fd9-22d5-4c0a-9833-7fb0f5135313" providerId="ADAL" clId="{1E1EFADE-4A0B-47B8-8EF8-2E15F0F63983}" dt="2021-01-29T00:17:54.169" v="88" actId="207"/>
          <ac:spMkLst>
            <pc:docMk/>
            <pc:sldMk cId="3552865651" sldId="364"/>
            <ac:spMk id="13" creationId="{D010DC61-83FD-4AC6-A2F6-5A72C825C88E}"/>
          </ac:spMkLst>
        </pc:spChg>
        <pc:picChg chg="add mod">
          <ac:chgData name="鈴木 秀規" userId="f68c5fd9-22d5-4c0a-9833-7fb0f5135313" providerId="ADAL" clId="{1E1EFADE-4A0B-47B8-8EF8-2E15F0F63983}" dt="2021-01-29T00:16:41.263" v="77" actId="1076"/>
          <ac:picMkLst>
            <pc:docMk/>
            <pc:sldMk cId="3552865651" sldId="364"/>
            <ac:picMk id="6" creationId="{B9D08F32-181C-403D-BEFE-EE927CE95728}"/>
          </ac:picMkLst>
        </pc:picChg>
      </pc:sldChg>
      <pc:sldChg chg="del">
        <pc:chgData name="鈴木 秀規" userId="f68c5fd9-22d5-4c0a-9833-7fb0f5135313" providerId="ADAL" clId="{1E1EFADE-4A0B-47B8-8EF8-2E15F0F63983}" dt="2021-01-29T00:11:30.439" v="27" actId="2696"/>
        <pc:sldMkLst>
          <pc:docMk/>
          <pc:sldMk cId="4093317005" sldId="364"/>
        </pc:sldMkLst>
      </pc:sldChg>
      <pc:sldChg chg="addSp delSp modSp new mod">
        <pc:chgData name="鈴木 秀規" userId="f68c5fd9-22d5-4c0a-9833-7fb0f5135313" providerId="ADAL" clId="{1E1EFADE-4A0B-47B8-8EF8-2E15F0F63983}" dt="2021-01-29T00:21:18.916" v="118" actId="1076"/>
        <pc:sldMkLst>
          <pc:docMk/>
          <pc:sldMk cId="478947157" sldId="365"/>
        </pc:sldMkLst>
        <pc:spChg chg="mod">
          <ac:chgData name="鈴木 秀規" userId="f68c5fd9-22d5-4c0a-9833-7fb0f5135313" providerId="ADAL" clId="{1E1EFADE-4A0B-47B8-8EF8-2E15F0F63983}" dt="2021-01-29T00:18:08.592" v="90"/>
          <ac:spMkLst>
            <pc:docMk/>
            <pc:sldMk cId="478947157" sldId="365"/>
            <ac:spMk id="3" creationId="{55A91000-E304-4E3B-B21E-A9B2535AC37F}"/>
          </ac:spMkLst>
        </pc:spChg>
        <pc:spChg chg="mod">
          <ac:chgData name="鈴木 秀規" userId="f68c5fd9-22d5-4c0a-9833-7fb0f5135313" providerId="ADAL" clId="{1E1EFADE-4A0B-47B8-8EF8-2E15F0F63983}" dt="2021-01-29T00:18:35.633" v="95" actId="14100"/>
          <ac:spMkLst>
            <pc:docMk/>
            <pc:sldMk cId="478947157" sldId="365"/>
            <ac:spMk id="5" creationId="{492852D1-6D33-4A32-AC28-D16FBBFBFB33}"/>
          </ac:spMkLst>
        </pc:spChg>
        <pc:spChg chg="add mod">
          <ac:chgData name="鈴木 秀規" userId="f68c5fd9-22d5-4c0a-9833-7fb0f5135313" providerId="ADAL" clId="{1E1EFADE-4A0B-47B8-8EF8-2E15F0F63983}" dt="2021-01-29T00:20:36.025" v="111" actId="1076"/>
          <ac:spMkLst>
            <pc:docMk/>
            <pc:sldMk cId="478947157" sldId="365"/>
            <ac:spMk id="6" creationId="{2857B8C7-D270-4718-905A-870624CA1351}"/>
          </ac:spMkLst>
        </pc:spChg>
        <pc:spChg chg="add del mod">
          <ac:chgData name="鈴木 秀規" userId="f68c5fd9-22d5-4c0a-9833-7fb0f5135313" providerId="ADAL" clId="{1E1EFADE-4A0B-47B8-8EF8-2E15F0F63983}" dt="2021-01-29T00:20:11.616" v="108" actId="478"/>
          <ac:spMkLst>
            <pc:docMk/>
            <pc:sldMk cId="478947157" sldId="365"/>
            <ac:spMk id="8" creationId="{94F2CBA2-D710-4703-B40E-4BB158BAD515}"/>
          </ac:spMkLst>
        </pc:spChg>
        <pc:spChg chg="add del mod">
          <ac:chgData name="鈴木 秀規" userId="f68c5fd9-22d5-4c0a-9833-7fb0f5135313" providerId="ADAL" clId="{1E1EFADE-4A0B-47B8-8EF8-2E15F0F63983}" dt="2021-01-29T00:20:11.616" v="108" actId="478"/>
          <ac:spMkLst>
            <pc:docMk/>
            <pc:sldMk cId="478947157" sldId="365"/>
            <ac:spMk id="9" creationId="{B217B3F4-D28A-4EDC-9BD0-D842EABEF1C8}"/>
          </ac:spMkLst>
        </pc:spChg>
        <pc:spChg chg="add mod">
          <ac:chgData name="鈴木 秀規" userId="f68c5fd9-22d5-4c0a-9833-7fb0f5135313" providerId="ADAL" clId="{1E1EFADE-4A0B-47B8-8EF8-2E15F0F63983}" dt="2021-01-29T00:20:36.025" v="111" actId="1076"/>
          <ac:spMkLst>
            <pc:docMk/>
            <pc:sldMk cId="478947157" sldId="365"/>
            <ac:spMk id="10" creationId="{E7DC8134-5B93-4206-9644-7BB0C6A04CC7}"/>
          </ac:spMkLst>
        </pc:spChg>
        <pc:spChg chg="add mod">
          <ac:chgData name="鈴木 秀規" userId="f68c5fd9-22d5-4c0a-9833-7fb0f5135313" providerId="ADAL" clId="{1E1EFADE-4A0B-47B8-8EF8-2E15F0F63983}" dt="2021-01-29T00:20:36.025" v="111" actId="1076"/>
          <ac:spMkLst>
            <pc:docMk/>
            <pc:sldMk cId="478947157" sldId="365"/>
            <ac:spMk id="11" creationId="{FDB29A7C-90B5-4225-8E07-4CBB61C64EEB}"/>
          </ac:spMkLst>
        </pc:spChg>
        <pc:spChg chg="add mod">
          <ac:chgData name="鈴木 秀規" userId="f68c5fd9-22d5-4c0a-9833-7fb0f5135313" providerId="ADAL" clId="{1E1EFADE-4A0B-47B8-8EF8-2E15F0F63983}" dt="2021-01-29T00:20:36.025" v="111" actId="1076"/>
          <ac:spMkLst>
            <pc:docMk/>
            <pc:sldMk cId="478947157" sldId="365"/>
            <ac:spMk id="12" creationId="{29D7918E-DF3D-4424-BD97-339EE186D0D2}"/>
          </ac:spMkLst>
        </pc:spChg>
        <pc:spChg chg="add mod">
          <ac:chgData name="鈴木 秀規" userId="f68c5fd9-22d5-4c0a-9833-7fb0f5135313" providerId="ADAL" clId="{1E1EFADE-4A0B-47B8-8EF8-2E15F0F63983}" dt="2021-01-29T00:20:36.025" v="111" actId="1076"/>
          <ac:spMkLst>
            <pc:docMk/>
            <pc:sldMk cId="478947157" sldId="365"/>
            <ac:spMk id="13" creationId="{8C91B8B2-EE5B-4682-848C-1AF71B2202B8}"/>
          </ac:spMkLst>
        </pc:spChg>
        <pc:spChg chg="add del mod">
          <ac:chgData name="鈴木 秀規" userId="f68c5fd9-22d5-4c0a-9833-7fb0f5135313" providerId="ADAL" clId="{1E1EFADE-4A0B-47B8-8EF8-2E15F0F63983}" dt="2021-01-29T00:20:11.616" v="108" actId="478"/>
          <ac:spMkLst>
            <pc:docMk/>
            <pc:sldMk cId="478947157" sldId="365"/>
            <ac:spMk id="14" creationId="{9E924238-8A8A-41A6-BD83-E6A64B48686F}"/>
          </ac:spMkLst>
        </pc:spChg>
        <pc:spChg chg="add del mod">
          <ac:chgData name="鈴木 秀規" userId="f68c5fd9-22d5-4c0a-9833-7fb0f5135313" providerId="ADAL" clId="{1E1EFADE-4A0B-47B8-8EF8-2E15F0F63983}" dt="2021-01-29T00:20:11.616" v="108" actId="478"/>
          <ac:spMkLst>
            <pc:docMk/>
            <pc:sldMk cId="478947157" sldId="365"/>
            <ac:spMk id="15" creationId="{7A9B927C-A2B4-4E58-B018-5A920F9C2D77}"/>
          </ac:spMkLst>
        </pc:spChg>
        <pc:spChg chg="add mod">
          <ac:chgData name="鈴木 秀規" userId="f68c5fd9-22d5-4c0a-9833-7fb0f5135313" providerId="ADAL" clId="{1E1EFADE-4A0B-47B8-8EF8-2E15F0F63983}" dt="2021-01-29T00:20:44.452" v="112" actId="1076"/>
          <ac:spMkLst>
            <pc:docMk/>
            <pc:sldMk cId="478947157" sldId="365"/>
            <ac:spMk id="17" creationId="{BDAFCB0D-0C14-4215-8A3C-3040003AA548}"/>
          </ac:spMkLst>
        </pc:spChg>
        <pc:spChg chg="add mod">
          <ac:chgData name="鈴木 秀規" userId="f68c5fd9-22d5-4c0a-9833-7fb0f5135313" providerId="ADAL" clId="{1E1EFADE-4A0B-47B8-8EF8-2E15F0F63983}" dt="2021-01-29T00:20:36.025" v="111" actId="1076"/>
          <ac:spMkLst>
            <pc:docMk/>
            <pc:sldMk cId="478947157" sldId="365"/>
            <ac:spMk id="18" creationId="{088D3CDF-989C-498A-B80E-3CB4B496F3C5}"/>
          </ac:spMkLst>
        </pc:spChg>
        <pc:spChg chg="add mod">
          <ac:chgData name="鈴木 秀規" userId="f68c5fd9-22d5-4c0a-9833-7fb0f5135313" providerId="ADAL" clId="{1E1EFADE-4A0B-47B8-8EF8-2E15F0F63983}" dt="2021-01-29T00:20:24.172" v="110" actId="1076"/>
          <ac:spMkLst>
            <pc:docMk/>
            <pc:sldMk cId="478947157" sldId="365"/>
            <ac:spMk id="19" creationId="{D25713F8-6146-49E0-A735-09721CFA4A98}"/>
          </ac:spMkLst>
        </pc:spChg>
        <pc:spChg chg="add mod">
          <ac:chgData name="鈴木 秀規" userId="f68c5fd9-22d5-4c0a-9833-7fb0f5135313" providerId="ADAL" clId="{1E1EFADE-4A0B-47B8-8EF8-2E15F0F63983}" dt="2021-01-29T00:20:24.172" v="110" actId="1076"/>
          <ac:spMkLst>
            <pc:docMk/>
            <pc:sldMk cId="478947157" sldId="365"/>
            <ac:spMk id="20" creationId="{4C0EC915-C419-46B7-96B5-711718CC2C84}"/>
          </ac:spMkLst>
        </pc:spChg>
        <pc:spChg chg="add mod">
          <ac:chgData name="鈴木 秀規" userId="f68c5fd9-22d5-4c0a-9833-7fb0f5135313" providerId="ADAL" clId="{1E1EFADE-4A0B-47B8-8EF8-2E15F0F63983}" dt="2021-01-29T00:20:24.172" v="110" actId="1076"/>
          <ac:spMkLst>
            <pc:docMk/>
            <pc:sldMk cId="478947157" sldId="365"/>
            <ac:spMk id="21" creationId="{F6044186-11D9-49E3-9DD6-DC282A53ADBF}"/>
          </ac:spMkLst>
        </pc:spChg>
        <pc:spChg chg="add mod">
          <ac:chgData name="鈴木 秀規" userId="f68c5fd9-22d5-4c0a-9833-7fb0f5135313" providerId="ADAL" clId="{1E1EFADE-4A0B-47B8-8EF8-2E15F0F63983}" dt="2021-01-29T00:20:24.172" v="110" actId="1076"/>
          <ac:spMkLst>
            <pc:docMk/>
            <pc:sldMk cId="478947157" sldId="365"/>
            <ac:spMk id="22" creationId="{11EEBDF1-14AF-48ED-835F-0F7CA0C73440}"/>
          </ac:spMkLst>
        </pc:spChg>
        <pc:spChg chg="add mod">
          <ac:chgData name="鈴木 秀規" userId="f68c5fd9-22d5-4c0a-9833-7fb0f5135313" providerId="ADAL" clId="{1E1EFADE-4A0B-47B8-8EF8-2E15F0F63983}" dt="2021-01-29T00:21:14.039" v="117" actId="1076"/>
          <ac:spMkLst>
            <pc:docMk/>
            <pc:sldMk cId="478947157" sldId="365"/>
            <ac:spMk id="23" creationId="{8CB1395C-7EBE-4320-87AD-7BBB3C16ECF5}"/>
          </ac:spMkLst>
        </pc:spChg>
        <pc:spChg chg="add mod">
          <ac:chgData name="鈴木 秀規" userId="f68c5fd9-22d5-4c0a-9833-7fb0f5135313" providerId="ADAL" clId="{1E1EFADE-4A0B-47B8-8EF8-2E15F0F63983}" dt="2021-01-29T00:21:10.475" v="115" actId="1076"/>
          <ac:spMkLst>
            <pc:docMk/>
            <pc:sldMk cId="478947157" sldId="365"/>
            <ac:spMk id="24" creationId="{E0265E26-824B-486F-B55D-71F36465C974}"/>
          </ac:spMkLst>
        </pc:spChg>
        <pc:picChg chg="add mod">
          <ac:chgData name="鈴木 秀規" userId="f68c5fd9-22d5-4c0a-9833-7fb0f5135313" providerId="ADAL" clId="{1E1EFADE-4A0B-47B8-8EF8-2E15F0F63983}" dt="2021-01-29T00:20:36.025" v="111" actId="1076"/>
          <ac:picMkLst>
            <pc:docMk/>
            <pc:sldMk cId="478947157" sldId="365"/>
            <ac:picMk id="7" creationId="{A4793A49-F322-4ECE-8EED-B8A304F4B1ED}"/>
          </ac:picMkLst>
        </pc:picChg>
        <pc:picChg chg="add mod">
          <ac:chgData name="鈴木 秀規" userId="f68c5fd9-22d5-4c0a-9833-7fb0f5135313" providerId="ADAL" clId="{1E1EFADE-4A0B-47B8-8EF8-2E15F0F63983}" dt="2021-01-29T00:21:18.916" v="118" actId="1076"/>
          <ac:picMkLst>
            <pc:docMk/>
            <pc:sldMk cId="478947157" sldId="365"/>
            <ac:picMk id="25" creationId="{4A40F5CB-6A01-4FC4-9AA4-7EFD7846DA36}"/>
          </ac:picMkLst>
        </pc:picChg>
        <pc:cxnChg chg="add del mod">
          <ac:chgData name="鈴木 秀規" userId="f68c5fd9-22d5-4c0a-9833-7fb0f5135313" providerId="ADAL" clId="{1E1EFADE-4A0B-47B8-8EF8-2E15F0F63983}" dt="2021-01-29T00:20:11.616" v="108" actId="478"/>
          <ac:cxnSpMkLst>
            <pc:docMk/>
            <pc:sldMk cId="478947157" sldId="365"/>
            <ac:cxnSpMk id="16" creationId="{233AC4A5-1530-4DE3-BF91-A16E54620E23}"/>
          </ac:cxnSpMkLst>
        </pc:cxnChg>
        <pc:cxnChg chg="add mod">
          <ac:chgData name="鈴木 秀規" userId="f68c5fd9-22d5-4c0a-9833-7fb0f5135313" providerId="ADAL" clId="{1E1EFADE-4A0B-47B8-8EF8-2E15F0F63983}" dt="2021-01-29T00:21:18.916" v="118" actId="1076"/>
          <ac:cxnSpMkLst>
            <pc:docMk/>
            <pc:sldMk cId="478947157" sldId="365"/>
            <ac:cxnSpMk id="26" creationId="{B74B2C69-099F-40FB-A841-1A1F497335F0}"/>
          </ac:cxnSpMkLst>
        </pc:cxnChg>
      </pc:sldChg>
      <pc:sldChg chg="del">
        <pc:chgData name="鈴木 秀規" userId="f68c5fd9-22d5-4c0a-9833-7fb0f5135313" providerId="ADAL" clId="{1E1EFADE-4A0B-47B8-8EF8-2E15F0F63983}" dt="2021-01-29T00:11:30.439" v="27" actId="2696"/>
        <pc:sldMkLst>
          <pc:docMk/>
          <pc:sldMk cId="4051364436" sldId="365"/>
        </pc:sldMkLst>
      </pc:sldChg>
      <pc:sldChg chg="del">
        <pc:chgData name="鈴木 秀規" userId="f68c5fd9-22d5-4c0a-9833-7fb0f5135313" providerId="ADAL" clId="{1E1EFADE-4A0B-47B8-8EF8-2E15F0F63983}" dt="2021-01-29T00:11:30.439" v="27" actId="2696"/>
        <pc:sldMkLst>
          <pc:docMk/>
          <pc:sldMk cId="402670913" sldId="366"/>
        </pc:sldMkLst>
      </pc:sldChg>
      <pc:sldChg chg="addSp modSp new mod">
        <pc:chgData name="鈴木 秀規" userId="f68c5fd9-22d5-4c0a-9833-7fb0f5135313" providerId="ADAL" clId="{1E1EFADE-4A0B-47B8-8EF8-2E15F0F63983}" dt="2021-01-29T00:24:02.675" v="142" actId="1076"/>
        <pc:sldMkLst>
          <pc:docMk/>
          <pc:sldMk cId="1806702686" sldId="366"/>
        </pc:sldMkLst>
        <pc:spChg chg="mod">
          <ac:chgData name="鈴木 秀規" userId="f68c5fd9-22d5-4c0a-9833-7fb0f5135313" providerId="ADAL" clId="{1E1EFADE-4A0B-47B8-8EF8-2E15F0F63983}" dt="2021-01-29T00:21:49.332" v="120"/>
          <ac:spMkLst>
            <pc:docMk/>
            <pc:sldMk cId="1806702686" sldId="366"/>
            <ac:spMk id="3" creationId="{478D5FEB-5EE5-415B-924C-7E522D578338}"/>
          </ac:spMkLst>
        </pc:spChg>
        <pc:spChg chg="mod">
          <ac:chgData name="鈴木 秀規" userId="f68c5fd9-22d5-4c0a-9833-7fb0f5135313" providerId="ADAL" clId="{1E1EFADE-4A0B-47B8-8EF8-2E15F0F63983}" dt="2021-01-29T00:21:59.962" v="123" actId="14100"/>
          <ac:spMkLst>
            <pc:docMk/>
            <pc:sldMk cId="1806702686" sldId="366"/>
            <ac:spMk id="5" creationId="{91E750B5-0B27-4A32-9B71-66D6F1EEDD23}"/>
          </ac:spMkLst>
        </pc:spChg>
        <pc:spChg chg="add mod">
          <ac:chgData name="鈴木 秀規" userId="f68c5fd9-22d5-4c0a-9833-7fb0f5135313" providerId="ADAL" clId="{1E1EFADE-4A0B-47B8-8EF8-2E15F0F63983}" dt="2021-01-29T00:22:43.055" v="128" actId="14100"/>
          <ac:spMkLst>
            <pc:docMk/>
            <pc:sldMk cId="1806702686" sldId="366"/>
            <ac:spMk id="6" creationId="{946AA50B-FE07-4E8F-8FDA-3A5F47202D23}"/>
          </ac:spMkLst>
        </pc:spChg>
        <pc:spChg chg="add mod">
          <ac:chgData name="鈴木 秀規" userId="f68c5fd9-22d5-4c0a-9833-7fb0f5135313" providerId="ADAL" clId="{1E1EFADE-4A0B-47B8-8EF8-2E15F0F63983}" dt="2021-01-29T00:23:47.497" v="138" actId="207"/>
          <ac:spMkLst>
            <pc:docMk/>
            <pc:sldMk cId="1806702686" sldId="366"/>
            <ac:spMk id="7" creationId="{9A2EEBBE-CBB4-459D-B99F-4E7092FE48A6}"/>
          </ac:spMkLst>
        </pc:spChg>
        <pc:spChg chg="add mod">
          <ac:chgData name="鈴木 秀規" userId="f68c5fd9-22d5-4c0a-9833-7fb0f5135313" providerId="ADAL" clId="{1E1EFADE-4A0B-47B8-8EF8-2E15F0F63983}" dt="2021-01-29T00:23:56.399" v="140" actId="208"/>
          <ac:spMkLst>
            <pc:docMk/>
            <pc:sldMk cId="1806702686" sldId="366"/>
            <ac:spMk id="8" creationId="{202270CD-5579-4447-9B39-D6DE540299FE}"/>
          </ac:spMkLst>
        </pc:spChg>
        <pc:spChg chg="add mod">
          <ac:chgData name="鈴木 秀規" userId="f68c5fd9-22d5-4c0a-9833-7fb0f5135313" providerId="ADAL" clId="{1E1EFADE-4A0B-47B8-8EF8-2E15F0F63983}" dt="2021-01-29T00:23:47.497" v="138" actId="207"/>
          <ac:spMkLst>
            <pc:docMk/>
            <pc:sldMk cId="1806702686" sldId="366"/>
            <ac:spMk id="9" creationId="{F7C3B88A-B02A-4601-B9DB-74D8E9938E79}"/>
          </ac:spMkLst>
        </pc:spChg>
        <pc:spChg chg="add mod">
          <ac:chgData name="鈴木 秀規" userId="f68c5fd9-22d5-4c0a-9833-7fb0f5135313" providerId="ADAL" clId="{1E1EFADE-4A0B-47B8-8EF8-2E15F0F63983}" dt="2021-01-29T00:23:56.399" v="140" actId="208"/>
          <ac:spMkLst>
            <pc:docMk/>
            <pc:sldMk cId="1806702686" sldId="366"/>
            <ac:spMk id="10" creationId="{99193524-9B19-46D9-8F43-E02C1ACCD91D}"/>
          </ac:spMkLst>
        </pc:spChg>
        <pc:spChg chg="add mod">
          <ac:chgData name="鈴木 秀規" userId="f68c5fd9-22d5-4c0a-9833-7fb0f5135313" providerId="ADAL" clId="{1E1EFADE-4A0B-47B8-8EF8-2E15F0F63983}" dt="2021-01-29T00:24:00.781" v="141" actId="14100"/>
          <ac:spMkLst>
            <pc:docMk/>
            <pc:sldMk cId="1806702686" sldId="366"/>
            <ac:spMk id="11" creationId="{19500425-6D4D-4CBE-AE0D-89C85F1F9887}"/>
          </ac:spMkLst>
        </pc:spChg>
        <pc:picChg chg="add mod">
          <ac:chgData name="鈴木 秀規" userId="f68c5fd9-22d5-4c0a-9833-7fb0f5135313" providerId="ADAL" clId="{1E1EFADE-4A0B-47B8-8EF8-2E15F0F63983}" dt="2021-01-29T00:24:02.675" v="142" actId="1076"/>
          <ac:picMkLst>
            <pc:docMk/>
            <pc:sldMk cId="1806702686" sldId="366"/>
            <ac:picMk id="12" creationId="{F67D739C-D20B-4873-B1B4-A9B89C0D28E0}"/>
          </ac:picMkLst>
        </pc:picChg>
        <pc:cxnChg chg="add mod">
          <ac:chgData name="鈴木 秀規" userId="f68c5fd9-22d5-4c0a-9833-7fb0f5135313" providerId="ADAL" clId="{1E1EFADE-4A0B-47B8-8EF8-2E15F0F63983}" dt="2021-01-29T00:24:00.781" v="141" actId="14100"/>
          <ac:cxnSpMkLst>
            <pc:docMk/>
            <pc:sldMk cId="1806702686" sldId="366"/>
            <ac:cxnSpMk id="13" creationId="{DD752717-DB6F-4730-A497-ADC757BB4030}"/>
          </ac:cxnSpMkLst>
        </pc:cxnChg>
        <pc:cxnChg chg="add mod">
          <ac:chgData name="鈴木 秀規" userId="f68c5fd9-22d5-4c0a-9833-7fb0f5135313" providerId="ADAL" clId="{1E1EFADE-4A0B-47B8-8EF8-2E15F0F63983}" dt="2021-01-29T00:24:00.781" v="141" actId="14100"/>
          <ac:cxnSpMkLst>
            <pc:docMk/>
            <pc:sldMk cId="1806702686" sldId="366"/>
            <ac:cxnSpMk id="14" creationId="{4ED2DF65-5E86-4838-82AF-A9A1ACFAD0AF}"/>
          </ac:cxnSpMkLst>
        </pc:cxnChg>
      </pc:sldChg>
      <pc:sldChg chg="addSp delSp modSp new mod">
        <pc:chgData name="鈴木 秀規" userId="f68c5fd9-22d5-4c0a-9833-7fb0f5135313" providerId="ADAL" clId="{1E1EFADE-4A0B-47B8-8EF8-2E15F0F63983}" dt="2021-01-29T00:26:53.462" v="166" actId="1076"/>
        <pc:sldMkLst>
          <pc:docMk/>
          <pc:sldMk cId="2356507688" sldId="367"/>
        </pc:sldMkLst>
        <pc:spChg chg="mod">
          <ac:chgData name="鈴木 秀規" userId="f68c5fd9-22d5-4c0a-9833-7fb0f5135313" providerId="ADAL" clId="{1E1EFADE-4A0B-47B8-8EF8-2E15F0F63983}" dt="2021-01-29T00:24:28.545" v="144"/>
          <ac:spMkLst>
            <pc:docMk/>
            <pc:sldMk cId="2356507688" sldId="367"/>
            <ac:spMk id="3" creationId="{0DE09D4B-8ECC-485D-854D-A36CE5482C07}"/>
          </ac:spMkLst>
        </pc:spChg>
        <pc:spChg chg="mod">
          <ac:chgData name="鈴木 秀規" userId="f68c5fd9-22d5-4c0a-9833-7fb0f5135313" providerId="ADAL" clId="{1E1EFADE-4A0B-47B8-8EF8-2E15F0F63983}" dt="2021-01-29T00:24:39.921" v="147" actId="14100"/>
          <ac:spMkLst>
            <pc:docMk/>
            <pc:sldMk cId="2356507688" sldId="367"/>
            <ac:spMk id="5" creationId="{51231486-4CBE-4132-965E-C9524B3FA99D}"/>
          </ac:spMkLst>
        </pc:spChg>
        <pc:spChg chg="add mod">
          <ac:chgData name="鈴木 秀規" userId="f68c5fd9-22d5-4c0a-9833-7fb0f5135313" providerId="ADAL" clId="{1E1EFADE-4A0B-47B8-8EF8-2E15F0F63983}" dt="2021-01-29T00:24:50.811" v="148"/>
          <ac:spMkLst>
            <pc:docMk/>
            <pc:sldMk cId="2356507688" sldId="367"/>
            <ac:spMk id="6" creationId="{46BCE499-E819-4F5B-AF05-DA6F9D7AD143}"/>
          </ac:spMkLst>
        </pc:spChg>
        <pc:spChg chg="add mod">
          <ac:chgData name="鈴木 秀規" userId="f68c5fd9-22d5-4c0a-9833-7fb0f5135313" providerId="ADAL" clId="{1E1EFADE-4A0B-47B8-8EF8-2E15F0F63983}" dt="2021-01-29T00:25:00.828" v="149"/>
          <ac:spMkLst>
            <pc:docMk/>
            <pc:sldMk cId="2356507688" sldId="367"/>
            <ac:spMk id="7" creationId="{3DB0F0C6-20BD-43A2-AA00-5B25B82B4EB5}"/>
          </ac:spMkLst>
        </pc:spChg>
        <pc:spChg chg="add del mod">
          <ac:chgData name="鈴木 秀規" userId="f68c5fd9-22d5-4c0a-9833-7fb0f5135313" providerId="ADAL" clId="{1E1EFADE-4A0B-47B8-8EF8-2E15F0F63983}" dt="2021-01-29T00:25:14.082" v="152" actId="478"/>
          <ac:spMkLst>
            <pc:docMk/>
            <pc:sldMk cId="2356507688" sldId="367"/>
            <ac:spMk id="8" creationId="{F665F38A-60DE-4380-906F-F34E040AEAF4}"/>
          </ac:spMkLst>
        </pc:spChg>
        <pc:spChg chg="add mod">
          <ac:chgData name="鈴木 秀規" userId="f68c5fd9-22d5-4c0a-9833-7fb0f5135313" providerId="ADAL" clId="{1E1EFADE-4A0B-47B8-8EF8-2E15F0F63983}" dt="2021-01-29T00:25:00.828" v="149"/>
          <ac:spMkLst>
            <pc:docMk/>
            <pc:sldMk cId="2356507688" sldId="367"/>
            <ac:spMk id="9" creationId="{032B6714-2A1A-4B36-B8AE-B51C0E205C20}"/>
          </ac:spMkLst>
        </pc:spChg>
        <pc:spChg chg="add del mod">
          <ac:chgData name="鈴木 秀規" userId="f68c5fd9-22d5-4c0a-9833-7fb0f5135313" providerId="ADAL" clId="{1E1EFADE-4A0B-47B8-8EF8-2E15F0F63983}" dt="2021-01-29T00:25:14.082" v="152" actId="478"/>
          <ac:spMkLst>
            <pc:docMk/>
            <pc:sldMk cId="2356507688" sldId="367"/>
            <ac:spMk id="10" creationId="{602B420D-5A58-4266-94BB-6603D0434598}"/>
          </ac:spMkLst>
        </pc:spChg>
        <pc:spChg chg="add mod">
          <ac:chgData name="鈴木 秀規" userId="f68c5fd9-22d5-4c0a-9833-7fb0f5135313" providerId="ADAL" clId="{1E1EFADE-4A0B-47B8-8EF8-2E15F0F63983}" dt="2021-01-29T00:26:50.141" v="165" actId="14100"/>
          <ac:spMkLst>
            <pc:docMk/>
            <pc:sldMk cId="2356507688" sldId="367"/>
            <ac:spMk id="17" creationId="{470B463F-E13A-4FDF-B207-7C5A728B470F}"/>
          </ac:spMkLst>
        </pc:spChg>
        <pc:spChg chg="add mod">
          <ac:chgData name="鈴木 秀規" userId="f68c5fd9-22d5-4c0a-9833-7fb0f5135313" providerId="ADAL" clId="{1E1EFADE-4A0B-47B8-8EF8-2E15F0F63983}" dt="2021-01-29T00:26:53.462" v="166" actId="1076"/>
          <ac:spMkLst>
            <pc:docMk/>
            <pc:sldMk cId="2356507688" sldId="367"/>
            <ac:spMk id="18" creationId="{320C75C0-F5F8-446F-BF74-5B4E73387296}"/>
          </ac:spMkLst>
        </pc:spChg>
        <pc:picChg chg="add mod">
          <ac:chgData name="鈴木 秀規" userId="f68c5fd9-22d5-4c0a-9833-7fb0f5135313" providerId="ADAL" clId="{1E1EFADE-4A0B-47B8-8EF8-2E15F0F63983}" dt="2021-01-29T00:25:23.056" v="155" actId="1076"/>
          <ac:picMkLst>
            <pc:docMk/>
            <pc:sldMk cId="2356507688" sldId="367"/>
            <ac:picMk id="12" creationId="{C70641FD-7903-4900-8E39-CA553D7F3823}"/>
          </ac:picMkLst>
        </pc:picChg>
        <pc:picChg chg="add mod">
          <ac:chgData name="鈴木 秀規" userId="f68c5fd9-22d5-4c0a-9833-7fb0f5135313" providerId="ADAL" clId="{1E1EFADE-4A0B-47B8-8EF8-2E15F0F63983}" dt="2021-01-29T00:25:27.741" v="157" actId="1076"/>
          <ac:picMkLst>
            <pc:docMk/>
            <pc:sldMk cId="2356507688" sldId="367"/>
            <ac:picMk id="13" creationId="{60B6B710-DB15-4C3C-BCB7-3FAC5F21BC0F}"/>
          </ac:picMkLst>
        </pc:picChg>
        <pc:cxnChg chg="add del mod">
          <ac:chgData name="鈴木 秀規" userId="f68c5fd9-22d5-4c0a-9833-7fb0f5135313" providerId="ADAL" clId="{1E1EFADE-4A0B-47B8-8EF8-2E15F0F63983}" dt="2021-01-29T00:25:11.148" v="151" actId="478"/>
          <ac:cxnSpMkLst>
            <pc:docMk/>
            <pc:sldMk cId="2356507688" sldId="367"/>
            <ac:cxnSpMk id="11" creationId="{5A1B983F-586B-467D-9534-5D27D97D3B7C}"/>
          </ac:cxnSpMkLst>
        </pc:cxnChg>
        <pc:cxnChg chg="add mod">
          <ac:chgData name="鈴木 秀規" userId="f68c5fd9-22d5-4c0a-9833-7fb0f5135313" providerId="ADAL" clId="{1E1EFADE-4A0B-47B8-8EF8-2E15F0F63983}" dt="2021-01-29T00:26:21.303" v="160" actId="14100"/>
          <ac:cxnSpMkLst>
            <pc:docMk/>
            <pc:sldMk cId="2356507688" sldId="367"/>
            <ac:cxnSpMk id="14" creationId="{B9F2AB8E-1FFD-4B85-8EB7-1D06FFA6A247}"/>
          </ac:cxnSpMkLst>
        </pc:cxnChg>
      </pc:sldChg>
      <pc:sldChg chg="del">
        <pc:chgData name="鈴木 秀規" userId="f68c5fd9-22d5-4c0a-9833-7fb0f5135313" providerId="ADAL" clId="{1E1EFADE-4A0B-47B8-8EF8-2E15F0F63983}" dt="2021-01-29T00:11:30.439" v="27" actId="2696"/>
        <pc:sldMkLst>
          <pc:docMk/>
          <pc:sldMk cId="2692777715" sldId="367"/>
        </pc:sldMkLst>
      </pc:sldChg>
      <pc:sldChg chg="del">
        <pc:chgData name="鈴木 秀規" userId="f68c5fd9-22d5-4c0a-9833-7fb0f5135313" providerId="ADAL" clId="{1E1EFADE-4A0B-47B8-8EF8-2E15F0F63983}" dt="2021-01-29T00:11:30.439" v="27" actId="2696"/>
        <pc:sldMkLst>
          <pc:docMk/>
          <pc:sldMk cId="1806057471" sldId="368"/>
        </pc:sldMkLst>
      </pc:sldChg>
      <pc:sldChg chg="addSp modSp new mod">
        <pc:chgData name="鈴木 秀規" userId="f68c5fd9-22d5-4c0a-9833-7fb0f5135313" providerId="ADAL" clId="{1E1EFADE-4A0B-47B8-8EF8-2E15F0F63983}" dt="2021-01-29T00:29:06.235" v="178" actId="2711"/>
        <pc:sldMkLst>
          <pc:docMk/>
          <pc:sldMk cId="3408830695" sldId="368"/>
        </pc:sldMkLst>
        <pc:spChg chg="mod">
          <ac:chgData name="鈴木 秀規" userId="f68c5fd9-22d5-4c0a-9833-7fb0f5135313" providerId="ADAL" clId="{1E1EFADE-4A0B-47B8-8EF8-2E15F0F63983}" dt="2021-01-29T00:27:09.349" v="168"/>
          <ac:spMkLst>
            <pc:docMk/>
            <pc:sldMk cId="3408830695" sldId="368"/>
            <ac:spMk id="3" creationId="{5002EC92-ECB0-4095-B87E-7353CFD451D2}"/>
          </ac:spMkLst>
        </pc:spChg>
        <pc:spChg chg="mod">
          <ac:chgData name="鈴木 秀規" userId="f68c5fd9-22d5-4c0a-9833-7fb0f5135313" providerId="ADAL" clId="{1E1EFADE-4A0B-47B8-8EF8-2E15F0F63983}" dt="2021-01-29T00:27:22.242" v="170"/>
          <ac:spMkLst>
            <pc:docMk/>
            <pc:sldMk cId="3408830695" sldId="368"/>
            <ac:spMk id="5" creationId="{9CDC0925-A0B8-49EF-9C8F-7D47661320B2}"/>
          </ac:spMkLst>
        </pc:spChg>
        <pc:spChg chg="add mod">
          <ac:chgData name="鈴木 秀規" userId="f68c5fd9-22d5-4c0a-9833-7fb0f5135313" providerId="ADAL" clId="{1E1EFADE-4A0B-47B8-8EF8-2E15F0F63983}" dt="2021-01-29T00:28:04.022" v="172"/>
          <ac:spMkLst>
            <pc:docMk/>
            <pc:sldMk cId="3408830695" sldId="368"/>
            <ac:spMk id="6" creationId="{C199E4C4-F474-45E4-A38F-D73B24A85B3D}"/>
          </ac:spMkLst>
        </pc:spChg>
        <pc:spChg chg="add mod">
          <ac:chgData name="鈴木 秀規" userId="f68c5fd9-22d5-4c0a-9833-7fb0f5135313" providerId="ADAL" clId="{1E1EFADE-4A0B-47B8-8EF8-2E15F0F63983}" dt="2021-01-29T00:28:37.537" v="174" actId="1076"/>
          <ac:spMkLst>
            <pc:docMk/>
            <pc:sldMk cId="3408830695" sldId="368"/>
            <ac:spMk id="7" creationId="{684AACA2-9E41-4BA9-8A44-B8AE4109B60B}"/>
          </ac:spMkLst>
        </pc:spChg>
        <pc:spChg chg="add mod">
          <ac:chgData name="鈴木 秀規" userId="f68c5fd9-22d5-4c0a-9833-7fb0f5135313" providerId="ADAL" clId="{1E1EFADE-4A0B-47B8-8EF8-2E15F0F63983}" dt="2021-01-29T00:28:37.537" v="174" actId="1076"/>
          <ac:spMkLst>
            <pc:docMk/>
            <pc:sldMk cId="3408830695" sldId="368"/>
            <ac:spMk id="8" creationId="{B9084E7E-BA6E-4FB6-AA7C-B29BBC5F994B}"/>
          </ac:spMkLst>
        </pc:spChg>
        <pc:spChg chg="add mod">
          <ac:chgData name="鈴木 秀規" userId="f68c5fd9-22d5-4c0a-9833-7fb0f5135313" providerId="ADAL" clId="{1E1EFADE-4A0B-47B8-8EF8-2E15F0F63983}" dt="2021-01-29T00:28:37.537" v="174" actId="1076"/>
          <ac:spMkLst>
            <pc:docMk/>
            <pc:sldMk cId="3408830695" sldId="368"/>
            <ac:spMk id="9" creationId="{612AE2C2-DF1A-4293-8451-3E407649007F}"/>
          </ac:spMkLst>
        </pc:spChg>
        <pc:spChg chg="add mod">
          <ac:chgData name="鈴木 秀規" userId="f68c5fd9-22d5-4c0a-9833-7fb0f5135313" providerId="ADAL" clId="{1E1EFADE-4A0B-47B8-8EF8-2E15F0F63983}" dt="2021-01-29T00:28:37.537" v="174" actId="1076"/>
          <ac:spMkLst>
            <pc:docMk/>
            <pc:sldMk cId="3408830695" sldId="368"/>
            <ac:spMk id="10" creationId="{A9D0696B-B52B-4F23-A957-3875CAC47AE4}"/>
          </ac:spMkLst>
        </pc:spChg>
        <pc:spChg chg="add mod">
          <ac:chgData name="鈴木 秀規" userId="f68c5fd9-22d5-4c0a-9833-7fb0f5135313" providerId="ADAL" clId="{1E1EFADE-4A0B-47B8-8EF8-2E15F0F63983}" dt="2021-01-29T00:28:29.667" v="173"/>
          <ac:spMkLst>
            <pc:docMk/>
            <pc:sldMk cId="3408830695" sldId="368"/>
            <ac:spMk id="11" creationId="{66C77213-170E-4095-8AE4-1FC8D21DF5CC}"/>
          </ac:spMkLst>
        </pc:spChg>
        <pc:spChg chg="add mod">
          <ac:chgData name="鈴木 秀規" userId="f68c5fd9-22d5-4c0a-9833-7fb0f5135313" providerId="ADAL" clId="{1E1EFADE-4A0B-47B8-8EF8-2E15F0F63983}" dt="2021-01-29T00:29:06.235" v="178" actId="2711"/>
          <ac:spMkLst>
            <pc:docMk/>
            <pc:sldMk cId="3408830695" sldId="368"/>
            <ac:spMk id="17" creationId="{77850B7C-3631-4CE8-8A23-17E422245A56}"/>
          </ac:spMkLst>
        </pc:spChg>
        <pc:picChg chg="add mod">
          <ac:chgData name="鈴木 秀規" userId="f68c5fd9-22d5-4c0a-9833-7fb0f5135313" providerId="ADAL" clId="{1E1EFADE-4A0B-47B8-8EF8-2E15F0F63983}" dt="2021-01-29T00:28:29.667" v="173"/>
          <ac:picMkLst>
            <pc:docMk/>
            <pc:sldMk cId="3408830695" sldId="368"/>
            <ac:picMk id="12" creationId="{B20C8027-4969-418A-A683-31AD9ADF4C1F}"/>
          </ac:picMkLst>
        </pc:picChg>
        <pc:cxnChg chg="add mod">
          <ac:chgData name="鈴木 秀規" userId="f68c5fd9-22d5-4c0a-9833-7fb0f5135313" providerId="ADAL" clId="{1E1EFADE-4A0B-47B8-8EF8-2E15F0F63983}" dt="2021-01-29T00:28:37.537" v="174" actId="1076"/>
          <ac:cxnSpMkLst>
            <pc:docMk/>
            <pc:sldMk cId="3408830695" sldId="368"/>
            <ac:cxnSpMk id="13" creationId="{C91DFC57-AEAC-4B79-9E83-9DBA2D653386}"/>
          </ac:cxnSpMkLst>
        </pc:cxnChg>
        <pc:cxnChg chg="add mod">
          <ac:chgData name="鈴木 秀規" userId="f68c5fd9-22d5-4c0a-9833-7fb0f5135313" providerId="ADAL" clId="{1E1EFADE-4A0B-47B8-8EF8-2E15F0F63983}" dt="2021-01-29T00:28:37.537" v="174" actId="1076"/>
          <ac:cxnSpMkLst>
            <pc:docMk/>
            <pc:sldMk cId="3408830695" sldId="368"/>
            <ac:cxnSpMk id="14" creationId="{BEAC50D5-109F-4C9E-8A58-1E09C0F915DC}"/>
          </ac:cxnSpMkLst>
        </pc:cxnChg>
      </pc:sldChg>
      <pc:sldChg chg="del">
        <pc:chgData name="鈴木 秀規" userId="f68c5fd9-22d5-4c0a-9833-7fb0f5135313" providerId="ADAL" clId="{1E1EFADE-4A0B-47B8-8EF8-2E15F0F63983}" dt="2021-01-29T00:11:30.439" v="27" actId="2696"/>
        <pc:sldMkLst>
          <pc:docMk/>
          <pc:sldMk cId="167090370" sldId="369"/>
        </pc:sldMkLst>
      </pc:sldChg>
      <pc:sldChg chg="addSp modSp new mod">
        <pc:chgData name="鈴木 秀規" userId="f68c5fd9-22d5-4c0a-9833-7fb0f5135313" providerId="ADAL" clId="{1E1EFADE-4A0B-47B8-8EF8-2E15F0F63983}" dt="2021-01-29T00:31:14.826" v="196" actId="1076"/>
        <pc:sldMkLst>
          <pc:docMk/>
          <pc:sldMk cId="2975628319" sldId="369"/>
        </pc:sldMkLst>
        <pc:spChg chg="mod">
          <ac:chgData name="鈴木 秀規" userId="f68c5fd9-22d5-4c0a-9833-7fb0f5135313" providerId="ADAL" clId="{1E1EFADE-4A0B-47B8-8EF8-2E15F0F63983}" dt="2021-01-29T00:29:37.243" v="180"/>
          <ac:spMkLst>
            <pc:docMk/>
            <pc:sldMk cId="2975628319" sldId="369"/>
            <ac:spMk id="3" creationId="{11C7B0E6-254D-450A-8B22-DB7F224B9997}"/>
          </ac:spMkLst>
        </pc:spChg>
        <pc:spChg chg="mod">
          <ac:chgData name="鈴木 秀規" userId="f68c5fd9-22d5-4c0a-9833-7fb0f5135313" providerId="ADAL" clId="{1E1EFADE-4A0B-47B8-8EF8-2E15F0F63983}" dt="2021-01-29T00:29:51.901" v="184" actId="14100"/>
          <ac:spMkLst>
            <pc:docMk/>
            <pc:sldMk cId="2975628319" sldId="369"/>
            <ac:spMk id="5" creationId="{0E4B8641-2D26-4EAE-BE48-46B87CC5C967}"/>
          </ac:spMkLst>
        </pc:spChg>
        <pc:spChg chg="add mod">
          <ac:chgData name="鈴木 秀規" userId="f68c5fd9-22d5-4c0a-9833-7fb0f5135313" providerId="ADAL" clId="{1E1EFADE-4A0B-47B8-8EF8-2E15F0F63983}" dt="2021-01-29T00:31:14.826" v="196" actId="1076"/>
          <ac:spMkLst>
            <pc:docMk/>
            <pc:sldMk cId="2975628319" sldId="369"/>
            <ac:spMk id="6" creationId="{5D70D932-7707-4BA7-B6B5-F5C2C40FA71B}"/>
          </ac:spMkLst>
        </pc:spChg>
        <pc:spChg chg="add mod">
          <ac:chgData name="鈴木 秀規" userId="f68c5fd9-22d5-4c0a-9833-7fb0f5135313" providerId="ADAL" clId="{1E1EFADE-4A0B-47B8-8EF8-2E15F0F63983}" dt="2021-01-29T00:31:14.826" v="196" actId="1076"/>
          <ac:spMkLst>
            <pc:docMk/>
            <pc:sldMk cId="2975628319" sldId="369"/>
            <ac:spMk id="7" creationId="{4D5905BD-9D68-4848-83C6-B81F0E749708}"/>
          </ac:spMkLst>
        </pc:spChg>
      </pc:sldChg>
      <pc:sldChg chg="del">
        <pc:chgData name="鈴木 秀規" userId="f68c5fd9-22d5-4c0a-9833-7fb0f5135313" providerId="ADAL" clId="{1E1EFADE-4A0B-47B8-8EF8-2E15F0F63983}" dt="2021-01-29T00:11:30.439" v="27" actId="2696"/>
        <pc:sldMkLst>
          <pc:docMk/>
          <pc:sldMk cId="95388061" sldId="370"/>
        </pc:sldMkLst>
      </pc:sldChg>
      <pc:sldChg chg="addSp delSp modSp new mod">
        <pc:chgData name="鈴木 秀規" userId="f68c5fd9-22d5-4c0a-9833-7fb0f5135313" providerId="ADAL" clId="{1E1EFADE-4A0B-47B8-8EF8-2E15F0F63983}" dt="2021-01-29T00:38:17.434" v="317" actId="1076"/>
        <pc:sldMkLst>
          <pc:docMk/>
          <pc:sldMk cId="3073446168" sldId="370"/>
        </pc:sldMkLst>
        <pc:spChg chg="mod">
          <ac:chgData name="鈴木 秀規" userId="f68c5fd9-22d5-4c0a-9833-7fb0f5135313" providerId="ADAL" clId="{1E1EFADE-4A0B-47B8-8EF8-2E15F0F63983}" dt="2021-01-29T00:31:57.124" v="198"/>
          <ac:spMkLst>
            <pc:docMk/>
            <pc:sldMk cId="3073446168" sldId="370"/>
            <ac:spMk id="3" creationId="{8928170B-299F-43CA-B096-212503F24494}"/>
          </ac:spMkLst>
        </pc:spChg>
        <pc:spChg chg="mod">
          <ac:chgData name="鈴木 秀規" userId="f68c5fd9-22d5-4c0a-9833-7fb0f5135313" providerId="ADAL" clId="{1E1EFADE-4A0B-47B8-8EF8-2E15F0F63983}" dt="2021-01-29T00:32:16.061" v="201" actId="14100"/>
          <ac:spMkLst>
            <pc:docMk/>
            <pc:sldMk cId="3073446168" sldId="370"/>
            <ac:spMk id="5" creationId="{017D2A7A-839D-429B-BC25-FFEC4EF05E6B}"/>
          </ac:spMkLst>
        </pc:spChg>
        <pc:spChg chg="add mod">
          <ac:chgData name="鈴木 秀規" userId="f68c5fd9-22d5-4c0a-9833-7fb0f5135313" providerId="ADAL" clId="{1E1EFADE-4A0B-47B8-8EF8-2E15F0F63983}" dt="2021-01-29T00:33:14.549" v="208" actId="14100"/>
          <ac:spMkLst>
            <pc:docMk/>
            <pc:sldMk cId="3073446168" sldId="370"/>
            <ac:spMk id="6" creationId="{F19FE679-1845-4BF9-8935-2EC6E24B1D35}"/>
          </ac:spMkLst>
        </pc:spChg>
        <pc:spChg chg="add mod">
          <ac:chgData name="鈴木 秀規" userId="f68c5fd9-22d5-4c0a-9833-7fb0f5135313" providerId="ADAL" clId="{1E1EFADE-4A0B-47B8-8EF8-2E15F0F63983}" dt="2021-01-29T00:33:36.377" v="211" actId="1076"/>
          <ac:spMkLst>
            <pc:docMk/>
            <pc:sldMk cId="3073446168" sldId="370"/>
            <ac:spMk id="7" creationId="{4CB2807D-BA86-43CE-BE24-C22A484FF75B}"/>
          </ac:spMkLst>
        </pc:spChg>
        <pc:spChg chg="add mod">
          <ac:chgData name="鈴木 秀規" userId="f68c5fd9-22d5-4c0a-9833-7fb0f5135313" providerId="ADAL" clId="{1E1EFADE-4A0B-47B8-8EF8-2E15F0F63983}" dt="2021-01-29T00:33:36.377" v="211" actId="1076"/>
          <ac:spMkLst>
            <pc:docMk/>
            <pc:sldMk cId="3073446168" sldId="370"/>
            <ac:spMk id="8" creationId="{10D600DA-6874-4913-A1B1-270865584FD0}"/>
          </ac:spMkLst>
        </pc:spChg>
        <pc:spChg chg="add mod ord">
          <ac:chgData name="鈴木 秀規" userId="f68c5fd9-22d5-4c0a-9833-7fb0f5135313" providerId="ADAL" clId="{1E1EFADE-4A0B-47B8-8EF8-2E15F0F63983}" dt="2021-01-29T00:36:18.814" v="239" actId="1076"/>
          <ac:spMkLst>
            <pc:docMk/>
            <pc:sldMk cId="3073446168" sldId="370"/>
            <ac:spMk id="9" creationId="{7DD721DE-4909-4A5B-A925-FE0C78E59C9C}"/>
          </ac:spMkLst>
        </pc:spChg>
        <pc:spChg chg="add mod">
          <ac:chgData name="鈴木 秀規" userId="f68c5fd9-22d5-4c0a-9833-7fb0f5135313" providerId="ADAL" clId="{1E1EFADE-4A0B-47B8-8EF8-2E15F0F63983}" dt="2021-01-29T00:34:32.213" v="225" actId="1076"/>
          <ac:spMkLst>
            <pc:docMk/>
            <pc:sldMk cId="3073446168" sldId="370"/>
            <ac:spMk id="11" creationId="{A68EA743-B3D5-4228-920E-1591DDA12E3B}"/>
          </ac:spMkLst>
        </pc:spChg>
        <pc:spChg chg="add mod">
          <ac:chgData name="鈴木 秀規" userId="f68c5fd9-22d5-4c0a-9833-7fb0f5135313" providerId="ADAL" clId="{1E1EFADE-4A0B-47B8-8EF8-2E15F0F63983}" dt="2021-01-29T00:35:18.184" v="234" actId="14100"/>
          <ac:spMkLst>
            <pc:docMk/>
            <pc:sldMk cId="3073446168" sldId="370"/>
            <ac:spMk id="15" creationId="{09A4077E-6C3B-48A1-8BD4-549510DEA0CF}"/>
          </ac:spMkLst>
        </pc:spChg>
        <pc:spChg chg="add mod">
          <ac:chgData name="鈴木 秀規" userId="f68c5fd9-22d5-4c0a-9833-7fb0f5135313" providerId="ADAL" clId="{1E1EFADE-4A0B-47B8-8EF8-2E15F0F63983}" dt="2021-01-29T00:36:58.101" v="259" actId="20577"/>
          <ac:spMkLst>
            <pc:docMk/>
            <pc:sldMk cId="3073446168" sldId="370"/>
            <ac:spMk id="17" creationId="{E7421695-51FC-461A-B83F-F1004AF86A1B}"/>
          </ac:spMkLst>
        </pc:spChg>
        <pc:spChg chg="add mod">
          <ac:chgData name="鈴木 秀規" userId="f68c5fd9-22d5-4c0a-9833-7fb0f5135313" providerId="ADAL" clId="{1E1EFADE-4A0B-47B8-8EF8-2E15F0F63983}" dt="2021-01-29T00:37:06.328" v="261" actId="1076"/>
          <ac:spMkLst>
            <pc:docMk/>
            <pc:sldMk cId="3073446168" sldId="370"/>
            <ac:spMk id="18" creationId="{352D9822-B9AA-4465-9CC5-15B7CA8E90B5}"/>
          </ac:spMkLst>
        </pc:spChg>
        <pc:spChg chg="add del mod">
          <ac:chgData name="鈴木 秀規" userId="f68c5fd9-22d5-4c0a-9833-7fb0f5135313" providerId="ADAL" clId="{1E1EFADE-4A0B-47B8-8EF8-2E15F0F63983}" dt="2021-01-29T00:37:29.152" v="266"/>
          <ac:spMkLst>
            <pc:docMk/>
            <pc:sldMk cId="3073446168" sldId="370"/>
            <ac:spMk id="22" creationId="{25680C18-2D75-4DA4-B2D0-0F1FB35E4569}"/>
          </ac:spMkLst>
        </pc:spChg>
        <pc:spChg chg="add mod">
          <ac:chgData name="鈴木 秀規" userId="f68c5fd9-22d5-4c0a-9833-7fb0f5135313" providerId="ADAL" clId="{1E1EFADE-4A0B-47B8-8EF8-2E15F0F63983}" dt="2021-01-29T00:38:17.434" v="317" actId="1076"/>
          <ac:spMkLst>
            <pc:docMk/>
            <pc:sldMk cId="3073446168" sldId="370"/>
            <ac:spMk id="23" creationId="{C46DA2E4-1ED3-46D3-A289-D27DC1D5D1AD}"/>
          </ac:spMkLst>
        </pc:spChg>
        <pc:picChg chg="add mod ord">
          <ac:chgData name="鈴木 秀規" userId="f68c5fd9-22d5-4c0a-9833-7fb0f5135313" providerId="ADAL" clId="{1E1EFADE-4A0B-47B8-8EF8-2E15F0F63983}" dt="2021-01-29T00:36:10.360" v="237" actId="1076"/>
          <ac:picMkLst>
            <pc:docMk/>
            <pc:sldMk cId="3073446168" sldId="370"/>
            <ac:picMk id="10" creationId="{A80FE6E2-D221-4EBC-AD12-C5FE5D3CFC20}"/>
          </ac:picMkLst>
        </pc:picChg>
        <pc:picChg chg="add mod">
          <ac:chgData name="鈴木 秀規" userId="f68c5fd9-22d5-4c0a-9833-7fb0f5135313" providerId="ADAL" clId="{1E1EFADE-4A0B-47B8-8EF8-2E15F0F63983}" dt="2021-01-29T00:36:34.375" v="241" actId="1076"/>
          <ac:picMkLst>
            <pc:docMk/>
            <pc:sldMk cId="3073446168" sldId="370"/>
            <ac:picMk id="16" creationId="{2237D39A-7C2B-4B69-8480-840DABA1498C}"/>
          </ac:picMkLst>
        </pc:picChg>
        <pc:cxnChg chg="add mod">
          <ac:chgData name="鈴木 秀規" userId="f68c5fd9-22d5-4c0a-9833-7fb0f5135313" providerId="ADAL" clId="{1E1EFADE-4A0B-47B8-8EF8-2E15F0F63983}" dt="2021-01-29T00:34:53.851" v="229" actId="14100"/>
          <ac:cxnSpMkLst>
            <pc:docMk/>
            <pc:sldMk cId="3073446168" sldId="370"/>
            <ac:cxnSpMk id="12" creationId="{43FD7EC9-36C4-479B-BB1A-43108A31706F}"/>
          </ac:cxnSpMkLst>
        </pc:cxnChg>
        <pc:cxnChg chg="add mod">
          <ac:chgData name="鈴木 秀規" userId="f68c5fd9-22d5-4c0a-9833-7fb0f5135313" providerId="ADAL" clId="{1E1EFADE-4A0B-47B8-8EF8-2E15F0F63983}" dt="2021-01-29T00:37:15.541" v="264" actId="14100"/>
          <ac:cxnSpMkLst>
            <pc:docMk/>
            <pc:sldMk cId="3073446168" sldId="370"/>
            <ac:cxnSpMk id="19" creationId="{3E8DEDEC-50A5-44A1-8D62-8FD7B73EF21B}"/>
          </ac:cxnSpMkLst>
        </pc:cxnChg>
      </pc:sldChg>
      <pc:sldChg chg="del">
        <pc:chgData name="鈴木 秀規" userId="f68c5fd9-22d5-4c0a-9833-7fb0f5135313" providerId="ADAL" clId="{1E1EFADE-4A0B-47B8-8EF8-2E15F0F63983}" dt="2021-01-29T00:11:30.439" v="27" actId="2696"/>
        <pc:sldMkLst>
          <pc:docMk/>
          <pc:sldMk cId="853967147" sldId="371"/>
        </pc:sldMkLst>
      </pc:sldChg>
      <pc:sldChg chg="addSp modSp new mod">
        <pc:chgData name="鈴木 秀規" userId="f68c5fd9-22d5-4c0a-9833-7fb0f5135313" providerId="ADAL" clId="{1E1EFADE-4A0B-47B8-8EF8-2E15F0F63983}" dt="2021-01-29T00:40:29.979" v="342" actId="207"/>
        <pc:sldMkLst>
          <pc:docMk/>
          <pc:sldMk cId="1539385395" sldId="371"/>
        </pc:sldMkLst>
        <pc:spChg chg="mod">
          <ac:chgData name="鈴木 秀規" userId="f68c5fd9-22d5-4c0a-9833-7fb0f5135313" providerId="ADAL" clId="{1E1EFADE-4A0B-47B8-8EF8-2E15F0F63983}" dt="2021-01-29T00:38:35.296" v="319"/>
          <ac:spMkLst>
            <pc:docMk/>
            <pc:sldMk cId="1539385395" sldId="371"/>
            <ac:spMk id="3" creationId="{35492F31-2E8E-4E6E-9D2D-57CD34DFD451}"/>
          </ac:spMkLst>
        </pc:spChg>
        <pc:spChg chg="mod">
          <ac:chgData name="鈴木 秀規" userId="f68c5fd9-22d5-4c0a-9833-7fb0f5135313" providerId="ADAL" clId="{1E1EFADE-4A0B-47B8-8EF8-2E15F0F63983}" dt="2021-01-29T00:39:44.175" v="332" actId="20577"/>
          <ac:spMkLst>
            <pc:docMk/>
            <pc:sldMk cId="1539385395" sldId="371"/>
            <ac:spMk id="5" creationId="{040C932B-92A8-42D9-A58D-5864E59F180E}"/>
          </ac:spMkLst>
        </pc:spChg>
        <pc:spChg chg="add mod">
          <ac:chgData name="鈴木 秀規" userId="f68c5fd9-22d5-4c0a-9833-7fb0f5135313" providerId="ADAL" clId="{1E1EFADE-4A0B-47B8-8EF8-2E15F0F63983}" dt="2021-01-29T00:40:29.979" v="342" actId="207"/>
          <ac:spMkLst>
            <pc:docMk/>
            <pc:sldMk cId="1539385395" sldId="371"/>
            <ac:spMk id="6" creationId="{195E4A04-E536-47DC-B362-E15527D48178}"/>
          </ac:spMkLst>
        </pc:spChg>
        <pc:spChg chg="add mod">
          <ac:chgData name="鈴木 秀規" userId="f68c5fd9-22d5-4c0a-9833-7fb0f5135313" providerId="ADAL" clId="{1E1EFADE-4A0B-47B8-8EF8-2E15F0F63983}" dt="2021-01-29T00:40:16.912" v="340" actId="207"/>
          <ac:spMkLst>
            <pc:docMk/>
            <pc:sldMk cId="1539385395" sldId="371"/>
            <ac:spMk id="7" creationId="{C9F61678-5188-49FB-8B4B-E010C538D503}"/>
          </ac:spMkLst>
        </pc:spChg>
      </pc:sldChg>
      <pc:sldChg chg="del">
        <pc:chgData name="鈴木 秀規" userId="f68c5fd9-22d5-4c0a-9833-7fb0f5135313" providerId="ADAL" clId="{1E1EFADE-4A0B-47B8-8EF8-2E15F0F63983}" dt="2021-01-29T00:11:30.439" v="27" actId="2696"/>
        <pc:sldMkLst>
          <pc:docMk/>
          <pc:sldMk cId="193662145" sldId="372"/>
        </pc:sldMkLst>
      </pc:sldChg>
      <pc:sldChg chg="modSp new mod">
        <pc:chgData name="鈴木 秀規" userId="f68c5fd9-22d5-4c0a-9833-7fb0f5135313" providerId="ADAL" clId="{1E1EFADE-4A0B-47B8-8EF8-2E15F0F63983}" dt="2021-01-29T00:43:14.174" v="363" actId="20577"/>
        <pc:sldMkLst>
          <pc:docMk/>
          <pc:sldMk cId="246066953" sldId="372"/>
        </pc:sldMkLst>
        <pc:spChg chg="mod">
          <ac:chgData name="鈴木 秀規" userId="f68c5fd9-22d5-4c0a-9833-7fb0f5135313" providerId="ADAL" clId="{1E1EFADE-4A0B-47B8-8EF8-2E15F0F63983}" dt="2021-01-29T00:41:10.716" v="344"/>
          <ac:spMkLst>
            <pc:docMk/>
            <pc:sldMk cId="246066953" sldId="372"/>
            <ac:spMk id="3" creationId="{4A5311DD-D1AE-4581-BCDC-28EA63DA8C66}"/>
          </ac:spMkLst>
        </pc:spChg>
        <pc:spChg chg="mod">
          <ac:chgData name="鈴木 秀規" userId="f68c5fd9-22d5-4c0a-9833-7fb0f5135313" providerId="ADAL" clId="{1E1EFADE-4A0B-47B8-8EF8-2E15F0F63983}" dt="2021-01-29T00:43:14.174" v="363" actId="20577"/>
          <ac:spMkLst>
            <pc:docMk/>
            <pc:sldMk cId="246066953" sldId="372"/>
            <ac:spMk id="5" creationId="{C7BF8EB5-F4C0-4DBD-AD94-86BA96E96FC9}"/>
          </ac:spMkLst>
        </pc:spChg>
      </pc:sldChg>
      <pc:sldChg chg="del">
        <pc:chgData name="鈴木 秀規" userId="f68c5fd9-22d5-4c0a-9833-7fb0f5135313" providerId="ADAL" clId="{1E1EFADE-4A0B-47B8-8EF8-2E15F0F63983}" dt="2021-01-29T00:11:30.439" v="27" actId="2696"/>
        <pc:sldMkLst>
          <pc:docMk/>
          <pc:sldMk cId="3119782308" sldId="373"/>
        </pc:sldMkLst>
      </pc:sldChg>
      <pc:sldChg chg="addSp modSp new mod">
        <pc:chgData name="鈴木 秀規" userId="f68c5fd9-22d5-4c0a-9833-7fb0f5135313" providerId="ADAL" clId="{1E1EFADE-4A0B-47B8-8EF8-2E15F0F63983}" dt="2021-01-29T00:46:51.414" v="416" actId="1076"/>
        <pc:sldMkLst>
          <pc:docMk/>
          <pc:sldMk cId="4083622006" sldId="373"/>
        </pc:sldMkLst>
        <pc:spChg chg="mod">
          <ac:chgData name="鈴木 秀規" userId="f68c5fd9-22d5-4c0a-9833-7fb0f5135313" providerId="ADAL" clId="{1E1EFADE-4A0B-47B8-8EF8-2E15F0F63983}" dt="2021-01-29T00:43:26.237" v="365"/>
          <ac:spMkLst>
            <pc:docMk/>
            <pc:sldMk cId="4083622006" sldId="373"/>
            <ac:spMk id="3" creationId="{F21EF2BC-ACDB-4D26-A58E-3F69FB7B51A6}"/>
          </ac:spMkLst>
        </pc:spChg>
        <pc:spChg chg="mod">
          <ac:chgData name="鈴木 秀規" userId="f68c5fd9-22d5-4c0a-9833-7fb0f5135313" providerId="ADAL" clId="{1E1EFADE-4A0B-47B8-8EF8-2E15F0F63983}" dt="2021-01-29T00:43:49.809" v="381" actId="20577"/>
          <ac:spMkLst>
            <pc:docMk/>
            <pc:sldMk cId="4083622006" sldId="373"/>
            <ac:spMk id="5" creationId="{08AB8E15-1470-4368-AEA8-A657AFDBA915}"/>
          </ac:spMkLst>
        </pc:spChg>
        <pc:spChg chg="add mod">
          <ac:chgData name="鈴木 秀規" userId="f68c5fd9-22d5-4c0a-9833-7fb0f5135313" providerId="ADAL" clId="{1E1EFADE-4A0B-47B8-8EF8-2E15F0F63983}" dt="2021-01-29T00:46:37.865" v="412" actId="1076"/>
          <ac:spMkLst>
            <pc:docMk/>
            <pc:sldMk cId="4083622006" sldId="373"/>
            <ac:spMk id="6" creationId="{E2AC2086-AA04-447D-9465-2095E883D066}"/>
          </ac:spMkLst>
        </pc:spChg>
        <pc:spChg chg="add mod">
          <ac:chgData name="鈴木 秀規" userId="f68c5fd9-22d5-4c0a-9833-7fb0f5135313" providerId="ADAL" clId="{1E1EFADE-4A0B-47B8-8EF8-2E15F0F63983}" dt="2021-01-29T00:46:19.243" v="408" actId="1076"/>
          <ac:spMkLst>
            <pc:docMk/>
            <pc:sldMk cId="4083622006" sldId="373"/>
            <ac:spMk id="7" creationId="{562E9016-E9F0-4156-9DE1-2CC13EB323D8}"/>
          </ac:spMkLst>
        </pc:spChg>
        <pc:spChg chg="add mod">
          <ac:chgData name="鈴木 秀規" userId="f68c5fd9-22d5-4c0a-9833-7fb0f5135313" providerId="ADAL" clId="{1E1EFADE-4A0B-47B8-8EF8-2E15F0F63983}" dt="2021-01-29T00:46:19.243" v="408" actId="1076"/>
          <ac:spMkLst>
            <pc:docMk/>
            <pc:sldMk cId="4083622006" sldId="373"/>
            <ac:spMk id="8" creationId="{ABE3379B-C467-4CB9-8985-D62E00F34271}"/>
          </ac:spMkLst>
        </pc:spChg>
        <pc:spChg chg="add mod">
          <ac:chgData name="鈴木 秀規" userId="f68c5fd9-22d5-4c0a-9833-7fb0f5135313" providerId="ADAL" clId="{1E1EFADE-4A0B-47B8-8EF8-2E15F0F63983}" dt="2021-01-29T00:45:48.905" v="402" actId="1076"/>
          <ac:spMkLst>
            <pc:docMk/>
            <pc:sldMk cId="4083622006" sldId="373"/>
            <ac:spMk id="10" creationId="{E0BA7A6A-FD58-43AB-8181-20311D803686}"/>
          </ac:spMkLst>
        </pc:spChg>
        <pc:spChg chg="add mod">
          <ac:chgData name="鈴木 秀規" userId="f68c5fd9-22d5-4c0a-9833-7fb0f5135313" providerId="ADAL" clId="{1E1EFADE-4A0B-47B8-8EF8-2E15F0F63983}" dt="2021-01-29T00:46:51.414" v="416" actId="1076"/>
          <ac:spMkLst>
            <pc:docMk/>
            <pc:sldMk cId="4083622006" sldId="373"/>
            <ac:spMk id="17" creationId="{15D6BA6B-6A6A-4565-9C23-E0DCA4829241}"/>
          </ac:spMkLst>
        </pc:spChg>
        <pc:picChg chg="add mod ord">
          <ac:chgData name="鈴木 秀規" userId="f68c5fd9-22d5-4c0a-9833-7fb0f5135313" providerId="ADAL" clId="{1E1EFADE-4A0B-47B8-8EF8-2E15F0F63983}" dt="2021-01-29T00:45:58.142" v="403" actId="166"/>
          <ac:picMkLst>
            <pc:docMk/>
            <pc:sldMk cId="4083622006" sldId="373"/>
            <ac:picMk id="9" creationId="{DF4077C8-F3E5-4561-98AD-28F370FA61AE}"/>
          </ac:picMkLst>
        </pc:picChg>
        <pc:cxnChg chg="add mod">
          <ac:chgData name="鈴木 秀規" userId="f68c5fd9-22d5-4c0a-9833-7fb0f5135313" providerId="ADAL" clId="{1E1EFADE-4A0B-47B8-8EF8-2E15F0F63983}" dt="2021-01-29T00:46:21.196" v="409" actId="14100"/>
          <ac:cxnSpMkLst>
            <pc:docMk/>
            <pc:sldMk cId="4083622006" sldId="373"/>
            <ac:cxnSpMk id="11" creationId="{63FADA74-AFE4-436A-8041-104A159CA0DE}"/>
          </ac:cxnSpMkLst>
        </pc:cxnChg>
      </pc:sldChg>
      <pc:sldChg chg="addSp modSp new mod">
        <pc:chgData name="鈴木 秀規" userId="f68c5fd9-22d5-4c0a-9833-7fb0f5135313" providerId="ADAL" clId="{1E1EFADE-4A0B-47B8-8EF8-2E15F0F63983}" dt="2021-01-29T00:48:57.582" v="436" actId="207"/>
        <pc:sldMkLst>
          <pc:docMk/>
          <pc:sldMk cId="2781282954" sldId="374"/>
        </pc:sldMkLst>
        <pc:spChg chg="mod">
          <ac:chgData name="鈴木 秀規" userId="f68c5fd9-22d5-4c0a-9833-7fb0f5135313" providerId="ADAL" clId="{1E1EFADE-4A0B-47B8-8EF8-2E15F0F63983}" dt="2021-01-29T00:47:04.055" v="418"/>
          <ac:spMkLst>
            <pc:docMk/>
            <pc:sldMk cId="2781282954" sldId="374"/>
            <ac:spMk id="3" creationId="{FC2892DB-D72F-492C-B449-90F96BA5973A}"/>
          </ac:spMkLst>
        </pc:spChg>
        <pc:spChg chg="mod">
          <ac:chgData name="鈴木 秀規" userId="f68c5fd9-22d5-4c0a-9833-7fb0f5135313" providerId="ADAL" clId="{1E1EFADE-4A0B-47B8-8EF8-2E15F0F63983}" dt="2021-01-29T00:47:17.927" v="421" actId="20577"/>
          <ac:spMkLst>
            <pc:docMk/>
            <pc:sldMk cId="2781282954" sldId="374"/>
            <ac:spMk id="5" creationId="{BDC9C904-5D31-41FC-8B13-9BE5C512630D}"/>
          </ac:spMkLst>
        </pc:spChg>
        <pc:spChg chg="add mod">
          <ac:chgData name="鈴木 秀規" userId="f68c5fd9-22d5-4c0a-9833-7fb0f5135313" providerId="ADAL" clId="{1E1EFADE-4A0B-47B8-8EF8-2E15F0F63983}" dt="2021-01-29T00:48:18.932" v="431" actId="14100"/>
          <ac:spMkLst>
            <pc:docMk/>
            <pc:sldMk cId="2781282954" sldId="374"/>
            <ac:spMk id="6" creationId="{8C66F86B-53DB-41C4-ABBF-025E60039E3A}"/>
          </ac:spMkLst>
        </pc:spChg>
        <pc:spChg chg="add mod">
          <ac:chgData name="鈴木 秀規" userId="f68c5fd9-22d5-4c0a-9833-7fb0f5135313" providerId="ADAL" clId="{1E1EFADE-4A0B-47B8-8EF8-2E15F0F63983}" dt="2021-01-29T00:48:57.582" v="436" actId="207"/>
          <ac:spMkLst>
            <pc:docMk/>
            <pc:sldMk cId="2781282954" sldId="374"/>
            <ac:spMk id="7" creationId="{DD33C7F7-AAF0-4232-A95F-84031FE4AE56}"/>
          </ac:spMkLst>
        </pc:spChg>
      </pc:sldChg>
      <pc:sldChg chg="del">
        <pc:chgData name="鈴木 秀規" userId="f68c5fd9-22d5-4c0a-9833-7fb0f5135313" providerId="ADAL" clId="{1E1EFADE-4A0B-47B8-8EF8-2E15F0F63983}" dt="2021-01-29T00:11:30.439" v="27" actId="2696"/>
        <pc:sldMkLst>
          <pc:docMk/>
          <pc:sldMk cId="4094264785" sldId="374"/>
        </pc:sldMkLst>
      </pc:sldChg>
      <pc:sldChg chg="del">
        <pc:chgData name="鈴木 秀規" userId="f68c5fd9-22d5-4c0a-9833-7fb0f5135313" providerId="ADAL" clId="{1E1EFADE-4A0B-47B8-8EF8-2E15F0F63983}" dt="2021-01-29T00:11:30.439" v="27" actId="2696"/>
        <pc:sldMkLst>
          <pc:docMk/>
          <pc:sldMk cId="1155857800" sldId="375"/>
        </pc:sldMkLst>
      </pc:sldChg>
      <pc:sldChg chg="modSp new mod">
        <pc:chgData name="鈴木 秀規" userId="f68c5fd9-22d5-4c0a-9833-7fb0f5135313" providerId="ADAL" clId="{1E1EFADE-4A0B-47B8-8EF8-2E15F0F63983}" dt="2021-01-29T00:51:21.464" v="482" actId="20577"/>
        <pc:sldMkLst>
          <pc:docMk/>
          <pc:sldMk cId="4224040465" sldId="375"/>
        </pc:sldMkLst>
        <pc:spChg chg="mod">
          <ac:chgData name="鈴木 秀規" userId="f68c5fd9-22d5-4c0a-9833-7fb0f5135313" providerId="ADAL" clId="{1E1EFADE-4A0B-47B8-8EF8-2E15F0F63983}" dt="2021-01-29T00:49:15.791" v="438"/>
          <ac:spMkLst>
            <pc:docMk/>
            <pc:sldMk cId="4224040465" sldId="375"/>
            <ac:spMk id="3" creationId="{EEEBA06C-5CD2-484F-9A98-6DEECAEA740D}"/>
          </ac:spMkLst>
        </pc:spChg>
        <pc:spChg chg="mod">
          <ac:chgData name="鈴木 秀規" userId="f68c5fd9-22d5-4c0a-9833-7fb0f5135313" providerId="ADAL" clId="{1E1EFADE-4A0B-47B8-8EF8-2E15F0F63983}" dt="2021-01-29T00:51:21.464" v="482" actId="20577"/>
          <ac:spMkLst>
            <pc:docMk/>
            <pc:sldMk cId="4224040465" sldId="375"/>
            <ac:spMk id="5" creationId="{3B0BE475-13B7-4FD9-80F3-A4AD35C5F7BA}"/>
          </ac:spMkLst>
        </pc:spChg>
      </pc:sldChg>
      <pc:sldChg chg="del">
        <pc:chgData name="鈴木 秀規" userId="f68c5fd9-22d5-4c0a-9833-7fb0f5135313" providerId="ADAL" clId="{1E1EFADE-4A0B-47B8-8EF8-2E15F0F63983}" dt="2021-01-29T00:11:30.439" v="27" actId="2696"/>
        <pc:sldMkLst>
          <pc:docMk/>
          <pc:sldMk cId="2003241689" sldId="376"/>
        </pc:sldMkLst>
      </pc:sldChg>
      <pc:sldChg chg="addSp modSp new mod">
        <pc:chgData name="鈴木 秀規" userId="f68c5fd9-22d5-4c0a-9833-7fb0f5135313" providerId="ADAL" clId="{1E1EFADE-4A0B-47B8-8EF8-2E15F0F63983}" dt="2021-01-29T01:28:23.635" v="573" actId="113"/>
        <pc:sldMkLst>
          <pc:docMk/>
          <pc:sldMk cId="3538855573" sldId="376"/>
        </pc:sldMkLst>
        <pc:spChg chg="mod">
          <ac:chgData name="鈴木 秀規" userId="f68c5fd9-22d5-4c0a-9833-7fb0f5135313" providerId="ADAL" clId="{1E1EFADE-4A0B-47B8-8EF8-2E15F0F63983}" dt="2021-01-29T00:51:34.495" v="484"/>
          <ac:spMkLst>
            <pc:docMk/>
            <pc:sldMk cId="3538855573" sldId="376"/>
            <ac:spMk id="3" creationId="{9795DA74-CAD5-4B93-B279-D0D71DC9441E}"/>
          </ac:spMkLst>
        </pc:spChg>
        <pc:spChg chg="mod">
          <ac:chgData name="鈴木 秀規" userId="f68c5fd9-22d5-4c0a-9833-7fb0f5135313" providerId="ADAL" clId="{1E1EFADE-4A0B-47B8-8EF8-2E15F0F63983}" dt="2021-01-29T00:51:49.926" v="488" actId="14100"/>
          <ac:spMkLst>
            <pc:docMk/>
            <pc:sldMk cId="3538855573" sldId="376"/>
            <ac:spMk id="5" creationId="{586A08B6-18B2-4C56-BE32-ACE3FEB82851}"/>
          </ac:spMkLst>
        </pc:spChg>
        <pc:spChg chg="add mod">
          <ac:chgData name="鈴木 秀規" userId="f68c5fd9-22d5-4c0a-9833-7fb0f5135313" providerId="ADAL" clId="{1E1EFADE-4A0B-47B8-8EF8-2E15F0F63983}" dt="2021-01-29T01:28:23.635" v="573" actId="113"/>
          <ac:spMkLst>
            <pc:docMk/>
            <pc:sldMk cId="3538855573" sldId="376"/>
            <ac:spMk id="6" creationId="{C2E863CB-E594-44F0-8462-E663F348DA19}"/>
          </ac:spMkLst>
        </pc:spChg>
        <pc:spChg chg="add mod">
          <ac:chgData name="鈴木 秀規" userId="f68c5fd9-22d5-4c0a-9833-7fb0f5135313" providerId="ADAL" clId="{1E1EFADE-4A0B-47B8-8EF8-2E15F0F63983}" dt="2021-01-29T01:28:23.635" v="573" actId="113"/>
          <ac:spMkLst>
            <pc:docMk/>
            <pc:sldMk cId="3538855573" sldId="376"/>
            <ac:spMk id="7" creationId="{34EF60CC-078A-43FC-9E46-B4753FA49BB6}"/>
          </ac:spMkLst>
        </pc:spChg>
        <pc:spChg chg="add mod">
          <ac:chgData name="鈴木 秀規" userId="f68c5fd9-22d5-4c0a-9833-7fb0f5135313" providerId="ADAL" clId="{1E1EFADE-4A0B-47B8-8EF8-2E15F0F63983}" dt="2021-01-29T01:22:49.908" v="506" actId="1035"/>
          <ac:spMkLst>
            <pc:docMk/>
            <pc:sldMk cId="3538855573" sldId="376"/>
            <ac:spMk id="8" creationId="{370B556E-A8C0-45EA-824C-7CBD4272B44A}"/>
          </ac:spMkLst>
        </pc:spChg>
        <pc:spChg chg="add mod">
          <ac:chgData name="鈴木 秀規" userId="f68c5fd9-22d5-4c0a-9833-7fb0f5135313" providerId="ADAL" clId="{1E1EFADE-4A0B-47B8-8EF8-2E15F0F63983}" dt="2021-01-29T01:23:06.346" v="522" actId="1036"/>
          <ac:spMkLst>
            <pc:docMk/>
            <pc:sldMk cId="3538855573" sldId="376"/>
            <ac:spMk id="9" creationId="{FF72E8B0-61A0-41AB-B46E-5C9262C087BB}"/>
          </ac:spMkLst>
        </pc:spChg>
        <pc:spChg chg="add mod">
          <ac:chgData name="鈴木 秀規" userId="f68c5fd9-22d5-4c0a-9833-7fb0f5135313" providerId="ADAL" clId="{1E1EFADE-4A0B-47B8-8EF8-2E15F0F63983}" dt="2021-01-29T01:23:24.182" v="527" actId="1035"/>
          <ac:spMkLst>
            <pc:docMk/>
            <pc:sldMk cId="3538855573" sldId="376"/>
            <ac:spMk id="10" creationId="{FF6645CC-B7BF-4581-B747-5B1FB92F1344}"/>
          </ac:spMkLst>
        </pc:spChg>
        <pc:spChg chg="add mod">
          <ac:chgData name="鈴木 秀規" userId="f68c5fd9-22d5-4c0a-9833-7fb0f5135313" providerId="ADAL" clId="{1E1EFADE-4A0B-47B8-8EF8-2E15F0F63983}" dt="2021-01-29T01:23:41.112" v="532" actId="14100"/>
          <ac:spMkLst>
            <pc:docMk/>
            <pc:sldMk cId="3538855573" sldId="376"/>
            <ac:spMk id="11" creationId="{16C6C4A7-3C0A-408E-B656-F26C28D9D447}"/>
          </ac:spMkLst>
        </pc:spChg>
        <pc:cxnChg chg="add mod">
          <ac:chgData name="鈴木 秀規" userId="f68c5fd9-22d5-4c0a-9833-7fb0f5135313" providerId="ADAL" clId="{1E1EFADE-4A0B-47B8-8EF8-2E15F0F63983}" dt="2021-01-29T01:24:05.045" v="535" actId="208"/>
          <ac:cxnSpMkLst>
            <pc:docMk/>
            <pc:sldMk cId="3538855573" sldId="376"/>
            <ac:cxnSpMk id="13" creationId="{ACFE229B-A65E-4658-A0B5-22883AB5AA15}"/>
          </ac:cxnSpMkLst>
        </pc:cxnChg>
        <pc:cxnChg chg="add mod">
          <ac:chgData name="鈴木 秀規" userId="f68c5fd9-22d5-4c0a-9833-7fb0f5135313" providerId="ADAL" clId="{1E1EFADE-4A0B-47B8-8EF8-2E15F0F63983}" dt="2021-01-29T01:24:27.875" v="538" actId="1582"/>
          <ac:cxnSpMkLst>
            <pc:docMk/>
            <pc:sldMk cId="3538855573" sldId="376"/>
            <ac:cxnSpMk id="15" creationId="{03CDE00F-E256-4A5A-89B9-AC67844B27FD}"/>
          </ac:cxnSpMkLst>
        </pc:cxnChg>
      </pc:sldChg>
      <pc:sldChg chg="del">
        <pc:chgData name="鈴木 秀規" userId="f68c5fd9-22d5-4c0a-9833-7fb0f5135313" providerId="ADAL" clId="{1E1EFADE-4A0B-47B8-8EF8-2E15F0F63983}" dt="2021-01-29T00:11:30.439" v="27" actId="2696"/>
        <pc:sldMkLst>
          <pc:docMk/>
          <pc:sldMk cId="156709775" sldId="377"/>
        </pc:sldMkLst>
      </pc:sldChg>
      <pc:sldChg chg="addSp modSp new mod">
        <pc:chgData name="鈴木 秀規" userId="f68c5fd9-22d5-4c0a-9833-7fb0f5135313" providerId="ADAL" clId="{1E1EFADE-4A0B-47B8-8EF8-2E15F0F63983}" dt="2021-01-29T01:26:51.694" v="567" actId="1076"/>
        <pc:sldMkLst>
          <pc:docMk/>
          <pc:sldMk cId="3864834617" sldId="377"/>
        </pc:sldMkLst>
        <pc:spChg chg="mod">
          <ac:chgData name="鈴木 秀規" userId="f68c5fd9-22d5-4c0a-9833-7fb0f5135313" providerId="ADAL" clId="{1E1EFADE-4A0B-47B8-8EF8-2E15F0F63983}" dt="2021-01-29T01:24:46.904" v="540"/>
          <ac:spMkLst>
            <pc:docMk/>
            <pc:sldMk cId="3864834617" sldId="377"/>
            <ac:spMk id="3" creationId="{5FC908F1-3CA6-4749-AB73-4E0F9FDACCE6}"/>
          </ac:spMkLst>
        </pc:spChg>
        <pc:spChg chg="mod">
          <ac:chgData name="鈴木 秀規" userId="f68c5fd9-22d5-4c0a-9833-7fb0f5135313" providerId="ADAL" clId="{1E1EFADE-4A0B-47B8-8EF8-2E15F0F63983}" dt="2021-01-29T01:26:24.913" v="562" actId="207"/>
          <ac:spMkLst>
            <pc:docMk/>
            <pc:sldMk cId="3864834617" sldId="377"/>
            <ac:spMk id="5" creationId="{6B3A2C87-6FE9-4895-A119-D260DD4D7A1B}"/>
          </ac:spMkLst>
        </pc:spChg>
        <pc:spChg chg="add mod">
          <ac:chgData name="鈴木 秀規" userId="f68c5fd9-22d5-4c0a-9833-7fb0f5135313" providerId="ADAL" clId="{1E1EFADE-4A0B-47B8-8EF8-2E15F0F63983}" dt="2021-01-29T01:26:51.694" v="567" actId="1076"/>
          <ac:spMkLst>
            <pc:docMk/>
            <pc:sldMk cId="3864834617" sldId="377"/>
            <ac:spMk id="6" creationId="{C9B127B3-0188-4427-B2B2-503F806D8A50}"/>
          </ac:spMkLst>
        </pc:spChg>
        <pc:spChg chg="add mod">
          <ac:chgData name="鈴木 秀規" userId="f68c5fd9-22d5-4c0a-9833-7fb0f5135313" providerId="ADAL" clId="{1E1EFADE-4A0B-47B8-8EF8-2E15F0F63983}" dt="2021-01-29T01:26:48.190" v="566" actId="1076"/>
          <ac:spMkLst>
            <pc:docMk/>
            <pc:sldMk cId="3864834617" sldId="377"/>
            <ac:spMk id="7" creationId="{9DE8C91E-1B75-4A17-9563-1E97102B648E}"/>
          </ac:spMkLst>
        </pc:spChg>
      </pc:sldChg>
      <pc:sldChg chg="addSp modSp new mod">
        <pc:chgData name="鈴木 秀規" userId="f68c5fd9-22d5-4c0a-9833-7fb0f5135313" providerId="ADAL" clId="{1E1EFADE-4A0B-47B8-8EF8-2E15F0F63983}" dt="2021-01-29T01:30:19.140" v="599" actId="14100"/>
        <pc:sldMkLst>
          <pc:docMk/>
          <pc:sldMk cId="2148979236" sldId="378"/>
        </pc:sldMkLst>
        <pc:spChg chg="mod">
          <ac:chgData name="鈴木 秀規" userId="f68c5fd9-22d5-4c0a-9833-7fb0f5135313" providerId="ADAL" clId="{1E1EFADE-4A0B-47B8-8EF8-2E15F0F63983}" dt="2021-01-29T01:27:56.919" v="569"/>
          <ac:spMkLst>
            <pc:docMk/>
            <pc:sldMk cId="2148979236" sldId="378"/>
            <ac:spMk id="3" creationId="{788D51D2-24DD-4DC2-BB19-DB05A02F27EE}"/>
          </ac:spMkLst>
        </pc:spChg>
        <pc:spChg chg="mod">
          <ac:chgData name="鈴木 秀規" userId="f68c5fd9-22d5-4c0a-9833-7fb0f5135313" providerId="ADAL" clId="{1E1EFADE-4A0B-47B8-8EF8-2E15F0F63983}" dt="2021-01-29T01:28:16.592" v="572" actId="14100"/>
          <ac:spMkLst>
            <pc:docMk/>
            <pc:sldMk cId="2148979236" sldId="378"/>
            <ac:spMk id="5" creationId="{58D32313-7879-47C7-BFBF-C9125D0447B6}"/>
          </ac:spMkLst>
        </pc:spChg>
        <pc:spChg chg="add mod">
          <ac:chgData name="鈴木 秀規" userId="f68c5fd9-22d5-4c0a-9833-7fb0f5135313" providerId="ADAL" clId="{1E1EFADE-4A0B-47B8-8EF8-2E15F0F63983}" dt="2021-01-29T01:29:20.146" v="581" actId="14100"/>
          <ac:spMkLst>
            <pc:docMk/>
            <pc:sldMk cId="2148979236" sldId="378"/>
            <ac:spMk id="6" creationId="{7E5937BB-02E9-444C-BB60-5B9D39B085CF}"/>
          </ac:spMkLst>
        </pc:spChg>
        <pc:spChg chg="add mod">
          <ac:chgData name="鈴木 秀規" userId="f68c5fd9-22d5-4c0a-9833-7fb0f5135313" providerId="ADAL" clId="{1E1EFADE-4A0B-47B8-8EF8-2E15F0F63983}" dt="2021-01-29T01:30:08.696" v="598" actId="207"/>
          <ac:spMkLst>
            <pc:docMk/>
            <pc:sldMk cId="2148979236" sldId="378"/>
            <ac:spMk id="7" creationId="{8D2C7143-A461-4E9E-89AD-0E47C7AADDD2}"/>
          </ac:spMkLst>
        </pc:spChg>
        <pc:spChg chg="add mod">
          <ac:chgData name="鈴木 秀規" userId="f68c5fd9-22d5-4c0a-9833-7fb0f5135313" providerId="ADAL" clId="{1E1EFADE-4A0B-47B8-8EF8-2E15F0F63983}" dt="2021-01-29T01:30:19.140" v="599" actId="14100"/>
          <ac:spMkLst>
            <pc:docMk/>
            <pc:sldMk cId="2148979236" sldId="378"/>
            <ac:spMk id="8" creationId="{1F3DC4C2-8CFD-43BC-B2AE-DC992FAAF3BB}"/>
          </ac:spMkLst>
        </pc:spChg>
      </pc:sldChg>
      <pc:sldChg chg="del">
        <pc:chgData name="鈴木 秀規" userId="f68c5fd9-22d5-4c0a-9833-7fb0f5135313" providerId="ADAL" clId="{1E1EFADE-4A0B-47B8-8EF8-2E15F0F63983}" dt="2021-01-29T00:11:30.439" v="27" actId="2696"/>
        <pc:sldMkLst>
          <pc:docMk/>
          <pc:sldMk cId="4226280389" sldId="378"/>
        </pc:sldMkLst>
      </pc:sldChg>
      <pc:sldChg chg="del">
        <pc:chgData name="鈴木 秀規" userId="f68c5fd9-22d5-4c0a-9833-7fb0f5135313" providerId="ADAL" clId="{1E1EFADE-4A0B-47B8-8EF8-2E15F0F63983}" dt="2021-01-29T00:11:30.439" v="27" actId="2696"/>
        <pc:sldMkLst>
          <pc:docMk/>
          <pc:sldMk cId="687387428" sldId="379"/>
        </pc:sldMkLst>
      </pc:sldChg>
      <pc:sldChg chg="addSp modSp new mod">
        <pc:chgData name="鈴木 秀規" userId="f68c5fd9-22d5-4c0a-9833-7fb0f5135313" providerId="ADAL" clId="{1E1EFADE-4A0B-47B8-8EF8-2E15F0F63983}" dt="2021-01-29T01:32:38.398" v="623"/>
        <pc:sldMkLst>
          <pc:docMk/>
          <pc:sldMk cId="1522789995" sldId="379"/>
        </pc:sldMkLst>
        <pc:spChg chg="mod">
          <ac:chgData name="鈴木 秀規" userId="f68c5fd9-22d5-4c0a-9833-7fb0f5135313" providerId="ADAL" clId="{1E1EFADE-4A0B-47B8-8EF8-2E15F0F63983}" dt="2021-01-29T01:30:37.349" v="601"/>
          <ac:spMkLst>
            <pc:docMk/>
            <pc:sldMk cId="1522789995" sldId="379"/>
            <ac:spMk id="3" creationId="{04B14AED-343E-40B0-A4BC-729E82A9F10E}"/>
          </ac:spMkLst>
        </pc:spChg>
        <pc:spChg chg="mod">
          <ac:chgData name="鈴木 秀規" userId="f68c5fd9-22d5-4c0a-9833-7fb0f5135313" providerId="ADAL" clId="{1E1EFADE-4A0B-47B8-8EF8-2E15F0F63983}" dt="2021-01-29T01:30:56.618" v="604" actId="14100"/>
          <ac:spMkLst>
            <pc:docMk/>
            <pc:sldMk cId="1522789995" sldId="379"/>
            <ac:spMk id="5" creationId="{4D82A19B-11CC-476B-A084-E9D266DCCF99}"/>
          </ac:spMkLst>
        </pc:spChg>
        <pc:spChg chg="add mod">
          <ac:chgData name="鈴木 秀規" userId="f68c5fd9-22d5-4c0a-9833-7fb0f5135313" providerId="ADAL" clId="{1E1EFADE-4A0B-47B8-8EF8-2E15F0F63983}" dt="2021-01-29T01:31:45.055" v="609" actId="1076"/>
          <ac:spMkLst>
            <pc:docMk/>
            <pc:sldMk cId="1522789995" sldId="379"/>
            <ac:spMk id="13" creationId="{942FC57E-0FC2-4A6B-9F60-41DCADFC40A9}"/>
          </ac:spMkLst>
        </pc:spChg>
        <pc:spChg chg="add mod">
          <ac:chgData name="鈴木 秀規" userId="f68c5fd9-22d5-4c0a-9833-7fb0f5135313" providerId="ADAL" clId="{1E1EFADE-4A0B-47B8-8EF8-2E15F0F63983}" dt="2021-01-29T01:31:49.296" v="610" actId="1076"/>
          <ac:spMkLst>
            <pc:docMk/>
            <pc:sldMk cId="1522789995" sldId="379"/>
            <ac:spMk id="14" creationId="{F69A5210-906C-4694-AD6E-DAADF838F47A}"/>
          </ac:spMkLst>
        </pc:spChg>
        <pc:spChg chg="add mod">
          <ac:chgData name="鈴木 秀規" userId="f68c5fd9-22d5-4c0a-9833-7fb0f5135313" providerId="ADAL" clId="{1E1EFADE-4A0B-47B8-8EF8-2E15F0F63983}" dt="2021-01-29T01:31:52.960" v="611" actId="1076"/>
          <ac:spMkLst>
            <pc:docMk/>
            <pc:sldMk cId="1522789995" sldId="379"/>
            <ac:spMk id="15" creationId="{762712C4-BC2F-4282-B22F-E5CE54681559}"/>
          </ac:spMkLst>
        </pc:spChg>
        <pc:spChg chg="add mod">
          <ac:chgData name="鈴木 秀規" userId="f68c5fd9-22d5-4c0a-9833-7fb0f5135313" providerId="ADAL" clId="{1E1EFADE-4A0B-47B8-8EF8-2E15F0F63983}" dt="2021-01-29T01:32:20.799" v="619" actId="1076"/>
          <ac:spMkLst>
            <pc:docMk/>
            <pc:sldMk cId="1522789995" sldId="379"/>
            <ac:spMk id="16" creationId="{DE3FBAE5-8A35-440E-BC89-CE2828832936}"/>
          </ac:spMkLst>
        </pc:spChg>
        <pc:spChg chg="add mod">
          <ac:chgData name="鈴木 秀規" userId="f68c5fd9-22d5-4c0a-9833-7fb0f5135313" providerId="ADAL" clId="{1E1EFADE-4A0B-47B8-8EF8-2E15F0F63983}" dt="2021-01-29T01:32:11.303" v="616" actId="1076"/>
          <ac:spMkLst>
            <pc:docMk/>
            <pc:sldMk cId="1522789995" sldId="379"/>
            <ac:spMk id="17" creationId="{D259DEEE-A991-4AA8-ADC8-09C916640E1B}"/>
          </ac:spMkLst>
        </pc:spChg>
        <pc:spChg chg="add mod">
          <ac:chgData name="鈴木 秀規" userId="f68c5fd9-22d5-4c0a-9833-7fb0f5135313" providerId="ADAL" clId="{1E1EFADE-4A0B-47B8-8EF8-2E15F0F63983}" dt="2021-01-29T01:32:16.581" v="618" actId="1076"/>
          <ac:spMkLst>
            <pc:docMk/>
            <pc:sldMk cId="1522789995" sldId="379"/>
            <ac:spMk id="18" creationId="{68A74AF8-2900-430E-B204-614735D97CBB}"/>
          </ac:spMkLst>
        </pc:spChg>
        <pc:spChg chg="add mod">
          <ac:chgData name="鈴木 秀規" userId="f68c5fd9-22d5-4c0a-9833-7fb0f5135313" providerId="ADAL" clId="{1E1EFADE-4A0B-47B8-8EF8-2E15F0F63983}" dt="2021-01-29T01:32:38.398" v="623"/>
          <ac:spMkLst>
            <pc:docMk/>
            <pc:sldMk cId="1522789995" sldId="379"/>
            <ac:spMk id="25" creationId="{B80B0339-DE18-4B43-A984-DE50986C9340}"/>
          </ac:spMkLst>
        </pc:spChg>
        <pc:picChg chg="add mod">
          <ac:chgData name="鈴木 秀規" userId="f68c5fd9-22d5-4c0a-9833-7fb0f5135313" providerId="ADAL" clId="{1E1EFADE-4A0B-47B8-8EF8-2E15F0F63983}" dt="2021-01-29T01:31:56.654" v="612" actId="1076"/>
          <ac:picMkLst>
            <pc:docMk/>
            <pc:sldMk cId="1522789995" sldId="379"/>
            <ac:picMk id="6" creationId="{2A849C32-692A-4772-B21D-88A2ACB6D4A5}"/>
          </ac:picMkLst>
        </pc:picChg>
        <pc:picChg chg="add mod">
          <ac:chgData name="鈴木 秀規" userId="f68c5fd9-22d5-4c0a-9833-7fb0f5135313" providerId="ADAL" clId="{1E1EFADE-4A0B-47B8-8EF8-2E15F0F63983}" dt="2021-01-29T01:31:45.055" v="609" actId="1076"/>
          <ac:picMkLst>
            <pc:docMk/>
            <pc:sldMk cId="1522789995" sldId="379"/>
            <ac:picMk id="7" creationId="{5B8D53DE-5E89-492C-AB3F-992EDF533246}"/>
          </ac:picMkLst>
        </pc:picChg>
        <pc:picChg chg="add mod">
          <ac:chgData name="鈴木 秀規" userId="f68c5fd9-22d5-4c0a-9833-7fb0f5135313" providerId="ADAL" clId="{1E1EFADE-4A0B-47B8-8EF8-2E15F0F63983}" dt="2021-01-29T01:31:45.055" v="609" actId="1076"/>
          <ac:picMkLst>
            <pc:docMk/>
            <pc:sldMk cId="1522789995" sldId="379"/>
            <ac:picMk id="8" creationId="{6886DC06-D860-429F-AF57-23F706114EF2}"/>
          </ac:picMkLst>
        </pc:picChg>
        <pc:picChg chg="add mod">
          <ac:chgData name="鈴木 秀規" userId="f68c5fd9-22d5-4c0a-9833-7fb0f5135313" providerId="ADAL" clId="{1E1EFADE-4A0B-47B8-8EF8-2E15F0F63983}" dt="2021-01-29T01:31:45.055" v="609" actId="1076"/>
          <ac:picMkLst>
            <pc:docMk/>
            <pc:sldMk cId="1522789995" sldId="379"/>
            <ac:picMk id="9" creationId="{E7973784-610E-4D2C-90D5-65D99D3BEAD7}"/>
          </ac:picMkLst>
        </pc:picChg>
        <pc:cxnChg chg="add mod">
          <ac:chgData name="鈴木 秀規" userId="f68c5fd9-22d5-4c0a-9833-7fb0f5135313" providerId="ADAL" clId="{1E1EFADE-4A0B-47B8-8EF8-2E15F0F63983}" dt="2021-01-29T01:31:56.654" v="612" actId="1076"/>
          <ac:cxnSpMkLst>
            <pc:docMk/>
            <pc:sldMk cId="1522789995" sldId="379"/>
            <ac:cxnSpMk id="10" creationId="{9FD8A83F-0C7B-4386-9431-8CBC5A6D624A}"/>
          </ac:cxnSpMkLst>
        </pc:cxnChg>
        <pc:cxnChg chg="add mod">
          <ac:chgData name="鈴木 秀規" userId="f68c5fd9-22d5-4c0a-9833-7fb0f5135313" providerId="ADAL" clId="{1E1EFADE-4A0B-47B8-8EF8-2E15F0F63983}" dt="2021-01-29T01:31:56.654" v="612" actId="1076"/>
          <ac:cxnSpMkLst>
            <pc:docMk/>
            <pc:sldMk cId="1522789995" sldId="379"/>
            <ac:cxnSpMk id="11" creationId="{03496B72-C39A-4F65-937D-ADFDADC91199}"/>
          </ac:cxnSpMkLst>
        </pc:cxnChg>
        <pc:cxnChg chg="add mod">
          <ac:chgData name="鈴木 秀規" userId="f68c5fd9-22d5-4c0a-9833-7fb0f5135313" providerId="ADAL" clId="{1E1EFADE-4A0B-47B8-8EF8-2E15F0F63983}" dt="2021-01-29T01:31:56.654" v="612" actId="1076"/>
          <ac:cxnSpMkLst>
            <pc:docMk/>
            <pc:sldMk cId="1522789995" sldId="379"/>
            <ac:cxnSpMk id="12" creationId="{FD33321A-A1F1-4A21-9655-8480DD7F1288}"/>
          </ac:cxnSpMkLst>
        </pc:cxnChg>
      </pc:sldChg>
      <pc:sldChg chg="del">
        <pc:chgData name="鈴木 秀規" userId="f68c5fd9-22d5-4c0a-9833-7fb0f5135313" providerId="ADAL" clId="{1E1EFADE-4A0B-47B8-8EF8-2E15F0F63983}" dt="2021-01-29T00:11:30.439" v="27" actId="2696"/>
        <pc:sldMkLst>
          <pc:docMk/>
          <pc:sldMk cId="1295816778" sldId="380"/>
        </pc:sldMkLst>
      </pc:sldChg>
      <pc:sldChg chg="addSp modSp new mod">
        <pc:chgData name="鈴木 秀規" userId="f68c5fd9-22d5-4c0a-9833-7fb0f5135313" providerId="ADAL" clId="{1E1EFADE-4A0B-47B8-8EF8-2E15F0F63983}" dt="2021-01-29T01:38:44.510" v="671" actId="207"/>
        <pc:sldMkLst>
          <pc:docMk/>
          <pc:sldMk cId="3157073252" sldId="380"/>
        </pc:sldMkLst>
        <pc:spChg chg="mod">
          <ac:chgData name="鈴木 秀規" userId="f68c5fd9-22d5-4c0a-9833-7fb0f5135313" providerId="ADAL" clId="{1E1EFADE-4A0B-47B8-8EF8-2E15F0F63983}" dt="2021-01-29T01:32:55.606" v="625"/>
          <ac:spMkLst>
            <pc:docMk/>
            <pc:sldMk cId="3157073252" sldId="380"/>
            <ac:spMk id="3" creationId="{26A2C7A4-585F-42BD-BB49-B81AA12576C7}"/>
          </ac:spMkLst>
        </pc:spChg>
        <pc:spChg chg="mod">
          <ac:chgData name="鈴木 秀規" userId="f68c5fd9-22d5-4c0a-9833-7fb0f5135313" providerId="ADAL" clId="{1E1EFADE-4A0B-47B8-8EF8-2E15F0F63983}" dt="2021-01-29T01:34:26.445" v="629" actId="14100"/>
          <ac:spMkLst>
            <pc:docMk/>
            <pc:sldMk cId="3157073252" sldId="380"/>
            <ac:spMk id="5" creationId="{C2FAA142-CEE0-4D0B-B85B-5F9B477E6726}"/>
          </ac:spMkLst>
        </pc:spChg>
        <pc:spChg chg="add mod">
          <ac:chgData name="鈴木 秀規" userId="f68c5fd9-22d5-4c0a-9833-7fb0f5135313" providerId="ADAL" clId="{1E1EFADE-4A0B-47B8-8EF8-2E15F0F63983}" dt="2021-01-29T01:36:22.602" v="639" actId="20577"/>
          <ac:spMkLst>
            <pc:docMk/>
            <pc:sldMk cId="3157073252" sldId="380"/>
            <ac:spMk id="13" creationId="{D0595172-2769-43DE-A2C2-94996B5F1E88}"/>
          </ac:spMkLst>
        </pc:spChg>
        <pc:spChg chg="add mod">
          <ac:chgData name="鈴木 秀規" userId="f68c5fd9-22d5-4c0a-9833-7fb0f5135313" providerId="ADAL" clId="{1E1EFADE-4A0B-47B8-8EF8-2E15F0F63983}" dt="2021-01-29T01:36:25.495" v="640" actId="20577"/>
          <ac:spMkLst>
            <pc:docMk/>
            <pc:sldMk cId="3157073252" sldId="380"/>
            <ac:spMk id="14" creationId="{7200324B-7306-4747-B0EE-19EC9A436340}"/>
          </ac:spMkLst>
        </pc:spChg>
        <pc:spChg chg="add mod">
          <ac:chgData name="鈴木 秀規" userId="f68c5fd9-22d5-4c0a-9833-7fb0f5135313" providerId="ADAL" clId="{1E1EFADE-4A0B-47B8-8EF8-2E15F0F63983}" dt="2021-01-29T01:36:30.401" v="641" actId="20577"/>
          <ac:spMkLst>
            <pc:docMk/>
            <pc:sldMk cId="3157073252" sldId="380"/>
            <ac:spMk id="15" creationId="{F93E6F49-0FA4-45D6-AC25-2EE73AE0CA77}"/>
          </ac:spMkLst>
        </pc:spChg>
        <pc:spChg chg="add mod">
          <ac:chgData name="鈴木 秀規" userId="f68c5fd9-22d5-4c0a-9833-7fb0f5135313" providerId="ADAL" clId="{1E1EFADE-4A0B-47B8-8EF8-2E15F0F63983}" dt="2021-01-29T01:35:07.532" v="630"/>
          <ac:spMkLst>
            <pc:docMk/>
            <pc:sldMk cId="3157073252" sldId="380"/>
            <ac:spMk id="16" creationId="{B463895B-AE89-43EC-A968-4281BD9962F3}"/>
          </ac:spMkLst>
        </pc:spChg>
        <pc:spChg chg="add mod">
          <ac:chgData name="鈴木 秀規" userId="f68c5fd9-22d5-4c0a-9833-7fb0f5135313" providerId="ADAL" clId="{1E1EFADE-4A0B-47B8-8EF8-2E15F0F63983}" dt="2021-01-29T01:35:07.532" v="630"/>
          <ac:spMkLst>
            <pc:docMk/>
            <pc:sldMk cId="3157073252" sldId="380"/>
            <ac:spMk id="17" creationId="{090DD37D-7CDD-47E3-8444-E2254EFDBD2E}"/>
          </ac:spMkLst>
        </pc:spChg>
        <pc:spChg chg="add mod">
          <ac:chgData name="鈴木 秀規" userId="f68c5fd9-22d5-4c0a-9833-7fb0f5135313" providerId="ADAL" clId="{1E1EFADE-4A0B-47B8-8EF8-2E15F0F63983}" dt="2021-01-29T01:35:07.532" v="630"/>
          <ac:spMkLst>
            <pc:docMk/>
            <pc:sldMk cId="3157073252" sldId="380"/>
            <ac:spMk id="18" creationId="{FABF4ED0-41B7-4565-9892-8451B641DE4C}"/>
          </ac:spMkLst>
        </pc:spChg>
        <pc:spChg chg="add mod">
          <ac:chgData name="鈴木 秀規" userId="f68c5fd9-22d5-4c0a-9833-7fb0f5135313" providerId="ADAL" clId="{1E1EFADE-4A0B-47B8-8EF8-2E15F0F63983}" dt="2021-01-29T01:36:13.186" v="638" actId="14100"/>
          <ac:spMkLst>
            <pc:docMk/>
            <pc:sldMk cId="3157073252" sldId="380"/>
            <ac:spMk id="23" creationId="{C0DF2BD5-DE84-431F-89AE-08BF547400A9}"/>
          </ac:spMkLst>
        </pc:spChg>
        <pc:spChg chg="add mod">
          <ac:chgData name="鈴木 秀規" userId="f68c5fd9-22d5-4c0a-9833-7fb0f5135313" providerId="ADAL" clId="{1E1EFADE-4A0B-47B8-8EF8-2E15F0F63983}" dt="2021-01-29T01:37:31.322" v="653" actId="1076"/>
          <ac:spMkLst>
            <pc:docMk/>
            <pc:sldMk cId="3157073252" sldId="380"/>
            <ac:spMk id="24" creationId="{36A059BB-03B2-4594-B5A8-FBD4EEBF99A6}"/>
          </ac:spMkLst>
        </pc:spChg>
        <pc:spChg chg="add mod">
          <ac:chgData name="鈴木 秀規" userId="f68c5fd9-22d5-4c0a-9833-7fb0f5135313" providerId="ADAL" clId="{1E1EFADE-4A0B-47B8-8EF8-2E15F0F63983}" dt="2021-01-29T01:38:44.510" v="671" actId="207"/>
          <ac:spMkLst>
            <pc:docMk/>
            <pc:sldMk cId="3157073252" sldId="380"/>
            <ac:spMk id="29" creationId="{3BC98EFC-4B0D-4C39-AEB8-43529F519F78}"/>
          </ac:spMkLst>
        </pc:spChg>
        <pc:spChg chg="add mod">
          <ac:chgData name="鈴木 秀規" userId="f68c5fd9-22d5-4c0a-9833-7fb0f5135313" providerId="ADAL" clId="{1E1EFADE-4A0B-47B8-8EF8-2E15F0F63983}" dt="2021-01-29T01:38:21.644" v="666" actId="14100"/>
          <ac:spMkLst>
            <pc:docMk/>
            <pc:sldMk cId="3157073252" sldId="380"/>
            <ac:spMk id="30" creationId="{E81DC852-DA8C-4A04-8DB3-EF648B498E05}"/>
          </ac:spMkLst>
        </pc:spChg>
        <pc:picChg chg="add mod">
          <ac:chgData name="鈴木 秀規" userId="f68c5fd9-22d5-4c0a-9833-7fb0f5135313" providerId="ADAL" clId="{1E1EFADE-4A0B-47B8-8EF8-2E15F0F63983}" dt="2021-01-29T01:35:46.377" v="632" actId="1076"/>
          <ac:picMkLst>
            <pc:docMk/>
            <pc:sldMk cId="3157073252" sldId="380"/>
            <ac:picMk id="6" creationId="{52E4BB51-51E0-4750-900F-52D204DBC981}"/>
          </ac:picMkLst>
        </pc:picChg>
        <pc:picChg chg="add mod">
          <ac:chgData name="鈴木 秀規" userId="f68c5fd9-22d5-4c0a-9833-7fb0f5135313" providerId="ADAL" clId="{1E1EFADE-4A0B-47B8-8EF8-2E15F0F63983}" dt="2021-01-29T01:35:16.474" v="631" actId="1076"/>
          <ac:picMkLst>
            <pc:docMk/>
            <pc:sldMk cId="3157073252" sldId="380"/>
            <ac:picMk id="7" creationId="{79C8835B-185C-42B3-B6AD-4C0F91BDCDAC}"/>
          </ac:picMkLst>
        </pc:picChg>
        <pc:picChg chg="add mod">
          <ac:chgData name="鈴木 秀規" userId="f68c5fd9-22d5-4c0a-9833-7fb0f5135313" providerId="ADAL" clId="{1E1EFADE-4A0B-47B8-8EF8-2E15F0F63983}" dt="2021-01-29T01:35:07.532" v="630"/>
          <ac:picMkLst>
            <pc:docMk/>
            <pc:sldMk cId="3157073252" sldId="380"/>
            <ac:picMk id="8" creationId="{E71AB80C-D78C-4FEE-B8AB-A84D0C4B86CA}"/>
          </ac:picMkLst>
        </pc:picChg>
        <pc:picChg chg="add mod">
          <ac:chgData name="鈴木 秀規" userId="f68c5fd9-22d5-4c0a-9833-7fb0f5135313" providerId="ADAL" clId="{1E1EFADE-4A0B-47B8-8EF8-2E15F0F63983}" dt="2021-01-29T01:35:07.532" v="630"/>
          <ac:picMkLst>
            <pc:docMk/>
            <pc:sldMk cId="3157073252" sldId="380"/>
            <ac:picMk id="9" creationId="{D4B0B635-23DD-499E-BE8F-6306533ACB5F}"/>
          </ac:picMkLst>
        </pc:picChg>
        <pc:cxnChg chg="add mod">
          <ac:chgData name="鈴木 秀規" userId="f68c5fd9-22d5-4c0a-9833-7fb0f5135313" providerId="ADAL" clId="{1E1EFADE-4A0B-47B8-8EF8-2E15F0F63983}" dt="2021-01-29T01:35:46.377" v="632" actId="1076"/>
          <ac:cxnSpMkLst>
            <pc:docMk/>
            <pc:sldMk cId="3157073252" sldId="380"/>
            <ac:cxnSpMk id="10" creationId="{4143D2CB-3498-4BD1-A424-5B86192F18C9}"/>
          </ac:cxnSpMkLst>
        </pc:cxnChg>
        <pc:cxnChg chg="add mod">
          <ac:chgData name="鈴木 秀規" userId="f68c5fd9-22d5-4c0a-9833-7fb0f5135313" providerId="ADAL" clId="{1E1EFADE-4A0B-47B8-8EF8-2E15F0F63983}" dt="2021-01-29T01:35:46.377" v="632" actId="1076"/>
          <ac:cxnSpMkLst>
            <pc:docMk/>
            <pc:sldMk cId="3157073252" sldId="380"/>
            <ac:cxnSpMk id="11" creationId="{2486108F-1E2D-4254-BA54-8976C5C43691}"/>
          </ac:cxnSpMkLst>
        </pc:cxnChg>
        <pc:cxnChg chg="add mod">
          <ac:chgData name="鈴木 秀規" userId="f68c5fd9-22d5-4c0a-9833-7fb0f5135313" providerId="ADAL" clId="{1E1EFADE-4A0B-47B8-8EF8-2E15F0F63983}" dt="2021-01-29T01:35:46.377" v="632" actId="1076"/>
          <ac:cxnSpMkLst>
            <pc:docMk/>
            <pc:sldMk cId="3157073252" sldId="380"/>
            <ac:cxnSpMk id="12" creationId="{09A01396-16C3-4941-8DBB-855F823E2F76}"/>
          </ac:cxnSpMkLst>
        </pc:cxnChg>
        <pc:cxnChg chg="add mod">
          <ac:chgData name="鈴木 秀規" userId="f68c5fd9-22d5-4c0a-9833-7fb0f5135313" providerId="ADAL" clId="{1E1EFADE-4A0B-47B8-8EF8-2E15F0F63983}" dt="2021-01-29T01:37:23.515" v="652" actId="14100"/>
          <ac:cxnSpMkLst>
            <pc:docMk/>
            <pc:sldMk cId="3157073252" sldId="380"/>
            <ac:cxnSpMk id="25" creationId="{EE6A11BA-A89E-4537-866B-E7C3C52F89B8}"/>
          </ac:cxnSpMkLst>
        </pc:cxnChg>
      </pc:sldChg>
      <pc:sldChg chg="del">
        <pc:chgData name="鈴木 秀規" userId="f68c5fd9-22d5-4c0a-9833-7fb0f5135313" providerId="ADAL" clId="{1E1EFADE-4A0B-47B8-8EF8-2E15F0F63983}" dt="2021-01-29T00:11:30.439" v="27" actId="2696"/>
        <pc:sldMkLst>
          <pc:docMk/>
          <pc:sldMk cId="1094552731" sldId="381"/>
        </pc:sldMkLst>
      </pc:sldChg>
      <pc:sldChg chg="modSp new mod">
        <pc:chgData name="鈴木 秀規" userId="f68c5fd9-22d5-4c0a-9833-7fb0f5135313" providerId="ADAL" clId="{1E1EFADE-4A0B-47B8-8EF8-2E15F0F63983}" dt="2021-01-29T01:40:32.688" v="690" actId="207"/>
        <pc:sldMkLst>
          <pc:docMk/>
          <pc:sldMk cId="3693878349" sldId="381"/>
        </pc:sldMkLst>
        <pc:spChg chg="mod">
          <ac:chgData name="鈴木 秀規" userId="f68c5fd9-22d5-4c0a-9833-7fb0f5135313" providerId="ADAL" clId="{1E1EFADE-4A0B-47B8-8EF8-2E15F0F63983}" dt="2021-01-29T01:39:34.266" v="673"/>
          <ac:spMkLst>
            <pc:docMk/>
            <pc:sldMk cId="3693878349" sldId="381"/>
            <ac:spMk id="3" creationId="{715AA506-91D5-4D88-9A4D-8AE60D368292}"/>
          </ac:spMkLst>
        </pc:spChg>
        <pc:spChg chg="mod">
          <ac:chgData name="鈴木 秀規" userId="f68c5fd9-22d5-4c0a-9833-7fb0f5135313" providerId="ADAL" clId="{1E1EFADE-4A0B-47B8-8EF8-2E15F0F63983}" dt="2021-01-29T01:40:32.688" v="690" actId="207"/>
          <ac:spMkLst>
            <pc:docMk/>
            <pc:sldMk cId="3693878349" sldId="381"/>
            <ac:spMk id="5" creationId="{AD3928C4-C2BF-49D4-A2FF-CDBD28F19883}"/>
          </ac:spMkLst>
        </pc:spChg>
      </pc:sldChg>
      <pc:sldChg chg="del">
        <pc:chgData name="鈴木 秀規" userId="f68c5fd9-22d5-4c0a-9833-7fb0f5135313" providerId="ADAL" clId="{1E1EFADE-4A0B-47B8-8EF8-2E15F0F63983}" dt="2021-01-29T00:11:30.439" v="27" actId="2696"/>
        <pc:sldMkLst>
          <pc:docMk/>
          <pc:sldMk cId="3093851719" sldId="382"/>
        </pc:sldMkLst>
      </pc:sldChg>
      <pc:sldChg chg="del">
        <pc:chgData name="鈴木 秀規" userId="f68c5fd9-22d5-4c0a-9833-7fb0f5135313" providerId="ADAL" clId="{1E1EFADE-4A0B-47B8-8EF8-2E15F0F63983}" dt="2021-01-29T00:11:30.439" v="27" actId="2696"/>
        <pc:sldMkLst>
          <pc:docMk/>
          <pc:sldMk cId="248645521" sldId="383"/>
        </pc:sldMkLst>
      </pc:sldChg>
      <pc:sldChg chg="del">
        <pc:chgData name="鈴木 秀規" userId="f68c5fd9-22d5-4c0a-9833-7fb0f5135313" providerId="ADAL" clId="{1E1EFADE-4A0B-47B8-8EF8-2E15F0F63983}" dt="2021-01-29T00:11:30.439" v="27" actId="2696"/>
        <pc:sldMkLst>
          <pc:docMk/>
          <pc:sldMk cId="7551430" sldId="384"/>
        </pc:sldMkLst>
      </pc:sldChg>
    </pc:docChg>
  </pc:docChgLst>
  <pc:docChgLst>
    <pc:chgData name="菊地 燈" userId="da1cf00e-85b3-4cd7-9f88-eb38295f0f42" providerId="ADAL" clId="{FA16C93C-7231-4956-ADB6-5ED0F04359AC}"/>
    <pc:docChg chg="undo custSel modSld">
      <pc:chgData name="菊地 燈" userId="da1cf00e-85b3-4cd7-9f88-eb38295f0f42" providerId="ADAL" clId="{FA16C93C-7231-4956-ADB6-5ED0F04359AC}" dt="2022-04-04T04:48:51.482" v="31"/>
      <pc:docMkLst>
        <pc:docMk/>
      </pc:docMkLst>
      <pc:sldChg chg="modSp mod">
        <pc:chgData name="菊地 燈" userId="da1cf00e-85b3-4cd7-9f88-eb38295f0f42" providerId="ADAL" clId="{FA16C93C-7231-4956-ADB6-5ED0F04359AC}" dt="2022-04-04T04:48:51.482" v="31"/>
        <pc:sldMkLst>
          <pc:docMk/>
          <pc:sldMk cId="3266521402" sldId="373"/>
        </pc:sldMkLst>
        <pc:spChg chg="mod">
          <ac:chgData name="菊地 燈" userId="da1cf00e-85b3-4cd7-9f88-eb38295f0f42" providerId="ADAL" clId="{FA16C93C-7231-4956-ADB6-5ED0F04359AC}" dt="2022-04-04T04:48:51.482" v="31"/>
          <ac:spMkLst>
            <pc:docMk/>
            <pc:sldMk cId="3266521402" sldId="373"/>
            <ac:spMk id="12" creationId="{5169CDA8-ABA5-4379-A67F-D10079352A3C}"/>
          </ac:spMkLst>
        </pc:spChg>
      </pc:sldChg>
    </pc:docChg>
  </pc:docChgLst>
  <pc:docChgLst>
    <pc:chgData name="鈴木 秀規" userId="f68c5fd9-22d5-4c0a-9833-7fb0f5135313" providerId="ADAL" clId="{F575BF5D-9AAF-4582-948B-24FD2BFE6BEB}"/>
    <pc:docChg chg="undo custSel addSld delSld modSld">
      <pc:chgData name="鈴木 秀規" userId="f68c5fd9-22d5-4c0a-9833-7fb0f5135313" providerId="ADAL" clId="{F575BF5D-9AAF-4582-948B-24FD2BFE6BEB}" dt="2021-01-29T04:31:07.658" v="563" actId="12"/>
      <pc:docMkLst>
        <pc:docMk/>
      </pc:docMkLst>
      <pc:sldChg chg="modSp mod">
        <pc:chgData name="鈴木 秀規" userId="f68c5fd9-22d5-4c0a-9833-7fb0f5135313" providerId="ADAL" clId="{F575BF5D-9AAF-4582-948B-24FD2BFE6BEB}" dt="2021-01-29T03:53:09.400" v="17" actId="20577"/>
        <pc:sldMkLst>
          <pc:docMk/>
          <pc:sldMk cId="0" sldId="256"/>
        </pc:sldMkLst>
        <pc:spChg chg="mod">
          <ac:chgData name="鈴木 秀規" userId="f68c5fd9-22d5-4c0a-9833-7fb0f5135313" providerId="ADAL" clId="{F575BF5D-9AAF-4582-948B-24FD2BFE6BEB}" dt="2021-01-29T03:53:09.400" v="17" actId="20577"/>
          <ac:spMkLst>
            <pc:docMk/>
            <pc:sldMk cId="0" sldId="256"/>
            <ac:spMk id="56" creationId="{00000000-0000-0000-0000-000000000000}"/>
          </ac:spMkLst>
        </pc:spChg>
      </pc:sldChg>
      <pc:sldChg chg="addSp delSp modSp mod">
        <pc:chgData name="鈴木 秀規" userId="f68c5fd9-22d5-4c0a-9833-7fb0f5135313" providerId="ADAL" clId="{F575BF5D-9AAF-4582-948B-24FD2BFE6BEB}" dt="2021-01-29T03:57:52.873" v="187" actId="1076"/>
        <pc:sldMkLst>
          <pc:docMk/>
          <pc:sldMk cId="2397736379" sldId="363"/>
        </pc:sldMkLst>
        <pc:spChg chg="mod">
          <ac:chgData name="鈴木 秀規" userId="f68c5fd9-22d5-4c0a-9833-7fb0f5135313" providerId="ADAL" clId="{F575BF5D-9AAF-4582-948B-24FD2BFE6BEB}" dt="2021-01-29T03:53:38.253" v="18"/>
          <ac:spMkLst>
            <pc:docMk/>
            <pc:sldMk cId="2397736379" sldId="363"/>
            <ac:spMk id="7" creationId="{9630AD22-E64D-4A96-B059-2AF9F6580C25}"/>
          </ac:spMkLst>
        </pc:spChg>
        <pc:spChg chg="mod">
          <ac:chgData name="鈴木 秀規" userId="f68c5fd9-22d5-4c0a-9833-7fb0f5135313" providerId="ADAL" clId="{F575BF5D-9AAF-4582-948B-24FD2BFE6BEB}" dt="2021-01-29T03:54:14.140" v="23" actId="14100"/>
          <ac:spMkLst>
            <pc:docMk/>
            <pc:sldMk cId="2397736379" sldId="363"/>
            <ac:spMk id="8" creationId="{787CF02A-01AB-4517-BA3E-25572FA82648}"/>
          </ac:spMkLst>
        </pc:spChg>
        <pc:spChg chg="del">
          <ac:chgData name="鈴木 秀規" userId="f68c5fd9-22d5-4c0a-9833-7fb0f5135313" providerId="ADAL" clId="{F575BF5D-9AAF-4582-948B-24FD2BFE6BEB}" dt="2021-01-29T03:53:51.006" v="20" actId="478"/>
          <ac:spMkLst>
            <pc:docMk/>
            <pc:sldMk cId="2397736379" sldId="363"/>
            <ac:spMk id="13" creationId="{C4AF9A3A-8E4D-4361-A0C9-F0B17B39BF47}"/>
          </ac:spMkLst>
        </pc:spChg>
        <pc:spChg chg="add mod">
          <ac:chgData name="鈴木 秀規" userId="f68c5fd9-22d5-4c0a-9833-7fb0f5135313" providerId="ADAL" clId="{F575BF5D-9AAF-4582-948B-24FD2BFE6BEB}" dt="2021-01-29T03:57:31.891" v="185" actId="1036"/>
          <ac:spMkLst>
            <pc:docMk/>
            <pc:sldMk cId="2397736379" sldId="363"/>
            <ac:spMk id="20" creationId="{6A1F2DC2-FEFB-4B55-B9A8-804C2356BC0A}"/>
          </ac:spMkLst>
        </pc:spChg>
        <pc:spChg chg="add mod">
          <ac:chgData name="鈴木 秀規" userId="f68c5fd9-22d5-4c0a-9833-7fb0f5135313" providerId="ADAL" clId="{F575BF5D-9AAF-4582-948B-24FD2BFE6BEB}" dt="2021-01-29T03:57:26.033" v="180" actId="1037"/>
          <ac:spMkLst>
            <pc:docMk/>
            <pc:sldMk cId="2397736379" sldId="363"/>
            <ac:spMk id="24" creationId="{61AABCE4-8C06-4464-A1FE-C5479533A73A}"/>
          </ac:spMkLst>
        </pc:spChg>
        <pc:spChg chg="add mod">
          <ac:chgData name="鈴木 秀規" userId="f68c5fd9-22d5-4c0a-9833-7fb0f5135313" providerId="ADAL" clId="{F575BF5D-9AAF-4582-948B-24FD2BFE6BEB}" dt="2021-01-29T03:56:54.594" v="109" actId="1036"/>
          <ac:spMkLst>
            <pc:docMk/>
            <pc:sldMk cId="2397736379" sldId="363"/>
            <ac:spMk id="25" creationId="{677A1649-EFA4-4EA5-8C5D-068AF05E4B79}"/>
          </ac:spMkLst>
        </pc:spChg>
        <pc:spChg chg="add mod">
          <ac:chgData name="鈴木 秀規" userId="f68c5fd9-22d5-4c0a-9833-7fb0f5135313" providerId="ADAL" clId="{F575BF5D-9AAF-4582-948B-24FD2BFE6BEB}" dt="2021-01-29T03:57:52.873" v="187" actId="1076"/>
          <ac:spMkLst>
            <pc:docMk/>
            <pc:sldMk cId="2397736379" sldId="363"/>
            <ac:spMk id="26" creationId="{253EF062-A8F9-4BBC-BDA6-D5B078E1987D}"/>
          </ac:spMkLst>
        </pc:spChg>
        <pc:spChg chg="add mod">
          <ac:chgData name="鈴木 秀規" userId="f68c5fd9-22d5-4c0a-9833-7fb0f5135313" providerId="ADAL" clId="{F575BF5D-9AAF-4582-948B-24FD2BFE6BEB}" dt="2021-01-29T03:57:40.399" v="186" actId="1076"/>
          <ac:spMkLst>
            <pc:docMk/>
            <pc:sldMk cId="2397736379" sldId="363"/>
            <ac:spMk id="27" creationId="{6A1432DB-78A9-4BE3-A629-23DE9FE630BF}"/>
          </ac:spMkLst>
        </pc:spChg>
        <pc:spChg chg="add mod">
          <ac:chgData name="鈴木 秀規" userId="f68c5fd9-22d5-4c0a-9833-7fb0f5135313" providerId="ADAL" clId="{F575BF5D-9AAF-4582-948B-24FD2BFE6BEB}" dt="2021-01-29T03:54:57.394" v="32" actId="1076"/>
          <ac:spMkLst>
            <pc:docMk/>
            <pc:sldMk cId="2397736379" sldId="363"/>
            <ac:spMk id="28" creationId="{08A8B2D8-85EE-40F4-B59A-3B08250F23C2}"/>
          </ac:spMkLst>
        </pc:spChg>
        <pc:picChg chg="add mod">
          <ac:chgData name="鈴木 秀規" userId="f68c5fd9-22d5-4c0a-9833-7fb0f5135313" providerId="ADAL" clId="{F575BF5D-9AAF-4582-948B-24FD2BFE6BEB}" dt="2021-01-29T03:56:48.472" v="98" actId="1037"/>
          <ac:picMkLst>
            <pc:docMk/>
            <pc:sldMk cId="2397736379" sldId="363"/>
            <ac:picMk id="9" creationId="{5D4595B8-BA8B-4104-A32F-708AA3722776}"/>
          </ac:picMkLst>
        </pc:picChg>
        <pc:picChg chg="add mod">
          <ac:chgData name="鈴木 秀規" userId="f68c5fd9-22d5-4c0a-9833-7fb0f5135313" providerId="ADAL" clId="{F575BF5D-9AAF-4582-948B-24FD2BFE6BEB}" dt="2021-01-29T03:54:50.950" v="30" actId="1076"/>
          <ac:picMkLst>
            <pc:docMk/>
            <pc:sldMk cId="2397736379" sldId="363"/>
            <ac:picMk id="10" creationId="{9C10110C-4318-4828-9309-07270703879C}"/>
          </ac:picMkLst>
        </pc:picChg>
        <pc:picChg chg="del">
          <ac:chgData name="鈴木 秀規" userId="f68c5fd9-22d5-4c0a-9833-7fb0f5135313" providerId="ADAL" clId="{F575BF5D-9AAF-4582-948B-24FD2BFE6BEB}" dt="2021-01-29T03:53:51.006" v="20" actId="478"/>
          <ac:picMkLst>
            <pc:docMk/>
            <pc:sldMk cId="2397736379" sldId="363"/>
            <ac:picMk id="11" creationId="{F9049B9F-DE3A-4846-B27B-333755B11A36}"/>
          </ac:picMkLst>
        </pc:picChg>
        <pc:picChg chg="del">
          <ac:chgData name="鈴木 秀規" userId="f68c5fd9-22d5-4c0a-9833-7fb0f5135313" providerId="ADAL" clId="{F575BF5D-9AAF-4582-948B-24FD2BFE6BEB}" dt="2021-01-29T03:53:51.006" v="20" actId="478"/>
          <ac:picMkLst>
            <pc:docMk/>
            <pc:sldMk cId="2397736379" sldId="363"/>
            <ac:picMk id="12" creationId="{4794F4AC-6B8F-4B15-AB6F-B06FD356050F}"/>
          </ac:picMkLst>
        </pc:picChg>
        <pc:picChg chg="add mod">
          <ac:chgData name="鈴木 秀規" userId="f68c5fd9-22d5-4c0a-9833-7fb0f5135313" providerId="ADAL" clId="{F575BF5D-9AAF-4582-948B-24FD2BFE6BEB}" dt="2021-01-29T03:56:54.594" v="109" actId="1036"/>
          <ac:picMkLst>
            <pc:docMk/>
            <pc:sldMk cId="2397736379" sldId="363"/>
            <ac:picMk id="14" creationId="{43CCCDA8-5505-4805-9C7F-C752E5EBE1F2}"/>
          </ac:picMkLst>
        </pc:picChg>
        <pc:picChg chg="add mod">
          <ac:chgData name="鈴木 秀規" userId="f68c5fd9-22d5-4c0a-9833-7fb0f5135313" providerId="ADAL" clId="{F575BF5D-9AAF-4582-948B-24FD2BFE6BEB}" dt="2021-01-29T03:56:54.594" v="109" actId="1036"/>
          <ac:picMkLst>
            <pc:docMk/>
            <pc:sldMk cId="2397736379" sldId="363"/>
            <ac:picMk id="17" creationId="{B36B4205-DF15-42AC-A2A3-723FFAEE6AEC}"/>
          </ac:picMkLst>
        </pc:picChg>
        <pc:picChg chg="add mod">
          <ac:chgData name="鈴木 秀規" userId="f68c5fd9-22d5-4c0a-9833-7fb0f5135313" providerId="ADAL" clId="{F575BF5D-9AAF-4582-948B-24FD2BFE6BEB}" dt="2021-01-29T03:55:00.868" v="33" actId="1076"/>
          <ac:picMkLst>
            <pc:docMk/>
            <pc:sldMk cId="2397736379" sldId="363"/>
            <ac:picMk id="18" creationId="{17935D42-2E25-4D1B-B497-6E4A51F12C93}"/>
          </ac:picMkLst>
        </pc:picChg>
        <pc:picChg chg="add mod">
          <ac:chgData name="鈴木 秀規" userId="f68c5fd9-22d5-4c0a-9833-7fb0f5135313" providerId="ADAL" clId="{F575BF5D-9AAF-4582-948B-24FD2BFE6BEB}" dt="2021-01-29T03:57:01.593" v="126" actId="1036"/>
          <ac:picMkLst>
            <pc:docMk/>
            <pc:sldMk cId="2397736379" sldId="363"/>
            <ac:picMk id="23" creationId="{46268FDB-CE61-4EF9-86B3-DF2D58C588E0}"/>
          </ac:picMkLst>
        </pc:picChg>
        <pc:cxnChg chg="add mod">
          <ac:chgData name="鈴木 秀規" userId="f68c5fd9-22d5-4c0a-9833-7fb0f5135313" providerId="ADAL" clId="{F575BF5D-9AAF-4582-948B-24FD2BFE6BEB}" dt="2021-01-29T03:56:54.594" v="109" actId="1036"/>
          <ac:cxnSpMkLst>
            <pc:docMk/>
            <pc:sldMk cId="2397736379" sldId="363"/>
            <ac:cxnSpMk id="15" creationId="{7C29249F-F388-4808-BA65-4C232F1BAE0E}"/>
          </ac:cxnSpMkLst>
        </pc:cxnChg>
        <pc:cxnChg chg="add mod">
          <ac:chgData name="鈴木 秀規" userId="f68c5fd9-22d5-4c0a-9833-7fb0f5135313" providerId="ADAL" clId="{F575BF5D-9AAF-4582-948B-24FD2BFE6BEB}" dt="2021-01-29T03:56:54.594" v="109" actId="1036"/>
          <ac:cxnSpMkLst>
            <pc:docMk/>
            <pc:sldMk cId="2397736379" sldId="363"/>
            <ac:cxnSpMk id="16" creationId="{337FCC9E-C631-4412-B174-1C6680E7F517}"/>
          </ac:cxnSpMkLst>
        </pc:cxnChg>
        <pc:cxnChg chg="add mod">
          <ac:chgData name="鈴木 秀規" userId="f68c5fd9-22d5-4c0a-9833-7fb0f5135313" providerId="ADAL" clId="{F575BF5D-9AAF-4582-948B-24FD2BFE6BEB}" dt="2021-01-29T03:57:01.593" v="126" actId="1036"/>
          <ac:cxnSpMkLst>
            <pc:docMk/>
            <pc:sldMk cId="2397736379" sldId="363"/>
            <ac:cxnSpMk id="19" creationId="{8C0777B4-17C4-482E-A9A7-55B472CCB402}"/>
          </ac:cxnSpMkLst>
        </pc:cxnChg>
        <pc:cxnChg chg="add mod">
          <ac:chgData name="鈴木 秀規" userId="f68c5fd9-22d5-4c0a-9833-7fb0f5135313" providerId="ADAL" clId="{F575BF5D-9AAF-4582-948B-24FD2BFE6BEB}" dt="2021-01-29T03:56:54.594" v="109" actId="1036"/>
          <ac:cxnSpMkLst>
            <pc:docMk/>
            <pc:sldMk cId="2397736379" sldId="363"/>
            <ac:cxnSpMk id="21" creationId="{360F1E30-C410-4664-A44C-D76CDE558B86}"/>
          </ac:cxnSpMkLst>
        </pc:cxnChg>
        <pc:cxnChg chg="add mod">
          <ac:chgData name="鈴木 秀規" userId="f68c5fd9-22d5-4c0a-9833-7fb0f5135313" providerId="ADAL" clId="{F575BF5D-9AAF-4582-948B-24FD2BFE6BEB}" dt="2021-01-29T03:55:00.868" v="33" actId="1076"/>
          <ac:cxnSpMkLst>
            <pc:docMk/>
            <pc:sldMk cId="2397736379" sldId="363"/>
            <ac:cxnSpMk id="22" creationId="{D8D0C633-EA00-468C-BF8F-D1BE99765D8F}"/>
          </ac:cxnSpMkLst>
        </pc:cxnChg>
      </pc:sldChg>
      <pc:sldChg chg="del">
        <pc:chgData name="鈴木 秀規" userId="f68c5fd9-22d5-4c0a-9833-7fb0f5135313" providerId="ADAL" clId="{F575BF5D-9AAF-4582-948B-24FD2BFE6BEB}" dt="2021-01-29T03:53:45.227" v="19" actId="2696"/>
        <pc:sldMkLst>
          <pc:docMk/>
          <pc:sldMk cId="1780867631" sldId="364"/>
        </pc:sldMkLst>
      </pc:sldChg>
      <pc:sldChg chg="addSp modSp new mod">
        <pc:chgData name="鈴木 秀規" userId="f68c5fd9-22d5-4c0a-9833-7fb0f5135313" providerId="ADAL" clId="{F575BF5D-9AAF-4582-948B-24FD2BFE6BEB}" dt="2021-01-29T04:00:27.336" v="250" actId="1036"/>
        <pc:sldMkLst>
          <pc:docMk/>
          <pc:sldMk cId="1835643292" sldId="364"/>
        </pc:sldMkLst>
        <pc:spChg chg="mod">
          <ac:chgData name="鈴木 秀規" userId="f68c5fd9-22d5-4c0a-9833-7fb0f5135313" providerId="ADAL" clId="{F575BF5D-9AAF-4582-948B-24FD2BFE6BEB}" dt="2021-01-29T03:58:06.499" v="189"/>
          <ac:spMkLst>
            <pc:docMk/>
            <pc:sldMk cId="1835643292" sldId="364"/>
            <ac:spMk id="3" creationId="{06EF8FDA-99E5-46E1-96FB-8B2F2813B31F}"/>
          </ac:spMkLst>
        </pc:spChg>
        <pc:spChg chg="mod">
          <ac:chgData name="鈴木 秀規" userId="f68c5fd9-22d5-4c0a-9833-7fb0f5135313" providerId="ADAL" clId="{F575BF5D-9AAF-4582-948B-24FD2BFE6BEB}" dt="2021-01-29T03:58:14.786" v="191"/>
          <ac:spMkLst>
            <pc:docMk/>
            <pc:sldMk cId="1835643292" sldId="364"/>
            <ac:spMk id="5" creationId="{09D91883-349E-4379-B8C7-570CD62FCA31}"/>
          </ac:spMkLst>
        </pc:spChg>
        <pc:spChg chg="add mod">
          <ac:chgData name="鈴木 秀規" userId="f68c5fd9-22d5-4c0a-9833-7fb0f5135313" providerId="ADAL" clId="{F575BF5D-9AAF-4582-948B-24FD2BFE6BEB}" dt="2021-01-29T04:00:19.869" v="247" actId="207"/>
          <ac:spMkLst>
            <pc:docMk/>
            <pc:sldMk cId="1835643292" sldId="364"/>
            <ac:spMk id="9" creationId="{7B05CDF5-A4E6-4BB3-97AA-9D5FB3E5EB9F}"/>
          </ac:spMkLst>
        </pc:spChg>
        <pc:spChg chg="add mod">
          <ac:chgData name="鈴木 秀規" userId="f68c5fd9-22d5-4c0a-9833-7fb0f5135313" providerId="ADAL" clId="{F575BF5D-9AAF-4582-948B-24FD2BFE6BEB}" dt="2021-01-29T04:00:19.869" v="247" actId="207"/>
          <ac:spMkLst>
            <pc:docMk/>
            <pc:sldMk cId="1835643292" sldId="364"/>
            <ac:spMk id="10" creationId="{061A445F-942A-48C3-ADAC-419889055630}"/>
          </ac:spMkLst>
        </pc:spChg>
        <pc:spChg chg="add mod">
          <ac:chgData name="鈴木 秀規" userId="f68c5fd9-22d5-4c0a-9833-7fb0f5135313" providerId="ADAL" clId="{F575BF5D-9AAF-4582-948B-24FD2BFE6BEB}" dt="2021-01-29T04:00:15.037" v="246" actId="207"/>
          <ac:spMkLst>
            <pc:docMk/>
            <pc:sldMk cId="1835643292" sldId="364"/>
            <ac:spMk id="13" creationId="{B1EAB290-EBD3-43CC-8A86-3583A7A02F59}"/>
          </ac:spMkLst>
        </pc:spChg>
        <pc:spChg chg="add mod">
          <ac:chgData name="鈴木 秀規" userId="f68c5fd9-22d5-4c0a-9833-7fb0f5135313" providerId="ADAL" clId="{F575BF5D-9AAF-4582-948B-24FD2BFE6BEB}" dt="2021-01-29T04:00:27.336" v="250" actId="1036"/>
          <ac:spMkLst>
            <pc:docMk/>
            <pc:sldMk cId="1835643292" sldId="364"/>
            <ac:spMk id="14" creationId="{E89F0D49-DCFC-4238-874F-9EB95E96CFF9}"/>
          </ac:spMkLst>
        </pc:spChg>
        <pc:spChg chg="add mod">
          <ac:chgData name="鈴木 秀規" userId="f68c5fd9-22d5-4c0a-9833-7fb0f5135313" providerId="ADAL" clId="{F575BF5D-9AAF-4582-948B-24FD2BFE6BEB}" dt="2021-01-29T04:00:19.869" v="247" actId="207"/>
          <ac:spMkLst>
            <pc:docMk/>
            <pc:sldMk cId="1835643292" sldId="364"/>
            <ac:spMk id="15" creationId="{7302AFCA-DE7B-4A6C-B043-3F42F1209AD9}"/>
          </ac:spMkLst>
        </pc:spChg>
        <pc:picChg chg="add mod">
          <ac:chgData name="鈴木 秀規" userId="f68c5fd9-22d5-4c0a-9833-7fb0f5135313" providerId="ADAL" clId="{F575BF5D-9AAF-4582-948B-24FD2BFE6BEB}" dt="2021-01-29T04:00:07.352" v="244" actId="1035"/>
          <ac:picMkLst>
            <pc:docMk/>
            <pc:sldMk cId="1835643292" sldId="364"/>
            <ac:picMk id="6" creationId="{74A68859-B0EF-42BC-8488-AACBB2EBCAE5}"/>
          </ac:picMkLst>
        </pc:picChg>
        <pc:picChg chg="add mod">
          <ac:chgData name="鈴木 秀規" userId="f68c5fd9-22d5-4c0a-9833-7fb0f5135313" providerId="ADAL" clId="{F575BF5D-9AAF-4582-948B-24FD2BFE6BEB}" dt="2021-01-29T04:00:07.352" v="244" actId="1035"/>
          <ac:picMkLst>
            <pc:docMk/>
            <pc:sldMk cId="1835643292" sldId="364"/>
            <ac:picMk id="7" creationId="{FFF1A7B1-508D-4A90-897D-3AEF77EDC208}"/>
          </ac:picMkLst>
        </pc:picChg>
        <pc:picChg chg="add mod">
          <ac:chgData name="鈴木 秀規" userId="f68c5fd9-22d5-4c0a-9833-7fb0f5135313" providerId="ADAL" clId="{F575BF5D-9AAF-4582-948B-24FD2BFE6BEB}" dt="2021-01-29T04:00:07.352" v="244" actId="1035"/>
          <ac:picMkLst>
            <pc:docMk/>
            <pc:sldMk cId="1835643292" sldId="364"/>
            <ac:picMk id="11" creationId="{C584244A-1702-48E7-AB5A-AC04C5558AC6}"/>
          </ac:picMkLst>
        </pc:picChg>
        <pc:picChg chg="add mod">
          <ac:chgData name="鈴木 秀規" userId="f68c5fd9-22d5-4c0a-9833-7fb0f5135313" providerId="ADAL" clId="{F575BF5D-9AAF-4582-948B-24FD2BFE6BEB}" dt="2021-01-29T04:00:27.336" v="250" actId="1036"/>
          <ac:picMkLst>
            <pc:docMk/>
            <pc:sldMk cId="1835643292" sldId="364"/>
            <ac:picMk id="12" creationId="{D21C9FCE-1C6B-47AD-8163-16B600D72E4B}"/>
          </ac:picMkLst>
        </pc:picChg>
        <pc:picChg chg="add mod">
          <ac:chgData name="鈴木 秀規" userId="f68c5fd9-22d5-4c0a-9833-7fb0f5135313" providerId="ADAL" clId="{F575BF5D-9AAF-4582-948B-24FD2BFE6BEB}" dt="2021-01-29T04:00:07.352" v="244" actId="1035"/>
          <ac:picMkLst>
            <pc:docMk/>
            <pc:sldMk cId="1835643292" sldId="364"/>
            <ac:picMk id="18" creationId="{D92ABB49-C22A-484B-BA3A-DD0255A1967B}"/>
          </ac:picMkLst>
        </pc:picChg>
        <pc:picChg chg="add mod">
          <ac:chgData name="鈴木 秀規" userId="f68c5fd9-22d5-4c0a-9833-7fb0f5135313" providerId="ADAL" clId="{F575BF5D-9AAF-4582-948B-24FD2BFE6BEB}" dt="2021-01-29T04:00:07.352" v="244" actId="1035"/>
          <ac:picMkLst>
            <pc:docMk/>
            <pc:sldMk cId="1835643292" sldId="364"/>
            <ac:picMk id="19" creationId="{833D0E5C-1A69-4D0C-924F-FB9DA81E7623}"/>
          </ac:picMkLst>
        </pc:picChg>
        <pc:cxnChg chg="add mod">
          <ac:chgData name="鈴木 秀規" userId="f68c5fd9-22d5-4c0a-9833-7fb0f5135313" providerId="ADAL" clId="{F575BF5D-9AAF-4582-948B-24FD2BFE6BEB}" dt="2021-01-29T04:00:07.352" v="244" actId="1035"/>
          <ac:cxnSpMkLst>
            <pc:docMk/>
            <pc:sldMk cId="1835643292" sldId="364"/>
            <ac:cxnSpMk id="8" creationId="{B6ECDDAE-0B9A-4E1C-9082-8BA927633D5F}"/>
          </ac:cxnSpMkLst>
        </pc:cxnChg>
        <pc:cxnChg chg="add mod">
          <ac:chgData name="鈴木 秀規" userId="f68c5fd9-22d5-4c0a-9833-7fb0f5135313" providerId="ADAL" clId="{F575BF5D-9AAF-4582-948B-24FD2BFE6BEB}" dt="2021-01-29T04:00:07.352" v="244" actId="1035"/>
          <ac:cxnSpMkLst>
            <pc:docMk/>
            <pc:sldMk cId="1835643292" sldId="364"/>
            <ac:cxnSpMk id="16" creationId="{6ADC0FCC-7CFF-478E-A3E2-4C6704FBE753}"/>
          </ac:cxnSpMkLst>
        </pc:cxnChg>
        <pc:cxnChg chg="add mod">
          <ac:chgData name="鈴木 秀規" userId="f68c5fd9-22d5-4c0a-9833-7fb0f5135313" providerId="ADAL" clId="{F575BF5D-9AAF-4582-948B-24FD2BFE6BEB}" dt="2021-01-29T04:00:27.336" v="250" actId="1036"/>
          <ac:cxnSpMkLst>
            <pc:docMk/>
            <pc:sldMk cId="1835643292" sldId="364"/>
            <ac:cxnSpMk id="17" creationId="{F9DDC079-CC82-4D22-9B06-9C0284214E27}"/>
          </ac:cxnSpMkLst>
        </pc:cxnChg>
      </pc:sldChg>
      <pc:sldChg chg="addSp modSp new mod">
        <pc:chgData name="鈴木 秀規" userId="f68c5fd9-22d5-4c0a-9833-7fb0f5135313" providerId="ADAL" clId="{F575BF5D-9AAF-4582-948B-24FD2BFE6BEB}" dt="2021-01-29T04:01:32.930" v="264" actId="207"/>
        <pc:sldMkLst>
          <pc:docMk/>
          <pc:sldMk cId="1277167566" sldId="365"/>
        </pc:sldMkLst>
        <pc:spChg chg="mod">
          <ac:chgData name="鈴木 秀規" userId="f68c5fd9-22d5-4c0a-9833-7fb0f5135313" providerId="ADAL" clId="{F575BF5D-9AAF-4582-948B-24FD2BFE6BEB}" dt="2021-01-29T04:00:44.314" v="252"/>
          <ac:spMkLst>
            <pc:docMk/>
            <pc:sldMk cId="1277167566" sldId="365"/>
            <ac:spMk id="3" creationId="{1F1E3EE4-E367-4019-8666-AC013DECCA39}"/>
          </ac:spMkLst>
        </pc:spChg>
        <pc:spChg chg="mod">
          <ac:chgData name="鈴木 秀規" userId="f68c5fd9-22d5-4c0a-9833-7fb0f5135313" providerId="ADAL" clId="{F575BF5D-9AAF-4582-948B-24FD2BFE6BEB}" dt="2021-01-29T04:01:32.930" v="264" actId="207"/>
          <ac:spMkLst>
            <pc:docMk/>
            <pc:sldMk cId="1277167566" sldId="365"/>
            <ac:spMk id="5" creationId="{6994C8CA-0BE1-4319-A8F8-EA45D6CAEB97}"/>
          </ac:spMkLst>
        </pc:spChg>
        <pc:spChg chg="add mod">
          <ac:chgData name="鈴木 秀規" userId="f68c5fd9-22d5-4c0a-9833-7fb0f5135313" providerId="ADAL" clId="{F575BF5D-9AAF-4582-948B-24FD2BFE6BEB}" dt="2021-01-29T04:01:07.222" v="257" actId="1076"/>
          <ac:spMkLst>
            <pc:docMk/>
            <pc:sldMk cId="1277167566" sldId="365"/>
            <ac:spMk id="8" creationId="{AF06CAC8-3477-46A8-92CE-3FCE1A9C4118}"/>
          </ac:spMkLst>
        </pc:spChg>
        <pc:picChg chg="add mod">
          <ac:chgData name="鈴木 秀規" userId="f68c5fd9-22d5-4c0a-9833-7fb0f5135313" providerId="ADAL" clId="{F575BF5D-9AAF-4582-948B-24FD2BFE6BEB}" dt="2021-01-29T04:01:07.222" v="257" actId="1076"/>
          <ac:picMkLst>
            <pc:docMk/>
            <pc:sldMk cId="1277167566" sldId="365"/>
            <ac:picMk id="6" creationId="{238C6003-B98F-42C0-A4C4-299E97BC232B}"/>
          </ac:picMkLst>
        </pc:picChg>
        <pc:picChg chg="add mod">
          <ac:chgData name="鈴木 秀規" userId="f68c5fd9-22d5-4c0a-9833-7fb0f5135313" providerId="ADAL" clId="{F575BF5D-9AAF-4582-948B-24FD2BFE6BEB}" dt="2021-01-29T04:01:07.222" v="257" actId="1076"/>
          <ac:picMkLst>
            <pc:docMk/>
            <pc:sldMk cId="1277167566" sldId="365"/>
            <ac:picMk id="7" creationId="{1A06B121-EDB1-4B0A-B3A2-1CA0E06FC10A}"/>
          </ac:picMkLst>
        </pc:picChg>
      </pc:sldChg>
      <pc:sldChg chg="del">
        <pc:chgData name="鈴木 秀規" userId="f68c5fd9-22d5-4c0a-9833-7fb0f5135313" providerId="ADAL" clId="{F575BF5D-9AAF-4582-948B-24FD2BFE6BEB}" dt="2021-01-29T03:53:45.227" v="19" actId="2696"/>
        <pc:sldMkLst>
          <pc:docMk/>
          <pc:sldMk cId="3777598103" sldId="365"/>
        </pc:sldMkLst>
      </pc:sldChg>
      <pc:sldChg chg="del">
        <pc:chgData name="鈴木 秀規" userId="f68c5fd9-22d5-4c0a-9833-7fb0f5135313" providerId="ADAL" clId="{F575BF5D-9AAF-4582-948B-24FD2BFE6BEB}" dt="2021-01-29T03:53:45.227" v="19" actId="2696"/>
        <pc:sldMkLst>
          <pc:docMk/>
          <pc:sldMk cId="2854614525" sldId="366"/>
        </pc:sldMkLst>
      </pc:sldChg>
      <pc:sldChg chg="addSp modSp new mod">
        <pc:chgData name="鈴木 秀規" userId="f68c5fd9-22d5-4c0a-9833-7fb0f5135313" providerId="ADAL" clId="{F575BF5D-9AAF-4582-948B-24FD2BFE6BEB}" dt="2021-01-29T04:04:26.657" v="289" actId="1076"/>
        <pc:sldMkLst>
          <pc:docMk/>
          <pc:sldMk cId="3202997917" sldId="366"/>
        </pc:sldMkLst>
        <pc:spChg chg="mod">
          <ac:chgData name="鈴木 秀規" userId="f68c5fd9-22d5-4c0a-9833-7fb0f5135313" providerId="ADAL" clId="{F575BF5D-9AAF-4582-948B-24FD2BFE6BEB}" dt="2021-01-29T04:03:14.964" v="266"/>
          <ac:spMkLst>
            <pc:docMk/>
            <pc:sldMk cId="3202997917" sldId="366"/>
            <ac:spMk id="3" creationId="{84CB9A3C-E606-4B3E-BB9D-AD20A42EB867}"/>
          </ac:spMkLst>
        </pc:spChg>
        <pc:spChg chg="mod">
          <ac:chgData name="鈴木 秀規" userId="f68c5fd9-22d5-4c0a-9833-7fb0f5135313" providerId="ADAL" clId="{F575BF5D-9AAF-4582-948B-24FD2BFE6BEB}" dt="2021-01-29T04:04:14.397" v="285" actId="207"/>
          <ac:spMkLst>
            <pc:docMk/>
            <pc:sldMk cId="3202997917" sldId="366"/>
            <ac:spMk id="5" creationId="{BBD7BA7D-5971-4D72-9993-A03A70C1A4E8}"/>
          </ac:spMkLst>
        </pc:spChg>
        <pc:picChg chg="add mod">
          <ac:chgData name="鈴木 秀規" userId="f68c5fd9-22d5-4c0a-9833-7fb0f5135313" providerId="ADAL" clId="{F575BF5D-9AAF-4582-948B-24FD2BFE6BEB}" dt="2021-01-29T04:04:26.657" v="289" actId="1076"/>
          <ac:picMkLst>
            <pc:docMk/>
            <pc:sldMk cId="3202997917" sldId="366"/>
            <ac:picMk id="6" creationId="{0044A0DD-6747-475C-A8CC-67C415036C65}"/>
          </ac:picMkLst>
        </pc:picChg>
      </pc:sldChg>
      <pc:sldChg chg="modSp new mod">
        <pc:chgData name="鈴木 秀規" userId="f68c5fd9-22d5-4c0a-9833-7fb0f5135313" providerId="ADAL" clId="{F575BF5D-9AAF-4582-948B-24FD2BFE6BEB}" dt="2021-01-29T04:06:02.943" v="311" actId="12"/>
        <pc:sldMkLst>
          <pc:docMk/>
          <pc:sldMk cId="1111243588" sldId="367"/>
        </pc:sldMkLst>
        <pc:spChg chg="mod">
          <ac:chgData name="鈴木 秀規" userId="f68c5fd9-22d5-4c0a-9833-7fb0f5135313" providerId="ADAL" clId="{F575BF5D-9AAF-4582-948B-24FD2BFE6BEB}" dt="2021-01-29T04:04:53.642" v="291"/>
          <ac:spMkLst>
            <pc:docMk/>
            <pc:sldMk cId="1111243588" sldId="367"/>
            <ac:spMk id="3" creationId="{3532F861-E7B1-4B2B-97BD-6DE98627E1F1}"/>
          </ac:spMkLst>
        </pc:spChg>
        <pc:spChg chg="mod">
          <ac:chgData name="鈴木 秀規" userId="f68c5fd9-22d5-4c0a-9833-7fb0f5135313" providerId="ADAL" clId="{F575BF5D-9AAF-4582-948B-24FD2BFE6BEB}" dt="2021-01-29T04:06:02.943" v="311" actId="12"/>
          <ac:spMkLst>
            <pc:docMk/>
            <pc:sldMk cId="1111243588" sldId="367"/>
            <ac:spMk id="5" creationId="{1395E66A-BAA2-4267-A007-E01128823ECA}"/>
          </ac:spMkLst>
        </pc:spChg>
      </pc:sldChg>
      <pc:sldChg chg="del">
        <pc:chgData name="鈴木 秀規" userId="f68c5fd9-22d5-4c0a-9833-7fb0f5135313" providerId="ADAL" clId="{F575BF5D-9AAF-4582-948B-24FD2BFE6BEB}" dt="2021-01-29T03:53:45.227" v="19" actId="2696"/>
        <pc:sldMkLst>
          <pc:docMk/>
          <pc:sldMk cId="2453149005" sldId="367"/>
        </pc:sldMkLst>
      </pc:sldChg>
      <pc:sldChg chg="modSp new mod">
        <pc:chgData name="鈴木 秀規" userId="f68c5fd9-22d5-4c0a-9833-7fb0f5135313" providerId="ADAL" clId="{F575BF5D-9AAF-4582-948B-24FD2BFE6BEB}" dt="2021-01-29T04:09:38.411" v="323" actId="20577"/>
        <pc:sldMkLst>
          <pc:docMk/>
          <pc:sldMk cId="456779390" sldId="368"/>
        </pc:sldMkLst>
        <pc:spChg chg="mod">
          <ac:chgData name="鈴木 秀規" userId="f68c5fd9-22d5-4c0a-9833-7fb0f5135313" providerId="ADAL" clId="{F575BF5D-9AAF-4582-948B-24FD2BFE6BEB}" dt="2021-01-29T04:08:37.280" v="313"/>
          <ac:spMkLst>
            <pc:docMk/>
            <pc:sldMk cId="456779390" sldId="368"/>
            <ac:spMk id="3" creationId="{4189AC14-084C-4852-A4AD-81F5A902D092}"/>
          </ac:spMkLst>
        </pc:spChg>
        <pc:spChg chg="mod">
          <ac:chgData name="鈴木 秀規" userId="f68c5fd9-22d5-4c0a-9833-7fb0f5135313" providerId="ADAL" clId="{F575BF5D-9AAF-4582-948B-24FD2BFE6BEB}" dt="2021-01-29T04:09:38.411" v="323" actId="20577"/>
          <ac:spMkLst>
            <pc:docMk/>
            <pc:sldMk cId="456779390" sldId="368"/>
            <ac:spMk id="5" creationId="{FAF1A558-FF89-4EE5-8096-45D587714621}"/>
          </ac:spMkLst>
        </pc:spChg>
      </pc:sldChg>
      <pc:sldChg chg="del">
        <pc:chgData name="鈴木 秀規" userId="f68c5fd9-22d5-4c0a-9833-7fb0f5135313" providerId="ADAL" clId="{F575BF5D-9AAF-4582-948B-24FD2BFE6BEB}" dt="2021-01-29T03:53:45.227" v="19" actId="2696"/>
        <pc:sldMkLst>
          <pc:docMk/>
          <pc:sldMk cId="2090493252" sldId="368"/>
        </pc:sldMkLst>
      </pc:sldChg>
      <pc:sldChg chg="addSp modSp new del mod">
        <pc:chgData name="鈴木 秀規" userId="f68c5fd9-22d5-4c0a-9833-7fb0f5135313" providerId="ADAL" clId="{F575BF5D-9AAF-4582-948B-24FD2BFE6BEB}" dt="2021-01-29T04:16:21.766" v="432" actId="2696"/>
        <pc:sldMkLst>
          <pc:docMk/>
          <pc:sldMk cId="108376523" sldId="369"/>
        </pc:sldMkLst>
        <pc:spChg chg="mod">
          <ac:chgData name="鈴木 秀規" userId="f68c5fd9-22d5-4c0a-9833-7fb0f5135313" providerId="ADAL" clId="{F575BF5D-9AAF-4582-948B-24FD2BFE6BEB}" dt="2021-01-29T04:09:51.266" v="325"/>
          <ac:spMkLst>
            <pc:docMk/>
            <pc:sldMk cId="108376523" sldId="369"/>
            <ac:spMk id="3" creationId="{07B7EB16-27E1-4752-8A64-68D7E922DC06}"/>
          </ac:spMkLst>
        </pc:spChg>
        <pc:spChg chg="mod">
          <ac:chgData name="鈴木 秀規" userId="f68c5fd9-22d5-4c0a-9833-7fb0f5135313" providerId="ADAL" clId="{F575BF5D-9AAF-4582-948B-24FD2BFE6BEB}" dt="2021-01-29T04:10:09.837" v="328" actId="14100"/>
          <ac:spMkLst>
            <pc:docMk/>
            <pc:sldMk cId="108376523" sldId="369"/>
            <ac:spMk id="5" creationId="{71E29695-2D44-4290-87C6-573F744A95BA}"/>
          </ac:spMkLst>
        </pc:spChg>
        <pc:spChg chg="add mod">
          <ac:chgData name="鈴木 秀規" userId="f68c5fd9-22d5-4c0a-9833-7fb0f5135313" providerId="ADAL" clId="{F575BF5D-9AAF-4582-948B-24FD2BFE6BEB}" dt="2021-01-29T04:14:26.868" v="377" actId="14100"/>
          <ac:spMkLst>
            <pc:docMk/>
            <pc:sldMk cId="108376523" sldId="369"/>
            <ac:spMk id="6" creationId="{4BED9817-3563-49D2-92A2-D911F3A5C48B}"/>
          </ac:spMkLst>
        </pc:spChg>
        <pc:spChg chg="add mod">
          <ac:chgData name="鈴木 秀規" userId="f68c5fd9-22d5-4c0a-9833-7fb0f5135313" providerId="ADAL" clId="{F575BF5D-9AAF-4582-948B-24FD2BFE6BEB}" dt="2021-01-29T04:13:00.824" v="366" actId="14100"/>
          <ac:spMkLst>
            <pc:docMk/>
            <pc:sldMk cId="108376523" sldId="369"/>
            <ac:spMk id="7" creationId="{A02CE9B6-FCE5-4ABA-A722-7C024D06DC20}"/>
          </ac:spMkLst>
        </pc:spChg>
        <pc:spChg chg="add mod">
          <ac:chgData name="鈴木 秀規" userId="f68c5fd9-22d5-4c0a-9833-7fb0f5135313" providerId="ADAL" clId="{F575BF5D-9AAF-4582-948B-24FD2BFE6BEB}" dt="2021-01-29T04:13:08.777" v="368" actId="14100"/>
          <ac:spMkLst>
            <pc:docMk/>
            <pc:sldMk cId="108376523" sldId="369"/>
            <ac:spMk id="8" creationId="{776AC007-C5E9-481E-8D1C-5BF1AEC1EBA0}"/>
          </ac:spMkLst>
        </pc:spChg>
      </pc:sldChg>
      <pc:sldChg chg="del">
        <pc:chgData name="鈴木 秀規" userId="f68c5fd9-22d5-4c0a-9833-7fb0f5135313" providerId="ADAL" clId="{F575BF5D-9AAF-4582-948B-24FD2BFE6BEB}" dt="2021-01-29T03:53:45.227" v="19" actId="2696"/>
        <pc:sldMkLst>
          <pc:docMk/>
          <pc:sldMk cId="1828494026" sldId="369"/>
        </pc:sldMkLst>
      </pc:sldChg>
      <pc:sldChg chg="addSp modSp new add del mod">
        <pc:chgData name="鈴木 秀規" userId="f68c5fd9-22d5-4c0a-9833-7fb0f5135313" providerId="ADAL" clId="{F575BF5D-9AAF-4582-948B-24FD2BFE6BEB}" dt="2021-01-29T04:16:30.594" v="434" actId="2696"/>
        <pc:sldMkLst>
          <pc:docMk/>
          <pc:sldMk cId="626248736" sldId="370"/>
        </pc:sldMkLst>
        <pc:spChg chg="mod">
          <ac:chgData name="鈴木 秀規" userId="f68c5fd9-22d5-4c0a-9833-7fb0f5135313" providerId="ADAL" clId="{F575BF5D-9AAF-4582-948B-24FD2BFE6BEB}" dt="2021-01-29T04:14:23.169" v="376"/>
          <ac:spMkLst>
            <pc:docMk/>
            <pc:sldMk cId="626248736" sldId="370"/>
            <ac:spMk id="3" creationId="{CC9F3572-63AE-4507-8DBD-68D54706735C}"/>
          </ac:spMkLst>
        </pc:spChg>
        <pc:spChg chg="mod">
          <ac:chgData name="鈴木 秀規" userId="f68c5fd9-22d5-4c0a-9833-7fb0f5135313" providerId="ADAL" clId="{F575BF5D-9AAF-4582-948B-24FD2BFE6BEB}" dt="2021-01-29T04:14:19.187" v="375" actId="14100"/>
          <ac:spMkLst>
            <pc:docMk/>
            <pc:sldMk cId="626248736" sldId="370"/>
            <ac:spMk id="5" creationId="{40A7AB8E-C31C-4632-93DE-B085A6C87B3F}"/>
          </ac:spMkLst>
        </pc:spChg>
        <pc:spChg chg="add mod">
          <ac:chgData name="鈴木 秀規" userId="f68c5fd9-22d5-4c0a-9833-7fb0f5135313" providerId="ADAL" clId="{F575BF5D-9AAF-4582-948B-24FD2BFE6BEB}" dt="2021-01-29T04:16:18.382" v="431" actId="1076"/>
          <ac:spMkLst>
            <pc:docMk/>
            <pc:sldMk cId="626248736" sldId="370"/>
            <ac:spMk id="6" creationId="{B4D44712-3924-4D02-B8CE-80C40F83BE37}"/>
          </ac:spMkLst>
        </pc:spChg>
        <pc:spChg chg="add mod">
          <ac:chgData name="鈴木 秀規" userId="f68c5fd9-22d5-4c0a-9833-7fb0f5135313" providerId="ADAL" clId="{F575BF5D-9AAF-4582-948B-24FD2BFE6BEB}" dt="2021-01-29T04:16:18.382" v="431" actId="1076"/>
          <ac:spMkLst>
            <pc:docMk/>
            <pc:sldMk cId="626248736" sldId="370"/>
            <ac:spMk id="7" creationId="{B9E4A589-99ED-4E4B-9E3D-FE43FDF20147}"/>
          </ac:spMkLst>
        </pc:spChg>
        <pc:spChg chg="add mod">
          <ac:chgData name="鈴木 秀規" userId="f68c5fd9-22d5-4c0a-9833-7fb0f5135313" providerId="ADAL" clId="{F575BF5D-9AAF-4582-948B-24FD2BFE6BEB}" dt="2021-01-29T04:16:18.382" v="431" actId="1076"/>
          <ac:spMkLst>
            <pc:docMk/>
            <pc:sldMk cId="626248736" sldId="370"/>
            <ac:spMk id="8" creationId="{E6A16668-7D2E-4A55-9DF5-E63E6934B6BF}"/>
          </ac:spMkLst>
        </pc:spChg>
      </pc:sldChg>
      <pc:sldChg chg="del">
        <pc:chgData name="鈴木 秀規" userId="f68c5fd9-22d5-4c0a-9833-7fb0f5135313" providerId="ADAL" clId="{F575BF5D-9AAF-4582-948B-24FD2BFE6BEB}" dt="2021-01-29T03:53:45.227" v="19" actId="2696"/>
        <pc:sldMkLst>
          <pc:docMk/>
          <pc:sldMk cId="1301075000" sldId="370"/>
        </pc:sldMkLst>
      </pc:sldChg>
      <pc:sldChg chg="del">
        <pc:chgData name="鈴木 秀規" userId="f68c5fd9-22d5-4c0a-9833-7fb0f5135313" providerId="ADAL" clId="{F575BF5D-9AAF-4582-948B-24FD2BFE6BEB}" dt="2021-01-29T03:53:45.227" v="19" actId="2696"/>
        <pc:sldMkLst>
          <pc:docMk/>
          <pc:sldMk cId="1939820756" sldId="371"/>
        </pc:sldMkLst>
      </pc:sldChg>
      <pc:sldChg chg="addSp modSp add mod">
        <pc:chgData name="鈴木 秀規" userId="f68c5fd9-22d5-4c0a-9833-7fb0f5135313" providerId="ADAL" clId="{F575BF5D-9AAF-4582-948B-24FD2BFE6BEB}" dt="2021-01-29T04:18:08.322" v="470" actId="1037"/>
        <pc:sldMkLst>
          <pc:docMk/>
          <pc:sldMk cId="2430396932" sldId="371"/>
        </pc:sldMkLst>
        <pc:spChg chg="mod">
          <ac:chgData name="鈴木 秀規" userId="f68c5fd9-22d5-4c0a-9833-7fb0f5135313" providerId="ADAL" clId="{F575BF5D-9AAF-4582-948B-24FD2BFE6BEB}" dt="2021-01-29T04:16:56.059" v="438" actId="207"/>
          <ac:spMkLst>
            <pc:docMk/>
            <pc:sldMk cId="2430396932" sldId="371"/>
            <ac:spMk id="5" creationId="{40A7AB8E-C31C-4632-93DE-B085A6C87B3F}"/>
          </ac:spMkLst>
        </pc:spChg>
        <pc:spChg chg="mod">
          <ac:chgData name="鈴木 秀規" userId="f68c5fd9-22d5-4c0a-9833-7fb0f5135313" providerId="ADAL" clId="{F575BF5D-9AAF-4582-948B-24FD2BFE6BEB}" dt="2021-01-29T04:17:09.661" v="443" actId="1076"/>
          <ac:spMkLst>
            <pc:docMk/>
            <pc:sldMk cId="2430396932" sldId="371"/>
            <ac:spMk id="7" creationId="{B9E4A589-99ED-4E4B-9E3D-FE43FDF20147}"/>
          </ac:spMkLst>
        </pc:spChg>
        <pc:spChg chg="add mod">
          <ac:chgData name="鈴木 秀規" userId="f68c5fd9-22d5-4c0a-9833-7fb0f5135313" providerId="ADAL" clId="{F575BF5D-9AAF-4582-948B-24FD2BFE6BEB}" dt="2021-01-29T04:18:03.879" v="469" actId="207"/>
          <ac:spMkLst>
            <pc:docMk/>
            <pc:sldMk cId="2430396932" sldId="371"/>
            <ac:spMk id="9" creationId="{7069D539-FAB0-424C-B1F8-7C9469D6F7CE}"/>
          </ac:spMkLst>
        </pc:spChg>
        <pc:spChg chg="add mod">
          <ac:chgData name="鈴木 秀規" userId="f68c5fd9-22d5-4c0a-9833-7fb0f5135313" providerId="ADAL" clId="{F575BF5D-9AAF-4582-948B-24FD2BFE6BEB}" dt="2021-01-29T04:17:46.516" v="454" actId="14100"/>
          <ac:spMkLst>
            <pc:docMk/>
            <pc:sldMk cId="2430396932" sldId="371"/>
            <ac:spMk id="10" creationId="{C08BA81F-012B-49D9-9621-6D7150662906}"/>
          </ac:spMkLst>
        </pc:spChg>
        <pc:spChg chg="add mod">
          <ac:chgData name="鈴木 秀規" userId="f68c5fd9-22d5-4c0a-9833-7fb0f5135313" providerId="ADAL" clId="{F575BF5D-9AAF-4582-948B-24FD2BFE6BEB}" dt="2021-01-29T04:18:08.322" v="470" actId="1037"/>
          <ac:spMkLst>
            <pc:docMk/>
            <pc:sldMk cId="2430396932" sldId="371"/>
            <ac:spMk id="11" creationId="{58313332-362A-42E0-A7DF-1682283099C1}"/>
          </ac:spMkLst>
        </pc:spChg>
      </pc:sldChg>
      <pc:sldChg chg="addSp modSp new mod">
        <pc:chgData name="鈴木 秀規" userId="f68c5fd9-22d5-4c0a-9833-7fb0f5135313" providerId="ADAL" clId="{F575BF5D-9AAF-4582-948B-24FD2BFE6BEB}" dt="2021-01-29T04:26:44.882" v="502" actId="207"/>
        <pc:sldMkLst>
          <pc:docMk/>
          <pc:sldMk cId="2092557008" sldId="372"/>
        </pc:sldMkLst>
        <pc:spChg chg="mod">
          <ac:chgData name="鈴木 秀規" userId="f68c5fd9-22d5-4c0a-9833-7fb0f5135313" providerId="ADAL" clId="{F575BF5D-9AAF-4582-948B-24FD2BFE6BEB}" dt="2021-01-29T04:18:37.638" v="472"/>
          <ac:spMkLst>
            <pc:docMk/>
            <pc:sldMk cId="2092557008" sldId="372"/>
            <ac:spMk id="3" creationId="{9C12B630-5626-4346-8946-72FBF2065713}"/>
          </ac:spMkLst>
        </pc:spChg>
        <pc:spChg chg="mod">
          <ac:chgData name="鈴木 秀規" userId="f68c5fd9-22d5-4c0a-9833-7fb0f5135313" providerId="ADAL" clId="{F575BF5D-9AAF-4582-948B-24FD2BFE6BEB}" dt="2021-01-29T04:26:44.882" v="502" actId="207"/>
          <ac:spMkLst>
            <pc:docMk/>
            <pc:sldMk cId="2092557008" sldId="372"/>
            <ac:spMk id="5" creationId="{A2F9C608-6A87-46A5-A1F9-4A1E5C7619D6}"/>
          </ac:spMkLst>
        </pc:spChg>
        <pc:spChg chg="add mod">
          <ac:chgData name="鈴木 秀規" userId="f68c5fd9-22d5-4c0a-9833-7fb0f5135313" providerId="ADAL" clId="{F575BF5D-9AAF-4582-948B-24FD2BFE6BEB}" dt="2021-01-29T04:26:39.910" v="501" actId="207"/>
          <ac:spMkLst>
            <pc:docMk/>
            <pc:sldMk cId="2092557008" sldId="372"/>
            <ac:spMk id="6" creationId="{17E26B0D-4309-4529-8CD2-2FE5CF4FAC6E}"/>
          </ac:spMkLst>
        </pc:spChg>
        <pc:spChg chg="add mod">
          <ac:chgData name="鈴木 秀規" userId="f68c5fd9-22d5-4c0a-9833-7fb0f5135313" providerId="ADAL" clId="{F575BF5D-9AAF-4582-948B-24FD2BFE6BEB}" dt="2021-01-29T04:26:05.844" v="494" actId="1076"/>
          <ac:spMkLst>
            <pc:docMk/>
            <pc:sldMk cId="2092557008" sldId="372"/>
            <ac:spMk id="7" creationId="{5305D873-7A4A-46FC-8C8D-53578AB2C64C}"/>
          </ac:spMkLst>
        </pc:spChg>
        <pc:spChg chg="add mod">
          <ac:chgData name="鈴木 秀規" userId="f68c5fd9-22d5-4c0a-9833-7fb0f5135313" providerId="ADAL" clId="{F575BF5D-9AAF-4582-948B-24FD2BFE6BEB}" dt="2021-01-29T04:26:20.660" v="498" actId="207"/>
          <ac:spMkLst>
            <pc:docMk/>
            <pc:sldMk cId="2092557008" sldId="372"/>
            <ac:spMk id="8" creationId="{0DAF38C4-7040-482D-935A-69A3EAAC76CE}"/>
          </ac:spMkLst>
        </pc:spChg>
      </pc:sldChg>
      <pc:sldChg chg="del">
        <pc:chgData name="鈴木 秀規" userId="f68c5fd9-22d5-4c0a-9833-7fb0f5135313" providerId="ADAL" clId="{F575BF5D-9AAF-4582-948B-24FD2BFE6BEB}" dt="2021-01-29T03:53:45.227" v="19" actId="2696"/>
        <pc:sldMkLst>
          <pc:docMk/>
          <pc:sldMk cId="3679262217" sldId="372"/>
        </pc:sldMkLst>
      </pc:sldChg>
      <pc:sldChg chg="del">
        <pc:chgData name="鈴木 秀規" userId="f68c5fd9-22d5-4c0a-9833-7fb0f5135313" providerId="ADAL" clId="{F575BF5D-9AAF-4582-948B-24FD2BFE6BEB}" dt="2021-01-29T03:53:45.227" v="19" actId="2696"/>
        <pc:sldMkLst>
          <pc:docMk/>
          <pc:sldMk cId="295493128" sldId="373"/>
        </pc:sldMkLst>
      </pc:sldChg>
      <pc:sldChg chg="modSp new mod">
        <pc:chgData name="鈴木 秀規" userId="f68c5fd9-22d5-4c0a-9833-7fb0f5135313" providerId="ADAL" clId="{F575BF5D-9AAF-4582-948B-24FD2BFE6BEB}" dt="2021-01-29T04:29:03.150" v="530" actId="207"/>
        <pc:sldMkLst>
          <pc:docMk/>
          <pc:sldMk cId="360899116" sldId="373"/>
        </pc:sldMkLst>
        <pc:spChg chg="mod">
          <ac:chgData name="鈴木 秀規" userId="f68c5fd9-22d5-4c0a-9833-7fb0f5135313" providerId="ADAL" clId="{F575BF5D-9AAF-4582-948B-24FD2BFE6BEB}" dt="2021-01-29T04:26:57.530" v="504"/>
          <ac:spMkLst>
            <pc:docMk/>
            <pc:sldMk cId="360899116" sldId="373"/>
            <ac:spMk id="3" creationId="{7D8E6E7E-E819-4301-AB90-D1B730D07DB8}"/>
          </ac:spMkLst>
        </pc:spChg>
        <pc:spChg chg="mod">
          <ac:chgData name="鈴木 秀規" userId="f68c5fd9-22d5-4c0a-9833-7fb0f5135313" providerId="ADAL" clId="{F575BF5D-9AAF-4582-948B-24FD2BFE6BEB}" dt="2021-01-29T04:29:03.150" v="530" actId="207"/>
          <ac:spMkLst>
            <pc:docMk/>
            <pc:sldMk cId="360899116" sldId="373"/>
            <ac:spMk id="5" creationId="{EE252208-B370-41F9-B76C-E8E90FE44219}"/>
          </ac:spMkLst>
        </pc:spChg>
      </pc:sldChg>
      <pc:sldChg chg="modSp new mod">
        <pc:chgData name="鈴木 秀規" userId="f68c5fd9-22d5-4c0a-9833-7fb0f5135313" providerId="ADAL" clId="{F575BF5D-9AAF-4582-948B-24FD2BFE6BEB}" dt="2021-01-29T04:30:09.066" v="548" actId="207"/>
        <pc:sldMkLst>
          <pc:docMk/>
          <pc:sldMk cId="1052588155" sldId="374"/>
        </pc:sldMkLst>
        <pc:spChg chg="mod">
          <ac:chgData name="鈴木 秀規" userId="f68c5fd9-22d5-4c0a-9833-7fb0f5135313" providerId="ADAL" clId="{F575BF5D-9AAF-4582-948B-24FD2BFE6BEB}" dt="2021-01-29T04:29:15.980" v="532"/>
          <ac:spMkLst>
            <pc:docMk/>
            <pc:sldMk cId="1052588155" sldId="374"/>
            <ac:spMk id="3" creationId="{1719FC50-025D-41A0-B13D-8813F7A3D89E}"/>
          </ac:spMkLst>
        </pc:spChg>
        <pc:spChg chg="mod">
          <ac:chgData name="鈴木 秀規" userId="f68c5fd9-22d5-4c0a-9833-7fb0f5135313" providerId="ADAL" clId="{F575BF5D-9AAF-4582-948B-24FD2BFE6BEB}" dt="2021-01-29T04:30:09.066" v="548" actId="207"/>
          <ac:spMkLst>
            <pc:docMk/>
            <pc:sldMk cId="1052588155" sldId="374"/>
            <ac:spMk id="5" creationId="{2244E8A3-F648-4B7C-BD0C-260FE6A1C10D}"/>
          </ac:spMkLst>
        </pc:spChg>
      </pc:sldChg>
      <pc:sldChg chg="del">
        <pc:chgData name="鈴木 秀規" userId="f68c5fd9-22d5-4c0a-9833-7fb0f5135313" providerId="ADAL" clId="{F575BF5D-9AAF-4582-948B-24FD2BFE6BEB}" dt="2021-01-29T03:53:45.227" v="19" actId="2696"/>
        <pc:sldMkLst>
          <pc:docMk/>
          <pc:sldMk cId="1376688274" sldId="374"/>
        </pc:sldMkLst>
      </pc:sldChg>
      <pc:sldChg chg="modSp new mod">
        <pc:chgData name="鈴木 秀規" userId="f68c5fd9-22d5-4c0a-9833-7fb0f5135313" providerId="ADAL" clId="{F575BF5D-9AAF-4582-948B-24FD2BFE6BEB}" dt="2021-01-29T04:31:07.658" v="563" actId="12"/>
        <pc:sldMkLst>
          <pc:docMk/>
          <pc:sldMk cId="31669137" sldId="375"/>
        </pc:sldMkLst>
        <pc:spChg chg="mod">
          <ac:chgData name="鈴木 秀規" userId="f68c5fd9-22d5-4c0a-9833-7fb0f5135313" providerId="ADAL" clId="{F575BF5D-9AAF-4582-948B-24FD2BFE6BEB}" dt="2021-01-29T04:30:22.070" v="550"/>
          <ac:spMkLst>
            <pc:docMk/>
            <pc:sldMk cId="31669137" sldId="375"/>
            <ac:spMk id="3" creationId="{330077B5-BD01-4783-B4AA-22BEF0D1C698}"/>
          </ac:spMkLst>
        </pc:spChg>
        <pc:spChg chg="mod">
          <ac:chgData name="鈴木 秀規" userId="f68c5fd9-22d5-4c0a-9833-7fb0f5135313" providerId="ADAL" clId="{F575BF5D-9AAF-4582-948B-24FD2BFE6BEB}" dt="2021-01-29T04:31:07.658" v="563" actId="12"/>
          <ac:spMkLst>
            <pc:docMk/>
            <pc:sldMk cId="31669137" sldId="375"/>
            <ac:spMk id="5" creationId="{B1D8D607-F4E5-4397-820F-736FF41DC082}"/>
          </ac:spMkLst>
        </pc:spChg>
      </pc:sldChg>
      <pc:sldChg chg="del">
        <pc:chgData name="鈴木 秀規" userId="f68c5fd9-22d5-4c0a-9833-7fb0f5135313" providerId="ADAL" clId="{F575BF5D-9AAF-4582-948B-24FD2BFE6BEB}" dt="2021-01-29T03:53:45.227" v="19" actId="2696"/>
        <pc:sldMkLst>
          <pc:docMk/>
          <pc:sldMk cId="1089892823" sldId="375"/>
        </pc:sldMkLst>
      </pc:sldChg>
      <pc:sldChg chg="del">
        <pc:chgData name="鈴木 秀規" userId="f68c5fd9-22d5-4c0a-9833-7fb0f5135313" providerId="ADAL" clId="{F575BF5D-9AAF-4582-948B-24FD2BFE6BEB}" dt="2021-01-29T03:53:45.227" v="19" actId="2696"/>
        <pc:sldMkLst>
          <pc:docMk/>
          <pc:sldMk cId="2589480947" sldId="376"/>
        </pc:sldMkLst>
      </pc:sldChg>
      <pc:sldChg chg="del">
        <pc:chgData name="鈴木 秀規" userId="f68c5fd9-22d5-4c0a-9833-7fb0f5135313" providerId="ADAL" clId="{F575BF5D-9AAF-4582-948B-24FD2BFE6BEB}" dt="2021-01-29T03:53:45.227" v="19" actId="2696"/>
        <pc:sldMkLst>
          <pc:docMk/>
          <pc:sldMk cId="546674919" sldId="377"/>
        </pc:sldMkLst>
      </pc:sldChg>
      <pc:sldChg chg="del">
        <pc:chgData name="鈴木 秀規" userId="f68c5fd9-22d5-4c0a-9833-7fb0f5135313" providerId="ADAL" clId="{F575BF5D-9AAF-4582-948B-24FD2BFE6BEB}" dt="2021-01-29T03:53:45.227" v="19" actId="2696"/>
        <pc:sldMkLst>
          <pc:docMk/>
          <pc:sldMk cId="1244196573" sldId="378"/>
        </pc:sldMkLst>
      </pc:sldChg>
    </pc:docChg>
  </pc:docChgLst>
  <pc:docChgLst>
    <pc:chgData name="鈴木 秀規" userId="S::h_suzuki@rhizome01.onmicrosoft.com::f68c5fd9-22d5-4c0a-9833-7fb0f5135313" providerId="AD" clId="Web-{15F4B5FC-CFF5-4BB4-8C11-86A17B095605}"/>
    <pc:docChg chg="modSld">
      <pc:chgData name="鈴木 秀規" userId="S::h_suzuki@rhizome01.onmicrosoft.com::f68c5fd9-22d5-4c0a-9833-7fb0f5135313" providerId="AD" clId="Web-{15F4B5FC-CFF5-4BB4-8C11-86A17B095605}" dt="2020-12-02T03:49:52.859" v="0" actId="1076"/>
      <pc:docMkLst>
        <pc:docMk/>
      </pc:docMkLst>
      <pc:sldChg chg="modSp">
        <pc:chgData name="鈴木 秀規" userId="S::h_suzuki@rhizome01.onmicrosoft.com::f68c5fd9-22d5-4c0a-9833-7fb0f5135313" providerId="AD" clId="Web-{15F4B5FC-CFF5-4BB4-8C11-86A17B095605}" dt="2020-12-02T03:49:52.859" v="0" actId="1076"/>
        <pc:sldMkLst>
          <pc:docMk/>
          <pc:sldMk cId="510692425" sldId="259"/>
        </pc:sldMkLst>
        <pc:spChg chg="mod">
          <ac:chgData name="鈴木 秀規" userId="S::h_suzuki@rhizome01.onmicrosoft.com::f68c5fd9-22d5-4c0a-9833-7fb0f5135313" providerId="AD" clId="Web-{15F4B5FC-CFF5-4BB4-8C11-86A17B095605}" dt="2020-12-02T03:49:52.859" v="0" actId="1076"/>
          <ac:spMkLst>
            <pc:docMk/>
            <pc:sldMk cId="510692425" sldId="259"/>
            <ac:spMk id="15" creationId="{ED5AD4F3-B985-664A-86AC-B10F1F90B886}"/>
          </ac:spMkLst>
        </pc:spChg>
      </pc:sldChg>
    </pc:docChg>
  </pc:docChgLst>
  <pc:docChgLst>
    <pc:chgData name="営業サーバ" userId="c35045ed-c185-45de-8f58-be20a28877d8" providerId="ADAL" clId="{0FC3A6E2-F395-4B6D-99FD-86F57DB42901}"/>
    <pc:docChg chg="undo custSel addSld delSld modSld">
      <pc:chgData name="営業サーバ" userId="c35045ed-c185-45de-8f58-be20a28877d8" providerId="ADAL" clId="{0FC3A6E2-F395-4B6D-99FD-86F57DB42901}" dt="2020-11-26T07:07:48.066" v="10" actId="47"/>
      <pc:docMkLst>
        <pc:docMk/>
      </pc:docMkLst>
      <pc:sldChg chg="add del">
        <pc:chgData name="営業サーバ" userId="c35045ed-c185-45de-8f58-be20a28877d8" providerId="ADAL" clId="{0FC3A6E2-F395-4B6D-99FD-86F57DB42901}" dt="2020-11-26T07:06:56.254" v="3" actId="47"/>
        <pc:sldMkLst>
          <pc:docMk/>
          <pc:sldMk cId="4126943593" sldId="257"/>
        </pc:sldMkLst>
      </pc:sldChg>
      <pc:sldChg chg="add del">
        <pc:chgData name="営業サーバ" userId="c35045ed-c185-45de-8f58-be20a28877d8" providerId="ADAL" clId="{0FC3A6E2-F395-4B6D-99FD-86F57DB42901}" dt="2020-11-26T07:07:48.066" v="10" actId="47"/>
        <pc:sldMkLst>
          <pc:docMk/>
          <pc:sldMk cId="1511176286" sldId="261"/>
        </pc:sldMkLst>
      </pc:sldChg>
      <pc:sldChg chg="addSp delSp modSp mod">
        <pc:chgData name="営業サーバ" userId="c35045ed-c185-45de-8f58-be20a28877d8" providerId="ADAL" clId="{0FC3A6E2-F395-4B6D-99FD-86F57DB42901}" dt="2020-11-26T07:07:14.137" v="6"/>
        <pc:sldMkLst>
          <pc:docMk/>
          <pc:sldMk cId="1668843990" sldId="360"/>
        </pc:sldMkLst>
        <pc:spChg chg="add del">
          <ac:chgData name="営業サーバ" userId="c35045ed-c185-45de-8f58-be20a28877d8" providerId="ADAL" clId="{0FC3A6E2-F395-4B6D-99FD-86F57DB42901}" dt="2020-11-26T07:07:09.144" v="5" actId="22"/>
          <ac:spMkLst>
            <pc:docMk/>
            <pc:sldMk cId="1668843990" sldId="360"/>
            <ac:spMk id="8" creationId="{5414D97A-0555-4817-87C8-0DCE217B7E2F}"/>
          </ac:spMkLst>
        </pc:spChg>
        <pc:spChg chg="mod">
          <ac:chgData name="営業サーバ" userId="c35045ed-c185-45de-8f58-be20a28877d8" providerId="ADAL" clId="{0FC3A6E2-F395-4B6D-99FD-86F57DB42901}" dt="2020-11-26T07:07:14.137" v="6"/>
          <ac:spMkLst>
            <pc:docMk/>
            <pc:sldMk cId="1668843990" sldId="360"/>
            <ac:spMk id="9" creationId="{A4832727-EA7F-44D6-A9F2-E4AE0246960A}"/>
          </ac:spMkLst>
        </pc:spChg>
      </pc:sldChg>
      <pc:sldChg chg="modSp mod">
        <pc:chgData name="営業サーバ" userId="c35045ed-c185-45de-8f58-be20a28877d8" providerId="ADAL" clId="{0FC3A6E2-F395-4B6D-99FD-86F57DB42901}" dt="2020-11-26T07:07:24.362" v="7"/>
        <pc:sldMkLst>
          <pc:docMk/>
          <pc:sldMk cId="267129399" sldId="361"/>
        </pc:sldMkLst>
        <pc:spChg chg="mod">
          <ac:chgData name="営業サーバ" userId="c35045ed-c185-45de-8f58-be20a28877d8" providerId="ADAL" clId="{0FC3A6E2-F395-4B6D-99FD-86F57DB42901}" dt="2020-11-26T07:07:24.362" v="7"/>
          <ac:spMkLst>
            <pc:docMk/>
            <pc:sldMk cId="267129399" sldId="361"/>
            <ac:spMk id="6" creationId="{D0F3BEAC-A5EA-4EE4-95C7-0AEC1107FD29}"/>
          </ac:spMkLst>
        </pc:spChg>
      </pc:sldChg>
      <pc:sldChg chg="del">
        <pc:chgData name="営業サーバ" userId="c35045ed-c185-45de-8f58-be20a28877d8" providerId="ADAL" clId="{0FC3A6E2-F395-4B6D-99FD-86F57DB42901}" dt="2020-11-26T07:07:33.923" v="8" actId="47"/>
        <pc:sldMkLst>
          <pc:docMk/>
          <pc:sldMk cId="1833190690" sldId="362"/>
        </pc:sldMkLst>
      </pc:sldChg>
      <pc:sldMasterChg chg="delSldLayout">
        <pc:chgData name="営業サーバ" userId="c35045ed-c185-45de-8f58-be20a28877d8" providerId="ADAL" clId="{0FC3A6E2-F395-4B6D-99FD-86F57DB42901}" dt="2020-11-26T07:06:56.254" v="3" actId="47"/>
        <pc:sldMasterMkLst>
          <pc:docMk/>
          <pc:sldMasterMk cId="435389543" sldId="2147483658"/>
        </pc:sldMasterMkLst>
        <pc:sldLayoutChg chg="del">
          <pc:chgData name="営業サーバ" userId="c35045ed-c185-45de-8f58-be20a28877d8" providerId="ADAL" clId="{0FC3A6E2-F395-4B6D-99FD-86F57DB42901}" dt="2020-11-26T07:06:56.254" v="3" actId="47"/>
          <pc:sldLayoutMkLst>
            <pc:docMk/>
            <pc:sldMasterMk cId="435389543" sldId="2147483658"/>
            <pc:sldLayoutMk cId="686024632" sldId="2147483664"/>
          </pc:sldLayoutMkLst>
        </pc:sldLayoutChg>
        <pc:sldLayoutChg chg="del">
          <pc:chgData name="営業サーバ" userId="c35045ed-c185-45de-8f58-be20a28877d8" providerId="ADAL" clId="{0FC3A6E2-F395-4B6D-99FD-86F57DB42901}" dt="2020-11-26T07:06:44.742" v="1" actId="47"/>
          <pc:sldLayoutMkLst>
            <pc:docMk/>
            <pc:sldMasterMk cId="435389543" sldId="2147483658"/>
            <pc:sldLayoutMk cId="3103958700" sldId="2147483664"/>
          </pc:sldLayoutMkLst>
        </pc:sldLayoutChg>
      </pc:sldMasterChg>
    </pc:docChg>
  </pc:docChgLst>
  <pc:docChgLst>
    <pc:chgData name="松本 　諒" userId="fac9f236-0781-4e61-8b73-684b662c3ab5" providerId="ADAL" clId="{5D8D0616-050E-44D6-8157-8D150C39D80E}"/>
    <pc:docChg chg="modSld">
      <pc:chgData name="松本 　諒" userId="fac9f236-0781-4e61-8b73-684b662c3ab5" providerId="ADAL" clId="{5D8D0616-050E-44D6-8157-8D150C39D80E}" dt="2021-12-17T00:47:34.077" v="1"/>
      <pc:docMkLst>
        <pc:docMk/>
      </pc:docMkLst>
      <pc:sldChg chg="addSp delSp mod">
        <pc:chgData name="松本 　諒" userId="fac9f236-0781-4e61-8b73-684b662c3ab5" providerId="ADAL" clId="{5D8D0616-050E-44D6-8157-8D150C39D80E}" dt="2021-12-17T00:47:34.077" v="1"/>
        <pc:sldMkLst>
          <pc:docMk/>
          <pc:sldMk cId="0" sldId="256"/>
        </pc:sldMkLst>
        <pc:inkChg chg="add del">
          <ac:chgData name="松本 　諒" userId="fac9f236-0781-4e61-8b73-684b662c3ab5" providerId="ADAL" clId="{5D8D0616-050E-44D6-8157-8D150C39D80E}" dt="2021-12-17T00:47:34.077" v="1"/>
          <ac:inkMkLst>
            <pc:docMk/>
            <pc:sldMk cId="0" sldId="256"/>
            <ac:inkMk id="2" creationId="{A30E35BC-10D1-4E6A-B7CB-08142471B18B}"/>
          </ac:inkMkLst>
        </pc:inkChg>
      </pc:sldChg>
    </pc:docChg>
  </pc:docChgLst>
  <pc:docChgLst>
    <pc:chgData name="鈴木 秀規" userId="f68c5fd9-22d5-4c0a-9833-7fb0f5135313" providerId="ADAL" clId="{B1941030-844F-49C0-8176-6B84A3851D11}"/>
    <pc:docChg chg="custSel addSld delSld modSld">
      <pc:chgData name="鈴木 秀規" userId="f68c5fd9-22d5-4c0a-9833-7fb0f5135313" providerId="ADAL" clId="{B1941030-844F-49C0-8176-6B84A3851D11}" dt="2021-01-29T05:02:32.735" v="329" actId="1076"/>
      <pc:docMkLst>
        <pc:docMk/>
      </pc:docMkLst>
      <pc:sldChg chg="modSp mod">
        <pc:chgData name="鈴木 秀規" userId="f68c5fd9-22d5-4c0a-9833-7fb0f5135313" providerId="ADAL" clId="{B1941030-844F-49C0-8176-6B84A3851D11}" dt="2021-01-29T04:32:43.061" v="9" actId="20577"/>
        <pc:sldMkLst>
          <pc:docMk/>
          <pc:sldMk cId="0" sldId="256"/>
        </pc:sldMkLst>
        <pc:spChg chg="mod">
          <ac:chgData name="鈴木 秀規" userId="f68c5fd9-22d5-4c0a-9833-7fb0f5135313" providerId="ADAL" clId="{B1941030-844F-49C0-8176-6B84A3851D11}" dt="2021-01-29T04:32:43.061" v="9" actId="20577"/>
          <ac:spMkLst>
            <pc:docMk/>
            <pc:sldMk cId="0" sldId="256"/>
            <ac:spMk id="56" creationId="{00000000-0000-0000-0000-000000000000}"/>
          </ac:spMkLst>
        </pc:spChg>
      </pc:sldChg>
      <pc:sldChg chg="addSp delSp modSp mod">
        <pc:chgData name="鈴木 秀規" userId="f68c5fd9-22d5-4c0a-9833-7fb0f5135313" providerId="ADAL" clId="{B1941030-844F-49C0-8176-6B84A3851D11}" dt="2021-01-29T04:34:25.052" v="28" actId="1582"/>
        <pc:sldMkLst>
          <pc:docMk/>
          <pc:sldMk cId="2397736379" sldId="363"/>
        </pc:sldMkLst>
        <pc:spChg chg="mod">
          <ac:chgData name="鈴木 秀規" userId="f68c5fd9-22d5-4c0a-9833-7fb0f5135313" providerId="ADAL" clId="{B1941030-844F-49C0-8176-6B84A3851D11}" dt="2021-01-29T04:33:35.753" v="16"/>
          <ac:spMkLst>
            <pc:docMk/>
            <pc:sldMk cId="2397736379" sldId="363"/>
            <ac:spMk id="7" creationId="{9630AD22-E64D-4A96-B059-2AF9F6580C25}"/>
          </ac:spMkLst>
        </pc:spChg>
        <pc:spChg chg="mod">
          <ac:chgData name="鈴木 秀規" userId="f68c5fd9-22d5-4c0a-9833-7fb0f5135313" providerId="ADAL" clId="{B1941030-844F-49C0-8176-6B84A3851D11}" dt="2021-01-29T04:33:28.224" v="15" actId="14100"/>
          <ac:spMkLst>
            <pc:docMk/>
            <pc:sldMk cId="2397736379" sldId="363"/>
            <ac:spMk id="8" creationId="{787CF02A-01AB-4517-BA3E-25572FA82648}"/>
          </ac:spMkLst>
        </pc:spChg>
        <pc:spChg chg="del">
          <ac:chgData name="鈴木 秀規" userId="f68c5fd9-22d5-4c0a-9833-7fb0f5135313" providerId="ADAL" clId="{B1941030-844F-49C0-8176-6B84A3851D11}" dt="2021-01-29T04:33:02.439" v="11" actId="478"/>
          <ac:spMkLst>
            <pc:docMk/>
            <pc:sldMk cId="2397736379" sldId="363"/>
            <ac:spMk id="20" creationId="{6A1F2DC2-FEFB-4B55-B9A8-804C2356BC0A}"/>
          </ac:spMkLst>
        </pc:spChg>
        <pc:spChg chg="del">
          <ac:chgData name="鈴木 秀規" userId="f68c5fd9-22d5-4c0a-9833-7fb0f5135313" providerId="ADAL" clId="{B1941030-844F-49C0-8176-6B84A3851D11}" dt="2021-01-29T04:33:02.439" v="11" actId="478"/>
          <ac:spMkLst>
            <pc:docMk/>
            <pc:sldMk cId="2397736379" sldId="363"/>
            <ac:spMk id="24" creationId="{61AABCE4-8C06-4464-A1FE-C5479533A73A}"/>
          </ac:spMkLst>
        </pc:spChg>
        <pc:spChg chg="del">
          <ac:chgData name="鈴木 秀規" userId="f68c5fd9-22d5-4c0a-9833-7fb0f5135313" providerId="ADAL" clId="{B1941030-844F-49C0-8176-6B84A3851D11}" dt="2021-01-29T04:33:02.439" v="11" actId="478"/>
          <ac:spMkLst>
            <pc:docMk/>
            <pc:sldMk cId="2397736379" sldId="363"/>
            <ac:spMk id="25" creationId="{677A1649-EFA4-4EA5-8C5D-068AF05E4B79}"/>
          </ac:spMkLst>
        </pc:spChg>
        <pc:spChg chg="del">
          <ac:chgData name="鈴木 秀規" userId="f68c5fd9-22d5-4c0a-9833-7fb0f5135313" providerId="ADAL" clId="{B1941030-844F-49C0-8176-6B84A3851D11}" dt="2021-01-29T04:33:02.439" v="11" actId="478"/>
          <ac:spMkLst>
            <pc:docMk/>
            <pc:sldMk cId="2397736379" sldId="363"/>
            <ac:spMk id="26" creationId="{253EF062-A8F9-4BBC-BDA6-D5B078E1987D}"/>
          </ac:spMkLst>
        </pc:spChg>
        <pc:spChg chg="del">
          <ac:chgData name="鈴木 秀規" userId="f68c5fd9-22d5-4c0a-9833-7fb0f5135313" providerId="ADAL" clId="{B1941030-844F-49C0-8176-6B84A3851D11}" dt="2021-01-29T04:33:02.439" v="11" actId="478"/>
          <ac:spMkLst>
            <pc:docMk/>
            <pc:sldMk cId="2397736379" sldId="363"/>
            <ac:spMk id="27" creationId="{6A1432DB-78A9-4BE3-A629-23DE9FE630BF}"/>
          </ac:spMkLst>
        </pc:spChg>
        <pc:spChg chg="del">
          <ac:chgData name="鈴木 秀規" userId="f68c5fd9-22d5-4c0a-9833-7fb0f5135313" providerId="ADAL" clId="{B1941030-844F-49C0-8176-6B84A3851D11}" dt="2021-01-29T04:33:02.439" v="11" actId="478"/>
          <ac:spMkLst>
            <pc:docMk/>
            <pc:sldMk cId="2397736379" sldId="363"/>
            <ac:spMk id="28" creationId="{08A8B2D8-85EE-40F4-B59A-3B08250F23C2}"/>
          </ac:spMkLst>
        </pc:spChg>
        <pc:spChg chg="add mod">
          <ac:chgData name="鈴木 秀規" userId="f68c5fd9-22d5-4c0a-9833-7fb0f5135313" providerId="ADAL" clId="{B1941030-844F-49C0-8176-6B84A3851D11}" dt="2021-01-29T04:34:15.472" v="26" actId="1076"/>
          <ac:spMkLst>
            <pc:docMk/>
            <pc:sldMk cId="2397736379" sldId="363"/>
            <ac:spMk id="34" creationId="{1C06E9C8-223A-47F7-8B68-D146EC444E50}"/>
          </ac:spMkLst>
        </pc:spChg>
        <pc:picChg chg="del">
          <ac:chgData name="鈴木 秀規" userId="f68c5fd9-22d5-4c0a-9833-7fb0f5135313" providerId="ADAL" clId="{B1941030-844F-49C0-8176-6B84A3851D11}" dt="2021-01-29T04:33:02.439" v="11" actId="478"/>
          <ac:picMkLst>
            <pc:docMk/>
            <pc:sldMk cId="2397736379" sldId="363"/>
            <ac:picMk id="9" creationId="{5D4595B8-BA8B-4104-A32F-708AA3722776}"/>
          </ac:picMkLst>
        </pc:picChg>
        <pc:picChg chg="del">
          <ac:chgData name="鈴木 秀規" userId="f68c5fd9-22d5-4c0a-9833-7fb0f5135313" providerId="ADAL" clId="{B1941030-844F-49C0-8176-6B84A3851D11}" dt="2021-01-29T04:33:02.439" v="11" actId="478"/>
          <ac:picMkLst>
            <pc:docMk/>
            <pc:sldMk cId="2397736379" sldId="363"/>
            <ac:picMk id="10" creationId="{9C10110C-4318-4828-9309-07270703879C}"/>
          </ac:picMkLst>
        </pc:picChg>
        <pc:picChg chg="del">
          <ac:chgData name="鈴木 秀規" userId="f68c5fd9-22d5-4c0a-9833-7fb0f5135313" providerId="ADAL" clId="{B1941030-844F-49C0-8176-6B84A3851D11}" dt="2021-01-29T04:33:02.439" v="11" actId="478"/>
          <ac:picMkLst>
            <pc:docMk/>
            <pc:sldMk cId="2397736379" sldId="363"/>
            <ac:picMk id="14" creationId="{43CCCDA8-5505-4805-9C7F-C752E5EBE1F2}"/>
          </ac:picMkLst>
        </pc:picChg>
        <pc:picChg chg="del">
          <ac:chgData name="鈴木 秀規" userId="f68c5fd9-22d5-4c0a-9833-7fb0f5135313" providerId="ADAL" clId="{B1941030-844F-49C0-8176-6B84A3851D11}" dt="2021-01-29T04:33:02.439" v="11" actId="478"/>
          <ac:picMkLst>
            <pc:docMk/>
            <pc:sldMk cId="2397736379" sldId="363"/>
            <ac:picMk id="17" creationId="{B36B4205-DF15-42AC-A2A3-723FFAEE6AEC}"/>
          </ac:picMkLst>
        </pc:picChg>
        <pc:picChg chg="del">
          <ac:chgData name="鈴木 秀規" userId="f68c5fd9-22d5-4c0a-9833-7fb0f5135313" providerId="ADAL" clId="{B1941030-844F-49C0-8176-6B84A3851D11}" dt="2021-01-29T04:33:02.439" v="11" actId="478"/>
          <ac:picMkLst>
            <pc:docMk/>
            <pc:sldMk cId="2397736379" sldId="363"/>
            <ac:picMk id="18" creationId="{17935D42-2E25-4D1B-B497-6E4A51F12C93}"/>
          </ac:picMkLst>
        </pc:picChg>
        <pc:picChg chg="del">
          <ac:chgData name="鈴木 秀規" userId="f68c5fd9-22d5-4c0a-9833-7fb0f5135313" providerId="ADAL" clId="{B1941030-844F-49C0-8176-6B84A3851D11}" dt="2021-01-29T04:33:04.755" v="12" actId="478"/>
          <ac:picMkLst>
            <pc:docMk/>
            <pc:sldMk cId="2397736379" sldId="363"/>
            <ac:picMk id="23" creationId="{46268FDB-CE61-4EF9-86B3-DF2D58C588E0}"/>
          </ac:picMkLst>
        </pc:picChg>
        <pc:picChg chg="add mod">
          <ac:chgData name="鈴木 秀規" userId="f68c5fd9-22d5-4c0a-9833-7fb0f5135313" providerId="ADAL" clId="{B1941030-844F-49C0-8176-6B84A3851D11}" dt="2021-01-29T04:33:47.393" v="18" actId="1076"/>
          <ac:picMkLst>
            <pc:docMk/>
            <pc:sldMk cId="2397736379" sldId="363"/>
            <ac:picMk id="29" creationId="{80E7F3C6-5DC7-463C-A0EF-8573F737A9D1}"/>
          </ac:picMkLst>
        </pc:picChg>
        <pc:picChg chg="add mod">
          <ac:chgData name="鈴木 秀規" userId="f68c5fd9-22d5-4c0a-9833-7fb0f5135313" providerId="ADAL" clId="{B1941030-844F-49C0-8176-6B84A3851D11}" dt="2021-01-29T04:33:47.393" v="18" actId="1076"/>
          <ac:picMkLst>
            <pc:docMk/>
            <pc:sldMk cId="2397736379" sldId="363"/>
            <ac:picMk id="30" creationId="{7643834D-6A1C-462B-B036-0560B2F07007}"/>
          </ac:picMkLst>
        </pc:picChg>
        <pc:picChg chg="add mod">
          <ac:chgData name="鈴木 秀規" userId="f68c5fd9-22d5-4c0a-9833-7fb0f5135313" providerId="ADAL" clId="{B1941030-844F-49C0-8176-6B84A3851D11}" dt="2021-01-29T04:33:47.393" v="18" actId="1076"/>
          <ac:picMkLst>
            <pc:docMk/>
            <pc:sldMk cId="2397736379" sldId="363"/>
            <ac:picMk id="35" creationId="{628A3F31-8B36-4855-8C45-D2424F78FCE2}"/>
          </ac:picMkLst>
        </pc:picChg>
        <pc:cxnChg chg="del mod">
          <ac:chgData name="鈴木 秀規" userId="f68c5fd9-22d5-4c0a-9833-7fb0f5135313" providerId="ADAL" clId="{B1941030-844F-49C0-8176-6B84A3851D11}" dt="2021-01-29T04:33:02.439" v="11" actId="478"/>
          <ac:cxnSpMkLst>
            <pc:docMk/>
            <pc:sldMk cId="2397736379" sldId="363"/>
            <ac:cxnSpMk id="15" creationId="{7C29249F-F388-4808-BA65-4C232F1BAE0E}"/>
          </ac:cxnSpMkLst>
        </pc:cxnChg>
        <pc:cxnChg chg="del mod">
          <ac:chgData name="鈴木 秀規" userId="f68c5fd9-22d5-4c0a-9833-7fb0f5135313" providerId="ADAL" clId="{B1941030-844F-49C0-8176-6B84A3851D11}" dt="2021-01-29T04:33:02.439" v="11" actId="478"/>
          <ac:cxnSpMkLst>
            <pc:docMk/>
            <pc:sldMk cId="2397736379" sldId="363"/>
            <ac:cxnSpMk id="16" creationId="{337FCC9E-C631-4412-B174-1C6680E7F517}"/>
          </ac:cxnSpMkLst>
        </pc:cxnChg>
        <pc:cxnChg chg="del mod">
          <ac:chgData name="鈴木 秀規" userId="f68c5fd9-22d5-4c0a-9833-7fb0f5135313" providerId="ADAL" clId="{B1941030-844F-49C0-8176-6B84A3851D11}" dt="2021-01-29T04:33:02.439" v="11" actId="478"/>
          <ac:cxnSpMkLst>
            <pc:docMk/>
            <pc:sldMk cId="2397736379" sldId="363"/>
            <ac:cxnSpMk id="19" creationId="{8C0777B4-17C4-482E-A9A7-55B472CCB402}"/>
          </ac:cxnSpMkLst>
        </pc:cxnChg>
        <pc:cxnChg chg="del mod">
          <ac:chgData name="鈴木 秀規" userId="f68c5fd9-22d5-4c0a-9833-7fb0f5135313" providerId="ADAL" clId="{B1941030-844F-49C0-8176-6B84A3851D11}" dt="2021-01-29T04:33:02.439" v="11" actId="478"/>
          <ac:cxnSpMkLst>
            <pc:docMk/>
            <pc:sldMk cId="2397736379" sldId="363"/>
            <ac:cxnSpMk id="21" creationId="{360F1E30-C410-4664-A44C-D76CDE558B86}"/>
          </ac:cxnSpMkLst>
        </pc:cxnChg>
        <pc:cxnChg chg="del mod">
          <ac:chgData name="鈴木 秀規" userId="f68c5fd9-22d5-4c0a-9833-7fb0f5135313" providerId="ADAL" clId="{B1941030-844F-49C0-8176-6B84A3851D11}" dt="2021-01-29T04:33:02.439" v="11" actId="478"/>
          <ac:cxnSpMkLst>
            <pc:docMk/>
            <pc:sldMk cId="2397736379" sldId="363"/>
            <ac:cxnSpMk id="22" creationId="{D8D0C633-EA00-468C-BF8F-D1BE99765D8F}"/>
          </ac:cxnSpMkLst>
        </pc:cxnChg>
        <pc:cxnChg chg="add mod">
          <ac:chgData name="鈴木 秀規" userId="f68c5fd9-22d5-4c0a-9833-7fb0f5135313" providerId="ADAL" clId="{B1941030-844F-49C0-8176-6B84A3851D11}" dt="2021-01-29T04:34:25.052" v="28" actId="1582"/>
          <ac:cxnSpMkLst>
            <pc:docMk/>
            <pc:sldMk cId="2397736379" sldId="363"/>
            <ac:cxnSpMk id="31" creationId="{8F947215-C8CC-41B9-8A27-03D5881027A1}"/>
          </ac:cxnSpMkLst>
        </pc:cxnChg>
        <pc:cxnChg chg="add mod">
          <ac:chgData name="鈴木 秀規" userId="f68c5fd9-22d5-4c0a-9833-7fb0f5135313" providerId="ADAL" clId="{B1941030-844F-49C0-8176-6B84A3851D11}" dt="2021-01-29T04:34:25.052" v="28" actId="1582"/>
          <ac:cxnSpMkLst>
            <pc:docMk/>
            <pc:sldMk cId="2397736379" sldId="363"/>
            <ac:cxnSpMk id="32" creationId="{5D6F1C64-5153-471D-8D40-1FA6BCFD2CFA}"/>
          </ac:cxnSpMkLst>
        </pc:cxnChg>
        <pc:cxnChg chg="add mod">
          <ac:chgData name="鈴木 秀規" userId="f68c5fd9-22d5-4c0a-9833-7fb0f5135313" providerId="ADAL" clId="{B1941030-844F-49C0-8176-6B84A3851D11}" dt="2021-01-29T04:34:25.052" v="28" actId="1582"/>
          <ac:cxnSpMkLst>
            <pc:docMk/>
            <pc:sldMk cId="2397736379" sldId="363"/>
            <ac:cxnSpMk id="33" creationId="{F9768C17-188C-41E2-BC18-CE589979801B}"/>
          </ac:cxnSpMkLst>
        </pc:cxnChg>
      </pc:sldChg>
      <pc:sldChg chg="del">
        <pc:chgData name="鈴木 秀規" userId="f68c5fd9-22d5-4c0a-9833-7fb0f5135313" providerId="ADAL" clId="{B1941030-844F-49C0-8176-6B84A3851D11}" dt="2021-01-29T04:32:56.477" v="10" actId="2696"/>
        <pc:sldMkLst>
          <pc:docMk/>
          <pc:sldMk cId="1835643292" sldId="364"/>
        </pc:sldMkLst>
      </pc:sldChg>
      <pc:sldChg chg="addSp modSp new mod">
        <pc:chgData name="鈴木 秀規" userId="f68c5fd9-22d5-4c0a-9833-7fb0f5135313" providerId="ADAL" clId="{B1941030-844F-49C0-8176-6B84A3851D11}" dt="2021-01-29T04:36:11.453" v="53" actId="14100"/>
        <pc:sldMkLst>
          <pc:docMk/>
          <pc:sldMk cId="3656570752" sldId="364"/>
        </pc:sldMkLst>
        <pc:spChg chg="mod">
          <ac:chgData name="鈴木 秀規" userId="f68c5fd9-22d5-4c0a-9833-7fb0f5135313" providerId="ADAL" clId="{B1941030-844F-49C0-8176-6B84A3851D11}" dt="2021-01-29T04:34:49.281" v="30"/>
          <ac:spMkLst>
            <pc:docMk/>
            <pc:sldMk cId="3656570752" sldId="364"/>
            <ac:spMk id="3" creationId="{E7A34BD7-0B67-44D2-AC7F-EAEB23F455A9}"/>
          </ac:spMkLst>
        </pc:spChg>
        <pc:spChg chg="mod">
          <ac:chgData name="鈴木 秀規" userId="f68c5fd9-22d5-4c0a-9833-7fb0f5135313" providerId="ADAL" clId="{B1941030-844F-49C0-8176-6B84A3851D11}" dt="2021-01-29T04:35:05.253" v="34" actId="14100"/>
          <ac:spMkLst>
            <pc:docMk/>
            <pc:sldMk cId="3656570752" sldId="364"/>
            <ac:spMk id="5" creationId="{8839F937-886E-403A-9D9F-10CE6CEE1622}"/>
          </ac:spMkLst>
        </pc:spChg>
        <pc:spChg chg="add mod">
          <ac:chgData name="鈴木 秀規" userId="f68c5fd9-22d5-4c0a-9833-7fb0f5135313" providerId="ADAL" clId="{B1941030-844F-49C0-8176-6B84A3851D11}" dt="2021-01-29T04:35:19.128" v="37" actId="207"/>
          <ac:spMkLst>
            <pc:docMk/>
            <pc:sldMk cId="3656570752" sldId="364"/>
            <ac:spMk id="7" creationId="{16DB3080-3F9B-440F-93CC-791BF79AFAFD}"/>
          </ac:spMkLst>
        </pc:spChg>
        <pc:spChg chg="add mod">
          <ac:chgData name="鈴木 秀規" userId="f68c5fd9-22d5-4c0a-9833-7fb0f5135313" providerId="ADAL" clId="{B1941030-844F-49C0-8176-6B84A3851D11}" dt="2021-01-29T04:36:11.453" v="53" actId="14100"/>
          <ac:spMkLst>
            <pc:docMk/>
            <pc:sldMk cId="3656570752" sldId="364"/>
            <ac:spMk id="9" creationId="{809F64C8-9946-4BE0-84FE-7595C38DC268}"/>
          </ac:spMkLst>
        </pc:spChg>
        <pc:picChg chg="add mod">
          <ac:chgData name="鈴木 秀規" userId="f68c5fd9-22d5-4c0a-9833-7fb0f5135313" providerId="ADAL" clId="{B1941030-844F-49C0-8176-6B84A3851D11}" dt="2021-01-29T04:35:13.788" v="36" actId="1076"/>
          <ac:picMkLst>
            <pc:docMk/>
            <pc:sldMk cId="3656570752" sldId="364"/>
            <ac:picMk id="6" creationId="{32754BFD-1651-4694-86E4-BF8110A3AF7E}"/>
          </ac:picMkLst>
        </pc:picChg>
        <pc:cxnChg chg="add mod">
          <ac:chgData name="鈴木 秀規" userId="f68c5fd9-22d5-4c0a-9833-7fb0f5135313" providerId="ADAL" clId="{B1941030-844F-49C0-8176-6B84A3851D11}" dt="2021-01-29T04:35:13.788" v="36" actId="1076"/>
          <ac:cxnSpMkLst>
            <pc:docMk/>
            <pc:sldMk cId="3656570752" sldId="364"/>
            <ac:cxnSpMk id="8" creationId="{67739BA0-05C5-4431-BD0A-E88CED578282}"/>
          </ac:cxnSpMkLst>
        </pc:cxnChg>
      </pc:sldChg>
      <pc:sldChg chg="addSp modSp new mod">
        <pc:chgData name="鈴木 秀規" userId="f68c5fd9-22d5-4c0a-9833-7fb0f5135313" providerId="ADAL" clId="{B1941030-844F-49C0-8176-6B84A3851D11}" dt="2021-01-29T04:39:09.482" v="76" actId="207"/>
        <pc:sldMkLst>
          <pc:docMk/>
          <pc:sldMk cId="803925699" sldId="365"/>
        </pc:sldMkLst>
        <pc:spChg chg="mod">
          <ac:chgData name="鈴木 秀規" userId="f68c5fd9-22d5-4c0a-9833-7fb0f5135313" providerId="ADAL" clId="{B1941030-844F-49C0-8176-6B84A3851D11}" dt="2021-01-29T04:36:29.654" v="55"/>
          <ac:spMkLst>
            <pc:docMk/>
            <pc:sldMk cId="803925699" sldId="365"/>
            <ac:spMk id="3" creationId="{35FF79BE-3181-4F0C-95F8-A36C8472501D}"/>
          </ac:spMkLst>
        </pc:spChg>
        <pc:spChg chg="mod">
          <ac:chgData name="鈴木 秀規" userId="f68c5fd9-22d5-4c0a-9833-7fb0f5135313" providerId="ADAL" clId="{B1941030-844F-49C0-8176-6B84A3851D11}" dt="2021-01-29T04:37:44.657" v="59" actId="14100"/>
          <ac:spMkLst>
            <pc:docMk/>
            <pc:sldMk cId="803925699" sldId="365"/>
            <ac:spMk id="5" creationId="{758FB996-0B31-407F-B995-F9C4E9CE07AD}"/>
          </ac:spMkLst>
        </pc:spChg>
        <pc:spChg chg="add mod">
          <ac:chgData name="鈴木 秀規" userId="f68c5fd9-22d5-4c0a-9833-7fb0f5135313" providerId="ADAL" clId="{B1941030-844F-49C0-8176-6B84A3851D11}" dt="2021-01-29T04:38:42.635" v="69" actId="1076"/>
          <ac:spMkLst>
            <pc:docMk/>
            <pc:sldMk cId="803925699" sldId="365"/>
            <ac:spMk id="6" creationId="{A3773D9E-5C9A-433D-9BF3-C408AB5B0D9D}"/>
          </ac:spMkLst>
        </pc:spChg>
        <pc:spChg chg="add mod">
          <ac:chgData name="鈴木 秀規" userId="f68c5fd9-22d5-4c0a-9833-7fb0f5135313" providerId="ADAL" clId="{B1941030-844F-49C0-8176-6B84A3851D11}" dt="2021-01-29T04:38:36.093" v="67" actId="14100"/>
          <ac:spMkLst>
            <pc:docMk/>
            <pc:sldMk cId="803925699" sldId="365"/>
            <ac:spMk id="8" creationId="{85950DD6-933B-4F9B-A4B0-9A0EECED1164}"/>
          </ac:spMkLst>
        </pc:spChg>
        <pc:spChg chg="add mod">
          <ac:chgData name="鈴木 秀規" userId="f68c5fd9-22d5-4c0a-9833-7fb0f5135313" providerId="ADAL" clId="{B1941030-844F-49C0-8176-6B84A3851D11}" dt="2021-01-29T04:38:32.746" v="66" actId="14100"/>
          <ac:spMkLst>
            <pc:docMk/>
            <pc:sldMk cId="803925699" sldId="365"/>
            <ac:spMk id="9" creationId="{43BF35A5-2940-4C84-A271-A984049173E9}"/>
          </ac:spMkLst>
        </pc:spChg>
        <pc:spChg chg="add mod">
          <ac:chgData name="鈴木 秀規" userId="f68c5fd9-22d5-4c0a-9833-7fb0f5135313" providerId="ADAL" clId="{B1941030-844F-49C0-8176-6B84A3851D11}" dt="2021-01-29T04:39:09.482" v="76" actId="207"/>
          <ac:spMkLst>
            <pc:docMk/>
            <pc:sldMk cId="803925699" sldId="365"/>
            <ac:spMk id="10" creationId="{E71A9877-6BF1-403D-B11D-E9C97F7AAA30}"/>
          </ac:spMkLst>
        </pc:spChg>
        <pc:cxnChg chg="add mod">
          <ac:chgData name="鈴木 秀規" userId="f68c5fd9-22d5-4c0a-9833-7fb0f5135313" providerId="ADAL" clId="{B1941030-844F-49C0-8176-6B84A3851D11}" dt="2021-01-29T04:38:42.635" v="69" actId="1076"/>
          <ac:cxnSpMkLst>
            <pc:docMk/>
            <pc:sldMk cId="803925699" sldId="365"/>
            <ac:cxnSpMk id="7" creationId="{11B15088-48EB-412D-87B1-CF70EA9E58AF}"/>
          </ac:cxnSpMkLst>
        </pc:cxnChg>
      </pc:sldChg>
      <pc:sldChg chg="del">
        <pc:chgData name="鈴木 秀規" userId="f68c5fd9-22d5-4c0a-9833-7fb0f5135313" providerId="ADAL" clId="{B1941030-844F-49C0-8176-6B84A3851D11}" dt="2021-01-29T04:32:56.477" v="10" actId="2696"/>
        <pc:sldMkLst>
          <pc:docMk/>
          <pc:sldMk cId="1277167566" sldId="365"/>
        </pc:sldMkLst>
      </pc:sldChg>
      <pc:sldChg chg="addSp modSp new mod">
        <pc:chgData name="鈴木 秀規" userId="f68c5fd9-22d5-4c0a-9833-7fb0f5135313" providerId="ADAL" clId="{B1941030-844F-49C0-8176-6B84A3851D11}" dt="2021-01-29T04:42:18.327" v="114" actId="207"/>
        <pc:sldMkLst>
          <pc:docMk/>
          <pc:sldMk cId="2587155910" sldId="366"/>
        </pc:sldMkLst>
        <pc:spChg chg="mod">
          <ac:chgData name="鈴木 秀規" userId="f68c5fd9-22d5-4c0a-9833-7fb0f5135313" providerId="ADAL" clId="{B1941030-844F-49C0-8176-6B84A3851D11}" dt="2021-01-29T04:40:23.057" v="78"/>
          <ac:spMkLst>
            <pc:docMk/>
            <pc:sldMk cId="2587155910" sldId="366"/>
            <ac:spMk id="3" creationId="{9729685D-75BD-4E16-B040-6B8F3803FD94}"/>
          </ac:spMkLst>
        </pc:spChg>
        <pc:spChg chg="mod">
          <ac:chgData name="鈴木 秀規" userId="f68c5fd9-22d5-4c0a-9833-7fb0f5135313" providerId="ADAL" clId="{B1941030-844F-49C0-8176-6B84A3851D11}" dt="2021-01-29T04:40:55.148" v="86" actId="207"/>
          <ac:spMkLst>
            <pc:docMk/>
            <pc:sldMk cId="2587155910" sldId="366"/>
            <ac:spMk id="5" creationId="{24F84416-527E-4DDF-9128-A102A8D1E173}"/>
          </ac:spMkLst>
        </pc:spChg>
        <pc:spChg chg="add mod">
          <ac:chgData name="鈴木 秀規" userId="f68c5fd9-22d5-4c0a-9833-7fb0f5135313" providerId="ADAL" clId="{B1941030-844F-49C0-8176-6B84A3851D11}" dt="2021-01-29T04:41:46.363" v="103" actId="207"/>
          <ac:spMkLst>
            <pc:docMk/>
            <pc:sldMk cId="2587155910" sldId="366"/>
            <ac:spMk id="6" creationId="{DB7CE7C8-6A31-4E41-A456-54318A701731}"/>
          </ac:spMkLst>
        </pc:spChg>
        <pc:spChg chg="add mod">
          <ac:chgData name="鈴木 秀規" userId="f68c5fd9-22d5-4c0a-9833-7fb0f5135313" providerId="ADAL" clId="{B1941030-844F-49C0-8176-6B84A3851D11}" dt="2021-01-29T04:41:51.728" v="104" actId="207"/>
          <ac:spMkLst>
            <pc:docMk/>
            <pc:sldMk cId="2587155910" sldId="366"/>
            <ac:spMk id="8" creationId="{91A49978-A71D-46D7-A954-C876A5F08E5B}"/>
          </ac:spMkLst>
        </pc:spChg>
        <pc:spChg chg="add mod">
          <ac:chgData name="鈴木 秀規" userId="f68c5fd9-22d5-4c0a-9833-7fb0f5135313" providerId="ADAL" clId="{B1941030-844F-49C0-8176-6B84A3851D11}" dt="2021-01-29T04:41:27.768" v="92" actId="2711"/>
          <ac:spMkLst>
            <pc:docMk/>
            <pc:sldMk cId="2587155910" sldId="366"/>
            <ac:spMk id="9" creationId="{72054600-A83D-4029-A3CF-2D5E967528AD}"/>
          </ac:spMkLst>
        </pc:spChg>
        <pc:spChg chg="add mod">
          <ac:chgData name="鈴木 秀規" userId="f68c5fd9-22d5-4c0a-9833-7fb0f5135313" providerId="ADAL" clId="{B1941030-844F-49C0-8176-6B84A3851D11}" dt="2021-01-29T04:41:27.768" v="92" actId="2711"/>
          <ac:spMkLst>
            <pc:docMk/>
            <pc:sldMk cId="2587155910" sldId="366"/>
            <ac:spMk id="10" creationId="{0C5F4B85-189E-4135-B6B3-BB6B9E289C9F}"/>
          </ac:spMkLst>
        </pc:spChg>
        <pc:spChg chg="add mod">
          <ac:chgData name="鈴木 秀規" userId="f68c5fd9-22d5-4c0a-9833-7fb0f5135313" providerId="ADAL" clId="{B1941030-844F-49C0-8176-6B84A3851D11}" dt="2021-01-29T04:42:10.699" v="112" actId="207"/>
          <ac:spMkLst>
            <pc:docMk/>
            <pc:sldMk cId="2587155910" sldId="366"/>
            <ac:spMk id="11" creationId="{D3D587A0-0DFE-4902-AA54-A283C7FA73A2}"/>
          </ac:spMkLst>
        </pc:spChg>
        <pc:spChg chg="add mod">
          <ac:chgData name="鈴木 秀規" userId="f68c5fd9-22d5-4c0a-9833-7fb0f5135313" providerId="ADAL" clId="{B1941030-844F-49C0-8176-6B84A3851D11}" dt="2021-01-29T04:42:18.327" v="114" actId="207"/>
          <ac:spMkLst>
            <pc:docMk/>
            <pc:sldMk cId="2587155910" sldId="366"/>
            <ac:spMk id="12" creationId="{BBE22E54-744F-493D-82EB-677D9EC69218}"/>
          </ac:spMkLst>
        </pc:spChg>
        <pc:spChg chg="add mod">
          <ac:chgData name="鈴木 秀規" userId="f68c5fd9-22d5-4c0a-9833-7fb0f5135313" providerId="ADAL" clId="{B1941030-844F-49C0-8176-6B84A3851D11}" dt="2021-01-29T04:42:15.017" v="113" actId="207"/>
          <ac:spMkLst>
            <pc:docMk/>
            <pc:sldMk cId="2587155910" sldId="366"/>
            <ac:spMk id="13" creationId="{FC9FD184-A6DA-4BE2-868D-9EB445A5F842}"/>
          </ac:spMkLst>
        </pc:spChg>
        <pc:spChg chg="add mod">
          <ac:chgData name="鈴木 秀規" userId="f68c5fd9-22d5-4c0a-9833-7fb0f5135313" providerId="ADAL" clId="{B1941030-844F-49C0-8176-6B84A3851D11}" dt="2021-01-29T04:42:01" v="111" actId="1038"/>
          <ac:spMkLst>
            <pc:docMk/>
            <pc:sldMk cId="2587155910" sldId="366"/>
            <ac:spMk id="14" creationId="{898B0CBA-5301-4755-8360-3C2F8F8B3BA7}"/>
          </ac:spMkLst>
        </pc:spChg>
        <pc:cxnChg chg="add mod">
          <ac:chgData name="鈴木 秀規" userId="f68c5fd9-22d5-4c0a-9833-7fb0f5135313" providerId="ADAL" clId="{B1941030-844F-49C0-8176-6B84A3851D11}" dt="2021-01-29T04:41:38.823" v="102" actId="1037"/>
          <ac:cxnSpMkLst>
            <pc:docMk/>
            <pc:sldMk cId="2587155910" sldId="366"/>
            <ac:cxnSpMk id="7" creationId="{207C225F-1F7B-4FBB-AC66-96F0CDFCBBCF}"/>
          </ac:cxnSpMkLst>
        </pc:cxnChg>
        <pc:cxnChg chg="add mod">
          <ac:chgData name="鈴木 秀規" userId="f68c5fd9-22d5-4c0a-9833-7fb0f5135313" providerId="ADAL" clId="{B1941030-844F-49C0-8176-6B84A3851D11}" dt="2021-01-29T04:41:14.965" v="89" actId="14100"/>
          <ac:cxnSpMkLst>
            <pc:docMk/>
            <pc:sldMk cId="2587155910" sldId="366"/>
            <ac:cxnSpMk id="15" creationId="{DEF88B7D-06B4-4E17-994A-54572C5B5416}"/>
          </ac:cxnSpMkLst>
        </pc:cxnChg>
      </pc:sldChg>
      <pc:sldChg chg="del">
        <pc:chgData name="鈴木 秀規" userId="f68c5fd9-22d5-4c0a-9833-7fb0f5135313" providerId="ADAL" clId="{B1941030-844F-49C0-8176-6B84A3851D11}" dt="2021-01-29T04:32:56.477" v="10" actId="2696"/>
        <pc:sldMkLst>
          <pc:docMk/>
          <pc:sldMk cId="3202997917" sldId="366"/>
        </pc:sldMkLst>
      </pc:sldChg>
      <pc:sldChg chg="del">
        <pc:chgData name="鈴木 秀規" userId="f68c5fd9-22d5-4c0a-9833-7fb0f5135313" providerId="ADAL" clId="{B1941030-844F-49C0-8176-6B84A3851D11}" dt="2021-01-29T04:32:56.477" v="10" actId="2696"/>
        <pc:sldMkLst>
          <pc:docMk/>
          <pc:sldMk cId="1111243588" sldId="367"/>
        </pc:sldMkLst>
      </pc:sldChg>
      <pc:sldChg chg="modSp new mod">
        <pc:chgData name="鈴木 秀規" userId="f68c5fd9-22d5-4c0a-9833-7fb0f5135313" providerId="ADAL" clId="{B1941030-844F-49C0-8176-6B84A3851D11}" dt="2021-01-29T04:43:33.885" v="128" actId="207"/>
        <pc:sldMkLst>
          <pc:docMk/>
          <pc:sldMk cId="2894058037" sldId="367"/>
        </pc:sldMkLst>
        <pc:spChg chg="mod">
          <ac:chgData name="鈴木 秀規" userId="f68c5fd9-22d5-4c0a-9833-7fb0f5135313" providerId="ADAL" clId="{B1941030-844F-49C0-8176-6B84A3851D11}" dt="2021-01-29T04:42:32.638" v="116"/>
          <ac:spMkLst>
            <pc:docMk/>
            <pc:sldMk cId="2894058037" sldId="367"/>
            <ac:spMk id="3" creationId="{6FB07722-94F1-42C6-812B-FF5800DB0794}"/>
          </ac:spMkLst>
        </pc:spChg>
        <pc:spChg chg="mod">
          <ac:chgData name="鈴木 秀規" userId="f68c5fd9-22d5-4c0a-9833-7fb0f5135313" providerId="ADAL" clId="{B1941030-844F-49C0-8176-6B84A3851D11}" dt="2021-01-29T04:43:33.885" v="128" actId="207"/>
          <ac:spMkLst>
            <pc:docMk/>
            <pc:sldMk cId="2894058037" sldId="367"/>
            <ac:spMk id="5" creationId="{A647997F-BE6E-4DA2-B66F-8086795CD439}"/>
          </ac:spMkLst>
        </pc:spChg>
      </pc:sldChg>
      <pc:sldChg chg="del">
        <pc:chgData name="鈴木 秀規" userId="f68c5fd9-22d5-4c0a-9833-7fb0f5135313" providerId="ADAL" clId="{B1941030-844F-49C0-8176-6B84A3851D11}" dt="2021-01-29T04:32:56.477" v="10" actId="2696"/>
        <pc:sldMkLst>
          <pc:docMk/>
          <pc:sldMk cId="456779390" sldId="368"/>
        </pc:sldMkLst>
      </pc:sldChg>
      <pc:sldChg chg="addSp modSp new mod">
        <pc:chgData name="鈴木 秀規" userId="f68c5fd9-22d5-4c0a-9833-7fb0f5135313" providerId="ADAL" clId="{B1941030-844F-49C0-8176-6B84A3851D11}" dt="2021-01-29T04:47:19.783" v="187" actId="1076"/>
        <pc:sldMkLst>
          <pc:docMk/>
          <pc:sldMk cId="2878348738" sldId="368"/>
        </pc:sldMkLst>
        <pc:spChg chg="mod">
          <ac:chgData name="鈴木 秀規" userId="f68c5fd9-22d5-4c0a-9833-7fb0f5135313" providerId="ADAL" clId="{B1941030-844F-49C0-8176-6B84A3851D11}" dt="2021-01-29T04:43:52.910" v="130"/>
          <ac:spMkLst>
            <pc:docMk/>
            <pc:sldMk cId="2878348738" sldId="368"/>
            <ac:spMk id="3" creationId="{C9C2170A-495C-470F-A6BF-0F600FE15AEB}"/>
          </ac:spMkLst>
        </pc:spChg>
        <pc:spChg chg="mod">
          <ac:chgData name="鈴木 秀規" userId="f68c5fd9-22d5-4c0a-9833-7fb0f5135313" providerId="ADAL" clId="{B1941030-844F-49C0-8176-6B84A3851D11}" dt="2021-01-29T04:44:16.357" v="136" actId="14100"/>
          <ac:spMkLst>
            <pc:docMk/>
            <pc:sldMk cId="2878348738" sldId="368"/>
            <ac:spMk id="5" creationId="{DCC07C12-3A67-4E82-B3CE-E6ADEFE8C655}"/>
          </ac:spMkLst>
        </pc:spChg>
        <pc:spChg chg="add mod">
          <ac:chgData name="鈴木 秀規" userId="f68c5fd9-22d5-4c0a-9833-7fb0f5135313" providerId="ADAL" clId="{B1941030-844F-49C0-8176-6B84A3851D11}" dt="2021-01-29T04:46:45.038" v="179" actId="1076"/>
          <ac:spMkLst>
            <pc:docMk/>
            <pc:sldMk cId="2878348738" sldId="368"/>
            <ac:spMk id="6" creationId="{8A87698A-6CBA-475E-AF31-B3DBC697A5ED}"/>
          </ac:spMkLst>
        </pc:spChg>
        <pc:spChg chg="add mod">
          <ac:chgData name="鈴木 秀規" userId="f68c5fd9-22d5-4c0a-9833-7fb0f5135313" providerId="ADAL" clId="{B1941030-844F-49C0-8176-6B84A3851D11}" dt="2021-01-29T04:46:45.038" v="179" actId="1076"/>
          <ac:spMkLst>
            <pc:docMk/>
            <pc:sldMk cId="2878348738" sldId="368"/>
            <ac:spMk id="7" creationId="{E90D5458-8595-4189-8EAA-7C4F79C79390}"/>
          </ac:spMkLst>
        </pc:spChg>
        <pc:spChg chg="add mod">
          <ac:chgData name="鈴木 秀規" userId="f68c5fd9-22d5-4c0a-9833-7fb0f5135313" providerId="ADAL" clId="{B1941030-844F-49C0-8176-6B84A3851D11}" dt="2021-01-29T04:46:45.038" v="179" actId="1076"/>
          <ac:spMkLst>
            <pc:docMk/>
            <pc:sldMk cId="2878348738" sldId="368"/>
            <ac:spMk id="8" creationId="{E31986FB-D036-41FE-8DC1-5EA4CE2605B9}"/>
          </ac:spMkLst>
        </pc:spChg>
        <pc:spChg chg="add mod">
          <ac:chgData name="鈴木 秀規" userId="f68c5fd9-22d5-4c0a-9833-7fb0f5135313" providerId="ADAL" clId="{B1941030-844F-49C0-8176-6B84A3851D11}" dt="2021-01-29T04:46:45.038" v="179" actId="1076"/>
          <ac:spMkLst>
            <pc:docMk/>
            <pc:sldMk cId="2878348738" sldId="368"/>
            <ac:spMk id="9" creationId="{138FBC47-714C-4122-BDFA-66E3CF43D307}"/>
          </ac:spMkLst>
        </pc:spChg>
        <pc:spChg chg="add mod">
          <ac:chgData name="鈴木 秀規" userId="f68c5fd9-22d5-4c0a-9833-7fb0f5135313" providerId="ADAL" clId="{B1941030-844F-49C0-8176-6B84A3851D11}" dt="2021-01-29T04:47:19.783" v="187" actId="1076"/>
          <ac:spMkLst>
            <pc:docMk/>
            <pc:sldMk cId="2878348738" sldId="368"/>
            <ac:spMk id="10" creationId="{53A2F49A-37A2-4BA3-B466-F1948CDFB3D6}"/>
          </ac:spMkLst>
        </pc:spChg>
      </pc:sldChg>
      <pc:sldChg chg="addSp modSp new mod">
        <pc:chgData name="鈴木 秀規" userId="f68c5fd9-22d5-4c0a-9833-7fb0f5135313" providerId="ADAL" clId="{B1941030-844F-49C0-8176-6B84A3851D11}" dt="2021-01-29T04:53:48.273" v="240" actId="1035"/>
        <pc:sldMkLst>
          <pc:docMk/>
          <pc:sldMk cId="36233667" sldId="369"/>
        </pc:sldMkLst>
        <pc:spChg chg="mod">
          <ac:chgData name="鈴木 秀規" userId="f68c5fd9-22d5-4c0a-9833-7fb0f5135313" providerId="ADAL" clId="{B1941030-844F-49C0-8176-6B84A3851D11}" dt="2021-01-29T04:48:13.303" v="190"/>
          <ac:spMkLst>
            <pc:docMk/>
            <pc:sldMk cId="36233667" sldId="369"/>
            <ac:spMk id="3" creationId="{B2185212-E85A-4AB2-89AC-876C7AD006BD}"/>
          </ac:spMkLst>
        </pc:spChg>
        <pc:spChg chg="mod">
          <ac:chgData name="鈴木 秀規" userId="f68c5fd9-22d5-4c0a-9833-7fb0f5135313" providerId="ADAL" clId="{B1941030-844F-49C0-8176-6B84A3851D11}" dt="2021-01-29T04:53:43.832" v="234" actId="20577"/>
          <ac:spMkLst>
            <pc:docMk/>
            <pc:sldMk cId="36233667" sldId="369"/>
            <ac:spMk id="5" creationId="{64C8375D-887C-4D77-9784-62155D090015}"/>
          </ac:spMkLst>
        </pc:spChg>
        <pc:spChg chg="add mod">
          <ac:chgData name="鈴木 秀規" userId="f68c5fd9-22d5-4c0a-9833-7fb0f5135313" providerId="ADAL" clId="{B1941030-844F-49C0-8176-6B84A3851D11}" dt="2021-01-29T04:53:48.273" v="240" actId="1035"/>
          <ac:spMkLst>
            <pc:docMk/>
            <pc:sldMk cId="36233667" sldId="369"/>
            <ac:spMk id="6" creationId="{E9A5E7DC-4965-4A98-AEC1-73346F46DD98}"/>
          </ac:spMkLst>
        </pc:spChg>
        <pc:spChg chg="add mod">
          <ac:chgData name="鈴木 秀規" userId="f68c5fd9-22d5-4c0a-9833-7fb0f5135313" providerId="ADAL" clId="{B1941030-844F-49C0-8176-6B84A3851D11}" dt="2021-01-29T04:53:48.273" v="240" actId="1035"/>
          <ac:spMkLst>
            <pc:docMk/>
            <pc:sldMk cId="36233667" sldId="369"/>
            <ac:spMk id="7" creationId="{25941947-7AA7-445F-A1F0-030C4A6C2C83}"/>
          </ac:spMkLst>
        </pc:spChg>
        <pc:spChg chg="add mod">
          <ac:chgData name="鈴木 秀規" userId="f68c5fd9-22d5-4c0a-9833-7fb0f5135313" providerId="ADAL" clId="{B1941030-844F-49C0-8176-6B84A3851D11}" dt="2021-01-29T04:53:48.273" v="240" actId="1035"/>
          <ac:spMkLst>
            <pc:docMk/>
            <pc:sldMk cId="36233667" sldId="369"/>
            <ac:spMk id="8" creationId="{200813EB-9CA7-4C5C-AEC9-71D69F32D85F}"/>
          </ac:spMkLst>
        </pc:spChg>
      </pc:sldChg>
      <pc:sldChg chg="del">
        <pc:chgData name="鈴木 秀規" userId="f68c5fd9-22d5-4c0a-9833-7fb0f5135313" providerId="ADAL" clId="{B1941030-844F-49C0-8176-6B84A3851D11}" dt="2021-01-29T04:32:56.477" v="10" actId="2696"/>
        <pc:sldMkLst>
          <pc:docMk/>
          <pc:sldMk cId="626248736" sldId="370"/>
        </pc:sldMkLst>
      </pc:sldChg>
      <pc:sldChg chg="addSp modSp new mod">
        <pc:chgData name="鈴木 秀規" userId="f68c5fd9-22d5-4c0a-9833-7fb0f5135313" providerId="ADAL" clId="{B1941030-844F-49C0-8176-6B84A3851D11}" dt="2021-01-29T04:58:13.143" v="277" actId="1036"/>
        <pc:sldMkLst>
          <pc:docMk/>
          <pc:sldMk cId="3279262032" sldId="370"/>
        </pc:sldMkLst>
        <pc:spChg chg="mod">
          <ac:chgData name="鈴木 秀規" userId="f68c5fd9-22d5-4c0a-9833-7fb0f5135313" providerId="ADAL" clId="{B1941030-844F-49C0-8176-6B84A3851D11}" dt="2021-01-29T04:51:53.344" v="223"/>
          <ac:spMkLst>
            <pc:docMk/>
            <pc:sldMk cId="3279262032" sldId="370"/>
            <ac:spMk id="3" creationId="{F0A9B0F2-95E9-4694-9890-156E9D963498}"/>
          </ac:spMkLst>
        </pc:spChg>
        <pc:spChg chg="mod">
          <ac:chgData name="鈴木 秀規" userId="f68c5fd9-22d5-4c0a-9833-7fb0f5135313" providerId="ADAL" clId="{B1941030-844F-49C0-8176-6B84A3851D11}" dt="2021-01-29T04:52:09.323" v="227" actId="14100"/>
          <ac:spMkLst>
            <pc:docMk/>
            <pc:sldMk cId="3279262032" sldId="370"/>
            <ac:spMk id="5" creationId="{5D32B261-C1D5-42A1-841A-E71B9F1AF7EB}"/>
          </ac:spMkLst>
        </pc:spChg>
        <pc:spChg chg="add mod">
          <ac:chgData name="鈴木 秀規" userId="f68c5fd9-22d5-4c0a-9833-7fb0f5135313" providerId="ADAL" clId="{B1941030-844F-49C0-8176-6B84A3851D11}" dt="2021-01-29T04:57:55.779" v="264" actId="14100"/>
          <ac:spMkLst>
            <pc:docMk/>
            <pc:sldMk cId="3279262032" sldId="370"/>
            <ac:spMk id="6" creationId="{9933ADFF-8902-4437-9933-7CA1DCCB5639}"/>
          </ac:spMkLst>
        </pc:spChg>
        <pc:spChg chg="add mod">
          <ac:chgData name="鈴木 秀規" userId="f68c5fd9-22d5-4c0a-9833-7fb0f5135313" providerId="ADAL" clId="{B1941030-844F-49C0-8176-6B84A3851D11}" dt="2021-01-29T04:58:08.871" v="271" actId="1036"/>
          <ac:spMkLst>
            <pc:docMk/>
            <pc:sldMk cId="3279262032" sldId="370"/>
            <ac:spMk id="7" creationId="{48886F9A-F627-4BD8-90B7-6A89AB182ED9}"/>
          </ac:spMkLst>
        </pc:spChg>
        <pc:spChg chg="add mod">
          <ac:chgData name="鈴木 秀規" userId="f68c5fd9-22d5-4c0a-9833-7fb0f5135313" providerId="ADAL" clId="{B1941030-844F-49C0-8176-6B84A3851D11}" dt="2021-01-29T04:58:13.143" v="277" actId="1036"/>
          <ac:spMkLst>
            <pc:docMk/>
            <pc:sldMk cId="3279262032" sldId="370"/>
            <ac:spMk id="8" creationId="{A810F367-15B6-4369-BFC4-B0E8163B9935}"/>
          </ac:spMkLst>
        </pc:spChg>
        <pc:spChg chg="add mod">
          <ac:chgData name="鈴木 秀規" userId="f68c5fd9-22d5-4c0a-9833-7fb0f5135313" providerId="ADAL" clId="{B1941030-844F-49C0-8176-6B84A3851D11}" dt="2021-01-29T04:58:13.143" v="277" actId="1036"/>
          <ac:spMkLst>
            <pc:docMk/>
            <pc:sldMk cId="3279262032" sldId="370"/>
            <ac:spMk id="9" creationId="{B48928C1-746B-48FE-A44F-9DA888AA7931}"/>
          </ac:spMkLst>
        </pc:spChg>
      </pc:sldChg>
      <pc:sldChg chg="addSp modSp new mod">
        <pc:chgData name="鈴木 秀規" userId="f68c5fd9-22d5-4c0a-9833-7fb0f5135313" providerId="ADAL" clId="{B1941030-844F-49C0-8176-6B84A3851D11}" dt="2021-01-29T04:59:58.673" v="297" actId="20577"/>
        <pc:sldMkLst>
          <pc:docMk/>
          <pc:sldMk cId="1944304840" sldId="371"/>
        </pc:sldMkLst>
        <pc:spChg chg="mod">
          <ac:chgData name="鈴木 秀規" userId="f68c5fd9-22d5-4c0a-9833-7fb0f5135313" providerId="ADAL" clId="{B1941030-844F-49C0-8176-6B84A3851D11}" dt="2021-01-29T04:58:29.450" v="279"/>
          <ac:spMkLst>
            <pc:docMk/>
            <pc:sldMk cId="1944304840" sldId="371"/>
            <ac:spMk id="3" creationId="{B178443A-0174-4CE5-BFC8-9F1EAE1E64EA}"/>
          </ac:spMkLst>
        </pc:spChg>
        <pc:spChg chg="mod">
          <ac:chgData name="鈴木 秀規" userId="f68c5fd9-22d5-4c0a-9833-7fb0f5135313" providerId="ADAL" clId="{B1941030-844F-49C0-8176-6B84A3851D11}" dt="2021-01-29T04:58:40.675" v="283" actId="14100"/>
          <ac:spMkLst>
            <pc:docMk/>
            <pc:sldMk cId="1944304840" sldId="371"/>
            <ac:spMk id="5" creationId="{444E21AB-9103-41B5-BC7A-F4FA729983FF}"/>
          </ac:spMkLst>
        </pc:spChg>
        <pc:spChg chg="add mod">
          <ac:chgData name="鈴木 秀規" userId="f68c5fd9-22d5-4c0a-9833-7fb0f5135313" providerId="ADAL" clId="{B1941030-844F-49C0-8176-6B84A3851D11}" dt="2021-01-29T04:59:26.380" v="291" actId="207"/>
          <ac:spMkLst>
            <pc:docMk/>
            <pc:sldMk cId="1944304840" sldId="371"/>
            <ac:spMk id="6" creationId="{6B93690F-C3A0-4233-AD86-5C66FE167541}"/>
          </ac:spMkLst>
        </pc:spChg>
        <pc:spChg chg="add mod">
          <ac:chgData name="鈴木 秀規" userId="f68c5fd9-22d5-4c0a-9833-7fb0f5135313" providerId="ADAL" clId="{B1941030-844F-49C0-8176-6B84A3851D11}" dt="2021-01-29T04:59:58.673" v="297" actId="20577"/>
          <ac:spMkLst>
            <pc:docMk/>
            <pc:sldMk cId="1944304840" sldId="371"/>
            <ac:spMk id="7" creationId="{69868DCD-7386-4C99-ACE7-D84C66035A42}"/>
          </ac:spMkLst>
        </pc:spChg>
      </pc:sldChg>
      <pc:sldChg chg="del">
        <pc:chgData name="鈴木 秀規" userId="f68c5fd9-22d5-4c0a-9833-7fb0f5135313" providerId="ADAL" clId="{B1941030-844F-49C0-8176-6B84A3851D11}" dt="2021-01-29T04:32:56.477" v="10" actId="2696"/>
        <pc:sldMkLst>
          <pc:docMk/>
          <pc:sldMk cId="2430396932" sldId="371"/>
        </pc:sldMkLst>
      </pc:sldChg>
      <pc:sldChg chg="addSp modSp new mod">
        <pc:chgData name="鈴木 秀規" userId="f68c5fd9-22d5-4c0a-9833-7fb0f5135313" providerId="ADAL" clId="{B1941030-844F-49C0-8176-6B84A3851D11}" dt="2021-01-29T05:02:32.735" v="329" actId="1076"/>
        <pc:sldMkLst>
          <pc:docMk/>
          <pc:sldMk cId="266285334" sldId="372"/>
        </pc:sldMkLst>
        <pc:spChg chg="mod">
          <ac:chgData name="鈴木 秀規" userId="f68c5fd9-22d5-4c0a-9833-7fb0f5135313" providerId="ADAL" clId="{B1941030-844F-49C0-8176-6B84A3851D11}" dt="2021-01-29T05:00:08.808" v="299"/>
          <ac:spMkLst>
            <pc:docMk/>
            <pc:sldMk cId="266285334" sldId="372"/>
            <ac:spMk id="3" creationId="{6900C04E-5E05-43A5-860E-A7DAF534B056}"/>
          </ac:spMkLst>
        </pc:spChg>
        <pc:spChg chg="mod">
          <ac:chgData name="鈴木 秀規" userId="f68c5fd9-22d5-4c0a-9833-7fb0f5135313" providerId="ADAL" clId="{B1941030-844F-49C0-8176-6B84A3851D11}" dt="2021-01-29T05:01:34.888" v="315" actId="207"/>
          <ac:spMkLst>
            <pc:docMk/>
            <pc:sldMk cId="266285334" sldId="372"/>
            <ac:spMk id="5" creationId="{9877612E-74EE-4115-BC1E-E0CF3FFCCA59}"/>
          </ac:spMkLst>
        </pc:spChg>
        <pc:spChg chg="add mod">
          <ac:chgData name="鈴木 秀規" userId="f68c5fd9-22d5-4c0a-9833-7fb0f5135313" providerId="ADAL" clId="{B1941030-844F-49C0-8176-6B84A3851D11}" dt="2021-01-29T05:02:32.735" v="329" actId="1076"/>
          <ac:spMkLst>
            <pc:docMk/>
            <pc:sldMk cId="266285334" sldId="372"/>
            <ac:spMk id="6" creationId="{343E0368-256F-4A61-908A-413304D52929}"/>
          </ac:spMkLst>
        </pc:spChg>
        <pc:spChg chg="add mod">
          <ac:chgData name="鈴木 秀規" userId="f68c5fd9-22d5-4c0a-9833-7fb0f5135313" providerId="ADAL" clId="{B1941030-844F-49C0-8176-6B84A3851D11}" dt="2021-01-29T05:02:32.735" v="329" actId="1076"/>
          <ac:spMkLst>
            <pc:docMk/>
            <pc:sldMk cId="266285334" sldId="372"/>
            <ac:spMk id="7" creationId="{98A88DE6-9BB6-4229-8CC7-11C91689EC13}"/>
          </ac:spMkLst>
        </pc:spChg>
      </pc:sldChg>
      <pc:sldChg chg="del">
        <pc:chgData name="鈴木 秀規" userId="f68c5fd9-22d5-4c0a-9833-7fb0f5135313" providerId="ADAL" clId="{B1941030-844F-49C0-8176-6B84A3851D11}" dt="2021-01-29T04:32:56.477" v="10" actId="2696"/>
        <pc:sldMkLst>
          <pc:docMk/>
          <pc:sldMk cId="2092557008" sldId="372"/>
        </pc:sldMkLst>
      </pc:sldChg>
      <pc:sldChg chg="add del">
        <pc:chgData name="鈴木 秀規" userId="f68c5fd9-22d5-4c0a-9833-7fb0f5135313" providerId="ADAL" clId="{B1941030-844F-49C0-8176-6B84A3851D11}" dt="2021-01-29T04:59:01.325" v="285"/>
        <pc:sldMkLst>
          <pc:docMk/>
          <pc:sldMk cId="3668625027" sldId="372"/>
        </pc:sldMkLst>
      </pc:sldChg>
      <pc:sldChg chg="del">
        <pc:chgData name="鈴木 秀規" userId="f68c5fd9-22d5-4c0a-9833-7fb0f5135313" providerId="ADAL" clId="{B1941030-844F-49C0-8176-6B84A3851D11}" dt="2021-01-29T04:32:56.477" v="10" actId="2696"/>
        <pc:sldMkLst>
          <pc:docMk/>
          <pc:sldMk cId="360899116" sldId="373"/>
        </pc:sldMkLst>
      </pc:sldChg>
      <pc:sldChg chg="del">
        <pc:chgData name="鈴木 秀規" userId="f68c5fd9-22d5-4c0a-9833-7fb0f5135313" providerId="ADAL" clId="{B1941030-844F-49C0-8176-6B84A3851D11}" dt="2021-01-29T04:32:56.477" v="10" actId="2696"/>
        <pc:sldMkLst>
          <pc:docMk/>
          <pc:sldMk cId="1052588155" sldId="374"/>
        </pc:sldMkLst>
      </pc:sldChg>
      <pc:sldChg chg="del">
        <pc:chgData name="鈴木 秀規" userId="f68c5fd9-22d5-4c0a-9833-7fb0f5135313" providerId="ADAL" clId="{B1941030-844F-49C0-8176-6B84A3851D11}" dt="2021-01-29T04:32:56.477" v="10" actId="2696"/>
        <pc:sldMkLst>
          <pc:docMk/>
          <pc:sldMk cId="31669137" sldId="375"/>
        </pc:sldMkLst>
      </pc:sldChg>
    </pc:docChg>
  </pc:docChgLst>
  <pc:docChgLst>
    <pc:chgData name="鈴木 秀規" userId="f68c5fd9-22d5-4c0a-9833-7fb0f5135313" providerId="ADAL" clId="{2A827FA6-3A76-48AA-94EC-E91823BEC42A}"/>
    <pc:docChg chg="undo custSel addSld delSld modSld">
      <pc:chgData name="鈴木 秀規" userId="f68c5fd9-22d5-4c0a-9833-7fb0f5135313" providerId="ADAL" clId="{2A827FA6-3A76-48AA-94EC-E91823BEC42A}" dt="2021-01-29T08:10:22.145" v="523" actId="2696"/>
      <pc:docMkLst>
        <pc:docMk/>
      </pc:docMkLst>
      <pc:sldChg chg="modSp mod">
        <pc:chgData name="鈴木 秀規" userId="f68c5fd9-22d5-4c0a-9833-7fb0f5135313" providerId="ADAL" clId="{2A827FA6-3A76-48AA-94EC-E91823BEC42A}" dt="2021-01-29T06:53:00.535" v="1" actId="20577"/>
        <pc:sldMkLst>
          <pc:docMk/>
          <pc:sldMk cId="0" sldId="256"/>
        </pc:sldMkLst>
        <pc:spChg chg="mod">
          <ac:chgData name="鈴木 秀規" userId="f68c5fd9-22d5-4c0a-9833-7fb0f5135313" providerId="ADAL" clId="{2A827FA6-3A76-48AA-94EC-E91823BEC42A}" dt="2021-01-29T06:53:00.535" v="1" actId="20577"/>
          <ac:spMkLst>
            <pc:docMk/>
            <pc:sldMk cId="0" sldId="256"/>
            <ac:spMk id="56" creationId="{00000000-0000-0000-0000-000000000000}"/>
          </ac:spMkLst>
        </pc:spChg>
      </pc:sldChg>
      <pc:sldChg chg="addSp delSp modSp mod">
        <pc:chgData name="鈴木 秀規" userId="f68c5fd9-22d5-4c0a-9833-7fb0f5135313" providerId="ADAL" clId="{2A827FA6-3A76-48AA-94EC-E91823BEC42A}" dt="2021-01-29T07:36:29.287" v="236" actId="20577"/>
        <pc:sldMkLst>
          <pc:docMk/>
          <pc:sldMk cId="2397736379" sldId="363"/>
        </pc:sldMkLst>
        <pc:spChg chg="add mod">
          <ac:chgData name="鈴木 秀規" userId="f68c5fd9-22d5-4c0a-9833-7fb0f5135313" providerId="ADAL" clId="{2A827FA6-3A76-48AA-94EC-E91823BEC42A}" dt="2021-01-29T07:20:37.469" v="49" actId="1076"/>
          <ac:spMkLst>
            <pc:docMk/>
            <pc:sldMk cId="2397736379" sldId="363"/>
            <ac:spMk id="2" creationId="{46E93FFA-CD7A-4DE1-9D86-EE489F9307E0}"/>
          </ac:spMkLst>
        </pc:spChg>
        <pc:spChg chg="mod">
          <ac:chgData name="鈴木 秀規" userId="f68c5fd9-22d5-4c0a-9833-7fb0f5135313" providerId="ADAL" clId="{2A827FA6-3A76-48AA-94EC-E91823BEC42A}" dt="2021-01-29T07:00:07.837" v="3"/>
          <ac:spMkLst>
            <pc:docMk/>
            <pc:sldMk cId="2397736379" sldId="363"/>
            <ac:spMk id="7" creationId="{9630AD22-E64D-4A96-B059-2AF9F6580C25}"/>
          </ac:spMkLst>
        </pc:spChg>
        <pc:spChg chg="mod">
          <ac:chgData name="鈴木 秀規" userId="f68c5fd9-22d5-4c0a-9833-7fb0f5135313" providerId="ADAL" clId="{2A827FA6-3A76-48AA-94EC-E91823BEC42A}" dt="2021-01-29T07:00:23.128" v="6" actId="14100"/>
          <ac:spMkLst>
            <pc:docMk/>
            <pc:sldMk cId="2397736379" sldId="363"/>
            <ac:spMk id="8" creationId="{787CF02A-01AB-4517-BA3E-25572FA82648}"/>
          </ac:spMkLst>
        </pc:spChg>
        <pc:spChg chg="add mod">
          <ac:chgData name="鈴木 秀規" userId="f68c5fd9-22d5-4c0a-9833-7fb0f5135313" providerId="ADAL" clId="{2A827FA6-3A76-48AA-94EC-E91823BEC42A}" dt="2021-01-29T07:20:37.469" v="49" actId="1076"/>
          <ac:spMkLst>
            <pc:docMk/>
            <pc:sldMk cId="2397736379" sldId="363"/>
            <ac:spMk id="9" creationId="{5A08F99B-9BBB-4EF1-B6B9-81067323E31C}"/>
          </ac:spMkLst>
        </pc:spChg>
        <pc:spChg chg="add mod">
          <ac:chgData name="鈴木 秀規" userId="f68c5fd9-22d5-4c0a-9833-7fb0f5135313" providerId="ADAL" clId="{2A827FA6-3A76-48AA-94EC-E91823BEC42A}" dt="2021-01-29T07:20:57.484" v="53" actId="1076"/>
          <ac:spMkLst>
            <pc:docMk/>
            <pc:sldMk cId="2397736379" sldId="363"/>
            <ac:spMk id="11" creationId="{7EAFE004-AE1C-4053-9A2D-C966891A55BC}"/>
          </ac:spMkLst>
        </pc:spChg>
        <pc:spChg chg="add mod">
          <ac:chgData name="鈴木 秀規" userId="f68c5fd9-22d5-4c0a-9833-7fb0f5135313" providerId="ADAL" clId="{2A827FA6-3A76-48AA-94EC-E91823BEC42A}" dt="2021-01-29T07:20:44.264" v="50" actId="571"/>
          <ac:spMkLst>
            <pc:docMk/>
            <pc:sldMk cId="2397736379" sldId="363"/>
            <ac:spMk id="12" creationId="{7EAE6641-4197-41A2-9F32-1BF507AECFDA}"/>
          </ac:spMkLst>
        </pc:spChg>
        <pc:spChg chg="add mod">
          <ac:chgData name="鈴木 秀規" userId="f68c5fd9-22d5-4c0a-9833-7fb0f5135313" providerId="ADAL" clId="{2A827FA6-3A76-48AA-94EC-E91823BEC42A}" dt="2021-01-29T07:20:49.085" v="51" actId="571"/>
          <ac:spMkLst>
            <pc:docMk/>
            <pc:sldMk cId="2397736379" sldId="363"/>
            <ac:spMk id="13" creationId="{9C8518CE-9B46-4BA7-992B-40DBCDAD1FCD}"/>
          </ac:spMkLst>
        </pc:spChg>
        <pc:spChg chg="add mod">
          <ac:chgData name="鈴木 秀規" userId="f68c5fd9-22d5-4c0a-9833-7fb0f5135313" providerId="ADAL" clId="{2A827FA6-3A76-48AA-94EC-E91823BEC42A}" dt="2021-01-29T07:20:49.085" v="51" actId="571"/>
          <ac:spMkLst>
            <pc:docMk/>
            <pc:sldMk cId="2397736379" sldId="363"/>
            <ac:spMk id="14" creationId="{6BE85D4C-36C7-49E5-A9C8-0A9F2F14DEB6}"/>
          </ac:spMkLst>
        </pc:spChg>
        <pc:spChg chg="add mod">
          <ac:chgData name="鈴木 秀規" userId="f68c5fd9-22d5-4c0a-9833-7fb0f5135313" providerId="ADAL" clId="{2A827FA6-3A76-48AA-94EC-E91823BEC42A}" dt="2021-01-29T07:27:13.615" v="61" actId="1076"/>
          <ac:spMkLst>
            <pc:docMk/>
            <pc:sldMk cId="2397736379" sldId="363"/>
            <ac:spMk id="15" creationId="{DB80119D-F4B0-490D-BE34-2187FD8F5AA6}"/>
          </ac:spMkLst>
        </pc:spChg>
        <pc:spChg chg="add mod">
          <ac:chgData name="鈴木 秀規" userId="f68c5fd9-22d5-4c0a-9833-7fb0f5135313" providerId="ADAL" clId="{2A827FA6-3A76-48AA-94EC-E91823BEC42A}" dt="2021-01-29T07:27:16.111" v="62" actId="1076"/>
          <ac:spMkLst>
            <pc:docMk/>
            <pc:sldMk cId="2397736379" sldId="363"/>
            <ac:spMk id="16" creationId="{D9C5A38B-4989-4E4A-81E7-70B6941D3802}"/>
          </ac:spMkLst>
        </pc:spChg>
        <pc:spChg chg="add mod">
          <ac:chgData name="鈴木 秀規" userId="f68c5fd9-22d5-4c0a-9833-7fb0f5135313" providerId="ADAL" clId="{2A827FA6-3A76-48AA-94EC-E91823BEC42A}" dt="2021-01-29T07:32:08.220" v="97" actId="20577"/>
          <ac:spMkLst>
            <pc:docMk/>
            <pc:sldMk cId="2397736379" sldId="363"/>
            <ac:spMk id="17" creationId="{72E2EEBB-4FFF-419E-937D-08B796182460}"/>
          </ac:spMkLst>
        </pc:spChg>
        <pc:spChg chg="add mod">
          <ac:chgData name="鈴木 秀規" userId="f68c5fd9-22d5-4c0a-9833-7fb0f5135313" providerId="ADAL" clId="{2A827FA6-3A76-48AA-94EC-E91823BEC42A}" dt="2021-01-29T07:32:13.004" v="107" actId="20577"/>
          <ac:spMkLst>
            <pc:docMk/>
            <pc:sldMk cId="2397736379" sldId="363"/>
            <ac:spMk id="18" creationId="{5AB6AB2C-FBDD-4A63-8E66-93710C14AC2B}"/>
          </ac:spMkLst>
        </pc:spChg>
        <pc:spChg chg="add mod">
          <ac:chgData name="鈴木 秀規" userId="f68c5fd9-22d5-4c0a-9833-7fb0f5135313" providerId="ADAL" clId="{2A827FA6-3A76-48AA-94EC-E91823BEC42A}" dt="2021-01-29T07:27:08.374" v="60" actId="571"/>
          <ac:spMkLst>
            <pc:docMk/>
            <pc:sldMk cId="2397736379" sldId="363"/>
            <ac:spMk id="19" creationId="{FE366EBA-5E1B-4124-B661-384337ED9935}"/>
          </ac:spMkLst>
        </pc:spChg>
        <pc:spChg chg="add mod">
          <ac:chgData name="鈴木 秀規" userId="f68c5fd9-22d5-4c0a-9833-7fb0f5135313" providerId="ADAL" clId="{2A827FA6-3A76-48AA-94EC-E91823BEC42A}" dt="2021-01-29T07:31:00.679" v="79" actId="20577"/>
          <ac:spMkLst>
            <pc:docMk/>
            <pc:sldMk cId="2397736379" sldId="363"/>
            <ac:spMk id="20" creationId="{8F37D35C-0F42-4927-8954-1E36B5993C21}"/>
          </ac:spMkLst>
        </pc:spChg>
        <pc:spChg chg="add mod">
          <ac:chgData name="鈴木 秀規" userId="f68c5fd9-22d5-4c0a-9833-7fb0f5135313" providerId="ADAL" clId="{2A827FA6-3A76-48AA-94EC-E91823BEC42A}" dt="2021-01-29T07:27:33.440" v="66" actId="571"/>
          <ac:spMkLst>
            <pc:docMk/>
            <pc:sldMk cId="2397736379" sldId="363"/>
            <ac:spMk id="21" creationId="{C6618877-B982-4D2B-9165-2D8DB8299258}"/>
          </ac:spMkLst>
        </pc:spChg>
        <pc:spChg chg="add del mod">
          <ac:chgData name="鈴木 秀規" userId="f68c5fd9-22d5-4c0a-9833-7fb0f5135313" providerId="ADAL" clId="{2A827FA6-3A76-48AA-94EC-E91823BEC42A}" dt="2021-01-29T07:31:20.034" v="81" actId="478"/>
          <ac:spMkLst>
            <pc:docMk/>
            <pc:sldMk cId="2397736379" sldId="363"/>
            <ac:spMk id="26" creationId="{0E6D66E5-35E6-4B31-889D-F8E1ED2A3FB9}"/>
          </ac:spMkLst>
        </pc:spChg>
        <pc:spChg chg="add mod">
          <ac:chgData name="鈴木 秀規" userId="f68c5fd9-22d5-4c0a-9833-7fb0f5135313" providerId="ADAL" clId="{2A827FA6-3A76-48AA-94EC-E91823BEC42A}" dt="2021-01-29T07:31:57.929" v="88"/>
          <ac:spMkLst>
            <pc:docMk/>
            <pc:sldMk cId="2397736379" sldId="363"/>
            <ac:spMk id="27" creationId="{CFE35E5F-DC18-4FF5-ADB9-3444DA5C4119}"/>
          </ac:spMkLst>
        </pc:spChg>
        <pc:spChg chg="add mod">
          <ac:chgData name="鈴木 秀規" userId="f68c5fd9-22d5-4c0a-9833-7fb0f5135313" providerId="ADAL" clId="{2A827FA6-3A76-48AA-94EC-E91823BEC42A}" dt="2021-01-29T07:34:42.166" v="140" actId="1036"/>
          <ac:spMkLst>
            <pc:docMk/>
            <pc:sldMk cId="2397736379" sldId="363"/>
            <ac:spMk id="28" creationId="{516FADDF-A118-4223-A85E-937737FC3F3E}"/>
          </ac:spMkLst>
        </pc:spChg>
        <pc:spChg chg="add mod">
          <ac:chgData name="鈴木 秀規" userId="f68c5fd9-22d5-4c0a-9833-7fb0f5135313" providerId="ADAL" clId="{2A827FA6-3A76-48AA-94EC-E91823BEC42A}" dt="2021-01-29T07:34:46.296" v="141" actId="1035"/>
          <ac:spMkLst>
            <pc:docMk/>
            <pc:sldMk cId="2397736379" sldId="363"/>
            <ac:spMk id="29" creationId="{9619393A-49C8-41C7-A8D8-AB5946AA5780}"/>
          </ac:spMkLst>
        </pc:spChg>
        <pc:spChg chg="add mod">
          <ac:chgData name="鈴木 秀規" userId="f68c5fd9-22d5-4c0a-9833-7fb0f5135313" providerId="ADAL" clId="{2A827FA6-3A76-48AA-94EC-E91823BEC42A}" dt="2021-01-29T07:34:55.009" v="142" actId="571"/>
          <ac:spMkLst>
            <pc:docMk/>
            <pc:sldMk cId="2397736379" sldId="363"/>
            <ac:spMk id="30" creationId="{24F6808E-F11F-40E2-8323-650C8FE62679}"/>
          </ac:spMkLst>
        </pc:spChg>
        <pc:spChg chg="add mod">
          <ac:chgData name="鈴木 秀規" userId="f68c5fd9-22d5-4c0a-9833-7fb0f5135313" providerId="ADAL" clId="{2A827FA6-3A76-48AA-94EC-E91823BEC42A}" dt="2021-01-29T07:35:16.564" v="164" actId="14100"/>
          <ac:spMkLst>
            <pc:docMk/>
            <pc:sldMk cId="2397736379" sldId="363"/>
            <ac:spMk id="31" creationId="{DF892AC4-755F-4288-A8E4-A4790EF83C46}"/>
          </ac:spMkLst>
        </pc:spChg>
        <pc:spChg chg="add mod">
          <ac:chgData name="鈴木 秀規" userId="f68c5fd9-22d5-4c0a-9833-7fb0f5135313" providerId="ADAL" clId="{2A827FA6-3A76-48AA-94EC-E91823BEC42A}" dt="2021-01-29T07:35:00.023" v="143" actId="571"/>
          <ac:spMkLst>
            <pc:docMk/>
            <pc:sldMk cId="2397736379" sldId="363"/>
            <ac:spMk id="32" creationId="{47A78414-8927-44CE-A5DC-F884107C2CD8}"/>
          </ac:spMkLst>
        </pc:spChg>
        <pc:spChg chg="add mod">
          <ac:chgData name="鈴木 秀規" userId="f68c5fd9-22d5-4c0a-9833-7fb0f5135313" providerId="ADAL" clId="{2A827FA6-3A76-48AA-94EC-E91823BEC42A}" dt="2021-01-29T07:35:25.443" v="180" actId="20577"/>
          <ac:spMkLst>
            <pc:docMk/>
            <pc:sldMk cId="2397736379" sldId="363"/>
            <ac:spMk id="33" creationId="{D6821862-D197-4635-B267-0D092379B2A5}"/>
          </ac:spMkLst>
        </pc:spChg>
        <pc:spChg chg="add mod">
          <ac:chgData name="鈴木 秀規" userId="f68c5fd9-22d5-4c0a-9833-7fb0f5135313" providerId="ADAL" clId="{2A827FA6-3A76-48AA-94EC-E91823BEC42A}" dt="2021-01-29T07:35:32.527" v="181" actId="571"/>
          <ac:spMkLst>
            <pc:docMk/>
            <pc:sldMk cId="2397736379" sldId="363"/>
            <ac:spMk id="34" creationId="{3B55570C-221C-41F4-9049-DDFEA1E93C44}"/>
          </ac:spMkLst>
        </pc:spChg>
        <pc:spChg chg="add mod">
          <ac:chgData name="鈴木 秀規" userId="f68c5fd9-22d5-4c0a-9833-7fb0f5135313" providerId="ADAL" clId="{2A827FA6-3A76-48AA-94EC-E91823BEC42A}" dt="2021-01-29T07:35:42.953" v="203" actId="20577"/>
          <ac:spMkLst>
            <pc:docMk/>
            <pc:sldMk cId="2397736379" sldId="363"/>
            <ac:spMk id="35" creationId="{84D725E4-B95D-4BCD-A673-73F3A9167025}"/>
          </ac:spMkLst>
        </pc:spChg>
        <pc:spChg chg="add mod">
          <ac:chgData name="鈴木 秀規" userId="f68c5fd9-22d5-4c0a-9833-7fb0f5135313" providerId="ADAL" clId="{2A827FA6-3A76-48AA-94EC-E91823BEC42A}" dt="2021-01-29T07:35:49.528" v="204" actId="571"/>
          <ac:spMkLst>
            <pc:docMk/>
            <pc:sldMk cId="2397736379" sldId="363"/>
            <ac:spMk id="36" creationId="{1C302B5A-D191-43A2-A239-D33371430C00}"/>
          </ac:spMkLst>
        </pc:spChg>
        <pc:spChg chg="add mod">
          <ac:chgData name="鈴木 秀規" userId="f68c5fd9-22d5-4c0a-9833-7fb0f5135313" providerId="ADAL" clId="{2A827FA6-3A76-48AA-94EC-E91823BEC42A}" dt="2021-01-29T07:36:05.830" v="223" actId="14100"/>
          <ac:spMkLst>
            <pc:docMk/>
            <pc:sldMk cId="2397736379" sldId="363"/>
            <ac:spMk id="37" creationId="{6B8AB159-2FC9-4490-95D8-3B40F6B97955}"/>
          </ac:spMkLst>
        </pc:spChg>
        <pc:spChg chg="add mod">
          <ac:chgData name="鈴木 秀規" userId="f68c5fd9-22d5-4c0a-9833-7fb0f5135313" providerId="ADAL" clId="{2A827FA6-3A76-48AA-94EC-E91823BEC42A}" dt="2021-01-29T07:36:16.975" v="225" actId="571"/>
          <ac:spMkLst>
            <pc:docMk/>
            <pc:sldMk cId="2397736379" sldId="363"/>
            <ac:spMk id="38" creationId="{37501C9A-2C8B-441C-AADD-AAFDB0EAB6EC}"/>
          </ac:spMkLst>
        </pc:spChg>
        <pc:spChg chg="add mod">
          <ac:chgData name="鈴木 秀規" userId="f68c5fd9-22d5-4c0a-9833-7fb0f5135313" providerId="ADAL" clId="{2A827FA6-3A76-48AA-94EC-E91823BEC42A}" dt="2021-01-29T07:36:16.975" v="225" actId="571"/>
          <ac:spMkLst>
            <pc:docMk/>
            <pc:sldMk cId="2397736379" sldId="363"/>
            <ac:spMk id="39" creationId="{9C3D5E6D-0134-4945-B698-13DA33B11B5A}"/>
          </ac:spMkLst>
        </pc:spChg>
        <pc:spChg chg="add mod">
          <ac:chgData name="鈴木 秀規" userId="f68c5fd9-22d5-4c0a-9833-7fb0f5135313" providerId="ADAL" clId="{2A827FA6-3A76-48AA-94EC-E91823BEC42A}" dt="2021-01-29T07:36:16.975" v="225" actId="571"/>
          <ac:spMkLst>
            <pc:docMk/>
            <pc:sldMk cId="2397736379" sldId="363"/>
            <ac:spMk id="40" creationId="{465115EF-733C-414C-8082-33E8BD55DF47}"/>
          </ac:spMkLst>
        </pc:spChg>
        <pc:spChg chg="add mod">
          <ac:chgData name="鈴木 秀規" userId="f68c5fd9-22d5-4c0a-9833-7fb0f5135313" providerId="ADAL" clId="{2A827FA6-3A76-48AA-94EC-E91823BEC42A}" dt="2021-01-29T07:36:23.910" v="226" actId="571"/>
          <ac:spMkLst>
            <pc:docMk/>
            <pc:sldMk cId="2397736379" sldId="363"/>
            <ac:spMk id="41" creationId="{3DD4865E-5BE3-4294-9002-C770956F9F68}"/>
          </ac:spMkLst>
        </pc:spChg>
        <pc:spChg chg="add mod">
          <ac:chgData name="鈴木 秀規" userId="f68c5fd9-22d5-4c0a-9833-7fb0f5135313" providerId="ADAL" clId="{2A827FA6-3A76-48AA-94EC-E91823BEC42A}" dt="2021-01-29T07:36:29.287" v="236" actId="20577"/>
          <ac:spMkLst>
            <pc:docMk/>
            <pc:sldMk cId="2397736379" sldId="363"/>
            <ac:spMk id="42" creationId="{DDCEF2E7-558A-4FCD-8EA3-26C5836276FD}"/>
          </ac:spMkLst>
        </pc:spChg>
        <pc:cxnChg chg="add mod">
          <ac:chgData name="鈴木 秀規" userId="f68c5fd9-22d5-4c0a-9833-7fb0f5135313" providerId="ADAL" clId="{2A827FA6-3A76-48AA-94EC-E91823BEC42A}" dt="2021-01-29T07:16:29.583" v="32" actId="14100"/>
          <ac:cxnSpMkLst>
            <pc:docMk/>
            <pc:sldMk cId="2397736379" sldId="363"/>
            <ac:cxnSpMk id="10" creationId="{0FAA35B7-712D-4BBD-A0F7-7A7789021264}"/>
          </ac:cxnSpMkLst>
        </pc:cxnChg>
        <pc:cxnChg chg="add mod">
          <ac:chgData name="鈴木 秀規" userId="f68c5fd9-22d5-4c0a-9833-7fb0f5135313" providerId="ADAL" clId="{2A827FA6-3A76-48AA-94EC-E91823BEC42A}" dt="2021-01-29T07:27:56.214" v="73" actId="1038"/>
          <ac:cxnSpMkLst>
            <pc:docMk/>
            <pc:sldMk cId="2397736379" sldId="363"/>
            <ac:cxnSpMk id="22" creationId="{291C784A-5812-42C8-BA37-2793F7C3F550}"/>
          </ac:cxnSpMkLst>
        </pc:cxnChg>
        <pc:cxnChg chg="add mod">
          <ac:chgData name="鈴木 秀規" userId="f68c5fd9-22d5-4c0a-9833-7fb0f5135313" providerId="ADAL" clId="{2A827FA6-3A76-48AA-94EC-E91823BEC42A}" dt="2021-01-29T07:30:43.150" v="76" actId="1037"/>
          <ac:cxnSpMkLst>
            <pc:docMk/>
            <pc:sldMk cId="2397736379" sldId="363"/>
            <ac:cxnSpMk id="25" creationId="{E4B92CF3-ABA7-4EAE-B29D-02F1451A3F16}"/>
          </ac:cxnSpMkLst>
        </pc:cxnChg>
      </pc:sldChg>
      <pc:sldChg chg="del">
        <pc:chgData name="鈴木 秀規" userId="f68c5fd9-22d5-4c0a-9833-7fb0f5135313" providerId="ADAL" clId="{2A827FA6-3A76-48AA-94EC-E91823BEC42A}" dt="2021-01-29T06:59:56.943" v="2" actId="2696"/>
        <pc:sldMkLst>
          <pc:docMk/>
          <pc:sldMk cId="892564702" sldId="364"/>
        </pc:sldMkLst>
      </pc:sldChg>
      <pc:sldChg chg="addSp modSp new mod">
        <pc:chgData name="鈴木 秀規" userId="f68c5fd9-22d5-4c0a-9833-7fb0f5135313" providerId="ADAL" clId="{2A827FA6-3A76-48AA-94EC-E91823BEC42A}" dt="2021-01-29T07:55:44.567" v="320" actId="1076"/>
        <pc:sldMkLst>
          <pc:docMk/>
          <pc:sldMk cId="1229339603" sldId="364"/>
        </pc:sldMkLst>
        <pc:spChg chg="mod">
          <ac:chgData name="鈴木 秀規" userId="f68c5fd9-22d5-4c0a-9833-7fb0f5135313" providerId="ADAL" clId="{2A827FA6-3A76-48AA-94EC-E91823BEC42A}" dt="2021-01-29T07:46:25.022" v="238"/>
          <ac:spMkLst>
            <pc:docMk/>
            <pc:sldMk cId="1229339603" sldId="364"/>
            <ac:spMk id="3" creationId="{3D306A75-ED13-481D-8BC4-9D0A087AEDCB}"/>
          </ac:spMkLst>
        </pc:spChg>
        <pc:spChg chg="mod">
          <ac:chgData name="鈴木 秀規" userId="f68c5fd9-22d5-4c0a-9833-7fb0f5135313" providerId="ADAL" clId="{2A827FA6-3A76-48AA-94EC-E91823BEC42A}" dt="2021-01-29T07:48:09.999" v="244"/>
          <ac:spMkLst>
            <pc:docMk/>
            <pc:sldMk cId="1229339603" sldId="364"/>
            <ac:spMk id="5" creationId="{3DBB8EC0-CD80-486C-A3ED-2AAF28256C29}"/>
          </ac:spMkLst>
        </pc:spChg>
        <pc:spChg chg="add mod">
          <ac:chgData name="鈴木 秀規" userId="f68c5fd9-22d5-4c0a-9833-7fb0f5135313" providerId="ADAL" clId="{2A827FA6-3A76-48AA-94EC-E91823BEC42A}" dt="2021-01-29T07:55:44.567" v="320" actId="1076"/>
          <ac:spMkLst>
            <pc:docMk/>
            <pc:sldMk cId="1229339603" sldId="364"/>
            <ac:spMk id="7" creationId="{B1D5A871-55A9-4C9A-A6EA-49224C1CD4C8}"/>
          </ac:spMkLst>
        </pc:spChg>
        <pc:graphicFrameChg chg="add mod modGraphic">
          <ac:chgData name="鈴木 秀規" userId="f68c5fd9-22d5-4c0a-9833-7fb0f5135313" providerId="ADAL" clId="{2A827FA6-3A76-48AA-94EC-E91823BEC42A}" dt="2021-01-29T07:49:37.348" v="265" actId="1076"/>
          <ac:graphicFrameMkLst>
            <pc:docMk/>
            <pc:sldMk cId="1229339603" sldId="364"/>
            <ac:graphicFrameMk id="6" creationId="{124F5FA5-133E-45E9-A7DA-B20D01061301}"/>
          </ac:graphicFrameMkLst>
        </pc:graphicFrameChg>
      </pc:sldChg>
      <pc:sldChg chg="addSp modSp new del mod">
        <pc:chgData name="鈴木 秀規" userId="f68c5fd9-22d5-4c0a-9833-7fb0f5135313" providerId="ADAL" clId="{2A827FA6-3A76-48AA-94EC-E91823BEC42A}" dt="2021-01-29T07:55:55.178" v="322" actId="2696"/>
        <pc:sldMkLst>
          <pc:docMk/>
          <pc:sldMk cId="2413198571" sldId="365"/>
        </pc:sldMkLst>
        <pc:spChg chg="mod">
          <ac:chgData name="鈴木 秀規" userId="f68c5fd9-22d5-4c0a-9833-7fb0f5135313" providerId="ADAL" clId="{2A827FA6-3A76-48AA-94EC-E91823BEC42A}" dt="2021-01-29T07:49:58.823" v="267"/>
          <ac:spMkLst>
            <pc:docMk/>
            <pc:sldMk cId="2413198571" sldId="365"/>
            <ac:spMk id="3" creationId="{19E8B7BE-425E-4CE0-959A-77BE846EF29E}"/>
          </ac:spMkLst>
        </pc:spChg>
        <pc:spChg chg="mod">
          <ac:chgData name="鈴木 秀規" userId="f68c5fd9-22d5-4c0a-9833-7fb0f5135313" providerId="ADAL" clId="{2A827FA6-3A76-48AA-94EC-E91823BEC42A}" dt="2021-01-29T07:50:18.241" v="270" actId="14100"/>
          <ac:spMkLst>
            <pc:docMk/>
            <pc:sldMk cId="2413198571" sldId="365"/>
            <ac:spMk id="5" creationId="{33CF8F81-EF99-422D-B5F4-FCF86EC28D6D}"/>
          </ac:spMkLst>
        </pc:spChg>
        <pc:spChg chg="add mod">
          <ac:chgData name="鈴木 秀規" userId="f68c5fd9-22d5-4c0a-9833-7fb0f5135313" providerId="ADAL" clId="{2A827FA6-3A76-48AA-94EC-E91823BEC42A}" dt="2021-01-29T07:52:06.930" v="284"/>
          <ac:spMkLst>
            <pc:docMk/>
            <pc:sldMk cId="2413198571" sldId="365"/>
            <ac:spMk id="7" creationId="{EEE25B46-820F-4418-86D7-B274DB4E7DE7}"/>
          </ac:spMkLst>
        </pc:spChg>
        <pc:graphicFrameChg chg="add mod modGraphic">
          <ac:chgData name="鈴木 秀規" userId="f68c5fd9-22d5-4c0a-9833-7fb0f5135313" providerId="ADAL" clId="{2A827FA6-3A76-48AA-94EC-E91823BEC42A}" dt="2021-01-29T07:51:35.477" v="283" actId="12385"/>
          <ac:graphicFrameMkLst>
            <pc:docMk/>
            <pc:sldMk cId="2413198571" sldId="365"/>
            <ac:graphicFrameMk id="6" creationId="{A50DFFC2-2971-48A1-A429-29F76E396DB1}"/>
          </ac:graphicFrameMkLst>
        </pc:graphicFrameChg>
      </pc:sldChg>
      <pc:sldChg chg="del">
        <pc:chgData name="鈴木 秀規" userId="f68c5fd9-22d5-4c0a-9833-7fb0f5135313" providerId="ADAL" clId="{2A827FA6-3A76-48AA-94EC-E91823BEC42A}" dt="2021-01-29T06:59:56.943" v="2" actId="2696"/>
        <pc:sldMkLst>
          <pc:docMk/>
          <pc:sldMk cId="3822348332" sldId="365"/>
        </pc:sldMkLst>
      </pc:sldChg>
      <pc:sldChg chg="del">
        <pc:chgData name="鈴木 秀規" userId="f68c5fd9-22d5-4c0a-9833-7fb0f5135313" providerId="ADAL" clId="{2A827FA6-3A76-48AA-94EC-E91823BEC42A}" dt="2021-01-29T06:59:56.943" v="2" actId="2696"/>
        <pc:sldMkLst>
          <pc:docMk/>
          <pc:sldMk cId="377703482" sldId="366"/>
        </pc:sldMkLst>
      </pc:sldChg>
      <pc:sldChg chg="addSp delSp modSp new del mod">
        <pc:chgData name="鈴木 秀規" userId="f68c5fd9-22d5-4c0a-9833-7fb0f5135313" providerId="ADAL" clId="{2A827FA6-3A76-48AA-94EC-E91823BEC42A}" dt="2021-01-29T07:57:18.053" v="353" actId="47"/>
        <pc:sldMkLst>
          <pc:docMk/>
          <pc:sldMk cId="2223756959" sldId="366"/>
        </pc:sldMkLst>
        <pc:spChg chg="mod">
          <ac:chgData name="鈴木 秀規" userId="f68c5fd9-22d5-4c0a-9833-7fb0f5135313" providerId="ADAL" clId="{2A827FA6-3A76-48AA-94EC-E91823BEC42A}" dt="2021-01-29T07:53:33.736" v="301"/>
          <ac:spMkLst>
            <pc:docMk/>
            <pc:sldMk cId="2223756959" sldId="366"/>
            <ac:spMk id="3" creationId="{FEF287E2-AEB7-4A16-8E40-882D7CCDD135}"/>
          </ac:spMkLst>
        </pc:spChg>
        <pc:spChg chg="mod">
          <ac:chgData name="鈴木 秀規" userId="f68c5fd9-22d5-4c0a-9833-7fb0f5135313" providerId="ADAL" clId="{2A827FA6-3A76-48AA-94EC-E91823BEC42A}" dt="2021-01-29T07:53:52.134" v="302"/>
          <ac:spMkLst>
            <pc:docMk/>
            <pc:sldMk cId="2223756959" sldId="366"/>
            <ac:spMk id="5" creationId="{7913FE42-515F-4203-BD54-08AB7372CBF8}"/>
          </ac:spMkLst>
        </pc:spChg>
        <pc:spChg chg="add mod">
          <ac:chgData name="鈴木 秀規" userId="f68c5fd9-22d5-4c0a-9833-7fb0f5135313" providerId="ADAL" clId="{2A827FA6-3A76-48AA-94EC-E91823BEC42A}" dt="2021-01-29T07:53:14.183" v="300"/>
          <ac:spMkLst>
            <pc:docMk/>
            <pc:sldMk cId="2223756959" sldId="366"/>
            <ac:spMk id="7" creationId="{FD78F628-98AD-43BE-99BB-4B177A05E250}"/>
          </ac:spMkLst>
        </pc:spChg>
        <pc:graphicFrameChg chg="add del mod modGraphic">
          <ac:chgData name="鈴木 秀規" userId="f68c5fd9-22d5-4c0a-9833-7fb0f5135313" providerId="ADAL" clId="{2A827FA6-3A76-48AA-94EC-E91823BEC42A}" dt="2021-01-29T07:54:01.938" v="303" actId="478"/>
          <ac:graphicFrameMkLst>
            <pc:docMk/>
            <pc:sldMk cId="2223756959" sldId="366"/>
            <ac:graphicFrameMk id="6" creationId="{94E96A0C-D59F-4786-95EE-38DB6E2E2098}"/>
          </ac:graphicFrameMkLst>
        </pc:graphicFrameChg>
        <pc:graphicFrameChg chg="add mod modGraphic">
          <ac:chgData name="鈴木 秀規" userId="f68c5fd9-22d5-4c0a-9833-7fb0f5135313" providerId="ADAL" clId="{2A827FA6-3A76-48AA-94EC-E91823BEC42A}" dt="2021-01-29T07:54:42.038" v="314" actId="12385"/>
          <ac:graphicFrameMkLst>
            <pc:docMk/>
            <pc:sldMk cId="2223756959" sldId="366"/>
            <ac:graphicFrameMk id="8" creationId="{11375C90-D143-43E4-8ABC-B77ACC031F30}"/>
          </ac:graphicFrameMkLst>
        </pc:graphicFrameChg>
      </pc:sldChg>
      <pc:sldChg chg="modSp add mod">
        <pc:chgData name="鈴木 秀規" userId="f68c5fd9-22d5-4c0a-9833-7fb0f5135313" providerId="ADAL" clId="{2A827FA6-3A76-48AA-94EC-E91823BEC42A}" dt="2021-01-29T07:56:52.779" v="335" actId="20577"/>
        <pc:sldMkLst>
          <pc:docMk/>
          <pc:sldMk cId="1197104192" sldId="367"/>
        </pc:sldMkLst>
        <pc:spChg chg="mod">
          <ac:chgData name="鈴木 秀規" userId="f68c5fd9-22d5-4c0a-9833-7fb0f5135313" providerId="ADAL" clId="{2A827FA6-3A76-48AA-94EC-E91823BEC42A}" dt="2021-01-29T07:56:52.779" v="335" actId="20577"/>
          <ac:spMkLst>
            <pc:docMk/>
            <pc:sldMk cId="1197104192" sldId="367"/>
            <ac:spMk id="3" creationId="{3D306A75-ED13-481D-8BC4-9D0A087AEDCB}"/>
          </ac:spMkLst>
        </pc:spChg>
        <pc:spChg chg="mod">
          <ac:chgData name="鈴木 秀規" userId="f68c5fd9-22d5-4c0a-9833-7fb0f5135313" providerId="ADAL" clId="{2A827FA6-3A76-48AA-94EC-E91823BEC42A}" dt="2021-01-29T07:55:40.919" v="319" actId="1076"/>
          <ac:spMkLst>
            <pc:docMk/>
            <pc:sldMk cId="1197104192" sldId="367"/>
            <ac:spMk id="7" creationId="{B1D5A871-55A9-4C9A-A6EA-49224C1CD4C8}"/>
          </ac:spMkLst>
        </pc:spChg>
        <pc:graphicFrameChg chg="mod modGraphic">
          <ac:chgData name="鈴木 秀規" userId="f68c5fd9-22d5-4c0a-9833-7fb0f5135313" providerId="ADAL" clId="{2A827FA6-3A76-48AA-94EC-E91823BEC42A}" dt="2021-01-29T07:55:49.844" v="321"/>
          <ac:graphicFrameMkLst>
            <pc:docMk/>
            <pc:sldMk cId="1197104192" sldId="367"/>
            <ac:graphicFrameMk id="6" creationId="{124F5FA5-133E-45E9-A7DA-B20D01061301}"/>
          </ac:graphicFrameMkLst>
        </pc:graphicFrameChg>
      </pc:sldChg>
      <pc:sldChg chg="del">
        <pc:chgData name="鈴木 秀規" userId="f68c5fd9-22d5-4c0a-9833-7fb0f5135313" providerId="ADAL" clId="{2A827FA6-3A76-48AA-94EC-E91823BEC42A}" dt="2021-01-29T06:59:56.943" v="2" actId="2696"/>
        <pc:sldMkLst>
          <pc:docMk/>
          <pc:sldMk cId="2973073247" sldId="367"/>
        </pc:sldMkLst>
      </pc:sldChg>
      <pc:sldChg chg="modSp add mod">
        <pc:chgData name="鈴木 秀規" userId="f68c5fd9-22d5-4c0a-9833-7fb0f5135313" providerId="ADAL" clId="{2A827FA6-3A76-48AA-94EC-E91823BEC42A}" dt="2021-01-29T07:57:12.407" v="352" actId="20577"/>
        <pc:sldMkLst>
          <pc:docMk/>
          <pc:sldMk cId="1362485063" sldId="368"/>
        </pc:sldMkLst>
        <pc:spChg chg="mod">
          <ac:chgData name="鈴木 秀規" userId="f68c5fd9-22d5-4c0a-9833-7fb0f5135313" providerId="ADAL" clId="{2A827FA6-3A76-48AA-94EC-E91823BEC42A}" dt="2021-01-29T07:57:12.407" v="352" actId="20577"/>
          <ac:spMkLst>
            <pc:docMk/>
            <pc:sldMk cId="1362485063" sldId="368"/>
            <ac:spMk id="3" creationId="{3D306A75-ED13-481D-8BC4-9D0A087AEDCB}"/>
          </ac:spMkLst>
        </pc:spChg>
        <pc:spChg chg="mod">
          <ac:chgData name="鈴木 秀規" userId="f68c5fd9-22d5-4c0a-9833-7fb0f5135313" providerId="ADAL" clId="{2A827FA6-3A76-48AA-94EC-E91823BEC42A}" dt="2021-01-29T07:56:23.230" v="326"/>
          <ac:spMkLst>
            <pc:docMk/>
            <pc:sldMk cId="1362485063" sldId="368"/>
            <ac:spMk id="5" creationId="{3DBB8EC0-CD80-486C-A3ED-2AAF28256C29}"/>
          </ac:spMkLst>
        </pc:spChg>
        <pc:graphicFrameChg chg="mod modGraphic">
          <ac:chgData name="鈴木 秀規" userId="f68c5fd9-22d5-4c0a-9833-7fb0f5135313" providerId="ADAL" clId="{2A827FA6-3A76-48AA-94EC-E91823BEC42A}" dt="2021-01-29T07:56:06.187" v="325" actId="2164"/>
          <ac:graphicFrameMkLst>
            <pc:docMk/>
            <pc:sldMk cId="1362485063" sldId="368"/>
            <ac:graphicFrameMk id="6" creationId="{124F5FA5-133E-45E9-A7DA-B20D01061301}"/>
          </ac:graphicFrameMkLst>
        </pc:graphicFrameChg>
      </pc:sldChg>
      <pc:sldChg chg="del">
        <pc:chgData name="鈴木 秀規" userId="f68c5fd9-22d5-4c0a-9833-7fb0f5135313" providerId="ADAL" clId="{2A827FA6-3A76-48AA-94EC-E91823BEC42A}" dt="2021-01-29T06:59:56.943" v="2" actId="2696"/>
        <pc:sldMkLst>
          <pc:docMk/>
          <pc:sldMk cId="3309356964" sldId="368"/>
        </pc:sldMkLst>
      </pc:sldChg>
      <pc:sldChg chg="del">
        <pc:chgData name="鈴木 秀規" userId="f68c5fd9-22d5-4c0a-9833-7fb0f5135313" providerId="ADAL" clId="{2A827FA6-3A76-48AA-94EC-E91823BEC42A}" dt="2021-01-29T06:59:56.943" v="2" actId="2696"/>
        <pc:sldMkLst>
          <pc:docMk/>
          <pc:sldMk cId="151281742" sldId="369"/>
        </pc:sldMkLst>
      </pc:sldChg>
      <pc:sldChg chg="modSp add mod">
        <pc:chgData name="鈴木 秀規" userId="f68c5fd9-22d5-4c0a-9833-7fb0f5135313" providerId="ADAL" clId="{2A827FA6-3A76-48AA-94EC-E91823BEC42A}" dt="2021-01-29T07:58:02.011" v="362" actId="14734"/>
        <pc:sldMkLst>
          <pc:docMk/>
          <pc:sldMk cId="1167440844" sldId="369"/>
        </pc:sldMkLst>
        <pc:spChg chg="mod">
          <ac:chgData name="鈴木 秀規" userId="f68c5fd9-22d5-4c0a-9833-7fb0f5135313" providerId="ADAL" clId="{2A827FA6-3A76-48AA-94EC-E91823BEC42A}" dt="2021-01-29T07:57:33.683" v="355"/>
          <ac:spMkLst>
            <pc:docMk/>
            <pc:sldMk cId="1167440844" sldId="369"/>
            <ac:spMk id="3" creationId="{3D306A75-ED13-481D-8BC4-9D0A087AEDCB}"/>
          </ac:spMkLst>
        </pc:spChg>
        <pc:graphicFrameChg chg="mod modGraphic">
          <ac:chgData name="鈴木 秀規" userId="f68c5fd9-22d5-4c0a-9833-7fb0f5135313" providerId="ADAL" clId="{2A827FA6-3A76-48AA-94EC-E91823BEC42A}" dt="2021-01-29T07:58:02.011" v="362" actId="14734"/>
          <ac:graphicFrameMkLst>
            <pc:docMk/>
            <pc:sldMk cId="1167440844" sldId="369"/>
            <ac:graphicFrameMk id="6" creationId="{124F5FA5-133E-45E9-A7DA-B20D01061301}"/>
          </ac:graphicFrameMkLst>
        </pc:graphicFrameChg>
      </pc:sldChg>
      <pc:sldChg chg="modSp new mod">
        <pc:chgData name="鈴木 秀規" userId="f68c5fd9-22d5-4c0a-9833-7fb0f5135313" providerId="ADAL" clId="{2A827FA6-3A76-48AA-94EC-E91823BEC42A}" dt="2021-01-29T07:58:52.363" v="372" actId="207"/>
        <pc:sldMkLst>
          <pc:docMk/>
          <pc:sldMk cId="2469391379" sldId="370"/>
        </pc:sldMkLst>
        <pc:spChg chg="mod">
          <ac:chgData name="鈴木 秀規" userId="f68c5fd9-22d5-4c0a-9833-7fb0f5135313" providerId="ADAL" clId="{2A827FA6-3A76-48AA-94EC-E91823BEC42A}" dt="2021-01-29T07:58:18.306" v="364"/>
          <ac:spMkLst>
            <pc:docMk/>
            <pc:sldMk cId="2469391379" sldId="370"/>
            <ac:spMk id="3" creationId="{A5E4540B-A348-4BA7-B8DD-6C5267E785C7}"/>
          </ac:spMkLst>
        </pc:spChg>
        <pc:spChg chg="mod">
          <ac:chgData name="鈴木 秀規" userId="f68c5fd9-22d5-4c0a-9833-7fb0f5135313" providerId="ADAL" clId="{2A827FA6-3A76-48AA-94EC-E91823BEC42A}" dt="2021-01-29T07:58:52.363" v="372" actId="207"/>
          <ac:spMkLst>
            <pc:docMk/>
            <pc:sldMk cId="2469391379" sldId="370"/>
            <ac:spMk id="5" creationId="{7B56BF1A-09B2-4F34-9448-52AADD1187D7}"/>
          </ac:spMkLst>
        </pc:spChg>
      </pc:sldChg>
      <pc:sldChg chg="del">
        <pc:chgData name="鈴木 秀規" userId="f68c5fd9-22d5-4c0a-9833-7fb0f5135313" providerId="ADAL" clId="{2A827FA6-3A76-48AA-94EC-E91823BEC42A}" dt="2021-01-29T06:59:56.943" v="2" actId="2696"/>
        <pc:sldMkLst>
          <pc:docMk/>
          <pc:sldMk cId="3984519394" sldId="370"/>
        </pc:sldMkLst>
      </pc:sldChg>
      <pc:sldChg chg="del">
        <pc:chgData name="鈴木 秀規" userId="f68c5fd9-22d5-4c0a-9833-7fb0f5135313" providerId="ADAL" clId="{2A827FA6-3A76-48AA-94EC-E91823BEC42A}" dt="2021-01-29T06:59:56.943" v="2" actId="2696"/>
        <pc:sldMkLst>
          <pc:docMk/>
          <pc:sldMk cId="1541320921" sldId="371"/>
        </pc:sldMkLst>
      </pc:sldChg>
      <pc:sldChg chg="addSp modSp new mod">
        <pc:chgData name="鈴木 秀規" userId="f68c5fd9-22d5-4c0a-9833-7fb0f5135313" providerId="ADAL" clId="{2A827FA6-3A76-48AA-94EC-E91823BEC42A}" dt="2021-01-29T08:00:52.990" v="390" actId="14100"/>
        <pc:sldMkLst>
          <pc:docMk/>
          <pc:sldMk cId="3965205156" sldId="371"/>
        </pc:sldMkLst>
        <pc:spChg chg="mod">
          <ac:chgData name="鈴木 秀規" userId="f68c5fd9-22d5-4c0a-9833-7fb0f5135313" providerId="ADAL" clId="{2A827FA6-3A76-48AA-94EC-E91823BEC42A}" dt="2021-01-29T07:59:09.113" v="374"/>
          <ac:spMkLst>
            <pc:docMk/>
            <pc:sldMk cId="3965205156" sldId="371"/>
            <ac:spMk id="3" creationId="{6BA72979-5452-46D8-B5B2-F441F823BAF8}"/>
          </ac:spMkLst>
        </pc:spChg>
        <pc:spChg chg="mod">
          <ac:chgData name="鈴木 秀規" userId="f68c5fd9-22d5-4c0a-9833-7fb0f5135313" providerId="ADAL" clId="{2A827FA6-3A76-48AA-94EC-E91823BEC42A}" dt="2021-01-29T07:59:23.866" v="377" actId="14100"/>
          <ac:spMkLst>
            <pc:docMk/>
            <pc:sldMk cId="3965205156" sldId="371"/>
            <ac:spMk id="5" creationId="{A6F2B7C8-1B2F-4CB1-A434-9C38712B4F1D}"/>
          </ac:spMkLst>
        </pc:spChg>
        <pc:spChg chg="add mod">
          <ac:chgData name="鈴木 秀規" userId="f68c5fd9-22d5-4c0a-9833-7fb0f5135313" providerId="ADAL" clId="{2A827FA6-3A76-48AA-94EC-E91823BEC42A}" dt="2021-01-29T08:00:10.099" v="387" actId="113"/>
          <ac:spMkLst>
            <pc:docMk/>
            <pc:sldMk cId="3965205156" sldId="371"/>
            <ac:spMk id="6" creationId="{CF2581A7-7D67-408D-9D8E-6EB01569538B}"/>
          </ac:spMkLst>
        </pc:spChg>
        <pc:spChg chg="add mod">
          <ac:chgData name="鈴木 秀規" userId="f68c5fd9-22d5-4c0a-9833-7fb0f5135313" providerId="ADAL" clId="{2A827FA6-3A76-48AA-94EC-E91823BEC42A}" dt="2021-01-29T08:00:52.990" v="390" actId="14100"/>
          <ac:spMkLst>
            <pc:docMk/>
            <pc:sldMk cId="3965205156" sldId="371"/>
            <ac:spMk id="7" creationId="{6E764B01-D3D5-41AA-8F85-5328D8A2EDC6}"/>
          </ac:spMkLst>
        </pc:spChg>
      </pc:sldChg>
      <pc:sldChg chg="addSp modSp new mod">
        <pc:chgData name="鈴木 秀規" userId="f68c5fd9-22d5-4c0a-9833-7fb0f5135313" providerId="ADAL" clId="{2A827FA6-3A76-48AA-94EC-E91823BEC42A}" dt="2021-01-29T08:02:29.823" v="400" actId="1076"/>
        <pc:sldMkLst>
          <pc:docMk/>
          <pc:sldMk cId="1895980440" sldId="372"/>
        </pc:sldMkLst>
        <pc:spChg chg="mod">
          <ac:chgData name="鈴木 秀規" userId="f68c5fd9-22d5-4c0a-9833-7fb0f5135313" providerId="ADAL" clId="{2A827FA6-3A76-48AA-94EC-E91823BEC42A}" dt="2021-01-29T08:01:27.961" v="392"/>
          <ac:spMkLst>
            <pc:docMk/>
            <pc:sldMk cId="1895980440" sldId="372"/>
            <ac:spMk id="3" creationId="{769DF1C8-3431-414D-B274-9181C8DA5B4A}"/>
          </ac:spMkLst>
        </pc:spChg>
        <pc:spChg chg="mod">
          <ac:chgData name="鈴木 秀規" userId="f68c5fd9-22d5-4c0a-9833-7fb0f5135313" providerId="ADAL" clId="{2A827FA6-3A76-48AA-94EC-E91823BEC42A}" dt="2021-01-29T08:01:59.401" v="395" actId="14100"/>
          <ac:spMkLst>
            <pc:docMk/>
            <pc:sldMk cId="1895980440" sldId="372"/>
            <ac:spMk id="5" creationId="{544C04A5-BD37-4709-A559-C19F54387627}"/>
          </ac:spMkLst>
        </pc:spChg>
        <pc:spChg chg="add mod">
          <ac:chgData name="鈴木 秀規" userId="f68c5fd9-22d5-4c0a-9833-7fb0f5135313" providerId="ADAL" clId="{2A827FA6-3A76-48AA-94EC-E91823BEC42A}" dt="2021-01-29T08:02:29.823" v="400" actId="1076"/>
          <ac:spMkLst>
            <pc:docMk/>
            <pc:sldMk cId="1895980440" sldId="372"/>
            <ac:spMk id="6" creationId="{CCBD57B7-664B-4001-A179-D21A94B561CE}"/>
          </ac:spMkLst>
        </pc:spChg>
      </pc:sldChg>
      <pc:sldChg chg="del">
        <pc:chgData name="鈴木 秀規" userId="f68c5fd9-22d5-4c0a-9833-7fb0f5135313" providerId="ADAL" clId="{2A827FA6-3A76-48AA-94EC-E91823BEC42A}" dt="2021-01-29T06:59:56.943" v="2" actId="2696"/>
        <pc:sldMkLst>
          <pc:docMk/>
          <pc:sldMk cId="3636425175" sldId="372"/>
        </pc:sldMkLst>
      </pc:sldChg>
      <pc:sldChg chg="del">
        <pc:chgData name="鈴木 秀規" userId="f68c5fd9-22d5-4c0a-9833-7fb0f5135313" providerId="ADAL" clId="{2A827FA6-3A76-48AA-94EC-E91823BEC42A}" dt="2021-01-29T06:59:56.943" v="2" actId="2696"/>
        <pc:sldMkLst>
          <pc:docMk/>
          <pc:sldMk cId="1626296078" sldId="373"/>
        </pc:sldMkLst>
      </pc:sldChg>
      <pc:sldChg chg="modSp new mod">
        <pc:chgData name="鈴木 秀規" userId="f68c5fd9-22d5-4c0a-9833-7fb0f5135313" providerId="ADAL" clId="{2A827FA6-3A76-48AA-94EC-E91823BEC42A}" dt="2021-01-29T08:05:17.692" v="436" actId="20577"/>
        <pc:sldMkLst>
          <pc:docMk/>
          <pc:sldMk cId="3079569024" sldId="373"/>
        </pc:sldMkLst>
        <pc:spChg chg="mod">
          <ac:chgData name="鈴木 秀規" userId="f68c5fd9-22d5-4c0a-9833-7fb0f5135313" providerId="ADAL" clId="{2A827FA6-3A76-48AA-94EC-E91823BEC42A}" dt="2021-01-29T08:02:40.409" v="402"/>
          <ac:spMkLst>
            <pc:docMk/>
            <pc:sldMk cId="3079569024" sldId="373"/>
            <ac:spMk id="3" creationId="{36F6AE7E-248A-4E39-82E8-DDDE9B981A24}"/>
          </ac:spMkLst>
        </pc:spChg>
        <pc:spChg chg="mod">
          <ac:chgData name="鈴木 秀規" userId="f68c5fd9-22d5-4c0a-9833-7fb0f5135313" providerId="ADAL" clId="{2A827FA6-3A76-48AA-94EC-E91823BEC42A}" dt="2021-01-29T08:05:17.692" v="436" actId="20577"/>
          <ac:spMkLst>
            <pc:docMk/>
            <pc:sldMk cId="3079569024" sldId="373"/>
            <ac:spMk id="5" creationId="{35DDFAA5-6146-4DD2-B2AC-EC8BC5852420}"/>
          </ac:spMkLst>
        </pc:spChg>
      </pc:sldChg>
      <pc:sldChg chg="del">
        <pc:chgData name="鈴木 秀規" userId="f68c5fd9-22d5-4c0a-9833-7fb0f5135313" providerId="ADAL" clId="{2A827FA6-3A76-48AA-94EC-E91823BEC42A}" dt="2021-01-29T06:59:56.943" v="2" actId="2696"/>
        <pc:sldMkLst>
          <pc:docMk/>
          <pc:sldMk cId="394191054" sldId="374"/>
        </pc:sldMkLst>
      </pc:sldChg>
      <pc:sldChg chg="modSp new mod">
        <pc:chgData name="鈴木 秀規" userId="f68c5fd9-22d5-4c0a-9833-7fb0f5135313" providerId="ADAL" clId="{2A827FA6-3A76-48AA-94EC-E91823BEC42A}" dt="2021-01-29T08:07:46.449" v="484" actId="11"/>
        <pc:sldMkLst>
          <pc:docMk/>
          <pc:sldMk cId="4229536549" sldId="374"/>
        </pc:sldMkLst>
        <pc:spChg chg="mod">
          <ac:chgData name="鈴木 秀規" userId="f68c5fd9-22d5-4c0a-9833-7fb0f5135313" providerId="ADAL" clId="{2A827FA6-3A76-48AA-94EC-E91823BEC42A}" dt="2021-01-29T08:05:31.820" v="438"/>
          <ac:spMkLst>
            <pc:docMk/>
            <pc:sldMk cId="4229536549" sldId="374"/>
            <ac:spMk id="3" creationId="{D3C7DD8C-BDC1-4360-9D8D-D6645F761E8C}"/>
          </ac:spMkLst>
        </pc:spChg>
        <pc:spChg chg="mod">
          <ac:chgData name="鈴木 秀規" userId="f68c5fd9-22d5-4c0a-9833-7fb0f5135313" providerId="ADAL" clId="{2A827FA6-3A76-48AA-94EC-E91823BEC42A}" dt="2021-01-29T08:07:46.449" v="484" actId="11"/>
          <ac:spMkLst>
            <pc:docMk/>
            <pc:sldMk cId="4229536549" sldId="374"/>
            <ac:spMk id="5" creationId="{6D1DC446-DF76-4DBD-A356-258C5EF419D0}"/>
          </ac:spMkLst>
        </pc:spChg>
      </pc:sldChg>
      <pc:sldChg chg="modSp new mod">
        <pc:chgData name="鈴木 秀規" userId="f68c5fd9-22d5-4c0a-9833-7fb0f5135313" providerId="ADAL" clId="{2A827FA6-3A76-48AA-94EC-E91823BEC42A}" dt="2021-01-29T08:09:23.719" v="512" actId="207"/>
        <pc:sldMkLst>
          <pc:docMk/>
          <pc:sldMk cId="3382569813" sldId="375"/>
        </pc:sldMkLst>
        <pc:spChg chg="mod">
          <ac:chgData name="鈴木 秀規" userId="f68c5fd9-22d5-4c0a-9833-7fb0f5135313" providerId="ADAL" clId="{2A827FA6-3A76-48AA-94EC-E91823BEC42A}" dt="2021-01-29T08:07:56.402" v="486"/>
          <ac:spMkLst>
            <pc:docMk/>
            <pc:sldMk cId="3382569813" sldId="375"/>
            <ac:spMk id="3" creationId="{30556773-CC40-4568-B92B-69A9C8A2E266}"/>
          </ac:spMkLst>
        </pc:spChg>
        <pc:spChg chg="mod">
          <ac:chgData name="鈴木 秀規" userId="f68c5fd9-22d5-4c0a-9833-7fb0f5135313" providerId="ADAL" clId="{2A827FA6-3A76-48AA-94EC-E91823BEC42A}" dt="2021-01-29T08:09:23.719" v="512" actId="207"/>
          <ac:spMkLst>
            <pc:docMk/>
            <pc:sldMk cId="3382569813" sldId="375"/>
            <ac:spMk id="5" creationId="{6A9DDAF2-F048-404F-915E-CF03A85C79C4}"/>
          </ac:spMkLst>
        </pc:spChg>
      </pc:sldChg>
      <pc:sldChg chg="del">
        <pc:chgData name="鈴木 秀規" userId="f68c5fd9-22d5-4c0a-9833-7fb0f5135313" providerId="ADAL" clId="{2A827FA6-3A76-48AA-94EC-E91823BEC42A}" dt="2021-01-29T06:59:56.943" v="2" actId="2696"/>
        <pc:sldMkLst>
          <pc:docMk/>
          <pc:sldMk cId="3514497779" sldId="375"/>
        </pc:sldMkLst>
      </pc:sldChg>
      <pc:sldChg chg="modSp new mod">
        <pc:chgData name="鈴木 秀規" userId="f68c5fd9-22d5-4c0a-9833-7fb0f5135313" providerId="ADAL" clId="{2A827FA6-3A76-48AA-94EC-E91823BEC42A}" dt="2021-01-29T08:10:06.942" v="521" actId="207"/>
        <pc:sldMkLst>
          <pc:docMk/>
          <pc:sldMk cId="3100078096" sldId="376"/>
        </pc:sldMkLst>
        <pc:spChg chg="mod">
          <ac:chgData name="鈴木 秀規" userId="f68c5fd9-22d5-4c0a-9833-7fb0f5135313" providerId="ADAL" clId="{2A827FA6-3A76-48AA-94EC-E91823BEC42A}" dt="2021-01-29T08:09:38.574" v="514"/>
          <ac:spMkLst>
            <pc:docMk/>
            <pc:sldMk cId="3100078096" sldId="376"/>
            <ac:spMk id="3" creationId="{FAF96296-7CEF-4A2E-A1AA-AA2CEF1F3C85}"/>
          </ac:spMkLst>
        </pc:spChg>
        <pc:spChg chg="mod">
          <ac:chgData name="鈴木 秀規" userId="f68c5fd9-22d5-4c0a-9833-7fb0f5135313" providerId="ADAL" clId="{2A827FA6-3A76-48AA-94EC-E91823BEC42A}" dt="2021-01-29T08:10:06.942" v="521" actId="207"/>
          <ac:spMkLst>
            <pc:docMk/>
            <pc:sldMk cId="3100078096" sldId="376"/>
            <ac:spMk id="5" creationId="{06269CEC-F54E-4D12-81EC-F9A60473421E}"/>
          </ac:spMkLst>
        </pc:spChg>
      </pc:sldChg>
      <pc:sldChg chg="del">
        <pc:chgData name="鈴木 秀規" userId="f68c5fd9-22d5-4c0a-9833-7fb0f5135313" providerId="ADAL" clId="{2A827FA6-3A76-48AA-94EC-E91823BEC42A}" dt="2021-01-29T06:59:56.943" v="2" actId="2696"/>
        <pc:sldMkLst>
          <pc:docMk/>
          <pc:sldMk cId="3266246361" sldId="376"/>
        </pc:sldMkLst>
      </pc:sldChg>
      <pc:sldChg chg="new del">
        <pc:chgData name="鈴木 秀規" userId="f68c5fd9-22d5-4c0a-9833-7fb0f5135313" providerId="ADAL" clId="{2A827FA6-3A76-48AA-94EC-E91823BEC42A}" dt="2021-01-29T08:10:22.145" v="523" actId="2696"/>
        <pc:sldMkLst>
          <pc:docMk/>
          <pc:sldMk cId="203945931" sldId="377"/>
        </pc:sldMkLst>
      </pc:sldChg>
      <pc:sldChg chg="del">
        <pc:chgData name="鈴木 秀規" userId="f68c5fd9-22d5-4c0a-9833-7fb0f5135313" providerId="ADAL" clId="{2A827FA6-3A76-48AA-94EC-E91823BEC42A}" dt="2021-01-29T06:59:56.943" v="2" actId="2696"/>
        <pc:sldMkLst>
          <pc:docMk/>
          <pc:sldMk cId="830291535" sldId="377"/>
        </pc:sldMkLst>
      </pc:sldChg>
      <pc:sldChg chg="del">
        <pc:chgData name="鈴木 秀規" userId="f68c5fd9-22d5-4c0a-9833-7fb0f5135313" providerId="ADAL" clId="{2A827FA6-3A76-48AA-94EC-E91823BEC42A}" dt="2021-01-29T06:59:56.943" v="2" actId="2696"/>
        <pc:sldMkLst>
          <pc:docMk/>
          <pc:sldMk cId="2738388098" sldId="378"/>
        </pc:sldMkLst>
      </pc:sldChg>
      <pc:sldChg chg="del">
        <pc:chgData name="鈴木 秀規" userId="f68c5fd9-22d5-4c0a-9833-7fb0f5135313" providerId="ADAL" clId="{2A827FA6-3A76-48AA-94EC-E91823BEC42A}" dt="2021-01-29T06:59:56.943" v="2" actId="2696"/>
        <pc:sldMkLst>
          <pc:docMk/>
          <pc:sldMk cId="1927009512" sldId="379"/>
        </pc:sldMkLst>
      </pc:sldChg>
      <pc:sldChg chg="del">
        <pc:chgData name="鈴木 秀規" userId="f68c5fd9-22d5-4c0a-9833-7fb0f5135313" providerId="ADAL" clId="{2A827FA6-3A76-48AA-94EC-E91823BEC42A}" dt="2021-01-29T06:59:56.943" v="2" actId="2696"/>
        <pc:sldMkLst>
          <pc:docMk/>
          <pc:sldMk cId="3941085094" sldId="380"/>
        </pc:sldMkLst>
      </pc:sldChg>
      <pc:sldChg chg="del">
        <pc:chgData name="鈴木 秀規" userId="f68c5fd9-22d5-4c0a-9833-7fb0f5135313" providerId="ADAL" clId="{2A827FA6-3A76-48AA-94EC-E91823BEC42A}" dt="2021-01-29T06:59:56.943" v="2" actId="2696"/>
        <pc:sldMkLst>
          <pc:docMk/>
          <pc:sldMk cId="1755630232" sldId="381"/>
        </pc:sldMkLst>
      </pc:sldChg>
    </pc:docChg>
  </pc:docChgLst>
  <pc:docChgLst>
    <pc:chgData name="h_suzuki@rhizome01.onmicrosoft.com" userId="f68c5fd9-22d5-4c0a-9833-7fb0f5135313" providerId="ADAL" clId="{BA521137-9338-46EB-B0B5-D78DFADC4D3B}"/>
    <pc:docChg chg="modSld">
      <pc:chgData name="h_suzuki@rhizome01.onmicrosoft.com" userId="f68c5fd9-22d5-4c0a-9833-7fb0f5135313" providerId="ADAL" clId="{BA521137-9338-46EB-B0B5-D78DFADC4D3B}" dt="2021-05-07T01:49:39.954" v="11"/>
      <pc:docMkLst>
        <pc:docMk/>
      </pc:docMkLst>
      <pc:sldChg chg="modSp mod">
        <pc:chgData name="h_suzuki@rhizome01.onmicrosoft.com" userId="f68c5fd9-22d5-4c0a-9833-7fb0f5135313" providerId="ADAL" clId="{BA521137-9338-46EB-B0B5-D78DFADC4D3B}" dt="2021-05-07T01:49:39.954" v="11"/>
        <pc:sldMkLst>
          <pc:docMk/>
          <pc:sldMk cId="2755247261" sldId="372"/>
        </pc:sldMkLst>
        <pc:spChg chg="mod">
          <ac:chgData name="h_suzuki@rhizome01.onmicrosoft.com" userId="f68c5fd9-22d5-4c0a-9833-7fb0f5135313" providerId="ADAL" clId="{BA521137-9338-46EB-B0B5-D78DFADC4D3B}" dt="2021-05-07T01:49:35.845" v="5"/>
          <ac:spMkLst>
            <pc:docMk/>
            <pc:sldMk cId="2755247261" sldId="372"/>
            <ac:spMk id="12" creationId="{993E5ACE-C484-44C7-AFDB-30A0D15178FA}"/>
          </ac:spMkLst>
        </pc:spChg>
        <pc:spChg chg="mod">
          <ac:chgData name="h_suzuki@rhizome01.onmicrosoft.com" userId="f68c5fd9-22d5-4c0a-9833-7fb0f5135313" providerId="ADAL" clId="{BA521137-9338-46EB-B0B5-D78DFADC4D3B}" dt="2021-05-07T01:49:39.954" v="11"/>
          <ac:spMkLst>
            <pc:docMk/>
            <pc:sldMk cId="2755247261" sldId="372"/>
            <ac:spMk id="13" creationId="{2955E2A7-E9A5-47A2-8312-85901581F6E0}"/>
          </ac:spMkLst>
        </pc:spChg>
      </pc:sldChg>
    </pc:docChg>
  </pc:docChgLst>
  <pc:docChgLst>
    <pc:chgData name="鈴木 秀規" userId="f68c5fd9-22d5-4c0a-9833-7fb0f5135313" providerId="ADAL" clId="{DB432BB3-FDEE-4FBA-8D1C-FD0D78E4DD8C}"/>
    <pc:docChg chg="undo custSel addSld delSld modSld">
      <pc:chgData name="鈴木 秀規" userId="f68c5fd9-22d5-4c0a-9833-7fb0f5135313" providerId="ADAL" clId="{DB432BB3-FDEE-4FBA-8D1C-FD0D78E4DD8C}" dt="2021-01-29T05:52:25.042" v="426" actId="6549"/>
      <pc:docMkLst>
        <pc:docMk/>
      </pc:docMkLst>
      <pc:sldChg chg="modSp mod">
        <pc:chgData name="鈴木 秀規" userId="f68c5fd9-22d5-4c0a-9833-7fb0f5135313" providerId="ADAL" clId="{DB432BB3-FDEE-4FBA-8D1C-FD0D78E4DD8C}" dt="2021-01-29T05:04:19.537" v="1" actId="20577"/>
        <pc:sldMkLst>
          <pc:docMk/>
          <pc:sldMk cId="0" sldId="256"/>
        </pc:sldMkLst>
        <pc:spChg chg="mod">
          <ac:chgData name="鈴木 秀規" userId="f68c5fd9-22d5-4c0a-9833-7fb0f5135313" providerId="ADAL" clId="{DB432BB3-FDEE-4FBA-8D1C-FD0D78E4DD8C}" dt="2021-01-29T05:04:19.537" v="1" actId="20577"/>
          <ac:spMkLst>
            <pc:docMk/>
            <pc:sldMk cId="0" sldId="256"/>
            <ac:spMk id="56" creationId="{00000000-0000-0000-0000-000000000000}"/>
          </ac:spMkLst>
        </pc:spChg>
      </pc:sldChg>
      <pc:sldChg chg="addSp delSp modSp mod">
        <pc:chgData name="鈴木 秀規" userId="f68c5fd9-22d5-4c0a-9833-7fb0f5135313" providerId="ADAL" clId="{DB432BB3-FDEE-4FBA-8D1C-FD0D78E4DD8C}" dt="2021-01-29T05:05:27.386" v="17" actId="1076"/>
        <pc:sldMkLst>
          <pc:docMk/>
          <pc:sldMk cId="2397736379" sldId="363"/>
        </pc:sldMkLst>
        <pc:spChg chg="mod">
          <ac:chgData name="鈴木 秀規" userId="f68c5fd9-22d5-4c0a-9833-7fb0f5135313" providerId="ADAL" clId="{DB432BB3-FDEE-4FBA-8D1C-FD0D78E4DD8C}" dt="2021-01-29T05:04:41.920" v="3"/>
          <ac:spMkLst>
            <pc:docMk/>
            <pc:sldMk cId="2397736379" sldId="363"/>
            <ac:spMk id="7" creationId="{9630AD22-E64D-4A96-B059-2AF9F6580C25}"/>
          </ac:spMkLst>
        </pc:spChg>
        <pc:spChg chg="mod">
          <ac:chgData name="鈴木 秀規" userId="f68c5fd9-22d5-4c0a-9833-7fb0f5135313" providerId="ADAL" clId="{DB432BB3-FDEE-4FBA-8D1C-FD0D78E4DD8C}" dt="2021-01-29T05:05:14.347" v="11" actId="207"/>
          <ac:spMkLst>
            <pc:docMk/>
            <pc:sldMk cId="2397736379" sldId="363"/>
            <ac:spMk id="8" creationId="{787CF02A-01AB-4517-BA3E-25572FA82648}"/>
          </ac:spMkLst>
        </pc:spChg>
        <pc:spChg chg="del">
          <ac:chgData name="鈴木 秀規" userId="f68c5fd9-22d5-4c0a-9833-7fb0f5135313" providerId="ADAL" clId="{DB432BB3-FDEE-4FBA-8D1C-FD0D78E4DD8C}" dt="2021-01-29T05:04:55.509" v="5" actId="478"/>
          <ac:spMkLst>
            <pc:docMk/>
            <pc:sldMk cId="2397736379" sldId="363"/>
            <ac:spMk id="34" creationId="{1C06E9C8-223A-47F7-8B68-D146EC444E50}"/>
          </ac:spMkLst>
        </pc:spChg>
        <pc:picChg chg="add mod">
          <ac:chgData name="鈴木 秀規" userId="f68c5fd9-22d5-4c0a-9833-7fb0f5135313" providerId="ADAL" clId="{DB432BB3-FDEE-4FBA-8D1C-FD0D78E4DD8C}" dt="2021-01-29T05:05:27.386" v="17" actId="1076"/>
          <ac:picMkLst>
            <pc:docMk/>
            <pc:sldMk cId="2397736379" sldId="363"/>
            <ac:picMk id="13" creationId="{AFECEB6F-9A85-4FBA-A728-91A16F11502C}"/>
          </ac:picMkLst>
        </pc:picChg>
        <pc:picChg chg="del">
          <ac:chgData name="鈴木 秀規" userId="f68c5fd9-22d5-4c0a-9833-7fb0f5135313" providerId="ADAL" clId="{DB432BB3-FDEE-4FBA-8D1C-FD0D78E4DD8C}" dt="2021-01-29T05:04:55.509" v="5" actId="478"/>
          <ac:picMkLst>
            <pc:docMk/>
            <pc:sldMk cId="2397736379" sldId="363"/>
            <ac:picMk id="29" creationId="{80E7F3C6-5DC7-463C-A0EF-8573F737A9D1}"/>
          </ac:picMkLst>
        </pc:picChg>
        <pc:picChg chg="del">
          <ac:chgData name="鈴木 秀規" userId="f68c5fd9-22d5-4c0a-9833-7fb0f5135313" providerId="ADAL" clId="{DB432BB3-FDEE-4FBA-8D1C-FD0D78E4DD8C}" dt="2021-01-29T05:04:55.509" v="5" actId="478"/>
          <ac:picMkLst>
            <pc:docMk/>
            <pc:sldMk cId="2397736379" sldId="363"/>
            <ac:picMk id="30" creationId="{7643834D-6A1C-462B-B036-0560B2F07007}"/>
          </ac:picMkLst>
        </pc:picChg>
        <pc:picChg chg="del">
          <ac:chgData name="鈴木 秀規" userId="f68c5fd9-22d5-4c0a-9833-7fb0f5135313" providerId="ADAL" clId="{DB432BB3-FDEE-4FBA-8D1C-FD0D78E4DD8C}" dt="2021-01-29T05:04:57.337" v="6" actId="478"/>
          <ac:picMkLst>
            <pc:docMk/>
            <pc:sldMk cId="2397736379" sldId="363"/>
            <ac:picMk id="35" creationId="{628A3F31-8B36-4855-8C45-D2424F78FCE2}"/>
          </ac:picMkLst>
        </pc:picChg>
        <pc:cxnChg chg="del mod">
          <ac:chgData name="鈴木 秀規" userId="f68c5fd9-22d5-4c0a-9833-7fb0f5135313" providerId="ADAL" clId="{DB432BB3-FDEE-4FBA-8D1C-FD0D78E4DD8C}" dt="2021-01-29T05:04:55.509" v="5" actId="478"/>
          <ac:cxnSpMkLst>
            <pc:docMk/>
            <pc:sldMk cId="2397736379" sldId="363"/>
            <ac:cxnSpMk id="31" creationId="{8F947215-C8CC-41B9-8A27-03D5881027A1}"/>
          </ac:cxnSpMkLst>
        </pc:cxnChg>
        <pc:cxnChg chg="del mod">
          <ac:chgData name="鈴木 秀規" userId="f68c5fd9-22d5-4c0a-9833-7fb0f5135313" providerId="ADAL" clId="{DB432BB3-FDEE-4FBA-8D1C-FD0D78E4DD8C}" dt="2021-01-29T05:04:55.509" v="5" actId="478"/>
          <ac:cxnSpMkLst>
            <pc:docMk/>
            <pc:sldMk cId="2397736379" sldId="363"/>
            <ac:cxnSpMk id="32" creationId="{5D6F1C64-5153-471D-8D40-1FA6BCFD2CFA}"/>
          </ac:cxnSpMkLst>
        </pc:cxnChg>
        <pc:cxnChg chg="del mod">
          <ac:chgData name="鈴木 秀規" userId="f68c5fd9-22d5-4c0a-9833-7fb0f5135313" providerId="ADAL" clId="{DB432BB3-FDEE-4FBA-8D1C-FD0D78E4DD8C}" dt="2021-01-29T05:04:55.509" v="5" actId="478"/>
          <ac:cxnSpMkLst>
            <pc:docMk/>
            <pc:sldMk cId="2397736379" sldId="363"/>
            <ac:cxnSpMk id="33" creationId="{F9768C17-188C-41E2-BC18-CE589979801B}"/>
          </ac:cxnSpMkLst>
        </pc:cxnChg>
      </pc:sldChg>
      <pc:sldChg chg="modSp new mod">
        <pc:chgData name="鈴木 秀規" userId="f68c5fd9-22d5-4c0a-9833-7fb0f5135313" providerId="ADAL" clId="{DB432BB3-FDEE-4FBA-8D1C-FD0D78E4DD8C}" dt="2021-01-29T05:06:46.478" v="39" actId="207"/>
        <pc:sldMkLst>
          <pc:docMk/>
          <pc:sldMk cId="2546841439" sldId="364"/>
        </pc:sldMkLst>
        <pc:spChg chg="mod">
          <ac:chgData name="鈴木 秀規" userId="f68c5fd9-22d5-4c0a-9833-7fb0f5135313" providerId="ADAL" clId="{DB432BB3-FDEE-4FBA-8D1C-FD0D78E4DD8C}" dt="2021-01-29T05:05:36.979" v="19"/>
          <ac:spMkLst>
            <pc:docMk/>
            <pc:sldMk cId="2546841439" sldId="364"/>
            <ac:spMk id="3" creationId="{42867393-5B64-4B5A-998A-498C939019DC}"/>
          </ac:spMkLst>
        </pc:spChg>
        <pc:spChg chg="mod">
          <ac:chgData name="鈴木 秀規" userId="f68c5fd9-22d5-4c0a-9833-7fb0f5135313" providerId="ADAL" clId="{DB432BB3-FDEE-4FBA-8D1C-FD0D78E4DD8C}" dt="2021-01-29T05:06:46.478" v="39" actId="207"/>
          <ac:spMkLst>
            <pc:docMk/>
            <pc:sldMk cId="2546841439" sldId="364"/>
            <ac:spMk id="5" creationId="{44D78387-7316-4A97-BCD5-9E58D1BD0D27}"/>
          </ac:spMkLst>
        </pc:spChg>
      </pc:sldChg>
      <pc:sldChg chg="del">
        <pc:chgData name="鈴木 秀規" userId="f68c5fd9-22d5-4c0a-9833-7fb0f5135313" providerId="ADAL" clId="{DB432BB3-FDEE-4FBA-8D1C-FD0D78E4DD8C}" dt="2021-01-29T05:04:38.268" v="2" actId="2696"/>
        <pc:sldMkLst>
          <pc:docMk/>
          <pc:sldMk cId="3656570752" sldId="364"/>
        </pc:sldMkLst>
      </pc:sldChg>
      <pc:sldChg chg="del">
        <pc:chgData name="鈴木 秀規" userId="f68c5fd9-22d5-4c0a-9833-7fb0f5135313" providerId="ADAL" clId="{DB432BB3-FDEE-4FBA-8D1C-FD0D78E4DD8C}" dt="2021-01-29T05:04:38.268" v="2" actId="2696"/>
        <pc:sldMkLst>
          <pc:docMk/>
          <pc:sldMk cId="803925699" sldId="365"/>
        </pc:sldMkLst>
      </pc:sldChg>
      <pc:sldChg chg="addSp modSp new mod">
        <pc:chgData name="鈴木 秀規" userId="f68c5fd9-22d5-4c0a-9833-7fb0f5135313" providerId="ADAL" clId="{DB432BB3-FDEE-4FBA-8D1C-FD0D78E4DD8C}" dt="2021-01-29T05:15:39.143" v="95" actId="1076"/>
        <pc:sldMkLst>
          <pc:docMk/>
          <pc:sldMk cId="3132048954" sldId="365"/>
        </pc:sldMkLst>
        <pc:spChg chg="mod">
          <ac:chgData name="鈴木 秀規" userId="f68c5fd9-22d5-4c0a-9833-7fb0f5135313" providerId="ADAL" clId="{DB432BB3-FDEE-4FBA-8D1C-FD0D78E4DD8C}" dt="2021-01-29T05:06:59.290" v="41"/>
          <ac:spMkLst>
            <pc:docMk/>
            <pc:sldMk cId="3132048954" sldId="365"/>
            <ac:spMk id="3" creationId="{0F9E0484-B998-46FC-8259-A6D3AB83A443}"/>
          </ac:spMkLst>
        </pc:spChg>
        <pc:spChg chg="mod">
          <ac:chgData name="鈴木 秀規" userId="f68c5fd9-22d5-4c0a-9833-7fb0f5135313" providerId="ADAL" clId="{DB432BB3-FDEE-4FBA-8D1C-FD0D78E4DD8C}" dt="2021-01-29T05:07:14.298" v="46" actId="14100"/>
          <ac:spMkLst>
            <pc:docMk/>
            <pc:sldMk cId="3132048954" sldId="365"/>
            <ac:spMk id="5" creationId="{DC43F25C-434F-4818-B3E6-FD3F5CAC70A8}"/>
          </ac:spMkLst>
        </pc:spChg>
        <pc:spChg chg="add mod">
          <ac:chgData name="鈴木 秀規" userId="f68c5fd9-22d5-4c0a-9833-7fb0f5135313" providerId="ADAL" clId="{DB432BB3-FDEE-4FBA-8D1C-FD0D78E4DD8C}" dt="2021-01-29T05:11:26.770" v="78" actId="113"/>
          <ac:spMkLst>
            <pc:docMk/>
            <pc:sldMk cId="3132048954" sldId="365"/>
            <ac:spMk id="6" creationId="{C57EEBD2-4D72-43BA-B92B-74B6016B8BF0}"/>
          </ac:spMkLst>
        </pc:spChg>
        <pc:spChg chg="add mod">
          <ac:chgData name="鈴木 秀規" userId="f68c5fd9-22d5-4c0a-9833-7fb0f5135313" providerId="ADAL" clId="{DB432BB3-FDEE-4FBA-8D1C-FD0D78E4DD8C}" dt="2021-01-29T05:15:35.732" v="94" actId="1076"/>
          <ac:spMkLst>
            <pc:docMk/>
            <pc:sldMk cId="3132048954" sldId="365"/>
            <ac:spMk id="7" creationId="{869A7519-C570-4451-A88D-56A966C891FA}"/>
          </ac:spMkLst>
        </pc:spChg>
        <pc:spChg chg="add mod">
          <ac:chgData name="鈴木 秀規" userId="f68c5fd9-22d5-4c0a-9833-7fb0f5135313" providerId="ADAL" clId="{DB432BB3-FDEE-4FBA-8D1C-FD0D78E4DD8C}" dt="2021-01-29T05:15:39.143" v="95" actId="1076"/>
          <ac:spMkLst>
            <pc:docMk/>
            <pc:sldMk cId="3132048954" sldId="365"/>
            <ac:spMk id="8" creationId="{0196EBEB-0249-4704-83D8-3890EAC3D4E2}"/>
          </ac:spMkLst>
        </pc:spChg>
        <pc:spChg chg="add mod">
          <ac:chgData name="鈴木 秀規" userId="f68c5fd9-22d5-4c0a-9833-7fb0f5135313" providerId="ADAL" clId="{DB432BB3-FDEE-4FBA-8D1C-FD0D78E4DD8C}" dt="2021-01-29T05:10:44.604" v="74" actId="1076"/>
          <ac:spMkLst>
            <pc:docMk/>
            <pc:sldMk cId="3132048954" sldId="365"/>
            <ac:spMk id="11" creationId="{B2D152C0-AC13-4E26-B565-2B2542EACD3E}"/>
          </ac:spMkLst>
        </pc:spChg>
        <pc:spChg chg="add mod">
          <ac:chgData name="鈴木 秀規" userId="f68c5fd9-22d5-4c0a-9833-7fb0f5135313" providerId="ADAL" clId="{DB432BB3-FDEE-4FBA-8D1C-FD0D78E4DD8C}" dt="2021-01-29T05:10:13.162" v="67" actId="1076"/>
          <ac:spMkLst>
            <pc:docMk/>
            <pc:sldMk cId="3132048954" sldId="365"/>
            <ac:spMk id="12" creationId="{548BAB67-794A-45C8-A244-8F82AE573A1F}"/>
          </ac:spMkLst>
        </pc:spChg>
        <pc:cxnChg chg="add mod">
          <ac:chgData name="鈴木 秀規" userId="f68c5fd9-22d5-4c0a-9833-7fb0f5135313" providerId="ADAL" clId="{DB432BB3-FDEE-4FBA-8D1C-FD0D78E4DD8C}" dt="2021-01-29T05:15:39.143" v="95" actId="1076"/>
          <ac:cxnSpMkLst>
            <pc:docMk/>
            <pc:sldMk cId="3132048954" sldId="365"/>
            <ac:cxnSpMk id="9" creationId="{9EC9DF08-109B-4C5B-88D8-B7E3D1A91E43}"/>
          </ac:cxnSpMkLst>
        </pc:cxnChg>
        <pc:cxnChg chg="add mod">
          <ac:chgData name="鈴木 秀規" userId="f68c5fd9-22d5-4c0a-9833-7fb0f5135313" providerId="ADAL" clId="{DB432BB3-FDEE-4FBA-8D1C-FD0D78E4DD8C}" dt="2021-01-29T05:15:39.143" v="95" actId="1076"/>
          <ac:cxnSpMkLst>
            <pc:docMk/>
            <pc:sldMk cId="3132048954" sldId="365"/>
            <ac:cxnSpMk id="10" creationId="{8EF2545A-71E4-4FD8-AA3F-9D1CCDB5BCCB}"/>
          </ac:cxnSpMkLst>
        </pc:cxnChg>
      </pc:sldChg>
      <pc:sldChg chg="del">
        <pc:chgData name="鈴木 秀規" userId="f68c5fd9-22d5-4c0a-9833-7fb0f5135313" providerId="ADAL" clId="{DB432BB3-FDEE-4FBA-8D1C-FD0D78E4DD8C}" dt="2021-01-29T05:04:38.268" v="2" actId="2696"/>
        <pc:sldMkLst>
          <pc:docMk/>
          <pc:sldMk cId="2587155910" sldId="366"/>
        </pc:sldMkLst>
      </pc:sldChg>
      <pc:sldChg chg="addSp modSp new mod">
        <pc:chgData name="鈴木 秀規" userId="f68c5fd9-22d5-4c0a-9833-7fb0f5135313" providerId="ADAL" clId="{DB432BB3-FDEE-4FBA-8D1C-FD0D78E4DD8C}" dt="2021-01-29T05:23:18.569" v="132" actId="1076"/>
        <pc:sldMkLst>
          <pc:docMk/>
          <pc:sldMk cId="3547344613" sldId="366"/>
        </pc:sldMkLst>
        <pc:spChg chg="mod">
          <ac:chgData name="鈴木 秀規" userId="f68c5fd9-22d5-4c0a-9833-7fb0f5135313" providerId="ADAL" clId="{DB432BB3-FDEE-4FBA-8D1C-FD0D78E4DD8C}" dt="2021-01-29T05:13:04.277" v="80"/>
          <ac:spMkLst>
            <pc:docMk/>
            <pc:sldMk cId="3547344613" sldId="366"/>
            <ac:spMk id="3" creationId="{27671F2D-AB01-4658-953F-2A36343D8D88}"/>
          </ac:spMkLst>
        </pc:spChg>
        <pc:spChg chg="mod">
          <ac:chgData name="鈴木 秀規" userId="f68c5fd9-22d5-4c0a-9833-7fb0f5135313" providerId="ADAL" clId="{DB432BB3-FDEE-4FBA-8D1C-FD0D78E4DD8C}" dt="2021-01-29T05:15:57.508" v="98" actId="14100"/>
          <ac:spMkLst>
            <pc:docMk/>
            <pc:sldMk cId="3547344613" sldId="366"/>
            <ac:spMk id="5" creationId="{7CC8800E-E723-455C-81F8-54FD5FB64738}"/>
          </ac:spMkLst>
        </pc:spChg>
        <pc:spChg chg="add mod">
          <ac:chgData name="鈴木 秀規" userId="f68c5fd9-22d5-4c0a-9833-7fb0f5135313" providerId="ADAL" clId="{DB432BB3-FDEE-4FBA-8D1C-FD0D78E4DD8C}" dt="2021-01-29T05:23:18.569" v="132" actId="1076"/>
          <ac:spMkLst>
            <pc:docMk/>
            <pc:sldMk cId="3547344613" sldId="366"/>
            <ac:spMk id="6" creationId="{6B0DFDA4-B9A7-4F6C-B241-D47E2CA692E5}"/>
          </ac:spMkLst>
        </pc:spChg>
        <pc:spChg chg="add mod">
          <ac:chgData name="鈴木 秀規" userId="f68c5fd9-22d5-4c0a-9833-7fb0f5135313" providerId="ADAL" clId="{DB432BB3-FDEE-4FBA-8D1C-FD0D78E4DD8C}" dt="2021-01-29T05:23:18.569" v="132" actId="1076"/>
          <ac:spMkLst>
            <pc:docMk/>
            <pc:sldMk cId="3547344613" sldId="366"/>
            <ac:spMk id="7" creationId="{8FDA7C6D-D71C-4EC5-8997-BE9DF2F8DDBB}"/>
          </ac:spMkLst>
        </pc:spChg>
        <pc:spChg chg="add mod">
          <ac:chgData name="鈴木 秀規" userId="f68c5fd9-22d5-4c0a-9833-7fb0f5135313" providerId="ADAL" clId="{DB432BB3-FDEE-4FBA-8D1C-FD0D78E4DD8C}" dt="2021-01-29T05:23:18.569" v="132" actId="1076"/>
          <ac:spMkLst>
            <pc:docMk/>
            <pc:sldMk cId="3547344613" sldId="366"/>
            <ac:spMk id="10" creationId="{D2EC44C4-F147-4C2A-82EB-61E64F6C630F}"/>
          </ac:spMkLst>
        </pc:spChg>
        <pc:spChg chg="add mod">
          <ac:chgData name="鈴木 秀規" userId="f68c5fd9-22d5-4c0a-9833-7fb0f5135313" providerId="ADAL" clId="{DB432BB3-FDEE-4FBA-8D1C-FD0D78E4DD8C}" dt="2021-01-29T05:23:18.569" v="132" actId="1076"/>
          <ac:spMkLst>
            <pc:docMk/>
            <pc:sldMk cId="3547344613" sldId="366"/>
            <ac:spMk id="11" creationId="{0FD6F459-0AE2-4FEC-ACA2-A6E6D718B157}"/>
          </ac:spMkLst>
        </pc:spChg>
        <pc:spChg chg="add mod">
          <ac:chgData name="鈴木 秀規" userId="f68c5fd9-22d5-4c0a-9833-7fb0f5135313" providerId="ADAL" clId="{DB432BB3-FDEE-4FBA-8D1C-FD0D78E4DD8C}" dt="2021-01-29T05:23:18.569" v="132" actId="1076"/>
          <ac:spMkLst>
            <pc:docMk/>
            <pc:sldMk cId="3547344613" sldId="366"/>
            <ac:spMk id="12" creationId="{D0F769C6-2568-481A-83B9-8284B1EF0911}"/>
          </ac:spMkLst>
        </pc:spChg>
        <pc:spChg chg="add mod">
          <ac:chgData name="鈴木 秀規" userId="f68c5fd9-22d5-4c0a-9833-7fb0f5135313" providerId="ADAL" clId="{DB432BB3-FDEE-4FBA-8D1C-FD0D78E4DD8C}" dt="2021-01-29T05:23:18.569" v="132" actId="1076"/>
          <ac:spMkLst>
            <pc:docMk/>
            <pc:sldMk cId="3547344613" sldId="366"/>
            <ac:spMk id="13" creationId="{0FB95A1C-A351-4DD3-AABA-114B56A2A85E}"/>
          </ac:spMkLst>
        </pc:spChg>
        <pc:spChg chg="add mod">
          <ac:chgData name="鈴木 秀規" userId="f68c5fd9-22d5-4c0a-9833-7fb0f5135313" providerId="ADAL" clId="{DB432BB3-FDEE-4FBA-8D1C-FD0D78E4DD8C}" dt="2021-01-29T05:23:18.569" v="132" actId="1076"/>
          <ac:spMkLst>
            <pc:docMk/>
            <pc:sldMk cId="3547344613" sldId="366"/>
            <ac:spMk id="20" creationId="{251D4368-0943-4E9B-91F3-552D6A10BE84}"/>
          </ac:spMkLst>
        </pc:spChg>
        <pc:spChg chg="add mod">
          <ac:chgData name="鈴木 秀規" userId="f68c5fd9-22d5-4c0a-9833-7fb0f5135313" providerId="ADAL" clId="{DB432BB3-FDEE-4FBA-8D1C-FD0D78E4DD8C}" dt="2021-01-29T05:23:18.569" v="132" actId="1076"/>
          <ac:spMkLst>
            <pc:docMk/>
            <pc:sldMk cId="3547344613" sldId="366"/>
            <ac:spMk id="21" creationId="{FF4AAB56-0B78-4CC3-8AA1-D40286FEEDEE}"/>
          </ac:spMkLst>
        </pc:spChg>
        <pc:cxnChg chg="add mod">
          <ac:chgData name="鈴木 秀規" userId="f68c5fd9-22d5-4c0a-9833-7fb0f5135313" providerId="ADAL" clId="{DB432BB3-FDEE-4FBA-8D1C-FD0D78E4DD8C}" dt="2021-01-29T05:23:18.569" v="132" actId="1076"/>
          <ac:cxnSpMkLst>
            <pc:docMk/>
            <pc:sldMk cId="3547344613" sldId="366"/>
            <ac:cxnSpMk id="8" creationId="{FA81E702-99C5-44A1-8A6C-20E00F35D9F2}"/>
          </ac:cxnSpMkLst>
        </pc:cxnChg>
        <pc:cxnChg chg="add mod">
          <ac:chgData name="鈴木 秀規" userId="f68c5fd9-22d5-4c0a-9833-7fb0f5135313" providerId="ADAL" clId="{DB432BB3-FDEE-4FBA-8D1C-FD0D78E4DD8C}" dt="2021-01-29T05:23:18.569" v="132" actId="1076"/>
          <ac:cxnSpMkLst>
            <pc:docMk/>
            <pc:sldMk cId="3547344613" sldId="366"/>
            <ac:cxnSpMk id="9" creationId="{E463F2FA-1D68-4057-864C-2F5C4867D936}"/>
          </ac:cxnSpMkLst>
        </pc:cxnChg>
        <pc:cxnChg chg="add mod">
          <ac:chgData name="鈴木 秀規" userId="f68c5fd9-22d5-4c0a-9833-7fb0f5135313" providerId="ADAL" clId="{DB432BB3-FDEE-4FBA-8D1C-FD0D78E4DD8C}" dt="2021-01-29T05:23:18.569" v="132" actId="1076"/>
          <ac:cxnSpMkLst>
            <pc:docMk/>
            <pc:sldMk cId="3547344613" sldId="366"/>
            <ac:cxnSpMk id="14" creationId="{7F9892F8-E633-4D0E-8E01-8B5AFDA4C024}"/>
          </ac:cxnSpMkLst>
        </pc:cxnChg>
        <pc:cxnChg chg="add mod">
          <ac:chgData name="鈴木 秀規" userId="f68c5fd9-22d5-4c0a-9833-7fb0f5135313" providerId="ADAL" clId="{DB432BB3-FDEE-4FBA-8D1C-FD0D78E4DD8C}" dt="2021-01-29T05:23:18.569" v="132" actId="1076"/>
          <ac:cxnSpMkLst>
            <pc:docMk/>
            <pc:sldMk cId="3547344613" sldId="366"/>
            <ac:cxnSpMk id="17" creationId="{E2ACFA5A-6001-417D-AC87-6172481849A6}"/>
          </ac:cxnSpMkLst>
        </pc:cxnChg>
      </pc:sldChg>
      <pc:sldChg chg="modSp new mod">
        <pc:chgData name="鈴木 秀規" userId="f68c5fd9-22d5-4c0a-9833-7fb0f5135313" providerId="ADAL" clId="{DB432BB3-FDEE-4FBA-8D1C-FD0D78E4DD8C}" dt="2021-01-29T05:24:00.837" v="141" actId="207"/>
        <pc:sldMkLst>
          <pc:docMk/>
          <pc:sldMk cId="1081764745" sldId="367"/>
        </pc:sldMkLst>
        <pc:spChg chg="mod">
          <ac:chgData name="鈴木 秀規" userId="f68c5fd9-22d5-4c0a-9833-7fb0f5135313" providerId="ADAL" clId="{DB432BB3-FDEE-4FBA-8D1C-FD0D78E4DD8C}" dt="2021-01-29T05:23:28.825" v="134"/>
          <ac:spMkLst>
            <pc:docMk/>
            <pc:sldMk cId="1081764745" sldId="367"/>
            <ac:spMk id="3" creationId="{BEE6BC14-C5B6-4F88-9D10-F1B9758C48C6}"/>
          </ac:spMkLst>
        </pc:spChg>
        <pc:spChg chg="mod">
          <ac:chgData name="鈴木 秀規" userId="f68c5fd9-22d5-4c0a-9833-7fb0f5135313" providerId="ADAL" clId="{DB432BB3-FDEE-4FBA-8D1C-FD0D78E4DD8C}" dt="2021-01-29T05:24:00.837" v="141" actId="207"/>
          <ac:spMkLst>
            <pc:docMk/>
            <pc:sldMk cId="1081764745" sldId="367"/>
            <ac:spMk id="5" creationId="{E03A89D4-8681-423D-AE92-65DAB22E68DE}"/>
          </ac:spMkLst>
        </pc:spChg>
      </pc:sldChg>
      <pc:sldChg chg="del">
        <pc:chgData name="鈴木 秀規" userId="f68c5fd9-22d5-4c0a-9833-7fb0f5135313" providerId="ADAL" clId="{DB432BB3-FDEE-4FBA-8D1C-FD0D78E4DD8C}" dt="2021-01-29T05:04:38.268" v="2" actId="2696"/>
        <pc:sldMkLst>
          <pc:docMk/>
          <pc:sldMk cId="2894058037" sldId="367"/>
        </pc:sldMkLst>
      </pc:sldChg>
      <pc:sldChg chg="addSp modSp new mod">
        <pc:chgData name="鈴木 秀規" userId="f68c5fd9-22d5-4c0a-9833-7fb0f5135313" providerId="ADAL" clId="{DB432BB3-FDEE-4FBA-8D1C-FD0D78E4DD8C}" dt="2021-01-29T05:26:03.274" v="161" actId="12385"/>
        <pc:sldMkLst>
          <pc:docMk/>
          <pc:sldMk cId="47343938" sldId="368"/>
        </pc:sldMkLst>
        <pc:spChg chg="mod">
          <ac:chgData name="鈴木 秀規" userId="f68c5fd9-22d5-4c0a-9833-7fb0f5135313" providerId="ADAL" clId="{DB432BB3-FDEE-4FBA-8D1C-FD0D78E4DD8C}" dt="2021-01-29T05:24:32.301" v="143"/>
          <ac:spMkLst>
            <pc:docMk/>
            <pc:sldMk cId="47343938" sldId="368"/>
            <ac:spMk id="3" creationId="{AFFFFD8D-E323-43F7-8241-818684FB11FA}"/>
          </ac:spMkLst>
        </pc:spChg>
        <pc:spChg chg="mod">
          <ac:chgData name="鈴木 秀規" userId="f68c5fd9-22d5-4c0a-9833-7fb0f5135313" providerId="ADAL" clId="{DB432BB3-FDEE-4FBA-8D1C-FD0D78E4DD8C}" dt="2021-01-29T05:25:25.329" v="154" actId="14100"/>
          <ac:spMkLst>
            <pc:docMk/>
            <pc:sldMk cId="47343938" sldId="368"/>
            <ac:spMk id="5" creationId="{D83F637A-3447-4A73-B16C-70E45276B0EB}"/>
          </ac:spMkLst>
        </pc:spChg>
        <pc:graphicFrameChg chg="add mod modGraphic">
          <ac:chgData name="鈴木 秀規" userId="f68c5fd9-22d5-4c0a-9833-7fb0f5135313" providerId="ADAL" clId="{DB432BB3-FDEE-4FBA-8D1C-FD0D78E4DD8C}" dt="2021-01-29T05:26:03.274" v="161" actId="12385"/>
          <ac:graphicFrameMkLst>
            <pc:docMk/>
            <pc:sldMk cId="47343938" sldId="368"/>
            <ac:graphicFrameMk id="6" creationId="{C100E4D4-72EA-4488-BD95-AA35E3548276}"/>
          </ac:graphicFrameMkLst>
        </pc:graphicFrameChg>
      </pc:sldChg>
      <pc:sldChg chg="del">
        <pc:chgData name="鈴木 秀規" userId="f68c5fd9-22d5-4c0a-9833-7fb0f5135313" providerId="ADAL" clId="{DB432BB3-FDEE-4FBA-8D1C-FD0D78E4DD8C}" dt="2021-01-29T05:04:38.268" v="2" actId="2696"/>
        <pc:sldMkLst>
          <pc:docMk/>
          <pc:sldMk cId="2878348738" sldId="368"/>
        </pc:sldMkLst>
      </pc:sldChg>
      <pc:sldChg chg="del">
        <pc:chgData name="鈴木 秀規" userId="f68c5fd9-22d5-4c0a-9833-7fb0f5135313" providerId="ADAL" clId="{DB432BB3-FDEE-4FBA-8D1C-FD0D78E4DD8C}" dt="2021-01-29T05:04:38.268" v="2" actId="2696"/>
        <pc:sldMkLst>
          <pc:docMk/>
          <pc:sldMk cId="36233667" sldId="369"/>
        </pc:sldMkLst>
      </pc:sldChg>
      <pc:sldChg chg="addSp delSp modSp new mod">
        <pc:chgData name="鈴木 秀規" userId="f68c5fd9-22d5-4c0a-9833-7fb0f5135313" providerId="ADAL" clId="{DB432BB3-FDEE-4FBA-8D1C-FD0D78E4DD8C}" dt="2021-01-29T05:30:51.476" v="180" actId="478"/>
        <pc:sldMkLst>
          <pc:docMk/>
          <pc:sldMk cId="782233904" sldId="369"/>
        </pc:sldMkLst>
        <pc:spChg chg="mod">
          <ac:chgData name="鈴木 秀規" userId="f68c5fd9-22d5-4c0a-9833-7fb0f5135313" providerId="ADAL" clId="{DB432BB3-FDEE-4FBA-8D1C-FD0D78E4DD8C}" dt="2021-01-29T05:26:58.402" v="163"/>
          <ac:spMkLst>
            <pc:docMk/>
            <pc:sldMk cId="782233904" sldId="369"/>
            <ac:spMk id="3" creationId="{495416A4-F520-4E36-9497-49DEAAC3581D}"/>
          </ac:spMkLst>
        </pc:spChg>
        <pc:spChg chg="mod">
          <ac:chgData name="鈴木 秀規" userId="f68c5fd9-22d5-4c0a-9833-7fb0f5135313" providerId="ADAL" clId="{DB432BB3-FDEE-4FBA-8D1C-FD0D78E4DD8C}" dt="2021-01-29T05:27:17.744" v="167" actId="14100"/>
          <ac:spMkLst>
            <pc:docMk/>
            <pc:sldMk cId="782233904" sldId="369"/>
            <ac:spMk id="5" creationId="{0EAF823F-3D63-4873-AF1C-478A5E6B854B}"/>
          </ac:spMkLst>
        </pc:spChg>
        <pc:spChg chg="add mod">
          <ac:chgData name="鈴木 秀規" userId="f68c5fd9-22d5-4c0a-9833-7fb0f5135313" providerId="ADAL" clId="{DB432BB3-FDEE-4FBA-8D1C-FD0D78E4DD8C}" dt="2021-01-29T05:27:54.709" v="176" actId="207"/>
          <ac:spMkLst>
            <pc:docMk/>
            <pc:sldMk cId="782233904" sldId="369"/>
            <ac:spMk id="6" creationId="{7E91C1A6-3808-4E43-87AF-CE95D75AFE29}"/>
          </ac:spMkLst>
        </pc:spChg>
        <pc:spChg chg="add del mod">
          <ac:chgData name="鈴木 秀規" userId="f68c5fd9-22d5-4c0a-9833-7fb0f5135313" providerId="ADAL" clId="{DB432BB3-FDEE-4FBA-8D1C-FD0D78E4DD8C}" dt="2021-01-29T05:30:51.476" v="180" actId="478"/>
          <ac:spMkLst>
            <pc:docMk/>
            <pc:sldMk cId="782233904" sldId="369"/>
            <ac:spMk id="7" creationId="{29747825-0104-4A7B-AA4D-02AB6A3D1BCF}"/>
          </ac:spMkLst>
        </pc:spChg>
        <pc:spChg chg="add del mod">
          <ac:chgData name="鈴木 秀規" userId="f68c5fd9-22d5-4c0a-9833-7fb0f5135313" providerId="ADAL" clId="{DB432BB3-FDEE-4FBA-8D1C-FD0D78E4DD8C}" dt="2021-01-29T05:30:51.476" v="180" actId="478"/>
          <ac:spMkLst>
            <pc:docMk/>
            <pc:sldMk cId="782233904" sldId="369"/>
            <ac:spMk id="8" creationId="{2C11455E-730B-43AF-8796-4611E817A637}"/>
          </ac:spMkLst>
        </pc:spChg>
        <pc:spChg chg="add del mod">
          <ac:chgData name="鈴木 秀規" userId="f68c5fd9-22d5-4c0a-9833-7fb0f5135313" providerId="ADAL" clId="{DB432BB3-FDEE-4FBA-8D1C-FD0D78E4DD8C}" dt="2021-01-29T05:30:51.476" v="180" actId="478"/>
          <ac:spMkLst>
            <pc:docMk/>
            <pc:sldMk cId="782233904" sldId="369"/>
            <ac:spMk id="11" creationId="{6E8794DD-7268-4B4C-8CE9-EB3884CAF55A}"/>
          </ac:spMkLst>
        </pc:spChg>
        <pc:spChg chg="add del mod">
          <ac:chgData name="鈴木 秀規" userId="f68c5fd9-22d5-4c0a-9833-7fb0f5135313" providerId="ADAL" clId="{DB432BB3-FDEE-4FBA-8D1C-FD0D78E4DD8C}" dt="2021-01-29T05:30:51.476" v="180" actId="478"/>
          <ac:spMkLst>
            <pc:docMk/>
            <pc:sldMk cId="782233904" sldId="369"/>
            <ac:spMk id="12" creationId="{FB21264C-BFD9-4A38-A232-315996615901}"/>
          </ac:spMkLst>
        </pc:spChg>
        <pc:cxnChg chg="add del mod">
          <ac:chgData name="鈴木 秀規" userId="f68c5fd9-22d5-4c0a-9833-7fb0f5135313" providerId="ADAL" clId="{DB432BB3-FDEE-4FBA-8D1C-FD0D78E4DD8C}" dt="2021-01-29T05:30:51.476" v="180" actId="478"/>
          <ac:cxnSpMkLst>
            <pc:docMk/>
            <pc:sldMk cId="782233904" sldId="369"/>
            <ac:cxnSpMk id="9" creationId="{2DE22BC8-837A-48DD-B160-68F5B9390879}"/>
          </ac:cxnSpMkLst>
        </pc:cxnChg>
        <pc:cxnChg chg="add del mod">
          <ac:chgData name="鈴木 秀規" userId="f68c5fd9-22d5-4c0a-9833-7fb0f5135313" providerId="ADAL" clId="{DB432BB3-FDEE-4FBA-8D1C-FD0D78E4DD8C}" dt="2021-01-29T05:30:51.476" v="180" actId="478"/>
          <ac:cxnSpMkLst>
            <pc:docMk/>
            <pc:sldMk cId="782233904" sldId="369"/>
            <ac:cxnSpMk id="10" creationId="{B7751DBE-239A-4820-BE67-A422F505A407}"/>
          </ac:cxnSpMkLst>
        </pc:cxnChg>
      </pc:sldChg>
      <pc:sldChg chg="addSp modSp new mod">
        <pc:chgData name="鈴木 秀規" userId="f68c5fd9-22d5-4c0a-9833-7fb0f5135313" providerId="ADAL" clId="{DB432BB3-FDEE-4FBA-8D1C-FD0D78E4DD8C}" dt="2021-01-29T05:33:25.967" v="213" actId="207"/>
        <pc:sldMkLst>
          <pc:docMk/>
          <pc:sldMk cId="1737792014" sldId="370"/>
        </pc:sldMkLst>
        <pc:spChg chg="mod">
          <ac:chgData name="鈴木 秀規" userId="f68c5fd9-22d5-4c0a-9833-7fb0f5135313" providerId="ADAL" clId="{DB432BB3-FDEE-4FBA-8D1C-FD0D78E4DD8C}" dt="2021-01-29T05:31:33.543" v="181"/>
          <ac:spMkLst>
            <pc:docMk/>
            <pc:sldMk cId="1737792014" sldId="370"/>
            <ac:spMk id="3" creationId="{E0AAD46C-E691-4BC7-9048-40BF92C11C09}"/>
          </ac:spMkLst>
        </pc:spChg>
        <pc:spChg chg="mod">
          <ac:chgData name="鈴木 秀規" userId="f68c5fd9-22d5-4c0a-9833-7fb0f5135313" providerId="ADAL" clId="{DB432BB3-FDEE-4FBA-8D1C-FD0D78E4DD8C}" dt="2021-01-29T05:32:20.865" v="189" actId="14100"/>
          <ac:spMkLst>
            <pc:docMk/>
            <pc:sldMk cId="1737792014" sldId="370"/>
            <ac:spMk id="5" creationId="{0486243C-EF04-4A71-9532-6A74B5EBDF69}"/>
          </ac:spMkLst>
        </pc:spChg>
        <pc:spChg chg="add mod">
          <ac:chgData name="鈴木 秀規" userId="f68c5fd9-22d5-4c0a-9833-7fb0f5135313" providerId="ADAL" clId="{DB432BB3-FDEE-4FBA-8D1C-FD0D78E4DD8C}" dt="2021-01-29T05:32:13.412" v="188" actId="14100"/>
          <ac:spMkLst>
            <pc:docMk/>
            <pc:sldMk cId="1737792014" sldId="370"/>
            <ac:spMk id="6" creationId="{3AE039A5-FCCD-4FE0-8AEB-7D1B306E4E11}"/>
          </ac:spMkLst>
        </pc:spChg>
        <pc:spChg chg="add mod">
          <ac:chgData name="鈴木 秀規" userId="f68c5fd9-22d5-4c0a-9833-7fb0f5135313" providerId="ADAL" clId="{DB432BB3-FDEE-4FBA-8D1C-FD0D78E4DD8C}" dt="2021-01-29T05:32:36.092" v="202" actId="14100"/>
          <ac:spMkLst>
            <pc:docMk/>
            <pc:sldMk cId="1737792014" sldId="370"/>
            <ac:spMk id="7" creationId="{E3399015-1D4D-465C-88A3-5C5681DAFE5E}"/>
          </ac:spMkLst>
        </pc:spChg>
        <pc:spChg chg="add mod">
          <ac:chgData name="鈴木 秀規" userId="f68c5fd9-22d5-4c0a-9833-7fb0f5135313" providerId="ADAL" clId="{DB432BB3-FDEE-4FBA-8D1C-FD0D78E4DD8C}" dt="2021-01-29T05:33:01.298" v="208" actId="207"/>
          <ac:spMkLst>
            <pc:docMk/>
            <pc:sldMk cId="1737792014" sldId="370"/>
            <ac:spMk id="8" creationId="{FCCEA2E3-9A05-42E9-A5C8-11521BD50B77}"/>
          </ac:spMkLst>
        </pc:spChg>
        <pc:spChg chg="add mod">
          <ac:chgData name="鈴木 秀規" userId="f68c5fd9-22d5-4c0a-9833-7fb0f5135313" providerId="ADAL" clId="{DB432BB3-FDEE-4FBA-8D1C-FD0D78E4DD8C}" dt="2021-01-29T05:33:25.967" v="213" actId="207"/>
          <ac:spMkLst>
            <pc:docMk/>
            <pc:sldMk cId="1737792014" sldId="370"/>
            <ac:spMk id="9" creationId="{70DF5C5F-B970-4B00-A841-02D8C578289D}"/>
          </ac:spMkLst>
        </pc:spChg>
      </pc:sldChg>
      <pc:sldChg chg="del">
        <pc:chgData name="鈴木 秀規" userId="f68c5fd9-22d5-4c0a-9833-7fb0f5135313" providerId="ADAL" clId="{DB432BB3-FDEE-4FBA-8D1C-FD0D78E4DD8C}" dt="2021-01-29T05:04:38.268" v="2" actId="2696"/>
        <pc:sldMkLst>
          <pc:docMk/>
          <pc:sldMk cId="3279262032" sldId="370"/>
        </pc:sldMkLst>
      </pc:sldChg>
      <pc:sldChg chg="del">
        <pc:chgData name="鈴木 秀規" userId="f68c5fd9-22d5-4c0a-9833-7fb0f5135313" providerId="ADAL" clId="{DB432BB3-FDEE-4FBA-8D1C-FD0D78E4DD8C}" dt="2021-01-29T05:04:38.268" v="2" actId="2696"/>
        <pc:sldMkLst>
          <pc:docMk/>
          <pc:sldMk cId="1944304840" sldId="371"/>
        </pc:sldMkLst>
      </pc:sldChg>
      <pc:sldChg chg="addSp modSp new mod">
        <pc:chgData name="鈴木 秀規" userId="f68c5fd9-22d5-4c0a-9833-7fb0f5135313" providerId="ADAL" clId="{DB432BB3-FDEE-4FBA-8D1C-FD0D78E4DD8C}" dt="2021-01-29T05:37:36.982" v="275" actId="14100"/>
        <pc:sldMkLst>
          <pc:docMk/>
          <pc:sldMk cId="2455826938" sldId="371"/>
        </pc:sldMkLst>
        <pc:spChg chg="mod">
          <ac:chgData name="鈴木 秀規" userId="f68c5fd9-22d5-4c0a-9833-7fb0f5135313" providerId="ADAL" clId="{DB432BB3-FDEE-4FBA-8D1C-FD0D78E4DD8C}" dt="2021-01-29T05:33:53.037" v="215"/>
          <ac:spMkLst>
            <pc:docMk/>
            <pc:sldMk cId="2455826938" sldId="371"/>
            <ac:spMk id="3" creationId="{1AD5C23C-B005-4C8D-81B4-35029C390C71}"/>
          </ac:spMkLst>
        </pc:spChg>
        <pc:spChg chg="mod">
          <ac:chgData name="鈴木 秀規" userId="f68c5fd9-22d5-4c0a-9833-7fb0f5135313" providerId="ADAL" clId="{DB432BB3-FDEE-4FBA-8D1C-FD0D78E4DD8C}" dt="2021-01-29T05:34:30.067" v="222" actId="14100"/>
          <ac:spMkLst>
            <pc:docMk/>
            <pc:sldMk cId="2455826938" sldId="371"/>
            <ac:spMk id="5" creationId="{A3199AFB-613F-4B3C-9122-E63651660BDF}"/>
          </ac:spMkLst>
        </pc:spChg>
        <pc:spChg chg="add mod">
          <ac:chgData name="鈴木 秀規" userId="f68c5fd9-22d5-4c0a-9833-7fb0f5135313" providerId="ADAL" clId="{DB432BB3-FDEE-4FBA-8D1C-FD0D78E4DD8C}" dt="2021-01-29T05:35:40.698" v="242" actId="1076"/>
          <ac:spMkLst>
            <pc:docMk/>
            <pc:sldMk cId="2455826938" sldId="371"/>
            <ac:spMk id="6" creationId="{54DCB293-B2A3-44F4-AC0F-B9E6561DCC1F}"/>
          </ac:spMkLst>
        </pc:spChg>
        <pc:spChg chg="add mod">
          <ac:chgData name="鈴木 秀規" userId="f68c5fd9-22d5-4c0a-9833-7fb0f5135313" providerId="ADAL" clId="{DB432BB3-FDEE-4FBA-8D1C-FD0D78E4DD8C}" dt="2021-01-29T05:35:29.399" v="238" actId="1076"/>
          <ac:spMkLst>
            <pc:docMk/>
            <pc:sldMk cId="2455826938" sldId="371"/>
            <ac:spMk id="7" creationId="{5D9A6AD8-1F5E-49EE-9B95-F0F8ECB2F985}"/>
          </ac:spMkLst>
        </pc:spChg>
        <pc:spChg chg="add mod">
          <ac:chgData name="鈴木 秀規" userId="f68c5fd9-22d5-4c0a-9833-7fb0f5135313" providerId="ADAL" clId="{DB432BB3-FDEE-4FBA-8D1C-FD0D78E4DD8C}" dt="2021-01-29T05:35:53.720" v="249" actId="20577"/>
          <ac:spMkLst>
            <pc:docMk/>
            <pc:sldMk cId="2455826938" sldId="371"/>
            <ac:spMk id="8" creationId="{3006B7FE-D325-4C49-9E3D-F1728C021A27}"/>
          </ac:spMkLst>
        </pc:spChg>
        <pc:spChg chg="add mod">
          <ac:chgData name="鈴木 秀規" userId="f68c5fd9-22d5-4c0a-9833-7fb0f5135313" providerId="ADAL" clId="{DB432BB3-FDEE-4FBA-8D1C-FD0D78E4DD8C}" dt="2021-01-29T05:35:59.701" v="254" actId="20577"/>
          <ac:spMkLst>
            <pc:docMk/>
            <pc:sldMk cId="2455826938" sldId="371"/>
            <ac:spMk id="9" creationId="{60C5571B-DB79-46AF-A9D9-D844C8780873}"/>
          </ac:spMkLst>
        </pc:spChg>
        <pc:spChg chg="add mod">
          <ac:chgData name="鈴木 秀規" userId="f68c5fd9-22d5-4c0a-9833-7fb0f5135313" providerId="ADAL" clId="{DB432BB3-FDEE-4FBA-8D1C-FD0D78E4DD8C}" dt="2021-01-29T05:37:36.982" v="275" actId="14100"/>
          <ac:spMkLst>
            <pc:docMk/>
            <pc:sldMk cId="2455826938" sldId="371"/>
            <ac:spMk id="18" creationId="{FA026018-EF62-46B9-BE02-731A37D9403A}"/>
          </ac:spMkLst>
        </pc:spChg>
        <pc:cxnChg chg="add mod">
          <ac:chgData name="鈴木 秀規" userId="f68c5fd9-22d5-4c0a-9833-7fb0f5135313" providerId="ADAL" clId="{DB432BB3-FDEE-4FBA-8D1C-FD0D78E4DD8C}" dt="2021-01-29T05:36:47.771" v="262" actId="1582"/>
          <ac:cxnSpMkLst>
            <pc:docMk/>
            <pc:sldMk cId="2455826938" sldId="371"/>
            <ac:cxnSpMk id="11" creationId="{B502B5E2-4283-4AFB-A165-A6E8ACC46F64}"/>
          </ac:cxnSpMkLst>
        </pc:cxnChg>
        <pc:cxnChg chg="add mod">
          <ac:chgData name="鈴木 秀規" userId="f68c5fd9-22d5-4c0a-9833-7fb0f5135313" providerId="ADAL" clId="{DB432BB3-FDEE-4FBA-8D1C-FD0D78E4DD8C}" dt="2021-01-29T05:36:47.771" v="262" actId="1582"/>
          <ac:cxnSpMkLst>
            <pc:docMk/>
            <pc:sldMk cId="2455826938" sldId="371"/>
            <ac:cxnSpMk id="13" creationId="{29E26D68-6985-4BFB-BBFA-409684373882}"/>
          </ac:cxnSpMkLst>
        </pc:cxnChg>
        <pc:cxnChg chg="add mod">
          <ac:chgData name="鈴木 秀規" userId="f68c5fd9-22d5-4c0a-9833-7fb0f5135313" providerId="ADAL" clId="{DB432BB3-FDEE-4FBA-8D1C-FD0D78E4DD8C}" dt="2021-01-29T05:36:47.771" v="262" actId="1582"/>
          <ac:cxnSpMkLst>
            <pc:docMk/>
            <pc:sldMk cId="2455826938" sldId="371"/>
            <ac:cxnSpMk id="17" creationId="{AE3B5ED6-AB17-4929-B720-B589EAD7FDA2}"/>
          </ac:cxnSpMkLst>
        </pc:cxnChg>
      </pc:sldChg>
      <pc:sldChg chg="del">
        <pc:chgData name="鈴木 秀規" userId="f68c5fd9-22d5-4c0a-9833-7fb0f5135313" providerId="ADAL" clId="{DB432BB3-FDEE-4FBA-8D1C-FD0D78E4DD8C}" dt="2021-01-29T05:04:38.268" v="2" actId="2696"/>
        <pc:sldMkLst>
          <pc:docMk/>
          <pc:sldMk cId="266285334" sldId="372"/>
        </pc:sldMkLst>
      </pc:sldChg>
      <pc:sldChg chg="addSp modSp new mod">
        <pc:chgData name="鈴木 秀規" userId="f68c5fd9-22d5-4c0a-9833-7fb0f5135313" providerId="ADAL" clId="{DB432BB3-FDEE-4FBA-8D1C-FD0D78E4DD8C}" dt="2021-01-29T05:39:29.443" v="294" actId="207"/>
        <pc:sldMkLst>
          <pc:docMk/>
          <pc:sldMk cId="1391664772" sldId="372"/>
        </pc:sldMkLst>
        <pc:spChg chg="mod">
          <ac:chgData name="鈴木 秀規" userId="f68c5fd9-22d5-4c0a-9833-7fb0f5135313" providerId="ADAL" clId="{DB432BB3-FDEE-4FBA-8D1C-FD0D78E4DD8C}" dt="2021-01-29T05:37:48.493" v="277"/>
          <ac:spMkLst>
            <pc:docMk/>
            <pc:sldMk cId="1391664772" sldId="372"/>
            <ac:spMk id="3" creationId="{3A132253-9F07-4A48-ACB5-0476FEF5D81E}"/>
          </ac:spMkLst>
        </pc:spChg>
        <pc:spChg chg="mod">
          <ac:chgData name="鈴木 秀規" userId="f68c5fd9-22d5-4c0a-9833-7fb0f5135313" providerId="ADAL" clId="{DB432BB3-FDEE-4FBA-8D1C-FD0D78E4DD8C}" dt="2021-01-29T05:38:03.424" v="281" actId="14100"/>
          <ac:spMkLst>
            <pc:docMk/>
            <pc:sldMk cId="1391664772" sldId="372"/>
            <ac:spMk id="5" creationId="{22F501FF-9916-451B-ABB1-F649178EE7BF}"/>
          </ac:spMkLst>
        </pc:spChg>
        <pc:spChg chg="add mod">
          <ac:chgData name="鈴木 秀規" userId="f68c5fd9-22d5-4c0a-9833-7fb0f5135313" providerId="ADAL" clId="{DB432BB3-FDEE-4FBA-8D1C-FD0D78E4DD8C}" dt="2021-01-29T05:38:20.915" v="284" actId="14100"/>
          <ac:spMkLst>
            <pc:docMk/>
            <pc:sldMk cId="1391664772" sldId="372"/>
            <ac:spMk id="6" creationId="{7AC1C33E-C262-48EA-889B-8F1AF8B23DDB}"/>
          </ac:spMkLst>
        </pc:spChg>
        <pc:spChg chg="add mod">
          <ac:chgData name="鈴木 秀規" userId="f68c5fd9-22d5-4c0a-9833-7fb0f5135313" providerId="ADAL" clId="{DB432BB3-FDEE-4FBA-8D1C-FD0D78E4DD8C}" dt="2021-01-29T05:39:29.443" v="294" actId="207"/>
          <ac:spMkLst>
            <pc:docMk/>
            <pc:sldMk cId="1391664772" sldId="372"/>
            <ac:spMk id="7" creationId="{2B736A55-7D5E-4427-B31B-084CDCE7572F}"/>
          </ac:spMkLst>
        </pc:spChg>
        <pc:spChg chg="add mod">
          <ac:chgData name="鈴木 秀規" userId="f68c5fd9-22d5-4c0a-9833-7fb0f5135313" providerId="ADAL" clId="{DB432BB3-FDEE-4FBA-8D1C-FD0D78E4DD8C}" dt="2021-01-29T05:38:51.367" v="290" actId="14100"/>
          <ac:spMkLst>
            <pc:docMk/>
            <pc:sldMk cId="1391664772" sldId="372"/>
            <ac:spMk id="8" creationId="{788DD199-01D9-44FB-88AB-2A8BA62A7A07}"/>
          </ac:spMkLst>
        </pc:spChg>
      </pc:sldChg>
      <pc:sldChg chg="addSp modSp new mod">
        <pc:chgData name="鈴木 秀規" userId="f68c5fd9-22d5-4c0a-9833-7fb0f5135313" providerId="ADAL" clId="{DB432BB3-FDEE-4FBA-8D1C-FD0D78E4DD8C}" dt="2021-01-29T05:40:36.350" v="306" actId="207"/>
        <pc:sldMkLst>
          <pc:docMk/>
          <pc:sldMk cId="3705183717" sldId="373"/>
        </pc:sldMkLst>
        <pc:spChg chg="mod">
          <ac:chgData name="鈴木 秀規" userId="f68c5fd9-22d5-4c0a-9833-7fb0f5135313" providerId="ADAL" clId="{DB432BB3-FDEE-4FBA-8D1C-FD0D78E4DD8C}" dt="2021-01-29T05:39:46.488" v="296"/>
          <ac:spMkLst>
            <pc:docMk/>
            <pc:sldMk cId="3705183717" sldId="373"/>
            <ac:spMk id="3" creationId="{7365F174-5FBC-4DD9-9948-59F773CCDDB2}"/>
          </ac:spMkLst>
        </pc:spChg>
        <pc:spChg chg="mod">
          <ac:chgData name="鈴木 秀規" userId="f68c5fd9-22d5-4c0a-9833-7fb0f5135313" providerId="ADAL" clId="{DB432BB3-FDEE-4FBA-8D1C-FD0D78E4DD8C}" dt="2021-01-29T05:40:01.338" v="299" actId="14100"/>
          <ac:spMkLst>
            <pc:docMk/>
            <pc:sldMk cId="3705183717" sldId="373"/>
            <ac:spMk id="5" creationId="{BEE8D780-59FA-48B1-997F-AF7C2ED0F6AD}"/>
          </ac:spMkLst>
        </pc:spChg>
        <pc:spChg chg="add mod">
          <ac:chgData name="鈴木 秀規" userId="f68c5fd9-22d5-4c0a-9833-7fb0f5135313" providerId="ADAL" clId="{DB432BB3-FDEE-4FBA-8D1C-FD0D78E4DD8C}" dt="2021-01-29T05:40:36.350" v="306" actId="207"/>
          <ac:spMkLst>
            <pc:docMk/>
            <pc:sldMk cId="3705183717" sldId="373"/>
            <ac:spMk id="6" creationId="{1EE159D3-F4D4-4D98-8150-2CE0B5E52E9E}"/>
          </ac:spMkLst>
        </pc:spChg>
      </pc:sldChg>
      <pc:sldChg chg="addSp modSp new mod">
        <pc:chgData name="鈴木 秀規" userId="f68c5fd9-22d5-4c0a-9833-7fb0f5135313" providerId="ADAL" clId="{DB432BB3-FDEE-4FBA-8D1C-FD0D78E4DD8C}" dt="2021-01-29T05:42:48.308" v="322" actId="12385"/>
        <pc:sldMkLst>
          <pc:docMk/>
          <pc:sldMk cId="2354486160" sldId="374"/>
        </pc:sldMkLst>
        <pc:spChg chg="mod">
          <ac:chgData name="鈴木 秀規" userId="f68c5fd9-22d5-4c0a-9833-7fb0f5135313" providerId="ADAL" clId="{DB432BB3-FDEE-4FBA-8D1C-FD0D78E4DD8C}" dt="2021-01-29T05:41:37.631" v="308"/>
          <ac:spMkLst>
            <pc:docMk/>
            <pc:sldMk cId="2354486160" sldId="374"/>
            <ac:spMk id="3" creationId="{BBCD852E-6D3F-4225-8505-8F857171C028}"/>
          </ac:spMkLst>
        </pc:spChg>
        <pc:spChg chg="mod">
          <ac:chgData name="鈴木 秀規" userId="f68c5fd9-22d5-4c0a-9833-7fb0f5135313" providerId="ADAL" clId="{DB432BB3-FDEE-4FBA-8D1C-FD0D78E4DD8C}" dt="2021-01-29T05:42:06.755" v="312" actId="14100"/>
          <ac:spMkLst>
            <pc:docMk/>
            <pc:sldMk cId="2354486160" sldId="374"/>
            <ac:spMk id="5" creationId="{0911996D-F7E3-45D4-80DA-0884510BC9DE}"/>
          </ac:spMkLst>
        </pc:spChg>
        <pc:graphicFrameChg chg="add mod modGraphic">
          <ac:chgData name="鈴木 秀規" userId="f68c5fd9-22d5-4c0a-9833-7fb0f5135313" providerId="ADAL" clId="{DB432BB3-FDEE-4FBA-8D1C-FD0D78E4DD8C}" dt="2021-01-29T05:42:48.308" v="322" actId="12385"/>
          <ac:graphicFrameMkLst>
            <pc:docMk/>
            <pc:sldMk cId="2354486160" sldId="374"/>
            <ac:graphicFrameMk id="6" creationId="{49E3433F-252B-48EE-9F58-4D9D617F9D5C}"/>
          </ac:graphicFrameMkLst>
        </pc:graphicFrameChg>
      </pc:sldChg>
      <pc:sldChg chg="modSp new mod">
        <pc:chgData name="鈴木 秀規" userId="f68c5fd9-22d5-4c0a-9833-7fb0f5135313" providerId="ADAL" clId="{DB432BB3-FDEE-4FBA-8D1C-FD0D78E4DD8C}" dt="2021-01-29T05:47:31.707" v="361" actId="6549"/>
        <pc:sldMkLst>
          <pc:docMk/>
          <pc:sldMk cId="1909491314" sldId="375"/>
        </pc:sldMkLst>
        <pc:spChg chg="mod">
          <ac:chgData name="鈴木 秀規" userId="f68c5fd9-22d5-4c0a-9833-7fb0f5135313" providerId="ADAL" clId="{DB432BB3-FDEE-4FBA-8D1C-FD0D78E4DD8C}" dt="2021-01-29T05:43:03.309" v="324"/>
          <ac:spMkLst>
            <pc:docMk/>
            <pc:sldMk cId="1909491314" sldId="375"/>
            <ac:spMk id="3" creationId="{87365B4C-CE15-43AF-94F3-5D195C249F07}"/>
          </ac:spMkLst>
        </pc:spChg>
        <pc:spChg chg="mod">
          <ac:chgData name="鈴木 秀規" userId="f68c5fd9-22d5-4c0a-9833-7fb0f5135313" providerId="ADAL" clId="{DB432BB3-FDEE-4FBA-8D1C-FD0D78E4DD8C}" dt="2021-01-29T05:47:31.707" v="361" actId="6549"/>
          <ac:spMkLst>
            <pc:docMk/>
            <pc:sldMk cId="1909491314" sldId="375"/>
            <ac:spMk id="5" creationId="{D97C5F0E-4810-4773-89E1-5D7BF0C5D209}"/>
          </ac:spMkLst>
        </pc:spChg>
      </pc:sldChg>
      <pc:sldChg chg="addSp modSp new mod">
        <pc:chgData name="鈴木 秀規" userId="f68c5fd9-22d5-4c0a-9833-7fb0f5135313" providerId="ADAL" clId="{DB432BB3-FDEE-4FBA-8D1C-FD0D78E4DD8C}" dt="2021-01-29T05:49:21.366" v="385" actId="14100"/>
        <pc:sldMkLst>
          <pc:docMk/>
          <pc:sldMk cId="976327208" sldId="376"/>
        </pc:sldMkLst>
        <pc:spChg chg="mod">
          <ac:chgData name="鈴木 秀規" userId="f68c5fd9-22d5-4c0a-9833-7fb0f5135313" providerId="ADAL" clId="{DB432BB3-FDEE-4FBA-8D1C-FD0D78E4DD8C}" dt="2021-01-29T05:47:52.688" v="363"/>
          <ac:spMkLst>
            <pc:docMk/>
            <pc:sldMk cId="976327208" sldId="376"/>
            <ac:spMk id="3" creationId="{36E714A2-F5B3-40AF-BE59-21096808AE8C}"/>
          </ac:spMkLst>
        </pc:spChg>
        <pc:spChg chg="mod">
          <ac:chgData name="鈴木 秀規" userId="f68c5fd9-22d5-4c0a-9833-7fb0f5135313" providerId="ADAL" clId="{DB432BB3-FDEE-4FBA-8D1C-FD0D78E4DD8C}" dt="2021-01-29T05:48:59.652" v="379" actId="14100"/>
          <ac:spMkLst>
            <pc:docMk/>
            <pc:sldMk cId="976327208" sldId="376"/>
            <ac:spMk id="5" creationId="{A47E207A-E369-4491-987F-8B9A6C720134}"/>
          </ac:spMkLst>
        </pc:spChg>
        <pc:spChg chg="add mod">
          <ac:chgData name="鈴木 秀規" userId="f68c5fd9-22d5-4c0a-9833-7fb0f5135313" providerId="ADAL" clId="{DB432BB3-FDEE-4FBA-8D1C-FD0D78E4DD8C}" dt="2021-01-29T05:49:01.504" v="380" actId="1076"/>
          <ac:spMkLst>
            <pc:docMk/>
            <pc:sldMk cId="976327208" sldId="376"/>
            <ac:spMk id="6" creationId="{2445B583-2B82-4005-A8AE-A3A61FB7AD35}"/>
          </ac:spMkLst>
        </pc:spChg>
        <pc:spChg chg="add mod">
          <ac:chgData name="鈴木 秀規" userId="f68c5fd9-22d5-4c0a-9833-7fb0f5135313" providerId="ADAL" clId="{DB432BB3-FDEE-4FBA-8D1C-FD0D78E4DD8C}" dt="2021-01-29T05:49:21.366" v="385" actId="14100"/>
          <ac:spMkLst>
            <pc:docMk/>
            <pc:sldMk cId="976327208" sldId="376"/>
            <ac:spMk id="7" creationId="{868C05B3-9476-426C-9B95-35AB8EF05B0E}"/>
          </ac:spMkLst>
        </pc:spChg>
      </pc:sldChg>
      <pc:sldChg chg="modSp new mod">
        <pc:chgData name="鈴木 秀規" userId="f68c5fd9-22d5-4c0a-9833-7fb0f5135313" providerId="ADAL" clId="{DB432BB3-FDEE-4FBA-8D1C-FD0D78E4DD8C}" dt="2021-01-29T05:50:45.714" v="404" actId="20577"/>
        <pc:sldMkLst>
          <pc:docMk/>
          <pc:sldMk cId="2448739060" sldId="377"/>
        </pc:sldMkLst>
        <pc:spChg chg="mod">
          <ac:chgData name="鈴木 秀規" userId="f68c5fd9-22d5-4c0a-9833-7fb0f5135313" providerId="ADAL" clId="{DB432BB3-FDEE-4FBA-8D1C-FD0D78E4DD8C}" dt="2021-01-29T05:49:53.574" v="387"/>
          <ac:spMkLst>
            <pc:docMk/>
            <pc:sldMk cId="2448739060" sldId="377"/>
            <ac:spMk id="3" creationId="{6C1924C2-1CA9-41CF-8774-DCFC6236CE5C}"/>
          </ac:spMkLst>
        </pc:spChg>
        <pc:spChg chg="mod">
          <ac:chgData name="鈴木 秀規" userId="f68c5fd9-22d5-4c0a-9833-7fb0f5135313" providerId="ADAL" clId="{DB432BB3-FDEE-4FBA-8D1C-FD0D78E4DD8C}" dt="2021-01-29T05:50:45.714" v="404" actId="20577"/>
          <ac:spMkLst>
            <pc:docMk/>
            <pc:sldMk cId="2448739060" sldId="377"/>
            <ac:spMk id="5" creationId="{6638F186-29D0-41BB-A9BB-77655A718835}"/>
          </ac:spMkLst>
        </pc:spChg>
      </pc:sldChg>
      <pc:sldChg chg="modSp new mod">
        <pc:chgData name="鈴木 秀規" userId="f68c5fd9-22d5-4c0a-9833-7fb0f5135313" providerId="ADAL" clId="{DB432BB3-FDEE-4FBA-8D1C-FD0D78E4DD8C}" dt="2021-01-29T05:52:25.042" v="426" actId="6549"/>
        <pc:sldMkLst>
          <pc:docMk/>
          <pc:sldMk cId="1911133861" sldId="378"/>
        </pc:sldMkLst>
        <pc:spChg chg="mod">
          <ac:chgData name="鈴木 秀規" userId="f68c5fd9-22d5-4c0a-9833-7fb0f5135313" providerId="ADAL" clId="{DB432BB3-FDEE-4FBA-8D1C-FD0D78E4DD8C}" dt="2021-01-29T05:51:09.964" v="406"/>
          <ac:spMkLst>
            <pc:docMk/>
            <pc:sldMk cId="1911133861" sldId="378"/>
            <ac:spMk id="3" creationId="{FF7E2322-4B0F-400F-8655-0ECB59ACB5FA}"/>
          </ac:spMkLst>
        </pc:spChg>
        <pc:spChg chg="mod">
          <ac:chgData name="鈴木 秀規" userId="f68c5fd9-22d5-4c0a-9833-7fb0f5135313" providerId="ADAL" clId="{DB432BB3-FDEE-4FBA-8D1C-FD0D78E4DD8C}" dt="2021-01-29T05:52:25.042" v="426" actId="6549"/>
          <ac:spMkLst>
            <pc:docMk/>
            <pc:sldMk cId="1911133861" sldId="378"/>
            <ac:spMk id="5" creationId="{7E51E901-8F58-4551-A7CF-32C25B37845C}"/>
          </ac:spMkLst>
        </pc:spChg>
      </pc:sldChg>
    </pc:docChg>
  </pc:docChgLst>
  <pc:docChgLst>
    <pc:chgData name="松本 　諒" userId="fac9f236-0781-4e61-8b73-684b662c3ab5" providerId="ADAL" clId="{9068B391-A01F-4687-ABEE-3868819F3CC5}"/>
    <pc:docChg chg="modSld">
      <pc:chgData name="松本 　諒" userId="fac9f236-0781-4e61-8b73-684b662c3ab5" providerId="ADAL" clId="{9068B391-A01F-4687-ABEE-3868819F3CC5}" dt="2022-04-22T02:07:11.171" v="0" actId="9405"/>
      <pc:docMkLst>
        <pc:docMk/>
      </pc:docMkLst>
      <pc:sldChg chg="addSp mod">
        <pc:chgData name="松本 　諒" userId="fac9f236-0781-4e61-8b73-684b662c3ab5" providerId="ADAL" clId="{9068B391-A01F-4687-ABEE-3868819F3CC5}" dt="2022-04-22T02:07:11.171" v="0" actId="9405"/>
        <pc:sldMkLst>
          <pc:docMk/>
          <pc:sldMk cId="3266521402" sldId="373"/>
        </pc:sldMkLst>
        <pc:inkChg chg="add">
          <ac:chgData name="松本 　諒" userId="fac9f236-0781-4e61-8b73-684b662c3ab5" providerId="ADAL" clId="{9068B391-A01F-4687-ABEE-3868819F3CC5}" dt="2022-04-22T02:07:11.171" v="0" actId="9405"/>
          <ac:inkMkLst>
            <pc:docMk/>
            <pc:sldMk cId="3266521402" sldId="373"/>
            <ac:inkMk id="3" creationId="{AF0B1591-73D8-49DE-B1A3-F14840C55562}"/>
          </ac:inkMkLst>
        </pc:inkChg>
      </pc:sldChg>
    </pc:docChg>
  </pc:docChgLst>
  <pc:docChgLst>
    <pc:chgData name="鈴木 秀規" userId="f68c5fd9-22d5-4c0a-9833-7fb0f5135313" providerId="ADAL" clId="{BA521137-9338-46EB-B0B5-D78DFADC4D3B}"/>
    <pc:docChg chg="undo custSel addSld delSld modSld">
      <pc:chgData name="鈴木 秀規" userId="f68c5fd9-22d5-4c0a-9833-7fb0f5135313" providerId="ADAL" clId="{BA521137-9338-46EB-B0B5-D78DFADC4D3B}" dt="2021-02-01T07:07:06.043" v="588" actId="6549"/>
      <pc:docMkLst>
        <pc:docMk/>
      </pc:docMkLst>
      <pc:sldChg chg="modSp mod">
        <pc:chgData name="鈴木 秀規" userId="f68c5fd9-22d5-4c0a-9833-7fb0f5135313" providerId="ADAL" clId="{BA521137-9338-46EB-B0B5-D78DFADC4D3B}" dt="2021-01-29T08:11:28.252" v="12" actId="20577"/>
        <pc:sldMkLst>
          <pc:docMk/>
          <pc:sldMk cId="0" sldId="256"/>
        </pc:sldMkLst>
        <pc:spChg chg="mod">
          <ac:chgData name="鈴木 秀規" userId="f68c5fd9-22d5-4c0a-9833-7fb0f5135313" providerId="ADAL" clId="{BA521137-9338-46EB-B0B5-D78DFADC4D3B}" dt="2021-01-29T08:11:28.252" v="12" actId="20577"/>
          <ac:spMkLst>
            <pc:docMk/>
            <pc:sldMk cId="0" sldId="256"/>
            <ac:spMk id="56" creationId="{00000000-0000-0000-0000-000000000000}"/>
          </ac:spMkLst>
        </pc:spChg>
      </pc:sldChg>
      <pc:sldChg chg="modSp mod">
        <pc:chgData name="鈴木 秀規" userId="f68c5fd9-22d5-4c0a-9833-7fb0f5135313" providerId="ADAL" clId="{BA521137-9338-46EB-B0B5-D78DFADC4D3B}" dt="2021-02-01T07:07:06.043" v="588" actId="6549"/>
        <pc:sldMkLst>
          <pc:docMk/>
          <pc:sldMk cId="1668843990" sldId="360"/>
        </pc:sldMkLst>
        <pc:spChg chg="mod">
          <ac:chgData name="鈴木 秀規" userId="f68c5fd9-22d5-4c0a-9833-7fb0f5135313" providerId="ADAL" clId="{BA521137-9338-46EB-B0B5-D78DFADC4D3B}" dt="2021-02-01T07:07:06.043" v="588" actId="6549"/>
          <ac:spMkLst>
            <pc:docMk/>
            <pc:sldMk cId="1668843990" sldId="360"/>
            <ac:spMk id="9" creationId="{A4832727-EA7F-44D6-A9F2-E4AE0246960A}"/>
          </ac:spMkLst>
        </pc:spChg>
      </pc:sldChg>
      <pc:sldChg chg="modSp mod">
        <pc:chgData name="鈴木 秀規" userId="f68c5fd9-22d5-4c0a-9833-7fb0f5135313" providerId="ADAL" clId="{BA521137-9338-46EB-B0B5-D78DFADC4D3B}" dt="2021-02-01T07:05:07.573" v="390"/>
        <pc:sldMkLst>
          <pc:docMk/>
          <pc:sldMk cId="267129399" sldId="361"/>
        </pc:sldMkLst>
        <pc:spChg chg="mod">
          <ac:chgData name="鈴木 秀規" userId="f68c5fd9-22d5-4c0a-9833-7fb0f5135313" providerId="ADAL" clId="{BA521137-9338-46EB-B0B5-D78DFADC4D3B}" dt="2021-02-01T07:05:07.573" v="390"/>
          <ac:spMkLst>
            <pc:docMk/>
            <pc:sldMk cId="267129399" sldId="361"/>
            <ac:spMk id="6" creationId="{D0F3BEAC-A5EA-4EE4-95C7-0AEC1107FD29}"/>
          </ac:spMkLst>
        </pc:spChg>
      </pc:sldChg>
      <pc:sldChg chg="addSp delSp modSp mod">
        <pc:chgData name="鈴木 秀規" userId="f68c5fd9-22d5-4c0a-9833-7fb0f5135313" providerId="ADAL" clId="{BA521137-9338-46EB-B0B5-D78DFADC4D3B}" dt="2021-01-29T08:12:40.552" v="23" actId="1076"/>
        <pc:sldMkLst>
          <pc:docMk/>
          <pc:sldMk cId="2397736379" sldId="363"/>
        </pc:sldMkLst>
        <pc:spChg chg="del">
          <ac:chgData name="鈴木 秀規" userId="f68c5fd9-22d5-4c0a-9833-7fb0f5135313" providerId="ADAL" clId="{BA521137-9338-46EB-B0B5-D78DFADC4D3B}" dt="2021-01-29T08:11:59.526" v="15" actId="478"/>
          <ac:spMkLst>
            <pc:docMk/>
            <pc:sldMk cId="2397736379" sldId="363"/>
            <ac:spMk id="2" creationId="{46E93FFA-CD7A-4DE1-9D86-EE489F9307E0}"/>
          </ac:spMkLst>
        </pc:spChg>
        <pc:spChg chg="mod">
          <ac:chgData name="鈴木 秀規" userId="f68c5fd9-22d5-4c0a-9833-7fb0f5135313" providerId="ADAL" clId="{BA521137-9338-46EB-B0B5-D78DFADC4D3B}" dt="2021-01-29T08:11:43.077" v="14"/>
          <ac:spMkLst>
            <pc:docMk/>
            <pc:sldMk cId="2397736379" sldId="363"/>
            <ac:spMk id="7" creationId="{9630AD22-E64D-4A96-B059-2AF9F6580C25}"/>
          </ac:spMkLst>
        </pc:spChg>
        <pc:spChg chg="mod">
          <ac:chgData name="鈴木 秀規" userId="f68c5fd9-22d5-4c0a-9833-7fb0f5135313" providerId="ADAL" clId="{BA521137-9338-46EB-B0B5-D78DFADC4D3B}" dt="2021-01-29T08:12:05.279" v="17" actId="14100"/>
          <ac:spMkLst>
            <pc:docMk/>
            <pc:sldMk cId="2397736379" sldId="363"/>
            <ac:spMk id="8" creationId="{787CF02A-01AB-4517-BA3E-25572FA82648}"/>
          </ac:spMkLst>
        </pc:spChg>
        <pc:spChg chg="del">
          <ac:chgData name="鈴木 秀規" userId="f68c5fd9-22d5-4c0a-9833-7fb0f5135313" providerId="ADAL" clId="{BA521137-9338-46EB-B0B5-D78DFADC4D3B}" dt="2021-01-29T08:11:59.526" v="15" actId="478"/>
          <ac:spMkLst>
            <pc:docMk/>
            <pc:sldMk cId="2397736379" sldId="363"/>
            <ac:spMk id="9" creationId="{5A08F99B-9BBB-4EF1-B6B9-81067323E31C}"/>
          </ac:spMkLst>
        </pc:spChg>
        <pc:spChg chg="del">
          <ac:chgData name="鈴木 秀規" userId="f68c5fd9-22d5-4c0a-9833-7fb0f5135313" providerId="ADAL" clId="{BA521137-9338-46EB-B0B5-D78DFADC4D3B}" dt="2021-01-29T08:11:59.526" v="15" actId="478"/>
          <ac:spMkLst>
            <pc:docMk/>
            <pc:sldMk cId="2397736379" sldId="363"/>
            <ac:spMk id="11" creationId="{7EAFE004-AE1C-4053-9A2D-C966891A55BC}"/>
          </ac:spMkLst>
        </pc:spChg>
        <pc:spChg chg="del">
          <ac:chgData name="鈴木 秀規" userId="f68c5fd9-22d5-4c0a-9833-7fb0f5135313" providerId="ADAL" clId="{BA521137-9338-46EB-B0B5-D78DFADC4D3B}" dt="2021-01-29T08:11:59.526" v="15" actId="478"/>
          <ac:spMkLst>
            <pc:docMk/>
            <pc:sldMk cId="2397736379" sldId="363"/>
            <ac:spMk id="12" creationId="{7EAE6641-4197-41A2-9F32-1BF507AECFDA}"/>
          </ac:spMkLst>
        </pc:spChg>
        <pc:spChg chg="del">
          <ac:chgData name="鈴木 秀規" userId="f68c5fd9-22d5-4c0a-9833-7fb0f5135313" providerId="ADAL" clId="{BA521137-9338-46EB-B0B5-D78DFADC4D3B}" dt="2021-01-29T08:11:59.526" v="15" actId="478"/>
          <ac:spMkLst>
            <pc:docMk/>
            <pc:sldMk cId="2397736379" sldId="363"/>
            <ac:spMk id="13" creationId="{9C8518CE-9B46-4BA7-992B-40DBCDAD1FCD}"/>
          </ac:spMkLst>
        </pc:spChg>
        <pc:spChg chg="del">
          <ac:chgData name="鈴木 秀規" userId="f68c5fd9-22d5-4c0a-9833-7fb0f5135313" providerId="ADAL" clId="{BA521137-9338-46EB-B0B5-D78DFADC4D3B}" dt="2021-01-29T08:11:59.526" v="15" actId="478"/>
          <ac:spMkLst>
            <pc:docMk/>
            <pc:sldMk cId="2397736379" sldId="363"/>
            <ac:spMk id="14" creationId="{6BE85D4C-36C7-49E5-A9C8-0A9F2F14DEB6}"/>
          </ac:spMkLst>
        </pc:spChg>
        <pc:spChg chg="del">
          <ac:chgData name="鈴木 秀規" userId="f68c5fd9-22d5-4c0a-9833-7fb0f5135313" providerId="ADAL" clId="{BA521137-9338-46EB-B0B5-D78DFADC4D3B}" dt="2021-01-29T08:11:59.526" v="15" actId="478"/>
          <ac:spMkLst>
            <pc:docMk/>
            <pc:sldMk cId="2397736379" sldId="363"/>
            <ac:spMk id="15" creationId="{DB80119D-F4B0-490D-BE34-2187FD8F5AA6}"/>
          </ac:spMkLst>
        </pc:spChg>
        <pc:spChg chg="del">
          <ac:chgData name="鈴木 秀規" userId="f68c5fd9-22d5-4c0a-9833-7fb0f5135313" providerId="ADAL" clId="{BA521137-9338-46EB-B0B5-D78DFADC4D3B}" dt="2021-01-29T08:11:59.526" v="15" actId="478"/>
          <ac:spMkLst>
            <pc:docMk/>
            <pc:sldMk cId="2397736379" sldId="363"/>
            <ac:spMk id="16" creationId="{D9C5A38B-4989-4E4A-81E7-70B6941D3802}"/>
          </ac:spMkLst>
        </pc:spChg>
        <pc:spChg chg="del">
          <ac:chgData name="鈴木 秀規" userId="f68c5fd9-22d5-4c0a-9833-7fb0f5135313" providerId="ADAL" clId="{BA521137-9338-46EB-B0B5-D78DFADC4D3B}" dt="2021-01-29T08:11:59.526" v="15" actId="478"/>
          <ac:spMkLst>
            <pc:docMk/>
            <pc:sldMk cId="2397736379" sldId="363"/>
            <ac:spMk id="17" creationId="{72E2EEBB-4FFF-419E-937D-08B796182460}"/>
          </ac:spMkLst>
        </pc:spChg>
        <pc:spChg chg="del">
          <ac:chgData name="鈴木 秀規" userId="f68c5fd9-22d5-4c0a-9833-7fb0f5135313" providerId="ADAL" clId="{BA521137-9338-46EB-B0B5-D78DFADC4D3B}" dt="2021-01-29T08:11:59.526" v="15" actId="478"/>
          <ac:spMkLst>
            <pc:docMk/>
            <pc:sldMk cId="2397736379" sldId="363"/>
            <ac:spMk id="18" creationId="{5AB6AB2C-FBDD-4A63-8E66-93710C14AC2B}"/>
          </ac:spMkLst>
        </pc:spChg>
        <pc:spChg chg="del">
          <ac:chgData name="鈴木 秀規" userId="f68c5fd9-22d5-4c0a-9833-7fb0f5135313" providerId="ADAL" clId="{BA521137-9338-46EB-B0B5-D78DFADC4D3B}" dt="2021-01-29T08:11:59.526" v="15" actId="478"/>
          <ac:spMkLst>
            <pc:docMk/>
            <pc:sldMk cId="2397736379" sldId="363"/>
            <ac:spMk id="19" creationId="{FE366EBA-5E1B-4124-B661-384337ED9935}"/>
          </ac:spMkLst>
        </pc:spChg>
        <pc:spChg chg="del">
          <ac:chgData name="鈴木 秀規" userId="f68c5fd9-22d5-4c0a-9833-7fb0f5135313" providerId="ADAL" clId="{BA521137-9338-46EB-B0B5-D78DFADC4D3B}" dt="2021-01-29T08:11:59.526" v="15" actId="478"/>
          <ac:spMkLst>
            <pc:docMk/>
            <pc:sldMk cId="2397736379" sldId="363"/>
            <ac:spMk id="20" creationId="{8F37D35C-0F42-4927-8954-1E36B5993C21}"/>
          </ac:spMkLst>
        </pc:spChg>
        <pc:spChg chg="del">
          <ac:chgData name="鈴木 秀規" userId="f68c5fd9-22d5-4c0a-9833-7fb0f5135313" providerId="ADAL" clId="{BA521137-9338-46EB-B0B5-D78DFADC4D3B}" dt="2021-01-29T08:11:59.526" v="15" actId="478"/>
          <ac:spMkLst>
            <pc:docMk/>
            <pc:sldMk cId="2397736379" sldId="363"/>
            <ac:spMk id="21" creationId="{C6618877-B982-4D2B-9165-2D8DB8299258}"/>
          </ac:spMkLst>
        </pc:spChg>
        <pc:spChg chg="del">
          <ac:chgData name="鈴木 秀規" userId="f68c5fd9-22d5-4c0a-9833-7fb0f5135313" providerId="ADAL" clId="{BA521137-9338-46EB-B0B5-D78DFADC4D3B}" dt="2021-01-29T08:11:59.526" v="15" actId="478"/>
          <ac:spMkLst>
            <pc:docMk/>
            <pc:sldMk cId="2397736379" sldId="363"/>
            <ac:spMk id="27" creationId="{CFE35E5F-DC18-4FF5-ADB9-3444DA5C4119}"/>
          </ac:spMkLst>
        </pc:spChg>
        <pc:spChg chg="del">
          <ac:chgData name="鈴木 秀規" userId="f68c5fd9-22d5-4c0a-9833-7fb0f5135313" providerId="ADAL" clId="{BA521137-9338-46EB-B0B5-D78DFADC4D3B}" dt="2021-01-29T08:11:59.526" v="15" actId="478"/>
          <ac:spMkLst>
            <pc:docMk/>
            <pc:sldMk cId="2397736379" sldId="363"/>
            <ac:spMk id="28" creationId="{516FADDF-A118-4223-A85E-937737FC3F3E}"/>
          </ac:spMkLst>
        </pc:spChg>
        <pc:spChg chg="del">
          <ac:chgData name="鈴木 秀規" userId="f68c5fd9-22d5-4c0a-9833-7fb0f5135313" providerId="ADAL" clId="{BA521137-9338-46EB-B0B5-D78DFADC4D3B}" dt="2021-01-29T08:11:59.526" v="15" actId="478"/>
          <ac:spMkLst>
            <pc:docMk/>
            <pc:sldMk cId="2397736379" sldId="363"/>
            <ac:spMk id="29" creationId="{9619393A-49C8-41C7-A8D8-AB5946AA5780}"/>
          </ac:spMkLst>
        </pc:spChg>
        <pc:spChg chg="del">
          <ac:chgData name="鈴木 秀規" userId="f68c5fd9-22d5-4c0a-9833-7fb0f5135313" providerId="ADAL" clId="{BA521137-9338-46EB-B0B5-D78DFADC4D3B}" dt="2021-01-29T08:11:59.526" v="15" actId="478"/>
          <ac:spMkLst>
            <pc:docMk/>
            <pc:sldMk cId="2397736379" sldId="363"/>
            <ac:spMk id="30" creationId="{24F6808E-F11F-40E2-8323-650C8FE62679}"/>
          </ac:spMkLst>
        </pc:spChg>
        <pc:spChg chg="del">
          <ac:chgData name="鈴木 秀規" userId="f68c5fd9-22d5-4c0a-9833-7fb0f5135313" providerId="ADAL" clId="{BA521137-9338-46EB-B0B5-D78DFADC4D3B}" dt="2021-01-29T08:11:59.526" v="15" actId="478"/>
          <ac:spMkLst>
            <pc:docMk/>
            <pc:sldMk cId="2397736379" sldId="363"/>
            <ac:spMk id="31" creationId="{DF892AC4-755F-4288-A8E4-A4790EF83C46}"/>
          </ac:spMkLst>
        </pc:spChg>
        <pc:spChg chg="del">
          <ac:chgData name="鈴木 秀規" userId="f68c5fd9-22d5-4c0a-9833-7fb0f5135313" providerId="ADAL" clId="{BA521137-9338-46EB-B0B5-D78DFADC4D3B}" dt="2021-01-29T08:11:59.526" v="15" actId="478"/>
          <ac:spMkLst>
            <pc:docMk/>
            <pc:sldMk cId="2397736379" sldId="363"/>
            <ac:spMk id="32" creationId="{47A78414-8927-44CE-A5DC-F884107C2CD8}"/>
          </ac:spMkLst>
        </pc:spChg>
        <pc:spChg chg="del">
          <ac:chgData name="鈴木 秀規" userId="f68c5fd9-22d5-4c0a-9833-7fb0f5135313" providerId="ADAL" clId="{BA521137-9338-46EB-B0B5-D78DFADC4D3B}" dt="2021-01-29T08:11:59.526" v="15" actId="478"/>
          <ac:spMkLst>
            <pc:docMk/>
            <pc:sldMk cId="2397736379" sldId="363"/>
            <ac:spMk id="33" creationId="{D6821862-D197-4635-B267-0D092379B2A5}"/>
          </ac:spMkLst>
        </pc:spChg>
        <pc:spChg chg="del">
          <ac:chgData name="鈴木 秀規" userId="f68c5fd9-22d5-4c0a-9833-7fb0f5135313" providerId="ADAL" clId="{BA521137-9338-46EB-B0B5-D78DFADC4D3B}" dt="2021-01-29T08:11:59.526" v="15" actId="478"/>
          <ac:spMkLst>
            <pc:docMk/>
            <pc:sldMk cId="2397736379" sldId="363"/>
            <ac:spMk id="34" creationId="{3B55570C-221C-41F4-9049-DDFEA1E93C44}"/>
          </ac:spMkLst>
        </pc:spChg>
        <pc:spChg chg="del">
          <ac:chgData name="鈴木 秀規" userId="f68c5fd9-22d5-4c0a-9833-7fb0f5135313" providerId="ADAL" clId="{BA521137-9338-46EB-B0B5-D78DFADC4D3B}" dt="2021-01-29T08:11:59.526" v="15" actId="478"/>
          <ac:spMkLst>
            <pc:docMk/>
            <pc:sldMk cId="2397736379" sldId="363"/>
            <ac:spMk id="35" creationId="{84D725E4-B95D-4BCD-A673-73F3A9167025}"/>
          </ac:spMkLst>
        </pc:spChg>
        <pc:spChg chg="del">
          <ac:chgData name="鈴木 秀規" userId="f68c5fd9-22d5-4c0a-9833-7fb0f5135313" providerId="ADAL" clId="{BA521137-9338-46EB-B0B5-D78DFADC4D3B}" dt="2021-01-29T08:11:59.526" v="15" actId="478"/>
          <ac:spMkLst>
            <pc:docMk/>
            <pc:sldMk cId="2397736379" sldId="363"/>
            <ac:spMk id="36" creationId="{1C302B5A-D191-43A2-A239-D33371430C00}"/>
          </ac:spMkLst>
        </pc:spChg>
        <pc:spChg chg="del">
          <ac:chgData name="鈴木 秀規" userId="f68c5fd9-22d5-4c0a-9833-7fb0f5135313" providerId="ADAL" clId="{BA521137-9338-46EB-B0B5-D78DFADC4D3B}" dt="2021-01-29T08:11:59.526" v="15" actId="478"/>
          <ac:spMkLst>
            <pc:docMk/>
            <pc:sldMk cId="2397736379" sldId="363"/>
            <ac:spMk id="37" creationId="{6B8AB159-2FC9-4490-95D8-3B40F6B97955}"/>
          </ac:spMkLst>
        </pc:spChg>
        <pc:spChg chg="add mod">
          <ac:chgData name="鈴木 秀規" userId="f68c5fd9-22d5-4c0a-9833-7fb0f5135313" providerId="ADAL" clId="{BA521137-9338-46EB-B0B5-D78DFADC4D3B}" dt="2021-01-29T08:12:21.186" v="19" actId="1076"/>
          <ac:spMkLst>
            <pc:docMk/>
            <pc:sldMk cId="2397736379" sldId="363"/>
            <ac:spMk id="38" creationId="{A12A5E6F-C7E4-4697-8546-165EC56E6566}"/>
          </ac:spMkLst>
        </pc:spChg>
        <pc:spChg chg="add mod">
          <ac:chgData name="鈴木 秀規" userId="f68c5fd9-22d5-4c0a-9833-7fb0f5135313" providerId="ADAL" clId="{BA521137-9338-46EB-B0B5-D78DFADC4D3B}" dt="2021-01-29T08:12:21.186" v="19" actId="1076"/>
          <ac:spMkLst>
            <pc:docMk/>
            <pc:sldMk cId="2397736379" sldId="363"/>
            <ac:spMk id="39" creationId="{33B10C27-85A5-4045-BE92-A3CB7BEEF598}"/>
          </ac:spMkLst>
        </pc:spChg>
        <pc:spChg chg="add mod">
          <ac:chgData name="鈴木 秀規" userId="f68c5fd9-22d5-4c0a-9833-7fb0f5135313" providerId="ADAL" clId="{BA521137-9338-46EB-B0B5-D78DFADC4D3B}" dt="2021-01-29T08:12:21.186" v="19" actId="1076"/>
          <ac:spMkLst>
            <pc:docMk/>
            <pc:sldMk cId="2397736379" sldId="363"/>
            <ac:spMk id="40" creationId="{79454491-126E-4B94-9DD9-E12D0EDE2BD4}"/>
          </ac:spMkLst>
        </pc:spChg>
        <pc:spChg chg="del">
          <ac:chgData name="鈴木 秀規" userId="f68c5fd9-22d5-4c0a-9833-7fb0f5135313" providerId="ADAL" clId="{BA521137-9338-46EB-B0B5-D78DFADC4D3B}" dt="2021-01-29T08:11:59.526" v="15" actId="478"/>
          <ac:spMkLst>
            <pc:docMk/>
            <pc:sldMk cId="2397736379" sldId="363"/>
            <ac:spMk id="41" creationId="{3DD4865E-5BE3-4294-9002-C770956F9F68}"/>
          </ac:spMkLst>
        </pc:spChg>
        <pc:spChg chg="del">
          <ac:chgData name="鈴木 秀規" userId="f68c5fd9-22d5-4c0a-9833-7fb0f5135313" providerId="ADAL" clId="{BA521137-9338-46EB-B0B5-D78DFADC4D3B}" dt="2021-01-29T08:11:59.526" v="15" actId="478"/>
          <ac:spMkLst>
            <pc:docMk/>
            <pc:sldMk cId="2397736379" sldId="363"/>
            <ac:spMk id="42" creationId="{DDCEF2E7-558A-4FCD-8EA3-26C5836276FD}"/>
          </ac:spMkLst>
        </pc:spChg>
        <pc:spChg chg="add mod">
          <ac:chgData name="鈴木 秀規" userId="f68c5fd9-22d5-4c0a-9833-7fb0f5135313" providerId="ADAL" clId="{BA521137-9338-46EB-B0B5-D78DFADC4D3B}" dt="2021-01-29T08:12:21.186" v="19" actId="1076"/>
          <ac:spMkLst>
            <pc:docMk/>
            <pc:sldMk cId="2397736379" sldId="363"/>
            <ac:spMk id="43" creationId="{ACF0ABE5-E88F-4576-9C8A-CD6B2C663A5E}"/>
          </ac:spMkLst>
        </pc:spChg>
        <pc:spChg chg="add mod">
          <ac:chgData name="鈴木 秀規" userId="f68c5fd9-22d5-4c0a-9833-7fb0f5135313" providerId="ADAL" clId="{BA521137-9338-46EB-B0B5-D78DFADC4D3B}" dt="2021-01-29T08:12:40.552" v="23" actId="1076"/>
          <ac:spMkLst>
            <pc:docMk/>
            <pc:sldMk cId="2397736379" sldId="363"/>
            <ac:spMk id="52" creationId="{7EB6D7CE-CBC4-4308-9CCC-7A819BF54889}"/>
          </ac:spMkLst>
        </pc:spChg>
        <pc:picChg chg="add mod">
          <ac:chgData name="鈴木 秀規" userId="f68c5fd9-22d5-4c0a-9833-7fb0f5135313" providerId="ADAL" clId="{BA521137-9338-46EB-B0B5-D78DFADC4D3B}" dt="2021-01-29T08:12:21.186" v="19" actId="1076"/>
          <ac:picMkLst>
            <pc:docMk/>
            <pc:sldMk cId="2397736379" sldId="363"/>
            <ac:picMk id="44" creationId="{1D14C5D3-70C4-43ED-9F8A-9D52944FB805}"/>
          </ac:picMkLst>
        </pc:picChg>
        <pc:picChg chg="add mod">
          <ac:chgData name="鈴木 秀規" userId="f68c5fd9-22d5-4c0a-9833-7fb0f5135313" providerId="ADAL" clId="{BA521137-9338-46EB-B0B5-D78DFADC4D3B}" dt="2021-01-29T08:12:21.186" v="19" actId="1076"/>
          <ac:picMkLst>
            <pc:docMk/>
            <pc:sldMk cId="2397736379" sldId="363"/>
            <ac:picMk id="45" creationId="{4A1DF45C-7011-40BB-B1D3-F74DF002D2D3}"/>
          </ac:picMkLst>
        </pc:picChg>
        <pc:picChg chg="add mod">
          <ac:chgData name="鈴木 秀規" userId="f68c5fd9-22d5-4c0a-9833-7fb0f5135313" providerId="ADAL" clId="{BA521137-9338-46EB-B0B5-D78DFADC4D3B}" dt="2021-01-29T08:12:21.186" v="19" actId="1076"/>
          <ac:picMkLst>
            <pc:docMk/>
            <pc:sldMk cId="2397736379" sldId="363"/>
            <ac:picMk id="46" creationId="{FE81E001-4D20-40E7-8970-7E234DDD078F}"/>
          </ac:picMkLst>
        </pc:picChg>
        <pc:picChg chg="add mod">
          <ac:chgData name="鈴木 秀規" userId="f68c5fd9-22d5-4c0a-9833-7fb0f5135313" providerId="ADAL" clId="{BA521137-9338-46EB-B0B5-D78DFADC4D3B}" dt="2021-01-29T08:12:21.186" v="19" actId="1076"/>
          <ac:picMkLst>
            <pc:docMk/>
            <pc:sldMk cId="2397736379" sldId="363"/>
            <ac:picMk id="47" creationId="{215405D6-187B-4CB0-8865-ED88E218FD0C}"/>
          </ac:picMkLst>
        </pc:picChg>
        <pc:cxnChg chg="del">
          <ac:chgData name="鈴木 秀規" userId="f68c5fd9-22d5-4c0a-9833-7fb0f5135313" providerId="ADAL" clId="{BA521137-9338-46EB-B0B5-D78DFADC4D3B}" dt="2021-01-29T08:11:59.526" v="15" actId="478"/>
          <ac:cxnSpMkLst>
            <pc:docMk/>
            <pc:sldMk cId="2397736379" sldId="363"/>
            <ac:cxnSpMk id="10" creationId="{0FAA35B7-712D-4BBD-A0F7-7A7789021264}"/>
          </ac:cxnSpMkLst>
        </pc:cxnChg>
        <pc:cxnChg chg="del">
          <ac:chgData name="鈴木 秀規" userId="f68c5fd9-22d5-4c0a-9833-7fb0f5135313" providerId="ADAL" clId="{BA521137-9338-46EB-B0B5-D78DFADC4D3B}" dt="2021-01-29T08:11:59.526" v="15" actId="478"/>
          <ac:cxnSpMkLst>
            <pc:docMk/>
            <pc:sldMk cId="2397736379" sldId="363"/>
            <ac:cxnSpMk id="22" creationId="{291C784A-5812-42C8-BA37-2793F7C3F550}"/>
          </ac:cxnSpMkLst>
        </pc:cxnChg>
        <pc:cxnChg chg="del">
          <ac:chgData name="鈴木 秀規" userId="f68c5fd9-22d5-4c0a-9833-7fb0f5135313" providerId="ADAL" clId="{BA521137-9338-46EB-B0B5-D78DFADC4D3B}" dt="2021-01-29T08:11:59.526" v="15" actId="478"/>
          <ac:cxnSpMkLst>
            <pc:docMk/>
            <pc:sldMk cId="2397736379" sldId="363"/>
            <ac:cxnSpMk id="25" creationId="{E4B92CF3-ABA7-4EAE-B29D-02F1451A3F16}"/>
          </ac:cxnSpMkLst>
        </pc:cxnChg>
        <pc:cxnChg chg="add mod">
          <ac:chgData name="鈴木 秀規" userId="f68c5fd9-22d5-4c0a-9833-7fb0f5135313" providerId="ADAL" clId="{BA521137-9338-46EB-B0B5-D78DFADC4D3B}" dt="2021-01-29T08:12:21.186" v="19" actId="1076"/>
          <ac:cxnSpMkLst>
            <pc:docMk/>
            <pc:sldMk cId="2397736379" sldId="363"/>
            <ac:cxnSpMk id="48" creationId="{BEC210E4-2010-4560-98AC-81C2896F6CBA}"/>
          </ac:cxnSpMkLst>
        </pc:cxnChg>
        <pc:cxnChg chg="add mod">
          <ac:chgData name="鈴木 秀規" userId="f68c5fd9-22d5-4c0a-9833-7fb0f5135313" providerId="ADAL" clId="{BA521137-9338-46EB-B0B5-D78DFADC4D3B}" dt="2021-01-29T08:12:21.186" v="19" actId="1076"/>
          <ac:cxnSpMkLst>
            <pc:docMk/>
            <pc:sldMk cId="2397736379" sldId="363"/>
            <ac:cxnSpMk id="49" creationId="{452EEBF3-78E7-4B91-BA14-DF6EAB8BC082}"/>
          </ac:cxnSpMkLst>
        </pc:cxnChg>
        <pc:cxnChg chg="add mod">
          <ac:chgData name="鈴木 秀規" userId="f68c5fd9-22d5-4c0a-9833-7fb0f5135313" providerId="ADAL" clId="{BA521137-9338-46EB-B0B5-D78DFADC4D3B}" dt="2021-01-29T08:12:21.186" v="19" actId="1076"/>
          <ac:cxnSpMkLst>
            <pc:docMk/>
            <pc:sldMk cId="2397736379" sldId="363"/>
            <ac:cxnSpMk id="50" creationId="{A668234E-A10F-4404-A522-F9638B2ED6CA}"/>
          </ac:cxnSpMkLst>
        </pc:cxnChg>
        <pc:cxnChg chg="add mod">
          <ac:chgData name="鈴木 秀規" userId="f68c5fd9-22d5-4c0a-9833-7fb0f5135313" providerId="ADAL" clId="{BA521137-9338-46EB-B0B5-D78DFADC4D3B}" dt="2021-01-29T08:12:21.186" v="19" actId="1076"/>
          <ac:cxnSpMkLst>
            <pc:docMk/>
            <pc:sldMk cId="2397736379" sldId="363"/>
            <ac:cxnSpMk id="51" creationId="{F04B9F07-A3CF-4E3A-8F39-F2A99E36E631}"/>
          </ac:cxnSpMkLst>
        </pc:cxnChg>
      </pc:sldChg>
      <pc:sldChg chg="del">
        <pc:chgData name="鈴木 秀規" userId="f68c5fd9-22d5-4c0a-9833-7fb0f5135313" providerId="ADAL" clId="{BA521137-9338-46EB-B0B5-D78DFADC4D3B}" dt="2021-01-29T08:11:40.835" v="13" actId="2696"/>
        <pc:sldMkLst>
          <pc:docMk/>
          <pc:sldMk cId="1229339603" sldId="364"/>
        </pc:sldMkLst>
      </pc:sldChg>
      <pc:sldChg chg="addSp modSp new mod">
        <pc:chgData name="鈴木 秀規" userId="f68c5fd9-22d5-4c0a-9833-7fb0f5135313" providerId="ADAL" clId="{BA521137-9338-46EB-B0B5-D78DFADC4D3B}" dt="2021-01-29T08:14:38.627" v="43" actId="1076"/>
        <pc:sldMkLst>
          <pc:docMk/>
          <pc:sldMk cId="3448193778" sldId="364"/>
        </pc:sldMkLst>
        <pc:spChg chg="mod">
          <ac:chgData name="鈴木 秀規" userId="f68c5fd9-22d5-4c0a-9833-7fb0f5135313" providerId="ADAL" clId="{BA521137-9338-46EB-B0B5-D78DFADC4D3B}" dt="2021-01-29T08:13:30.749" v="25"/>
          <ac:spMkLst>
            <pc:docMk/>
            <pc:sldMk cId="3448193778" sldId="364"/>
            <ac:spMk id="3" creationId="{8F8098DF-8ADA-4D88-933C-1AD9E04BDC85}"/>
          </ac:spMkLst>
        </pc:spChg>
        <pc:spChg chg="mod">
          <ac:chgData name="鈴木 秀規" userId="f68c5fd9-22d5-4c0a-9833-7fb0f5135313" providerId="ADAL" clId="{BA521137-9338-46EB-B0B5-D78DFADC4D3B}" dt="2021-01-29T08:13:52.877" v="30" actId="14100"/>
          <ac:spMkLst>
            <pc:docMk/>
            <pc:sldMk cId="3448193778" sldId="364"/>
            <ac:spMk id="5" creationId="{BC30EE85-D366-4D0C-AD9C-32B3E1EBBE04}"/>
          </ac:spMkLst>
        </pc:spChg>
        <pc:spChg chg="add mod">
          <ac:chgData name="鈴木 秀規" userId="f68c5fd9-22d5-4c0a-9833-7fb0f5135313" providerId="ADAL" clId="{BA521137-9338-46EB-B0B5-D78DFADC4D3B}" dt="2021-01-29T08:14:38.627" v="43" actId="1076"/>
          <ac:spMkLst>
            <pc:docMk/>
            <pc:sldMk cId="3448193778" sldId="364"/>
            <ac:spMk id="6" creationId="{2D11B78B-DA03-4161-A355-F7531FF466A4}"/>
          </ac:spMkLst>
        </pc:spChg>
      </pc:sldChg>
      <pc:sldChg chg="modSp add mod">
        <pc:chgData name="鈴木 秀規" userId="f68c5fd9-22d5-4c0a-9833-7fb0f5135313" providerId="ADAL" clId="{BA521137-9338-46EB-B0B5-D78DFADC4D3B}" dt="2021-01-29T08:16:26.615" v="57" actId="207"/>
        <pc:sldMkLst>
          <pc:docMk/>
          <pc:sldMk cId="2764796011" sldId="365"/>
        </pc:sldMkLst>
        <pc:spChg chg="mod">
          <ac:chgData name="鈴木 秀規" userId="f68c5fd9-22d5-4c0a-9833-7fb0f5135313" providerId="ADAL" clId="{BA521137-9338-46EB-B0B5-D78DFADC4D3B}" dt="2021-01-29T08:15:02.587" v="47" actId="207"/>
          <ac:spMkLst>
            <pc:docMk/>
            <pc:sldMk cId="2764796011" sldId="365"/>
            <ac:spMk id="5" creationId="{BC30EE85-D366-4D0C-AD9C-32B3E1EBBE04}"/>
          </ac:spMkLst>
        </pc:spChg>
        <pc:spChg chg="mod">
          <ac:chgData name="鈴木 秀規" userId="f68c5fd9-22d5-4c0a-9833-7fb0f5135313" providerId="ADAL" clId="{BA521137-9338-46EB-B0B5-D78DFADC4D3B}" dt="2021-01-29T08:16:26.615" v="57" actId="207"/>
          <ac:spMkLst>
            <pc:docMk/>
            <pc:sldMk cId="2764796011" sldId="365"/>
            <ac:spMk id="6" creationId="{2D11B78B-DA03-4161-A355-F7531FF466A4}"/>
          </ac:spMkLst>
        </pc:spChg>
      </pc:sldChg>
      <pc:sldChg chg="modSp new mod">
        <pc:chgData name="鈴木 秀規" userId="f68c5fd9-22d5-4c0a-9833-7fb0f5135313" providerId="ADAL" clId="{BA521137-9338-46EB-B0B5-D78DFADC4D3B}" dt="2021-01-29T08:17:24.913" v="76" actId="207"/>
        <pc:sldMkLst>
          <pc:docMk/>
          <pc:sldMk cId="3569274236" sldId="366"/>
        </pc:sldMkLst>
        <pc:spChg chg="mod">
          <ac:chgData name="鈴木 秀規" userId="f68c5fd9-22d5-4c0a-9833-7fb0f5135313" providerId="ADAL" clId="{BA521137-9338-46EB-B0B5-D78DFADC4D3B}" dt="2021-01-29T08:16:45.286" v="59"/>
          <ac:spMkLst>
            <pc:docMk/>
            <pc:sldMk cId="3569274236" sldId="366"/>
            <ac:spMk id="3" creationId="{1EB537B3-1763-4A38-8FA2-CD96012CF1FA}"/>
          </ac:spMkLst>
        </pc:spChg>
        <pc:spChg chg="mod">
          <ac:chgData name="鈴木 秀規" userId="f68c5fd9-22d5-4c0a-9833-7fb0f5135313" providerId="ADAL" clId="{BA521137-9338-46EB-B0B5-D78DFADC4D3B}" dt="2021-01-29T08:17:24.913" v="76" actId="207"/>
          <ac:spMkLst>
            <pc:docMk/>
            <pc:sldMk cId="3569274236" sldId="366"/>
            <ac:spMk id="5" creationId="{3E0556CE-BA73-4873-ACF2-1B717A6AA71F}"/>
          </ac:spMkLst>
        </pc:spChg>
      </pc:sldChg>
      <pc:sldChg chg="addSp modSp new mod">
        <pc:chgData name="鈴木 秀規" userId="f68c5fd9-22d5-4c0a-9833-7fb0f5135313" providerId="ADAL" clId="{BA521137-9338-46EB-B0B5-D78DFADC4D3B}" dt="2021-01-29T08:20:15.698" v="89" actId="1076"/>
        <pc:sldMkLst>
          <pc:docMk/>
          <pc:sldMk cId="758940328" sldId="367"/>
        </pc:sldMkLst>
        <pc:spChg chg="mod">
          <ac:chgData name="鈴木 秀規" userId="f68c5fd9-22d5-4c0a-9833-7fb0f5135313" providerId="ADAL" clId="{BA521137-9338-46EB-B0B5-D78DFADC4D3B}" dt="2021-01-29T08:18:45.136" v="78"/>
          <ac:spMkLst>
            <pc:docMk/>
            <pc:sldMk cId="758940328" sldId="367"/>
            <ac:spMk id="3" creationId="{A7985ABD-3624-4976-AFFA-C1DB11EFA30D}"/>
          </ac:spMkLst>
        </pc:spChg>
        <pc:spChg chg="mod">
          <ac:chgData name="鈴木 秀規" userId="f68c5fd9-22d5-4c0a-9833-7fb0f5135313" providerId="ADAL" clId="{BA521137-9338-46EB-B0B5-D78DFADC4D3B}" dt="2021-01-29T08:19:31.993" v="86" actId="207"/>
          <ac:spMkLst>
            <pc:docMk/>
            <pc:sldMk cId="758940328" sldId="367"/>
            <ac:spMk id="5" creationId="{F940F1C5-2675-4662-871E-51789C9CD700}"/>
          </ac:spMkLst>
        </pc:spChg>
        <pc:spChg chg="add mod">
          <ac:chgData name="鈴木 秀規" userId="f68c5fd9-22d5-4c0a-9833-7fb0f5135313" providerId="ADAL" clId="{BA521137-9338-46EB-B0B5-D78DFADC4D3B}" dt="2021-01-29T08:20:15.698" v="89" actId="1076"/>
          <ac:spMkLst>
            <pc:docMk/>
            <pc:sldMk cId="758940328" sldId="367"/>
            <ac:spMk id="6" creationId="{1FC0C2CE-D3CD-4FBA-AA99-997D3FE53AEF}"/>
          </ac:spMkLst>
        </pc:spChg>
      </pc:sldChg>
      <pc:sldChg chg="del">
        <pc:chgData name="鈴木 秀規" userId="f68c5fd9-22d5-4c0a-9833-7fb0f5135313" providerId="ADAL" clId="{BA521137-9338-46EB-B0B5-D78DFADC4D3B}" dt="2021-01-29T08:11:40.835" v="13" actId="2696"/>
        <pc:sldMkLst>
          <pc:docMk/>
          <pc:sldMk cId="1197104192" sldId="367"/>
        </pc:sldMkLst>
      </pc:sldChg>
      <pc:sldChg chg="del">
        <pc:chgData name="鈴木 秀規" userId="f68c5fd9-22d5-4c0a-9833-7fb0f5135313" providerId="ADAL" clId="{BA521137-9338-46EB-B0B5-D78DFADC4D3B}" dt="2021-01-29T08:11:40.835" v="13" actId="2696"/>
        <pc:sldMkLst>
          <pc:docMk/>
          <pc:sldMk cId="1362485063" sldId="368"/>
        </pc:sldMkLst>
      </pc:sldChg>
      <pc:sldChg chg="addSp modSp new mod">
        <pc:chgData name="鈴木 秀規" userId="f68c5fd9-22d5-4c0a-9833-7fb0f5135313" providerId="ADAL" clId="{BA521137-9338-46EB-B0B5-D78DFADC4D3B}" dt="2021-01-29T08:21:11.126" v="99" actId="207"/>
        <pc:sldMkLst>
          <pc:docMk/>
          <pc:sldMk cId="3377241062" sldId="368"/>
        </pc:sldMkLst>
        <pc:spChg chg="mod">
          <ac:chgData name="鈴木 秀規" userId="f68c5fd9-22d5-4c0a-9833-7fb0f5135313" providerId="ADAL" clId="{BA521137-9338-46EB-B0B5-D78DFADC4D3B}" dt="2021-01-29T08:20:25.722" v="90"/>
          <ac:spMkLst>
            <pc:docMk/>
            <pc:sldMk cId="3377241062" sldId="368"/>
            <ac:spMk id="3" creationId="{5EC1A1BB-1C61-44CD-A1DC-985047AB5749}"/>
          </ac:spMkLst>
        </pc:spChg>
        <pc:spChg chg="mod">
          <ac:chgData name="鈴木 秀規" userId="f68c5fd9-22d5-4c0a-9833-7fb0f5135313" providerId="ADAL" clId="{BA521137-9338-46EB-B0B5-D78DFADC4D3B}" dt="2021-01-29T08:20:35.569" v="93" actId="14100"/>
          <ac:spMkLst>
            <pc:docMk/>
            <pc:sldMk cId="3377241062" sldId="368"/>
            <ac:spMk id="5" creationId="{45575D0B-4421-4843-9EFF-F0965D5015E9}"/>
          </ac:spMkLst>
        </pc:spChg>
        <pc:spChg chg="add mod">
          <ac:chgData name="鈴木 秀規" userId="f68c5fd9-22d5-4c0a-9833-7fb0f5135313" providerId="ADAL" clId="{BA521137-9338-46EB-B0B5-D78DFADC4D3B}" dt="2021-01-29T08:21:11.126" v="99" actId="207"/>
          <ac:spMkLst>
            <pc:docMk/>
            <pc:sldMk cId="3377241062" sldId="368"/>
            <ac:spMk id="6" creationId="{5287E2C4-16A1-40A6-B9F7-3BB156B6DA16}"/>
          </ac:spMkLst>
        </pc:spChg>
      </pc:sldChg>
      <pc:sldChg chg="addSp modSp new mod">
        <pc:chgData name="鈴木 秀規" userId="f68c5fd9-22d5-4c0a-9833-7fb0f5135313" providerId="ADAL" clId="{BA521137-9338-46EB-B0B5-D78DFADC4D3B}" dt="2021-01-29T08:22:43.875" v="113" actId="207"/>
        <pc:sldMkLst>
          <pc:docMk/>
          <pc:sldMk cId="231174818" sldId="369"/>
        </pc:sldMkLst>
        <pc:spChg chg="mod">
          <ac:chgData name="鈴木 秀規" userId="f68c5fd9-22d5-4c0a-9833-7fb0f5135313" providerId="ADAL" clId="{BA521137-9338-46EB-B0B5-D78DFADC4D3B}" dt="2021-01-29T08:21:33.371" v="101"/>
          <ac:spMkLst>
            <pc:docMk/>
            <pc:sldMk cId="231174818" sldId="369"/>
            <ac:spMk id="3" creationId="{02A47F7C-EAF1-47C6-86D0-4ABBB3679510}"/>
          </ac:spMkLst>
        </pc:spChg>
        <pc:spChg chg="mod">
          <ac:chgData name="鈴木 秀規" userId="f68c5fd9-22d5-4c0a-9833-7fb0f5135313" providerId="ADAL" clId="{BA521137-9338-46EB-B0B5-D78DFADC4D3B}" dt="2021-01-29T08:21:49.732" v="104" actId="14100"/>
          <ac:spMkLst>
            <pc:docMk/>
            <pc:sldMk cId="231174818" sldId="369"/>
            <ac:spMk id="5" creationId="{18D9AF30-9F72-424F-8EDC-27C9350AEF42}"/>
          </ac:spMkLst>
        </pc:spChg>
        <pc:spChg chg="add mod">
          <ac:chgData name="鈴木 秀規" userId="f68c5fd9-22d5-4c0a-9833-7fb0f5135313" providerId="ADAL" clId="{BA521137-9338-46EB-B0B5-D78DFADC4D3B}" dt="2021-01-29T08:22:43.875" v="113" actId="207"/>
          <ac:spMkLst>
            <pc:docMk/>
            <pc:sldMk cId="231174818" sldId="369"/>
            <ac:spMk id="6" creationId="{B1D1456C-E894-4B74-94E0-E093D08E18DC}"/>
          </ac:spMkLst>
        </pc:spChg>
      </pc:sldChg>
      <pc:sldChg chg="del">
        <pc:chgData name="鈴木 秀規" userId="f68c5fd9-22d5-4c0a-9833-7fb0f5135313" providerId="ADAL" clId="{BA521137-9338-46EB-B0B5-D78DFADC4D3B}" dt="2021-01-29T08:11:40.835" v="13" actId="2696"/>
        <pc:sldMkLst>
          <pc:docMk/>
          <pc:sldMk cId="1167440844" sldId="369"/>
        </pc:sldMkLst>
      </pc:sldChg>
      <pc:sldChg chg="addSp modSp new mod">
        <pc:chgData name="鈴木 秀規" userId="f68c5fd9-22d5-4c0a-9833-7fb0f5135313" providerId="ADAL" clId="{BA521137-9338-46EB-B0B5-D78DFADC4D3B}" dt="2021-01-29T08:28:41.052" v="202" actId="1076"/>
        <pc:sldMkLst>
          <pc:docMk/>
          <pc:sldMk cId="138332376" sldId="370"/>
        </pc:sldMkLst>
        <pc:spChg chg="mod">
          <ac:chgData name="鈴木 秀規" userId="f68c5fd9-22d5-4c0a-9833-7fb0f5135313" providerId="ADAL" clId="{BA521137-9338-46EB-B0B5-D78DFADC4D3B}" dt="2021-01-29T08:23:02.172" v="124" actId="20577"/>
          <ac:spMkLst>
            <pc:docMk/>
            <pc:sldMk cId="138332376" sldId="370"/>
            <ac:spMk id="3" creationId="{53783E1A-2BC1-451A-99BE-BC075BF173D5}"/>
          </ac:spMkLst>
        </pc:spChg>
        <pc:spChg chg="mod">
          <ac:chgData name="鈴木 秀規" userId="f68c5fd9-22d5-4c0a-9833-7fb0f5135313" providerId="ADAL" clId="{BA521137-9338-46EB-B0B5-D78DFADC4D3B}" dt="2021-01-29T08:23:17.365" v="128" actId="14100"/>
          <ac:spMkLst>
            <pc:docMk/>
            <pc:sldMk cId="138332376" sldId="370"/>
            <ac:spMk id="5" creationId="{4B9B4D13-37AF-4068-8065-44E825F1667C}"/>
          </ac:spMkLst>
        </pc:spChg>
        <pc:spChg chg="add mod">
          <ac:chgData name="鈴木 秀規" userId="f68c5fd9-22d5-4c0a-9833-7fb0f5135313" providerId="ADAL" clId="{BA521137-9338-46EB-B0B5-D78DFADC4D3B}" dt="2021-01-29T08:25:37.781" v="162" actId="2711"/>
          <ac:spMkLst>
            <pc:docMk/>
            <pc:sldMk cId="138332376" sldId="370"/>
            <ac:spMk id="6" creationId="{2C441BE1-266A-4029-8CC3-71FA4A391C17}"/>
          </ac:spMkLst>
        </pc:spChg>
        <pc:spChg chg="add mod">
          <ac:chgData name="鈴木 秀規" userId="f68c5fd9-22d5-4c0a-9833-7fb0f5135313" providerId="ADAL" clId="{BA521137-9338-46EB-B0B5-D78DFADC4D3B}" dt="2021-01-29T08:25:37.781" v="162" actId="2711"/>
          <ac:spMkLst>
            <pc:docMk/>
            <pc:sldMk cId="138332376" sldId="370"/>
            <ac:spMk id="7" creationId="{8BA907EB-53C7-41EB-BFAC-9EA0A3A02DC1}"/>
          </ac:spMkLst>
        </pc:spChg>
        <pc:spChg chg="add mod">
          <ac:chgData name="鈴木 秀規" userId="f68c5fd9-22d5-4c0a-9833-7fb0f5135313" providerId="ADAL" clId="{BA521137-9338-46EB-B0B5-D78DFADC4D3B}" dt="2021-01-29T08:25:37.781" v="162" actId="2711"/>
          <ac:spMkLst>
            <pc:docMk/>
            <pc:sldMk cId="138332376" sldId="370"/>
            <ac:spMk id="8" creationId="{EA40C3FB-4E7B-4182-BF9D-397892BE0E09}"/>
          </ac:spMkLst>
        </pc:spChg>
        <pc:spChg chg="add mod">
          <ac:chgData name="鈴木 秀規" userId="f68c5fd9-22d5-4c0a-9833-7fb0f5135313" providerId="ADAL" clId="{BA521137-9338-46EB-B0B5-D78DFADC4D3B}" dt="2021-01-29T08:25:37.781" v="162" actId="2711"/>
          <ac:spMkLst>
            <pc:docMk/>
            <pc:sldMk cId="138332376" sldId="370"/>
            <ac:spMk id="9" creationId="{AEA5BDDA-3455-4351-AA5E-3B61A7F76B52}"/>
          </ac:spMkLst>
        </pc:spChg>
        <pc:spChg chg="add mod">
          <ac:chgData name="鈴木 秀規" userId="f68c5fd9-22d5-4c0a-9833-7fb0f5135313" providerId="ADAL" clId="{BA521137-9338-46EB-B0B5-D78DFADC4D3B}" dt="2021-01-29T08:25:37.781" v="162" actId="2711"/>
          <ac:spMkLst>
            <pc:docMk/>
            <pc:sldMk cId="138332376" sldId="370"/>
            <ac:spMk id="10" creationId="{93135170-4773-4ECB-A106-7559002AB23A}"/>
          </ac:spMkLst>
        </pc:spChg>
        <pc:spChg chg="add mod">
          <ac:chgData name="鈴木 秀規" userId="f68c5fd9-22d5-4c0a-9833-7fb0f5135313" providerId="ADAL" clId="{BA521137-9338-46EB-B0B5-D78DFADC4D3B}" dt="2021-01-29T08:25:37.781" v="162" actId="2711"/>
          <ac:spMkLst>
            <pc:docMk/>
            <pc:sldMk cId="138332376" sldId="370"/>
            <ac:spMk id="11" creationId="{B1DC97AE-DC9A-4E9D-B088-83827FB7DC16}"/>
          </ac:spMkLst>
        </pc:spChg>
        <pc:spChg chg="add mod">
          <ac:chgData name="鈴木 秀規" userId="f68c5fd9-22d5-4c0a-9833-7fb0f5135313" providerId="ADAL" clId="{BA521137-9338-46EB-B0B5-D78DFADC4D3B}" dt="2021-01-29T08:25:37.781" v="162" actId="2711"/>
          <ac:spMkLst>
            <pc:docMk/>
            <pc:sldMk cId="138332376" sldId="370"/>
            <ac:spMk id="12" creationId="{66A65823-904C-423C-B655-9E94E7B90433}"/>
          </ac:spMkLst>
        </pc:spChg>
        <pc:spChg chg="add mod">
          <ac:chgData name="鈴木 秀規" userId="f68c5fd9-22d5-4c0a-9833-7fb0f5135313" providerId="ADAL" clId="{BA521137-9338-46EB-B0B5-D78DFADC4D3B}" dt="2021-01-29T08:25:37.781" v="162" actId="2711"/>
          <ac:spMkLst>
            <pc:docMk/>
            <pc:sldMk cId="138332376" sldId="370"/>
            <ac:spMk id="13" creationId="{0D6A5208-E84C-457F-B093-42F79634E019}"/>
          </ac:spMkLst>
        </pc:spChg>
        <pc:spChg chg="add mod">
          <ac:chgData name="鈴木 秀規" userId="f68c5fd9-22d5-4c0a-9833-7fb0f5135313" providerId="ADAL" clId="{BA521137-9338-46EB-B0B5-D78DFADC4D3B}" dt="2021-01-29T08:25:56.547" v="168" actId="1035"/>
          <ac:spMkLst>
            <pc:docMk/>
            <pc:sldMk cId="138332376" sldId="370"/>
            <ac:spMk id="14" creationId="{0CF279DA-E683-419C-BF4A-D27C21B1027F}"/>
          </ac:spMkLst>
        </pc:spChg>
        <pc:spChg chg="add mod ord">
          <ac:chgData name="鈴木 秀規" userId="f68c5fd9-22d5-4c0a-9833-7fb0f5135313" providerId="ADAL" clId="{BA521137-9338-46EB-B0B5-D78DFADC4D3B}" dt="2021-01-29T08:28:24.120" v="201" actId="166"/>
          <ac:spMkLst>
            <pc:docMk/>
            <pc:sldMk cId="138332376" sldId="370"/>
            <ac:spMk id="15" creationId="{694D31B4-3749-4A9D-9315-B5BBE9633962}"/>
          </ac:spMkLst>
        </pc:spChg>
        <pc:spChg chg="add mod">
          <ac:chgData name="鈴木 秀規" userId="f68c5fd9-22d5-4c0a-9833-7fb0f5135313" providerId="ADAL" clId="{BA521137-9338-46EB-B0B5-D78DFADC4D3B}" dt="2021-01-29T08:26:30.962" v="175" actId="2085"/>
          <ac:spMkLst>
            <pc:docMk/>
            <pc:sldMk cId="138332376" sldId="370"/>
            <ac:spMk id="16" creationId="{F114F247-C751-4150-A966-A51A830B38D2}"/>
          </ac:spMkLst>
        </pc:spChg>
        <pc:spChg chg="add mod">
          <ac:chgData name="鈴木 秀規" userId="f68c5fd9-22d5-4c0a-9833-7fb0f5135313" providerId="ADAL" clId="{BA521137-9338-46EB-B0B5-D78DFADC4D3B}" dt="2021-01-29T08:26:42.001" v="176" actId="571"/>
          <ac:spMkLst>
            <pc:docMk/>
            <pc:sldMk cId="138332376" sldId="370"/>
            <ac:spMk id="17" creationId="{1073955D-D597-4DF7-B5E3-87F00AEEEDEB}"/>
          </ac:spMkLst>
        </pc:spChg>
        <pc:spChg chg="add mod">
          <ac:chgData name="鈴木 秀規" userId="f68c5fd9-22d5-4c0a-9833-7fb0f5135313" providerId="ADAL" clId="{BA521137-9338-46EB-B0B5-D78DFADC4D3B}" dt="2021-01-29T08:27:03.329" v="179" actId="207"/>
          <ac:spMkLst>
            <pc:docMk/>
            <pc:sldMk cId="138332376" sldId="370"/>
            <ac:spMk id="18" creationId="{71E38058-92C1-4C04-93B6-9502177546A1}"/>
          </ac:spMkLst>
        </pc:spChg>
        <pc:spChg chg="add mod">
          <ac:chgData name="鈴木 秀規" userId="f68c5fd9-22d5-4c0a-9833-7fb0f5135313" providerId="ADAL" clId="{BA521137-9338-46EB-B0B5-D78DFADC4D3B}" dt="2021-01-29T08:26:42.001" v="176" actId="571"/>
          <ac:spMkLst>
            <pc:docMk/>
            <pc:sldMk cId="138332376" sldId="370"/>
            <ac:spMk id="19" creationId="{0F76BC37-6730-420F-8CF1-FA1CB65C7D25}"/>
          </ac:spMkLst>
        </pc:spChg>
        <pc:spChg chg="add mod">
          <ac:chgData name="鈴木 秀規" userId="f68c5fd9-22d5-4c0a-9833-7fb0f5135313" providerId="ADAL" clId="{BA521137-9338-46EB-B0B5-D78DFADC4D3B}" dt="2021-01-29T08:27:16.668" v="185" actId="1035"/>
          <ac:spMkLst>
            <pc:docMk/>
            <pc:sldMk cId="138332376" sldId="370"/>
            <ac:spMk id="20" creationId="{DEEFAA92-CDA3-4064-A23C-F9F3C4D16085}"/>
          </ac:spMkLst>
        </pc:spChg>
        <pc:spChg chg="add mod">
          <ac:chgData name="鈴木 秀規" userId="f68c5fd9-22d5-4c0a-9833-7fb0f5135313" providerId="ADAL" clId="{BA521137-9338-46EB-B0B5-D78DFADC4D3B}" dt="2021-01-29T08:27:28.854" v="189" actId="14100"/>
          <ac:spMkLst>
            <pc:docMk/>
            <pc:sldMk cId="138332376" sldId="370"/>
            <ac:spMk id="21" creationId="{F6D0676D-E2C2-401A-996E-7767CDA0D10C}"/>
          </ac:spMkLst>
        </pc:spChg>
        <pc:spChg chg="add mod">
          <ac:chgData name="鈴木 秀規" userId="f68c5fd9-22d5-4c0a-9833-7fb0f5135313" providerId="ADAL" clId="{BA521137-9338-46EB-B0B5-D78DFADC4D3B}" dt="2021-01-29T08:27:52.179" v="193" actId="1076"/>
          <ac:spMkLst>
            <pc:docMk/>
            <pc:sldMk cId="138332376" sldId="370"/>
            <ac:spMk id="22" creationId="{53962DDE-FE90-4A21-B617-FBEAC98C5C59}"/>
          </ac:spMkLst>
        </pc:spChg>
        <pc:spChg chg="add mod">
          <ac:chgData name="鈴木 秀規" userId="f68c5fd9-22d5-4c0a-9833-7fb0f5135313" providerId="ADAL" clId="{BA521137-9338-46EB-B0B5-D78DFADC4D3B}" dt="2021-01-29T08:27:52.179" v="193" actId="1076"/>
          <ac:spMkLst>
            <pc:docMk/>
            <pc:sldMk cId="138332376" sldId="370"/>
            <ac:spMk id="23" creationId="{5DD4B001-3EAD-4121-917E-D30278123B6E}"/>
          </ac:spMkLst>
        </pc:spChg>
        <pc:spChg chg="add mod">
          <ac:chgData name="鈴木 秀規" userId="f68c5fd9-22d5-4c0a-9833-7fb0f5135313" providerId="ADAL" clId="{BA521137-9338-46EB-B0B5-D78DFADC4D3B}" dt="2021-01-29T08:27:52.179" v="193" actId="1076"/>
          <ac:spMkLst>
            <pc:docMk/>
            <pc:sldMk cId="138332376" sldId="370"/>
            <ac:spMk id="24" creationId="{8C33ACCA-B63E-474C-B3FB-F514151D5E0C}"/>
          </ac:spMkLst>
        </pc:spChg>
        <pc:spChg chg="add mod">
          <ac:chgData name="鈴木 秀規" userId="f68c5fd9-22d5-4c0a-9833-7fb0f5135313" providerId="ADAL" clId="{BA521137-9338-46EB-B0B5-D78DFADC4D3B}" dt="2021-01-29T08:27:56.440" v="195" actId="1076"/>
          <ac:spMkLst>
            <pc:docMk/>
            <pc:sldMk cId="138332376" sldId="370"/>
            <ac:spMk id="25" creationId="{31919C8B-4963-4E23-A235-57CA697D3FB1}"/>
          </ac:spMkLst>
        </pc:spChg>
        <pc:spChg chg="add mod">
          <ac:chgData name="鈴木 秀規" userId="f68c5fd9-22d5-4c0a-9833-7fb0f5135313" providerId="ADAL" clId="{BA521137-9338-46EB-B0B5-D78DFADC4D3B}" dt="2021-01-29T08:28:41.052" v="202" actId="1076"/>
          <ac:spMkLst>
            <pc:docMk/>
            <pc:sldMk cId="138332376" sldId="370"/>
            <ac:spMk id="26" creationId="{893D48A7-0543-45CF-937E-1D8D71D05517}"/>
          </ac:spMkLst>
        </pc:spChg>
      </pc:sldChg>
      <pc:sldChg chg="del">
        <pc:chgData name="鈴木 秀規" userId="f68c5fd9-22d5-4c0a-9833-7fb0f5135313" providerId="ADAL" clId="{BA521137-9338-46EB-B0B5-D78DFADC4D3B}" dt="2021-01-29T08:11:40.835" v="13" actId="2696"/>
        <pc:sldMkLst>
          <pc:docMk/>
          <pc:sldMk cId="2469391379" sldId="370"/>
        </pc:sldMkLst>
      </pc:sldChg>
      <pc:sldChg chg="modSp new mod">
        <pc:chgData name="鈴木 秀規" userId="f68c5fd9-22d5-4c0a-9833-7fb0f5135313" providerId="ADAL" clId="{BA521137-9338-46EB-B0B5-D78DFADC4D3B}" dt="2021-01-29T08:29:27.514" v="206" actId="12"/>
        <pc:sldMkLst>
          <pc:docMk/>
          <pc:sldMk cId="205739216" sldId="371"/>
        </pc:sldMkLst>
        <pc:spChg chg="mod">
          <ac:chgData name="鈴木 秀規" userId="f68c5fd9-22d5-4c0a-9833-7fb0f5135313" providerId="ADAL" clId="{BA521137-9338-46EB-B0B5-D78DFADC4D3B}" dt="2021-01-29T08:29:18.908" v="204"/>
          <ac:spMkLst>
            <pc:docMk/>
            <pc:sldMk cId="205739216" sldId="371"/>
            <ac:spMk id="3" creationId="{88E6FA5E-2F43-4315-A74F-AA5D03AF6E5E}"/>
          </ac:spMkLst>
        </pc:spChg>
        <pc:spChg chg="mod">
          <ac:chgData name="鈴木 秀規" userId="f68c5fd9-22d5-4c0a-9833-7fb0f5135313" providerId="ADAL" clId="{BA521137-9338-46EB-B0B5-D78DFADC4D3B}" dt="2021-01-29T08:29:27.514" v="206" actId="12"/>
          <ac:spMkLst>
            <pc:docMk/>
            <pc:sldMk cId="205739216" sldId="371"/>
            <ac:spMk id="5" creationId="{C443B92E-BB86-4A24-8708-7D5CB863509D}"/>
          </ac:spMkLst>
        </pc:spChg>
      </pc:sldChg>
      <pc:sldChg chg="del">
        <pc:chgData name="鈴木 秀規" userId="f68c5fd9-22d5-4c0a-9833-7fb0f5135313" providerId="ADAL" clId="{BA521137-9338-46EB-B0B5-D78DFADC4D3B}" dt="2021-01-29T08:11:40.835" v="13" actId="2696"/>
        <pc:sldMkLst>
          <pc:docMk/>
          <pc:sldMk cId="3965205156" sldId="371"/>
        </pc:sldMkLst>
      </pc:sldChg>
      <pc:sldChg chg="del">
        <pc:chgData name="鈴木 秀規" userId="f68c5fd9-22d5-4c0a-9833-7fb0f5135313" providerId="ADAL" clId="{BA521137-9338-46EB-B0B5-D78DFADC4D3B}" dt="2021-01-29T08:11:40.835" v="13" actId="2696"/>
        <pc:sldMkLst>
          <pc:docMk/>
          <pc:sldMk cId="1895980440" sldId="372"/>
        </pc:sldMkLst>
      </pc:sldChg>
      <pc:sldChg chg="del">
        <pc:chgData name="鈴木 秀規" userId="f68c5fd9-22d5-4c0a-9833-7fb0f5135313" providerId="ADAL" clId="{BA521137-9338-46EB-B0B5-D78DFADC4D3B}" dt="2021-01-29T08:11:40.835" v="13" actId="2696"/>
        <pc:sldMkLst>
          <pc:docMk/>
          <pc:sldMk cId="3079569024" sldId="373"/>
        </pc:sldMkLst>
      </pc:sldChg>
      <pc:sldChg chg="del">
        <pc:chgData name="鈴木 秀規" userId="f68c5fd9-22d5-4c0a-9833-7fb0f5135313" providerId="ADAL" clId="{BA521137-9338-46EB-B0B5-D78DFADC4D3B}" dt="2021-01-29T08:11:40.835" v="13" actId="2696"/>
        <pc:sldMkLst>
          <pc:docMk/>
          <pc:sldMk cId="4229536549" sldId="374"/>
        </pc:sldMkLst>
      </pc:sldChg>
      <pc:sldChg chg="del">
        <pc:chgData name="鈴木 秀規" userId="f68c5fd9-22d5-4c0a-9833-7fb0f5135313" providerId="ADAL" clId="{BA521137-9338-46EB-B0B5-D78DFADC4D3B}" dt="2021-01-29T08:11:40.835" v="13" actId="2696"/>
        <pc:sldMkLst>
          <pc:docMk/>
          <pc:sldMk cId="3382569813" sldId="375"/>
        </pc:sldMkLst>
      </pc:sldChg>
      <pc:sldChg chg="del">
        <pc:chgData name="鈴木 秀規" userId="f68c5fd9-22d5-4c0a-9833-7fb0f5135313" providerId="ADAL" clId="{BA521137-9338-46EB-B0B5-D78DFADC4D3B}" dt="2021-01-29T08:11:40.835" v="13" actId="2696"/>
        <pc:sldMkLst>
          <pc:docMk/>
          <pc:sldMk cId="3100078096" sldId="376"/>
        </pc:sldMkLst>
      </pc:sldChg>
    </pc:docChg>
  </pc:docChgLst>
  <pc:docChgLst>
    <pc:chgData name="鈴木 秀規" userId="f68c5fd9-22d5-4c0a-9833-7fb0f5135313" providerId="ADAL" clId="{9B0393DB-347A-4A9F-B4E7-8702A039FC28}"/>
    <pc:docChg chg="undo custSel addSld delSld modSld">
      <pc:chgData name="鈴木 秀規" userId="f68c5fd9-22d5-4c0a-9833-7fb0f5135313" providerId="ADAL" clId="{9B0393DB-347A-4A9F-B4E7-8702A039FC28}" dt="2021-01-28T06:37:49.917" v="1145" actId="2696"/>
      <pc:docMkLst>
        <pc:docMk/>
      </pc:docMkLst>
      <pc:sldChg chg="modSp mod">
        <pc:chgData name="鈴木 秀規" userId="f68c5fd9-22d5-4c0a-9833-7fb0f5135313" providerId="ADAL" clId="{9B0393DB-347A-4A9F-B4E7-8702A039FC28}" dt="2021-01-28T04:51:05.043" v="8" actId="20577"/>
        <pc:sldMkLst>
          <pc:docMk/>
          <pc:sldMk cId="0" sldId="256"/>
        </pc:sldMkLst>
        <pc:spChg chg="mod">
          <ac:chgData name="鈴木 秀規" userId="f68c5fd9-22d5-4c0a-9833-7fb0f5135313" providerId="ADAL" clId="{9B0393DB-347A-4A9F-B4E7-8702A039FC28}" dt="2021-01-28T04:51:05.043" v="8" actId="20577"/>
          <ac:spMkLst>
            <pc:docMk/>
            <pc:sldMk cId="0" sldId="256"/>
            <ac:spMk id="56" creationId="{00000000-0000-0000-0000-000000000000}"/>
          </ac:spMkLst>
        </pc:spChg>
      </pc:sldChg>
      <pc:sldChg chg="modSp mod">
        <pc:chgData name="鈴木 秀規" userId="f68c5fd9-22d5-4c0a-9833-7fb0f5135313" providerId="ADAL" clId="{9B0393DB-347A-4A9F-B4E7-8702A039FC28}" dt="2021-01-28T04:53:57.343" v="46" actId="207"/>
        <pc:sldMkLst>
          <pc:docMk/>
          <pc:sldMk cId="2397736379" sldId="363"/>
        </pc:sldMkLst>
        <pc:spChg chg="mod">
          <ac:chgData name="鈴木 秀規" userId="f68c5fd9-22d5-4c0a-9833-7fb0f5135313" providerId="ADAL" clId="{9B0393DB-347A-4A9F-B4E7-8702A039FC28}" dt="2021-01-28T04:51:13.114" v="9"/>
          <ac:spMkLst>
            <pc:docMk/>
            <pc:sldMk cId="2397736379" sldId="363"/>
            <ac:spMk id="7" creationId="{9630AD22-E64D-4A96-B059-2AF9F6580C25}"/>
          </ac:spMkLst>
        </pc:spChg>
        <pc:spChg chg="mod">
          <ac:chgData name="鈴木 秀規" userId="f68c5fd9-22d5-4c0a-9833-7fb0f5135313" providerId="ADAL" clId="{9B0393DB-347A-4A9F-B4E7-8702A039FC28}" dt="2021-01-28T04:53:57.343" v="46" actId="207"/>
          <ac:spMkLst>
            <pc:docMk/>
            <pc:sldMk cId="2397736379" sldId="363"/>
            <ac:spMk id="8" creationId="{787CF02A-01AB-4517-BA3E-25572FA82648}"/>
          </ac:spMkLst>
        </pc:spChg>
      </pc:sldChg>
      <pc:sldChg chg="del">
        <pc:chgData name="鈴木 秀規" userId="f68c5fd9-22d5-4c0a-9833-7fb0f5135313" providerId="ADAL" clId="{9B0393DB-347A-4A9F-B4E7-8702A039FC28}" dt="2021-01-28T04:51:20.164" v="10" actId="2696"/>
        <pc:sldMkLst>
          <pc:docMk/>
          <pc:sldMk cId="655144691" sldId="364"/>
        </pc:sldMkLst>
      </pc:sldChg>
      <pc:sldChg chg="addSp modSp new mod">
        <pc:chgData name="鈴木 秀規" userId="f68c5fd9-22d5-4c0a-9833-7fb0f5135313" providerId="ADAL" clId="{9B0393DB-347A-4A9F-B4E7-8702A039FC28}" dt="2021-01-28T04:59:15.087" v="93" actId="1076"/>
        <pc:sldMkLst>
          <pc:docMk/>
          <pc:sldMk cId="2018664081" sldId="364"/>
        </pc:sldMkLst>
        <pc:spChg chg="mod">
          <ac:chgData name="鈴木 秀規" userId="f68c5fd9-22d5-4c0a-9833-7fb0f5135313" providerId="ADAL" clId="{9B0393DB-347A-4A9F-B4E7-8702A039FC28}" dt="2021-01-28T04:54:08.475" v="48"/>
          <ac:spMkLst>
            <pc:docMk/>
            <pc:sldMk cId="2018664081" sldId="364"/>
            <ac:spMk id="3" creationId="{75DADEAD-0D67-4E17-9166-98A6805B6470}"/>
          </ac:spMkLst>
        </pc:spChg>
        <pc:spChg chg="mod">
          <ac:chgData name="鈴木 秀規" userId="f68c5fd9-22d5-4c0a-9833-7fb0f5135313" providerId="ADAL" clId="{9B0393DB-347A-4A9F-B4E7-8702A039FC28}" dt="2021-01-28T04:58:33.090" v="90" actId="14100"/>
          <ac:spMkLst>
            <pc:docMk/>
            <pc:sldMk cId="2018664081" sldId="364"/>
            <ac:spMk id="5" creationId="{E4A52243-874B-431E-A0B0-DB7E78319065}"/>
          </ac:spMkLst>
        </pc:spChg>
        <pc:spChg chg="add mod">
          <ac:chgData name="鈴木 秀規" userId="f68c5fd9-22d5-4c0a-9833-7fb0f5135313" providerId="ADAL" clId="{9B0393DB-347A-4A9F-B4E7-8702A039FC28}" dt="2021-01-28T04:55:56.647" v="77" actId="2711"/>
          <ac:spMkLst>
            <pc:docMk/>
            <pc:sldMk cId="2018664081" sldId="364"/>
            <ac:spMk id="6" creationId="{8F29406F-A595-462E-B24E-9CE5D8EF3E2D}"/>
          </ac:spMkLst>
        </pc:spChg>
        <pc:spChg chg="add mod">
          <ac:chgData name="鈴木 秀規" userId="f68c5fd9-22d5-4c0a-9833-7fb0f5135313" providerId="ADAL" clId="{9B0393DB-347A-4A9F-B4E7-8702A039FC28}" dt="2021-01-28T04:55:56.647" v="77" actId="2711"/>
          <ac:spMkLst>
            <pc:docMk/>
            <pc:sldMk cId="2018664081" sldId="364"/>
            <ac:spMk id="7" creationId="{2BA7F10E-1871-4F38-AC59-B0163B4434D5}"/>
          </ac:spMkLst>
        </pc:spChg>
        <pc:spChg chg="add mod">
          <ac:chgData name="鈴木 秀規" userId="f68c5fd9-22d5-4c0a-9833-7fb0f5135313" providerId="ADAL" clId="{9B0393DB-347A-4A9F-B4E7-8702A039FC28}" dt="2021-01-28T04:58:48.287" v="92" actId="207"/>
          <ac:spMkLst>
            <pc:docMk/>
            <pc:sldMk cId="2018664081" sldId="364"/>
            <ac:spMk id="8" creationId="{F96758B4-8B0C-4906-AE61-8689B893E300}"/>
          </ac:spMkLst>
        </pc:spChg>
        <pc:spChg chg="add mod">
          <ac:chgData name="鈴木 秀規" userId="f68c5fd9-22d5-4c0a-9833-7fb0f5135313" providerId="ADAL" clId="{9B0393DB-347A-4A9F-B4E7-8702A039FC28}" dt="2021-01-28T04:58:48.287" v="92" actId="207"/>
          <ac:spMkLst>
            <pc:docMk/>
            <pc:sldMk cId="2018664081" sldId="364"/>
            <ac:spMk id="9" creationId="{C40943D4-755B-48CE-BE20-39AD99482DDD}"/>
          </ac:spMkLst>
        </pc:spChg>
        <pc:spChg chg="add mod">
          <ac:chgData name="鈴木 秀規" userId="f68c5fd9-22d5-4c0a-9833-7fb0f5135313" providerId="ADAL" clId="{9B0393DB-347A-4A9F-B4E7-8702A039FC28}" dt="2021-01-28T04:58:48.287" v="92" actId="207"/>
          <ac:spMkLst>
            <pc:docMk/>
            <pc:sldMk cId="2018664081" sldId="364"/>
            <ac:spMk id="10" creationId="{428E113C-BEEF-4176-9373-33F49BE93CB6}"/>
          </ac:spMkLst>
        </pc:spChg>
        <pc:spChg chg="add mod">
          <ac:chgData name="鈴木 秀規" userId="f68c5fd9-22d5-4c0a-9833-7fb0f5135313" providerId="ADAL" clId="{9B0393DB-347A-4A9F-B4E7-8702A039FC28}" dt="2021-01-28T04:58:48.287" v="92" actId="207"/>
          <ac:spMkLst>
            <pc:docMk/>
            <pc:sldMk cId="2018664081" sldId="364"/>
            <ac:spMk id="11" creationId="{4A277E1D-FD12-479A-BA6F-0857A0959E90}"/>
          </ac:spMkLst>
        </pc:spChg>
        <pc:spChg chg="add mod">
          <ac:chgData name="鈴木 秀規" userId="f68c5fd9-22d5-4c0a-9833-7fb0f5135313" providerId="ADAL" clId="{9B0393DB-347A-4A9F-B4E7-8702A039FC28}" dt="2021-01-28T04:58:48.287" v="92" actId="207"/>
          <ac:spMkLst>
            <pc:docMk/>
            <pc:sldMk cId="2018664081" sldId="364"/>
            <ac:spMk id="12" creationId="{62CD15D6-B290-40CF-8A16-2D4CCCDA5B55}"/>
          </ac:spMkLst>
        </pc:spChg>
        <pc:spChg chg="add mod">
          <ac:chgData name="鈴木 秀規" userId="f68c5fd9-22d5-4c0a-9833-7fb0f5135313" providerId="ADAL" clId="{9B0393DB-347A-4A9F-B4E7-8702A039FC28}" dt="2021-01-28T04:58:48.287" v="92" actId="207"/>
          <ac:spMkLst>
            <pc:docMk/>
            <pc:sldMk cId="2018664081" sldId="364"/>
            <ac:spMk id="13" creationId="{DBD1595E-0338-493E-BEF5-BD50188C517A}"/>
          </ac:spMkLst>
        </pc:spChg>
        <pc:spChg chg="add mod">
          <ac:chgData name="鈴木 秀規" userId="f68c5fd9-22d5-4c0a-9833-7fb0f5135313" providerId="ADAL" clId="{9B0393DB-347A-4A9F-B4E7-8702A039FC28}" dt="2021-01-28T04:59:15.087" v="93" actId="1076"/>
          <ac:spMkLst>
            <pc:docMk/>
            <pc:sldMk cId="2018664081" sldId="364"/>
            <ac:spMk id="14" creationId="{E4EC873D-1263-447A-BF7D-809CAE197046}"/>
          </ac:spMkLst>
        </pc:spChg>
      </pc:sldChg>
      <pc:sldChg chg="modSp new mod">
        <pc:chgData name="鈴木 秀規" userId="f68c5fd9-22d5-4c0a-9833-7fb0f5135313" providerId="ADAL" clId="{9B0393DB-347A-4A9F-B4E7-8702A039FC28}" dt="2021-01-28T05:00:43.639" v="117" actId="113"/>
        <pc:sldMkLst>
          <pc:docMk/>
          <pc:sldMk cId="2019205359" sldId="365"/>
        </pc:sldMkLst>
        <pc:spChg chg="mod">
          <ac:chgData name="鈴木 秀規" userId="f68c5fd9-22d5-4c0a-9833-7fb0f5135313" providerId="ADAL" clId="{9B0393DB-347A-4A9F-B4E7-8702A039FC28}" dt="2021-01-28T04:59:29.015" v="95"/>
          <ac:spMkLst>
            <pc:docMk/>
            <pc:sldMk cId="2019205359" sldId="365"/>
            <ac:spMk id="3" creationId="{A91E588B-D2ED-4C37-BFA4-DF7BA5F7B19C}"/>
          </ac:spMkLst>
        </pc:spChg>
        <pc:spChg chg="mod">
          <ac:chgData name="鈴木 秀規" userId="f68c5fd9-22d5-4c0a-9833-7fb0f5135313" providerId="ADAL" clId="{9B0393DB-347A-4A9F-B4E7-8702A039FC28}" dt="2021-01-28T05:00:43.639" v="117" actId="113"/>
          <ac:spMkLst>
            <pc:docMk/>
            <pc:sldMk cId="2019205359" sldId="365"/>
            <ac:spMk id="5" creationId="{2B398FB9-B780-41E2-9CE6-703675FD83AF}"/>
          </ac:spMkLst>
        </pc:spChg>
      </pc:sldChg>
      <pc:sldChg chg="del">
        <pc:chgData name="鈴木 秀規" userId="f68c5fd9-22d5-4c0a-9833-7fb0f5135313" providerId="ADAL" clId="{9B0393DB-347A-4A9F-B4E7-8702A039FC28}" dt="2021-01-28T04:51:20.164" v="10" actId="2696"/>
        <pc:sldMkLst>
          <pc:docMk/>
          <pc:sldMk cId="3025764782" sldId="365"/>
        </pc:sldMkLst>
      </pc:sldChg>
      <pc:sldChg chg="addSp modSp new mod modAnim">
        <pc:chgData name="鈴木 秀規" userId="f68c5fd9-22d5-4c0a-9833-7fb0f5135313" providerId="ADAL" clId="{9B0393DB-347A-4A9F-B4E7-8702A039FC28}" dt="2021-01-28T05:06:03.368" v="186" actId="14100"/>
        <pc:sldMkLst>
          <pc:docMk/>
          <pc:sldMk cId="1083425996" sldId="366"/>
        </pc:sldMkLst>
        <pc:spChg chg="mod">
          <ac:chgData name="鈴木 秀規" userId="f68c5fd9-22d5-4c0a-9833-7fb0f5135313" providerId="ADAL" clId="{9B0393DB-347A-4A9F-B4E7-8702A039FC28}" dt="2021-01-28T05:01:01.412" v="119"/>
          <ac:spMkLst>
            <pc:docMk/>
            <pc:sldMk cId="1083425996" sldId="366"/>
            <ac:spMk id="3" creationId="{5915CA98-055E-4B0A-AE76-B5429F5D958C}"/>
          </ac:spMkLst>
        </pc:spChg>
        <pc:spChg chg="mod">
          <ac:chgData name="鈴木 秀規" userId="f68c5fd9-22d5-4c0a-9833-7fb0f5135313" providerId="ADAL" clId="{9B0393DB-347A-4A9F-B4E7-8702A039FC28}" dt="2021-01-28T05:01:58.463" v="132" actId="14100"/>
          <ac:spMkLst>
            <pc:docMk/>
            <pc:sldMk cId="1083425996" sldId="366"/>
            <ac:spMk id="5" creationId="{81DD3EA4-DF67-400B-9355-84F772D9225A}"/>
          </ac:spMkLst>
        </pc:spChg>
        <pc:spChg chg="add mod">
          <ac:chgData name="鈴木 秀規" userId="f68c5fd9-22d5-4c0a-9833-7fb0f5135313" providerId="ADAL" clId="{9B0393DB-347A-4A9F-B4E7-8702A039FC28}" dt="2021-01-28T05:05:19.771" v="177" actId="14100"/>
          <ac:spMkLst>
            <pc:docMk/>
            <pc:sldMk cId="1083425996" sldId="366"/>
            <ac:spMk id="6" creationId="{40234366-3D36-42F3-B1EE-CD56A6476877}"/>
          </ac:spMkLst>
        </pc:spChg>
        <pc:spChg chg="add mod">
          <ac:chgData name="鈴木 秀規" userId="f68c5fd9-22d5-4c0a-9833-7fb0f5135313" providerId="ADAL" clId="{9B0393DB-347A-4A9F-B4E7-8702A039FC28}" dt="2021-01-28T05:05:14.835" v="175" actId="1076"/>
          <ac:spMkLst>
            <pc:docMk/>
            <pc:sldMk cId="1083425996" sldId="366"/>
            <ac:spMk id="7" creationId="{694D1064-2523-4FB8-9664-3C01E154DF7D}"/>
          </ac:spMkLst>
        </pc:spChg>
        <pc:spChg chg="add mod">
          <ac:chgData name="鈴木 秀規" userId="f68c5fd9-22d5-4c0a-9833-7fb0f5135313" providerId="ADAL" clId="{9B0393DB-347A-4A9F-B4E7-8702A039FC28}" dt="2021-01-28T05:04:16.147" v="162" actId="207"/>
          <ac:spMkLst>
            <pc:docMk/>
            <pc:sldMk cId="1083425996" sldId="366"/>
            <ac:spMk id="8" creationId="{DC4D2014-A7F2-4212-B21A-EF34F70F840E}"/>
          </ac:spMkLst>
        </pc:spChg>
        <pc:spChg chg="add mod">
          <ac:chgData name="鈴木 秀規" userId="f68c5fd9-22d5-4c0a-9833-7fb0f5135313" providerId="ADAL" clId="{9B0393DB-347A-4A9F-B4E7-8702A039FC28}" dt="2021-01-28T05:06:03.368" v="186" actId="14100"/>
          <ac:spMkLst>
            <pc:docMk/>
            <pc:sldMk cId="1083425996" sldId="366"/>
            <ac:spMk id="9" creationId="{8FB1B2C3-52FD-4F90-80CC-4C949A9674BD}"/>
          </ac:spMkLst>
        </pc:spChg>
        <pc:spChg chg="add mod">
          <ac:chgData name="鈴木 秀規" userId="f68c5fd9-22d5-4c0a-9833-7fb0f5135313" providerId="ADAL" clId="{9B0393DB-347A-4A9F-B4E7-8702A039FC28}" dt="2021-01-28T05:05:53.118" v="184" actId="1076"/>
          <ac:spMkLst>
            <pc:docMk/>
            <pc:sldMk cId="1083425996" sldId="366"/>
            <ac:spMk id="10" creationId="{87685BC7-0CC4-45EC-A20F-8E039239962B}"/>
          </ac:spMkLst>
        </pc:spChg>
      </pc:sldChg>
      <pc:sldChg chg="del">
        <pc:chgData name="鈴木 秀規" userId="f68c5fd9-22d5-4c0a-9833-7fb0f5135313" providerId="ADAL" clId="{9B0393DB-347A-4A9F-B4E7-8702A039FC28}" dt="2021-01-28T04:51:20.164" v="10" actId="2696"/>
        <pc:sldMkLst>
          <pc:docMk/>
          <pc:sldMk cId="4018965676" sldId="366"/>
        </pc:sldMkLst>
      </pc:sldChg>
      <pc:sldChg chg="addSp modSp new mod">
        <pc:chgData name="鈴木 秀規" userId="f68c5fd9-22d5-4c0a-9833-7fb0f5135313" providerId="ADAL" clId="{9B0393DB-347A-4A9F-B4E7-8702A039FC28}" dt="2021-01-28T05:19:37.794" v="212" actId="2085"/>
        <pc:sldMkLst>
          <pc:docMk/>
          <pc:sldMk cId="2277428888" sldId="367"/>
        </pc:sldMkLst>
        <pc:spChg chg="mod">
          <ac:chgData name="鈴木 秀規" userId="f68c5fd9-22d5-4c0a-9833-7fb0f5135313" providerId="ADAL" clId="{9B0393DB-347A-4A9F-B4E7-8702A039FC28}" dt="2021-01-28T05:06:17.598" v="188"/>
          <ac:spMkLst>
            <pc:docMk/>
            <pc:sldMk cId="2277428888" sldId="367"/>
            <ac:spMk id="3" creationId="{F4D40F7E-BF5A-49FC-B84A-46C28E18D48C}"/>
          </ac:spMkLst>
        </pc:spChg>
        <pc:spChg chg="mod">
          <ac:chgData name="鈴木 秀規" userId="f68c5fd9-22d5-4c0a-9833-7fb0f5135313" providerId="ADAL" clId="{9B0393DB-347A-4A9F-B4E7-8702A039FC28}" dt="2021-01-28T05:06:45.544" v="193" actId="14100"/>
          <ac:spMkLst>
            <pc:docMk/>
            <pc:sldMk cId="2277428888" sldId="367"/>
            <ac:spMk id="5" creationId="{83ACA755-6F6F-4468-AD8F-3ADE2BF7686B}"/>
          </ac:spMkLst>
        </pc:spChg>
        <pc:spChg chg="add mod">
          <ac:chgData name="鈴木 秀規" userId="f68c5fd9-22d5-4c0a-9833-7fb0f5135313" providerId="ADAL" clId="{9B0393DB-347A-4A9F-B4E7-8702A039FC28}" dt="2021-01-28T05:19:37.794" v="212" actId="2085"/>
          <ac:spMkLst>
            <pc:docMk/>
            <pc:sldMk cId="2277428888" sldId="367"/>
            <ac:spMk id="6" creationId="{304B1092-F21F-4A89-8359-ED1CF43F7497}"/>
          </ac:spMkLst>
        </pc:spChg>
        <pc:spChg chg="add mod">
          <ac:chgData name="鈴木 秀規" userId="f68c5fd9-22d5-4c0a-9833-7fb0f5135313" providerId="ADAL" clId="{9B0393DB-347A-4A9F-B4E7-8702A039FC28}" dt="2021-01-28T05:07:41.189" v="211"/>
          <ac:spMkLst>
            <pc:docMk/>
            <pc:sldMk cId="2277428888" sldId="367"/>
            <ac:spMk id="7" creationId="{654B7DA0-0BEF-43D9-99C4-26FF7010CECE}"/>
          </ac:spMkLst>
        </pc:spChg>
      </pc:sldChg>
      <pc:sldChg chg="del">
        <pc:chgData name="鈴木 秀規" userId="f68c5fd9-22d5-4c0a-9833-7fb0f5135313" providerId="ADAL" clId="{9B0393DB-347A-4A9F-B4E7-8702A039FC28}" dt="2021-01-28T04:51:20.164" v="10" actId="2696"/>
        <pc:sldMkLst>
          <pc:docMk/>
          <pc:sldMk cId="2327445248" sldId="367"/>
        </pc:sldMkLst>
      </pc:sldChg>
      <pc:sldChg chg="del">
        <pc:chgData name="鈴木 秀規" userId="f68c5fd9-22d5-4c0a-9833-7fb0f5135313" providerId="ADAL" clId="{9B0393DB-347A-4A9F-B4E7-8702A039FC28}" dt="2021-01-28T04:51:20.164" v="10" actId="2696"/>
        <pc:sldMkLst>
          <pc:docMk/>
          <pc:sldMk cId="19046241" sldId="368"/>
        </pc:sldMkLst>
      </pc:sldChg>
      <pc:sldChg chg="modSp new mod">
        <pc:chgData name="鈴木 秀規" userId="f68c5fd9-22d5-4c0a-9833-7fb0f5135313" providerId="ADAL" clId="{9B0393DB-347A-4A9F-B4E7-8702A039FC28}" dt="2021-01-28T05:21:29.027" v="236" actId="207"/>
        <pc:sldMkLst>
          <pc:docMk/>
          <pc:sldMk cId="368796728" sldId="368"/>
        </pc:sldMkLst>
        <pc:spChg chg="mod">
          <ac:chgData name="鈴木 秀規" userId="f68c5fd9-22d5-4c0a-9833-7fb0f5135313" providerId="ADAL" clId="{9B0393DB-347A-4A9F-B4E7-8702A039FC28}" dt="2021-01-28T05:19:48.857" v="214"/>
          <ac:spMkLst>
            <pc:docMk/>
            <pc:sldMk cId="368796728" sldId="368"/>
            <ac:spMk id="3" creationId="{423015FA-2594-473F-99D6-29F327284BB3}"/>
          </ac:spMkLst>
        </pc:spChg>
        <pc:spChg chg="mod">
          <ac:chgData name="鈴木 秀規" userId="f68c5fd9-22d5-4c0a-9833-7fb0f5135313" providerId="ADAL" clId="{9B0393DB-347A-4A9F-B4E7-8702A039FC28}" dt="2021-01-28T05:21:29.027" v="236" actId="207"/>
          <ac:spMkLst>
            <pc:docMk/>
            <pc:sldMk cId="368796728" sldId="368"/>
            <ac:spMk id="5" creationId="{5A5501EC-5263-4AA3-AA87-5EACE2BF7266}"/>
          </ac:spMkLst>
        </pc:spChg>
      </pc:sldChg>
      <pc:sldChg chg="addSp delSp modSp new mod chgLayout">
        <pc:chgData name="鈴木 秀規" userId="f68c5fd9-22d5-4c0a-9833-7fb0f5135313" providerId="ADAL" clId="{9B0393DB-347A-4A9F-B4E7-8702A039FC28}" dt="2021-01-28T05:23:13.215" v="259"/>
        <pc:sldMkLst>
          <pc:docMk/>
          <pc:sldMk cId="1615278593" sldId="369"/>
        </pc:sldMkLst>
        <pc:spChg chg="mod ord">
          <ac:chgData name="鈴木 秀規" userId="f68c5fd9-22d5-4c0a-9833-7fb0f5135313" providerId="ADAL" clId="{9B0393DB-347A-4A9F-B4E7-8702A039FC28}" dt="2021-01-28T05:21:58.764" v="241" actId="6264"/>
          <ac:spMkLst>
            <pc:docMk/>
            <pc:sldMk cId="1615278593" sldId="369"/>
            <ac:spMk id="2" creationId="{9433DD62-7A8C-4CFE-8AC2-7DD38137F115}"/>
          </ac:spMkLst>
        </pc:spChg>
        <pc:spChg chg="del">
          <ac:chgData name="鈴木 秀規" userId="f68c5fd9-22d5-4c0a-9833-7fb0f5135313" providerId="ADAL" clId="{9B0393DB-347A-4A9F-B4E7-8702A039FC28}" dt="2021-01-28T05:21:58.764" v="241" actId="6264"/>
          <ac:spMkLst>
            <pc:docMk/>
            <pc:sldMk cId="1615278593" sldId="369"/>
            <ac:spMk id="3" creationId="{38A3A5D5-3A56-4113-B8DE-87E0688BE876}"/>
          </ac:spMkLst>
        </pc:spChg>
        <pc:spChg chg="mod ord">
          <ac:chgData name="鈴木 秀規" userId="f68c5fd9-22d5-4c0a-9833-7fb0f5135313" providerId="ADAL" clId="{9B0393DB-347A-4A9F-B4E7-8702A039FC28}" dt="2021-01-28T05:21:58.764" v="241" actId="6264"/>
          <ac:spMkLst>
            <pc:docMk/>
            <pc:sldMk cId="1615278593" sldId="369"/>
            <ac:spMk id="4" creationId="{D2BD8D33-EBF9-4FA2-9DD4-159B222B2985}"/>
          </ac:spMkLst>
        </pc:spChg>
        <pc:spChg chg="del">
          <ac:chgData name="鈴木 秀規" userId="f68c5fd9-22d5-4c0a-9833-7fb0f5135313" providerId="ADAL" clId="{9B0393DB-347A-4A9F-B4E7-8702A039FC28}" dt="2021-01-28T05:21:52.934" v="238" actId="478"/>
          <ac:spMkLst>
            <pc:docMk/>
            <pc:sldMk cId="1615278593" sldId="369"/>
            <ac:spMk id="5" creationId="{128A520A-8A7D-4FFC-83D7-B223155EDD37}"/>
          </ac:spMkLst>
        </pc:spChg>
        <pc:spChg chg="add mod">
          <ac:chgData name="鈴木 秀規" userId="f68c5fd9-22d5-4c0a-9833-7fb0f5135313" providerId="ADAL" clId="{9B0393DB-347A-4A9F-B4E7-8702A039FC28}" dt="2021-01-28T05:23:07.016" v="258" actId="1036"/>
          <ac:spMkLst>
            <pc:docMk/>
            <pc:sldMk cId="1615278593" sldId="369"/>
            <ac:spMk id="6" creationId="{127A02F7-9F3D-4997-A920-6D0C58DDAAD3}"/>
          </ac:spMkLst>
        </pc:spChg>
        <pc:spChg chg="add del mod">
          <ac:chgData name="鈴木 秀規" userId="f68c5fd9-22d5-4c0a-9833-7fb0f5135313" providerId="ADAL" clId="{9B0393DB-347A-4A9F-B4E7-8702A039FC28}" dt="2021-01-28T05:21:58.764" v="241" actId="6264"/>
          <ac:spMkLst>
            <pc:docMk/>
            <pc:sldMk cId="1615278593" sldId="369"/>
            <ac:spMk id="7" creationId="{3827181B-7915-4D2A-B511-642F2C2FA7A1}"/>
          </ac:spMkLst>
        </pc:spChg>
        <pc:spChg chg="add del mod">
          <ac:chgData name="鈴木 秀規" userId="f68c5fd9-22d5-4c0a-9833-7fb0f5135313" providerId="ADAL" clId="{9B0393DB-347A-4A9F-B4E7-8702A039FC28}" dt="2021-01-28T05:21:58.764" v="241" actId="6264"/>
          <ac:spMkLst>
            <pc:docMk/>
            <pc:sldMk cId="1615278593" sldId="369"/>
            <ac:spMk id="8" creationId="{F17E451F-2A53-4E11-A17D-82EFB9373581}"/>
          </ac:spMkLst>
        </pc:spChg>
        <pc:spChg chg="add mod ord">
          <ac:chgData name="鈴木 秀規" userId="f68c5fd9-22d5-4c0a-9833-7fb0f5135313" providerId="ADAL" clId="{9B0393DB-347A-4A9F-B4E7-8702A039FC28}" dt="2021-01-28T05:23:13.215" v="259"/>
          <ac:spMkLst>
            <pc:docMk/>
            <pc:sldMk cId="1615278593" sldId="369"/>
            <ac:spMk id="9" creationId="{11592967-7DDE-4124-B19A-FCBC8FABB99F}"/>
          </ac:spMkLst>
        </pc:spChg>
        <pc:spChg chg="add del mod ord">
          <ac:chgData name="鈴木 秀規" userId="f68c5fd9-22d5-4c0a-9833-7fb0f5135313" providerId="ADAL" clId="{9B0393DB-347A-4A9F-B4E7-8702A039FC28}" dt="2021-01-28T05:22:59.494" v="248" actId="478"/>
          <ac:spMkLst>
            <pc:docMk/>
            <pc:sldMk cId="1615278593" sldId="369"/>
            <ac:spMk id="10" creationId="{761B919C-2266-40E7-8C60-31E7E60F137F}"/>
          </ac:spMkLst>
        </pc:spChg>
      </pc:sldChg>
      <pc:sldChg chg="del">
        <pc:chgData name="鈴木 秀規" userId="f68c5fd9-22d5-4c0a-9833-7fb0f5135313" providerId="ADAL" clId="{9B0393DB-347A-4A9F-B4E7-8702A039FC28}" dt="2021-01-28T04:51:20.164" v="10" actId="2696"/>
        <pc:sldMkLst>
          <pc:docMk/>
          <pc:sldMk cId="1634234875" sldId="369"/>
        </pc:sldMkLst>
      </pc:sldChg>
      <pc:sldChg chg="addSp modSp new mod">
        <pc:chgData name="鈴木 秀規" userId="f68c5fd9-22d5-4c0a-9833-7fb0f5135313" providerId="ADAL" clId="{9B0393DB-347A-4A9F-B4E7-8702A039FC28}" dt="2021-01-28T05:25:07.804" v="285" actId="14100"/>
        <pc:sldMkLst>
          <pc:docMk/>
          <pc:sldMk cId="639239015" sldId="370"/>
        </pc:sldMkLst>
        <pc:spChg chg="mod">
          <ac:chgData name="鈴木 秀規" userId="f68c5fd9-22d5-4c0a-9833-7fb0f5135313" providerId="ADAL" clId="{9B0393DB-347A-4A9F-B4E7-8702A039FC28}" dt="2021-01-28T05:23:22.948" v="261"/>
          <ac:spMkLst>
            <pc:docMk/>
            <pc:sldMk cId="639239015" sldId="370"/>
            <ac:spMk id="3" creationId="{C9EC6F09-7653-42C3-BBE5-40F190F1C67A}"/>
          </ac:spMkLst>
        </pc:spChg>
        <pc:spChg chg="mod">
          <ac:chgData name="鈴木 秀規" userId="f68c5fd9-22d5-4c0a-9833-7fb0f5135313" providerId="ADAL" clId="{9B0393DB-347A-4A9F-B4E7-8702A039FC28}" dt="2021-01-28T05:23:46.416" v="267" actId="14100"/>
          <ac:spMkLst>
            <pc:docMk/>
            <pc:sldMk cId="639239015" sldId="370"/>
            <ac:spMk id="5" creationId="{CE50543B-A82D-497D-BEAA-547F139377A2}"/>
          </ac:spMkLst>
        </pc:spChg>
        <pc:spChg chg="add mod">
          <ac:chgData name="鈴木 秀規" userId="f68c5fd9-22d5-4c0a-9833-7fb0f5135313" providerId="ADAL" clId="{9B0393DB-347A-4A9F-B4E7-8702A039FC28}" dt="2021-01-28T05:24:08.135" v="271" actId="2711"/>
          <ac:spMkLst>
            <pc:docMk/>
            <pc:sldMk cId="639239015" sldId="370"/>
            <ac:spMk id="6" creationId="{BF4AD80A-FD4F-437D-B0C7-809E8E86D940}"/>
          </ac:spMkLst>
        </pc:spChg>
        <pc:spChg chg="add mod">
          <ac:chgData name="鈴木 秀規" userId="f68c5fd9-22d5-4c0a-9833-7fb0f5135313" providerId="ADAL" clId="{9B0393DB-347A-4A9F-B4E7-8702A039FC28}" dt="2021-01-28T05:24:36.603" v="279" actId="14100"/>
          <ac:spMkLst>
            <pc:docMk/>
            <pc:sldMk cId="639239015" sldId="370"/>
            <ac:spMk id="7" creationId="{8D29B555-57DF-4F83-AA2E-602EC828A2C9}"/>
          </ac:spMkLst>
        </pc:spChg>
        <pc:spChg chg="add mod">
          <ac:chgData name="鈴木 秀規" userId="f68c5fd9-22d5-4c0a-9833-7fb0f5135313" providerId="ADAL" clId="{9B0393DB-347A-4A9F-B4E7-8702A039FC28}" dt="2021-01-28T05:24:45.093" v="281" actId="1076"/>
          <ac:spMkLst>
            <pc:docMk/>
            <pc:sldMk cId="639239015" sldId="370"/>
            <ac:spMk id="8" creationId="{EDC1E394-233B-44A9-956D-D169F9071E77}"/>
          </ac:spMkLst>
        </pc:spChg>
        <pc:spChg chg="add mod">
          <ac:chgData name="鈴木 秀規" userId="f68c5fd9-22d5-4c0a-9833-7fb0f5135313" providerId="ADAL" clId="{9B0393DB-347A-4A9F-B4E7-8702A039FC28}" dt="2021-01-28T05:25:07.804" v="285" actId="14100"/>
          <ac:spMkLst>
            <pc:docMk/>
            <pc:sldMk cId="639239015" sldId="370"/>
            <ac:spMk id="9" creationId="{FABA8051-B368-40EA-AF26-4ECB616EBA61}"/>
          </ac:spMkLst>
        </pc:spChg>
      </pc:sldChg>
      <pc:sldChg chg="del">
        <pc:chgData name="鈴木 秀規" userId="f68c5fd9-22d5-4c0a-9833-7fb0f5135313" providerId="ADAL" clId="{9B0393DB-347A-4A9F-B4E7-8702A039FC28}" dt="2021-01-28T04:51:20.164" v="10" actId="2696"/>
        <pc:sldMkLst>
          <pc:docMk/>
          <pc:sldMk cId="1288993640" sldId="370"/>
        </pc:sldMkLst>
      </pc:sldChg>
      <pc:sldChg chg="del">
        <pc:chgData name="鈴木 秀規" userId="f68c5fd9-22d5-4c0a-9833-7fb0f5135313" providerId="ADAL" clId="{9B0393DB-347A-4A9F-B4E7-8702A039FC28}" dt="2021-01-28T04:51:20.164" v="10" actId="2696"/>
        <pc:sldMkLst>
          <pc:docMk/>
          <pc:sldMk cId="269703063" sldId="371"/>
        </pc:sldMkLst>
      </pc:sldChg>
      <pc:sldChg chg="addSp modSp new mod">
        <pc:chgData name="鈴木 秀規" userId="f68c5fd9-22d5-4c0a-9833-7fb0f5135313" providerId="ADAL" clId="{9B0393DB-347A-4A9F-B4E7-8702A039FC28}" dt="2021-01-28T05:30:41.993" v="295" actId="2711"/>
        <pc:sldMkLst>
          <pc:docMk/>
          <pc:sldMk cId="4233707676" sldId="371"/>
        </pc:sldMkLst>
        <pc:spChg chg="mod">
          <ac:chgData name="鈴木 秀規" userId="f68c5fd9-22d5-4c0a-9833-7fb0f5135313" providerId="ADAL" clId="{9B0393DB-347A-4A9F-B4E7-8702A039FC28}" dt="2021-01-28T05:28:11.111" v="287"/>
          <ac:spMkLst>
            <pc:docMk/>
            <pc:sldMk cId="4233707676" sldId="371"/>
            <ac:spMk id="3" creationId="{20A33C99-9C38-4DE0-B987-7B2C5A59FF33}"/>
          </ac:spMkLst>
        </pc:spChg>
        <pc:spChg chg="mod">
          <ac:chgData name="鈴木 秀規" userId="f68c5fd9-22d5-4c0a-9833-7fb0f5135313" providerId="ADAL" clId="{9B0393DB-347A-4A9F-B4E7-8702A039FC28}" dt="2021-01-28T05:28:20.053" v="289"/>
          <ac:spMkLst>
            <pc:docMk/>
            <pc:sldMk cId="4233707676" sldId="371"/>
            <ac:spMk id="5" creationId="{438D2864-DC71-4E65-A492-1FC808A35DCB}"/>
          </ac:spMkLst>
        </pc:spChg>
        <pc:spChg chg="add mod">
          <ac:chgData name="鈴木 秀規" userId="f68c5fd9-22d5-4c0a-9833-7fb0f5135313" providerId="ADAL" clId="{9B0393DB-347A-4A9F-B4E7-8702A039FC28}" dt="2021-01-28T05:30:41.993" v="295" actId="2711"/>
          <ac:spMkLst>
            <pc:docMk/>
            <pc:sldMk cId="4233707676" sldId="371"/>
            <ac:spMk id="6" creationId="{B8DC8423-2C24-4FEA-BE39-A8AE8D038FF5}"/>
          </ac:spMkLst>
        </pc:spChg>
      </pc:sldChg>
      <pc:sldChg chg="del">
        <pc:chgData name="鈴木 秀規" userId="f68c5fd9-22d5-4c0a-9833-7fb0f5135313" providerId="ADAL" clId="{9B0393DB-347A-4A9F-B4E7-8702A039FC28}" dt="2021-01-28T04:51:20.164" v="10" actId="2696"/>
        <pc:sldMkLst>
          <pc:docMk/>
          <pc:sldMk cId="2141290884" sldId="372"/>
        </pc:sldMkLst>
      </pc:sldChg>
      <pc:sldChg chg="addSp modSp new mod">
        <pc:chgData name="鈴木 秀規" userId="f68c5fd9-22d5-4c0a-9833-7fb0f5135313" providerId="ADAL" clId="{9B0393DB-347A-4A9F-B4E7-8702A039FC28}" dt="2021-01-28T05:33:30.819" v="332" actId="207"/>
        <pc:sldMkLst>
          <pc:docMk/>
          <pc:sldMk cId="2732402478" sldId="372"/>
        </pc:sldMkLst>
        <pc:spChg chg="mod">
          <ac:chgData name="鈴木 秀規" userId="f68c5fd9-22d5-4c0a-9833-7fb0f5135313" providerId="ADAL" clId="{9B0393DB-347A-4A9F-B4E7-8702A039FC28}" dt="2021-01-28T05:31:42.217" v="300"/>
          <ac:spMkLst>
            <pc:docMk/>
            <pc:sldMk cId="2732402478" sldId="372"/>
            <ac:spMk id="3" creationId="{8EB60EE0-6E0B-4672-8630-12AD7BA01C92}"/>
          </ac:spMkLst>
        </pc:spChg>
        <pc:spChg chg="mod">
          <ac:chgData name="鈴木 秀規" userId="f68c5fd9-22d5-4c0a-9833-7fb0f5135313" providerId="ADAL" clId="{9B0393DB-347A-4A9F-B4E7-8702A039FC28}" dt="2021-01-28T05:31:45.775" v="301" actId="14100"/>
          <ac:spMkLst>
            <pc:docMk/>
            <pc:sldMk cId="2732402478" sldId="372"/>
            <ac:spMk id="5" creationId="{521EF501-CA73-40D5-9A89-5BAACD557670}"/>
          </ac:spMkLst>
        </pc:spChg>
        <pc:spChg chg="add mod">
          <ac:chgData name="鈴木 秀規" userId="f68c5fd9-22d5-4c0a-9833-7fb0f5135313" providerId="ADAL" clId="{9B0393DB-347A-4A9F-B4E7-8702A039FC28}" dt="2021-01-28T05:32:05.654" v="307" actId="1036"/>
          <ac:spMkLst>
            <pc:docMk/>
            <pc:sldMk cId="2732402478" sldId="372"/>
            <ac:spMk id="6" creationId="{CD60F859-2F46-4C10-8424-168F2B67DC2C}"/>
          </ac:spMkLst>
        </pc:spChg>
        <pc:spChg chg="add mod">
          <ac:chgData name="鈴木 秀規" userId="f68c5fd9-22d5-4c0a-9833-7fb0f5135313" providerId="ADAL" clId="{9B0393DB-347A-4A9F-B4E7-8702A039FC28}" dt="2021-01-28T05:33:30.819" v="332" actId="207"/>
          <ac:spMkLst>
            <pc:docMk/>
            <pc:sldMk cId="2732402478" sldId="372"/>
            <ac:spMk id="7" creationId="{7B7BB61D-0F50-4679-841F-55D62302163F}"/>
          </ac:spMkLst>
        </pc:spChg>
      </pc:sldChg>
      <pc:sldChg chg="del">
        <pc:chgData name="鈴木 秀規" userId="f68c5fd9-22d5-4c0a-9833-7fb0f5135313" providerId="ADAL" clId="{9B0393DB-347A-4A9F-B4E7-8702A039FC28}" dt="2021-01-28T04:51:20.164" v="10" actId="2696"/>
        <pc:sldMkLst>
          <pc:docMk/>
          <pc:sldMk cId="1104417737" sldId="373"/>
        </pc:sldMkLst>
      </pc:sldChg>
      <pc:sldChg chg="addSp delSp modSp new mod">
        <pc:chgData name="鈴木 秀規" userId="f68c5fd9-22d5-4c0a-9833-7fb0f5135313" providerId="ADAL" clId="{9B0393DB-347A-4A9F-B4E7-8702A039FC28}" dt="2021-01-28T05:43:00.941" v="416" actId="14100"/>
        <pc:sldMkLst>
          <pc:docMk/>
          <pc:sldMk cId="1848207789" sldId="373"/>
        </pc:sldMkLst>
        <pc:spChg chg="mod">
          <ac:chgData name="鈴木 秀規" userId="f68c5fd9-22d5-4c0a-9833-7fb0f5135313" providerId="ADAL" clId="{9B0393DB-347A-4A9F-B4E7-8702A039FC28}" dt="2021-01-28T05:34:03.773" v="334"/>
          <ac:spMkLst>
            <pc:docMk/>
            <pc:sldMk cId="1848207789" sldId="373"/>
            <ac:spMk id="3" creationId="{2069719F-4DDB-48D6-8489-8ACA37F82E89}"/>
          </ac:spMkLst>
        </pc:spChg>
        <pc:spChg chg="mod">
          <ac:chgData name="鈴木 秀規" userId="f68c5fd9-22d5-4c0a-9833-7fb0f5135313" providerId="ADAL" clId="{9B0393DB-347A-4A9F-B4E7-8702A039FC28}" dt="2021-01-28T05:37:14.301" v="354" actId="14100"/>
          <ac:spMkLst>
            <pc:docMk/>
            <pc:sldMk cId="1848207789" sldId="373"/>
            <ac:spMk id="5" creationId="{654F77AB-9440-49CE-A489-16D42F5C01CB}"/>
          </ac:spMkLst>
        </pc:spChg>
        <pc:spChg chg="add del mod">
          <ac:chgData name="鈴木 秀規" userId="f68c5fd9-22d5-4c0a-9833-7fb0f5135313" providerId="ADAL" clId="{9B0393DB-347A-4A9F-B4E7-8702A039FC28}" dt="2021-01-28T05:39:18.960" v="365" actId="1076"/>
          <ac:spMkLst>
            <pc:docMk/>
            <pc:sldMk cId="1848207789" sldId="373"/>
            <ac:spMk id="6" creationId="{2592738B-6317-4652-B628-D04033029127}"/>
          </ac:spMkLst>
        </pc:spChg>
        <pc:spChg chg="add mod">
          <ac:chgData name="鈴木 秀規" userId="f68c5fd9-22d5-4c0a-9833-7fb0f5135313" providerId="ADAL" clId="{9B0393DB-347A-4A9F-B4E7-8702A039FC28}" dt="2021-01-28T05:37:30.033" v="359" actId="20577"/>
          <ac:spMkLst>
            <pc:docMk/>
            <pc:sldMk cId="1848207789" sldId="373"/>
            <ac:spMk id="7" creationId="{7D159354-FD3C-43D1-82EC-768FC77CD404}"/>
          </ac:spMkLst>
        </pc:spChg>
        <pc:spChg chg="add mod">
          <ac:chgData name="鈴木 秀規" userId="f68c5fd9-22d5-4c0a-9833-7fb0f5135313" providerId="ADAL" clId="{9B0393DB-347A-4A9F-B4E7-8702A039FC28}" dt="2021-01-28T05:39:41.186" v="369" actId="1582"/>
          <ac:spMkLst>
            <pc:docMk/>
            <pc:sldMk cId="1848207789" sldId="373"/>
            <ac:spMk id="8" creationId="{06FF66D7-3604-4305-9AC0-2078D6ECEA83}"/>
          </ac:spMkLst>
        </pc:spChg>
        <pc:spChg chg="add mod">
          <ac:chgData name="鈴木 秀規" userId="f68c5fd9-22d5-4c0a-9833-7fb0f5135313" providerId="ADAL" clId="{9B0393DB-347A-4A9F-B4E7-8702A039FC28}" dt="2021-01-28T05:40:35.002" v="379" actId="207"/>
          <ac:spMkLst>
            <pc:docMk/>
            <pc:sldMk cId="1848207789" sldId="373"/>
            <ac:spMk id="9" creationId="{C9C7744D-D0F8-45EB-8948-10EC2666EDE3}"/>
          </ac:spMkLst>
        </pc:spChg>
        <pc:spChg chg="add mod">
          <ac:chgData name="鈴木 秀規" userId="f68c5fd9-22d5-4c0a-9833-7fb0f5135313" providerId="ADAL" clId="{9B0393DB-347A-4A9F-B4E7-8702A039FC28}" dt="2021-01-28T05:43:00.941" v="416" actId="14100"/>
          <ac:spMkLst>
            <pc:docMk/>
            <pc:sldMk cId="1848207789" sldId="373"/>
            <ac:spMk id="10" creationId="{75ADB4EB-F938-4B2C-A73F-2E824CD27FCA}"/>
          </ac:spMkLst>
        </pc:spChg>
        <pc:spChg chg="add mod">
          <ac:chgData name="鈴木 秀規" userId="f68c5fd9-22d5-4c0a-9833-7fb0f5135313" providerId="ADAL" clId="{9B0393DB-347A-4A9F-B4E7-8702A039FC28}" dt="2021-01-28T05:40:01.038" v="374" actId="208"/>
          <ac:spMkLst>
            <pc:docMk/>
            <pc:sldMk cId="1848207789" sldId="373"/>
            <ac:spMk id="11" creationId="{D517944E-C9B2-489B-A736-2925B9FAE80E}"/>
          </ac:spMkLst>
        </pc:spChg>
        <pc:spChg chg="add mod">
          <ac:chgData name="鈴木 秀規" userId="f68c5fd9-22d5-4c0a-9833-7fb0f5135313" providerId="ADAL" clId="{9B0393DB-347A-4A9F-B4E7-8702A039FC28}" dt="2021-01-28T05:41:27.282" v="405" actId="1035"/>
          <ac:spMkLst>
            <pc:docMk/>
            <pc:sldMk cId="1848207789" sldId="373"/>
            <ac:spMk id="12" creationId="{39F8F0E7-1163-49B6-AA31-3CF4221F26FB}"/>
          </ac:spMkLst>
        </pc:spChg>
        <pc:spChg chg="add mod">
          <ac:chgData name="鈴木 秀規" userId="f68c5fd9-22d5-4c0a-9833-7fb0f5135313" providerId="ADAL" clId="{9B0393DB-347A-4A9F-B4E7-8702A039FC28}" dt="2021-01-28T05:41:35.663" v="409" actId="14100"/>
          <ac:spMkLst>
            <pc:docMk/>
            <pc:sldMk cId="1848207789" sldId="373"/>
            <ac:spMk id="13" creationId="{3C4838BC-C0ED-4EE0-96A0-DA3F1CC35971}"/>
          </ac:spMkLst>
        </pc:spChg>
      </pc:sldChg>
      <pc:sldChg chg="addSp modSp new mod">
        <pc:chgData name="鈴木 秀規" userId="f68c5fd9-22d5-4c0a-9833-7fb0f5135313" providerId="ADAL" clId="{9B0393DB-347A-4A9F-B4E7-8702A039FC28}" dt="2021-01-28T05:45:18.033" v="450" actId="1037"/>
        <pc:sldMkLst>
          <pc:docMk/>
          <pc:sldMk cId="949514721" sldId="374"/>
        </pc:sldMkLst>
        <pc:spChg chg="mod">
          <ac:chgData name="鈴木 秀規" userId="f68c5fd9-22d5-4c0a-9833-7fb0f5135313" providerId="ADAL" clId="{9B0393DB-347A-4A9F-B4E7-8702A039FC28}" dt="2021-01-28T05:43:29.956" v="418"/>
          <ac:spMkLst>
            <pc:docMk/>
            <pc:sldMk cId="949514721" sldId="374"/>
            <ac:spMk id="3" creationId="{13548677-7DFC-4950-88B2-3F7EB15C6CFA}"/>
          </ac:spMkLst>
        </pc:spChg>
        <pc:spChg chg="mod">
          <ac:chgData name="鈴木 秀規" userId="f68c5fd9-22d5-4c0a-9833-7fb0f5135313" providerId="ADAL" clId="{9B0393DB-347A-4A9F-B4E7-8702A039FC28}" dt="2021-01-28T05:43:48.929" v="423" actId="14100"/>
          <ac:spMkLst>
            <pc:docMk/>
            <pc:sldMk cId="949514721" sldId="374"/>
            <ac:spMk id="5" creationId="{181966A2-7F3A-4C15-89C7-D2D991809913}"/>
          </ac:spMkLst>
        </pc:spChg>
        <pc:spChg chg="add mod">
          <ac:chgData name="鈴木 秀規" userId="f68c5fd9-22d5-4c0a-9833-7fb0f5135313" providerId="ADAL" clId="{9B0393DB-347A-4A9F-B4E7-8702A039FC28}" dt="2021-01-28T05:45:18.033" v="450" actId="1037"/>
          <ac:spMkLst>
            <pc:docMk/>
            <pc:sldMk cId="949514721" sldId="374"/>
            <ac:spMk id="6" creationId="{D00F9652-38E5-46D9-8947-B25E6696BFD6}"/>
          </ac:spMkLst>
        </pc:spChg>
        <pc:spChg chg="add mod">
          <ac:chgData name="鈴木 秀規" userId="f68c5fd9-22d5-4c0a-9833-7fb0f5135313" providerId="ADAL" clId="{9B0393DB-347A-4A9F-B4E7-8702A039FC28}" dt="2021-01-28T05:45:18.033" v="450" actId="1037"/>
          <ac:spMkLst>
            <pc:docMk/>
            <pc:sldMk cId="949514721" sldId="374"/>
            <ac:spMk id="7" creationId="{660615A9-6D3A-4C8E-A258-BC369D0457EA}"/>
          </ac:spMkLst>
        </pc:spChg>
        <pc:spChg chg="add mod">
          <ac:chgData name="鈴木 秀規" userId="f68c5fd9-22d5-4c0a-9833-7fb0f5135313" providerId="ADAL" clId="{9B0393DB-347A-4A9F-B4E7-8702A039FC28}" dt="2021-01-28T05:45:18.033" v="450" actId="1037"/>
          <ac:spMkLst>
            <pc:docMk/>
            <pc:sldMk cId="949514721" sldId="374"/>
            <ac:spMk id="8" creationId="{37E65F5F-B2ED-44F9-A58C-90A04A206ACC}"/>
          </ac:spMkLst>
        </pc:spChg>
        <pc:spChg chg="add mod">
          <ac:chgData name="鈴木 秀規" userId="f68c5fd9-22d5-4c0a-9833-7fb0f5135313" providerId="ADAL" clId="{9B0393DB-347A-4A9F-B4E7-8702A039FC28}" dt="2021-01-28T05:45:18.033" v="450" actId="1037"/>
          <ac:spMkLst>
            <pc:docMk/>
            <pc:sldMk cId="949514721" sldId="374"/>
            <ac:spMk id="9" creationId="{50F10E35-DAB9-4C62-9244-349A0388724B}"/>
          </ac:spMkLst>
        </pc:spChg>
        <pc:spChg chg="add mod">
          <ac:chgData name="鈴木 秀規" userId="f68c5fd9-22d5-4c0a-9833-7fb0f5135313" providerId="ADAL" clId="{9B0393DB-347A-4A9F-B4E7-8702A039FC28}" dt="2021-01-28T05:45:18.033" v="450" actId="1037"/>
          <ac:spMkLst>
            <pc:docMk/>
            <pc:sldMk cId="949514721" sldId="374"/>
            <ac:spMk id="10" creationId="{500720B9-EB4D-4F1A-969D-A6511BC904E3}"/>
          </ac:spMkLst>
        </pc:spChg>
        <pc:spChg chg="add mod">
          <ac:chgData name="鈴木 秀規" userId="f68c5fd9-22d5-4c0a-9833-7fb0f5135313" providerId="ADAL" clId="{9B0393DB-347A-4A9F-B4E7-8702A039FC28}" dt="2021-01-28T05:45:18.033" v="450" actId="1037"/>
          <ac:spMkLst>
            <pc:docMk/>
            <pc:sldMk cId="949514721" sldId="374"/>
            <ac:spMk id="11" creationId="{0C58485A-3252-49BB-840C-4F7FD0CB006F}"/>
          </ac:spMkLst>
        </pc:spChg>
      </pc:sldChg>
      <pc:sldChg chg="del">
        <pc:chgData name="鈴木 秀規" userId="f68c5fd9-22d5-4c0a-9833-7fb0f5135313" providerId="ADAL" clId="{9B0393DB-347A-4A9F-B4E7-8702A039FC28}" dt="2021-01-28T04:51:20.164" v="10" actId="2696"/>
        <pc:sldMkLst>
          <pc:docMk/>
          <pc:sldMk cId="3417266570" sldId="374"/>
        </pc:sldMkLst>
      </pc:sldChg>
      <pc:sldChg chg="addSp modSp new mod">
        <pc:chgData name="鈴木 秀規" userId="f68c5fd9-22d5-4c0a-9833-7fb0f5135313" providerId="ADAL" clId="{9B0393DB-347A-4A9F-B4E7-8702A039FC28}" dt="2021-01-28T05:46:54.041" v="484" actId="20577"/>
        <pc:sldMkLst>
          <pc:docMk/>
          <pc:sldMk cId="420561561" sldId="375"/>
        </pc:sldMkLst>
        <pc:spChg chg="mod">
          <ac:chgData name="鈴木 秀規" userId="f68c5fd9-22d5-4c0a-9833-7fb0f5135313" providerId="ADAL" clId="{9B0393DB-347A-4A9F-B4E7-8702A039FC28}" dt="2021-01-28T05:45:45.590" v="452"/>
          <ac:spMkLst>
            <pc:docMk/>
            <pc:sldMk cId="420561561" sldId="375"/>
            <ac:spMk id="3" creationId="{A52AE433-6D32-494D-8565-056C80102D71}"/>
          </ac:spMkLst>
        </pc:spChg>
        <pc:spChg chg="mod">
          <ac:chgData name="鈴木 秀規" userId="f68c5fd9-22d5-4c0a-9833-7fb0f5135313" providerId="ADAL" clId="{9B0393DB-347A-4A9F-B4E7-8702A039FC28}" dt="2021-01-28T05:45:56.738" v="456" actId="14100"/>
          <ac:spMkLst>
            <pc:docMk/>
            <pc:sldMk cId="420561561" sldId="375"/>
            <ac:spMk id="5" creationId="{3CFF5DA0-C45B-43CB-A680-F23FC9717317}"/>
          </ac:spMkLst>
        </pc:spChg>
        <pc:spChg chg="add mod">
          <ac:chgData name="鈴木 秀規" userId="f68c5fd9-22d5-4c0a-9833-7fb0f5135313" providerId="ADAL" clId="{9B0393DB-347A-4A9F-B4E7-8702A039FC28}" dt="2021-01-28T05:46:54.041" v="484" actId="20577"/>
          <ac:spMkLst>
            <pc:docMk/>
            <pc:sldMk cId="420561561" sldId="375"/>
            <ac:spMk id="6" creationId="{9F87B1AC-1610-4046-839F-830C4C2A1864}"/>
          </ac:spMkLst>
        </pc:spChg>
      </pc:sldChg>
      <pc:sldChg chg="del">
        <pc:chgData name="鈴木 秀規" userId="f68c5fd9-22d5-4c0a-9833-7fb0f5135313" providerId="ADAL" clId="{9B0393DB-347A-4A9F-B4E7-8702A039FC28}" dt="2021-01-28T04:51:20.164" v="10" actId="2696"/>
        <pc:sldMkLst>
          <pc:docMk/>
          <pc:sldMk cId="3525173344" sldId="375"/>
        </pc:sldMkLst>
      </pc:sldChg>
      <pc:sldChg chg="modSp new mod">
        <pc:chgData name="鈴木 秀規" userId="f68c5fd9-22d5-4c0a-9833-7fb0f5135313" providerId="ADAL" clId="{9B0393DB-347A-4A9F-B4E7-8702A039FC28}" dt="2021-01-28T05:48:30.378" v="507" actId="207"/>
        <pc:sldMkLst>
          <pc:docMk/>
          <pc:sldMk cId="1996051249" sldId="376"/>
        </pc:sldMkLst>
        <pc:spChg chg="mod">
          <ac:chgData name="鈴木 秀規" userId="f68c5fd9-22d5-4c0a-9833-7fb0f5135313" providerId="ADAL" clId="{9B0393DB-347A-4A9F-B4E7-8702A039FC28}" dt="2021-01-28T05:47:07.004" v="486"/>
          <ac:spMkLst>
            <pc:docMk/>
            <pc:sldMk cId="1996051249" sldId="376"/>
            <ac:spMk id="3" creationId="{81181DD9-F9F3-48EA-8547-EA83621209D1}"/>
          </ac:spMkLst>
        </pc:spChg>
        <pc:spChg chg="mod">
          <ac:chgData name="鈴木 秀規" userId="f68c5fd9-22d5-4c0a-9833-7fb0f5135313" providerId="ADAL" clId="{9B0393DB-347A-4A9F-B4E7-8702A039FC28}" dt="2021-01-28T05:48:30.378" v="507" actId="207"/>
          <ac:spMkLst>
            <pc:docMk/>
            <pc:sldMk cId="1996051249" sldId="376"/>
            <ac:spMk id="5" creationId="{138E593E-FC57-4B56-AAA4-914B0C773AAB}"/>
          </ac:spMkLst>
        </pc:spChg>
      </pc:sldChg>
      <pc:sldChg chg="del">
        <pc:chgData name="鈴木 秀規" userId="f68c5fd9-22d5-4c0a-9833-7fb0f5135313" providerId="ADAL" clId="{9B0393DB-347A-4A9F-B4E7-8702A039FC28}" dt="2021-01-28T04:51:20.164" v="10" actId="2696"/>
        <pc:sldMkLst>
          <pc:docMk/>
          <pc:sldMk cId="3171014613" sldId="376"/>
        </pc:sldMkLst>
      </pc:sldChg>
      <pc:sldChg chg="del">
        <pc:chgData name="鈴木 秀規" userId="f68c5fd9-22d5-4c0a-9833-7fb0f5135313" providerId="ADAL" clId="{9B0393DB-347A-4A9F-B4E7-8702A039FC28}" dt="2021-01-28T04:51:20.164" v="10" actId="2696"/>
        <pc:sldMkLst>
          <pc:docMk/>
          <pc:sldMk cId="2808150330" sldId="377"/>
        </pc:sldMkLst>
      </pc:sldChg>
      <pc:sldChg chg="addSp modSp new mod">
        <pc:chgData name="鈴木 秀規" userId="f68c5fd9-22d5-4c0a-9833-7fb0f5135313" providerId="ADAL" clId="{9B0393DB-347A-4A9F-B4E7-8702A039FC28}" dt="2021-01-28T05:52:50.186" v="616" actId="1036"/>
        <pc:sldMkLst>
          <pc:docMk/>
          <pc:sldMk cId="3493943848" sldId="377"/>
        </pc:sldMkLst>
        <pc:spChg chg="mod">
          <ac:chgData name="鈴木 秀規" userId="f68c5fd9-22d5-4c0a-9833-7fb0f5135313" providerId="ADAL" clId="{9B0393DB-347A-4A9F-B4E7-8702A039FC28}" dt="2021-01-28T05:49:29.731" v="509"/>
          <ac:spMkLst>
            <pc:docMk/>
            <pc:sldMk cId="3493943848" sldId="377"/>
            <ac:spMk id="3" creationId="{27CED232-2F0E-4AC5-AACA-7354D39E6E02}"/>
          </ac:spMkLst>
        </pc:spChg>
        <pc:spChg chg="mod">
          <ac:chgData name="鈴木 秀規" userId="f68c5fd9-22d5-4c0a-9833-7fb0f5135313" providerId="ADAL" clId="{9B0393DB-347A-4A9F-B4E7-8702A039FC28}" dt="2021-01-28T05:52:43.387" v="603" actId="20577"/>
          <ac:spMkLst>
            <pc:docMk/>
            <pc:sldMk cId="3493943848" sldId="377"/>
            <ac:spMk id="5" creationId="{5721FB2D-915B-43F4-8F83-9DE023101BAF}"/>
          </ac:spMkLst>
        </pc:spChg>
        <pc:spChg chg="add mod">
          <ac:chgData name="鈴木 秀規" userId="f68c5fd9-22d5-4c0a-9833-7fb0f5135313" providerId="ADAL" clId="{9B0393DB-347A-4A9F-B4E7-8702A039FC28}" dt="2021-01-28T05:52:50.186" v="616" actId="1036"/>
          <ac:spMkLst>
            <pc:docMk/>
            <pc:sldMk cId="3493943848" sldId="377"/>
            <ac:spMk id="7" creationId="{9DAF715E-0759-4D07-A029-7533A634CF8D}"/>
          </ac:spMkLst>
        </pc:spChg>
        <pc:spChg chg="add mod">
          <ac:chgData name="鈴木 秀規" userId="f68c5fd9-22d5-4c0a-9833-7fb0f5135313" providerId="ADAL" clId="{9B0393DB-347A-4A9F-B4E7-8702A039FC28}" dt="2021-01-28T05:52:50.186" v="616" actId="1036"/>
          <ac:spMkLst>
            <pc:docMk/>
            <pc:sldMk cId="3493943848" sldId="377"/>
            <ac:spMk id="8" creationId="{A0A054C7-6799-457D-8282-3C2B19B3C4BE}"/>
          </ac:spMkLst>
        </pc:spChg>
        <pc:spChg chg="add mod">
          <ac:chgData name="鈴木 秀規" userId="f68c5fd9-22d5-4c0a-9833-7fb0f5135313" providerId="ADAL" clId="{9B0393DB-347A-4A9F-B4E7-8702A039FC28}" dt="2021-01-28T05:52:50.186" v="616" actId="1036"/>
          <ac:spMkLst>
            <pc:docMk/>
            <pc:sldMk cId="3493943848" sldId="377"/>
            <ac:spMk id="9" creationId="{7481DEE5-38C2-4615-B957-C1B1F6FE03F4}"/>
          </ac:spMkLst>
        </pc:spChg>
        <pc:spChg chg="add mod">
          <ac:chgData name="鈴木 秀規" userId="f68c5fd9-22d5-4c0a-9833-7fb0f5135313" providerId="ADAL" clId="{9B0393DB-347A-4A9F-B4E7-8702A039FC28}" dt="2021-01-28T05:52:50.186" v="616" actId="1036"/>
          <ac:spMkLst>
            <pc:docMk/>
            <pc:sldMk cId="3493943848" sldId="377"/>
            <ac:spMk id="10" creationId="{7BA5B70C-264B-43A5-A407-6DB54206A579}"/>
          </ac:spMkLst>
        </pc:spChg>
        <pc:spChg chg="add mod">
          <ac:chgData name="鈴木 秀規" userId="f68c5fd9-22d5-4c0a-9833-7fb0f5135313" providerId="ADAL" clId="{9B0393DB-347A-4A9F-B4E7-8702A039FC28}" dt="2021-01-28T05:52:50.186" v="616" actId="1036"/>
          <ac:spMkLst>
            <pc:docMk/>
            <pc:sldMk cId="3493943848" sldId="377"/>
            <ac:spMk id="11" creationId="{BD137E96-EF42-4029-B384-70836B6511AA}"/>
          </ac:spMkLst>
        </pc:spChg>
        <pc:spChg chg="add mod">
          <ac:chgData name="鈴木 秀規" userId="f68c5fd9-22d5-4c0a-9833-7fb0f5135313" providerId="ADAL" clId="{9B0393DB-347A-4A9F-B4E7-8702A039FC28}" dt="2021-01-28T05:52:50.186" v="616" actId="1036"/>
          <ac:spMkLst>
            <pc:docMk/>
            <pc:sldMk cId="3493943848" sldId="377"/>
            <ac:spMk id="12" creationId="{8979F5E2-A1A2-46B9-B10E-56EB42A2BF79}"/>
          </ac:spMkLst>
        </pc:spChg>
        <pc:graphicFrameChg chg="add mod modGraphic">
          <ac:chgData name="鈴木 秀規" userId="f68c5fd9-22d5-4c0a-9833-7fb0f5135313" providerId="ADAL" clId="{9B0393DB-347A-4A9F-B4E7-8702A039FC28}" dt="2021-01-28T05:51:13.685" v="590" actId="207"/>
          <ac:graphicFrameMkLst>
            <pc:docMk/>
            <pc:sldMk cId="3493943848" sldId="377"/>
            <ac:graphicFrameMk id="6" creationId="{7371300C-BF9D-4535-90BF-ED16098D1DCF}"/>
          </ac:graphicFrameMkLst>
        </pc:graphicFrameChg>
      </pc:sldChg>
      <pc:sldChg chg="del">
        <pc:chgData name="鈴木 秀規" userId="f68c5fd9-22d5-4c0a-9833-7fb0f5135313" providerId="ADAL" clId="{9B0393DB-347A-4A9F-B4E7-8702A039FC28}" dt="2021-01-28T04:51:20.164" v="10" actId="2696"/>
        <pc:sldMkLst>
          <pc:docMk/>
          <pc:sldMk cId="406741734" sldId="378"/>
        </pc:sldMkLst>
      </pc:sldChg>
      <pc:sldChg chg="addSp modSp new mod">
        <pc:chgData name="鈴木 秀規" userId="f68c5fd9-22d5-4c0a-9833-7fb0f5135313" providerId="ADAL" clId="{9B0393DB-347A-4A9F-B4E7-8702A039FC28}" dt="2021-01-28T05:57:49.640" v="691" actId="14100"/>
        <pc:sldMkLst>
          <pc:docMk/>
          <pc:sldMk cId="3488235805" sldId="378"/>
        </pc:sldMkLst>
        <pc:spChg chg="mod">
          <ac:chgData name="鈴木 秀規" userId="f68c5fd9-22d5-4c0a-9833-7fb0f5135313" providerId="ADAL" clId="{9B0393DB-347A-4A9F-B4E7-8702A039FC28}" dt="2021-01-28T05:53:09.067" v="618"/>
          <ac:spMkLst>
            <pc:docMk/>
            <pc:sldMk cId="3488235805" sldId="378"/>
            <ac:spMk id="3" creationId="{D4D5C0EC-748A-426B-8FCF-C2D5AB8B32BA}"/>
          </ac:spMkLst>
        </pc:spChg>
        <pc:spChg chg="mod">
          <ac:chgData name="鈴木 秀規" userId="f68c5fd9-22d5-4c0a-9833-7fb0f5135313" providerId="ADAL" clId="{9B0393DB-347A-4A9F-B4E7-8702A039FC28}" dt="2021-01-28T05:53:23.082" v="623" actId="14100"/>
          <ac:spMkLst>
            <pc:docMk/>
            <pc:sldMk cId="3488235805" sldId="378"/>
            <ac:spMk id="5" creationId="{5C399C6B-F89A-4BA5-9518-44E98CEB73F0}"/>
          </ac:spMkLst>
        </pc:spChg>
        <pc:spChg chg="add mod">
          <ac:chgData name="鈴木 秀規" userId="f68c5fd9-22d5-4c0a-9833-7fb0f5135313" providerId="ADAL" clId="{9B0393DB-347A-4A9F-B4E7-8702A039FC28}" dt="2021-01-28T05:56:31.196" v="678" actId="207"/>
          <ac:spMkLst>
            <pc:docMk/>
            <pc:sldMk cId="3488235805" sldId="378"/>
            <ac:spMk id="6" creationId="{5A255AAD-514A-4D7F-A9DD-4AD585D198AC}"/>
          </ac:spMkLst>
        </pc:spChg>
        <pc:spChg chg="add mod">
          <ac:chgData name="鈴木 秀規" userId="f68c5fd9-22d5-4c0a-9833-7fb0f5135313" providerId="ADAL" clId="{9B0393DB-347A-4A9F-B4E7-8702A039FC28}" dt="2021-01-28T05:54:08.911" v="633" actId="207"/>
          <ac:spMkLst>
            <pc:docMk/>
            <pc:sldMk cId="3488235805" sldId="378"/>
            <ac:spMk id="7" creationId="{5A5A3B78-0EE3-47CF-AFFA-A69BDB243A91}"/>
          </ac:spMkLst>
        </pc:spChg>
        <pc:spChg chg="add mod">
          <ac:chgData name="鈴木 秀規" userId="f68c5fd9-22d5-4c0a-9833-7fb0f5135313" providerId="ADAL" clId="{9B0393DB-347A-4A9F-B4E7-8702A039FC28}" dt="2021-01-28T05:55:32.590" v="662" actId="1076"/>
          <ac:spMkLst>
            <pc:docMk/>
            <pc:sldMk cId="3488235805" sldId="378"/>
            <ac:spMk id="8" creationId="{FA8C3B07-2B2A-42ED-8F71-D7BAFCB2C873}"/>
          </ac:spMkLst>
        </pc:spChg>
        <pc:spChg chg="add mod">
          <ac:chgData name="鈴木 秀規" userId="f68c5fd9-22d5-4c0a-9833-7fb0f5135313" providerId="ADAL" clId="{9B0393DB-347A-4A9F-B4E7-8702A039FC28}" dt="2021-01-28T05:54:54.760" v="651" actId="14100"/>
          <ac:spMkLst>
            <pc:docMk/>
            <pc:sldMk cId="3488235805" sldId="378"/>
            <ac:spMk id="9" creationId="{96BAB4BD-0FB1-4ADC-941C-AFD1BDF9FEBD}"/>
          </ac:spMkLst>
        </pc:spChg>
        <pc:spChg chg="add mod">
          <ac:chgData name="鈴木 秀規" userId="f68c5fd9-22d5-4c0a-9833-7fb0f5135313" providerId="ADAL" clId="{9B0393DB-347A-4A9F-B4E7-8702A039FC28}" dt="2021-01-28T05:56:23.096" v="676" actId="14100"/>
          <ac:spMkLst>
            <pc:docMk/>
            <pc:sldMk cId="3488235805" sldId="378"/>
            <ac:spMk id="10" creationId="{C1A7A43E-89B4-48E9-B463-20423AB25B1F}"/>
          </ac:spMkLst>
        </pc:spChg>
        <pc:spChg chg="add mod">
          <ac:chgData name="鈴木 秀規" userId="f68c5fd9-22d5-4c0a-9833-7fb0f5135313" providerId="ADAL" clId="{9B0393DB-347A-4A9F-B4E7-8702A039FC28}" dt="2021-01-28T05:57:49.640" v="691" actId="14100"/>
          <ac:spMkLst>
            <pc:docMk/>
            <pc:sldMk cId="3488235805" sldId="378"/>
            <ac:spMk id="11" creationId="{41938E68-145B-4FE8-9F7E-355B72C8067A}"/>
          </ac:spMkLst>
        </pc:spChg>
      </pc:sldChg>
      <pc:sldChg chg="del">
        <pc:chgData name="鈴木 秀規" userId="f68c5fd9-22d5-4c0a-9833-7fb0f5135313" providerId="ADAL" clId="{9B0393DB-347A-4A9F-B4E7-8702A039FC28}" dt="2021-01-28T04:51:20.164" v="10" actId="2696"/>
        <pc:sldMkLst>
          <pc:docMk/>
          <pc:sldMk cId="449625136" sldId="379"/>
        </pc:sldMkLst>
      </pc:sldChg>
      <pc:sldChg chg="modSp new mod">
        <pc:chgData name="鈴木 秀規" userId="f68c5fd9-22d5-4c0a-9833-7fb0f5135313" providerId="ADAL" clId="{9B0393DB-347A-4A9F-B4E7-8702A039FC28}" dt="2021-01-28T05:59:59.340" v="723" actId="20577"/>
        <pc:sldMkLst>
          <pc:docMk/>
          <pc:sldMk cId="2796318075" sldId="379"/>
        </pc:sldMkLst>
        <pc:spChg chg="mod">
          <ac:chgData name="鈴木 秀規" userId="f68c5fd9-22d5-4c0a-9833-7fb0f5135313" providerId="ADAL" clId="{9B0393DB-347A-4A9F-B4E7-8702A039FC28}" dt="2021-01-28T05:58:11.626" v="693"/>
          <ac:spMkLst>
            <pc:docMk/>
            <pc:sldMk cId="2796318075" sldId="379"/>
            <ac:spMk id="3" creationId="{A8E3964F-E0EF-4FFC-8EBD-80EB66046BB4}"/>
          </ac:spMkLst>
        </pc:spChg>
        <pc:spChg chg="mod">
          <ac:chgData name="鈴木 秀規" userId="f68c5fd9-22d5-4c0a-9833-7fb0f5135313" providerId="ADAL" clId="{9B0393DB-347A-4A9F-B4E7-8702A039FC28}" dt="2021-01-28T05:59:59.340" v="723" actId="20577"/>
          <ac:spMkLst>
            <pc:docMk/>
            <pc:sldMk cId="2796318075" sldId="379"/>
            <ac:spMk id="5" creationId="{F65EA276-CB98-4E31-BEA6-CDEA12439F93}"/>
          </ac:spMkLst>
        </pc:spChg>
      </pc:sldChg>
      <pc:sldChg chg="del">
        <pc:chgData name="鈴木 秀規" userId="f68c5fd9-22d5-4c0a-9833-7fb0f5135313" providerId="ADAL" clId="{9B0393DB-347A-4A9F-B4E7-8702A039FC28}" dt="2021-01-28T04:51:20.164" v="10" actId="2696"/>
        <pc:sldMkLst>
          <pc:docMk/>
          <pc:sldMk cId="1911761034" sldId="380"/>
        </pc:sldMkLst>
      </pc:sldChg>
      <pc:sldChg chg="addSp modSp new mod">
        <pc:chgData name="鈴木 秀規" userId="f68c5fd9-22d5-4c0a-9833-7fb0f5135313" providerId="ADAL" clId="{9B0393DB-347A-4A9F-B4E7-8702A039FC28}" dt="2021-01-28T06:03:48" v="784" actId="208"/>
        <pc:sldMkLst>
          <pc:docMk/>
          <pc:sldMk cId="3487842613" sldId="380"/>
        </pc:sldMkLst>
        <pc:spChg chg="mod">
          <ac:chgData name="鈴木 秀規" userId="f68c5fd9-22d5-4c0a-9833-7fb0f5135313" providerId="ADAL" clId="{9B0393DB-347A-4A9F-B4E7-8702A039FC28}" dt="2021-01-28T06:00:53.222" v="729"/>
          <ac:spMkLst>
            <pc:docMk/>
            <pc:sldMk cId="3487842613" sldId="380"/>
            <ac:spMk id="3" creationId="{EA6E2194-B0F9-42A6-8C40-9ACB32D82E50}"/>
          </ac:spMkLst>
        </pc:spChg>
        <pc:spChg chg="mod">
          <ac:chgData name="鈴木 秀規" userId="f68c5fd9-22d5-4c0a-9833-7fb0f5135313" providerId="ADAL" clId="{9B0393DB-347A-4A9F-B4E7-8702A039FC28}" dt="2021-01-28T06:00:28.017" v="727" actId="20577"/>
          <ac:spMkLst>
            <pc:docMk/>
            <pc:sldMk cId="3487842613" sldId="380"/>
            <ac:spMk id="5" creationId="{83D26C3F-3B73-4BED-A14F-B89A850D63CC}"/>
          </ac:spMkLst>
        </pc:spChg>
        <pc:spChg chg="add mod">
          <ac:chgData name="鈴木 秀規" userId="f68c5fd9-22d5-4c0a-9833-7fb0f5135313" providerId="ADAL" clId="{9B0393DB-347A-4A9F-B4E7-8702A039FC28}" dt="2021-01-28T06:02:42.681" v="776" actId="313"/>
          <ac:spMkLst>
            <pc:docMk/>
            <pc:sldMk cId="3487842613" sldId="380"/>
            <ac:spMk id="6" creationId="{FEC86CCF-52B7-4B99-B475-BF74CC017D2B}"/>
          </ac:spMkLst>
        </pc:spChg>
        <pc:spChg chg="add mod">
          <ac:chgData name="鈴木 秀規" userId="f68c5fd9-22d5-4c0a-9833-7fb0f5135313" providerId="ADAL" clId="{9B0393DB-347A-4A9F-B4E7-8702A039FC28}" dt="2021-01-28T06:02:31.568" v="774" actId="14100"/>
          <ac:spMkLst>
            <pc:docMk/>
            <pc:sldMk cId="3487842613" sldId="380"/>
            <ac:spMk id="7" creationId="{C56B9F5F-B953-4159-A53C-F447986A5F93}"/>
          </ac:spMkLst>
        </pc:spChg>
        <pc:spChg chg="add mod">
          <ac:chgData name="鈴木 秀規" userId="f68c5fd9-22d5-4c0a-9833-7fb0f5135313" providerId="ADAL" clId="{9B0393DB-347A-4A9F-B4E7-8702A039FC28}" dt="2021-01-28T06:03:48" v="784" actId="208"/>
          <ac:spMkLst>
            <pc:docMk/>
            <pc:sldMk cId="3487842613" sldId="380"/>
            <ac:spMk id="8" creationId="{CB2EA837-25DB-4E3B-A49B-0989AF006CB4}"/>
          </ac:spMkLst>
        </pc:spChg>
      </pc:sldChg>
      <pc:sldChg chg="modSp new mod">
        <pc:chgData name="鈴木 秀規" userId="f68c5fd9-22d5-4c0a-9833-7fb0f5135313" providerId="ADAL" clId="{9B0393DB-347A-4A9F-B4E7-8702A039FC28}" dt="2021-01-28T06:07:15.883" v="806" actId="207"/>
        <pc:sldMkLst>
          <pc:docMk/>
          <pc:sldMk cId="1329678765" sldId="381"/>
        </pc:sldMkLst>
        <pc:spChg chg="mod">
          <ac:chgData name="鈴木 秀規" userId="f68c5fd9-22d5-4c0a-9833-7fb0f5135313" providerId="ADAL" clId="{9B0393DB-347A-4A9F-B4E7-8702A039FC28}" dt="2021-01-28T06:05:02.602" v="786"/>
          <ac:spMkLst>
            <pc:docMk/>
            <pc:sldMk cId="1329678765" sldId="381"/>
            <ac:spMk id="3" creationId="{7F0D9EE6-7E66-441D-88C2-85B5C043CC56}"/>
          </ac:spMkLst>
        </pc:spChg>
        <pc:spChg chg="mod">
          <ac:chgData name="鈴木 秀規" userId="f68c5fd9-22d5-4c0a-9833-7fb0f5135313" providerId="ADAL" clId="{9B0393DB-347A-4A9F-B4E7-8702A039FC28}" dt="2021-01-28T06:07:15.883" v="806" actId="207"/>
          <ac:spMkLst>
            <pc:docMk/>
            <pc:sldMk cId="1329678765" sldId="381"/>
            <ac:spMk id="5" creationId="{54CF1E0F-77F3-4D34-B80C-F23ED44BB1B5}"/>
          </ac:spMkLst>
        </pc:spChg>
      </pc:sldChg>
      <pc:sldChg chg="del">
        <pc:chgData name="鈴木 秀規" userId="f68c5fd9-22d5-4c0a-9833-7fb0f5135313" providerId="ADAL" clId="{9B0393DB-347A-4A9F-B4E7-8702A039FC28}" dt="2021-01-28T04:51:20.164" v="10" actId="2696"/>
        <pc:sldMkLst>
          <pc:docMk/>
          <pc:sldMk cId="2111497926" sldId="381"/>
        </pc:sldMkLst>
      </pc:sldChg>
      <pc:sldChg chg="modSp new mod">
        <pc:chgData name="鈴木 秀規" userId="f68c5fd9-22d5-4c0a-9833-7fb0f5135313" providerId="ADAL" clId="{9B0393DB-347A-4A9F-B4E7-8702A039FC28}" dt="2021-01-28T06:08:48.318" v="827" actId="207"/>
        <pc:sldMkLst>
          <pc:docMk/>
          <pc:sldMk cId="1241536557" sldId="382"/>
        </pc:sldMkLst>
        <pc:spChg chg="mod">
          <ac:chgData name="鈴木 秀規" userId="f68c5fd9-22d5-4c0a-9833-7fb0f5135313" providerId="ADAL" clId="{9B0393DB-347A-4A9F-B4E7-8702A039FC28}" dt="2021-01-28T06:07:35.948" v="808"/>
          <ac:spMkLst>
            <pc:docMk/>
            <pc:sldMk cId="1241536557" sldId="382"/>
            <ac:spMk id="3" creationId="{5D82300F-0A26-44EC-AE4C-303BAF968E6E}"/>
          </ac:spMkLst>
        </pc:spChg>
        <pc:spChg chg="mod">
          <ac:chgData name="鈴木 秀規" userId="f68c5fd9-22d5-4c0a-9833-7fb0f5135313" providerId="ADAL" clId="{9B0393DB-347A-4A9F-B4E7-8702A039FC28}" dt="2021-01-28T06:08:48.318" v="827" actId="207"/>
          <ac:spMkLst>
            <pc:docMk/>
            <pc:sldMk cId="1241536557" sldId="382"/>
            <ac:spMk id="5" creationId="{98249769-8B42-411C-8DE2-0722716BC79D}"/>
          </ac:spMkLst>
        </pc:spChg>
      </pc:sldChg>
      <pc:sldChg chg="addSp modSp new mod">
        <pc:chgData name="鈴木 秀規" userId="f68c5fd9-22d5-4c0a-9833-7fb0f5135313" providerId="ADAL" clId="{9B0393DB-347A-4A9F-B4E7-8702A039FC28}" dt="2021-01-28T06:12:32.581" v="845" actId="207"/>
        <pc:sldMkLst>
          <pc:docMk/>
          <pc:sldMk cId="370086342" sldId="383"/>
        </pc:sldMkLst>
        <pc:spChg chg="mod">
          <ac:chgData name="鈴木 秀規" userId="f68c5fd9-22d5-4c0a-9833-7fb0f5135313" providerId="ADAL" clId="{9B0393DB-347A-4A9F-B4E7-8702A039FC28}" dt="2021-01-28T06:11:15.101" v="829"/>
          <ac:spMkLst>
            <pc:docMk/>
            <pc:sldMk cId="370086342" sldId="383"/>
            <ac:spMk id="3" creationId="{C7066AF6-1D1A-4194-81A6-0761C95ADD0B}"/>
          </ac:spMkLst>
        </pc:spChg>
        <pc:spChg chg="mod">
          <ac:chgData name="鈴木 秀規" userId="f68c5fd9-22d5-4c0a-9833-7fb0f5135313" providerId="ADAL" clId="{9B0393DB-347A-4A9F-B4E7-8702A039FC28}" dt="2021-01-28T06:11:31.165" v="833" actId="14100"/>
          <ac:spMkLst>
            <pc:docMk/>
            <pc:sldMk cId="370086342" sldId="383"/>
            <ac:spMk id="5" creationId="{73F15835-8EDD-47E5-B2C7-F34CF0B460E8}"/>
          </ac:spMkLst>
        </pc:spChg>
        <pc:spChg chg="add mod">
          <ac:chgData name="鈴木 秀規" userId="f68c5fd9-22d5-4c0a-9833-7fb0f5135313" providerId="ADAL" clId="{9B0393DB-347A-4A9F-B4E7-8702A039FC28}" dt="2021-01-28T06:12:32.581" v="845" actId="207"/>
          <ac:spMkLst>
            <pc:docMk/>
            <pc:sldMk cId="370086342" sldId="383"/>
            <ac:spMk id="6" creationId="{4CA59899-0BAD-4D9D-9D2E-EDDEDF77A7C7}"/>
          </ac:spMkLst>
        </pc:spChg>
      </pc:sldChg>
      <pc:sldChg chg="addSp modSp new mod">
        <pc:chgData name="鈴木 秀規" userId="f68c5fd9-22d5-4c0a-9833-7fb0f5135313" providerId="ADAL" clId="{9B0393DB-347A-4A9F-B4E7-8702A039FC28}" dt="2021-01-28T06:14:05.365" v="860" actId="207"/>
        <pc:sldMkLst>
          <pc:docMk/>
          <pc:sldMk cId="2606702251" sldId="384"/>
        </pc:sldMkLst>
        <pc:spChg chg="mod">
          <ac:chgData name="鈴木 秀規" userId="f68c5fd9-22d5-4c0a-9833-7fb0f5135313" providerId="ADAL" clId="{9B0393DB-347A-4A9F-B4E7-8702A039FC28}" dt="2021-01-28T06:12:47.925" v="847"/>
          <ac:spMkLst>
            <pc:docMk/>
            <pc:sldMk cId="2606702251" sldId="384"/>
            <ac:spMk id="3" creationId="{149D213F-2620-4B5B-8E45-E4DD7E8F6AEC}"/>
          </ac:spMkLst>
        </pc:spChg>
        <pc:spChg chg="mod">
          <ac:chgData name="鈴木 秀規" userId="f68c5fd9-22d5-4c0a-9833-7fb0f5135313" providerId="ADAL" clId="{9B0393DB-347A-4A9F-B4E7-8702A039FC28}" dt="2021-01-28T06:13:03.017" v="851" actId="14100"/>
          <ac:spMkLst>
            <pc:docMk/>
            <pc:sldMk cId="2606702251" sldId="384"/>
            <ac:spMk id="5" creationId="{F7A02B33-8EF9-47AC-91D1-E5EC06F42BF1}"/>
          </ac:spMkLst>
        </pc:spChg>
        <pc:spChg chg="add mod">
          <ac:chgData name="鈴木 秀規" userId="f68c5fd9-22d5-4c0a-9833-7fb0f5135313" providerId="ADAL" clId="{9B0393DB-347A-4A9F-B4E7-8702A039FC28}" dt="2021-01-28T06:14:05.365" v="860" actId="207"/>
          <ac:spMkLst>
            <pc:docMk/>
            <pc:sldMk cId="2606702251" sldId="384"/>
            <ac:spMk id="6" creationId="{2963DDC0-DC6C-4E94-B2BC-AF18A6BE370C}"/>
          </ac:spMkLst>
        </pc:spChg>
      </pc:sldChg>
      <pc:sldChg chg="modSp new mod">
        <pc:chgData name="鈴木 秀規" userId="f68c5fd9-22d5-4c0a-9833-7fb0f5135313" providerId="ADAL" clId="{9B0393DB-347A-4A9F-B4E7-8702A039FC28}" dt="2021-01-28T06:16:43.690" v="889" actId="207"/>
        <pc:sldMkLst>
          <pc:docMk/>
          <pc:sldMk cId="687702862" sldId="385"/>
        </pc:sldMkLst>
        <pc:spChg chg="mod">
          <ac:chgData name="鈴木 秀規" userId="f68c5fd9-22d5-4c0a-9833-7fb0f5135313" providerId="ADAL" clId="{9B0393DB-347A-4A9F-B4E7-8702A039FC28}" dt="2021-01-28T06:15:08.453" v="864"/>
          <ac:spMkLst>
            <pc:docMk/>
            <pc:sldMk cId="687702862" sldId="385"/>
            <ac:spMk id="3" creationId="{FEF030DA-D0CC-4914-B25C-B1531FB2EA38}"/>
          </ac:spMkLst>
        </pc:spChg>
        <pc:spChg chg="mod">
          <ac:chgData name="鈴木 秀規" userId="f68c5fd9-22d5-4c0a-9833-7fb0f5135313" providerId="ADAL" clId="{9B0393DB-347A-4A9F-B4E7-8702A039FC28}" dt="2021-01-28T06:16:43.690" v="889" actId="207"/>
          <ac:spMkLst>
            <pc:docMk/>
            <pc:sldMk cId="687702862" sldId="385"/>
            <ac:spMk id="5" creationId="{E4529827-329A-4934-8075-38C70BC32037}"/>
          </ac:spMkLst>
        </pc:spChg>
      </pc:sldChg>
      <pc:sldChg chg="addSp delSp modSp new mod modClrScheme chgLayout">
        <pc:chgData name="鈴木 秀規" userId="f68c5fd9-22d5-4c0a-9833-7fb0f5135313" providerId="ADAL" clId="{9B0393DB-347A-4A9F-B4E7-8702A039FC28}" dt="2021-01-28T06:19:17.881" v="915" actId="14100"/>
        <pc:sldMkLst>
          <pc:docMk/>
          <pc:sldMk cId="1556991625" sldId="386"/>
        </pc:sldMkLst>
        <pc:spChg chg="mod ord">
          <ac:chgData name="鈴木 秀規" userId="f68c5fd9-22d5-4c0a-9833-7fb0f5135313" providerId="ADAL" clId="{9B0393DB-347A-4A9F-B4E7-8702A039FC28}" dt="2021-01-28T06:17:29.798" v="892" actId="700"/>
          <ac:spMkLst>
            <pc:docMk/>
            <pc:sldMk cId="1556991625" sldId="386"/>
            <ac:spMk id="2" creationId="{8E37BB9B-83D1-4AD3-84A7-00314A9EF443}"/>
          </ac:spMkLst>
        </pc:spChg>
        <pc:spChg chg="mod ord">
          <ac:chgData name="鈴木 秀規" userId="f68c5fd9-22d5-4c0a-9833-7fb0f5135313" providerId="ADAL" clId="{9B0393DB-347A-4A9F-B4E7-8702A039FC28}" dt="2021-01-28T06:17:29.798" v="892" actId="700"/>
          <ac:spMkLst>
            <pc:docMk/>
            <pc:sldMk cId="1556991625" sldId="386"/>
            <ac:spMk id="3" creationId="{0416D4FC-4CF7-4D90-9C0D-CA655114D930}"/>
          </ac:spMkLst>
        </pc:spChg>
        <pc:spChg chg="mod ord">
          <ac:chgData name="鈴木 秀規" userId="f68c5fd9-22d5-4c0a-9833-7fb0f5135313" providerId="ADAL" clId="{9B0393DB-347A-4A9F-B4E7-8702A039FC28}" dt="2021-01-28T06:17:29.798" v="892" actId="700"/>
          <ac:spMkLst>
            <pc:docMk/>
            <pc:sldMk cId="1556991625" sldId="386"/>
            <ac:spMk id="4" creationId="{AC8E1359-BD1A-44C5-AECC-CEA080E9EF06}"/>
          </ac:spMkLst>
        </pc:spChg>
        <pc:spChg chg="del">
          <ac:chgData name="鈴木 秀規" userId="f68c5fd9-22d5-4c0a-9833-7fb0f5135313" providerId="ADAL" clId="{9B0393DB-347A-4A9F-B4E7-8702A039FC28}" dt="2021-01-28T06:17:29.798" v="892" actId="700"/>
          <ac:spMkLst>
            <pc:docMk/>
            <pc:sldMk cId="1556991625" sldId="386"/>
            <ac:spMk id="5" creationId="{C7C809F3-182A-4B65-890A-624315607664}"/>
          </ac:spMkLst>
        </pc:spChg>
        <pc:spChg chg="add mod">
          <ac:chgData name="鈴木 秀規" userId="f68c5fd9-22d5-4c0a-9833-7fb0f5135313" providerId="ADAL" clId="{9B0393DB-347A-4A9F-B4E7-8702A039FC28}" dt="2021-01-28T06:17:49.701" v="896" actId="14100"/>
          <ac:spMkLst>
            <pc:docMk/>
            <pc:sldMk cId="1556991625" sldId="386"/>
            <ac:spMk id="6" creationId="{74841F81-189C-4603-B413-5F5FE530BDEF}"/>
          </ac:spMkLst>
        </pc:spChg>
        <pc:spChg chg="add mod">
          <ac:chgData name="鈴木 秀規" userId="f68c5fd9-22d5-4c0a-9833-7fb0f5135313" providerId="ADAL" clId="{9B0393DB-347A-4A9F-B4E7-8702A039FC28}" dt="2021-01-28T06:18:55.829" v="911" actId="14100"/>
          <ac:spMkLst>
            <pc:docMk/>
            <pc:sldMk cId="1556991625" sldId="386"/>
            <ac:spMk id="7" creationId="{E1CFD740-7C8B-4718-8129-5E0F23D3ABE9}"/>
          </ac:spMkLst>
        </pc:spChg>
        <pc:spChg chg="add mod">
          <ac:chgData name="鈴木 秀規" userId="f68c5fd9-22d5-4c0a-9833-7fb0f5135313" providerId="ADAL" clId="{9B0393DB-347A-4A9F-B4E7-8702A039FC28}" dt="2021-01-28T06:19:17.881" v="915" actId="14100"/>
          <ac:spMkLst>
            <pc:docMk/>
            <pc:sldMk cId="1556991625" sldId="386"/>
            <ac:spMk id="8" creationId="{351B8591-3A1E-42E4-943A-99BDD8C1D067}"/>
          </ac:spMkLst>
        </pc:spChg>
      </pc:sldChg>
      <pc:sldChg chg="addSp modSp new mod modClrScheme chgLayout">
        <pc:chgData name="鈴木 秀規" userId="f68c5fd9-22d5-4c0a-9833-7fb0f5135313" providerId="ADAL" clId="{9B0393DB-347A-4A9F-B4E7-8702A039FC28}" dt="2021-01-28T06:20:51.853" v="942" actId="207"/>
        <pc:sldMkLst>
          <pc:docMk/>
          <pc:sldMk cId="3227213484" sldId="387"/>
        </pc:sldMkLst>
        <pc:spChg chg="mod ord">
          <ac:chgData name="鈴木 秀規" userId="f68c5fd9-22d5-4c0a-9833-7fb0f5135313" providerId="ADAL" clId="{9B0393DB-347A-4A9F-B4E7-8702A039FC28}" dt="2021-01-28T06:19:30.642" v="918" actId="700"/>
          <ac:spMkLst>
            <pc:docMk/>
            <pc:sldMk cId="3227213484" sldId="387"/>
            <ac:spMk id="2" creationId="{2FAC12FB-80AE-4A9F-96FC-08C6F99BDF3B}"/>
          </ac:spMkLst>
        </pc:spChg>
        <pc:spChg chg="mod ord">
          <ac:chgData name="鈴木 秀規" userId="f68c5fd9-22d5-4c0a-9833-7fb0f5135313" providerId="ADAL" clId="{9B0393DB-347A-4A9F-B4E7-8702A039FC28}" dt="2021-01-28T06:19:30.642" v="918" actId="700"/>
          <ac:spMkLst>
            <pc:docMk/>
            <pc:sldMk cId="3227213484" sldId="387"/>
            <ac:spMk id="3" creationId="{5856AD74-FB21-40CC-894A-8BA15D8FD2E3}"/>
          </ac:spMkLst>
        </pc:spChg>
        <pc:spChg chg="mod ord">
          <ac:chgData name="鈴木 秀規" userId="f68c5fd9-22d5-4c0a-9833-7fb0f5135313" providerId="ADAL" clId="{9B0393DB-347A-4A9F-B4E7-8702A039FC28}" dt="2021-01-28T06:19:30.642" v="918" actId="700"/>
          <ac:spMkLst>
            <pc:docMk/>
            <pc:sldMk cId="3227213484" sldId="387"/>
            <ac:spMk id="4" creationId="{487B6B72-D59A-4809-81AC-3D57E013062B}"/>
          </ac:spMkLst>
        </pc:spChg>
        <pc:spChg chg="add mod ord">
          <ac:chgData name="鈴木 秀規" userId="f68c5fd9-22d5-4c0a-9833-7fb0f5135313" providerId="ADAL" clId="{9B0393DB-347A-4A9F-B4E7-8702A039FC28}" dt="2021-01-28T06:20:51.853" v="942" actId="207"/>
          <ac:spMkLst>
            <pc:docMk/>
            <pc:sldMk cId="3227213484" sldId="387"/>
            <ac:spMk id="5" creationId="{DC467748-EFDB-4E6D-83BA-BE7F93FBEB19}"/>
          </ac:spMkLst>
        </pc:spChg>
      </pc:sldChg>
      <pc:sldChg chg="addSp delSp modSp new mod modClrScheme chgLayout">
        <pc:chgData name="鈴木 秀規" userId="f68c5fd9-22d5-4c0a-9833-7fb0f5135313" providerId="ADAL" clId="{9B0393DB-347A-4A9F-B4E7-8702A039FC28}" dt="2021-01-28T06:27:14.681" v="1012"/>
        <pc:sldMkLst>
          <pc:docMk/>
          <pc:sldMk cId="2658651072" sldId="388"/>
        </pc:sldMkLst>
        <pc:spChg chg="mod ord">
          <ac:chgData name="鈴木 秀規" userId="f68c5fd9-22d5-4c0a-9833-7fb0f5135313" providerId="ADAL" clId="{9B0393DB-347A-4A9F-B4E7-8702A039FC28}" dt="2021-01-28T06:21:11.135" v="945" actId="700"/>
          <ac:spMkLst>
            <pc:docMk/>
            <pc:sldMk cId="2658651072" sldId="388"/>
            <ac:spMk id="2" creationId="{616FF081-D905-40D1-A2EF-8AE5108470FC}"/>
          </ac:spMkLst>
        </pc:spChg>
        <pc:spChg chg="mod ord">
          <ac:chgData name="鈴木 秀規" userId="f68c5fd9-22d5-4c0a-9833-7fb0f5135313" providerId="ADAL" clId="{9B0393DB-347A-4A9F-B4E7-8702A039FC28}" dt="2021-01-28T06:21:11.135" v="945" actId="700"/>
          <ac:spMkLst>
            <pc:docMk/>
            <pc:sldMk cId="2658651072" sldId="388"/>
            <ac:spMk id="3" creationId="{FD601D0B-FE04-4701-B12C-94FB8F10BBD7}"/>
          </ac:spMkLst>
        </pc:spChg>
        <pc:spChg chg="mod ord">
          <ac:chgData name="鈴木 秀規" userId="f68c5fd9-22d5-4c0a-9833-7fb0f5135313" providerId="ADAL" clId="{9B0393DB-347A-4A9F-B4E7-8702A039FC28}" dt="2021-01-28T06:21:11.135" v="945" actId="700"/>
          <ac:spMkLst>
            <pc:docMk/>
            <pc:sldMk cId="2658651072" sldId="388"/>
            <ac:spMk id="4" creationId="{1139FA8D-105C-45AC-B8FB-4464D919256F}"/>
          </ac:spMkLst>
        </pc:spChg>
        <pc:spChg chg="del">
          <ac:chgData name="鈴木 秀規" userId="f68c5fd9-22d5-4c0a-9833-7fb0f5135313" providerId="ADAL" clId="{9B0393DB-347A-4A9F-B4E7-8702A039FC28}" dt="2021-01-28T06:21:11.135" v="945" actId="700"/>
          <ac:spMkLst>
            <pc:docMk/>
            <pc:sldMk cId="2658651072" sldId="388"/>
            <ac:spMk id="5" creationId="{452E4E3F-25E6-483B-BBA5-BCDF4F0C8704}"/>
          </ac:spMkLst>
        </pc:spChg>
        <pc:spChg chg="add mod">
          <ac:chgData name="鈴木 秀規" userId="f68c5fd9-22d5-4c0a-9833-7fb0f5135313" providerId="ADAL" clId="{9B0393DB-347A-4A9F-B4E7-8702A039FC28}" dt="2021-01-28T06:21:36.878" v="948" actId="14100"/>
          <ac:spMkLst>
            <pc:docMk/>
            <pc:sldMk cId="2658651072" sldId="388"/>
            <ac:spMk id="6" creationId="{5E2AC7A9-D865-4072-A34B-12E361BBEC1F}"/>
          </ac:spMkLst>
        </pc:spChg>
        <pc:spChg chg="add del mod">
          <ac:chgData name="鈴木 秀規" userId="f68c5fd9-22d5-4c0a-9833-7fb0f5135313" providerId="ADAL" clId="{9B0393DB-347A-4A9F-B4E7-8702A039FC28}" dt="2021-01-28T06:27:14.681" v="1012"/>
          <ac:spMkLst>
            <pc:docMk/>
            <pc:sldMk cId="2658651072" sldId="388"/>
            <ac:spMk id="7" creationId="{F8C06D25-F72A-4A04-B316-EB86AF987920}"/>
          </ac:spMkLst>
        </pc:spChg>
      </pc:sldChg>
      <pc:sldChg chg="addSp modSp new mod modClrScheme chgLayout">
        <pc:chgData name="鈴木 秀規" userId="f68c5fd9-22d5-4c0a-9833-7fb0f5135313" providerId="ADAL" clId="{9B0393DB-347A-4A9F-B4E7-8702A039FC28}" dt="2021-01-28T06:23:42.791" v="985" actId="14100"/>
        <pc:sldMkLst>
          <pc:docMk/>
          <pc:sldMk cId="91634463" sldId="389"/>
        </pc:sldMkLst>
        <pc:spChg chg="mod ord">
          <ac:chgData name="鈴木 秀規" userId="f68c5fd9-22d5-4c0a-9833-7fb0f5135313" providerId="ADAL" clId="{9B0393DB-347A-4A9F-B4E7-8702A039FC28}" dt="2021-01-28T06:22:03.015" v="951" actId="700"/>
          <ac:spMkLst>
            <pc:docMk/>
            <pc:sldMk cId="91634463" sldId="389"/>
            <ac:spMk id="2" creationId="{71BD1C0E-C3F2-4EC8-B9E9-5E23FA0FE4B7}"/>
          </ac:spMkLst>
        </pc:spChg>
        <pc:spChg chg="mod ord">
          <ac:chgData name="鈴木 秀規" userId="f68c5fd9-22d5-4c0a-9833-7fb0f5135313" providerId="ADAL" clId="{9B0393DB-347A-4A9F-B4E7-8702A039FC28}" dt="2021-01-28T06:22:03.015" v="951" actId="700"/>
          <ac:spMkLst>
            <pc:docMk/>
            <pc:sldMk cId="91634463" sldId="389"/>
            <ac:spMk id="3" creationId="{A48FE05B-0BD3-4032-8606-CC0813688FA3}"/>
          </ac:spMkLst>
        </pc:spChg>
        <pc:spChg chg="mod ord">
          <ac:chgData name="鈴木 秀規" userId="f68c5fd9-22d5-4c0a-9833-7fb0f5135313" providerId="ADAL" clId="{9B0393DB-347A-4A9F-B4E7-8702A039FC28}" dt="2021-01-28T06:22:03.015" v="951" actId="700"/>
          <ac:spMkLst>
            <pc:docMk/>
            <pc:sldMk cId="91634463" sldId="389"/>
            <ac:spMk id="4" creationId="{4FBB2095-686E-47CA-A31C-B6273BD99781}"/>
          </ac:spMkLst>
        </pc:spChg>
        <pc:spChg chg="add mod ord">
          <ac:chgData name="鈴木 秀規" userId="f68c5fd9-22d5-4c0a-9833-7fb0f5135313" providerId="ADAL" clId="{9B0393DB-347A-4A9F-B4E7-8702A039FC28}" dt="2021-01-28T06:23:16.359" v="976" actId="14100"/>
          <ac:spMkLst>
            <pc:docMk/>
            <pc:sldMk cId="91634463" sldId="389"/>
            <ac:spMk id="5" creationId="{335A23CD-F841-4EA4-BAE6-043862528890}"/>
          </ac:spMkLst>
        </pc:spChg>
        <pc:spChg chg="add mod">
          <ac:chgData name="鈴木 秀規" userId="f68c5fd9-22d5-4c0a-9833-7fb0f5135313" providerId="ADAL" clId="{9B0393DB-347A-4A9F-B4E7-8702A039FC28}" dt="2021-01-28T06:23:42.791" v="985" actId="14100"/>
          <ac:spMkLst>
            <pc:docMk/>
            <pc:sldMk cId="91634463" sldId="389"/>
            <ac:spMk id="6" creationId="{D2A63244-64CB-47FA-9EE7-253FDF3EAA19}"/>
          </ac:spMkLst>
        </pc:spChg>
      </pc:sldChg>
      <pc:sldChg chg="addSp modSp new mod">
        <pc:chgData name="鈴木 秀規" userId="f68c5fd9-22d5-4c0a-9833-7fb0f5135313" providerId="ADAL" clId="{9B0393DB-347A-4A9F-B4E7-8702A039FC28}" dt="2021-01-28T06:26:22.364" v="1004" actId="207"/>
        <pc:sldMkLst>
          <pc:docMk/>
          <pc:sldMk cId="2320300325" sldId="390"/>
        </pc:sldMkLst>
        <pc:spChg chg="mod">
          <ac:chgData name="鈴木 秀規" userId="f68c5fd9-22d5-4c0a-9833-7fb0f5135313" providerId="ADAL" clId="{9B0393DB-347A-4A9F-B4E7-8702A039FC28}" dt="2021-01-28T06:24:00.917" v="987"/>
          <ac:spMkLst>
            <pc:docMk/>
            <pc:sldMk cId="2320300325" sldId="390"/>
            <ac:spMk id="3" creationId="{C5C02D43-B67C-4DEC-8EC9-48957910AE84}"/>
          </ac:spMkLst>
        </pc:spChg>
        <pc:spChg chg="mod">
          <ac:chgData name="鈴木 秀規" userId="f68c5fd9-22d5-4c0a-9833-7fb0f5135313" providerId="ADAL" clId="{9B0393DB-347A-4A9F-B4E7-8702A039FC28}" dt="2021-01-28T06:24:22.453" v="990" actId="14100"/>
          <ac:spMkLst>
            <pc:docMk/>
            <pc:sldMk cId="2320300325" sldId="390"/>
            <ac:spMk id="5" creationId="{D821D6BC-27C5-48BB-ACAA-F3BFE7F374B9}"/>
          </ac:spMkLst>
        </pc:spChg>
        <pc:spChg chg="add mod">
          <ac:chgData name="鈴木 秀規" userId="f68c5fd9-22d5-4c0a-9833-7fb0f5135313" providerId="ADAL" clId="{9B0393DB-347A-4A9F-B4E7-8702A039FC28}" dt="2021-01-28T06:25:43.802" v="999" actId="14100"/>
          <ac:spMkLst>
            <pc:docMk/>
            <pc:sldMk cId="2320300325" sldId="390"/>
            <ac:spMk id="6" creationId="{3FEE7AF6-EF3E-4CA4-B414-A154F59B8E37}"/>
          </ac:spMkLst>
        </pc:spChg>
        <pc:spChg chg="add mod">
          <ac:chgData name="鈴木 秀規" userId="f68c5fd9-22d5-4c0a-9833-7fb0f5135313" providerId="ADAL" clId="{9B0393DB-347A-4A9F-B4E7-8702A039FC28}" dt="2021-01-28T06:26:22.364" v="1004" actId="207"/>
          <ac:spMkLst>
            <pc:docMk/>
            <pc:sldMk cId="2320300325" sldId="390"/>
            <ac:spMk id="7" creationId="{932F1765-8A93-41EC-957E-EC93A9EF3DB0}"/>
          </ac:spMkLst>
        </pc:spChg>
      </pc:sldChg>
      <pc:sldChg chg="addSp modSp new mod">
        <pc:chgData name="鈴木 秀規" userId="f68c5fd9-22d5-4c0a-9833-7fb0f5135313" providerId="ADAL" clId="{9B0393DB-347A-4A9F-B4E7-8702A039FC28}" dt="2021-01-28T06:29:35.347" v="1039" actId="14100"/>
        <pc:sldMkLst>
          <pc:docMk/>
          <pc:sldMk cId="1037775335" sldId="391"/>
        </pc:sldMkLst>
        <pc:spChg chg="mod">
          <ac:chgData name="鈴木 秀規" userId="f68c5fd9-22d5-4c0a-9833-7fb0f5135313" providerId="ADAL" clId="{9B0393DB-347A-4A9F-B4E7-8702A039FC28}" dt="2021-01-28T06:26:37.694" v="1006"/>
          <ac:spMkLst>
            <pc:docMk/>
            <pc:sldMk cId="1037775335" sldId="391"/>
            <ac:spMk id="3" creationId="{BA923D28-88E3-4EFC-A158-2674C621247B}"/>
          </ac:spMkLst>
        </pc:spChg>
        <pc:spChg chg="mod">
          <ac:chgData name="鈴木 秀規" userId="f68c5fd9-22d5-4c0a-9833-7fb0f5135313" providerId="ADAL" clId="{9B0393DB-347A-4A9F-B4E7-8702A039FC28}" dt="2021-01-28T06:26:57.105" v="1010" actId="14100"/>
          <ac:spMkLst>
            <pc:docMk/>
            <pc:sldMk cId="1037775335" sldId="391"/>
            <ac:spMk id="5" creationId="{54F4C3A0-31EF-4B1B-B93B-5E9953289E8E}"/>
          </ac:spMkLst>
        </pc:spChg>
        <pc:spChg chg="add mod">
          <ac:chgData name="鈴木 秀規" userId="f68c5fd9-22d5-4c0a-9833-7fb0f5135313" providerId="ADAL" clId="{9B0393DB-347A-4A9F-B4E7-8702A039FC28}" dt="2021-01-28T06:29:35.347" v="1039" actId="14100"/>
          <ac:spMkLst>
            <pc:docMk/>
            <pc:sldMk cId="1037775335" sldId="391"/>
            <ac:spMk id="6" creationId="{5FFE9DB3-4E7A-4281-B566-65635089E2F9}"/>
          </ac:spMkLst>
        </pc:spChg>
        <pc:spChg chg="add mod">
          <ac:chgData name="鈴木 秀規" userId="f68c5fd9-22d5-4c0a-9833-7fb0f5135313" providerId="ADAL" clId="{9B0393DB-347A-4A9F-B4E7-8702A039FC28}" dt="2021-01-28T06:28:50.305" v="1038" actId="14100"/>
          <ac:spMkLst>
            <pc:docMk/>
            <pc:sldMk cId="1037775335" sldId="391"/>
            <ac:spMk id="7" creationId="{0D34E9ED-8FD2-4C86-A80D-7B70852CDC15}"/>
          </ac:spMkLst>
        </pc:spChg>
      </pc:sldChg>
      <pc:sldChg chg="addSp modSp new mod">
        <pc:chgData name="鈴木 秀規" userId="f68c5fd9-22d5-4c0a-9833-7fb0f5135313" providerId="ADAL" clId="{9B0393DB-347A-4A9F-B4E7-8702A039FC28}" dt="2021-01-28T06:30:22.371" v="1047" actId="14100"/>
        <pc:sldMkLst>
          <pc:docMk/>
          <pc:sldMk cId="1989164865" sldId="392"/>
        </pc:sldMkLst>
        <pc:spChg chg="mod">
          <ac:chgData name="鈴木 秀規" userId="f68c5fd9-22d5-4c0a-9833-7fb0f5135313" providerId="ADAL" clId="{9B0393DB-347A-4A9F-B4E7-8702A039FC28}" dt="2021-01-28T06:29:47.116" v="1041"/>
          <ac:spMkLst>
            <pc:docMk/>
            <pc:sldMk cId="1989164865" sldId="392"/>
            <ac:spMk id="3" creationId="{AFC2A26E-AA58-4A15-81CC-8DA57F4498D0}"/>
          </ac:spMkLst>
        </pc:spChg>
        <pc:spChg chg="mod">
          <ac:chgData name="鈴木 秀規" userId="f68c5fd9-22d5-4c0a-9833-7fb0f5135313" providerId="ADAL" clId="{9B0393DB-347A-4A9F-B4E7-8702A039FC28}" dt="2021-01-28T06:29:56.734" v="1044" actId="14100"/>
          <ac:spMkLst>
            <pc:docMk/>
            <pc:sldMk cId="1989164865" sldId="392"/>
            <ac:spMk id="5" creationId="{2C13E718-66E5-4BD7-B901-DDFF5F68F88D}"/>
          </ac:spMkLst>
        </pc:spChg>
        <pc:spChg chg="add mod">
          <ac:chgData name="鈴木 秀規" userId="f68c5fd9-22d5-4c0a-9833-7fb0f5135313" providerId="ADAL" clId="{9B0393DB-347A-4A9F-B4E7-8702A039FC28}" dt="2021-01-28T06:30:22.371" v="1047" actId="14100"/>
          <ac:spMkLst>
            <pc:docMk/>
            <pc:sldMk cId="1989164865" sldId="392"/>
            <ac:spMk id="6" creationId="{4DA1D2F3-34B2-42DA-9958-780758280642}"/>
          </ac:spMkLst>
        </pc:spChg>
      </pc:sldChg>
      <pc:sldChg chg="modSp new mod">
        <pc:chgData name="鈴木 秀規" userId="f68c5fd9-22d5-4c0a-9833-7fb0f5135313" providerId="ADAL" clId="{9B0393DB-347A-4A9F-B4E7-8702A039FC28}" dt="2021-01-28T06:33:04.921" v="1072" actId="20577"/>
        <pc:sldMkLst>
          <pc:docMk/>
          <pc:sldMk cId="3817722397" sldId="393"/>
        </pc:sldMkLst>
        <pc:spChg chg="mod">
          <ac:chgData name="鈴木 秀規" userId="f68c5fd9-22d5-4c0a-9833-7fb0f5135313" providerId="ADAL" clId="{9B0393DB-347A-4A9F-B4E7-8702A039FC28}" dt="2021-01-28T06:31:33.481" v="1051"/>
          <ac:spMkLst>
            <pc:docMk/>
            <pc:sldMk cId="3817722397" sldId="393"/>
            <ac:spMk id="3" creationId="{2F2E0FD5-2346-4DD8-8220-9BF195FC590E}"/>
          </ac:spMkLst>
        </pc:spChg>
        <pc:spChg chg="mod">
          <ac:chgData name="鈴木 秀規" userId="f68c5fd9-22d5-4c0a-9833-7fb0f5135313" providerId="ADAL" clId="{9B0393DB-347A-4A9F-B4E7-8702A039FC28}" dt="2021-01-28T06:33:04.921" v="1072" actId="20577"/>
          <ac:spMkLst>
            <pc:docMk/>
            <pc:sldMk cId="3817722397" sldId="393"/>
            <ac:spMk id="5" creationId="{60C10C8F-89BB-442F-9F97-4F5F5B5AF457}"/>
          </ac:spMkLst>
        </pc:spChg>
      </pc:sldChg>
      <pc:sldChg chg="modSp new mod">
        <pc:chgData name="鈴木 秀規" userId="f68c5fd9-22d5-4c0a-9833-7fb0f5135313" providerId="ADAL" clId="{9B0393DB-347A-4A9F-B4E7-8702A039FC28}" dt="2021-01-28T06:33:57.021" v="1084" actId="207"/>
        <pc:sldMkLst>
          <pc:docMk/>
          <pc:sldMk cId="2635548106" sldId="394"/>
        </pc:sldMkLst>
        <pc:spChg chg="mod">
          <ac:chgData name="鈴木 秀規" userId="f68c5fd9-22d5-4c0a-9833-7fb0f5135313" providerId="ADAL" clId="{9B0393DB-347A-4A9F-B4E7-8702A039FC28}" dt="2021-01-28T06:33:24.983" v="1074"/>
          <ac:spMkLst>
            <pc:docMk/>
            <pc:sldMk cId="2635548106" sldId="394"/>
            <ac:spMk id="3" creationId="{4B485903-C262-401B-B6AE-98AE0991F0DC}"/>
          </ac:spMkLst>
        </pc:spChg>
        <pc:spChg chg="mod">
          <ac:chgData name="鈴木 秀規" userId="f68c5fd9-22d5-4c0a-9833-7fb0f5135313" providerId="ADAL" clId="{9B0393DB-347A-4A9F-B4E7-8702A039FC28}" dt="2021-01-28T06:33:57.021" v="1084" actId="207"/>
          <ac:spMkLst>
            <pc:docMk/>
            <pc:sldMk cId="2635548106" sldId="394"/>
            <ac:spMk id="5" creationId="{845A8630-2E41-4B93-BEAA-4F2468557344}"/>
          </ac:spMkLst>
        </pc:spChg>
      </pc:sldChg>
      <pc:sldChg chg="modSp new mod">
        <pc:chgData name="鈴木 秀規" userId="f68c5fd9-22d5-4c0a-9833-7fb0f5135313" providerId="ADAL" clId="{9B0393DB-347A-4A9F-B4E7-8702A039FC28}" dt="2021-01-28T06:35:35.377" v="1114" actId="20577"/>
        <pc:sldMkLst>
          <pc:docMk/>
          <pc:sldMk cId="436757555" sldId="395"/>
        </pc:sldMkLst>
        <pc:spChg chg="mod">
          <ac:chgData name="鈴木 秀規" userId="f68c5fd9-22d5-4c0a-9833-7fb0f5135313" providerId="ADAL" clId="{9B0393DB-347A-4A9F-B4E7-8702A039FC28}" dt="2021-01-28T06:34:13.183" v="1086"/>
          <ac:spMkLst>
            <pc:docMk/>
            <pc:sldMk cId="436757555" sldId="395"/>
            <ac:spMk id="3" creationId="{A2691B91-019E-4260-AAD2-8EB61D034CB2}"/>
          </ac:spMkLst>
        </pc:spChg>
        <pc:spChg chg="mod">
          <ac:chgData name="鈴木 秀規" userId="f68c5fd9-22d5-4c0a-9833-7fb0f5135313" providerId="ADAL" clId="{9B0393DB-347A-4A9F-B4E7-8702A039FC28}" dt="2021-01-28T06:35:35.377" v="1114" actId="20577"/>
          <ac:spMkLst>
            <pc:docMk/>
            <pc:sldMk cId="436757555" sldId="395"/>
            <ac:spMk id="5" creationId="{3854E8B5-F33D-449E-83B5-1E679A12C92C}"/>
          </ac:spMkLst>
        </pc:spChg>
      </pc:sldChg>
      <pc:sldChg chg="modSp new mod">
        <pc:chgData name="鈴木 秀規" userId="f68c5fd9-22d5-4c0a-9833-7fb0f5135313" providerId="ADAL" clId="{9B0393DB-347A-4A9F-B4E7-8702A039FC28}" dt="2021-01-28T06:37:12.114" v="1143" actId="20577"/>
        <pc:sldMkLst>
          <pc:docMk/>
          <pc:sldMk cId="3553494220" sldId="396"/>
        </pc:sldMkLst>
        <pc:spChg chg="mod">
          <ac:chgData name="鈴木 秀規" userId="f68c5fd9-22d5-4c0a-9833-7fb0f5135313" providerId="ADAL" clId="{9B0393DB-347A-4A9F-B4E7-8702A039FC28}" dt="2021-01-28T06:35:49.658" v="1116"/>
          <ac:spMkLst>
            <pc:docMk/>
            <pc:sldMk cId="3553494220" sldId="396"/>
            <ac:spMk id="3" creationId="{26DB189E-5E24-44C6-8FDE-BEBE8357FDB7}"/>
          </ac:spMkLst>
        </pc:spChg>
        <pc:spChg chg="mod">
          <ac:chgData name="鈴木 秀規" userId="f68c5fd9-22d5-4c0a-9833-7fb0f5135313" providerId="ADAL" clId="{9B0393DB-347A-4A9F-B4E7-8702A039FC28}" dt="2021-01-28T06:37:12.114" v="1143" actId="20577"/>
          <ac:spMkLst>
            <pc:docMk/>
            <pc:sldMk cId="3553494220" sldId="396"/>
            <ac:spMk id="5" creationId="{190ECB88-5093-4F73-AA5D-C6BAE55C2600}"/>
          </ac:spMkLst>
        </pc:spChg>
      </pc:sldChg>
      <pc:sldChg chg="new del">
        <pc:chgData name="鈴木 秀規" userId="f68c5fd9-22d5-4c0a-9833-7fb0f5135313" providerId="ADAL" clId="{9B0393DB-347A-4A9F-B4E7-8702A039FC28}" dt="2021-01-28T06:37:49.917" v="1145" actId="2696"/>
        <pc:sldMkLst>
          <pc:docMk/>
          <pc:sldMk cId="1329269555" sldId="397"/>
        </pc:sldMkLst>
      </pc:sldChg>
    </pc:docChg>
  </pc:docChgLst>
  <pc:docChgLst>
    <pc:chgData name="鈴木 秀規" userId="f68c5fd9-22d5-4c0a-9833-7fb0f5135313" providerId="ADAL" clId="{BEF09B95-13F1-49F1-BED2-5E97CA8FA593}"/>
    <pc:docChg chg="undo custSel addSld delSld modSld">
      <pc:chgData name="鈴木 秀規" userId="f68c5fd9-22d5-4c0a-9833-7fb0f5135313" providerId="ADAL" clId="{BEF09B95-13F1-49F1-BED2-5E97CA8FA593}" dt="2021-01-29T06:50:59.292" v="812" actId="207"/>
      <pc:docMkLst>
        <pc:docMk/>
      </pc:docMkLst>
      <pc:sldChg chg="modSp mod">
        <pc:chgData name="鈴木 秀規" userId="f68c5fd9-22d5-4c0a-9833-7fb0f5135313" providerId="ADAL" clId="{BEF09B95-13F1-49F1-BED2-5E97CA8FA593}" dt="2021-01-29T05:53:23.312" v="7" actId="20577"/>
        <pc:sldMkLst>
          <pc:docMk/>
          <pc:sldMk cId="0" sldId="256"/>
        </pc:sldMkLst>
        <pc:spChg chg="mod">
          <ac:chgData name="鈴木 秀規" userId="f68c5fd9-22d5-4c0a-9833-7fb0f5135313" providerId="ADAL" clId="{BEF09B95-13F1-49F1-BED2-5E97CA8FA593}" dt="2021-01-29T05:53:23.312" v="7" actId="20577"/>
          <ac:spMkLst>
            <pc:docMk/>
            <pc:sldMk cId="0" sldId="256"/>
            <ac:spMk id="56" creationId="{00000000-0000-0000-0000-000000000000}"/>
          </ac:spMkLst>
        </pc:spChg>
      </pc:sldChg>
      <pc:sldChg chg="delSp modSp mod">
        <pc:chgData name="鈴木 秀規" userId="f68c5fd9-22d5-4c0a-9833-7fb0f5135313" providerId="ADAL" clId="{BEF09B95-13F1-49F1-BED2-5E97CA8FA593}" dt="2021-01-29T05:54:59.469" v="31" actId="403"/>
        <pc:sldMkLst>
          <pc:docMk/>
          <pc:sldMk cId="2397736379" sldId="363"/>
        </pc:sldMkLst>
        <pc:spChg chg="mod">
          <ac:chgData name="鈴木 秀規" userId="f68c5fd9-22d5-4c0a-9833-7fb0f5135313" providerId="ADAL" clId="{BEF09B95-13F1-49F1-BED2-5E97CA8FA593}" dt="2021-01-29T05:53:39.758" v="9"/>
          <ac:spMkLst>
            <pc:docMk/>
            <pc:sldMk cId="2397736379" sldId="363"/>
            <ac:spMk id="7" creationId="{9630AD22-E64D-4A96-B059-2AF9F6580C25}"/>
          </ac:spMkLst>
        </pc:spChg>
        <pc:spChg chg="mod">
          <ac:chgData name="鈴木 秀規" userId="f68c5fd9-22d5-4c0a-9833-7fb0f5135313" providerId="ADAL" clId="{BEF09B95-13F1-49F1-BED2-5E97CA8FA593}" dt="2021-01-29T05:54:59.469" v="31" actId="403"/>
          <ac:spMkLst>
            <pc:docMk/>
            <pc:sldMk cId="2397736379" sldId="363"/>
            <ac:spMk id="8" creationId="{787CF02A-01AB-4517-BA3E-25572FA82648}"/>
          </ac:spMkLst>
        </pc:spChg>
        <pc:picChg chg="del">
          <ac:chgData name="鈴木 秀規" userId="f68c5fd9-22d5-4c0a-9833-7fb0f5135313" providerId="ADAL" clId="{BEF09B95-13F1-49F1-BED2-5E97CA8FA593}" dt="2021-01-29T05:54:00.722" v="10" actId="478"/>
          <ac:picMkLst>
            <pc:docMk/>
            <pc:sldMk cId="2397736379" sldId="363"/>
            <ac:picMk id="13" creationId="{AFECEB6F-9A85-4FBA-A728-91A16F11502C}"/>
          </ac:picMkLst>
        </pc:picChg>
      </pc:sldChg>
      <pc:sldChg chg="addSp modSp new mod">
        <pc:chgData name="鈴木 秀規" userId="f68c5fd9-22d5-4c0a-9833-7fb0f5135313" providerId="ADAL" clId="{BEF09B95-13F1-49F1-BED2-5E97CA8FA593}" dt="2021-01-29T05:56:18.883" v="49" actId="14100"/>
        <pc:sldMkLst>
          <pc:docMk/>
          <pc:sldMk cId="892564702" sldId="364"/>
        </pc:sldMkLst>
        <pc:spChg chg="mod">
          <ac:chgData name="鈴木 秀規" userId="f68c5fd9-22d5-4c0a-9833-7fb0f5135313" providerId="ADAL" clId="{BEF09B95-13F1-49F1-BED2-5E97CA8FA593}" dt="2021-01-29T05:55:12.153" v="33"/>
          <ac:spMkLst>
            <pc:docMk/>
            <pc:sldMk cId="892564702" sldId="364"/>
            <ac:spMk id="3" creationId="{D18D93F6-BC46-43BF-A526-7080C940FDD0}"/>
          </ac:spMkLst>
        </pc:spChg>
        <pc:spChg chg="mod">
          <ac:chgData name="鈴木 秀規" userId="f68c5fd9-22d5-4c0a-9833-7fb0f5135313" providerId="ADAL" clId="{BEF09B95-13F1-49F1-BED2-5E97CA8FA593}" dt="2021-01-29T05:55:26.149" v="37" actId="14100"/>
          <ac:spMkLst>
            <pc:docMk/>
            <pc:sldMk cId="892564702" sldId="364"/>
            <ac:spMk id="5" creationId="{819D4C79-32BF-41A8-B225-0B92E67D9875}"/>
          </ac:spMkLst>
        </pc:spChg>
        <pc:spChg chg="add mod">
          <ac:chgData name="鈴木 秀規" userId="f68c5fd9-22d5-4c0a-9833-7fb0f5135313" providerId="ADAL" clId="{BEF09B95-13F1-49F1-BED2-5E97CA8FA593}" dt="2021-01-29T05:56:01.742" v="46" actId="113"/>
          <ac:spMkLst>
            <pc:docMk/>
            <pc:sldMk cId="892564702" sldId="364"/>
            <ac:spMk id="6" creationId="{FE65D27D-0149-42B1-B588-6237B78EC52D}"/>
          </ac:spMkLst>
        </pc:spChg>
        <pc:spChg chg="add mod">
          <ac:chgData name="鈴木 秀規" userId="f68c5fd9-22d5-4c0a-9833-7fb0f5135313" providerId="ADAL" clId="{BEF09B95-13F1-49F1-BED2-5E97CA8FA593}" dt="2021-01-29T05:56:18.883" v="49" actId="14100"/>
          <ac:spMkLst>
            <pc:docMk/>
            <pc:sldMk cId="892564702" sldId="364"/>
            <ac:spMk id="7" creationId="{133C47F1-0D9E-40E0-BA22-E522F9103CF1}"/>
          </ac:spMkLst>
        </pc:spChg>
      </pc:sldChg>
      <pc:sldChg chg="del">
        <pc:chgData name="鈴木 秀規" userId="f68c5fd9-22d5-4c0a-9833-7fb0f5135313" providerId="ADAL" clId="{BEF09B95-13F1-49F1-BED2-5E97CA8FA593}" dt="2021-01-29T05:53:31.894" v="8" actId="2696"/>
        <pc:sldMkLst>
          <pc:docMk/>
          <pc:sldMk cId="2546841439" sldId="364"/>
        </pc:sldMkLst>
      </pc:sldChg>
      <pc:sldChg chg="del">
        <pc:chgData name="鈴木 秀規" userId="f68c5fd9-22d5-4c0a-9833-7fb0f5135313" providerId="ADAL" clId="{BEF09B95-13F1-49F1-BED2-5E97CA8FA593}" dt="2021-01-29T05:53:31.894" v="8" actId="2696"/>
        <pc:sldMkLst>
          <pc:docMk/>
          <pc:sldMk cId="3132048954" sldId="365"/>
        </pc:sldMkLst>
      </pc:sldChg>
      <pc:sldChg chg="addSp modSp new mod">
        <pc:chgData name="鈴木 秀規" userId="f68c5fd9-22d5-4c0a-9833-7fb0f5135313" providerId="ADAL" clId="{BEF09B95-13F1-49F1-BED2-5E97CA8FA593}" dt="2021-01-29T05:58:15.073" v="72" actId="14100"/>
        <pc:sldMkLst>
          <pc:docMk/>
          <pc:sldMk cId="3822348332" sldId="365"/>
        </pc:sldMkLst>
        <pc:spChg chg="mod">
          <ac:chgData name="鈴木 秀規" userId="f68c5fd9-22d5-4c0a-9833-7fb0f5135313" providerId="ADAL" clId="{BEF09B95-13F1-49F1-BED2-5E97CA8FA593}" dt="2021-01-29T05:56:31.137" v="51"/>
          <ac:spMkLst>
            <pc:docMk/>
            <pc:sldMk cId="3822348332" sldId="365"/>
            <ac:spMk id="3" creationId="{4D927314-5AD1-4B2A-A61E-A92F9CE5FAFF}"/>
          </ac:spMkLst>
        </pc:spChg>
        <pc:spChg chg="mod">
          <ac:chgData name="鈴木 秀規" userId="f68c5fd9-22d5-4c0a-9833-7fb0f5135313" providerId="ADAL" clId="{BEF09B95-13F1-49F1-BED2-5E97CA8FA593}" dt="2021-01-29T05:56:42.421" v="54" actId="14100"/>
          <ac:spMkLst>
            <pc:docMk/>
            <pc:sldMk cId="3822348332" sldId="365"/>
            <ac:spMk id="5" creationId="{BC6215BE-8203-4435-BABA-5CDCED411EBD}"/>
          </ac:spMkLst>
        </pc:spChg>
        <pc:spChg chg="add mod">
          <ac:chgData name="鈴木 秀規" userId="f68c5fd9-22d5-4c0a-9833-7fb0f5135313" providerId="ADAL" clId="{BEF09B95-13F1-49F1-BED2-5E97CA8FA593}" dt="2021-01-29T05:57:10.460" v="57" actId="14100"/>
          <ac:spMkLst>
            <pc:docMk/>
            <pc:sldMk cId="3822348332" sldId="365"/>
            <ac:spMk id="6" creationId="{8617B932-E8DC-4F22-A30A-793DA9211005}"/>
          </ac:spMkLst>
        </pc:spChg>
        <pc:spChg chg="add mod">
          <ac:chgData name="鈴木 秀規" userId="f68c5fd9-22d5-4c0a-9833-7fb0f5135313" providerId="ADAL" clId="{BEF09B95-13F1-49F1-BED2-5E97CA8FA593}" dt="2021-01-29T05:57:26.150" v="60" actId="14100"/>
          <ac:spMkLst>
            <pc:docMk/>
            <pc:sldMk cId="3822348332" sldId="365"/>
            <ac:spMk id="7" creationId="{6D08CBB2-5D9B-4B00-8436-C02F6AB97513}"/>
          </ac:spMkLst>
        </pc:spChg>
        <pc:spChg chg="add mod">
          <ac:chgData name="鈴木 秀規" userId="f68c5fd9-22d5-4c0a-9833-7fb0f5135313" providerId="ADAL" clId="{BEF09B95-13F1-49F1-BED2-5E97CA8FA593}" dt="2021-01-29T05:57:47.207" v="66" actId="1076"/>
          <ac:spMkLst>
            <pc:docMk/>
            <pc:sldMk cId="3822348332" sldId="365"/>
            <ac:spMk id="8" creationId="{95268274-6C32-4F0A-82B4-0D5F422BF9F9}"/>
          </ac:spMkLst>
        </pc:spChg>
        <pc:spChg chg="add mod">
          <ac:chgData name="鈴木 秀規" userId="f68c5fd9-22d5-4c0a-9833-7fb0f5135313" providerId="ADAL" clId="{BEF09B95-13F1-49F1-BED2-5E97CA8FA593}" dt="2021-01-29T05:57:53.961" v="68" actId="14100"/>
          <ac:spMkLst>
            <pc:docMk/>
            <pc:sldMk cId="3822348332" sldId="365"/>
            <ac:spMk id="9" creationId="{14552838-72A7-4BB0-984C-3EB3078EC0C3}"/>
          </ac:spMkLst>
        </pc:spChg>
        <pc:spChg chg="mod">
          <ac:chgData name="鈴木 秀規" userId="f68c5fd9-22d5-4c0a-9833-7fb0f5135313" providerId="ADAL" clId="{BEF09B95-13F1-49F1-BED2-5E97CA8FA593}" dt="2021-01-29T05:58:03.266" v="69"/>
          <ac:spMkLst>
            <pc:docMk/>
            <pc:sldMk cId="3822348332" sldId="365"/>
            <ac:spMk id="11" creationId="{F3EDEC07-01C5-4AFC-B91C-399547F9C833}"/>
          </ac:spMkLst>
        </pc:spChg>
        <pc:spChg chg="mod">
          <ac:chgData name="鈴木 秀規" userId="f68c5fd9-22d5-4c0a-9833-7fb0f5135313" providerId="ADAL" clId="{BEF09B95-13F1-49F1-BED2-5E97CA8FA593}" dt="2021-01-29T05:58:03.266" v="69"/>
          <ac:spMkLst>
            <pc:docMk/>
            <pc:sldMk cId="3822348332" sldId="365"/>
            <ac:spMk id="12" creationId="{2A7F9884-999F-4001-823A-FDDF97057053}"/>
          </ac:spMkLst>
        </pc:spChg>
        <pc:grpChg chg="add mod">
          <ac:chgData name="鈴木 秀規" userId="f68c5fd9-22d5-4c0a-9833-7fb0f5135313" providerId="ADAL" clId="{BEF09B95-13F1-49F1-BED2-5E97CA8FA593}" dt="2021-01-29T05:58:09.665" v="70" actId="1076"/>
          <ac:grpSpMkLst>
            <pc:docMk/>
            <pc:sldMk cId="3822348332" sldId="365"/>
            <ac:grpSpMk id="10" creationId="{A06DC2AB-AC51-45B7-B569-001F18F729BD}"/>
          </ac:grpSpMkLst>
        </pc:grpChg>
        <pc:cxnChg chg="add mod">
          <ac:chgData name="鈴木 秀規" userId="f68c5fd9-22d5-4c0a-9833-7fb0f5135313" providerId="ADAL" clId="{BEF09B95-13F1-49F1-BED2-5E97CA8FA593}" dt="2021-01-29T05:58:15.073" v="72" actId="14100"/>
          <ac:cxnSpMkLst>
            <pc:docMk/>
            <pc:sldMk cId="3822348332" sldId="365"/>
            <ac:cxnSpMk id="13" creationId="{175FD6CE-3C35-4731-AB5A-1C67DE40E2B5}"/>
          </ac:cxnSpMkLst>
        </pc:cxnChg>
      </pc:sldChg>
      <pc:sldChg chg="addSp delSp modSp new mod">
        <pc:chgData name="鈴木 秀規" userId="f68c5fd9-22d5-4c0a-9833-7fb0f5135313" providerId="ADAL" clId="{BEF09B95-13F1-49F1-BED2-5E97CA8FA593}" dt="2021-01-29T06:09:37.321" v="329" actId="1076"/>
        <pc:sldMkLst>
          <pc:docMk/>
          <pc:sldMk cId="377703482" sldId="366"/>
        </pc:sldMkLst>
        <pc:spChg chg="mod">
          <ac:chgData name="鈴木 秀規" userId="f68c5fd9-22d5-4c0a-9833-7fb0f5135313" providerId="ADAL" clId="{BEF09B95-13F1-49F1-BED2-5E97CA8FA593}" dt="2021-01-29T06:00:05.641" v="77"/>
          <ac:spMkLst>
            <pc:docMk/>
            <pc:sldMk cId="377703482" sldId="366"/>
            <ac:spMk id="3" creationId="{BCF0A0BC-F88C-4541-A1E6-99976F0C14CB}"/>
          </ac:spMkLst>
        </pc:spChg>
        <pc:spChg chg="mod">
          <ac:chgData name="鈴木 秀規" userId="f68c5fd9-22d5-4c0a-9833-7fb0f5135313" providerId="ADAL" clId="{BEF09B95-13F1-49F1-BED2-5E97CA8FA593}" dt="2021-01-29T06:00:18.175" v="80" actId="20577"/>
          <ac:spMkLst>
            <pc:docMk/>
            <pc:sldMk cId="377703482" sldId="366"/>
            <ac:spMk id="5" creationId="{9453BF00-BB17-4F8A-BD25-263839A7512C}"/>
          </ac:spMkLst>
        </pc:spChg>
        <pc:spChg chg="add mod">
          <ac:chgData name="鈴木 秀規" userId="f68c5fd9-22d5-4c0a-9833-7fb0f5135313" providerId="ADAL" clId="{BEF09B95-13F1-49F1-BED2-5E97CA8FA593}" dt="2021-01-29T06:02:15.227" v="108" actId="1076"/>
          <ac:spMkLst>
            <pc:docMk/>
            <pc:sldMk cId="377703482" sldId="366"/>
            <ac:spMk id="6" creationId="{ACC9B099-7230-43D1-8A48-8F5F21CC1670}"/>
          </ac:spMkLst>
        </pc:spChg>
        <pc:spChg chg="add mod">
          <ac:chgData name="鈴木 秀規" userId="f68c5fd9-22d5-4c0a-9833-7fb0f5135313" providerId="ADAL" clId="{BEF09B95-13F1-49F1-BED2-5E97CA8FA593}" dt="2021-01-29T06:03:51.127" v="157" actId="1076"/>
          <ac:spMkLst>
            <pc:docMk/>
            <pc:sldMk cId="377703482" sldId="366"/>
            <ac:spMk id="7" creationId="{6A1013CB-F8F1-4365-9E51-38F0211BDFB9}"/>
          </ac:spMkLst>
        </pc:spChg>
        <pc:spChg chg="add mod">
          <ac:chgData name="鈴木 秀規" userId="f68c5fd9-22d5-4c0a-9833-7fb0f5135313" providerId="ADAL" clId="{BEF09B95-13F1-49F1-BED2-5E97CA8FA593}" dt="2021-01-29T06:09:05.199" v="323" actId="404"/>
          <ac:spMkLst>
            <pc:docMk/>
            <pc:sldMk cId="377703482" sldId="366"/>
            <ac:spMk id="8" creationId="{9972D431-5E25-4C19-9B16-DB15FFEF5C8B}"/>
          </ac:spMkLst>
        </pc:spChg>
        <pc:spChg chg="add mod ord">
          <ac:chgData name="鈴木 秀規" userId="f68c5fd9-22d5-4c0a-9833-7fb0f5135313" providerId="ADAL" clId="{BEF09B95-13F1-49F1-BED2-5E97CA8FA593}" dt="2021-01-29T06:04:07.317" v="161" actId="166"/>
          <ac:spMkLst>
            <pc:docMk/>
            <pc:sldMk cId="377703482" sldId="366"/>
            <ac:spMk id="9" creationId="{C6620FA7-5B9D-4561-99D9-FEC4C6CA6C22}"/>
          </ac:spMkLst>
        </pc:spChg>
        <pc:spChg chg="add mod">
          <ac:chgData name="鈴木 秀規" userId="f68c5fd9-22d5-4c0a-9833-7fb0f5135313" providerId="ADAL" clId="{BEF09B95-13F1-49F1-BED2-5E97CA8FA593}" dt="2021-01-29T06:09:12.415" v="324" actId="120"/>
          <ac:spMkLst>
            <pc:docMk/>
            <pc:sldMk cId="377703482" sldId="366"/>
            <ac:spMk id="10" creationId="{FCEDFA8C-F3AF-4B21-9169-8AB8E17D3C5A}"/>
          </ac:spMkLst>
        </pc:spChg>
        <pc:spChg chg="add mod ord">
          <ac:chgData name="鈴木 秀規" userId="f68c5fd9-22d5-4c0a-9833-7fb0f5135313" providerId="ADAL" clId="{BEF09B95-13F1-49F1-BED2-5E97CA8FA593}" dt="2021-01-29T06:06:14.554" v="240" actId="20577"/>
          <ac:spMkLst>
            <pc:docMk/>
            <pc:sldMk cId="377703482" sldId="366"/>
            <ac:spMk id="11" creationId="{E82B9D73-4EF8-403B-A546-087B6E4808C3}"/>
          </ac:spMkLst>
        </pc:spChg>
        <pc:spChg chg="add mod">
          <ac:chgData name="鈴木 秀規" userId="f68c5fd9-22d5-4c0a-9833-7fb0f5135313" providerId="ADAL" clId="{BEF09B95-13F1-49F1-BED2-5E97CA8FA593}" dt="2021-01-29T06:04:42.040" v="183" actId="20577"/>
          <ac:spMkLst>
            <pc:docMk/>
            <pc:sldMk cId="377703482" sldId="366"/>
            <ac:spMk id="12" creationId="{1F8DC40A-EE27-43D5-80C3-BD9CAC85C73E}"/>
          </ac:spMkLst>
        </pc:spChg>
        <pc:spChg chg="add mod">
          <ac:chgData name="鈴木 秀規" userId="f68c5fd9-22d5-4c0a-9833-7fb0f5135313" providerId="ADAL" clId="{BEF09B95-13F1-49F1-BED2-5E97CA8FA593}" dt="2021-01-29T06:09:20.131" v="325" actId="255"/>
          <ac:spMkLst>
            <pc:docMk/>
            <pc:sldMk cId="377703482" sldId="366"/>
            <ac:spMk id="13" creationId="{653E5CF3-0FF0-4F33-B724-022BC50F02C7}"/>
          </ac:spMkLst>
        </pc:spChg>
        <pc:spChg chg="add mod ord">
          <ac:chgData name="鈴木 秀規" userId="f68c5fd9-22d5-4c0a-9833-7fb0f5135313" providerId="ADAL" clId="{BEF09B95-13F1-49F1-BED2-5E97CA8FA593}" dt="2021-01-29T06:09:33.854" v="328" actId="14100"/>
          <ac:spMkLst>
            <pc:docMk/>
            <pc:sldMk cId="377703482" sldId="366"/>
            <ac:spMk id="14" creationId="{5AC4A130-D9FD-4BF3-83CE-8FC630E45CA2}"/>
          </ac:spMkLst>
        </pc:spChg>
        <pc:spChg chg="add mod">
          <ac:chgData name="鈴木 秀規" userId="f68c5fd9-22d5-4c0a-9833-7fb0f5135313" providerId="ADAL" clId="{BEF09B95-13F1-49F1-BED2-5E97CA8FA593}" dt="2021-01-29T06:03:21.429" v="116" actId="571"/>
          <ac:spMkLst>
            <pc:docMk/>
            <pc:sldMk cId="377703482" sldId="366"/>
            <ac:spMk id="15" creationId="{FED6612C-B6F9-4D08-9A38-F938456D1166}"/>
          </ac:spMkLst>
        </pc:spChg>
        <pc:spChg chg="add mod">
          <ac:chgData name="鈴木 秀規" userId="f68c5fd9-22d5-4c0a-9833-7fb0f5135313" providerId="ADAL" clId="{BEF09B95-13F1-49F1-BED2-5E97CA8FA593}" dt="2021-01-29T06:03:21.429" v="116" actId="571"/>
          <ac:spMkLst>
            <pc:docMk/>
            <pc:sldMk cId="377703482" sldId="366"/>
            <ac:spMk id="16" creationId="{B3EF6C3A-757C-483F-96F3-8E6BD49A6E1E}"/>
          </ac:spMkLst>
        </pc:spChg>
        <pc:spChg chg="add mod">
          <ac:chgData name="鈴木 秀規" userId="f68c5fd9-22d5-4c0a-9833-7fb0f5135313" providerId="ADAL" clId="{BEF09B95-13F1-49F1-BED2-5E97CA8FA593}" dt="2021-01-29T06:03:21.429" v="116" actId="571"/>
          <ac:spMkLst>
            <pc:docMk/>
            <pc:sldMk cId="377703482" sldId="366"/>
            <ac:spMk id="17" creationId="{BBFA1935-CF6C-48F9-AF0D-65A5510D7E0F}"/>
          </ac:spMkLst>
        </pc:spChg>
        <pc:spChg chg="add del mod">
          <ac:chgData name="鈴木 秀規" userId="f68c5fd9-22d5-4c0a-9833-7fb0f5135313" providerId="ADAL" clId="{BEF09B95-13F1-49F1-BED2-5E97CA8FA593}" dt="2021-01-29T06:03:24.705" v="118"/>
          <ac:spMkLst>
            <pc:docMk/>
            <pc:sldMk cId="377703482" sldId="366"/>
            <ac:spMk id="18" creationId="{5C640E84-B0F7-482D-93ED-B82648AFDC2C}"/>
          </ac:spMkLst>
        </pc:spChg>
        <pc:spChg chg="add del mod">
          <ac:chgData name="鈴木 秀規" userId="f68c5fd9-22d5-4c0a-9833-7fb0f5135313" providerId="ADAL" clId="{BEF09B95-13F1-49F1-BED2-5E97CA8FA593}" dt="2021-01-29T06:03:24.705" v="118"/>
          <ac:spMkLst>
            <pc:docMk/>
            <pc:sldMk cId="377703482" sldId="366"/>
            <ac:spMk id="19" creationId="{C1B8CC49-719A-44D1-9E05-567257074150}"/>
          </ac:spMkLst>
        </pc:spChg>
        <pc:spChg chg="add del mod">
          <ac:chgData name="鈴木 秀規" userId="f68c5fd9-22d5-4c0a-9833-7fb0f5135313" providerId="ADAL" clId="{BEF09B95-13F1-49F1-BED2-5E97CA8FA593}" dt="2021-01-29T06:03:24.705" v="118"/>
          <ac:spMkLst>
            <pc:docMk/>
            <pc:sldMk cId="377703482" sldId="366"/>
            <ac:spMk id="20" creationId="{65CCBC6D-C4D7-4422-AD78-F71401F0D823}"/>
          </ac:spMkLst>
        </pc:spChg>
        <pc:spChg chg="add mod">
          <ac:chgData name="鈴木 秀規" userId="f68c5fd9-22d5-4c0a-9833-7fb0f5135313" providerId="ADAL" clId="{BEF09B95-13F1-49F1-BED2-5E97CA8FA593}" dt="2021-01-29T06:09:37.321" v="329" actId="1076"/>
          <ac:spMkLst>
            <pc:docMk/>
            <pc:sldMk cId="377703482" sldId="366"/>
            <ac:spMk id="21" creationId="{46546F44-FBDD-4036-830E-0FDEB11911C3}"/>
          </ac:spMkLst>
        </pc:spChg>
        <pc:cxnChg chg="add mod">
          <ac:chgData name="鈴木 秀規" userId="f68c5fd9-22d5-4c0a-9833-7fb0f5135313" providerId="ADAL" clId="{BEF09B95-13F1-49F1-BED2-5E97CA8FA593}" dt="2021-01-29T06:04:03.705" v="160" actId="14100"/>
          <ac:cxnSpMkLst>
            <pc:docMk/>
            <pc:sldMk cId="377703482" sldId="366"/>
            <ac:cxnSpMk id="22" creationId="{5D78BC3A-BED1-4D89-8D36-97135E3E204D}"/>
          </ac:cxnSpMkLst>
        </pc:cxnChg>
        <pc:cxnChg chg="add mod">
          <ac:chgData name="鈴木 秀規" userId="f68c5fd9-22d5-4c0a-9833-7fb0f5135313" providerId="ADAL" clId="{BEF09B95-13F1-49F1-BED2-5E97CA8FA593}" dt="2021-01-29T06:04:15.599" v="164" actId="14100"/>
          <ac:cxnSpMkLst>
            <pc:docMk/>
            <pc:sldMk cId="377703482" sldId="366"/>
            <ac:cxnSpMk id="25" creationId="{0B70DD2F-82F3-4FC9-B77A-39A1E6CB2650}"/>
          </ac:cxnSpMkLst>
        </pc:cxnChg>
        <pc:cxnChg chg="add mod">
          <ac:chgData name="鈴木 秀規" userId="f68c5fd9-22d5-4c0a-9833-7fb0f5135313" providerId="ADAL" clId="{BEF09B95-13F1-49F1-BED2-5E97CA8FA593}" dt="2021-01-29T06:09:37.321" v="329" actId="1076"/>
          <ac:cxnSpMkLst>
            <pc:docMk/>
            <pc:sldMk cId="377703482" sldId="366"/>
            <ac:cxnSpMk id="28" creationId="{75655755-D485-47D9-B10F-CD3C18CE2EF5}"/>
          </ac:cxnSpMkLst>
        </pc:cxnChg>
        <pc:cxnChg chg="add mod">
          <ac:chgData name="鈴木 秀規" userId="f68c5fd9-22d5-4c0a-9833-7fb0f5135313" providerId="ADAL" clId="{BEF09B95-13F1-49F1-BED2-5E97CA8FA593}" dt="2021-01-29T06:09:37.321" v="329" actId="1076"/>
          <ac:cxnSpMkLst>
            <pc:docMk/>
            <pc:sldMk cId="377703482" sldId="366"/>
            <ac:cxnSpMk id="32" creationId="{0428E669-7941-442B-8373-1C09DF04E1C3}"/>
          </ac:cxnSpMkLst>
        </pc:cxnChg>
        <pc:cxnChg chg="add mod">
          <ac:chgData name="鈴木 秀規" userId="f68c5fd9-22d5-4c0a-9833-7fb0f5135313" providerId="ADAL" clId="{BEF09B95-13F1-49F1-BED2-5E97CA8FA593}" dt="2021-01-29T06:05:03.759" v="189" actId="14100"/>
          <ac:cxnSpMkLst>
            <pc:docMk/>
            <pc:sldMk cId="377703482" sldId="366"/>
            <ac:cxnSpMk id="35" creationId="{AEE9811C-08F9-4970-97E9-A0306D1F2790}"/>
          </ac:cxnSpMkLst>
        </pc:cxnChg>
        <pc:cxnChg chg="add mod">
          <ac:chgData name="鈴木 秀規" userId="f68c5fd9-22d5-4c0a-9833-7fb0f5135313" providerId="ADAL" clId="{BEF09B95-13F1-49F1-BED2-5E97CA8FA593}" dt="2021-01-29T06:05:09.297" v="192" actId="14100"/>
          <ac:cxnSpMkLst>
            <pc:docMk/>
            <pc:sldMk cId="377703482" sldId="366"/>
            <ac:cxnSpMk id="38" creationId="{433CE30C-58B8-44DC-B1E9-20AE785BAB2D}"/>
          </ac:cxnSpMkLst>
        </pc:cxnChg>
      </pc:sldChg>
      <pc:sldChg chg="del">
        <pc:chgData name="鈴木 秀規" userId="f68c5fd9-22d5-4c0a-9833-7fb0f5135313" providerId="ADAL" clId="{BEF09B95-13F1-49F1-BED2-5E97CA8FA593}" dt="2021-01-29T05:53:31.894" v="8" actId="2696"/>
        <pc:sldMkLst>
          <pc:docMk/>
          <pc:sldMk cId="3547344613" sldId="366"/>
        </pc:sldMkLst>
      </pc:sldChg>
      <pc:sldChg chg="del">
        <pc:chgData name="鈴木 秀規" userId="f68c5fd9-22d5-4c0a-9833-7fb0f5135313" providerId="ADAL" clId="{BEF09B95-13F1-49F1-BED2-5E97CA8FA593}" dt="2021-01-29T05:53:31.894" v="8" actId="2696"/>
        <pc:sldMkLst>
          <pc:docMk/>
          <pc:sldMk cId="1081764745" sldId="367"/>
        </pc:sldMkLst>
      </pc:sldChg>
      <pc:sldChg chg="modSp new mod">
        <pc:chgData name="鈴木 秀規" userId="f68c5fd9-22d5-4c0a-9833-7fb0f5135313" providerId="ADAL" clId="{BEF09B95-13F1-49F1-BED2-5E97CA8FA593}" dt="2021-01-29T06:10:26.537" v="333"/>
        <pc:sldMkLst>
          <pc:docMk/>
          <pc:sldMk cId="2973073247" sldId="367"/>
        </pc:sldMkLst>
        <pc:spChg chg="mod">
          <ac:chgData name="鈴木 秀規" userId="f68c5fd9-22d5-4c0a-9833-7fb0f5135313" providerId="ADAL" clId="{BEF09B95-13F1-49F1-BED2-5E97CA8FA593}" dt="2021-01-29T06:10:16.793" v="331"/>
          <ac:spMkLst>
            <pc:docMk/>
            <pc:sldMk cId="2973073247" sldId="367"/>
            <ac:spMk id="3" creationId="{AC764200-37AE-4A93-A83E-EF4968D98A49}"/>
          </ac:spMkLst>
        </pc:spChg>
        <pc:spChg chg="mod">
          <ac:chgData name="鈴木 秀規" userId="f68c5fd9-22d5-4c0a-9833-7fb0f5135313" providerId="ADAL" clId="{BEF09B95-13F1-49F1-BED2-5E97CA8FA593}" dt="2021-01-29T06:10:26.537" v="333"/>
          <ac:spMkLst>
            <pc:docMk/>
            <pc:sldMk cId="2973073247" sldId="367"/>
            <ac:spMk id="5" creationId="{8DFE81D3-6290-4063-B808-B1A85F92D47D}"/>
          </ac:spMkLst>
        </pc:spChg>
      </pc:sldChg>
      <pc:sldChg chg="del">
        <pc:chgData name="鈴木 秀規" userId="f68c5fd9-22d5-4c0a-9833-7fb0f5135313" providerId="ADAL" clId="{BEF09B95-13F1-49F1-BED2-5E97CA8FA593}" dt="2021-01-29T05:53:31.894" v="8" actId="2696"/>
        <pc:sldMkLst>
          <pc:docMk/>
          <pc:sldMk cId="47343938" sldId="368"/>
        </pc:sldMkLst>
      </pc:sldChg>
      <pc:sldChg chg="addSp modSp new mod">
        <pc:chgData name="鈴木 秀規" userId="f68c5fd9-22d5-4c0a-9833-7fb0f5135313" providerId="ADAL" clId="{BEF09B95-13F1-49F1-BED2-5E97CA8FA593}" dt="2021-01-29T06:14:00.701" v="383" actId="207"/>
        <pc:sldMkLst>
          <pc:docMk/>
          <pc:sldMk cId="3309356964" sldId="368"/>
        </pc:sldMkLst>
        <pc:spChg chg="mod">
          <ac:chgData name="鈴木 秀規" userId="f68c5fd9-22d5-4c0a-9833-7fb0f5135313" providerId="ADAL" clId="{BEF09B95-13F1-49F1-BED2-5E97CA8FA593}" dt="2021-01-29T06:10:39.266" v="335"/>
          <ac:spMkLst>
            <pc:docMk/>
            <pc:sldMk cId="3309356964" sldId="368"/>
            <ac:spMk id="3" creationId="{23CAC05D-C70A-4A1A-B2CA-6D937E4CB3E2}"/>
          </ac:spMkLst>
        </pc:spChg>
        <pc:spChg chg="mod">
          <ac:chgData name="鈴木 秀規" userId="f68c5fd9-22d5-4c0a-9833-7fb0f5135313" providerId="ADAL" clId="{BEF09B95-13F1-49F1-BED2-5E97CA8FA593}" dt="2021-01-29T06:10:52.093" v="339" actId="14100"/>
          <ac:spMkLst>
            <pc:docMk/>
            <pc:sldMk cId="3309356964" sldId="368"/>
            <ac:spMk id="5" creationId="{2ADB4AE7-BCC8-439E-BC61-4A585AF24445}"/>
          </ac:spMkLst>
        </pc:spChg>
        <pc:spChg chg="add mod">
          <ac:chgData name="鈴木 秀規" userId="f68c5fd9-22d5-4c0a-9833-7fb0f5135313" providerId="ADAL" clId="{BEF09B95-13F1-49F1-BED2-5E97CA8FA593}" dt="2021-01-29T06:14:00.701" v="383" actId="207"/>
          <ac:spMkLst>
            <pc:docMk/>
            <pc:sldMk cId="3309356964" sldId="368"/>
            <ac:spMk id="6" creationId="{49E57DC7-C08D-4B8D-892E-DB3D2A64A422}"/>
          </ac:spMkLst>
        </pc:spChg>
        <pc:spChg chg="add mod">
          <ac:chgData name="鈴木 秀規" userId="f68c5fd9-22d5-4c0a-9833-7fb0f5135313" providerId="ADAL" clId="{BEF09B95-13F1-49F1-BED2-5E97CA8FA593}" dt="2021-01-29T06:12:04.116" v="358" actId="207"/>
          <ac:spMkLst>
            <pc:docMk/>
            <pc:sldMk cId="3309356964" sldId="368"/>
            <ac:spMk id="7" creationId="{63C978F5-36C5-4601-9219-2ED991142729}"/>
          </ac:spMkLst>
        </pc:spChg>
        <pc:spChg chg="add mod">
          <ac:chgData name="鈴木 秀規" userId="f68c5fd9-22d5-4c0a-9833-7fb0f5135313" providerId="ADAL" clId="{BEF09B95-13F1-49F1-BED2-5E97CA8FA593}" dt="2021-01-29T06:12:26.073" v="364" actId="1038"/>
          <ac:spMkLst>
            <pc:docMk/>
            <pc:sldMk cId="3309356964" sldId="368"/>
            <ac:spMk id="8" creationId="{3C198F76-50F8-4311-98FD-26958E962D7C}"/>
          </ac:spMkLst>
        </pc:spChg>
        <pc:spChg chg="add mod">
          <ac:chgData name="鈴木 秀規" userId="f68c5fd9-22d5-4c0a-9833-7fb0f5135313" providerId="ADAL" clId="{BEF09B95-13F1-49F1-BED2-5E97CA8FA593}" dt="2021-01-29T06:12:39.615" v="367" actId="14100"/>
          <ac:spMkLst>
            <pc:docMk/>
            <pc:sldMk cId="3309356964" sldId="368"/>
            <ac:spMk id="9" creationId="{C61D86BF-7708-45B1-AF1C-A560B3BE5C4B}"/>
          </ac:spMkLst>
        </pc:spChg>
        <pc:spChg chg="mod">
          <ac:chgData name="鈴木 秀規" userId="f68c5fd9-22d5-4c0a-9833-7fb0f5135313" providerId="ADAL" clId="{BEF09B95-13F1-49F1-BED2-5E97CA8FA593}" dt="2021-01-29T06:12:44.844" v="368"/>
          <ac:spMkLst>
            <pc:docMk/>
            <pc:sldMk cId="3309356964" sldId="368"/>
            <ac:spMk id="11" creationId="{55DFA75A-8DB8-4B81-A096-EC67B4D4B5E7}"/>
          </ac:spMkLst>
        </pc:spChg>
        <pc:spChg chg="mod">
          <ac:chgData name="鈴木 秀規" userId="f68c5fd9-22d5-4c0a-9833-7fb0f5135313" providerId="ADAL" clId="{BEF09B95-13F1-49F1-BED2-5E97CA8FA593}" dt="2021-01-29T06:12:44.844" v="368"/>
          <ac:spMkLst>
            <pc:docMk/>
            <pc:sldMk cId="3309356964" sldId="368"/>
            <ac:spMk id="12" creationId="{DD149048-3BEE-44DF-9491-B4822B5097DD}"/>
          </ac:spMkLst>
        </pc:spChg>
        <pc:spChg chg="add mod">
          <ac:chgData name="鈴木 秀規" userId="f68c5fd9-22d5-4c0a-9833-7fb0f5135313" providerId="ADAL" clId="{BEF09B95-13F1-49F1-BED2-5E97CA8FA593}" dt="2021-01-29T06:13:25.915" v="379" actId="207"/>
          <ac:spMkLst>
            <pc:docMk/>
            <pc:sldMk cId="3309356964" sldId="368"/>
            <ac:spMk id="15" creationId="{FEBBD540-54DA-4F71-B6CE-790F8D04F1A0}"/>
          </ac:spMkLst>
        </pc:spChg>
        <pc:grpChg chg="add mod">
          <ac:chgData name="鈴木 秀規" userId="f68c5fd9-22d5-4c0a-9833-7fb0f5135313" providerId="ADAL" clId="{BEF09B95-13F1-49F1-BED2-5E97CA8FA593}" dt="2021-01-29T06:12:48.352" v="369" actId="1076"/>
          <ac:grpSpMkLst>
            <pc:docMk/>
            <pc:sldMk cId="3309356964" sldId="368"/>
            <ac:grpSpMk id="10" creationId="{81E4BB2C-2A59-4A65-92C0-12F3A3720236}"/>
          </ac:grpSpMkLst>
        </pc:grpChg>
        <pc:cxnChg chg="add mod">
          <ac:chgData name="鈴木 秀規" userId="f68c5fd9-22d5-4c0a-9833-7fb0f5135313" providerId="ADAL" clId="{BEF09B95-13F1-49F1-BED2-5E97CA8FA593}" dt="2021-01-29T06:12:52.589" v="370" actId="14100"/>
          <ac:cxnSpMkLst>
            <pc:docMk/>
            <pc:sldMk cId="3309356964" sldId="368"/>
            <ac:cxnSpMk id="13" creationId="{D6285B3A-47E3-40C5-A7F3-B32BA3FF79C8}"/>
          </ac:cxnSpMkLst>
        </pc:cxnChg>
      </pc:sldChg>
      <pc:sldChg chg="addSp modSp new mod">
        <pc:chgData name="鈴木 秀規" userId="f68c5fd9-22d5-4c0a-9833-7fb0f5135313" providerId="ADAL" clId="{BEF09B95-13F1-49F1-BED2-5E97CA8FA593}" dt="2021-01-29T06:15:35.516" v="393"/>
        <pc:sldMkLst>
          <pc:docMk/>
          <pc:sldMk cId="151281742" sldId="369"/>
        </pc:sldMkLst>
        <pc:spChg chg="mod">
          <ac:chgData name="鈴木 秀規" userId="f68c5fd9-22d5-4c0a-9833-7fb0f5135313" providerId="ADAL" clId="{BEF09B95-13F1-49F1-BED2-5E97CA8FA593}" dt="2021-01-29T06:15:35.516" v="393"/>
          <ac:spMkLst>
            <pc:docMk/>
            <pc:sldMk cId="151281742" sldId="369"/>
            <ac:spMk id="3" creationId="{386B2D58-7C69-4B76-A18A-17F35CC72577}"/>
          </ac:spMkLst>
        </pc:spChg>
        <pc:spChg chg="mod">
          <ac:chgData name="鈴木 秀規" userId="f68c5fd9-22d5-4c0a-9833-7fb0f5135313" providerId="ADAL" clId="{BEF09B95-13F1-49F1-BED2-5E97CA8FA593}" dt="2021-01-29T06:14:45.766" v="389" actId="14100"/>
          <ac:spMkLst>
            <pc:docMk/>
            <pc:sldMk cId="151281742" sldId="369"/>
            <ac:spMk id="5" creationId="{EBB6299C-3652-4CE5-9205-7DAE1A9FA061}"/>
          </ac:spMkLst>
        </pc:spChg>
        <pc:spChg chg="add mod">
          <ac:chgData name="鈴木 秀規" userId="f68c5fd9-22d5-4c0a-9833-7fb0f5135313" providerId="ADAL" clId="{BEF09B95-13F1-49F1-BED2-5E97CA8FA593}" dt="2021-01-29T06:14:41.916" v="388" actId="113"/>
          <ac:spMkLst>
            <pc:docMk/>
            <pc:sldMk cId="151281742" sldId="369"/>
            <ac:spMk id="6" creationId="{9AF7C342-E7D7-462A-90D3-454E7DFBC2E6}"/>
          </ac:spMkLst>
        </pc:spChg>
        <pc:spChg chg="add mod">
          <ac:chgData name="鈴木 秀規" userId="f68c5fd9-22d5-4c0a-9833-7fb0f5135313" providerId="ADAL" clId="{BEF09B95-13F1-49F1-BED2-5E97CA8FA593}" dt="2021-01-29T06:15:02.320" v="392" actId="14100"/>
          <ac:spMkLst>
            <pc:docMk/>
            <pc:sldMk cId="151281742" sldId="369"/>
            <ac:spMk id="7" creationId="{1A86AE57-8FFD-4756-AB7D-0F936AE60A91}"/>
          </ac:spMkLst>
        </pc:spChg>
      </pc:sldChg>
      <pc:sldChg chg="del">
        <pc:chgData name="鈴木 秀規" userId="f68c5fd9-22d5-4c0a-9833-7fb0f5135313" providerId="ADAL" clId="{BEF09B95-13F1-49F1-BED2-5E97CA8FA593}" dt="2021-01-29T05:53:31.894" v="8" actId="2696"/>
        <pc:sldMkLst>
          <pc:docMk/>
          <pc:sldMk cId="782233904" sldId="369"/>
        </pc:sldMkLst>
      </pc:sldChg>
      <pc:sldChg chg="del">
        <pc:chgData name="鈴木 秀規" userId="f68c5fd9-22d5-4c0a-9833-7fb0f5135313" providerId="ADAL" clId="{BEF09B95-13F1-49F1-BED2-5E97CA8FA593}" dt="2021-01-29T05:53:31.894" v="8" actId="2696"/>
        <pc:sldMkLst>
          <pc:docMk/>
          <pc:sldMk cId="1737792014" sldId="370"/>
        </pc:sldMkLst>
      </pc:sldChg>
      <pc:sldChg chg="addSp modSp new mod">
        <pc:chgData name="鈴木 秀規" userId="f68c5fd9-22d5-4c0a-9833-7fb0f5135313" providerId="ADAL" clId="{BEF09B95-13F1-49F1-BED2-5E97CA8FA593}" dt="2021-01-29T06:17:14.221" v="417" actId="2711"/>
        <pc:sldMkLst>
          <pc:docMk/>
          <pc:sldMk cId="3984519394" sldId="370"/>
        </pc:sldMkLst>
        <pc:spChg chg="mod">
          <ac:chgData name="鈴木 秀規" userId="f68c5fd9-22d5-4c0a-9833-7fb0f5135313" providerId="ADAL" clId="{BEF09B95-13F1-49F1-BED2-5E97CA8FA593}" dt="2021-01-29T06:15:46.571" v="395"/>
          <ac:spMkLst>
            <pc:docMk/>
            <pc:sldMk cId="3984519394" sldId="370"/>
            <ac:spMk id="3" creationId="{CA6E639A-FC10-48F8-A370-4B85FF18DA9C}"/>
          </ac:spMkLst>
        </pc:spChg>
        <pc:spChg chg="mod">
          <ac:chgData name="鈴木 秀規" userId="f68c5fd9-22d5-4c0a-9833-7fb0f5135313" providerId="ADAL" clId="{BEF09B95-13F1-49F1-BED2-5E97CA8FA593}" dt="2021-01-29T06:16:00.938" v="399" actId="14100"/>
          <ac:spMkLst>
            <pc:docMk/>
            <pc:sldMk cId="3984519394" sldId="370"/>
            <ac:spMk id="5" creationId="{C05CE840-1A06-48ED-BC38-A7A7CD79E8DE}"/>
          </ac:spMkLst>
        </pc:spChg>
        <pc:spChg chg="add mod">
          <ac:chgData name="鈴木 秀規" userId="f68c5fd9-22d5-4c0a-9833-7fb0f5135313" providerId="ADAL" clId="{BEF09B95-13F1-49F1-BED2-5E97CA8FA593}" dt="2021-01-29T06:16:46.047" v="410" actId="113"/>
          <ac:spMkLst>
            <pc:docMk/>
            <pc:sldMk cId="3984519394" sldId="370"/>
            <ac:spMk id="6" creationId="{2F132914-3B86-41A3-A64F-3D4C5C9931C3}"/>
          </ac:spMkLst>
        </pc:spChg>
        <pc:spChg chg="add mod">
          <ac:chgData name="鈴木 秀規" userId="f68c5fd9-22d5-4c0a-9833-7fb0f5135313" providerId="ADAL" clId="{BEF09B95-13F1-49F1-BED2-5E97CA8FA593}" dt="2021-01-29T06:16:44.307" v="409" actId="207"/>
          <ac:spMkLst>
            <pc:docMk/>
            <pc:sldMk cId="3984519394" sldId="370"/>
            <ac:spMk id="7" creationId="{69E352A1-9076-49D9-B225-2932BC766CB6}"/>
          </ac:spMkLst>
        </pc:spChg>
        <pc:spChg chg="add mod">
          <ac:chgData name="鈴木 秀規" userId="f68c5fd9-22d5-4c0a-9833-7fb0f5135313" providerId="ADAL" clId="{BEF09B95-13F1-49F1-BED2-5E97CA8FA593}" dt="2021-01-29T06:17:14.221" v="417" actId="2711"/>
          <ac:spMkLst>
            <pc:docMk/>
            <pc:sldMk cId="3984519394" sldId="370"/>
            <ac:spMk id="8" creationId="{3121D484-6CD7-4A7E-A231-2667A88CD3C8}"/>
          </ac:spMkLst>
        </pc:spChg>
      </pc:sldChg>
      <pc:sldChg chg="addSp modSp new mod">
        <pc:chgData name="鈴木 秀規" userId="f68c5fd9-22d5-4c0a-9833-7fb0f5135313" providerId="ADAL" clId="{BEF09B95-13F1-49F1-BED2-5E97CA8FA593}" dt="2021-01-29T06:21:05.972" v="484" actId="14100"/>
        <pc:sldMkLst>
          <pc:docMk/>
          <pc:sldMk cId="1541320921" sldId="371"/>
        </pc:sldMkLst>
        <pc:spChg chg="mod">
          <ac:chgData name="鈴木 秀規" userId="f68c5fd9-22d5-4c0a-9833-7fb0f5135313" providerId="ADAL" clId="{BEF09B95-13F1-49F1-BED2-5E97CA8FA593}" dt="2021-01-29T06:17:46.483" v="419"/>
          <ac:spMkLst>
            <pc:docMk/>
            <pc:sldMk cId="1541320921" sldId="371"/>
            <ac:spMk id="3" creationId="{5583CDC6-D9C7-4456-90E7-BD1CD0B5A66E}"/>
          </ac:spMkLst>
        </pc:spChg>
        <pc:spChg chg="mod">
          <ac:chgData name="鈴木 秀規" userId="f68c5fd9-22d5-4c0a-9833-7fb0f5135313" providerId="ADAL" clId="{BEF09B95-13F1-49F1-BED2-5E97CA8FA593}" dt="2021-01-29T06:17:58.453" v="422" actId="14100"/>
          <ac:spMkLst>
            <pc:docMk/>
            <pc:sldMk cId="1541320921" sldId="371"/>
            <ac:spMk id="5" creationId="{1064BA13-DA50-4BAC-8542-7711DF5DAEC7}"/>
          </ac:spMkLst>
        </pc:spChg>
        <pc:spChg chg="add mod">
          <ac:chgData name="鈴木 秀規" userId="f68c5fd9-22d5-4c0a-9833-7fb0f5135313" providerId="ADAL" clId="{BEF09B95-13F1-49F1-BED2-5E97CA8FA593}" dt="2021-01-29T06:20:22.368" v="470" actId="1076"/>
          <ac:spMkLst>
            <pc:docMk/>
            <pc:sldMk cId="1541320921" sldId="371"/>
            <ac:spMk id="6" creationId="{54A5F03F-B208-4626-A050-6D7834C3C614}"/>
          </ac:spMkLst>
        </pc:spChg>
        <pc:spChg chg="add mod">
          <ac:chgData name="鈴木 秀規" userId="f68c5fd9-22d5-4c0a-9833-7fb0f5135313" providerId="ADAL" clId="{BEF09B95-13F1-49F1-BED2-5E97CA8FA593}" dt="2021-01-29T06:19:02.896" v="446" actId="1076"/>
          <ac:spMkLst>
            <pc:docMk/>
            <pc:sldMk cId="1541320921" sldId="371"/>
            <ac:spMk id="7" creationId="{96945F97-BCF5-4B39-BE91-CFA1F3D27339}"/>
          </ac:spMkLst>
        </pc:spChg>
        <pc:spChg chg="add mod">
          <ac:chgData name="鈴木 秀規" userId="f68c5fd9-22d5-4c0a-9833-7fb0f5135313" providerId="ADAL" clId="{BEF09B95-13F1-49F1-BED2-5E97CA8FA593}" dt="2021-01-29T06:19:19.906" v="450" actId="1076"/>
          <ac:spMkLst>
            <pc:docMk/>
            <pc:sldMk cId="1541320921" sldId="371"/>
            <ac:spMk id="8" creationId="{A4464C99-41E9-4C48-A1EE-4A6577260535}"/>
          </ac:spMkLst>
        </pc:spChg>
        <pc:spChg chg="add mod">
          <ac:chgData name="鈴木 秀規" userId="f68c5fd9-22d5-4c0a-9833-7fb0f5135313" providerId="ADAL" clId="{BEF09B95-13F1-49F1-BED2-5E97CA8FA593}" dt="2021-01-29T06:19:28.666" v="453" actId="14100"/>
          <ac:spMkLst>
            <pc:docMk/>
            <pc:sldMk cId="1541320921" sldId="371"/>
            <ac:spMk id="9" creationId="{819DAD61-150C-4A30-9E93-30D5ED9FCE73}"/>
          </ac:spMkLst>
        </pc:spChg>
        <pc:spChg chg="add mod">
          <ac:chgData name="鈴木 秀規" userId="f68c5fd9-22d5-4c0a-9833-7fb0f5135313" providerId="ADAL" clId="{BEF09B95-13F1-49F1-BED2-5E97CA8FA593}" dt="2021-01-29T06:19:37.429" v="456" actId="14100"/>
          <ac:spMkLst>
            <pc:docMk/>
            <pc:sldMk cId="1541320921" sldId="371"/>
            <ac:spMk id="10" creationId="{7533D74C-9D0E-4B1F-8CCF-59A214FAD6AD}"/>
          </ac:spMkLst>
        </pc:spChg>
        <pc:spChg chg="add mod">
          <ac:chgData name="鈴木 秀規" userId="f68c5fd9-22d5-4c0a-9833-7fb0f5135313" providerId="ADAL" clId="{BEF09B95-13F1-49F1-BED2-5E97CA8FA593}" dt="2021-01-29T06:21:05.972" v="484" actId="14100"/>
          <ac:spMkLst>
            <pc:docMk/>
            <pc:sldMk cId="1541320921" sldId="371"/>
            <ac:spMk id="18" creationId="{02FFFB8C-A08E-4123-98C3-88CA90E7ACA5}"/>
          </ac:spMkLst>
        </pc:spChg>
        <pc:spChg chg="add mod">
          <ac:chgData name="鈴木 秀規" userId="f68c5fd9-22d5-4c0a-9833-7fb0f5135313" providerId="ADAL" clId="{BEF09B95-13F1-49F1-BED2-5E97CA8FA593}" dt="2021-01-29T06:20:50.642" v="477" actId="120"/>
          <ac:spMkLst>
            <pc:docMk/>
            <pc:sldMk cId="1541320921" sldId="371"/>
            <ac:spMk id="19" creationId="{3FF9087D-3180-434A-A925-00343A474B72}"/>
          </ac:spMkLst>
        </pc:spChg>
        <pc:cxnChg chg="add mod">
          <ac:chgData name="鈴木 秀規" userId="f68c5fd9-22d5-4c0a-9833-7fb0f5135313" providerId="ADAL" clId="{BEF09B95-13F1-49F1-BED2-5E97CA8FA593}" dt="2021-01-29T06:19:47.642" v="459" actId="14100"/>
          <ac:cxnSpMkLst>
            <pc:docMk/>
            <pc:sldMk cId="1541320921" sldId="371"/>
            <ac:cxnSpMk id="11" creationId="{5B4D3303-4940-4B40-BBA4-8EA5FB841C78}"/>
          </ac:cxnSpMkLst>
        </pc:cxnChg>
        <pc:cxnChg chg="add mod">
          <ac:chgData name="鈴木 秀規" userId="f68c5fd9-22d5-4c0a-9833-7fb0f5135313" providerId="ADAL" clId="{BEF09B95-13F1-49F1-BED2-5E97CA8FA593}" dt="2021-01-29T06:19:57.941" v="463" actId="14100"/>
          <ac:cxnSpMkLst>
            <pc:docMk/>
            <pc:sldMk cId="1541320921" sldId="371"/>
            <ac:cxnSpMk id="14" creationId="{D5CF339A-6B62-4715-B6BB-C738B78BBF83}"/>
          </ac:cxnSpMkLst>
        </pc:cxnChg>
      </pc:sldChg>
      <pc:sldChg chg="del">
        <pc:chgData name="鈴木 秀規" userId="f68c5fd9-22d5-4c0a-9833-7fb0f5135313" providerId="ADAL" clId="{BEF09B95-13F1-49F1-BED2-5E97CA8FA593}" dt="2021-01-29T05:53:31.894" v="8" actId="2696"/>
        <pc:sldMkLst>
          <pc:docMk/>
          <pc:sldMk cId="2455826938" sldId="371"/>
        </pc:sldMkLst>
      </pc:sldChg>
      <pc:sldChg chg="del">
        <pc:chgData name="鈴木 秀規" userId="f68c5fd9-22d5-4c0a-9833-7fb0f5135313" providerId="ADAL" clId="{BEF09B95-13F1-49F1-BED2-5E97CA8FA593}" dt="2021-01-29T05:53:31.894" v="8" actId="2696"/>
        <pc:sldMkLst>
          <pc:docMk/>
          <pc:sldMk cId="1391664772" sldId="372"/>
        </pc:sldMkLst>
      </pc:sldChg>
      <pc:sldChg chg="addSp modSp new mod">
        <pc:chgData name="鈴木 秀規" userId="f68c5fd9-22d5-4c0a-9833-7fb0f5135313" providerId="ADAL" clId="{BEF09B95-13F1-49F1-BED2-5E97CA8FA593}" dt="2021-01-29T06:25:04.082" v="572" actId="1037"/>
        <pc:sldMkLst>
          <pc:docMk/>
          <pc:sldMk cId="3636425175" sldId="372"/>
        </pc:sldMkLst>
        <pc:spChg chg="mod">
          <ac:chgData name="鈴木 秀規" userId="f68c5fd9-22d5-4c0a-9833-7fb0f5135313" providerId="ADAL" clId="{BEF09B95-13F1-49F1-BED2-5E97CA8FA593}" dt="2021-01-29T06:21:24.077" v="486"/>
          <ac:spMkLst>
            <pc:docMk/>
            <pc:sldMk cId="3636425175" sldId="372"/>
            <ac:spMk id="3" creationId="{92F0ABE8-4AA5-4D9A-A4D2-D5082DD17979}"/>
          </ac:spMkLst>
        </pc:spChg>
        <pc:spChg chg="mod">
          <ac:chgData name="鈴木 秀規" userId="f68c5fd9-22d5-4c0a-9833-7fb0f5135313" providerId="ADAL" clId="{BEF09B95-13F1-49F1-BED2-5E97CA8FA593}" dt="2021-01-29T06:22:04.081" v="489" actId="14100"/>
          <ac:spMkLst>
            <pc:docMk/>
            <pc:sldMk cId="3636425175" sldId="372"/>
            <ac:spMk id="5" creationId="{DF69CD00-3E65-4F48-BC32-9BAF54719E30}"/>
          </ac:spMkLst>
        </pc:spChg>
        <pc:spChg chg="add mod">
          <ac:chgData name="鈴木 秀規" userId="f68c5fd9-22d5-4c0a-9833-7fb0f5135313" providerId="ADAL" clId="{BEF09B95-13F1-49F1-BED2-5E97CA8FA593}" dt="2021-01-29T06:24:58.726" v="540" actId="1076"/>
          <ac:spMkLst>
            <pc:docMk/>
            <pc:sldMk cId="3636425175" sldId="372"/>
            <ac:spMk id="6" creationId="{5E2FFB02-B6B6-41AD-938D-C86FF1121850}"/>
          </ac:spMkLst>
        </pc:spChg>
        <pc:spChg chg="add mod">
          <ac:chgData name="鈴木 秀規" userId="f68c5fd9-22d5-4c0a-9833-7fb0f5135313" providerId="ADAL" clId="{BEF09B95-13F1-49F1-BED2-5E97CA8FA593}" dt="2021-01-29T06:22:41.743" v="495" actId="14100"/>
          <ac:spMkLst>
            <pc:docMk/>
            <pc:sldMk cId="3636425175" sldId="372"/>
            <ac:spMk id="7" creationId="{54BF8631-B6BA-4E17-8B12-3C3E0F1DB63B}"/>
          </ac:spMkLst>
        </pc:spChg>
        <pc:spChg chg="add mod">
          <ac:chgData name="鈴木 秀規" userId="f68c5fd9-22d5-4c0a-9833-7fb0f5135313" providerId="ADAL" clId="{BEF09B95-13F1-49F1-BED2-5E97CA8FA593}" dt="2021-01-29T06:22:51.764" v="499" actId="1036"/>
          <ac:spMkLst>
            <pc:docMk/>
            <pc:sldMk cId="3636425175" sldId="372"/>
            <ac:spMk id="8" creationId="{DF44B01B-9060-41D7-BB0E-208A221F18A3}"/>
          </ac:spMkLst>
        </pc:spChg>
        <pc:spChg chg="add mod">
          <ac:chgData name="鈴木 秀規" userId="f68c5fd9-22d5-4c0a-9833-7fb0f5135313" providerId="ADAL" clId="{BEF09B95-13F1-49F1-BED2-5E97CA8FA593}" dt="2021-01-29T06:25:04.082" v="572" actId="1037"/>
          <ac:spMkLst>
            <pc:docMk/>
            <pc:sldMk cId="3636425175" sldId="372"/>
            <ac:spMk id="18" creationId="{2FD45673-0C97-42CD-908D-225B2E2E9BD9}"/>
          </ac:spMkLst>
        </pc:spChg>
        <pc:spChg chg="add mod">
          <ac:chgData name="鈴木 秀規" userId="f68c5fd9-22d5-4c0a-9833-7fb0f5135313" providerId="ADAL" clId="{BEF09B95-13F1-49F1-BED2-5E97CA8FA593}" dt="2021-01-29T06:25:04.082" v="572" actId="1037"/>
          <ac:spMkLst>
            <pc:docMk/>
            <pc:sldMk cId="3636425175" sldId="372"/>
            <ac:spMk id="19" creationId="{5D4F1AC2-7630-4255-9AF9-A12D28FA1614}"/>
          </ac:spMkLst>
        </pc:spChg>
        <pc:spChg chg="add mod">
          <ac:chgData name="鈴木 秀規" userId="f68c5fd9-22d5-4c0a-9833-7fb0f5135313" providerId="ADAL" clId="{BEF09B95-13F1-49F1-BED2-5E97CA8FA593}" dt="2021-01-29T06:24:21.100" v="519" actId="20577"/>
          <ac:spMkLst>
            <pc:docMk/>
            <pc:sldMk cId="3636425175" sldId="372"/>
            <ac:spMk id="20" creationId="{B7C5E657-424A-44AF-AFC8-5D59B0FBAED8}"/>
          </ac:spMkLst>
        </pc:spChg>
        <pc:cxnChg chg="add mod">
          <ac:chgData name="鈴木 秀規" userId="f68c5fd9-22d5-4c0a-9833-7fb0f5135313" providerId="ADAL" clId="{BEF09B95-13F1-49F1-BED2-5E97CA8FA593}" dt="2021-01-29T06:24:43.069" v="530" actId="1036"/>
          <ac:cxnSpMkLst>
            <pc:docMk/>
            <pc:sldMk cId="3636425175" sldId="372"/>
            <ac:cxnSpMk id="9" creationId="{DC32D4D2-5863-4307-8082-E23FD7A27C1B}"/>
          </ac:cxnSpMkLst>
        </pc:cxnChg>
        <pc:cxnChg chg="add mod">
          <ac:chgData name="鈴木 秀規" userId="f68c5fd9-22d5-4c0a-9833-7fb0f5135313" providerId="ADAL" clId="{BEF09B95-13F1-49F1-BED2-5E97CA8FA593}" dt="2021-01-29T06:24:49.886" v="536" actId="14100"/>
          <ac:cxnSpMkLst>
            <pc:docMk/>
            <pc:sldMk cId="3636425175" sldId="372"/>
            <ac:cxnSpMk id="13" creationId="{FB633818-5A2B-41D5-9B04-43D5820A3C6E}"/>
          </ac:cxnSpMkLst>
        </pc:cxnChg>
      </pc:sldChg>
      <pc:sldChg chg="addSp modSp new mod">
        <pc:chgData name="鈴木 秀規" userId="f68c5fd9-22d5-4c0a-9833-7fb0f5135313" providerId="ADAL" clId="{BEF09B95-13F1-49F1-BED2-5E97CA8FA593}" dt="2021-01-29T06:26:34.370" v="593" actId="207"/>
        <pc:sldMkLst>
          <pc:docMk/>
          <pc:sldMk cId="1626296078" sldId="373"/>
        </pc:sldMkLst>
        <pc:spChg chg="mod">
          <ac:chgData name="鈴木 秀規" userId="f68c5fd9-22d5-4c0a-9833-7fb0f5135313" providerId="ADAL" clId="{BEF09B95-13F1-49F1-BED2-5E97CA8FA593}" dt="2021-01-29T06:25:20.061" v="574"/>
          <ac:spMkLst>
            <pc:docMk/>
            <pc:sldMk cId="1626296078" sldId="373"/>
            <ac:spMk id="3" creationId="{58D01AD4-4D40-4C4E-9623-9D0C8104B7F2}"/>
          </ac:spMkLst>
        </pc:spChg>
        <pc:spChg chg="mod">
          <ac:chgData name="鈴木 秀規" userId="f68c5fd9-22d5-4c0a-9833-7fb0f5135313" providerId="ADAL" clId="{BEF09B95-13F1-49F1-BED2-5E97CA8FA593}" dt="2021-01-29T06:26:20.587" v="591" actId="1036"/>
          <ac:spMkLst>
            <pc:docMk/>
            <pc:sldMk cId="1626296078" sldId="373"/>
            <ac:spMk id="5" creationId="{78D5F7FE-5F10-4379-9357-1D5FF94BC4F4}"/>
          </ac:spMkLst>
        </pc:spChg>
        <pc:spChg chg="add mod">
          <ac:chgData name="鈴木 秀規" userId="f68c5fd9-22d5-4c0a-9833-7fb0f5135313" providerId="ADAL" clId="{BEF09B95-13F1-49F1-BED2-5E97CA8FA593}" dt="2021-01-29T06:26:34.370" v="593" actId="207"/>
          <ac:spMkLst>
            <pc:docMk/>
            <pc:sldMk cId="1626296078" sldId="373"/>
            <ac:spMk id="6" creationId="{C12576AA-1D36-45DA-AAF3-B2A9D058C0A1}"/>
          </ac:spMkLst>
        </pc:spChg>
      </pc:sldChg>
      <pc:sldChg chg="del">
        <pc:chgData name="鈴木 秀規" userId="f68c5fd9-22d5-4c0a-9833-7fb0f5135313" providerId="ADAL" clId="{BEF09B95-13F1-49F1-BED2-5E97CA8FA593}" dt="2021-01-29T05:53:31.894" v="8" actId="2696"/>
        <pc:sldMkLst>
          <pc:docMk/>
          <pc:sldMk cId="3705183717" sldId="373"/>
        </pc:sldMkLst>
      </pc:sldChg>
      <pc:sldChg chg="addSp modSp new mod">
        <pc:chgData name="鈴木 秀規" userId="f68c5fd9-22d5-4c0a-9833-7fb0f5135313" providerId="ADAL" clId="{BEF09B95-13F1-49F1-BED2-5E97CA8FA593}" dt="2021-01-29T06:30:47.823" v="641" actId="14100"/>
        <pc:sldMkLst>
          <pc:docMk/>
          <pc:sldMk cId="394191054" sldId="374"/>
        </pc:sldMkLst>
        <pc:spChg chg="mod">
          <ac:chgData name="鈴木 秀規" userId="f68c5fd9-22d5-4c0a-9833-7fb0f5135313" providerId="ADAL" clId="{BEF09B95-13F1-49F1-BED2-5E97CA8FA593}" dt="2021-01-29T06:26:50.006" v="595"/>
          <ac:spMkLst>
            <pc:docMk/>
            <pc:sldMk cId="394191054" sldId="374"/>
            <ac:spMk id="3" creationId="{FF6C8157-0D3C-499C-9745-AB9AD010ED22}"/>
          </ac:spMkLst>
        </pc:spChg>
        <pc:spChg chg="mod">
          <ac:chgData name="鈴木 秀規" userId="f68c5fd9-22d5-4c0a-9833-7fb0f5135313" providerId="ADAL" clId="{BEF09B95-13F1-49F1-BED2-5E97CA8FA593}" dt="2021-01-29T06:27:51.324" v="601" actId="14100"/>
          <ac:spMkLst>
            <pc:docMk/>
            <pc:sldMk cId="394191054" sldId="374"/>
            <ac:spMk id="5" creationId="{65B48DBF-BE8C-4B49-A74D-9BB4B238F0CC}"/>
          </ac:spMkLst>
        </pc:spChg>
        <pc:spChg chg="add mod">
          <ac:chgData name="鈴木 秀規" userId="f68c5fd9-22d5-4c0a-9833-7fb0f5135313" providerId="ADAL" clId="{BEF09B95-13F1-49F1-BED2-5E97CA8FA593}" dt="2021-01-29T06:29:41.393" v="627" actId="1076"/>
          <ac:spMkLst>
            <pc:docMk/>
            <pc:sldMk cId="394191054" sldId="374"/>
            <ac:spMk id="6" creationId="{D7794E7E-22C3-4CD4-A923-805C724C0110}"/>
          </ac:spMkLst>
        </pc:spChg>
        <pc:spChg chg="add mod">
          <ac:chgData name="鈴木 秀規" userId="f68c5fd9-22d5-4c0a-9833-7fb0f5135313" providerId="ADAL" clId="{BEF09B95-13F1-49F1-BED2-5E97CA8FA593}" dt="2021-01-29T06:28:55.291" v="608" actId="207"/>
          <ac:spMkLst>
            <pc:docMk/>
            <pc:sldMk cId="394191054" sldId="374"/>
            <ac:spMk id="7" creationId="{516D13CC-2E75-4055-A51D-5DE231EA2CDD}"/>
          </ac:spMkLst>
        </pc:spChg>
        <pc:spChg chg="add mod">
          <ac:chgData name="鈴木 秀規" userId="f68c5fd9-22d5-4c0a-9833-7fb0f5135313" providerId="ADAL" clId="{BEF09B95-13F1-49F1-BED2-5E97CA8FA593}" dt="2021-01-29T06:29:07.997" v="620" actId="1035"/>
          <ac:spMkLst>
            <pc:docMk/>
            <pc:sldMk cId="394191054" sldId="374"/>
            <ac:spMk id="8" creationId="{0ACBCC58-AB2E-4D38-B163-299517DB6142}"/>
          </ac:spMkLst>
        </pc:spChg>
        <pc:spChg chg="add mod">
          <ac:chgData name="鈴木 秀規" userId="f68c5fd9-22d5-4c0a-9833-7fb0f5135313" providerId="ADAL" clId="{BEF09B95-13F1-49F1-BED2-5E97CA8FA593}" dt="2021-01-29T06:29:19.460" v="623" actId="14100"/>
          <ac:spMkLst>
            <pc:docMk/>
            <pc:sldMk cId="394191054" sldId="374"/>
            <ac:spMk id="9" creationId="{52295D25-5496-44F7-8BD9-F0C14F03B15D}"/>
          </ac:spMkLst>
        </pc:spChg>
        <pc:spChg chg="add mod">
          <ac:chgData name="鈴木 秀規" userId="f68c5fd9-22d5-4c0a-9833-7fb0f5135313" providerId="ADAL" clId="{BEF09B95-13F1-49F1-BED2-5E97CA8FA593}" dt="2021-01-29T06:29:31.873" v="624" actId="571"/>
          <ac:spMkLst>
            <pc:docMk/>
            <pc:sldMk cId="394191054" sldId="374"/>
            <ac:spMk id="10" creationId="{176C24CF-5E80-4826-BB3D-18F8A7177085}"/>
          </ac:spMkLst>
        </pc:spChg>
        <pc:spChg chg="mod">
          <ac:chgData name="鈴木 秀規" userId="f68c5fd9-22d5-4c0a-9833-7fb0f5135313" providerId="ADAL" clId="{BEF09B95-13F1-49F1-BED2-5E97CA8FA593}" dt="2021-01-29T06:29:39.388" v="625"/>
          <ac:spMkLst>
            <pc:docMk/>
            <pc:sldMk cId="394191054" sldId="374"/>
            <ac:spMk id="12" creationId="{D184D575-6609-4E4B-A2D0-CE12A66D5DB3}"/>
          </ac:spMkLst>
        </pc:spChg>
        <pc:spChg chg="mod">
          <ac:chgData name="鈴木 秀規" userId="f68c5fd9-22d5-4c0a-9833-7fb0f5135313" providerId="ADAL" clId="{BEF09B95-13F1-49F1-BED2-5E97CA8FA593}" dt="2021-01-29T06:29:39.388" v="625"/>
          <ac:spMkLst>
            <pc:docMk/>
            <pc:sldMk cId="394191054" sldId="374"/>
            <ac:spMk id="13" creationId="{5A433FFD-FD7D-446C-8137-650EC9373B91}"/>
          </ac:spMkLst>
        </pc:spChg>
        <pc:grpChg chg="add mod">
          <ac:chgData name="鈴木 秀規" userId="f68c5fd9-22d5-4c0a-9833-7fb0f5135313" providerId="ADAL" clId="{BEF09B95-13F1-49F1-BED2-5E97CA8FA593}" dt="2021-01-29T06:29:54.050" v="629" actId="1076"/>
          <ac:grpSpMkLst>
            <pc:docMk/>
            <pc:sldMk cId="394191054" sldId="374"/>
            <ac:grpSpMk id="11" creationId="{52AAC7CC-C072-4000-9F3E-D7A6EAE145AB}"/>
          </ac:grpSpMkLst>
        </pc:grpChg>
        <pc:cxnChg chg="add mod">
          <ac:chgData name="鈴木 秀規" userId="f68c5fd9-22d5-4c0a-9833-7fb0f5135313" providerId="ADAL" clId="{BEF09B95-13F1-49F1-BED2-5E97CA8FA593}" dt="2021-01-29T06:30:15.078" v="633" actId="14100"/>
          <ac:cxnSpMkLst>
            <pc:docMk/>
            <pc:sldMk cId="394191054" sldId="374"/>
            <ac:cxnSpMk id="14" creationId="{9E915AE7-F726-4A85-8A88-BC838AEB8EE4}"/>
          </ac:cxnSpMkLst>
        </pc:cxnChg>
        <pc:cxnChg chg="add mod">
          <ac:chgData name="鈴木 秀規" userId="f68c5fd9-22d5-4c0a-9833-7fb0f5135313" providerId="ADAL" clId="{BEF09B95-13F1-49F1-BED2-5E97CA8FA593}" dt="2021-01-29T06:30:33" v="637" actId="14100"/>
          <ac:cxnSpMkLst>
            <pc:docMk/>
            <pc:sldMk cId="394191054" sldId="374"/>
            <ac:cxnSpMk id="18" creationId="{F24AB9DF-F771-45AE-9075-B6F2B2AC0E84}"/>
          </ac:cxnSpMkLst>
        </pc:cxnChg>
        <pc:cxnChg chg="add mod">
          <ac:chgData name="鈴木 秀規" userId="f68c5fd9-22d5-4c0a-9833-7fb0f5135313" providerId="ADAL" clId="{BEF09B95-13F1-49F1-BED2-5E97CA8FA593}" dt="2021-01-29T06:30:47.823" v="641" actId="14100"/>
          <ac:cxnSpMkLst>
            <pc:docMk/>
            <pc:sldMk cId="394191054" sldId="374"/>
            <ac:cxnSpMk id="22" creationId="{F9AE8C9E-F864-4F83-976C-070C72AAA6B1}"/>
          </ac:cxnSpMkLst>
        </pc:cxnChg>
      </pc:sldChg>
      <pc:sldChg chg="del">
        <pc:chgData name="鈴木 秀規" userId="f68c5fd9-22d5-4c0a-9833-7fb0f5135313" providerId="ADAL" clId="{BEF09B95-13F1-49F1-BED2-5E97CA8FA593}" dt="2021-01-29T05:53:31.894" v="8" actId="2696"/>
        <pc:sldMkLst>
          <pc:docMk/>
          <pc:sldMk cId="2354486160" sldId="374"/>
        </pc:sldMkLst>
      </pc:sldChg>
      <pc:sldChg chg="add del">
        <pc:chgData name="鈴木 秀規" userId="f68c5fd9-22d5-4c0a-9833-7fb0f5135313" providerId="ADAL" clId="{BEF09B95-13F1-49F1-BED2-5E97CA8FA593}" dt="2021-01-29T06:27:30.803" v="600" actId="2890"/>
        <pc:sldMkLst>
          <pc:docMk/>
          <pc:sldMk cId="457167476" sldId="375"/>
        </pc:sldMkLst>
      </pc:sldChg>
      <pc:sldChg chg="del">
        <pc:chgData name="鈴木 秀規" userId="f68c5fd9-22d5-4c0a-9833-7fb0f5135313" providerId="ADAL" clId="{BEF09B95-13F1-49F1-BED2-5E97CA8FA593}" dt="2021-01-29T05:53:31.894" v="8" actId="2696"/>
        <pc:sldMkLst>
          <pc:docMk/>
          <pc:sldMk cId="1909491314" sldId="375"/>
        </pc:sldMkLst>
      </pc:sldChg>
      <pc:sldChg chg="addSp delSp modSp new mod">
        <pc:chgData name="鈴木 秀規" userId="f68c5fd9-22d5-4c0a-9833-7fb0f5135313" providerId="ADAL" clId="{BEF09B95-13F1-49F1-BED2-5E97CA8FA593}" dt="2021-01-29T06:37:25.221" v="704" actId="2711"/>
        <pc:sldMkLst>
          <pc:docMk/>
          <pc:sldMk cId="3514497779" sldId="375"/>
        </pc:sldMkLst>
        <pc:spChg chg="mod">
          <ac:chgData name="鈴木 秀規" userId="f68c5fd9-22d5-4c0a-9833-7fb0f5135313" providerId="ADAL" clId="{BEF09B95-13F1-49F1-BED2-5E97CA8FA593}" dt="2021-01-29T06:31:30.224" v="643"/>
          <ac:spMkLst>
            <pc:docMk/>
            <pc:sldMk cId="3514497779" sldId="375"/>
            <ac:spMk id="3" creationId="{59A9A0EE-1653-4EE8-ADFA-5F92DAA0608B}"/>
          </ac:spMkLst>
        </pc:spChg>
        <pc:spChg chg="mod">
          <ac:chgData name="鈴木 秀規" userId="f68c5fd9-22d5-4c0a-9833-7fb0f5135313" providerId="ADAL" clId="{BEF09B95-13F1-49F1-BED2-5E97CA8FA593}" dt="2021-01-29T06:31:42.112" v="646" actId="14100"/>
          <ac:spMkLst>
            <pc:docMk/>
            <pc:sldMk cId="3514497779" sldId="375"/>
            <ac:spMk id="5" creationId="{4082A87D-A310-4F28-AAA8-3DE5322F6107}"/>
          </ac:spMkLst>
        </pc:spChg>
        <pc:spChg chg="add mod">
          <ac:chgData name="鈴木 秀規" userId="f68c5fd9-22d5-4c0a-9833-7fb0f5135313" providerId="ADAL" clId="{BEF09B95-13F1-49F1-BED2-5E97CA8FA593}" dt="2021-01-29T06:34:43.629" v="676" actId="948"/>
          <ac:spMkLst>
            <pc:docMk/>
            <pc:sldMk cId="3514497779" sldId="375"/>
            <ac:spMk id="6" creationId="{7E64E5E2-927C-425D-AC82-EAC387D51A46}"/>
          </ac:spMkLst>
        </pc:spChg>
        <pc:spChg chg="add mod">
          <ac:chgData name="鈴木 秀規" userId="f68c5fd9-22d5-4c0a-9833-7fb0f5135313" providerId="ADAL" clId="{BEF09B95-13F1-49F1-BED2-5E97CA8FA593}" dt="2021-01-29T06:35:03.680" v="679" actId="1076"/>
          <ac:spMkLst>
            <pc:docMk/>
            <pc:sldMk cId="3514497779" sldId="375"/>
            <ac:spMk id="7" creationId="{F5F74427-C9CF-4547-B232-BB8A56257279}"/>
          </ac:spMkLst>
        </pc:spChg>
        <pc:spChg chg="add mod">
          <ac:chgData name="鈴木 秀規" userId="f68c5fd9-22d5-4c0a-9833-7fb0f5135313" providerId="ADAL" clId="{BEF09B95-13F1-49F1-BED2-5E97CA8FA593}" dt="2021-01-29T06:34:58.554" v="678" actId="1076"/>
          <ac:spMkLst>
            <pc:docMk/>
            <pc:sldMk cId="3514497779" sldId="375"/>
            <ac:spMk id="8" creationId="{7732A0B2-D553-44E7-B960-ECD814CB39EB}"/>
          </ac:spMkLst>
        </pc:spChg>
        <pc:spChg chg="add mod">
          <ac:chgData name="鈴木 秀規" userId="f68c5fd9-22d5-4c0a-9833-7fb0f5135313" providerId="ADAL" clId="{BEF09B95-13F1-49F1-BED2-5E97CA8FA593}" dt="2021-01-29T06:35:07.281" v="680" actId="1076"/>
          <ac:spMkLst>
            <pc:docMk/>
            <pc:sldMk cId="3514497779" sldId="375"/>
            <ac:spMk id="9" creationId="{E6E9F2D9-766B-487A-98F7-F36CC1D73BD9}"/>
          </ac:spMkLst>
        </pc:spChg>
        <pc:spChg chg="add del mod">
          <ac:chgData name="鈴木 秀規" userId="f68c5fd9-22d5-4c0a-9833-7fb0f5135313" providerId="ADAL" clId="{BEF09B95-13F1-49F1-BED2-5E97CA8FA593}" dt="2021-01-29T06:33:47.327" v="664"/>
          <ac:spMkLst>
            <pc:docMk/>
            <pc:sldMk cId="3514497779" sldId="375"/>
            <ac:spMk id="10" creationId="{2F708208-63F2-46AD-8473-7BF696CE3F5C}"/>
          </ac:spMkLst>
        </pc:spChg>
        <pc:spChg chg="add mod">
          <ac:chgData name="鈴木 秀規" userId="f68c5fd9-22d5-4c0a-9833-7fb0f5135313" providerId="ADAL" clId="{BEF09B95-13F1-49F1-BED2-5E97CA8FA593}" dt="2021-01-29T06:34:52.382" v="677" actId="1076"/>
          <ac:spMkLst>
            <pc:docMk/>
            <pc:sldMk cId="3514497779" sldId="375"/>
            <ac:spMk id="11" creationId="{751CB4AE-C08F-48DE-B251-40389DE53AD3}"/>
          </ac:spMkLst>
        </pc:spChg>
        <pc:spChg chg="add mod">
          <ac:chgData name="鈴木 秀規" userId="f68c5fd9-22d5-4c0a-9833-7fb0f5135313" providerId="ADAL" clId="{BEF09B95-13F1-49F1-BED2-5E97CA8FA593}" dt="2021-01-29T06:34:52.382" v="677" actId="1076"/>
          <ac:spMkLst>
            <pc:docMk/>
            <pc:sldMk cId="3514497779" sldId="375"/>
            <ac:spMk id="12" creationId="{71E3216D-20BE-4A1E-9B6A-0E2C0160BD29}"/>
          </ac:spMkLst>
        </pc:spChg>
        <pc:spChg chg="add mod">
          <ac:chgData name="鈴木 秀規" userId="f68c5fd9-22d5-4c0a-9833-7fb0f5135313" providerId="ADAL" clId="{BEF09B95-13F1-49F1-BED2-5E97CA8FA593}" dt="2021-01-29T06:36:24.492" v="697" actId="207"/>
          <ac:spMkLst>
            <pc:docMk/>
            <pc:sldMk cId="3514497779" sldId="375"/>
            <ac:spMk id="24" creationId="{3BCA60FE-7FFE-4CFC-B390-5220F299EB62}"/>
          </ac:spMkLst>
        </pc:spChg>
        <pc:spChg chg="add mod">
          <ac:chgData name="鈴木 秀規" userId="f68c5fd9-22d5-4c0a-9833-7fb0f5135313" providerId="ADAL" clId="{BEF09B95-13F1-49F1-BED2-5E97CA8FA593}" dt="2021-01-29T06:36:39.853" v="699" actId="2711"/>
          <ac:spMkLst>
            <pc:docMk/>
            <pc:sldMk cId="3514497779" sldId="375"/>
            <ac:spMk id="25" creationId="{836AC064-9B73-4CB0-8394-3B7433B9501C}"/>
          </ac:spMkLst>
        </pc:spChg>
        <pc:spChg chg="add mod">
          <ac:chgData name="鈴木 秀規" userId="f68c5fd9-22d5-4c0a-9833-7fb0f5135313" providerId="ADAL" clId="{BEF09B95-13F1-49F1-BED2-5E97CA8FA593}" dt="2021-01-29T06:37:25.221" v="704" actId="2711"/>
          <ac:spMkLst>
            <pc:docMk/>
            <pc:sldMk cId="3514497779" sldId="375"/>
            <ac:spMk id="26" creationId="{862F71B1-CC14-426B-A75B-3FF58CD90D27}"/>
          </ac:spMkLst>
        </pc:spChg>
        <pc:cxnChg chg="add mod">
          <ac:chgData name="鈴木 秀規" userId="f68c5fd9-22d5-4c0a-9833-7fb0f5135313" providerId="ADAL" clId="{BEF09B95-13F1-49F1-BED2-5E97CA8FA593}" dt="2021-01-29T06:35:24.550" v="684" actId="14100"/>
          <ac:cxnSpMkLst>
            <pc:docMk/>
            <pc:sldMk cId="3514497779" sldId="375"/>
            <ac:cxnSpMk id="13" creationId="{C634370D-4CF1-4EF7-A9CA-AA4051E87A58}"/>
          </ac:cxnSpMkLst>
        </pc:cxnChg>
        <pc:cxnChg chg="add mod">
          <ac:chgData name="鈴木 秀規" userId="f68c5fd9-22d5-4c0a-9833-7fb0f5135313" providerId="ADAL" clId="{BEF09B95-13F1-49F1-BED2-5E97CA8FA593}" dt="2021-01-29T06:35:33.212" v="687" actId="14100"/>
          <ac:cxnSpMkLst>
            <pc:docMk/>
            <pc:sldMk cId="3514497779" sldId="375"/>
            <ac:cxnSpMk id="17" creationId="{034AA620-9507-4863-8319-77EB8CD4AACD}"/>
          </ac:cxnSpMkLst>
        </pc:cxnChg>
        <pc:cxnChg chg="add mod">
          <ac:chgData name="鈴木 秀規" userId="f68c5fd9-22d5-4c0a-9833-7fb0f5135313" providerId="ADAL" clId="{BEF09B95-13F1-49F1-BED2-5E97CA8FA593}" dt="2021-01-29T06:35:48.319" v="691" actId="14100"/>
          <ac:cxnSpMkLst>
            <pc:docMk/>
            <pc:sldMk cId="3514497779" sldId="375"/>
            <ac:cxnSpMk id="20" creationId="{F91F9607-6864-4D25-9324-53DC2F5DEAA4}"/>
          </ac:cxnSpMkLst>
        </pc:cxnChg>
      </pc:sldChg>
      <pc:sldChg chg="del">
        <pc:chgData name="鈴木 秀規" userId="f68c5fd9-22d5-4c0a-9833-7fb0f5135313" providerId="ADAL" clId="{BEF09B95-13F1-49F1-BED2-5E97CA8FA593}" dt="2021-01-29T05:53:31.894" v="8" actId="2696"/>
        <pc:sldMkLst>
          <pc:docMk/>
          <pc:sldMk cId="976327208" sldId="376"/>
        </pc:sldMkLst>
      </pc:sldChg>
      <pc:sldChg chg="addSp modSp new mod">
        <pc:chgData name="鈴木 秀規" userId="f68c5fd9-22d5-4c0a-9833-7fb0f5135313" providerId="ADAL" clId="{BEF09B95-13F1-49F1-BED2-5E97CA8FA593}" dt="2021-01-29T06:39:14.975" v="729" actId="1076"/>
        <pc:sldMkLst>
          <pc:docMk/>
          <pc:sldMk cId="3266246361" sldId="376"/>
        </pc:sldMkLst>
        <pc:spChg chg="mod">
          <ac:chgData name="鈴木 秀規" userId="f68c5fd9-22d5-4c0a-9833-7fb0f5135313" providerId="ADAL" clId="{BEF09B95-13F1-49F1-BED2-5E97CA8FA593}" dt="2021-01-29T06:37:38.829" v="706"/>
          <ac:spMkLst>
            <pc:docMk/>
            <pc:sldMk cId="3266246361" sldId="376"/>
            <ac:spMk id="3" creationId="{3AB6065E-63B3-4BF0-A310-F13CB2D760CC}"/>
          </ac:spMkLst>
        </pc:spChg>
        <pc:spChg chg="mod">
          <ac:chgData name="鈴木 秀規" userId="f68c5fd9-22d5-4c0a-9833-7fb0f5135313" providerId="ADAL" clId="{BEF09B95-13F1-49F1-BED2-5E97CA8FA593}" dt="2021-01-29T06:38:57.079" v="724" actId="14100"/>
          <ac:spMkLst>
            <pc:docMk/>
            <pc:sldMk cId="3266246361" sldId="376"/>
            <ac:spMk id="5" creationId="{35B5E569-B10E-4C71-B89E-2E45350C37F5}"/>
          </ac:spMkLst>
        </pc:spChg>
        <pc:spChg chg="add mod">
          <ac:chgData name="鈴木 秀規" userId="f68c5fd9-22d5-4c0a-9833-7fb0f5135313" providerId="ADAL" clId="{BEF09B95-13F1-49F1-BED2-5E97CA8FA593}" dt="2021-01-29T06:39:14.975" v="729" actId="1076"/>
          <ac:spMkLst>
            <pc:docMk/>
            <pc:sldMk cId="3266246361" sldId="376"/>
            <ac:spMk id="6" creationId="{3ABC37F7-4AA4-4D89-AE0D-2EA8F79B10C5}"/>
          </ac:spMkLst>
        </pc:spChg>
        <pc:spChg chg="add mod">
          <ac:chgData name="鈴木 秀規" userId="f68c5fd9-22d5-4c0a-9833-7fb0f5135313" providerId="ADAL" clId="{BEF09B95-13F1-49F1-BED2-5E97CA8FA593}" dt="2021-01-29T06:39:12.334" v="728" actId="14100"/>
          <ac:spMkLst>
            <pc:docMk/>
            <pc:sldMk cId="3266246361" sldId="376"/>
            <ac:spMk id="7" creationId="{EEC4FB24-D88E-4A2C-B41B-2E3CA74EDDFB}"/>
          </ac:spMkLst>
        </pc:spChg>
      </pc:sldChg>
      <pc:sldChg chg="addSp modSp new mod">
        <pc:chgData name="鈴木 秀規" userId="f68c5fd9-22d5-4c0a-9833-7fb0f5135313" providerId="ADAL" clId="{BEF09B95-13F1-49F1-BED2-5E97CA8FA593}" dt="2021-01-29T06:42:25.047" v="745" actId="113"/>
        <pc:sldMkLst>
          <pc:docMk/>
          <pc:sldMk cId="830291535" sldId="377"/>
        </pc:sldMkLst>
        <pc:spChg chg="mod">
          <ac:chgData name="鈴木 秀規" userId="f68c5fd9-22d5-4c0a-9833-7fb0f5135313" providerId="ADAL" clId="{BEF09B95-13F1-49F1-BED2-5E97CA8FA593}" dt="2021-01-29T06:40:05.736" v="731"/>
          <ac:spMkLst>
            <pc:docMk/>
            <pc:sldMk cId="830291535" sldId="377"/>
            <ac:spMk id="3" creationId="{1E39B2F0-69AD-45D0-BB33-D9BD981F40D0}"/>
          </ac:spMkLst>
        </pc:spChg>
        <pc:spChg chg="mod">
          <ac:chgData name="鈴木 秀規" userId="f68c5fd9-22d5-4c0a-9833-7fb0f5135313" providerId="ADAL" clId="{BEF09B95-13F1-49F1-BED2-5E97CA8FA593}" dt="2021-01-29T06:40:18.934" v="733" actId="12"/>
          <ac:spMkLst>
            <pc:docMk/>
            <pc:sldMk cId="830291535" sldId="377"/>
            <ac:spMk id="5" creationId="{04A90A4C-36A1-4E53-884B-BBF800601CEE}"/>
          </ac:spMkLst>
        </pc:spChg>
        <pc:spChg chg="add mod">
          <ac:chgData name="鈴木 秀規" userId="f68c5fd9-22d5-4c0a-9833-7fb0f5135313" providerId="ADAL" clId="{BEF09B95-13F1-49F1-BED2-5E97CA8FA593}" dt="2021-01-29T06:42:25.047" v="745" actId="113"/>
          <ac:spMkLst>
            <pc:docMk/>
            <pc:sldMk cId="830291535" sldId="377"/>
            <ac:spMk id="6" creationId="{9E714EC9-CC57-4CF0-B779-D6C1592EBC52}"/>
          </ac:spMkLst>
        </pc:spChg>
      </pc:sldChg>
      <pc:sldChg chg="del">
        <pc:chgData name="鈴木 秀規" userId="f68c5fd9-22d5-4c0a-9833-7fb0f5135313" providerId="ADAL" clId="{BEF09B95-13F1-49F1-BED2-5E97CA8FA593}" dt="2021-01-29T05:53:31.894" v="8" actId="2696"/>
        <pc:sldMkLst>
          <pc:docMk/>
          <pc:sldMk cId="2448739060" sldId="377"/>
        </pc:sldMkLst>
      </pc:sldChg>
      <pc:sldChg chg="del">
        <pc:chgData name="鈴木 秀規" userId="f68c5fd9-22d5-4c0a-9833-7fb0f5135313" providerId="ADAL" clId="{BEF09B95-13F1-49F1-BED2-5E97CA8FA593}" dt="2021-01-29T05:53:31.894" v="8" actId="2696"/>
        <pc:sldMkLst>
          <pc:docMk/>
          <pc:sldMk cId="1911133861" sldId="378"/>
        </pc:sldMkLst>
      </pc:sldChg>
      <pc:sldChg chg="addSp modSp new mod">
        <pc:chgData name="鈴木 秀規" userId="f68c5fd9-22d5-4c0a-9833-7fb0f5135313" providerId="ADAL" clId="{BEF09B95-13F1-49F1-BED2-5E97CA8FA593}" dt="2021-01-29T06:43:59.441" v="759" actId="113"/>
        <pc:sldMkLst>
          <pc:docMk/>
          <pc:sldMk cId="2738388098" sldId="378"/>
        </pc:sldMkLst>
        <pc:spChg chg="mod">
          <ac:chgData name="鈴木 秀規" userId="f68c5fd9-22d5-4c0a-9833-7fb0f5135313" providerId="ADAL" clId="{BEF09B95-13F1-49F1-BED2-5E97CA8FA593}" dt="2021-01-29T06:42:37.568" v="747"/>
          <ac:spMkLst>
            <pc:docMk/>
            <pc:sldMk cId="2738388098" sldId="378"/>
            <ac:spMk id="3" creationId="{0293B1E6-6FA5-4EB1-AAF1-259A7C651F1B}"/>
          </ac:spMkLst>
        </pc:spChg>
        <pc:spChg chg="mod">
          <ac:chgData name="鈴木 秀規" userId="f68c5fd9-22d5-4c0a-9833-7fb0f5135313" providerId="ADAL" clId="{BEF09B95-13F1-49F1-BED2-5E97CA8FA593}" dt="2021-01-29T06:42:50.621" v="749"/>
          <ac:spMkLst>
            <pc:docMk/>
            <pc:sldMk cId="2738388098" sldId="378"/>
            <ac:spMk id="5" creationId="{FC639969-7641-4072-A59F-5F999A11ECB1}"/>
          </ac:spMkLst>
        </pc:spChg>
        <pc:spChg chg="add mod">
          <ac:chgData name="鈴木 秀規" userId="f68c5fd9-22d5-4c0a-9833-7fb0f5135313" providerId="ADAL" clId="{BEF09B95-13F1-49F1-BED2-5E97CA8FA593}" dt="2021-01-29T06:43:59.441" v="759" actId="113"/>
          <ac:spMkLst>
            <pc:docMk/>
            <pc:sldMk cId="2738388098" sldId="378"/>
            <ac:spMk id="6" creationId="{B0B00F22-97D8-4A67-9290-D4E35CD493E2}"/>
          </ac:spMkLst>
        </pc:spChg>
        <pc:spChg chg="add mod">
          <ac:chgData name="鈴木 秀規" userId="f68c5fd9-22d5-4c0a-9833-7fb0f5135313" providerId="ADAL" clId="{BEF09B95-13F1-49F1-BED2-5E97CA8FA593}" dt="2021-01-29T06:43:45.622" v="756" actId="14100"/>
          <ac:spMkLst>
            <pc:docMk/>
            <pc:sldMk cId="2738388098" sldId="378"/>
            <ac:spMk id="7" creationId="{55740616-9C09-4E0B-BFBA-D1AC6B8CDC76}"/>
          </ac:spMkLst>
        </pc:spChg>
      </pc:sldChg>
      <pc:sldChg chg="addSp modSp new mod">
        <pc:chgData name="鈴木 秀規" userId="f68c5fd9-22d5-4c0a-9833-7fb0f5135313" providerId="ADAL" clId="{BEF09B95-13F1-49F1-BED2-5E97CA8FA593}" dt="2021-01-29T06:46:13.824" v="772" actId="1076"/>
        <pc:sldMkLst>
          <pc:docMk/>
          <pc:sldMk cId="1927009512" sldId="379"/>
        </pc:sldMkLst>
        <pc:spChg chg="mod">
          <ac:chgData name="鈴木 秀規" userId="f68c5fd9-22d5-4c0a-9833-7fb0f5135313" providerId="ADAL" clId="{BEF09B95-13F1-49F1-BED2-5E97CA8FA593}" dt="2021-01-29T06:44:12.869" v="761"/>
          <ac:spMkLst>
            <pc:docMk/>
            <pc:sldMk cId="1927009512" sldId="379"/>
            <ac:spMk id="3" creationId="{8B402B93-6680-4FBE-9979-371D2BA14578}"/>
          </ac:spMkLst>
        </pc:spChg>
        <pc:spChg chg="mod">
          <ac:chgData name="鈴木 秀規" userId="f68c5fd9-22d5-4c0a-9833-7fb0f5135313" providerId="ADAL" clId="{BEF09B95-13F1-49F1-BED2-5E97CA8FA593}" dt="2021-01-29T06:46:10.758" v="770" actId="14100"/>
          <ac:spMkLst>
            <pc:docMk/>
            <pc:sldMk cId="1927009512" sldId="379"/>
            <ac:spMk id="5" creationId="{5E15EC1B-7CC0-4037-8388-66913E90FD66}"/>
          </ac:spMkLst>
        </pc:spChg>
        <pc:picChg chg="add mod">
          <ac:chgData name="鈴木 秀規" userId="f68c5fd9-22d5-4c0a-9833-7fb0f5135313" providerId="ADAL" clId="{BEF09B95-13F1-49F1-BED2-5E97CA8FA593}" dt="2021-01-29T06:46:13.824" v="772" actId="1076"/>
          <ac:picMkLst>
            <pc:docMk/>
            <pc:sldMk cId="1927009512" sldId="379"/>
            <ac:picMk id="6" creationId="{CACAC62F-44CD-4591-B31C-ACF74A43FD2A}"/>
          </ac:picMkLst>
        </pc:picChg>
      </pc:sldChg>
      <pc:sldChg chg="addSp modSp new mod">
        <pc:chgData name="鈴木 秀規" userId="f68c5fd9-22d5-4c0a-9833-7fb0f5135313" providerId="ADAL" clId="{BEF09B95-13F1-49F1-BED2-5E97CA8FA593}" dt="2021-01-29T06:49:54.998" v="794" actId="1035"/>
        <pc:sldMkLst>
          <pc:docMk/>
          <pc:sldMk cId="3941085094" sldId="380"/>
        </pc:sldMkLst>
        <pc:spChg chg="mod">
          <ac:chgData name="鈴木 秀規" userId="f68c5fd9-22d5-4c0a-9833-7fb0f5135313" providerId="ADAL" clId="{BEF09B95-13F1-49F1-BED2-5E97CA8FA593}" dt="2021-01-29T06:48:28.468" v="774"/>
          <ac:spMkLst>
            <pc:docMk/>
            <pc:sldMk cId="3941085094" sldId="380"/>
            <ac:spMk id="3" creationId="{55034CAC-3FBE-4F42-8CF7-AC09188EFC5C}"/>
          </ac:spMkLst>
        </pc:spChg>
        <pc:spChg chg="mod">
          <ac:chgData name="鈴木 秀規" userId="f68c5fd9-22d5-4c0a-9833-7fb0f5135313" providerId="ADAL" clId="{BEF09B95-13F1-49F1-BED2-5E97CA8FA593}" dt="2021-01-29T06:48:45.799" v="778" actId="14100"/>
          <ac:spMkLst>
            <pc:docMk/>
            <pc:sldMk cId="3941085094" sldId="380"/>
            <ac:spMk id="5" creationId="{3A08C36D-BC6D-420A-BF0C-50FDBD74EDD8}"/>
          </ac:spMkLst>
        </pc:spChg>
        <pc:spChg chg="add mod">
          <ac:chgData name="鈴木 秀規" userId="f68c5fd9-22d5-4c0a-9833-7fb0f5135313" providerId="ADAL" clId="{BEF09B95-13F1-49F1-BED2-5E97CA8FA593}" dt="2021-01-29T06:49:51.118" v="792" actId="1035"/>
          <ac:spMkLst>
            <pc:docMk/>
            <pc:sldMk cId="3941085094" sldId="380"/>
            <ac:spMk id="6" creationId="{F274F4FD-0530-4D85-A162-3B2C9D57E6E6}"/>
          </ac:spMkLst>
        </pc:spChg>
        <pc:spChg chg="add mod">
          <ac:chgData name="鈴木 秀規" userId="f68c5fd9-22d5-4c0a-9833-7fb0f5135313" providerId="ADAL" clId="{BEF09B95-13F1-49F1-BED2-5E97CA8FA593}" dt="2021-01-29T06:49:54.998" v="794" actId="1035"/>
          <ac:spMkLst>
            <pc:docMk/>
            <pc:sldMk cId="3941085094" sldId="380"/>
            <ac:spMk id="7" creationId="{1154C25E-0067-4FD2-8FD7-AD4F15760619}"/>
          </ac:spMkLst>
        </pc:spChg>
      </pc:sldChg>
      <pc:sldChg chg="modSp new mod">
        <pc:chgData name="鈴木 秀規" userId="f68c5fd9-22d5-4c0a-9833-7fb0f5135313" providerId="ADAL" clId="{BEF09B95-13F1-49F1-BED2-5E97CA8FA593}" dt="2021-01-29T06:50:59.292" v="812" actId="207"/>
        <pc:sldMkLst>
          <pc:docMk/>
          <pc:sldMk cId="1755630232" sldId="381"/>
        </pc:sldMkLst>
        <pc:spChg chg="mod">
          <ac:chgData name="鈴木 秀規" userId="f68c5fd9-22d5-4c0a-9833-7fb0f5135313" providerId="ADAL" clId="{BEF09B95-13F1-49F1-BED2-5E97CA8FA593}" dt="2021-01-29T06:50:22.643" v="796"/>
          <ac:spMkLst>
            <pc:docMk/>
            <pc:sldMk cId="1755630232" sldId="381"/>
            <ac:spMk id="3" creationId="{147E82C6-DBD4-4A45-AB2C-EBFBF36DE0A2}"/>
          </ac:spMkLst>
        </pc:spChg>
        <pc:spChg chg="mod">
          <ac:chgData name="鈴木 秀規" userId="f68c5fd9-22d5-4c0a-9833-7fb0f5135313" providerId="ADAL" clId="{BEF09B95-13F1-49F1-BED2-5E97CA8FA593}" dt="2021-01-29T06:50:59.292" v="812" actId="207"/>
          <ac:spMkLst>
            <pc:docMk/>
            <pc:sldMk cId="1755630232" sldId="381"/>
            <ac:spMk id="5" creationId="{CF105F84-95FD-4A78-BD28-44E3EE55DC5F}"/>
          </ac:spMkLst>
        </pc:spChg>
      </pc:sldChg>
    </pc:docChg>
  </pc:docChgLst>
  <pc:docChgLst>
    <pc:chgData name="鈴木 秀規" userId="f68c5fd9-22d5-4c0a-9833-7fb0f5135313" providerId="ADAL" clId="{31AF745B-ECEE-4C51-8828-E2A47B117181}"/>
    <pc:docChg chg="undo custSel addSld delSld modSld">
      <pc:chgData name="鈴木 秀規" userId="f68c5fd9-22d5-4c0a-9833-7fb0f5135313" providerId="ADAL" clId="{31AF745B-ECEE-4C51-8828-E2A47B117181}" dt="2021-01-26T06:43:26.060" v="923" actId="207"/>
      <pc:docMkLst>
        <pc:docMk/>
      </pc:docMkLst>
      <pc:sldChg chg="addSp delSp modSp mod chgLayout">
        <pc:chgData name="鈴木 秀規" userId="f68c5fd9-22d5-4c0a-9833-7fb0f5135313" providerId="ADAL" clId="{31AF745B-ECEE-4C51-8828-E2A47B117181}" dt="2021-01-26T05:27:18.174" v="2" actId="6264"/>
        <pc:sldMkLst>
          <pc:docMk/>
          <pc:sldMk cId="0" sldId="256"/>
        </pc:sldMkLst>
        <pc:spChg chg="add del mod">
          <ac:chgData name="鈴木 秀規" userId="f68c5fd9-22d5-4c0a-9833-7fb0f5135313" providerId="ADAL" clId="{31AF745B-ECEE-4C51-8828-E2A47B117181}" dt="2021-01-26T05:27:18.174" v="2" actId="6264"/>
          <ac:spMkLst>
            <pc:docMk/>
            <pc:sldMk cId="0" sldId="256"/>
            <ac:spMk id="2" creationId="{AAC1F4E5-4919-40F8-BC22-DB091A09B42E}"/>
          </ac:spMkLst>
        </pc:spChg>
        <pc:spChg chg="mod ord">
          <ac:chgData name="鈴木 秀規" userId="f68c5fd9-22d5-4c0a-9833-7fb0f5135313" providerId="ADAL" clId="{31AF745B-ECEE-4C51-8828-E2A47B117181}" dt="2021-01-26T05:27:18.174" v="2" actId="6264"/>
          <ac:spMkLst>
            <pc:docMk/>
            <pc:sldMk cId="0" sldId="256"/>
            <ac:spMk id="3" creationId="{1AF37D55-893C-40DE-8876-567A09F9C298}"/>
          </ac:spMkLst>
        </pc:spChg>
        <pc:spChg chg="add del mod">
          <ac:chgData name="鈴木 秀規" userId="f68c5fd9-22d5-4c0a-9833-7fb0f5135313" providerId="ADAL" clId="{31AF745B-ECEE-4C51-8828-E2A47B117181}" dt="2021-01-26T05:27:18.174" v="2" actId="6264"/>
          <ac:spMkLst>
            <pc:docMk/>
            <pc:sldMk cId="0" sldId="256"/>
            <ac:spMk id="4" creationId="{99B5B906-E3DE-4475-819B-52FC435D0AAC}"/>
          </ac:spMkLst>
        </pc:spChg>
        <pc:spChg chg="mod ord">
          <ac:chgData name="鈴木 秀規" userId="f68c5fd9-22d5-4c0a-9833-7fb0f5135313" providerId="ADAL" clId="{31AF745B-ECEE-4C51-8828-E2A47B117181}" dt="2021-01-26T05:27:18.174" v="2" actId="6264"/>
          <ac:spMkLst>
            <pc:docMk/>
            <pc:sldMk cId="0" sldId="256"/>
            <ac:spMk id="56" creationId="{00000000-0000-0000-0000-000000000000}"/>
          </ac:spMkLst>
        </pc:spChg>
      </pc:sldChg>
      <pc:sldChg chg="addSp delSp modSp mod chgLayout">
        <pc:chgData name="鈴木 秀規" userId="f68c5fd9-22d5-4c0a-9833-7fb0f5135313" providerId="ADAL" clId="{31AF745B-ECEE-4C51-8828-E2A47B117181}" dt="2021-01-26T05:29:25.821" v="38" actId="207"/>
        <pc:sldMkLst>
          <pc:docMk/>
          <pc:sldMk cId="1859091905" sldId="362"/>
        </pc:sldMkLst>
        <pc:spChg chg="add del mod">
          <ac:chgData name="鈴木 秀規" userId="f68c5fd9-22d5-4c0a-9833-7fb0f5135313" providerId="ADAL" clId="{31AF745B-ECEE-4C51-8828-E2A47B117181}" dt="2021-01-26T05:27:45.457" v="5" actId="6264"/>
          <ac:spMkLst>
            <pc:docMk/>
            <pc:sldMk cId="1859091905" sldId="362"/>
            <ac:spMk id="2" creationId="{81D45471-5359-43A1-BA9D-057F21388F8E}"/>
          </ac:spMkLst>
        </pc:spChg>
        <pc:spChg chg="add del mod">
          <ac:chgData name="鈴木 秀規" userId="f68c5fd9-22d5-4c0a-9833-7fb0f5135313" providerId="ADAL" clId="{31AF745B-ECEE-4C51-8828-E2A47B117181}" dt="2021-01-26T05:27:45.457" v="5" actId="6264"/>
          <ac:spMkLst>
            <pc:docMk/>
            <pc:sldMk cId="1859091905" sldId="362"/>
            <ac:spMk id="3" creationId="{E8C900C4-2969-4F59-8149-7EBB2AB18B87}"/>
          </ac:spMkLst>
        </pc:spChg>
        <pc:spChg chg="mod ord">
          <ac:chgData name="鈴木 秀規" userId="f68c5fd9-22d5-4c0a-9833-7fb0f5135313" providerId="ADAL" clId="{31AF745B-ECEE-4C51-8828-E2A47B117181}" dt="2021-01-26T05:27:45.457" v="5" actId="6264"/>
          <ac:spMkLst>
            <pc:docMk/>
            <pc:sldMk cId="1859091905" sldId="362"/>
            <ac:spMk id="4" creationId="{D6DC238B-EE56-4E60-9254-5D7461C2FECA}"/>
          </ac:spMkLst>
        </pc:spChg>
        <pc:spChg chg="mod ord">
          <ac:chgData name="鈴木 秀規" userId="f68c5fd9-22d5-4c0a-9833-7fb0f5135313" providerId="ADAL" clId="{31AF745B-ECEE-4C51-8828-E2A47B117181}" dt="2021-01-26T05:27:45.457" v="5" actId="6264"/>
          <ac:spMkLst>
            <pc:docMk/>
            <pc:sldMk cId="1859091905" sldId="362"/>
            <ac:spMk id="5" creationId="{CAF52E47-E0BD-4CE1-8C78-272007650A0D}"/>
          </ac:spMkLst>
        </pc:spChg>
        <pc:spChg chg="add del mod">
          <ac:chgData name="鈴木 秀規" userId="f68c5fd9-22d5-4c0a-9833-7fb0f5135313" providerId="ADAL" clId="{31AF745B-ECEE-4C51-8828-E2A47B117181}" dt="2021-01-26T05:27:45.457" v="5" actId="6264"/>
          <ac:spMkLst>
            <pc:docMk/>
            <pc:sldMk cId="1859091905" sldId="362"/>
            <ac:spMk id="6" creationId="{03F706AC-E67C-4FBC-B10E-E5C37DE6710B}"/>
          </ac:spMkLst>
        </pc:spChg>
        <pc:spChg chg="mod ord">
          <ac:chgData name="鈴木 秀規" userId="f68c5fd9-22d5-4c0a-9833-7fb0f5135313" providerId="ADAL" clId="{31AF745B-ECEE-4C51-8828-E2A47B117181}" dt="2021-01-26T05:27:45.457" v="5" actId="6264"/>
          <ac:spMkLst>
            <pc:docMk/>
            <pc:sldMk cId="1859091905" sldId="362"/>
            <ac:spMk id="7" creationId="{58177CF6-E256-4D88-B489-5F2EFF09AC4C}"/>
          </ac:spMkLst>
        </pc:spChg>
        <pc:spChg chg="mod ord">
          <ac:chgData name="鈴木 秀規" userId="f68c5fd9-22d5-4c0a-9833-7fb0f5135313" providerId="ADAL" clId="{31AF745B-ECEE-4C51-8828-E2A47B117181}" dt="2021-01-26T05:29:25.821" v="38" actId="207"/>
          <ac:spMkLst>
            <pc:docMk/>
            <pc:sldMk cId="1859091905" sldId="362"/>
            <ac:spMk id="8" creationId="{C57C43D1-E1C5-418D-A114-931FDA96CE3D}"/>
          </ac:spMkLst>
        </pc:spChg>
        <pc:spChg chg="add del mod">
          <ac:chgData name="鈴木 秀規" userId="f68c5fd9-22d5-4c0a-9833-7fb0f5135313" providerId="ADAL" clId="{31AF745B-ECEE-4C51-8828-E2A47B117181}" dt="2021-01-26T05:27:45.457" v="5" actId="6264"/>
          <ac:spMkLst>
            <pc:docMk/>
            <pc:sldMk cId="1859091905" sldId="362"/>
            <ac:spMk id="11" creationId="{1CA23A0F-2EC6-48D9-BA9D-147A13C1712E}"/>
          </ac:spMkLst>
        </pc:spChg>
        <pc:picChg chg="del">
          <ac:chgData name="鈴木 秀規" userId="f68c5fd9-22d5-4c0a-9833-7fb0f5135313" providerId="ADAL" clId="{31AF745B-ECEE-4C51-8828-E2A47B117181}" dt="2021-01-26T05:27:43.713" v="4" actId="478"/>
          <ac:picMkLst>
            <pc:docMk/>
            <pc:sldMk cId="1859091905" sldId="362"/>
            <ac:picMk id="9" creationId="{BA5D05B1-6F0D-4655-AFC1-495F71BCF81C}"/>
          </ac:picMkLst>
        </pc:picChg>
        <pc:picChg chg="del">
          <ac:chgData name="鈴木 秀規" userId="f68c5fd9-22d5-4c0a-9833-7fb0f5135313" providerId="ADAL" clId="{31AF745B-ECEE-4C51-8828-E2A47B117181}" dt="2021-01-26T05:27:43.713" v="4" actId="478"/>
          <ac:picMkLst>
            <pc:docMk/>
            <pc:sldMk cId="1859091905" sldId="362"/>
            <ac:picMk id="10" creationId="{899D8770-B1F7-436F-BE7F-0F92A7770FDF}"/>
          </ac:picMkLst>
        </pc:picChg>
      </pc:sldChg>
      <pc:sldChg chg="del">
        <pc:chgData name="鈴木 秀規" userId="f68c5fd9-22d5-4c0a-9833-7fb0f5135313" providerId="ADAL" clId="{31AF745B-ECEE-4C51-8828-E2A47B117181}" dt="2021-01-26T05:29:36.440" v="39" actId="2696"/>
        <pc:sldMkLst>
          <pc:docMk/>
          <pc:sldMk cId="2364365537" sldId="363"/>
        </pc:sldMkLst>
      </pc:sldChg>
      <pc:sldChg chg="addSp delSp modSp add mod">
        <pc:chgData name="鈴木 秀規" userId="f68c5fd9-22d5-4c0a-9833-7fb0f5135313" providerId="ADAL" clId="{31AF745B-ECEE-4C51-8828-E2A47B117181}" dt="2021-01-26T06:02:00.797" v="427" actId="207"/>
        <pc:sldMkLst>
          <pc:docMk/>
          <pc:sldMk cId="3069677134" sldId="363"/>
        </pc:sldMkLst>
        <pc:spChg chg="add mod">
          <ac:chgData name="鈴木 秀規" userId="f68c5fd9-22d5-4c0a-9833-7fb0f5135313" providerId="ADAL" clId="{31AF745B-ECEE-4C51-8828-E2A47B117181}" dt="2021-01-26T06:02:00.797" v="427" actId="207"/>
          <ac:spMkLst>
            <pc:docMk/>
            <pc:sldMk cId="3069677134" sldId="363"/>
            <ac:spMk id="6" creationId="{38BD198A-45C5-4FAA-840E-91F5B04F0190}"/>
          </ac:spMkLst>
        </pc:spChg>
        <pc:spChg chg="mod">
          <ac:chgData name="鈴木 秀規" userId="f68c5fd9-22d5-4c0a-9833-7fb0f5135313" providerId="ADAL" clId="{31AF745B-ECEE-4C51-8828-E2A47B117181}" dt="2021-01-26T05:29:51.710" v="42"/>
          <ac:spMkLst>
            <pc:docMk/>
            <pc:sldMk cId="3069677134" sldId="363"/>
            <ac:spMk id="7" creationId="{58177CF6-E256-4D88-B489-5F2EFF09AC4C}"/>
          </ac:spMkLst>
        </pc:spChg>
        <pc:spChg chg="mod">
          <ac:chgData name="鈴木 秀規" userId="f68c5fd9-22d5-4c0a-9833-7fb0f5135313" providerId="ADAL" clId="{31AF745B-ECEE-4C51-8828-E2A47B117181}" dt="2021-01-26T05:30:17.469" v="49" actId="14100"/>
          <ac:spMkLst>
            <pc:docMk/>
            <pc:sldMk cId="3069677134" sldId="363"/>
            <ac:spMk id="8" creationId="{C57C43D1-E1C5-418D-A114-931FDA96CE3D}"/>
          </ac:spMkLst>
        </pc:spChg>
        <pc:spChg chg="add mod">
          <ac:chgData name="鈴木 秀規" userId="f68c5fd9-22d5-4c0a-9833-7fb0f5135313" providerId="ADAL" clId="{31AF745B-ECEE-4C51-8828-E2A47B117181}" dt="2021-01-26T06:02:00.797" v="427" actId="207"/>
          <ac:spMkLst>
            <pc:docMk/>
            <pc:sldMk cId="3069677134" sldId="363"/>
            <ac:spMk id="9" creationId="{D2E307B1-7723-43FC-8836-0FD381C2C92D}"/>
          </ac:spMkLst>
        </pc:spChg>
        <pc:spChg chg="add mod ord">
          <ac:chgData name="鈴木 秀規" userId="f68c5fd9-22d5-4c0a-9833-7fb0f5135313" providerId="ADAL" clId="{31AF745B-ECEE-4C51-8828-E2A47B117181}" dt="2021-01-26T05:31:38.336" v="65" actId="164"/>
          <ac:spMkLst>
            <pc:docMk/>
            <pc:sldMk cId="3069677134" sldId="363"/>
            <ac:spMk id="10" creationId="{58889299-DE75-4976-B40D-11F3B12ED1C8}"/>
          </ac:spMkLst>
        </pc:spChg>
        <pc:spChg chg="add mod">
          <ac:chgData name="鈴木 秀規" userId="f68c5fd9-22d5-4c0a-9833-7fb0f5135313" providerId="ADAL" clId="{31AF745B-ECEE-4C51-8828-E2A47B117181}" dt="2021-01-26T05:32:41.392" v="102" actId="122"/>
          <ac:spMkLst>
            <pc:docMk/>
            <pc:sldMk cId="3069677134" sldId="363"/>
            <ac:spMk id="13" creationId="{CC9A591B-F0AA-49CF-82A7-C15FC2982F5C}"/>
          </ac:spMkLst>
        </pc:spChg>
        <pc:spChg chg="add mod">
          <ac:chgData name="鈴木 秀規" userId="f68c5fd9-22d5-4c0a-9833-7fb0f5135313" providerId="ADAL" clId="{31AF745B-ECEE-4C51-8828-E2A47B117181}" dt="2021-01-26T05:32:41.392" v="102" actId="122"/>
          <ac:spMkLst>
            <pc:docMk/>
            <pc:sldMk cId="3069677134" sldId="363"/>
            <ac:spMk id="14" creationId="{30693ED5-8BD0-4764-BF66-1563C369FD82}"/>
          </ac:spMkLst>
        </pc:spChg>
        <pc:spChg chg="add mod">
          <ac:chgData name="鈴木 秀規" userId="f68c5fd9-22d5-4c0a-9833-7fb0f5135313" providerId="ADAL" clId="{31AF745B-ECEE-4C51-8828-E2A47B117181}" dt="2021-01-26T05:33:00.042" v="130" actId="20577"/>
          <ac:spMkLst>
            <pc:docMk/>
            <pc:sldMk cId="3069677134" sldId="363"/>
            <ac:spMk id="15" creationId="{E8764635-AC6A-4789-B1B6-76C4A2E21CA0}"/>
          </ac:spMkLst>
        </pc:spChg>
        <pc:spChg chg="add mod">
          <ac:chgData name="鈴木 秀規" userId="f68c5fd9-22d5-4c0a-9833-7fb0f5135313" providerId="ADAL" clId="{31AF745B-ECEE-4C51-8828-E2A47B117181}" dt="2021-01-26T05:34:04.688" v="144" actId="207"/>
          <ac:spMkLst>
            <pc:docMk/>
            <pc:sldMk cId="3069677134" sldId="363"/>
            <ac:spMk id="16" creationId="{3428C0D5-6ABA-4E8C-86D6-3E0DA01FD8B3}"/>
          </ac:spMkLst>
        </pc:spChg>
        <pc:spChg chg="add mod">
          <ac:chgData name="鈴木 秀規" userId="f68c5fd9-22d5-4c0a-9833-7fb0f5135313" providerId="ADAL" clId="{31AF745B-ECEE-4C51-8828-E2A47B117181}" dt="2021-01-26T05:34:04.688" v="144" actId="207"/>
          <ac:spMkLst>
            <pc:docMk/>
            <pc:sldMk cId="3069677134" sldId="363"/>
            <ac:spMk id="17" creationId="{04420666-7F7C-4D8D-A79D-FA917CF5CA9C}"/>
          </ac:spMkLst>
        </pc:spChg>
        <pc:spChg chg="add mod">
          <ac:chgData name="鈴木 秀規" userId="f68c5fd9-22d5-4c0a-9833-7fb0f5135313" providerId="ADAL" clId="{31AF745B-ECEE-4C51-8828-E2A47B117181}" dt="2021-01-26T05:34:04.688" v="144" actId="207"/>
          <ac:spMkLst>
            <pc:docMk/>
            <pc:sldMk cId="3069677134" sldId="363"/>
            <ac:spMk id="18" creationId="{4D78CBCE-AC2A-4063-B0FB-4EB18C3B7078}"/>
          </ac:spMkLst>
        </pc:spChg>
        <pc:spChg chg="add mod">
          <ac:chgData name="鈴木 秀規" userId="f68c5fd9-22d5-4c0a-9833-7fb0f5135313" providerId="ADAL" clId="{31AF745B-ECEE-4C51-8828-E2A47B117181}" dt="2021-01-26T05:35:36.609" v="147" actId="208"/>
          <ac:spMkLst>
            <pc:docMk/>
            <pc:sldMk cId="3069677134" sldId="363"/>
            <ac:spMk id="19" creationId="{83B1D786-7A83-47F7-869E-20FB625672DD}"/>
          </ac:spMkLst>
        </pc:spChg>
        <pc:spChg chg="add mod">
          <ac:chgData name="鈴木 秀規" userId="f68c5fd9-22d5-4c0a-9833-7fb0f5135313" providerId="ADAL" clId="{31AF745B-ECEE-4C51-8828-E2A47B117181}" dt="2021-01-26T05:35:36.609" v="147" actId="208"/>
          <ac:spMkLst>
            <pc:docMk/>
            <pc:sldMk cId="3069677134" sldId="363"/>
            <ac:spMk id="20" creationId="{D8B38DF2-D9DD-4078-9912-0C892AE020A4}"/>
          </ac:spMkLst>
        </pc:spChg>
        <pc:spChg chg="add mod">
          <ac:chgData name="鈴木 秀規" userId="f68c5fd9-22d5-4c0a-9833-7fb0f5135313" providerId="ADAL" clId="{31AF745B-ECEE-4C51-8828-E2A47B117181}" dt="2021-01-26T05:35:36.609" v="147" actId="208"/>
          <ac:spMkLst>
            <pc:docMk/>
            <pc:sldMk cId="3069677134" sldId="363"/>
            <ac:spMk id="21" creationId="{EA4F305F-B6E2-40BE-AC86-52FFA99EFB3C}"/>
          </ac:spMkLst>
        </pc:spChg>
        <pc:spChg chg="add mod">
          <ac:chgData name="鈴木 秀規" userId="f68c5fd9-22d5-4c0a-9833-7fb0f5135313" providerId="ADAL" clId="{31AF745B-ECEE-4C51-8828-E2A47B117181}" dt="2021-01-26T05:35:36.609" v="147" actId="208"/>
          <ac:spMkLst>
            <pc:docMk/>
            <pc:sldMk cId="3069677134" sldId="363"/>
            <ac:spMk id="22" creationId="{0CD52328-B3FC-4632-85D5-EE521EC8DE29}"/>
          </ac:spMkLst>
        </pc:spChg>
        <pc:spChg chg="add mod">
          <ac:chgData name="鈴木 秀規" userId="f68c5fd9-22d5-4c0a-9833-7fb0f5135313" providerId="ADAL" clId="{31AF745B-ECEE-4C51-8828-E2A47B117181}" dt="2021-01-26T05:35:36.609" v="147" actId="208"/>
          <ac:spMkLst>
            <pc:docMk/>
            <pc:sldMk cId="3069677134" sldId="363"/>
            <ac:spMk id="23" creationId="{3303D6ED-CBB3-4BA1-9F51-AA71707D9F8F}"/>
          </ac:spMkLst>
        </pc:spChg>
        <pc:grpChg chg="add mod">
          <ac:chgData name="鈴木 秀規" userId="f68c5fd9-22d5-4c0a-9833-7fb0f5135313" providerId="ADAL" clId="{31AF745B-ECEE-4C51-8828-E2A47B117181}" dt="2021-01-26T05:32:46.794" v="103" actId="1076"/>
          <ac:grpSpMkLst>
            <pc:docMk/>
            <pc:sldMk cId="3069677134" sldId="363"/>
            <ac:grpSpMk id="12" creationId="{045A9BF9-4DCC-4D05-ABAC-B81EA2A3B824}"/>
          </ac:grpSpMkLst>
        </pc:grpChg>
        <pc:picChg chg="add mod">
          <ac:chgData name="鈴木 秀規" userId="f68c5fd9-22d5-4c0a-9833-7fb0f5135313" providerId="ADAL" clId="{31AF745B-ECEE-4C51-8828-E2A47B117181}" dt="2021-01-26T05:31:38.336" v="65" actId="164"/>
          <ac:picMkLst>
            <pc:docMk/>
            <pc:sldMk cId="3069677134" sldId="363"/>
            <ac:picMk id="3" creationId="{3FA39F5F-8AAB-42FB-BCE4-E2F2F280C031}"/>
          </ac:picMkLst>
        </pc:picChg>
        <pc:picChg chg="add del mod">
          <ac:chgData name="鈴木 秀規" userId="f68c5fd9-22d5-4c0a-9833-7fb0f5135313" providerId="ADAL" clId="{31AF745B-ECEE-4C51-8828-E2A47B117181}" dt="2021-01-26T05:30:54.281" v="55" actId="478"/>
          <ac:picMkLst>
            <pc:docMk/>
            <pc:sldMk cId="3069677134" sldId="363"/>
            <ac:picMk id="11" creationId="{743A604D-2762-43E7-B3F5-E40759F0A3EA}"/>
          </ac:picMkLst>
        </pc:picChg>
      </pc:sldChg>
      <pc:sldChg chg="addSp modSp new mod">
        <pc:chgData name="鈴木 秀規" userId="f68c5fd9-22d5-4c0a-9833-7fb0f5135313" providerId="ADAL" clId="{31AF745B-ECEE-4C51-8828-E2A47B117181}" dt="2021-01-26T05:38:26.733" v="163" actId="14100"/>
        <pc:sldMkLst>
          <pc:docMk/>
          <pc:sldMk cId="2175104273" sldId="364"/>
        </pc:sldMkLst>
        <pc:spChg chg="mod">
          <ac:chgData name="鈴木 秀規" userId="f68c5fd9-22d5-4c0a-9833-7fb0f5135313" providerId="ADAL" clId="{31AF745B-ECEE-4C51-8828-E2A47B117181}" dt="2021-01-26T05:37:30.386" v="149"/>
          <ac:spMkLst>
            <pc:docMk/>
            <pc:sldMk cId="2175104273" sldId="364"/>
            <ac:spMk id="3" creationId="{68A200FD-AC57-4315-913B-56C0E750E146}"/>
          </ac:spMkLst>
        </pc:spChg>
        <pc:spChg chg="mod">
          <ac:chgData name="鈴木 秀規" userId="f68c5fd9-22d5-4c0a-9833-7fb0f5135313" providerId="ADAL" clId="{31AF745B-ECEE-4C51-8828-E2A47B117181}" dt="2021-01-26T05:38:26.733" v="163" actId="14100"/>
          <ac:spMkLst>
            <pc:docMk/>
            <pc:sldMk cId="2175104273" sldId="364"/>
            <ac:spMk id="5" creationId="{63039A32-9C71-4288-8DAD-C20E447795E0}"/>
          </ac:spMkLst>
        </pc:spChg>
        <pc:picChg chg="add mod">
          <ac:chgData name="鈴木 秀規" userId="f68c5fd9-22d5-4c0a-9833-7fb0f5135313" providerId="ADAL" clId="{31AF745B-ECEE-4C51-8828-E2A47B117181}" dt="2021-01-26T05:37:55.190" v="156" actId="1076"/>
          <ac:picMkLst>
            <pc:docMk/>
            <pc:sldMk cId="2175104273" sldId="364"/>
            <ac:picMk id="6" creationId="{48526432-448A-4B53-AA05-85009A3CA012}"/>
          </ac:picMkLst>
        </pc:picChg>
      </pc:sldChg>
      <pc:sldChg chg="del">
        <pc:chgData name="鈴木 秀規" userId="f68c5fd9-22d5-4c0a-9833-7fb0f5135313" providerId="ADAL" clId="{31AF745B-ECEE-4C51-8828-E2A47B117181}" dt="2021-01-26T05:29:36.440" v="39" actId="2696"/>
        <pc:sldMkLst>
          <pc:docMk/>
          <pc:sldMk cId="2741627324" sldId="364"/>
        </pc:sldMkLst>
      </pc:sldChg>
      <pc:sldChg chg="addSp modSp new mod">
        <pc:chgData name="鈴木 秀規" userId="f68c5fd9-22d5-4c0a-9833-7fb0f5135313" providerId="ADAL" clId="{31AF745B-ECEE-4C51-8828-E2A47B117181}" dt="2021-01-26T05:40:04.254" v="180" actId="207"/>
        <pc:sldMkLst>
          <pc:docMk/>
          <pc:sldMk cId="1672930496" sldId="365"/>
        </pc:sldMkLst>
        <pc:spChg chg="mod">
          <ac:chgData name="鈴木 秀規" userId="f68c5fd9-22d5-4c0a-9833-7fb0f5135313" providerId="ADAL" clId="{31AF745B-ECEE-4C51-8828-E2A47B117181}" dt="2021-01-26T05:39:10.166" v="165"/>
          <ac:spMkLst>
            <pc:docMk/>
            <pc:sldMk cId="1672930496" sldId="365"/>
            <ac:spMk id="3" creationId="{FC03AFB9-CD6E-4994-8138-120931D53538}"/>
          </ac:spMkLst>
        </pc:spChg>
        <pc:spChg chg="mod">
          <ac:chgData name="鈴木 秀規" userId="f68c5fd9-22d5-4c0a-9833-7fb0f5135313" providerId="ADAL" clId="{31AF745B-ECEE-4C51-8828-E2A47B117181}" dt="2021-01-26T05:40:04.254" v="180" actId="207"/>
          <ac:spMkLst>
            <pc:docMk/>
            <pc:sldMk cId="1672930496" sldId="365"/>
            <ac:spMk id="5" creationId="{EC4F853D-C579-41B5-814B-5663927E9ACA}"/>
          </ac:spMkLst>
        </pc:spChg>
        <pc:picChg chg="add mod">
          <ac:chgData name="鈴木 秀規" userId="f68c5fd9-22d5-4c0a-9833-7fb0f5135313" providerId="ADAL" clId="{31AF745B-ECEE-4C51-8828-E2A47B117181}" dt="2021-01-26T05:39:36.638" v="172" actId="1076"/>
          <ac:picMkLst>
            <pc:docMk/>
            <pc:sldMk cId="1672930496" sldId="365"/>
            <ac:picMk id="6" creationId="{5927628E-87B8-45C1-8363-06C30D78DA31}"/>
          </ac:picMkLst>
        </pc:picChg>
      </pc:sldChg>
      <pc:sldChg chg="del">
        <pc:chgData name="鈴木 秀規" userId="f68c5fd9-22d5-4c0a-9833-7fb0f5135313" providerId="ADAL" clId="{31AF745B-ECEE-4C51-8828-E2A47B117181}" dt="2021-01-26T05:29:36.440" v="39" actId="2696"/>
        <pc:sldMkLst>
          <pc:docMk/>
          <pc:sldMk cId="2463410247" sldId="365"/>
        </pc:sldMkLst>
      </pc:sldChg>
      <pc:sldChg chg="del">
        <pc:chgData name="鈴木 秀規" userId="f68c5fd9-22d5-4c0a-9833-7fb0f5135313" providerId="ADAL" clId="{31AF745B-ECEE-4C51-8828-E2A47B117181}" dt="2021-01-26T05:29:36.440" v="39" actId="2696"/>
        <pc:sldMkLst>
          <pc:docMk/>
          <pc:sldMk cId="2468282938" sldId="366"/>
        </pc:sldMkLst>
      </pc:sldChg>
      <pc:sldChg chg="addSp modSp new mod">
        <pc:chgData name="鈴木 秀規" userId="f68c5fd9-22d5-4c0a-9833-7fb0f5135313" providerId="ADAL" clId="{31AF745B-ECEE-4C51-8828-E2A47B117181}" dt="2021-01-26T05:41:35.974" v="195" actId="207"/>
        <pc:sldMkLst>
          <pc:docMk/>
          <pc:sldMk cId="3813337944" sldId="366"/>
        </pc:sldMkLst>
        <pc:spChg chg="mod">
          <ac:chgData name="鈴木 秀規" userId="f68c5fd9-22d5-4c0a-9833-7fb0f5135313" providerId="ADAL" clId="{31AF745B-ECEE-4C51-8828-E2A47B117181}" dt="2021-01-26T05:40:51.193" v="182"/>
          <ac:spMkLst>
            <pc:docMk/>
            <pc:sldMk cId="3813337944" sldId="366"/>
            <ac:spMk id="3" creationId="{6E45B32F-995B-4AB3-B186-3FFD8D07DCEE}"/>
          </ac:spMkLst>
        </pc:spChg>
        <pc:spChg chg="mod">
          <ac:chgData name="鈴木 秀規" userId="f68c5fd9-22d5-4c0a-9833-7fb0f5135313" providerId="ADAL" clId="{31AF745B-ECEE-4C51-8828-E2A47B117181}" dt="2021-01-26T05:41:35.974" v="195" actId="207"/>
          <ac:spMkLst>
            <pc:docMk/>
            <pc:sldMk cId="3813337944" sldId="366"/>
            <ac:spMk id="5" creationId="{2BB3DC36-EADC-458F-8869-24DE6ADB9A03}"/>
          </ac:spMkLst>
        </pc:spChg>
        <pc:picChg chg="add mod">
          <ac:chgData name="鈴木 秀規" userId="f68c5fd9-22d5-4c0a-9833-7fb0f5135313" providerId="ADAL" clId="{31AF745B-ECEE-4C51-8828-E2A47B117181}" dt="2021-01-26T05:41:23.377" v="193" actId="1035"/>
          <ac:picMkLst>
            <pc:docMk/>
            <pc:sldMk cId="3813337944" sldId="366"/>
            <ac:picMk id="6" creationId="{3B1C6911-2005-4619-B980-DCA4DECDC8ED}"/>
          </ac:picMkLst>
        </pc:picChg>
      </pc:sldChg>
      <pc:sldChg chg="addSp modSp new mod">
        <pc:chgData name="鈴木 秀規" userId="f68c5fd9-22d5-4c0a-9833-7fb0f5135313" providerId="ADAL" clId="{31AF745B-ECEE-4C51-8828-E2A47B117181}" dt="2021-01-26T05:44:37.466" v="237" actId="14100"/>
        <pc:sldMkLst>
          <pc:docMk/>
          <pc:sldMk cId="926421663" sldId="367"/>
        </pc:sldMkLst>
        <pc:spChg chg="mod">
          <ac:chgData name="鈴木 秀規" userId="f68c5fd9-22d5-4c0a-9833-7fb0f5135313" providerId="ADAL" clId="{31AF745B-ECEE-4C51-8828-E2A47B117181}" dt="2021-01-26T05:42:14.150" v="197"/>
          <ac:spMkLst>
            <pc:docMk/>
            <pc:sldMk cId="926421663" sldId="367"/>
            <ac:spMk id="3" creationId="{02EA919B-5C95-4C18-8CFF-A5ACA4DB182E}"/>
          </ac:spMkLst>
        </pc:spChg>
        <pc:spChg chg="mod">
          <ac:chgData name="鈴木 秀規" userId="f68c5fd9-22d5-4c0a-9833-7fb0f5135313" providerId="ADAL" clId="{31AF745B-ECEE-4C51-8828-E2A47B117181}" dt="2021-01-26T05:42:41.558" v="202" actId="207"/>
          <ac:spMkLst>
            <pc:docMk/>
            <pc:sldMk cId="926421663" sldId="367"/>
            <ac:spMk id="5" creationId="{48BF89F5-B1F6-4732-A48D-5FDDE3A0E801}"/>
          </ac:spMkLst>
        </pc:spChg>
        <pc:spChg chg="add mod">
          <ac:chgData name="鈴木 秀規" userId="f68c5fd9-22d5-4c0a-9833-7fb0f5135313" providerId="ADAL" clId="{31AF745B-ECEE-4C51-8828-E2A47B117181}" dt="2021-01-26T05:43:15.354" v="216" actId="14100"/>
          <ac:spMkLst>
            <pc:docMk/>
            <pc:sldMk cId="926421663" sldId="367"/>
            <ac:spMk id="7" creationId="{5D20DD92-21EA-420F-8DAC-3DC8CF59A2C1}"/>
          </ac:spMkLst>
        </pc:spChg>
        <pc:spChg chg="add mod">
          <ac:chgData name="鈴木 秀規" userId="f68c5fd9-22d5-4c0a-9833-7fb0f5135313" providerId="ADAL" clId="{31AF745B-ECEE-4C51-8828-E2A47B117181}" dt="2021-01-26T05:43:25.979" v="220" actId="1076"/>
          <ac:spMkLst>
            <pc:docMk/>
            <pc:sldMk cId="926421663" sldId="367"/>
            <ac:spMk id="8" creationId="{855DD384-E575-4E59-8B92-CF01F5F2C561}"/>
          </ac:spMkLst>
        </pc:spChg>
        <pc:spChg chg="add mod">
          <ac:chgData name="鈴木 秀規" userId="f68c5fd9-22d5-4c0a-9833-7fb0f5135313" providerId="ADAL" clId="{31AF745B-ECEE-4C51-8828-E2A47B117181}" dt="2021-01-26T05:43:49.504" v="230" actId="1076"/>
          <ac:spMkLst>
            <pc:docMk/>
            <pc:sldMk cId="926421663" sldId="367"/>
            <ac:spMk id="9" creationId="{1EDBCA61-2D5E-4A4B-B9C3-159F9F0E76D9}"/>
          </ac:spMkLst>
        </pc:spChg>
        <pc:picChg chg="add mod">
          <ac:chgData name="鈴木 秀規" userId="f68c5fd9-22d5-4c0a-9833-7fb0f5135313" providerId="ADAL" clId="{31AF745B-ECEE-4C51-8828-E2A47B117181}" dt="2021-01-26T05:43:20.219" v="219" actId="1076"/>
          <ac:picMkLst>
            <pc:docMk/>
            <pc:sldMk cId="926421663" sldId="367"/>
            <ac:picMk id="6" creationId="{846C54FA-5739-48C7-AB21-730876D36E88}"/>
          </ac:picMkLst>
        </pc:picChg>
        <pc:cxnChg chg="add mod">
          <ac:chgData name="鈴木 秀規" userId="f68c5fd9-22d5-4c0a-9833-7fb0f5135313" providerId="ADAL" clId="{31AF745B-ECEE-4C51-8828-E2A47B117181}" dt="2021-01-26T05:44:28.770" v="233" actId="14100"/>
          <ac:cxnSpMkLst>
            <pc:docMk/>
            <pc:sldMk cId="926421663" sldId="367"/>
            <ac:cxnSpMk id="10" creationId="{91194AC1-584D-4C3A-B077-94C5154B4399}"/>
          </ac:cxnSpMkLst>
        </pc:cxnChg>
        <pc:cxnChg chg="add mod">
          <ac:chgData name="鈴木 秀規" userId="f68c5fd9-22d5-4c0a-9833-7fb0f5135313" providerId="ADAL" clId="{31AF745B-ECEE-4C51-8828-E2A47B117181}" dt="2021-01-26T05:44:37.466" v="237" actId="14100"/>
          <ac:cxnSpMkLst>
            <pc:docMk/>
            <pc:sldMk cId="926421663" sldId="367"/>
            <ac:cxnSpMk id="13" creationId="{40C146C6-A279-40A2-8FFC-CDF438AD8EC6}"/>
          </ac:cxnSpMkLst>
        </pc:cxnChg>
      </pc:sldChg>
      <pc:sldChg chg="addSp modSp new mod">
        <pc:chgData name="鈴木 秀規" userId="f68c5fd9-22d5-4c0a-9833-7fb0f5135313" providerId="ADAL" clId="{31AF745B-ECEE-4C51-8828-E2A47B117181}" dt="2021-01-26T05:48:56.625" v="261" actId="207"/>
        <pc:sldMkLst>
          <pc:docMk/>
          <pc:sldMk cId="1591258520" sldId="368"/>
        </pc:sldMkLst>
        <pc:spChg chg="mod">
          <ac:chgData name="鈴木 秀規" userId="f68c5fd9-22d5-4c0a-9833-7fb0f5135313" providerId="ADAL" clId="{31AF745B-ECEE-4C51-8828-E2A47B117181}" dt="2021-01-26T05:47:07.331" v="239"/>
          <ac:spMkLst>
            <pc:docMk/>
            <pc:sldMk cId="1591258520" sldId="368"/>
            <ac:spMk id="3" creationId="{F596BC9A-A7A4-4BAC-8F7B-8472A7B4F315}"/>
          </ac:spMkLst>
        </pc:spChg>
        <pc:spChg chg="mod">
          <ac:chgData name="鈴木 秀規" userId="f68c5fd9-22d5-4c0a-9833-7fb0f5135313" providerId="ADAL" clId="{31AF745B-ECEE-4C51-8828-E2A47B117181}" dt="2021-01-26T05:47:27.657" v="243" actId="14100"/>
          <ac:spMkLst>
            <pc:docMk/>
            <pc:sldMk cId="1591258520" sldId="368"/>
            <ac:spMk id="5" creationId="{D8171BAF-394E-4801-BF60-705D3F952BF7}"/>
          </ac:spMkLst>
        </pc:spChg>
        <pc:spChg chg="add mod">
          <ac:chgData name="鈴木 秀規" userId="f68c5fd9-22d5-4c0a-9833-7fb0f5135313" providerId="ADAL" clId="{31AF745B-ECEE-4C51-8828-E2A47B117181}" dt="2021-01-26T05:48:56.625" v="261" actId="207"/>
          <ac:spMkLst>
            <pc:docMk/>
            <pc:sldMk cId="1591258520" sldId="368"/>
            <ac:spMk id="6" creationId="{E9940D2C-EA16-4D24-8B58-85831276F97C}"/>
          </ac:spMkLst>
        </pc:spChg>
        <pc:spChg chg="add mod">
          <ac:chgData name="鈴木 秀規" userId="f68c5fd9-22d5-4c0a-9833-7fb0f5135313" providerId="ADAL" clId="{31AF745B-ECEE-4C51-8828-E2A47B117181}" dt="2021-01-26T05:48:42.364" v="259" actId="20577"/>
          <ac:spMkLst>
            <pc:docMk/>
            <pc:sldMk cId="1591258520" sldId="368"/>
            <ac:spMk id="7" creationId="{127814C8-398F-4FB0-8BFD-8CA89A09E47F}"/>
          </ac:spMkLst>
        </pc:spChg>
      </pc:sldChg>
      <pc:sldChg chg="addSp modSp new mod">
        <pc:chgData name="鈴木 秀規" userId="f68c5fd9-22d5-4c0a-9833-7fb0f5135313" providerId="ADAL" clId="{31AF745B-ECEE-4C51-8828-E2A47B117181}" dt="2021-01-26T05:51:06.501" v="286" actId="207"/>
        <pc:sldMkLst>
          <pc:docMk/>
          <pc:sldMk cId="4005864456" sldId="369"/>
        </pc:sldMkLst>
        <pc:spChg chg="mod">
          <ac:chgData name="鈴木 秀規" userId="f68c5fd9-22d5-4c0a-9833-7fb0f5135313" providerId="ADAL" clId="{31AF745B-ECEE-4C51-8828-E2A47B117181}" dt="2021-01-26T05:49:24.071" v="263"/>
          <ac:spMkLst>
            <pc:docMk/>
            <pc:sldMk cId="4005864456" sldId="369"/>
            <ac:spMk id="3" creationId="{82651AF8-825E-488C-97AE-6777181F4848}"/>
          </ac:spMkLst>
        </pc:spChg>
        <pc:spChg chg="mod">
          <ac:chgData name="鈴木 秀規" userId="f68c5fd9-22d5-4c0a-9833-7fb0f5135313" providerId="ADAL" clId="{31AF745B-ECEE-4C51-8828-E2A47B117181}" dt="2021-01-26T05:49:39.474" v="269" actId="14100"/>
          <ac:spMkLst>
            <pc:docMk/>
            <pc:sldMk cId="4005864456" sldId="369"/>
            <ac:spMk id="5" creationId="{64D92467-3673-4ABC-81DF-B7F0E6026917}"/>
          </ac:spMkLst>
        </pc:spChg>
        <pc:spChg chg="add mod">
          <ac:chgData name="鈴木 秀規" userId="f68c5fd9-22d5-4c0a-9833-7fb0f5135313" providerId="ADAL" clId="{31AF745B-ECEE-4C51-8828-E2A47B117181}" dt="2021-01-26T05:50:13.238" v="275" actId="207"/>
          <ac:spMkLst>
            <pc:docMk/>
            <pc:sldMk cId="4005864456" sldId="369"/>
            <ac:spMk id="6" creationId="{42227182-5641-490B-87D8-0F9C7746E19F}"/>
          </ac:spMkLst>
        </pc:spChg>
        <pc:spChg chg="add mod">
          <ac:chgData name="鈴木 秀規" userId="f68c5fd9-22d5-4c0a-9833-7fb0f5135313" providerId="ADAL" clId="{31AF745B-ECEE-4C51-8828-E2A47B117181}" dt="2021-01-26T05:51:06.501" v="286" actId="207"/>
          <ac:spMkLst>
            <pc:docMk/>
            <pc:sldMk cId="4005864456" sldId="369"/>
            <ac:spMk id="7" creationId="{F7D6E1F9-5D75-44E5-88A9-E91D05C29E75}"/>
          </ac:spMkLst>
        </pc:spChg>
      </pc:sldChg>
      <pc:sldChg chg="addSp modSp new mod">
        <pc:chgData name="鈴木 秀規" userId="f68c5fd9-22d5-4c0a-9833-7fb0f5135313" providerId="ADAL" clId="{31AF745B-ECEE-4C51-8828-E2A47B117181}" dt="2021-01-26T05:53:27.759" v="315" actId="14100"/>
        <pc:sldMkLst>
          <pc:docMk/>
          <pc:sldMk cId="1111639589" sldId="370"/>
        </pc:sldMkLst>
        <pc:spChg chg="mod">
          <ac:chgData name="鈴木 秀規" userId="f68c5fd9-22d5-4c0a-9833-7fb0f5135313" providerId="ADAL" clId="{31AF745B-ECEE-4C51-8828-E2A47B117181}" dt="2021-01-26T05:51:35.742" v="288"/>
          <ac:spMkLst>
            <pc:docMk/>
            <pc:sldMk cId="1111639589" sldId="370"/>
            <ac:spMk id="3" creationId="{A1BBB616-58A6-4DCF-9488-D83FF45930DE}"/>
          </ac:spMkLst>
        </pc:spChg>
        <pc:spChg chg="mod">
          <ac:chgData name="鈴木 秀規" userId="f68c5fd9-22d5-4c0a-9833-7fb0f5135313" providerId="ADAL" clId="{31AF745B-ECEE-4C51-8828-E2A47B117181}" dt="2021-01-26T05:51:55.047" v="292" actId="14100"/>
          <ac:spMkLst>
            <pc:docMk/>
            <pc:sldMk cId="1111639589" sldId="370"/>
            <ac:spMk id="5" creationId="{8A8A797E-89B7-4BD7-88FA-D35416C08F53}"/>
          </ac:spMkLst>
        </pc:spChg>
        <pc:spChg chg="add mod">
          <ac:chgData name="鈴木 秀規" userId="f68c5fd9-22d5-4c0a-9833-7fb0f5135313" providerId="ADAL" clId="{31AF745B-ECEE-4C51-8828-E2A47B117181}" dt="2021-01-26T05:52:20.583" v="303" actId="207"/>
          <ac:spMkLst>
            <pc:docMk/>
            <pc:sldMk cId="1111639589" sldId="370"/>
            <ac:spMk id="6" creationId="{EC63BC0A-320C-4FC3-BF2C-D6A942277324}"/>
          </ac:spMkLst>
        </pc:spChg>
        <pc:spChg chg="add mod">
          <ac:chgData name="鈴木 秀規" userId="f68c5fd9-22d5-4c0a-9833-7fb0f5135313" providerId="ADAL" clId="{31AF745B-ECEE-4C51-8828-E2A47B117181}" dt="2021-01-26T05:52:38.376" v="306" actId="14100"/>
          <ac:spMkLst>
            <pc:docMk/>
            <pc:sldMk cId="1111639589" sldId="370"/>
            <ac:spMk id="7" creationId="{325405FA-6B6E-4A36-8AD9-307989E714CD}"/>
          </ac:spMkLst>
        </pc:spChg>
        <pc:spChg chg="add mod">
          <ac:chgData name="鈴木 秀規" userId="f68c5fd9-22d5-4c0a-9833-7fb0f5135313" providerId="ADAL" clId="{31AF745B-ECEE-4C51-8828-E2A47B117181}" dt="2021-01-26T05:52:47.085" v="308" actId="14100"/>
          <ac:spMkLst>
            <pc:docMk/>
            <pc:sldMk cId="1111639589" sldId="370"/>
            <ac:spMk id="8" creationId="{E4211231-2A54-41D8-A8AB-F44B04A91620}"/>
          </ac:spMkLst>
        </pc:spChg>
        <pc:spChg chg="add mod">
          <ac:chgData name="鈴木 秀規" userId="f68c5fd9-22d5-4c0a-9833-7fb0f5135313" providerId="ADAL" clId="{31AF745B-ECEE-4C51-8828-E2A47B117181}" dt="2021-01-26T05:53:27.759" v="315" actId="14100"/>
          <ac:spMkLst>
            <pc:docMk/>
            <pc:sldMk cId="1111639589" sldId="370"/>
            <ac:spMk id="9" creationId="{BFD16DC8-D589-4F05-9187-58E5D81AA0F3}"/>
          </ac:spMkLst>
        </pc:spChg>
      </pc:sldChg>
      <pc:sldChg chg="addSp delSp modSp new mod">
        <pc:chgData name="鈴木 秀規" userId="f68c5fd9-22d5-4c0a-9833-7fb0f5135313" providerId="ADAL" clId="{31AF745B-ECEE-4C51-8828-E2A47B117181}" dt="2021-01-26T05:56:27.120" v="352" actId="207"/>
        <pc:sldMkLst>
          <pc:docMk/>
          <pc:sldMk cId="1449548173" sldId="371"/>
        </pc:sldMkLst>
        <pc:spChg chg="mod">
          <ac:chgData name="鈴木 秀規" userId="f68c5fd9-22d5-4c0a-9833-7fb0f5135313" providerId="ADAL" clId="{31AF745B-ECEE-4C51-8828-E2A47B117181}" dt="2021-01-26T05:53:44.779" v="317"/>
          <ac:spMkLst>
            <pc:docMk/>
            <pc:sldMk cId="1449548173" sldId="371"/>
            <ac:spMk id="3" creationId="{BC47C131-377F-4C4A-A024-CD67178495EE}"/>
          </ac:spMkLst>
        </pc:spChg>
        <pc:spChg chg="mod">
          <ac:chgData name="鈴木 秀規" userId="f68c5fd9-22d5-4c0a-9833-7fb0f5135313" providerId="ADAL" clId="{31AF745B-ECEE-4C51-8828-E2A47B117181}" dt="2021-01-26T05:53:59.021" v="321" actId="14100"/>
          <ac:spMkLst>
            <pc:docMk/>
            <pc:sldMk cId="1449548173" sldId="371"/>
            <ac:spMk id="5" creationId="{A398E838-A2A7-414A-970E-EA11A895399A}"/>
          </ac:spMkLst>
        </pc:spChg>
        <pc:spChg chg="add del mod">
          <ac:chgData name="鈴木 秀規" userId="f68c5fd9-22d5-4c0a-9833-7fb0f5135313" providerId="ADAL" clId="{31AF745B-ECEE-4C51-8828-E2A47B117181}" dt="2021-01-26T05:54:37.173" v="324" actId="478"/>
          <ac:spMkLst>
            <pc:docMk/>
            <pc:sldMk cId="1449548173" sldId="371"/>
            <ac:spMk id="6" creationId="{20EE99AF-89FE-4A02-A3E1-FD99A56F5AEE}"/>
          </ac:spMkLst>
        </pc:spChg>
        <pc:spChg chg="add del mod">
          <ac:chgData name="鈴木 秀規" userId="f68c5fd9-22d5-4c0a-9833-7fb0f5135313" providerId="ADAL" clId="{31AF745B-ECEE-4C51-8828-E2A47B117181}" dt="2021-01-26T05:54:37.173" v="324" actId="478"/>
          <ac:spMkLst>
            <pc:docMk/>
            <pc:sldMk cId="1449548173" sldId="371"/>
            <ac:spMk id="7" creationId="{A3814B59-5B96-45A1-84A4-AD6CD9B9164C}"/>
          </ac:spMkLst>
        </pc:spChg>
        <pc:spChg chg="add del mod">
          <ac:chgData name="鈴木 秀規" userId="f68c5fd9-22d5-4c0a-9833-7fb0f5135313" providerId="ADAL" clId="{31AF745B-ECEE-4C51-8828-E2A47B117181}" dt="2021-01-26T05:54:37.173" v="324" actId="478"/>
          <ac:spMkLst>
            <pc:docMk/>
            <pc:sldMk cId="1449548173" sldId="371"/>
            <ac:spMk id="8" creationId="{3C6CD0D2-B84A-44AC-A21A-64C2CAE96310}"/>
          </ac:spMkLst>
        </pc:spChg>
        <pc:spChg chg="add mod">
          <ac:chgData name="鈴木 秀規" userId="f68c5fd9-22d5-4c0a-9833-7fb0f5135313" providerId="ADAL" clId="{31AF745B-ECEE-4C51-8828-E2A47B117181}" dt="2021-01-26T05:54:44.543" v="325"/>
          <ac:spMkLst>
            <pc:docMk/>
            <pc:sldMk cId="1449548173" sldId="371"/>
            <ac:spMk id="9" creationId="{B18C3434-8094-4D11-9DCE-11BC3134EB32}"/>
          </ac:spMkLst>
        </pc:spChg>
        <pc:spChg chg="add mod">
          <ac:chgData name="鈴木 秀規" userId="f68c5fd9-22d5-4c0a-9833-7fb0f5135313" providerId="ADAL" clId="{31AF745B-ECEE-4C51-8828-E2A47B117181}" dt="2021-01-26T05:54:44.543" v="325"/>
          <ac:spMkLst>
            <pc:docMk/>
            <pc:sldMk cId="1449548173" sldId="371"/>
            <ac:spMk id="10" creationId="{DF76AE1A-859A-4594-88B7-91BE98A8E033}"/>
          </ac:spMkLst>
        </pc:spChg>
        <pc:spChg chg="add mod">
          <ac:chgData name="鈴木 秀規" userId="f68c5fd9-22d5-4c0a-9833-7fb0f5135313" providerId="ADAL" clId="{31AF745B-ECEE-4C51-8828-E2A47B117181}" dt="2021-01-26T05:54:44.543" v="325"/>
          <ac:spMkLst>
            <pc:docMk/>
            <pc:sldMk cId="1449548173" sldId="371"/>
            <ac:spMk id="11" creationId="{DC219308-7BB1-4571-B6C2-AF593F39CA0D}"/>
          </ac:spMkLst>
        </pc:spChg>
        <pc:spChg chg="add mod">
          <ac:chgData name="鈴木 秀規" userId="f68c5fd9-22d5-4c0a-9833-7fb0f5135313" providerId="ADAL" clId="{31AF745B-ECEE-4C51-8828-E2A47B117181}" dt="2021-01-26T05:56:27.120" v="352" actId="207"/>
          <ac:spMkLst>
            <pc:docMk/>
            <pc:sldMk cId="1449548173" sldId="371"/>
            <ac:spMk id="12" creationId="{D827973A-B285-444D-B8E2-2C1ADF444989}"/>
          </ac:spMkLst>
        </pc:spChg>
        <pc:spChg chg="add mod">
          <ac:chgData name="鈴木 秀規" userId="f68c5fd9-22d5-4c0a-9833-7fb0f5135313" providerId="ADAL" clId="{31AF745B-ECEE-4C51-8828-E2A47B117181}" dt="2021-01-26T05:55:51.921" v="340" actId="1076"/>
          <ac:spMkLst>
            <pc:docMk/>
            <pc:sldMk cId="1449548173" sldId="371"/>
            <ac:spMk id="13" creationId="{090E20F7-1963-4594-A854-A0007B5562F3}"/>
          </ac:spMkLst>
        </pc:spChg>
        <pc:spChg chg="add del mod">
          <ac:chgData name="鈴木 秀規" userId="f68c5fd9-22d5-4c0a-9833-7fb0f5135313" providerId="ADAL" clId="{31AF745B-ECEE-4C51-8828-E2A47B117181}" dt="2021-01-26T05:55:40.547" v="337" actId="478"/>
          <ac:spMkLst>
            <pc:docMk/>
            <pc:sldMk cId="1449548173" sldId="371"/>
            <ac:spMk id="14" creationId="{E8DD0F15-F557-4960-B7CA-8C81D69C2ED8}"/>
          </ac:spMkLst>
        </pc:spChg>
        <pc:spChg chg="add mod">
          <ac:chgData name="鈴木 秀規" userId="f68c5fd9-22d5-4c0a-9833-7fb0f5135313" providerId="ADAL" clId="{31AF745B-ECEE-4C51-8828-E2A47B117181}" dt="2021-01-26T05:55:54.465" v="341" actId="571"/>
          <ac:spMkLst>
            <pc:docMk/>
            <pc:sldMk cId="1449548173" sldId="371"/>
            <ac:spMk id="15" creationId="{E753C64B-05EF-45FD-978D-013CE4F0EFBD}"/>
          </ac:spMkLst>
        </pc:spChg>
        <pc:spChg chg="add mod">
          <ac:chgData name="鈴木 秀規" userId="f68c5fd9-22d5-4c0a-9833-7fb0f5135313" providerId="ADAL" clId="{31AF745B-ECEE-4C51-8828-E2A47B117181}" dt="2021-01-26T05:55:57.256" v="342" actId="571"/>
          <ac:spMkLst>
            <pc:docMk/>
            <pc:sldMk cId="1449548173" sldId="371"/>
            <ac:spMk id="16" creationId="{CCB14EDC-88EE-4401-B02E-6086E5CBABE6}"/>
          </ac:spMkLst>
        </pc:spChg>
        <pc:spChg chg="add mod">
          <ac:chgData name="鈴木 秀規" userId="f68c5fd9-22d5-4c0a-9833-7fb0f5135313" providerId="ADAL" clId="{31AF745B-ECEE-4C51-8828-E2A47B117181}" dt="2021-01-26T05:56:04.338" v="346" actId="1037"/>
          <ac:spMkLst>
            <pc:docMk/>
            <pc:sldMk cId="1449548173" sldId="371"/>
            <ac:spMk id="17" creationId="{F0C64602-7B94-47EE-80D2-378BDFD473FD}"/>
          </ac:spMkLst>
        </pc:spChg>
      </pc:sldChg>
      <pc:sldChg chg="addSp modSp new mod">
        <pc:chgData name="鈴木 秀規" userId="f68c5fd9-22d5-4c0a-9833-7fb0f5135313" providerId="ADAL" clId="{31AF745B-ECEE-4C51-8828-E2A47B117181}" dt="2021-01-26T05:57:30.135" v="366" actId="207"/>
        <pc:sldMkLst>
          <pc:docMk/>
          <pc:sldMk cId="944436562" sldId="372"/>
        </pc:sldMkLst>
        <pc:spChg chg="mod">
          <ac:chgData name="鈴木 秀規" userId="f68c5fd9-22d5-4c0a-9833-7fb0f5135313" providerId="ADAL" clId="{31AF745B-ECEE-4C51-8828-E2A47B117181}" dt="2021-01-26T05:56:41.264" v="354"/>
          <ac:spMkLst>
            <pc:docMk/>
            <pc:sldMk cId="944436562" sldId="372"/>
            <ac:spMk id="3" creationId="{B1C65F3E-F31A-478E-B126-D35EA375B4B9}"/>
          </ac:spMkLst>
        </pc:spChg>
        <pc:spChg chg="mod">
          <ac:chgData name="鈴木 秀規" userId="f68c5fd9-22d5-4c0a-9833-7fb0f5135313" providerId="ADAL" clId="{31AF745B-ECEE-4C51-8828-E2A47B117181}" dt="2021-01-26T05:56:55.555" v="358" actId="14100"/>
          <ac:spMkLst>
            <pc:docMk/>
            <pc:sldMk cId="944436562" sldId="372"/>
            <ac:spMk id="5" creationId="{A3976CD6-7AC6-4459-9B75-3D9965BC48B5}"/>
          </ac:spMkLst>
        </pc:spChg>
        <pc:spChg chg="add mod">
          <ac:chgData name="鈴木 秀規" userId="f68c5fd9-22d5-4c0a-9833-7fb0f5135313" providerId="ADAL" clId="{31AF745B-ECEE-4C51-8828-E2A47B117181}" dt="2021-01-26T05:57:30.135" v="366" actId="207"/>
          <ac:spMkLst>
            <pc:docMk/>
            <pc:sldMk cId="944436562" sldId="372"/>
            <ac:spMk id="6" creationId="{76116D8C-213F-4158-830F-F3C1EB4D300E}"/>
          </ac:spMkLst>
        </pc:spChg>
      </pc:sldChg>
      <pc:sldChg chg="modSp new mod">
        <pc:chgData name="鈴木 秀規" userId="f68c5fd9-22d5-4c0a-9833-7fb0f5135313" providerId="ADAL" clId="{31AF745B-ECEE-4C51-8828-E2A47B117181}" dt="2021-01-26T06:00:43.897" v="419" actId="207"/>
        <pc:sldMkLst>
          <pc:docMk/>
          <pc:sldMk cId="35644827" sldId="373"/>
        </pc:sldMkLst>
        <pc:spChg chg="mod">
          <ac:chgData name="鈴木 秀規" userId="f68c5fd9-22d5-4c0a-9833-7fb0f5135313" providerId="ADAL" clId="{31AF745B-ECEE-4C51-8828-E2A47B117181}" dt="2021-01-26T05:58:05.850" v="368"/>
          <ac:spMkLst>
            <pc:docMk/>
            <pc:sldMk cId="35644827" sldId="373"/>
            <ac:spMk id="3" creationId="{90D8C1E3-2B7F-4D7A-A557-615C8F733A5A}"/>
          </ac:spMkLst>
        </pc:spChg>
        <pc:spChg chg="mod">
          <ac:chgData name="鈴木 秀規" userId="f68c5fd9-22d5-4c0a-9833-7fb0f5135313" providerId="ADAL" clId="{31AF745B-ECEE-4C51-8828-E2A47B117181}" dt="2021-01-26T06:00:43.897" v="419" actId="207"/>
          <ac:spMkLst>
            <pc:docMk/>
            <pc:sldMk cId="35644827" sldId="373"/>
            <ac:spMk id="5" creationId="{A53D55A4-4B24-4FF1-846F-0CB6B88DE619}"/>
          </ac:spMkLst>
        </pc:spChg>
      </pc:sldChg>
      <pc:sldChg chg="addSp modSp new mod">
        <pc:chgData name="鈴木 秀規" userId="f68c5fd9-22d5-4c0a-9833-7fb0f5135313" providerId="ADAL" clId="{31AF745B-ECEE-4C51-8828-E2A47B117181}" dt="2021-01-26T06:02:45.300" v="431" actId="207"/>
        <pc:sldMkLst>
          <pc:docMk/>
          <pc:sldMk cId="3586215112" sldId="374"/>
        </pc:sldMkLst>
        <pc:spChg chg="mod">
          <ac:chgData name="鈴木 秀規" userId="f68c5fd9-22d5-4c0a-9833-7fb0f5135313" providerId="ADAL" clId="{31AF745B-ECEE-4C51-8828-E2A47B117181}" dt="2021-01-26T06:01:06.626" v="421"/>
          <ac:spMkLst>
            <pc:docMk/>
            <pc:sldMk cId="3586215112" sldId="374"/>
            <ac:spMk id="3" creationId="{74D68A83-1EE1-4F3F-974D-BDDEE2D6DE8D}"/>
          </ac:spMkLst>
        </pc:spChg>
        <pc:spChg chg="mod">
          <ac:chgData name="鈴木 秀規" userId="f68c5fd9-22d5-4c0a-9833-7fb0f5135313" providerId="ADAL" clId="{31AF745B-ECEE-4C51-8828-E2A47B117181}" dt="2021-01-26T06:01:38.951" v="425" actId="14100"/>
          <ac:spMkLst>
            <pc:docMk/>
            <pc:sldMk cId="3586215112" sldId="374"/>
            <ac:spMk id="5" creationId="{AF0D17FF-0DBB-4085-9AA1-467745BDFE3D}"/>
          </ac:spMkLst>
        </pc:spChg>
        <pc:spChg chg="add mod">
          <ac:chgData name="鈴木 秀規" userId="f68c5fd9-22d5-4c0a-9833-7fb0f5135313" providerId="ADAL" clId="{31AF745B-ECEE-4C51-8828-E2A47B117181}" dt="2021-01-26T06:02:13.344" v="428" actId="207"/>
          <ac:spMkLst>
            <pc:docMk/>
            <pc:sldMk cId="3586215112" sldId="374"/>
            <ac:spMk id="6" creationId="{0B8A4289-ED12-4E18-B5F7-E7D1B8A16A4C}"/>
          </ac:spMkLst>
        </pc:spChg>
        <pc:spChg chg="add mod">
          <ac:chgData name="鈴木 秀規" userId="f68c5fd9-22d5-4c0a-9833-7fb0f5135313" providerId="ADAL" clId="{31AF745B-ECEE-4C51-8828-E2A47B117181}" dt="2021-01-26T06:02:45.300" v="431" actId="207"/>
          <ac:spMkLst>
            <pc:docMk/>
            <pc:sldMk cId="3586215112" sldId="374"/>
            <ac:spMk id="7" creationId="{F4B9C825-0773-4BD6-8947-DA5740E334B3}"/>
          </ac:spMkLst>
        </pc:spChg>
        <pc:spChg chg="mod">
          <ac:chgData name="鈴木 秀規" userId="f68c5fd9-22d5-4c0a-9833-7fb0f5135313" providerId="ADAL" clId="{31AF745B-ECEE-4C51-8828-E2A47B117181}" dt="2021-01-26T06:02:45.300" v="431" actId="207"/>
          <ac:spMkLst>
            <pc:docMk/>
            <pc:sldMk cId="3586215112" sldId="374"/>
            <ac:spMk id="10" creationId="{1A58A6C4-889B-450F-924F-C9F545EB2A3D}"/>
          </ac:spMkLst>
        </pc:spChg>
        <pc:spChg chg="add mod">
          <ac:chgData name="鈴木 秀規" userId="f68c5fd9-22d5-4c0a-9833-7fb0f5135313" providerId="ADAL" clId="{31AF745B-ECEE-4C51-8828-E2A47B117181}" dt="2021-01-26T06:01:48.608" v="426"/>
          <ac:spMkLst>
            <pc:docMk/>
            <pc:sldMk cId="3586215112" sldId="374"/>
            <ac:spMk id="11" creationId="{785644FA-8A03-4258-8728-9595832CB15E}"/>
          </ac:spMkLst>
        </pc:spChg>
        <pc:spChg chg="add mod">
          <ac:chgData name="鈴木 秀規" userId="f68c5fd9-22d5-4c0a-9833-7fb0f5135313" providerId="ADAL" clId="{31AF745B-ECEE-4C51-8828-E2A47B117181}" dt="2021-01-26T06:01:48.608" v="426"/>
          <ac:spMkLst>
            <pc:docMk/>
            <pc:sldMk cId="3586215112" sldId="374"/>
            <ac:spMk id="12" creationId="{44CA81F1-EBE9-4C1F-B2BB-3C3E1806F921}"/>
          </ac:spMkLst>
        </pc:spChg>
        <pc:spChg chg="add mod">
          <ac:chgData name="鈴木 秀規" userId="f68c5fd9-22d5-4c0a-9833-7fb0f5135313" providerId="ADAL" clId="{31AF745B-ECEE-4C51-8828-E2A47B117181}" dt="2021-01-26T06:01:48.608" v="426"/>
          <ac:spMkLst>
            <pc:docMk/>
            <pc:sldMk cId="3586215112" sldId="374"/>
            <ac:spMk id="13" creationId="{D210470C-7BC6-479C-B32D-52F62FAFF5CE}"/>
          </ac:spMkLst>
        </pc:spChg>
        <pc:spChg chg="add mod">
          <ac:chgData name="鈴木 秀規" userId="f68c5fd9-22d5-4c0a-9833-7fb0f5135313" providerId="ADAL" clId="{31AF745B-ECEE-4C51-8828-E2A47B117181}" dt="2021-01-26T06:01:48.608" v="426"/>
          <ac:spMkLst>
            <pc:docMk/>
            <pc:sldMk cId="3586215112" sldId="374"/>
            <ac:spMk id="14" creationId="{F4BE28F0-CEB5-4A84-AD56-459DC396288E}"/>
          </ac:spMkLst>
        </pc:spChg>
        <pc:spChg chg="add mod">
          <ac:chgData name="鈴木 秀規" userId="f68c5fd9-22d5-4c0a-9833-7fb0f5135313" providerId="ADAL" clId="{31AF745B-ECEE-4C51-8828-E2A47B117181}" dt="2021-01-26T06:01:48.608" v="426"/>
          <ac:spMkLst>
            <pc:docMk/>
            <pc:sldMk cId="3586215112" sldId="374"/>
            <ac:spMk id="15" creationId="{661AEE13-AF85-4E8C-8C36-56CAB1375768}"/>
          </ac:spMkLst>
        </pc:spChg>
        <pc:spChg chg="add mod">
          <ac:chgData name="鈴木 秀規" userId="f68c5fd9-22d5-4c0a-9833-7fb0f5135313" providerId="ADAL" clId="{31AF745B-ECEE-4C51-8828-E2A47B117181}" dt="2021-01-26T06:02:45.300" v="431" actId="207"/>
          <ac:spMkLst>
            <pc:docMk/>
            <pc:sldMk cId="3586215112" sldId="374"/>
            <ac:spMk id="16" creationId="{D1EACF3D-DA3C-4F24-896C-812A2FC32232}"/>
          </ac:spMkLst>
        </pc:spChg>
        <pc:spChg chg="add mod">
          <ac:chgData name="鈴木 秀規" userId="f68c5fd9-22d5-4c0a-9833-7fb0f5135313" providerId="ADAL" clId="{31AF745B-ECEE-4C51-8828-E2A47B117181}" dt="2021-01-26T06:01:48.608" v="426"/>
          <ac:spMkLst>
            <pc:docMk/>
            <pc:sldMk cId="3586215112" sldId="374"/>
            <ac:spMk id="17" creationId="{80B22573-0B48-4DA1-9DEE-17DA1FB51570}"/>
          </ac:spMkLst>
        </pc:spChg>
        <pc:spChg chg="add mod">
          <ac:chgData name="鈴木 秀規" userId="f68c5fd9-22d5-4c0a-9833-7fb0f5135313" providerId="ADAL" clId="{31AF745B-ECEE-4C51-8828-E2A47B117181}" dt="2021-01-26T06:02:45.300" v="431" actId="207"/>
          <ac:spMkLst>
            <pc:docMk/>
            <pc:sldMk cId="3586215112" sldId="374"/>
            <ac:spMk id="18" creationId="{513C1E0F-51B7-4C19-852B-0F5F03C2E927}"/>
          </ac:spMkLst>
        </pc:spChg>
        <pc:spChg chg="add mod">
          <ac:chgData name="鈴木 秀規" userId="f68c5fd9-22d5-4c0a-9833-7fb0f5135313" providerId="ADAL" clId="{31AF745B-ECEE-4C51-8828-E2A47B117181}" dt="2021-01-26T06:01:48.608" v="426"/>
          <ac:spMkLst>
            <pc:docMk/>
            <pc:sldMk cId="3586215112" sldId="374"/>
            <ac:spMk id="19" creationId="{FE000A22-00CE-4A4E-9761-E983CE3DF0EA}"/>
          </ac:spMkLst>
        </pc:spChg>
        <pc:spChg chg="add mod">
          <ac:chgData name="鈴木 秀規" userId="f68c5fd9-22d5-4c0a-9833-7fb0f5135313" providerId="ADAL" clId="{31AF745B-ECEE-4C51-8828-E2A47B117181}" dt="2021-01-26T06:02:45.300" v="431" actId="207"/>
          <ac:spMkLst>
            <pc:docMk/>
            <pc:sldMk cId="3586215112" sldId="374"/>
            <ac:spMk id="20" creationId="{3F0298FF-3F68-4E80-A5AA-D970F1BFBF47}"/>
          </ac:spMkLst>
        </pc:spChg>
        <pc:spChg chg="add mod">
          <ac:chgData name="鈴木 秀規" userId="f68c5fd9-22d5-4c0a-9833-7fb0f5135313" providerId="ADAL" clId="{31AF745B-ECEE-4C51-8828-E2A47B117181}" dt="2021-01-26T06:02:45.300" v="431" actId="207"/>
          <ac:spMkLst>
            <pc:docMk/>
            <pc:sldMk cId="3586215112" sldId="374"/>
            <ac:spMk id="21" creationId="{E5BCB49B-FCEA-418B-89AD-26AC10F600E3}"/>
          </ac:spMkLst>
        </pc:spChg>
        <pc:grpChg chg="add mod">
          <ac:chgData name="鈴木 秀規" userId="f68c5fd9-22d5-4c0a-9833-7fb0f5135313" providerId="ADAL" clId="{31AF745B-ECEE-4C51-8828-E2A47B117181}" dt="2021-01-26T06:02:32.131" v="429" actId="207"/>
          <ac:grpSpMkLst>
            <pc:docMk/>
            <pc:sldMk cId="3586215112" sldId="374"/>
            <ac:grpSpMk id="8" creationId="{38A860E3-00EF-4C43-9483-BB46C4DE9FEB}"/>
          </ac:grpSpMkLst>
        </pc:grpChg>
        <pc:picChg chg="mod">
          <ac:chgData name="鈴木 秀規" userId="f68c5fd9-22d5-4c0a-9833-7fb0f5135313" providerId="ADAL" clId="{31AF745B-ECEE-4C51-8828-E2A47B117181}" dt="2021-01-26T06:02:36.046" v="430" actId="2085"/>
          <ac:picMkLst>
            <pc:docMk/>
            <pc:sldMk cId="3586215112" sldId="374"/>
            <ac:picMk id="9" creationId="{013D4F2E-DF4F-4A12-B460-481349442D09}"/>
          </ac:picMkLst>
        </pc:picChg>
      </pc:sldChg>
      <pc:sldChg chg="addSp delSp modSp new mod">
        <pc:chgData name="鈴木 秀規" userId="f68c5fd9-22d5-4c0a-9833-7fb0f5135313" providerId="ADAL" clId="{31AF745B-ECEE-4C51-8828-E2A47B117181}" dt="2021-01-26T06:04:25.418" v="447" actId="207"/>
        <pc:sldMkLst>
          <pc:docMk/>
          <pc:sldMk cId="3278431197" sldId="375"/>
        </pc:sldMkLst>
        <pc:spChg chg="mod">
          <ac:chgData name="鈴木 秀規" userId="f68c5fd9-22d5-4c0a-9833-7fb0f5135313" providerId="ADAL" clId="{31AF745B-ECEE-4C51-8828-E2A47B117181}" dt="2021-01-26T06:03:09.564" v="433"/>
          <ac:spMkLst>
            <pc:docMk/>
            <pc:sldMk cId="3278431197" sldId="375"/>
            <ac:spMk id="3" creationId="{94A7F50B-029D-4344-A3E9-0852F39D0574}"/>
          </ac:spMkLst>
        </pc:spChg>
        <pc:spChg chg="mod">
          <ac:chgData name="鈴木 秀規" userId="f68c5fd9-22d5-4c0a-9833-7fb0f5135313" providerId="ADAL" clId="{31AF745B-ECEE-4C51-8828-E2A47B117181}" dt="2021-01-26T06:04:25.418" v="447" actId="207"/>
          <ac:spMkLst>
            <pc:docMk/>
            <pc:sldMk cId="3278431197" sldId="375"/>
            <ac:spMk id="5" creationId="{A8AED195-2A30-4E22-8D64-829F1A2C8A9E}"/>
          </ac:spMkLst>
        </pc:spChg>
        <pc:spChg chg="add del">
          <ac:chgData name="鈴木 秀規" userId="f68c5fd9-22d5-4c0a-9833-7fb0f5135313" providerId="ADAL" clId="{31AF745B-ECEE-4C51-8828-E2A47B117181}" dt="2021-01-26T06:03:36.760" v="438" actId="22"/>
          <ac:spMkLst>
            <pc:docMk/>
            <pc:sldMk cId="3278431197" sldId="375"/>
            <ac:spMk id="7" creationId="{04B419E0-8A32-4DA8-9E0C-BCCD4A7E3CB1}"/>
          </ac:spMkLst>
        </pc:spChg>
        <pc:spChg chg="add mod">
          <ac:chgData name="鈴木 秀規" userId="f68c5fd9-22d5-4c0a-9833-7fb0f5135313" providerId="ADAL" clId="{31AF745B-ECEE-4C51-8828-E2A47B117181}" dt="2021-01-26T06:04:16.314" v="445" actId="2711"/>
          <ac:spMkLst>
            <pc:docMk/>
            <pc:sldMk cId="3278431197" sldId="375"/>
            <ac:spMk id="8" creationId="{F61EE197-FC4B-4674-93BC-5A4123AB904B}"/>
          </ac:spMkLst>
        </pc:spChg>
      </pc:sldChg>
      <pc:sldChg chg="addSp modSp new mod">
        <pc:chgData name="鈴木 秀規" userId="f68c5fd9-22d5-4c0a-9833-7fb0f5135313" providerId="ADAL" clId="{31AF745B-ECEE-4C51-8828-E2A47B117181}" dt="2021-01-26T06:06:05.186" v="465" actId="207"/>
        <pc:sldMkLst>
          <pc:docMk/>
          <pc:sldMk cId="3335697102" sldId="376"/>
        </pc:sldMkLst>
        <pc:spChg chg="mod">
          <ac:chgData name="鈴木 秀規" userId="f68c5fd9-22d5-4c0a-9833-7fb0f5135313" providerId="ADAL" clId="{31AF745B-ECEE-4C51-8828-E2A47B117181}" dt="2021-01-26T06:04:44.258" v="449"/>
          <ac:spMkLst>
            <pc:docMk/>
            <pc:sldMk cId="3335697102" sldId="376"/>
            <ac:spMk id="3" creationId="{84CDAE99-51E1-45AD-ABEF-403422322C7B}"/>
          </ac:spMkLst>
        </pc:spChg>
        <pc:spChg chg="mod">
          <ac:chgData name="鈴木 秀規" userId="f68c5fd9-22d5-4c0a-9833-7fb0f5135313" providerId="ADAL" clId="{31AF745B-ECEE-4C51-8828-E2A47B117181}" dt="2021-01-26T06:06:05.186" v="465" actId="207"/>
          <ac:spMkLst>
            <pc:docMk/>
            <pc:sldMk cId="3335697102" sldId="376"/>
            <ac:spMk id="5" creationId="{45CA0F9F-0661-4575-B06E-144A0490A7CF}"/>
          </ac:spMkLst>
        </pc:spChg>
        <pc:picChg chg="add mod">
          <ac:chgData name="鈴木 秀規" userId="f68c5fd9-22d5-4c0a-9833-7fb0f5135313" providerId="ADAL" clId="{31AF745B-ECEE-4C51-8828-E2A47B117181}" dt="2021-01-26T06:05:46.939" v="459" actId="1076"/>
          <ac:picMkLst>
            <pc:docMk/>
            <pc:sldMk cId="3335697102" sldId="376"/>
            <ac:picMk id="6" creationId="{A1B21CC7-914D-4704-A426-7BA33ED50D88}"/>
          </ac:picMkLst>
        </pc:picChg>
      </pc:sldChg>
      <pc:sldChg chg="addSp modSp new mod">
        <pc:chgData name="鈴木 秀規" userId="f68c5fd9-22d5-4c0a-9833-7fb0f5135313" providerId="ADAL" clId="{31AF745B-ECEE-4C51-8828-E2A47B117181}" dt="2021-01-26T06:07:09.151" v="481" actId="14100"/>
        <pc:sldMkLst>
          <pc:docMk/>
          <pc:sldMk cId="1075370688" sldId="377"/>
        </pc:sldMkLst>
        <pc:spChg chg="mod">
          <ac:chgData name="鈴木 秀規" userId="f68c5fd9-22d5-4c0a-9833-7fb0f5135313" providerId="ADAL" clId="{31AF745B-ECEE-4C51-8828-E2A47B117181}" dt="2021-01-26T06:06:19.113" v="467"/>
          <ac:spMkLst>
            <pc:docMk/>
            <pc:sldMk cId="1075370688" sldId="377"/>
            <ac:spMk id="3" creationId="{5902A05F-050D-4547-92B0-FDFB23B15993}"/>
          </ac:spMkLst>
        </pc:spChg>
        <pc:spChg chg="mod">
          <ac:chgData name="鈴木 秀規" userId="f68c5fd9-22d5-4c0a-9833-7fb0f5135313" providerId="ADAL" clId="{31AF745B-ECEE-4C51-8828-E2A47B117181}" dt="2021-01-26T06:06:40.182" v="470" actId="14100"/>
          <ac:spMkLst>
            <pc:docMk/>
            <pc:sldMk cId="1075370688" sldId="377"/>
            <ac:spMk id="5" creationId="{343594CE-8AC7-47D0-9120-E9E98483AA2E}"/>
          </ac:spMkLst>
        </pc:spChg>
        <pc:spChg chg="add mod">
          <ac:chgData name="鈴木 秀規" userId="f68c5fd9-22d5-4c0a-9833-7fb0f5135313" providerId="ADAL" clId="{31AF745B-ECEE-4C51-8828-E2A47B117181}" dt="2021-01-26T06:07:09.151" v="481" actId="14100"/>
          <ac:spMkLst>
            <pc:docMk/>
            <pc:sldMk cId="1075370688" sldId="377"/>
            <ac:spMk id="7" creationId="{B7182EBC-6550-4E14-B8CE-0A438FACA553}"/>
          </ac:spMkLst>
        </pc:spChg>
        <pc:picChg chg="add mod">
          <ac:chgData name="鈴木 秀規" userId="f68c5fd9-22d5-4c0a-9833-7fb0f5135313" providerId="ADAL" clId="{31AF745B-ECEE-4C51-8828-E2A47B117181}" dt="2021-01-26T06:06:54.744" v="477" actId="14100"/>
          <ac:picMkLst>
            <pc:docMk/>
            <pc:sldMk cId="1075370688" sldId="377"/>
            <ac:picMk id="6" creationId="{5916466E-AD58-4AB9-BBE1-3BC48071FE35}"/>
          </ac:picMkLst>
        </pc:picChg>
      </pc:sldChg>
      <pc:sldChg chg="addSp modSp new mod">
        <pc:chgData name="鈴木 秀規" userId="f68c5fd9-22d5-4c0a-9833-7fb0f5135313" providerId="ADAL" clId="{31AF745B-ECEE-4C51-8828-E2A47B117181}" dt="2021-01-26T06:08:15.670" v="497" actId="1076"/>
        <pc:sldMkLst>
          <pc:docMk/>
          <pc:sldMk cId="2580646882" sldId="378"/>
        </pc:sldMkLst>
        <pc:spChg chg="mod">
          <ac:chgData name="鈴木 秀規" userId="f68c5fd9-22d5-4c0a-9833-7fb0f5135313" providerId="ADAL" clId="{31AF745B-ECEE-4C51-8828-E2A47B117181}" dt="2021-01-26T06:07:27.101" v="483"/>
          <ac:spMkLst>
            <pc:docMk/>
            <pc:sldMk cId="2580646882" sldId="378"/>
            <ac:spMk id="3" creationId="{F5F1371B-71A4-4508-9B77-DF2662B99B76}"/>
          </ac:spMkLst>
        </pc:spChg>
        <pc:spChg chg="mod">
          <ac:chgData name="鈴木 秀規" userId="f68c5fd9-22d5-4c0a-9833-7fb0f5135313" providerId="ADAL" clId="{31AF745B-ECEE-4C51-8828-E2A47B117181}" dt="2021-01-26T06:08:11.564" v="496" actId="207"/>
          <ac:spMkLst>
            <pc:docMk/>
            <pc:sldMk cId="2580646882" sldId="378"/>
            <ac:spMk id="5" creationId="{703B0AF1-C94F-4BE9-B427-FD46F93BDB88}"/>
          </ac:spMkLst>
        </pc:spChg>
        <pc:picChg chg="add mod">
          <ac:chgData name="鈴木 秀規" userId="f68c5fd9-22d5-4c0a-9833-7fb0f5135313" providerId="ADAL" clId="{31AF745B-ECEE-4C51-8828-E2A47B117181}" dt="2021-01-26T06:08:15.670" v="497" actId="1076"/>
          <ac:picMkLst>
            <pc:docMk/>
            <pc:sldMk cId="2580646882" sldId="378"/>
            <ac:picMk id="6" creationId="{E253F3D9-75D1-411D-BECC-77F0F489DCB0}"/>
          </ac:picMkLst>
        </pc:picChg>
      </pc:sldChg>
      <pc:sldChg chg="addSp modSp new mod">
        <pc:chgData name="鈴木 秀規" userId="f68c5fd9-22d5-4c0a-9833-7fb0f5135313" providerId="ADAL" clId="{31AF745B-ECEE-4C51-8828-E2A47B117181}" dt="2021-01-26T06:09:27.356" v="531" actId="1076"/>
        <pc:sldMkLst>
          <pc:docMk/>
          <pc:sldMk cId="3868544456" sldId="379"/>
        </pc:sldMkLst>
        <pc:spChg chg="mod">
          <ac:chgData name="鈴木 秀規" userId="f68c5fd9-22d5-4c0a-9833-7fb0f5135313" providerId="ADAL" clId="{31AF745B-ECEE-4C51-8828-E2A47B117181}" dt="2021-01-26T06:08:30.695" v="515" actId="20577"/>
          <ac:spMkLst>
            <pc:docMk/>
            <pc:sldMk cId="3868544456" sldId="379"/>
            <ac:spMk id="3" creationId="{9EB609AC-AB06-4D53-BF14-5EA6B1B9539A}"/>
          </ac:spMkLst>
        </pc:spChg>
        <pc:spChg chg="mod">
          <ac:chgData name="鈴木 秀規" userId="f68c5fd9-22d5-4c0a-9833-7fb0f5135313" providerId="ADAL" clId="{31AF745B-ECEE-4C51-8828-E2A47B117181}" dt="2021-01-26T06:08:40.335" v="518" actId="14100"/>
          <ac:spMkLst>
            <pc:docMk/>
            <pc:sldMk cId="3868544456" sldId="379"/>
            <ac:spMk id="5" creationId="{E7676D1F-6FF7-44EB-92F1-BAB6B9F0EFF4}"/>
          </ac:spMkLst>
        </pc:spChg>
        <pc:spChg chg="add mod">
          <ac:chgData name="鈴木 秀規" userId="f68c5fd9-22d5-4c0a-9833-7fb0f5135313" providerId="ADAL" clId="{31AF745B-ECEE-4C51-8828-E2A47B117181}" dt="2021-01-26T06:09:24.847" v="530" actId="14100"/>
          <ac:spMkLst>
            <pc:docMk/>
            <pc:sldMk cId="3868544456" sldId="379"/>
            <ac:spMk id="7" creationId="{C7286050-2DF8-497C-81E3-306493288BC4}"/>
          </ac:spMkLst>
        </pc:spChg>
        <pc:picChg chg="add mod">
          <ac:chgData name="鈴木 秀規" userId="f68c5fd9-22d5-4c0a-9833-7fb0f5135313" providerId="ADAL" clId="{31AF745B-ECEE-4C51-8828-E2A47B117181}" dt="2021-01-26T06:09:27.356" v="531" actId="1076"/>
          <ac:picMkLst>
            <pc:docMk/>
            <pc:sldMk cId="3868544456" sldId="379"/>
            <ac:picMk id="6" creationId="{20E0678B-2E0C-47BA-BAC4-30647E14495E}"/>
          </ac:picMkLst>
        </pc:picChg>
      </pc:sldChg>
      <pc:sldChg chg="addSp modSp new mod">
        <pc:chgData name="鈴木 秀規" userId="f68c5fd9-22d5-4c0a-9833-7fb0f5135313" providerId="ADAL" clId="{31AF745B-ECEE-4C51-8828-E2A47B117181}" dt="2021-01-26T06:10:26.206" v="544" actId="2711"/>
        <pc:sldMkLst>
          <pc:docMk/>
          <pc:sldMk cId="1868720455" sldId="380"/>
        </pc:sldMkLst>
        <pc:spChg chg="mod">
          <ac:chgData name="鈴木 秀規" userId="f68c5fd9-22d5-4c0a-9833-7fb0f5135313" providerId="ADAL" clId="{31AF745B-ECEE-4C51-8828-E2A47B117181}" dt="2021-01-26T06:09:39.286" v="533"/>
          <ac:spMkLst>
            <pc:docMk/>
            <pc:sldMk cId="1868720455" sldId="380"/>
            <ac:spMk id="3" creationId="{2C9F7F4C-4D1A-44F1-8504-3194AD12030E}"/>
          </ac:spMkLst>
        </pc:spChg>
        <pc:spChg chg="mod">
          <ac:chgData name="鈴木 秀規" userId="f68c5fd9-22d5-4c0a-9833-7fb0f5135313" providerId="ADAL" clId="{31AF745B-ECEE-4C51-8828-E2A47B117181}" dt="2021-01-26T06:09:51.095" v="536" actId="14100"/>
          <ac:spMkLst>
            <pc:docMk/>
            <pc:sldMk cId="1868720455" sldId="380"/>
            <ac:spMk id="5" creationId="{67D649D8-E2AC-4205-A3F3-CD0E0162A14B}"/>
          </ac:spMkLst>
        </pc:spChg>
        <pc:spChg chg="add mod">
          <ac:chgData name="鈴木 秀規" userId="f68c5fd9-22d5-4c0a-9833-7fb0f5135313" providerId="ADAL" clId="{31AF745B-ECEE-4C51-8828-E2A47B117181}" dt="2021-01-26T06:10:26.206" v="544" actId="2711"/>
          <ac:spMkLst>
            <pc:docMk/>
            <pc:sldMk cId="1868720455" sldId="380"/>
            <ac:spMk id="7" creationId="{65F9B8C6-FC9A-4EF2-BBA3-212563842F5B}"/>
          </ac:spMkLst>
        </pc:spChg>
        <pc:picChg chg="add mod">
          <ac:chgData name="鈴木 秀規" userId="f68c5fd9-22d5-4c0a-9833-7fb0f5135313" providerId="ADAL" clId="{31AF745B-ECEE-4C51-8828-E2A47B117181}" dt="2021-01-26T06:09:59.920" v="539" actId="1076"/>
          <ac:picMkLst>
            <pc:docMk/>
            <pc:sldMk cId="1868720455" sldId="380"/>
            <ac:picMk id="6" creationId="{2A23E1E0-788A-446D-BEF7-9FCDBB91E931}"/>
          </ac:picMkLst>
        </pc:picChg>
      </pc:sldChg>
      <pc:sldChg chg="modSp new mod">
        <pc:chgData name="鈴木 秀規" userId="f68c5fd9-22d5-4c0a-9833-7fb0f5135313" providerId="ADAL" clId="{31AF745B-ECEE-4C51-8828-E2A47B117181}" dt="2021-01-26T06:12:24.172" v="560" actId="207"/>
        <pc:sldMkLst>
          <pc:docMk/>
          <pc:sldMk cId="3747614513" sldId="381"/>
        </pc:sldMkLst>
        <pc:spChg chg="mod">
          <ac:chgData name="鈴木 秀規" userId="f68c5fd9-22d5-4c0a-9833-7fb0f5135313" providerId="ADAL" clId="{31AF745B-ECEE-4C51-8828-E2A47B117181}" dt="2021-01-26T06:11:21.079" v="546"/>
          <ac:spMkLst>
            <pc:docMk/>
            <pc:sldMk cId="3747614513" sldId="381"/>
            <ac:spMk id="3" creationId="{F54A46C4-10A8-4D73-8262-AF5F7632B069}"/>
          </ac:spMkLst>
        </pc:spChg>
        <pc:spChg chg="mod">
          <ac:chgData name="鈴木 秀規" userId="f68c5fd9-22d5-4c0a-9833-7fb0f5135313" providerId="ADAL" clId="{31AF745B-ECEE-4C51-8828-E2A47B117181}" dt="2021-01-26T06:12:24.172" v="560" actId="207"/>
          <ac:spMkLst>
            <pc:docMk/>
            <pc:sldMk cId="3747614513" sldId="381"/>
            <ac:spMk id="5" creationId="{C0902D24-2BC6-4565-B8E4-0885C73CA1B0}"/>
          </ac:spMkLst>
        </pc:spChg>
      </pc:sldChg>
      <pc:sldChg chg="addSp delSp modSp new mod">
        <pc:chgData name="鈴木 秀規" userId="f68c5fd9-22d5-4c0a-9833-7fb0f5135313" providerId="ADAL" clId="{31AF745B-ECEE-4C51-8828-E2A47B117181}" dt="2021-01-26T06:14:03.636" v="574" actId="207"/>
        <pc:sldMkLst>
          <pc:docMk/>
          <pc:sldMk cId="882110079" sldId="382"/>
        </pc:sldMkLst>
        <pc:spChg chg="mod">
          <ac:chgData name="鈴木 秀規" userId="f68c5fd9-22d5-4c0a-9833-7fb0f5135313" providerId="ADAL" clId="{31AF745B-ECEE-4C51-8828-E2A47B117181}" dt="2021-01-26T06:12:50.845" v="562"/>
          <ac:spMkLst>
            <pc:docMk/>
            <pc:sldMk cId="882110079" sldId="382"/>
            <ac:spMk id="3" creationId="{A3CC9EC9-F4F4-4F23-8295-F1F14A8EF7BF}"/>
          </ac:spMkLst>
        </pc:spChg>
        <pc:spChg chg="del">
          <ac:chgData name="鈴木 秀規" userId="f68c5fd9-22d5-4c0a-9833-7fb0f5135313" providerId="ADAL" clId="{31AF745B-ECEE-4C51-8828-E2A47B117181}" dt="2021-01-26T06:13:21.142" v="565" actId="478"/>
          <ac:spMkLst>
            <pc:docMk/>
            <pc:sldMk cId="882110079" sldId="382"/>
            <ac:spMk id="5" creationId="{AF90F26D-7738-4D8F-BDA2-E79BA73233E4}"/>
          </ac:spMkLst>
        </pc:spChg>
        <pc:spChg chg="add del mod">
          <ac:chgData name="鈴木 秀規" userId="f68c5fd9-22d5-4c0a-9833-7fb0f5135313" providerId="ADAL" clId="{31AF745B-ECEE-4C51-8828-E2A47B117181}" dt="2021-01-26T06:13:10.268" v="564"/>
          <ac:spMkLst>
            <pc:docMk/>
            <pc:sldMk cId="882110079" sldId="382"/>
            <ac:spMk id="6" creationId="{86A444F9-DE7C-4FBD-B2B6-D06A5D9943B1}"/>
          </ac:spMkLst>
        </pc:spChg>
        <pc:spChg chg="add del mod">
          <ac:chgData name="鈴木 秀規" userId="f68c5fd9-22d5-4c0a-9833-7fb0f5135313" providerId="ADAL" clId="{31AF745B-ECEE-4C51-8828-E2A47B117181}" dt="2021-01-26T06:13:10.268" v="564"/>
          <ac:spMkLst>
            <pc:docMk/>
            <pc:sldMk cId="882110079" sldId="382"/>
            <ac:spMk id="7" creationId="{AD3C94E8-CCE4-4467-99FA-54C60C64C849}"/>
          </ac:spMkLst>
        </pc:spChg>
        <pc:spChg chg="add del mod">
          <ac:chgData name="鈴木 秀規" userId="f68c5fd9-22d5-4c0a-9833-7fb0f5135313" providerId="ADAL" clId="{31AF745B-ECEE-4C51-8828-E2A47B117181}" dt="2021-01-26T06:13:10.268" v="564"/>
          <ac:spMkLst>
            <pc:docMk/>
            <pc:sldMk cId="882110079" sldId="382"/>
            <ac:spMk id="8" creationId="{B02B01A6-8295-48F9-8750-10A5EF847C21}"/>
          </ac:spMkLst>
        </pc:spChg>
        <pc:spChg chg="mod">
          <ac:chgData name="鈴木 秀規" userId="f68c5fd9-22d5-4c0a-9833-7fb0f5135313" providerId="ADAL" clId="{31AF745B-ECEE-4C51-8828-E2A47B117181}" dt="2021-01-26T06:13:09.258" v="563"/>
          <ac:spMkLst>
            <pc:docMk/>
            <pc:sldMk cId="882110079" sldId="382"/>
            <ac:spMk id="11" creationId="{D35B5DAD-402A-47F6-BDE7-E6BFDC074AA2}"/>
          </ac:spMkLst>
        </pc:spChg>
        <pc:spChg chg="add del mod">
          <ac:chgData name="鈴木 秀規" userId="f68c5fd9-22d5-4c0a-9833-7fb0f5135313" providerId="ADAL" clId="{31AF745B-ECEE-4C51-8828-E2A47B117181}" dt="2021-01-26T06:13:10.268" v="564"/>
          <ac:spMkLst>
            <pc:docMk/>
            <pc:sldMk cId="882110079" sldId="382"/>
            <ac:spMk id="12" creationId="{B480959C-1CD5-4F31-B9BC-85AB01582226}"/>
          </ac:spMkLst>
        </pc:spChg>
        <pc:spChg chg="add del mod">
          <ac:chgData name="鈴木 秀規" userId="f68c5fd9-22d5-4c0a-9833-7fb0f5135313" providerId="ADAL" clId="{31AF745B-ECEE-4C51-8828-E2A47B117181}" dt="2021-01-26T06:13:10.268" v="564"/>
          <ac:spMkLst>
            <pc:docMk/>
            <pc:sldMk cId="882110079" sldId="382"/>
            <ac:spMk id="13" creationId="{1E0DEAA7-3B68-4D92-A66C-5066B52F7B9D}"/>
          </ac:spMkLst>
        </pc:spChg>
        <pc:spChg chg="add del mod">
          <ac:chgData name="鈴木 秀規" userId="f68c5fd9-22d5-4c0a-9833-7fb0f5135313" providerId="ADAL" clId="{31AF745B-ECEE-4C51-8828-E2A47B117181}" dt="2021-01-26T06:13:10.268" v="564"/>
          <ac:spMkLst>
            <pc:docMk/>
            <pc:sldMk cId="882110079" sldId="382"/>
            <ac:spMk id="14" creationId="{CAA2818F-3A83-4B5C-8F0A-566E05D710BF}"/>
          </ac:spMkLst>
        </pc:spChg>
        <pc:spChg chg="add del mod">
          <ac:chgData name="鈴木 秀規" userId="f68c5fd9-22d5-4c0a-9833-7fb0f5135313" providerId="ADAL" clId="{31AF745B-ECEE-4C51-8828-E2A47B117181}" dt="2021-01-26T06:13:10.268" v="564"/>
          <ac:spMkLst>
            <pc:docMk/>
            <pc:sldMk cId="882110079" sldId="382"/>
            <ac:spMk id="15" creationId="{D5ABF18C-A6E1-4F2E-BEF8-142AF128745F}"/>
          </ac:spMkLst>
        </pc:spChg>
        <pc:spChg chg="add del mod">
          <ac:chgData name="鈴木 秀規" userId="f68c5fd9-22d5-4c0a-9833-7fb0f5135313" providerId="ADAL" clId="{31AF745B-ECEE-4C51-8828-E2A47B117181}" dt="2021-01-26T06:13:10.268" v="564"/>
          <ac:spMkLst>
            <pc:docMk/>
            <pc:sldMk cId="882110079" sldId="382"/>
            <ac:spMk id="16" creationId="{306E79C5-4E8C-480B-83AE-AC51A8646740}"/>
          </ac:spMkLst>
        </pc:spChg>
        <pc:spChg chg="add del mod">
          <ac:chgData name="鈴木 秀規" userId="f68c5fd9-22d5-4c0a-9833-7fb0f5135313" providerId="ADAL" clId="{31AF745B-ECEE-4C51-8828-E2A47B117181}" dt="2021-01-26T06:13:10.268" v="564"/>
          <ac:spMkLst>
            <pc:docMk/>
            <pc:sldMk cId="882110079" sldId="382"/>
            <ac:spMk id="17" creationId="{A850B1BF-6213-4268-9852-CB3510D15896}"/>
          </ac:spMkLst>
        </pc:spChg>
        <pc:spChg chg="add del mod">
          <ac:chgData name="鈴木 秀規" userId="f68c5fd9-22d5-4c0a-9833-7fb0f5135313" providerId="ADAL" clId="{31AF745B-ECEE-4C51-8828-E2A47B117181}" dt="2021-01-26T06:13:10.268" v="564"/>
          <ac:spMkLst>
            <pc:docMk/>
            <pc:sldMk cId="882110079" sldId="382"/>
            <ac:spMk id="18" creationId="{B9D5858B-041E-4C12-9353-A8913816EACA}"/>
          </ac:spMkLst>
        </pc:spChg>
        <pc:spChg chg="add del mod">
          <ac:chgData name="鈴木 秀規" userId="f68c5fd9-22d5-4c0a-9833-7fb0f5135313" providerId="ADAL" clId="{31AF745B-ECEE-4C51-8828-E2A47B117181}" dt="2021-01-26T06:13:10.268" v="564"/>
          <ac:spMkLst>
            <pc:docMk/>
            <pc:sldMk cId="882110079" sldId="382"/>
            <ac:spMk id="19" creationId="{815E56E7-6482-4976-9092-728CE18EB9EF}"/>
          </ac:spMkLst>
        </pc:spChg>
        <pc:spChg chg="add del mod">
          <ac:chgData name="鈴木 秀規" userId="f68c5fd9-22d5-4c0a-9833-7fb0f5135313" providerId="ADAL" clId="{31AF745B-ECEE-4C51-8828-E2A47B117181}" dt="2021-01-26T06:13:10.268" v="564"/>
          <ac:spMkLst>
            <pc:docMk/>
            <pc:sldMk cId="882110079" sldId="382"/>
            <ac:spMk id="20" creationId="{C97D492B-3C50-4A3F-B87A-920471D2A56F}"/>
          </ac:spMkLst>
        </pc:spChg>
        <pc:spChg chg="add del mod">
          <ac:chgData name="鈴木 秀規" userId="f68c5fd9-22d5-4c0a-9833-7fb0f5135313" providerId="ADAL" clId="{31AF745B-ECEE-4C51-8828-E2A47B117181}" dt="2021-01-26T06:13:10.268" v="564"/>
          <ac:spMkLst>
            <pc:docMk/>
            <pc:sldMk cId="882110079" sldId="382"/>
            <ac:spMk id="21" creationId="{73CF89BF-6EDA-4EA0-965E-6983E66667E3}"/>
          </ac:spMkLst>
        </pc:spChg>
        <pc:spChg chg="add del mod">
          <ac:chgData name="鈴木 秀規" userId="f68c5fd9-22d5-4c0a-9833-7fb0f5135313" providerId="ADAL" clId="{31AF745B-ECEE-4C51-8828-E2A47B117181}" dt="2021-01-26T06:13:10.268" v="564"/>
          <ac:spMkLst>
            <pc:docMk/>
            <pc:sldMk cId="882110079" sldId="382"/>
            <ac:spMk id="22" creationId="{0D637F13-D357-471A-9CF4-75DC530A5E46}"/>
          </ac:spMkLst>
        </pc:spChg>
        <pc:spChg chg="add mod">
          <ac:chgData name="鈴木 秀規" userId="f68c5fd9-22d5-4c0a-9833-7fb0f5135313" providerId="ADAL" clId="{31AF745B-ECEE-4C51-8828-E2A47B117181}" dt="2021-01-26T06:13:21.550" v="566"/>
          <ac:spMkLst>
            <pc:docMk/>
            <pc:sldMk cId="882110079" sldId="382"/>
            <ac:spMk id="23" creationId="{CB95B40C-D475-4805-8F2B-5CD1ABD082B6}"/>
          </ac:spMkLst>
        </pc:spChg>
        <pc:spChg chg="add mod">
          <ac:chgData name="鈴木 秀規" userId="f68c5fd9-22d5-4c0a-9833-7fb0f5135313" providerId="ADAL" clId="{31AF745B-ECEE-4C51-8828-E2A47B117181}" dt="2021-01-26T06:13:21.550" v="566"/>
          <ac:spMkLst>
            <pc:docMk/>
            <pc:sldMk cId="882110079" sldId="382"/>
            <ac:spMk id="24" creationId="{EB86E5A7-017E-4A6A-86EB-FCE90D3F8600}"/>
          </ac:spMkLst>
        </pc:spChg>
        <pc:spChg chg="add mod">
          <ac:chgData name="鈴木 秀規" userId="f68c5fd9-22d5-4c0a-9833-7fb0f5135313" providerId="ADAL" clId="{31AF745B-ECEE-4C51-8828-E2A47B117181}" dt="2021-01-26T06:13:53.480" v="572" actId="207"/>
          <ac:spMkLst>
            <pc:docMk/>
            <pc:sldMk cId="882110079" sldId="382"/>
            <ac:spMk id="25" creationId="{F64B71BA-0995-41C8-BCE7-7F5F1F8231EA}"/>
          </ac:spMkLst>
        </pc:spChg>
        <pc:spChg chg="mod">
          <ac:chgData name="鈴木 秀規" userId="f68c5fd9-22d5-4c0a-9833-7fb0f5135313" providerId="ADAL" clId="{31AF745B-ECEE-4C51-8828-E2A47B117181}" dt="2021-01-26T06:13:21.550" v="566"/>
          <ac:spMkLst>
            <pc:docMk/>
            <pc:sldMk cId="882110079" sldId="382"/>
            <ac:spMk id="28" creationId="{BFE9E4B7-18B0-4F27-AA9B-DA0E3D3991A7}"/>
          </ac:spMkLst>
        </pc:spChg>
        <pc:spChg chg="add mod">
          <ac:chgData name="鈴木 秀規" userId="f68c5fd9-22d5-4c0a-9833-7fb0f5135313" providerId="ADAL" clId="{31AF745B-ECEE-4C51-8828-E2A47B117181}" dt="2021-01-26T06:13:21.550" v="566"/>
          <ac:spMkLst>
            <pc:docMk/>
            <pc:sldMk cId="882110079" sldId="382"/>
            <ac:spMk id="29" creationId="{573DAD18-4E4E-45C1-ADF4-49219DC34074}"/>
          </ac:spMkLst>
        </pc:spChg>
        <pc:spChg chg="add mod">
          <ac:chgData name="鈴木 秀規" userId="f68c5fd9-22d5-4c0a-9833-7fb0f5135313" providerId="ADAL" clId="{31AF745B-ECEE-4C51-8828-E2A47B117181}" dt="2021-01-26T06:13:21.550" v="566"/>
          <ac:spMkLst>
            <pc:docMk/>
            <pc:sldMk cId="882110079" sldId="382"/>
            <ac:spMk id="30" creationId="{E70DE4C6-C26E-4F4C-9071-75AD0594AD5A}"/>
          </ac:spMkLst>
        </pc:spChg>
        <pc:spChg chg="add mod">
          <ac:chgData name="鈴木 秀規" userId="f68c5fd9-22d5-4c0a-9833-7fb0f5135313" providerId="ADAL" clId="{31AF745B-ECEE-4C51-8828-E2A47B117181}" dt="2021-01-26T06:13:21.550" v="566"/>
          <ac:spMkLst>
            <pc:docMk/>
            <pc:sldMk cId="882110079" sldId="382"/>
            <ac:spMk id="31" creationId="{D1BDC3E5-EA00-4C42-8A1E-852F56068736}"/>
          </ac:spMkLst>
        </pc:spChg>
        <pc:spChg chg="add mod">
          <ac:chgData name="鈴木 秀規" userId="f68c5fd9-22d5-4c0a-9833-7fb0f5135313" providerId="ADAL" clId="{31AF745B-ECEE-4C51-8828-E2A47B117181}" dt="2021-01-26T06:13:21.550" v="566"/>
          <ac:spMkLst>
            <pc:docMk/>
            <pc:sldMk cId="882110079" sldId="382"/>
            <ac:spMk id="32" creationId="{8C2C898B-8E04-48B9-8CEE-48779842213F}"/>
          </ac:spMkLst>
        </pc:spChg>
        <pc:spChg chg="add mod">
          <ac:chgData name="鈴木 秀規" userId="f68c5fd9-22d5-4c0a-9833-7fb0f5135313" providerId="ADAL" clId="{31AF745B-ECEE-4C51-8828-E2A47B117181}" dt="2021-01-26T06:13:21.550" v="566"/>
          <ac:spMkLst>
            <pc:docMk/>
            <pc:sldMk cId="882110079" sldId="382"/>
            <ac:spMk id="33" creationId="{998B1CBF-B26D-497D-9621-03A6FBE45715}"/>
          </ac:spMkLst>
        </pc:spChg>
        <pc:spChg chg="add mod">
          <ac:chgData name="鈴木 秀規" userId="f68c5fd9-22d5-4c0a-9833-7fb0f5135313" providerId="ADAL" clId="{31AF745B-ECEE-4C51-8828-E2A47B117181}" dt="2021-01-26T06:14:03.636" v="574" actId="207"/>
          <ac:spMkLst>
            <pc:docMk/>
            <pc:sldMk cId="882110079" sldId="382"/>
            <ac:spMk id="34" creationId="{924D5BA6-9DD1-4F22-8640-C4BBA5DCE744}"/>
          </ac:spMkLst>
        </pc:spChg>
        <pc:spChg chg="add mod">
          <ac:chgData name="鈴木 秀規" userId="f68c5fd9-22d5-4c0a-9833-7fb0f5135313" providerId="ADAL" clId="{31AF745B-ECEE-4C51-8828-E2A47B117181}" dt="2021-01-26T06:13:21.550" v="566"/>
          <ac:spMkLst>
            <pc:docMk/>
            <pc:sldMk cId="882110079" sldId="382"/>
            <ac:spMk id="35" creationId="{180FD0D4-BA62-4835-90CF-419910B6A754}"/>
          </ac:spMkLst>
        </pc:spChg>
        <pc:spChg chg="add mod">
          <ac:chgData name="鈴木 秀規" userId="f68c5fd9-22d5-4c0a-9833-7fb0f5135313" providerId="ADAL" clId="{31AF745B-ECEE-4C51-8828-E2A47B117181}" dt="2021-01-26T06:13:44.030" v="569" actId="207"/>
          <ac:spMkLst>
            <pc:docMk/>
            <pc:sldMk cId="882110079" sldId="382"/>
            <ac:spMk id="36" creationId="{E034CB9A-A4D2-48E9-9EE9-C639751C9AAA}"/>
          </ac:spMkLst>
        </pc:spChg>
        <pc:spChg chg="add mod">
          <ac:chgData name="鈴木 秀規" userId="f68c5fd9-22d5-4c0a-9833-7fb0f5135313" providerId="ADAL" clId="{31AF745B-ECEE-4C51-8828-E2A47B117181}" dt="2021-01-26T06:13:21.550" v="566"/>
          <ac:spMkLst>
            <pc:docMk/>
            <pc:sldMk cId="882110079" sldId="382"/>
            <ac:spMk id="37" creationId="{1D25F930-F554-4875-AAE2-2400D6012CD1}"/>
          </ac:spMkLst>
        </pc:spChg>
        <pc:spChg chg="add mod">
          <ac:chgData name="鈴木 秀規" userId="f68c5fd9-22d5-4c0a-9833-7fb0f5135313" providerId="ADAL" clId="{31AF745B-ECEE-4C51-8828-E2A47B117181}" dt="2021-01-26T06:13:21.550" v="566"/>
          <ac:spMkLst>
            <pc:docMk/>
            <pc:sldMk cId="882110079" sldId="382"/>
            <ac:spMk id="38" creationId="{E76DE0E2-CC83-48AE-AFA6-4671B3BC96CF}"/>
          </ac:spMkLst>
        </pc:spChg>
        <pc:spChg chg="add mod">
          <ac:chgData name="鈴木 秀規" userId="f68c5fd9-22d5-4c0a-9833-7fb0f5135313" providerId="ADAL" clId="{31AF745B-ECEE-4C51-8828-E2A47B117181}" dt="2021-01-26T06:13:44.030" v="569" actId="207"/>
          <ac:spMkLst>
            <pc:docMk/>
            <pc:sldMk cId="882110079" sldId="382"/>
            <ac:spMk id="39" creationId="{C39B4C02-6C83-4A45-9EFF-4B2F1446EC4A}"/>
          </ac:spMkLst>
        </pc:spChg>
        <pc:grpChg chg="add del mod">
          <ac:chgData name="鈴木 秀規" userId="f68c5fd9-22d5-4c0a-9833-7fb0f5135313" providerId="ADAL" clId="{31AF745B-ECEE-4C51-8828-E2A47B117181}" dt="2021-01-26T06:13:10.268" v="564"/>
          <ac:grpSpMkLst>
            <pc:docMk/>
            <pc:sldMk cId="882110079" sldId="382"/>
            <ac:grpSpMk id="9" creationId="{57BA293B-7FDC-47F9-A1CE-4F5F57ABEC39}"/>
          </ac:grpSpMkLst>
        </pc:grpChg>
        <pc:grpChg chg="add mod">
          <ac:chgData name="鈴木 秀規" userId="f68c5fd9-22d5-4c0a-9833-7fb0f5135313" providerId="ADAL" clId="{31AF745B-ECEE-4C51-8828-E2A47B117181}" dt="2021-01-26T06:13:21.550" v="566"/>
          <ac:grpSpMkLst>
            <pc:docMk/>
            <pc:sldMk cId="882110079" sldId="382"/>
            <ac:grpSpMk id="26" creationId="{917B620F-C4F7-41BD-9896-CE2FFAE60927}"/>
          </ac:grpSpMkLst>
        </pc:grpChg>
        <pc:picChg chg="mod">
          <ac:chgData name="鈴木 秀規" userId="f68c5fd9-22d5-4c0a-9833-7fb0f5135313" providerId="ADAL" clId="{31AF745B-ECEE-4C51-8828-E2A47B117181}" dt="2021-01-26T06:13:09.258" v="563"/>
          <ac:picMkLst>
            <pc:docMk/>
            <pc:sldMk cId="882110079" sldId="382"/>
            <ac:picMk id="10" creationId="{8CC84378-7F8F-40BE-AE6F-98331DD39749}"/>
          </ac:picMkLst>
        </pc:picChg>
        <pc:picChg chg="mod">
          <ac:chgData name="鈴木 秀規" userId="f68c5fd9-22d5-4c0a-9833-7fb0f5135313" providerId="ADAL" clId="{31AF745B-ECEE-4C51-8828-E2A47B117181}" dt="2021-01-26T06:13:21.550" v="566"/>
          <ac:picMkLst>
            <pc:docMk/>
            <pc:sldMk cId="882110079" sldId="382"/>
            <ac:picMk id="27" creationId="{24ACCD78-F9D6-4EC2-9BFF-C7E2157BD470}"/>
          </ac:picMkLst>
        </pc:picChg>
      </pc:sldChg>
      <pc:sldChg chg="addSp modSp new mod">
        <pc:chgData name="鈴木 秀規" userId="f68c5fd9-22d5-4c0a-9833-7fb0f5135313" providerId="ADAL" clId="{31AF745B-ECEE-4C51-8828-E2A47B117181}" dt="2021-01-26T06:16:04.560" v="587" actId="113"/>
        <pc:sldMkLst>
          <pc:docMk/>
          <pc:sldMk cId="2781782632" sldId="383"/>
        </pc:sldMkLst>
        <pc:spChg chg="mod">
          <ac:chgData name="鈴木 秀規" userId="f68c5fd9-22d5-4c0a-9833-7fb0f5135313" providerId="ADAL" clId="{31AF745B-ECEE-4C51-8828-E2A47B117181}" dt="2021-01-26T06:14:45.891" v="576"/>
          <ac:spMkLst>
            <pc:docMk/>
            <pc:sldMk cId="2781782632" sldId="383"/>
            <ac:spMk id="3" creationId="{B8B1C725-BA9E-47ED-B8AA-4F2EA343DE8A}"/>
          </ac:spMkLst>
        </pc:spChg>
        <pc:spChg chg="mod">
          <ac:chgData name="鈴木 秀規" userId="f68c5fd9-22d5-4c0a-9833-7fb0f5135313" providerId="ADAL" clId="{31AF745B-ECEE-4C51-8828-E2A47B117181}" dt="2021-01-26T06:16:04.560" v="587" actId="113"/>
          <ac:spMkLst>
            <pc:docMk/>
            <pc:sldMk cId="2781782632" sldId="383"/>
            <ac:spMk id="5" creationId="{CF651CCA-9F40-4BCE-A01F-0BD5D700C5E9}"/>
          </ac:spMkLst>
        </pc:spChg>
        <pc:picChg chg="add mod">
          <ac:chgData name="鈴木 秀規" userId="f68c5fd9-22d5-4c0a-9833-7fb0f5135313" providerId="ADAL" clId="{31AF745B-ECEE-4C51-8828-E2A47B117181}" dt="2021-01-26T06:15:26.687" v="583" actId="1076"/>
          <ac:picMkLst>
            <pc:docMk/>
            <pc:sldMk cId="2781782632" sldId="383"/>
            <ac:picMk id="6" creationId="{65279780-C5FC-45B9-9309-A9C6BF38E469}"/>
          </ac:picMkLst>
        </pc:picChg>
      </pc:sldChg>
      <pc:sldChg chg="addSp delSp modSp new mod delAnim modAnim">
        <pc:chgData name="鈴木 秀規" userId="f68c5fd9-22d5-4c0a-9833-7fb0f5135313" providerId="ADAL" clId="{31AF745B-ECEE-4C51-8828-E2A47B117181}" dt="2021-01-26T06:23:26.889" v="664" actId="255"/>
        <pc:sldMkLst>
          <pc:docMk/>
          <pc:sldMk cId="4147991204" sldId="384"/>
        </pc:sldMkLst>
        <pc:spChg chg="mod">
          <ac:chgData name="鈴木 秀規" userId="f68c5fd9-22d5-4c0a-9833-7fb0f5135313" providerId="ADAL" clId="{31AF745B-ECEE-4C51-8828-E2A47B117181}" dt="2021-01-26T06:16:39.823" v="597" actId="20577"/>
          <ac:spMkLst>
            <pc:docMk/>
            <pc:sldMk cId="4147991204" sldId="384"/>
            <ac:spMk id="3" creationId="{88B1A65F-8194-42FD-B9D9-616F8BCC232B}"/>
          </ac:spMkLst>
        </pc:spChg>
        <pc:spChg chg="mod">
          <ac:chgData name="鈴木 秀規" userId="f68c5fd9-22d5-4c0a-9833-7fb0f5135313" providerId="ADAL" clId="{31AF745B-ECEE-4C51-8828-E2A47B117181}" dt="2021-01-26T06:16:53.527" v="601" actId="14100"/>
          <ac:spMkLst>
            <pc:docMk/>
            <pc:sldMk cId="4147991204" sldId="384"/>
            <ac:spMk id="5" creationId="{24DBC3E7-31A6-42EF-B371-B658D9FC74AB}"/>
          </ac:spMkLst>
        </pc:spChg>
        <pc:spChg chg="add mod">
          <ac:chgData name="鈴木 秀規" userId="f68c5fd9-22d5-4c0a-9833-7fb0f5135313" providerId="ADAL" clId="{31AF745B-ECEE-4C51-8828-E2A47B117181}" dt="2021-01-26T06:23:26.889" v="664" actId="255"/>
          <ac:spMkLst>
            <pc:docMk/>
            <pc:sldMk cId="4147991204" sldId="384"/>
            <ac:spMk id="7" creationId="{1CD216F2-0B99-4613-A820-9845B1647BC0}"/>
          </ac:spMkLst>
        </pc:spChg>
        <pc:spChg chg="add del mod">
          <ac:chgData name="鈴木 秀規" userId="f68c5fd9-22d5-4c0a-9833-7fb0f5135313" providerId="ADAL" clId="{31AF745B-ECEE-4C51-8828-E2A47B117181}" dt="2021-01-26T06:22:51.841" v="654" actId="478"/>
          <ac:spMkLst>
            <pc:docMk/>
            <pc:sldMk cId="4147991204" sldId="384"/>
            <ac:spMk id="8" creationId="{F0A0FDD0-E7FD-40D2-BB0C-A7CD33611AA9}"/>
          </ac:spMkLst>
        </pc:spChg>
        <pc:spChg chg="add del mod">
          <ac:chgData name="鈴木 秀規" userId="f68c5fd9-22d5-4c0a-9833-7fb0f5135313" providerId="ADAL" clId="{31AF745B-ECEE-4C51-8828-E2A47B117181}" dt="2021-01-26T06:19:53.679" v="621" actId="478"/>
          <ac:spMkLst>
            <pc:docMk/>
            <pc:sldMk cId="4147991204" sldId="384"/>
            <ac:spMk id="9" creationId="{941A2A67-B610-477B-8872-318FEDC6FCEB}"/>
          </ac:spMkLst>
        </pc:spChg>
        <pc:spChg chg="add mod">
          <ac:chgData name="鈴木 秀規" userId="f68c5fd9-22d5-4c0a-9833-7fb0f5135313" providerId="ADAL" clId="{31AF745B-ECEE-4C51-8828-E2A47B117181}" dt="2021-01-26T06:20:09.586" v="624" actId="14100"/>
          <ac:spMkLst>
            <pc:docMk/>
            <pc:sldMk cId="4147991204" sldId="384"/>
            <ac:spMk id="10" creationId="{EE64B79F-B591-443A-A2E7-C73CBE6ECB13}"/>
          </ac:spMkLst>
        </pc:spChg>
        <pc:picChg chg="add del mod">
          <ac:chgData name="鈴木 秀規" userId="f68c5fd9-22d5-4c0a-9833-7fb0f5135313" providerId="ADAL" clId="{31AF745B-ECEE-4C51-8828-E2A47B117181}" dt="2021-01-26T06:17:06.905" v="603" actId="478"/>
          <ac:picMkLst>
            <pc:docMk/>
            <pc:sldMk cId="4147991204" sldId="384"/>
            <ac:picMk id="6" creationId="{BA18E97F-DC42-46DB-BD15-E1F243CBE847}"/>
          </ac:picMkLst>
        </pc:picChg>
        <pc:picChg chg="add mod">
          <ac:chgData name="鈴木 秀規" userId="f68c5fd9-22d5-4c0a-9833-7fb0f5135313" providerId="ADAL" clId="{31AF745B-ECEE-4C51-8828-E2A47B117181}" dt="2021-01-26T06:19:02.426" v="613" actId="1076"/>
          <ac:picMkLst>
            <pc:docMk/>
            <pc:sldMk cId="4147991204" sldId="384"/>
            <ac:picMk id="1026" creationId="{6903FB68-4A4A-42EB-A759-26E220FD56CD}"/>
          </ac:picMkLst>
        </pc:picChg>
      </pc:sldChg>
      <pc:sldChg chg="modSp new mod">
        <pc:chgData name="鈴木 秀規" userId="f68c5fd9-22d5-4c0a-9833-7fb0f5135313" providerId="ADAL" clId="{31AF745B-ECEE-4C51-8828-E2A47B117181}" dt="2021-01-26T06:22:18.153" v="652" actId="207"/>
        <pc:sldMkLst>
          <pc:docMk/>
          <pc:sldMk cId="1389535331" sldId="385"/>
        </pc:sldMkLst>
        <pc:spChg chg="mod">
          <ac:chgData name="鈴木 秀規" userId="f68c5fd9-22d5-4c0a-9833-7fb0f5135313" providerId="ADAL" clId="{31AF745B-ECEE-4C51-8828-E2A47B117181}" dt="2021-01-26T06:20:58.455" v="626"/>
          <ac:spMkLst>
            <pc:docMk/>
            <pc:sldMk cId="1389535331" sldId="385"/>
            <ac:spMk id="3" creationId="{496F8A16-68B0-4614-9906-69CEE0EBA64D}"/>
          </ac:spMkLst>
        </pc:spChg>
        <pc:spChg chg="mod">
          <ac:chgData name="鈴木 秀規" userId="f68c5fd9-22d5-4c0a-9833-7fb0f5135313" providerId="ADAL" clId="{31AF745B-ECEE-4C51-8828-E2A47B117181}" dt="2021-01-26T06:22:18.153" v="652" actId="207"/>
          <ac:spMkLst>
            <pc:docMk/>
            <pc:sldMk cId="1389535331" sldId="385"/>
            <ac:spMk id="5" creationId="{6F728591-7CBD-4AD4-9F32-C84F67FFA042}"/>
          </ac:spMkLst>
        </pc:spChg>
      </pc:sldChg>
      <pc:sldChg chg="modSp new mod">
        <pc:chgData name="鈴木 秀規" userId="f68c5fd9-22d5-4c0a-9833-7fb0f5135313" providerId="ADAL" clId="{31AF745B-ECEE-4C51-8828-E2A47B117181}" dt="2021-01-26T06:25:31.114" v="700" actId="207"/>
        <pc:sldMkLst>
          <pc:docMk/>
          <pc:sldMk cId="3711062952" sldId="386"/>
        </pc:sldMkLst>
        <pc:spChg chg="mod">
          <ac:chgData name="鈴木 秀規" userId="f68c5fd9-22d5-4c0a-9833-7fb0f5135313" providerId="ADAL" clId="{31AF745B-ECEE-4C51-8828-E2A47B117181}" dt="2021-01-26T06:23:47.429" v="665"/>
          <ac:spMkLst>
            <pc:docMk/>
            <pc:sldMk cId="3711062952" sldId="386"/>
            <ac:spMk id="3" creationId="{BB422BF4-F7D4-4F39-B554-AB828A85924E}"/>
          </ac:spMkLst>
        </pc:spChg>
        <pc:spChg chg="mod">
          <ac:chgData name="鈴木 秀規" userId="f68c5fd9-22d5-4c0a-9833-7fb0f5135313" providerId="ADAL" clId="{31AF745B-ECEE-4C51-8828-E2A47B117181}" dt="2021-01-26T06:25:31.114" v="700" actId="207"/>
          <ac:spMkLst>
            <pc:docMk/>
            <pc:sldMk cId="3711062952" sldId="386"/>
            <ac:spMk id="5" creationId="{23BCC0A4-DBE2-4C84-BDC2-543B3A071296}"/>
          </ac:spMkLst>
        </pc:spChg>
      </pc:sldChg>
      <pc:sldChg chg="addSp delSp modSp new mod">
        <pc:chgData name="鈴木 秀規" userId="f68c5fd9-22d5-4c0a-9833-7fb0f5135313" providerId="ADAL" clId="{31AF745B-ECEE-4C51-8828-E2A47B117181}" dt="2021-01-26T06:30:36.692" v="750" actId="14100"/>
        <pc:sldMkLst>
          <pc:docMk/>
          <pc:sldMk cId="556755707" sldId="387"/>
        </pc:sldMkLst>
        <pc:spChg chg="mod">
          <ac:chgData name="鈴木 秀規" userId="f68c5fd9-22d5-4c0a-9833-7fb0f5135313" providerId="ADAL" clId="{31AF745B-ECEE-4C51-8828-E2A47B117181}" dt="2021-01-26T06:25:47.215" v="702"/>
          <ac:spMkLst>
            <pc:docMk/>
            <pc:sldMk cId="556755707" sldId="387"/>
            <ac:spMk id="3" creationId="{D055E71E-3900-411D-A4AF-1AFDE03A9EBB}"/>
          </ac:spMkLst>
        </pc:spChg>
        <pc:spChg chg="del">
          <ac:chgData name="鈴木 秀規" userId="f68c5fd9-22d5-4c0a-9833-7fb0f5135313" providerId="ADAL" clId="{31AF745B-ECEE-4C51-8828-E2A47B117181}" dt="2021-01-26T06:26:16.459" v="703" actId="478"/>
          <ac:spMkLst>
            <pc:docMk/>
            <pc:sldMk cId="556755707" sldId="387"/>
            <ac:spMk id="5" creationId="{CB977DC8-CF7B-491D-AE32-FFE9DC6D56EC}"/>
          </ac:spMkLst>
        </pc:spChg>
        <pc:spChg chg="add mod">
          <ac:chgData name="鈴木 秀規" userId="f68c5fd9-22d5-4c0a-9833-7fb0f5135313" providerId="ADAL" clId="{31AF745B-ECEE-4C51-8828-E2A47B117181}" dt="2021-01-26T06:30:36.692" v="750" actId="14100"/>
          <ac:spMkLst>
            <pc:docMk/>
            <pc:sldMk cId="556755707" sldId="387"/>
            <ac:spMk id="6" creationId="{DB5FF637-F24E-4A0E-A8E9-3B89CDB9528C}"/>
          </ac:spMkLst>
        </pc:spChg>
        <pc:spChg chg="add mod">
          <ac:chgData name="鈴木 秀規" userId="f68c5fd9-22d5-4c0a-9833-7fb0f5135313" providerId="ADAL" clId="{31AF745B-ECEE-4C51-8828-E2A47B117181}" dt="2021-01-26T06:29:57.313" v="747" actId="1036"/>
          <ac:spMkLst>
            <pc:docMk/>
            <pc:sldMk cId="556755707" sldId="387"/>
            <ac:spMk id="7" creationId="{3A7BFF58-BDCE-4270-9567-91B91CB59120}"/>
          </ac:spMkLst>
        </pc:spChg>
        <pc:spChg chg="add mod">
          <ac:chgData name="鈴木 秀規" userId="f68c5fd9-22d5-4c0a-9833-7fb0f5135313" providerId="ADAL" clId="{31AF745B-ECEE-4C51-8828-E2A47B117181}" dt="2021-01-26T06:30:03.561" v="749" actId="1036"/>
          <ac:spMkLst>
            <pc:docMk/>
            <pc:sldMk cId="556755707" sldId="387"/>
            <ac:spMk id="8" creationId="{3E47FB20-4DA8-4B89-9C1C-B56A81CFBD86}"/>
          </ac:spMkLst>
        </pc:spChg>
        <pc:spChg chg="add mod">
          <ac:chgData name="鈴木 秀規" userId="f68c5fd9-22d5-4c0a-9833-7fb0f5135313" providerId="ADAL" clId="{31AF745B-ECEE-4C51-8828-E2A47B117181}" dt="2021-01-26T06:29:46.723" v="740" actId="1076"/>
          <ac:spMkLst>
            <pc:docMk/>
            <pc:sldMk cId="556755707" sldId="387"/>
            <ac:spMk id="9" creationId="{C47ADA95-0A25-40DC-B9CF-048F22043620}"/>
          </ac:spMkLst>
        </pc:spChg>
      </pc:sldChg>
      <pc:sldChg chg="modSp new mod">
        <pc:chgData name="鈴木 秀規" userId="f68c5fd9-22d5-4c0a-9833-7fb0f5135313" providerId="ADAL" clId="{31AF745B-ECEE-4C51-8828-E2A47B117181}" dt="2021-01-26T06:33:38.699" v="790" actId="20577"/>
        <pc:sldMkLst>
          <pc:docMk/>
          <pc:sldMk cId="2438793549" sldId="388"/>
        </pc:sldMkLst>
        <pc:spChg chg="mod">
          <ac:chgData name="鈴木 秀規" userId="f68c5fd9-22d5-4c0a-9833-7fb0f5135313" providerId="ADAL" clId="{31AF745B-ECEE-4C51-8828-E2A47B117181}" dt="2021-01-26T06:31:30.837" v="752"/>
          <ac:spMkLst>
            <pc:docMk/>
            <pc:sldMk cId="2438793549" sldId="388"/>
            <ac:spMk id="3" creationId="{C610E423-A142-4AA0-8F53-A880ECB84638}"/>
          </ac:spMkLst>
        </pc:spChg>
        <pc:spChg chg="mod">
          <ac:chgData name="鈴木 秀規" userId="f68c5fd9-22d5-4c0a-9833-7fb0f5135313" providerId="ADAL" clId="{31AF745B-ECEE-4C51-8828-E2A47B117181}" dt="2021-01-26T06:33:38.699" v="790" actId="20577"/>
          <ac:spMkLst>
            <pc:docMk/>
            <pc:sldMk cId="2438793549" sldId="388"/>
            <ac:spMk id="5" creationId="{F46EF505-320C-46BD-B709-62F840190822}"/>
          </ac:spMkLst>
        </pc:spChg>
      </pc:sldChg>
      <pc:sldChg chg="addSp modSp new mod">
        <pc:chgData name="鈴木 秀規" userId="f68c5fd9-22d5-4c0a-9833-7fb0f5135313" providerId="ADAL" clId="{31AF745B-ECEE-4C51-8828-E2A47B117181}" dt="2021-01-26T06:36:17.453" v="826" actId="1076"/>
        <pc:sldMkLst>
          <pc:docMk/>
          <pc:sldMk cId="1715481522" sldId="389"/>
        </pc:sldMkLst>
        <pc:spChg chg="mod">
          <ac:chgData name="鈴木 秀規" userId="f68c5fd9-22d5-4c0a-9833-7fb0f5135313" providerId="ADAL" clId="{31AF745B-ECEE-4C51-8828-E2A47B117181}" dt="2021-01-26T06:33:54.359" v="792"/>
          <ac:spMkLst>
            <pc:docMk/>
            <pc:sldMk cId="1715481522" sldId="389"/>
            <ac:spMk id="3" creationId="{274C6DF9-4F40-4E35-B127-AD76C03E164C}"/>
          </ac:spMkLst>
        </pc:spChg>
        <pc:spChg chg="mod">
          <ac:chgData name="鈴木 秀規" userId="f68c5fd9-22d5-4c0a-9833-7fb0f5135313" providerId="ADAL" clId="{31AF745B-ECEE-4C51-8828-E2A47B117181}" dt="2021-01-26T06:34:13.444" v="798" actId="14100"/>
          <ac:spMkLst>
            <pc:docMk/>
            <pc:sldMk cId="1715481522" sldId="389"/>
            <ac:spMk id="5" creationId="{3C1DD7FF-865D-416B-9120-CF864BAE9874}"/>
          </ac:spMkLst>
        </pc:spChg>
        <pc:graphicFrameChg chg="add mod modGraphic">
          <ac:chgData name="鈴木 秀規" userId="f68c5fd9-22d5-4c0a-9833-7fb0f5135313" providerId="ADAL" clId="{31AF745B-ECEE-4C51-8828-E2A47B117181}" dt="2021-01-26T06:35:31.045" v="808" actId="1076"/>
          <ac:graphicFrameMkLst>
            <pc:docMk/>
            <pc:sldMk cId="1715481522" sldId="389"/>
            <ac:graphicFrameMk id="6" creationId="{631281BD-0237-40F4-91CF-FA5B941265D3}"/>
          </ac:graphicFrameMkLst>
        </pc:graphicFrameChg>
        <pc:picChg chg="add mod">
          <ac:chgData name="鈴木 秀規" userId="f68c5fd9-22d5-4c0a-9833-7fb0f5135313" providerId="ADAL" clId="{31AF745B-ECEE-4C51-8828-E2A47B117181}" dt="2021-01-26T06:36:17.453" v="826" actId="1076"/>
          <ac:picMkLst>
            <pc:docMk/>
            <pc:sldMk cId="1715481522" sldId="389"/>
            <ac:picMk id="7" creationId="{E45271C7-AA74-43AE-A4E8-DE6603F047A6}"/>
          </ac:picMkLst>
        </pc:picChg>
        <pc:picChg chg="add mod">
          <ac:chgData name="鈴木 秀規" userId="f68c5fd9-22d5-4c0a-9833-7fb0f5135313" providerId="ADAL" clId="{31AF745B-ECEE-4C51-8828-E2A47B117181}" dt="2021-01-26T06:36:12.681" v="825" actId="1076"/>
          <ac:picMkLst>
            <pc:docMk/>
            <pc:sldMk cId="1715481522" sldId="389"/>
            <ac:picMk id="8" creationId="{640D49C3-8B55-4FF1-AE83-D00762148637}"/>
          </ac:picMkLst>
        </pc:picChg>
        <pc:picChg chg="add mod">
          <ac:chgData name="鈴木 秀規" userId="f68c5fd9-22d5-4c0a-9833-7fb0f5135313" providerId="ADAL" clId="{31AF745B-ECEE-4C51-8828-E2A47B117181}" dt="2021-01-26T06:36:07.752" v="824" actId="1038"/>
          <ac:picMkLst>
            <pc:docMk/>
            <pc:sldMk cId="1715481522" sldId="389"/>
            <ac:picMk id="9" creationId="{F251F0C4-D23F-4222-A6DB-D2308DA9E82F}"/>
          </ac:picMkLst>
        </pc:picChg>
      </pc:sldChg>
      <pc:sldChg chg="addSp modSp new mod">
        <pc:chgData name="鈴木 秀規" userId="f68c5fd9-22d5-4c0a-9833-7fb0f5135313" providerId="ADAL" clId="{31AF745B-ECEE-4C51-8828-E2A47B117181}" dt="2021-01-26T06:38:34.845" v="845" actId="14100"/>
        <pc:sldMkLst>
          <pc:docMk/>
          <pc:sldMk cId="2118453056" sldId="390"/>
        </pc:sldMkLst>
        <pc:spChg chg="mod">
          <ac:chgData name="鈴木 秀規" userId="f68c5fd9-22d5-4c0a-9833-7fb0f5135313" providerId="ADAL" clId="{31AF745B-ECEE-4C51-8828-E2A47B117181}" dt="2021-01-26T06:36:54.867" v="828"/>
          <ac:spMkLst>
            <pc:docMk/>
            <pc:sldMk cId="2118453056" sldId="390"/>
            <ac:spMk id="3" creationId="{21605FE5-64C9-4BF4-9F3F-7B719FB78C85}"/>
          </ac:spMkLst>
        </pc:spChg>
        <pc:spChg chg="mod">
          <ac:chgData name="鈴木 秀規" userId="f68c5fd9-22d5-4c0a-9833-7fb0f5135313" providerId="ADAL" clId="{31AF745B-ECEE-4C51-8828-E2A47B117181}" dt="2021-01-26T06:37:11.632" v="832" actId="14100"/>
          <ac:spMkLst>
            <pc:docMk/>
            <pc:sldMk cId="2118453056" sldId="390"/>
            <ac:spMk id="5" creationId="{C116B22A-AD6D-47DA-A67D-CEC3EDD5618A}"/>
          </ac:spMkLst>
        </pc:spChg>
        <pc:spChg chg="add mod">
          <ac:chgData name="鈴木 秀規" userId="f68c5fd9-22d5-4c0a-9833-7fb0f5135313" providerId="ADAL" clId="{31AF745B-ECEE-4C51-8828-E2A47B117181}" dt="2021-01-26T06:38:34.845" v="845" actId="14100"/>
          <ac:spMkLst>
            <pc:docMk/>
            <pc:sldMk cId="2118453056" sldId="390"/>
            <ac:spMk id="7" creationId="{1BB70643-3072-4F68-9F32-5E53C7C57439}"/>
          </ac:spMkLst>
        </pc:spChg>
        <pc:graphicFrameChg chg="add mod modGraphic">
          <ac:chgData name="鈴木 秀規" userId="f68c5fd9-22d5-4c0a-9833-7fb0f5135313" providerId="ADAL" clId="{31AF745B-ECEE-4C51-8828-E2A47B117181}" dt="2021-01-26T06:38:29.060" v="843" actId="404"/>
          <ac:graphicFrameMkLst>
            <pc:docMk/>
            <pc:sldMk cId="2118453056" sldId="390"/>
            <ac:graphicFrameMk id="6" creationId="{297DB172-46A9-4949-8D1D-B1671A9C80CD}"/>
          </ac:graphicFrameMkLst>
        </pc:graphicFrameChg>
      </pc:sldChg>
      <pc:sldChg chg="addSp modSp new mod">
        <pc:chgData name="鈴木 秀規" userId="f68c5fd9-22d5-4c0a-9833-7fb0f5135313" providerId="ADAL" clId="{31AF745B-ECEE-4C51-8828-E2A47B117181}" dt="2021-01-26T06:40:17.458" v="866" actId="1076"/>
        <pc:sldMkLst>
          <pc:docMk/>
          <pc:sldMk cId="2854077937" sldId="391"/>
        </pc:sldMkLst>
        <pc:spChg chg="mod">
          <ac:chgData name="鈴木 秀規" userId="f68c5fd9-22d5-4c0a-9833-7fb0f5135313" providerId="ADAL" clId="{31AF745B-ECEE-4C51-8828-E2A47B117181}" dt="2021-01-26T06:39:01.335" v="847"/>
          <ac:spMkLst>
            <pc:docMk/>
            <pc:sldMk cId="2854077937" sldId="391"/>
            <ac:spMk id="3" creationId="{7A506605-B0B9-4B0D-8607-6103FC129341}"/>
          </ac:spMkLst>
        </pc:spChg>
        <pc:spChg chg="mod">
          <ac:chgData name="鈴木 秀規" userId="f68c5fd9-22d5-4c0a-9833-7fb0f5135313" providerId="ADAL" clId="{31AF745B-ECEE-4C51-8828-E2A47B117181}" dt="2021-01-26T06:39:59.122" v="863" actId="20577"/>
          <ac:spMkLst>
            <pc:docMk/>
            <pc:sldMk cId="2854077937" sldId="391"/>
            <ac:spMk id="5" creationId="{B70CD2A3-08F1-4371-A97B-69D3EEECE0B6}"/>
          </ac:spMkLst>
        </pc:spChg>
        <pc:spChg chg="add mod">
          <ac:chgData name="鈴木 秀規" userId="f68c5fd9-22d5-4c0a-9833-7fb0f5135313" providerId="ADAL" clId="{31AF745B-ECEE-4C51-8828-E2A47B117181}" dt="2021-01-26T06:40:15.257" v="865" actId="14100"/>
          <ac:spMkLst>
            <pc:docMk/>
            <pc:sldMk cId="2854077937" sldId="391"/>
            <ac:spMk id="6" creationId="{E4998E1D-F552-42EC-8877-9BDAE4238C38}"/>
          </ac:spMkLst>
        </pc:spChg>
        <pc:spChg chg="add mod">
          <ac:chgData name="鈴木 秀規" userId="f68c5fd9-22d5-4c0a-9833-7fb0f5135313" providerId="ADAL" clId="{31AF745B-ECEE-4C51-8828-E2A47B117181}" dt="2021-01-26T06:40:17.458" v="866" actId="1076"/>
          <ac:spMkLst>
            <pc:docMk/>
            <pc:sldMk cId="2854077937" sldId="391"/>
            <ac:spMk id="7" creationId="{7E5A696E-578D-4B92-8E2F-29C2483A1788}"/>
          </ac:spMkLst>
        </pc:spChg>
      </pc:sldChg>
      <pc:sldChg chg="modSp new mod">
        <pc:chgData name="鈴木 秀規" userId="f68c5fd9-22d5-4c0a-9833-7fb0f5135313" providerId="ADAL" clId="{31AF745B-ECEE-4C51-8828-E2A47B117181}" dt="2021-01-26T06:42:05.724" v="899" actId="207"/>
        <pc:sldMkLst>
          <pc:docMk/>
          <pc:sldMk cId="2566377597" sldId="392"/>
        </pc:sldMkLst>
        <pc:spChg chg="mod">
          <ac:chgData name="鈴木 秀規" userId="f68c5fd9-22d5-4c0a-9833-7fb0f5135313" providerId="ADAL" clId="{31AF745B-ECEE-4C51-8828-E2A47B117181}" dt="2021-01-26T06:40:32.225" v="868"/>
          <ac:spMkLst>
            <pc:docMk/>
            <pc:sldMk cId="2566377597" sldId="392"/>
            <ac:spMk id="3" creationId="{3CDA359F-22F3-44B7-A8BB-5C7D6B8EB399}"/>
          </ac:spMkLst>
        </pc:spChg>
        <pc:spChg chg="mod">
          <ac:chgData name="鈴木 秀規" userId="f68c5fd9-22d5-4c0a-9833-7fb0f5135313" providerId="ADAL" clId="{31AF745B-ECEE-4C51-8828-E2A47B117181}" dt="2021-01-26T06:42:05.724" v="899" actId="207"/>
          <ac:spMkLst>
            <pc:docMk/>
            <pc:sldMk cId="2566377597" sldId="392"/>
            <ac:spMk id="5" creationId="{1EADADA1-FD30-495E-ADBE-241685CE217B}"/>
          </ac:spMkLst>
        </pc:spChg>
      </pc:sldChg>
      <pc:sldChg chg="modSp new mod">
        <pc:chgData name="鈴木 秀規" userId="f68c5fd9-22d5-4c0a-9833-7fb0f5135313" providerId="ADAL" clId="{31AF745B-ECEE-4C51-8828-E2A47B117181}" dt="2021-01-26T06:43:26.060" v="923" actId="207"/>
        <pc:sldMkLst>
          <pc:docMk/>
          <pc:sldMk cId="1398339670" sldId="393"/>
        </pc:sldMkLst>
        <pc:spChg chg="mod">
          <ac:chgData name="鈴木 秀規" userId="f68c5fd9-22d5-4c0a-9833-7fb0f5135313" providerId="ADAL" clId="{31AF745B-ECEE-4C51-8828-E2A47B117181}" dt="2021-01-26T06:42:21.385" v="901"/>
          <ac:spMkLst>
            <pc:docMk/>
            <pc:sldMk cId="1398339670" sldId="393"/>
            <ac:spMk id="3" creationId="{CC2600F4-4C41-40A4-B127-4C95273C2234}"/>
          </ac:spMkLst>
        </pc:spChg>
        <pc:spChg chg="mod">
          <ac:chgData name="鈴木 秀規" userId="f68c5fd9-22d5-4c0a-9833-7fb0f5135313" providerId="ADAL" clId="{31AF745B-ECEE-4C51-8828-E2A47B117181}" dt="2021-01-26T06:43:26.060" v="923" actId="207"/>
          <ac:spMkLst>
            <pc:docMk/>
            <pc:sldMk cId="1398339670" sldId="393"/>
            <ac:spMk id="5" creationId="{B8045AC5-6FD9-48E8-8FFD-CD130F3B1311}"/>
          </ac:spMkLst>
        </pc:spChg>
      </pc:sldChg>
    </pc:docChg>
  </pc:docChgLst>
  <pc:docChgLst>
    <pc:chgData name="鈴木 秀規" userId="f68c5fd9-22d5-4c0a-9833-7fb0f5135313" providerId="ADAL" clId="{F2CAF9F8-F2C6-4EF5-92E4-F89FCD0750B4}"/>
    <pc:docChg chg="undo custSel addSld delSld modSld">
      <pc:chgData name="鈴木 秀規" userId="f68c5fd9-22d5-4c0a-9833-7fb0f5135313" providerId="ADAL" clId="{F2CAF9F8-F2C6-4EF5-92E4-F89FCD0750B4}" dt="2021-01-12T05:39:59.693" v="1538" actId="20577"/>
      <pc:docMkLst>
        <pc:docMk/>
      </pc:docMkLst>
      <pc:sldChg chg="modSp">
        <pc:chgData name="鈴木 秀規" userId="f68c5fd9-22d5-4c0a-9833-7fb0f5135313" providerId="ADAL" clId="{F2CAF9F8-F2C6-4EF5-92E4-F89FCD0750B4}" dt="2021-01-12T04:36:59.608" v="0"/>
        <pc:sldMkLst>
          <pc:docMk/>
          <pc:sldMk cId="0" sldId="256"/>
        </pc:sldMkLst>
        <pc:spChg chg="mod">
          <ac:chgData name="鈴木 秀規" userId="f68c5fd9-22d5-4c0a-9833-7fb0f5135313" providerId="ADAL" clId="{F2CAF9F8-F2C6-4EF5-92E4-F89FCD0750B4}" dt="2021-01-12T04:36:59.608" v="0"/>
          <ac:spMkLst>
            <pc:docMk/>
            <pc:sldMk cId="0" sldId="256"/>
            <ac:spMk id="3" creationId="{1AF37D55-893C-40DE-8876-567A09F9C298}"/>
          </ac:spMkLst>
        </pc:spChg>
        <pc:spChg chg="mod">
          <ac:chgData name="鈴木 秀規" userId="f68c5fd9-22d5-4c0a-9833-7fb0f5135313" providerId="ADAL" clId="{F2CAF9F8-F2C6-4EF5-92E4-F89FCD0750B4}" dt="2021-01-12T04:36:59.608" v="0"/>
          <ac:spMkLst>
            <pc:docMk/>
            <pc:sldMk cId="0" sldId="256"/>
            <ac:spMk id="56" creationId="{00000000-0000-0000-0000-000000000000}"/>
          </ac:spMkLst>
        </pc:spChg>
      </pc:sldChg>
      <pc:sldChg chg="modSp del mod">
        <pc:chgData name="鈴木 秀規" userId="f68c5fd9-22d5-4c0a-9833-7fb0f5135313" providerId="ADAL" clId="{F2CAF9F8-F2C6-4EF5-92E4-F89FCD0750B4}" dt="2021-01-12T04:40:43.366" v="27" actId="47"/>
        <pc:sldMkLst>
          <pc:docMk/>
          <pc:sldMk cId="510692425" sldId="259"/>
        </pc:sldMkLst>
        <pc:spChg chg="mod">
          <ac:chgData name="鈴木 秀規" userId="f68c5fd9-22d5-4c0a-9833-7fb0f5135313" providerId="ADAL" clId="{F2CAF9F8-F2C6-4EF5-92E4-F89FCD0750B4}" dt="2021-01-12T04:36:59.608" v="0"/>
          <ac:spMkLst>
            <pc:docMk/>
            <pc:sldMk cId="510692425" sldId="259"/>
            <ac:spMk id="5" creationId="{A3029779-EAC3-4C79-8D54-6C50A59BB25F}"/>
          </ac:spMkLst>
        </pc:spChg>
        <pc:spChg chg="mod">
          <ac:chgData name="鈴木 秀規" userId="f68c5fd9-22d5-4c0a-9833-7fb0f5135313" providerId="ADAL" clId="{F2CAF9F8-F2C6-4EF5-92E4-F89FCD0750B4}" dt="2021-01-12T04:36:59.608" v="0"/>
          <ac:spMkLst>
            <pc:docMk/>
            <pc:sldMk cId="510692425" sldId="259"/>
            <ac:spMk id="6" creationId="{93CAF3DF-C091-49F3-9A99-6DC437D36896}"/>
          </ac:spMkLst>
        </pc:spChg>
        <pc:spChg chg="mod">
          <ac:chgData name="鈴木 秀規" userId="f68c5fd9-22d5-4c0a-9833-7fb0f5135313" providerId="ADAL" clId="{F2CAF9F8-F2C6-4EF5-92E4-F89FCD0750B4}" dt="2021-01-12T04:36:59.608" v="0"/>
          <ac:spMkLst>
            <pc:docMk/>
            <pc:sldMk cId="510692425" sldId="259"/>
            <ac:spMk id="7" creationId="{26125C28-3058-490D-92C2-94CB56CB505F}"/>
          </ac:spMkLst>
        </pc:spChg>
        <pc:spChg chg="mod">
          <ac:chgData name="鈴木 秀規" userId="f68c5fd9-22d5-4c0a-9833-7fb0f5135313" providerId="ADAL" clId="{F2CAF9F8-F2C6-4EF5-92E4-F89FCD0750B4}" dt="2021-01-12T04:38:18.880" v="6" actId="2711"/>
          <ac:spMkLst>
            <pc:docMk/>
            <pc:sldMk cId="510692425" sldId="259"/>
            <ac:spMk id="10" creationId="{3E5F57E8-1388-43AE-8DB4-00724FCD3EB3}"/>
          </ac:spMkLst>
        </pc:spChg>
        <pc:spChg chg="mod">
          <ac:chgData name="鈴木 秀規" userId="f68c5fd9-22d5-4c0a-9833-7fb0f5135313" providerId="ADAL" clId="{F2CAF9F8-F2C6-4EF5-92E4-F89FCD0750B4}" dt="2021-01-12T04:40:35.582" v="24" actId="1076"/>
          <ac:spMkLst>
            <pc:docMk/>
            <pc:sldMk cId="510692425" sldId="259"/>
            <ac:spMk id="16" creationId="{15D20A36-4487-7441-AAC0-662645AC7C25}"/>
          </ac:spMkLst>
        </pc:spChg>
      </pc:sldChg>
      <pc:sldChg chg="modSp">
        <pc:chgData name="鈴木 秀規" userId="f68c5fd9-22d5-4c0a-9833-7fb0f5135313" providerId="ADAL" clId="{F2CAF9F8-F2C6-4EF5-92E4-F89FCD0750B4}" dt="2021-01-12T04:36:59.608" v="0"/>
        <pc:sldMkLst>
          <pc:docMk/>
          <pc:sldMk cId="1511176286" sldId="261"/>
        </pc:sldMkLst>
        <pc:spChg chg="mod">
          <ac:chgData name="鈴木 秀規" userId="f68c5fd9-22d5-4c0a-9833-7fb0f5135313" providerId="ADAL" clId="{F2CAF9F8-F2C6-4EF5-92E4-F89FCD0750B4}" dt="2021-01-12T04:36:59.608" v="0"/>
          <ac:spMkLst>
            <pc:docMk/>
            <pc:sldMk cId="1511176286" sldId="261"/>
            <ac:spMk id="5" creationId="{A3029779-EAC3-4C79-8D54-6C50A59BB25F}"/>
          </ac:spMkLst>
        </pc:spChg>
        <pc:spChg chg="mod">
          <ac:chgData name="鈴木 秀規" userId="f68c5fd9-22d5-4c0a-9833-7fb0f5135313" providerId="ADAL" clId="{F2CAF9F8-F2C6-4EF5-92E4-F89FCD0750B4}" dt="2021-01-12T04:36:59.608" v="0"/>
          <ac:spMkLst>
            <pc:docMk/>
            <pc:sldMk cId="1511176286" sldId="261"/>
            <ac:spMk id="6" creationId="{93CAF3DF-C091-49F3-9A99-6DC437D36896}"/>
          </ac:spMkLst>
        </pc:spChg>
        <pc:spChg chg="mod">
          <ac:chgData name="鈴木 秀規" userId="f68c5fd9-22d5-4c0a-9833-7fb0f5135313" providerId="ADAL" clId="{F2CAF9F8-F2C6-4EF5-92E4-F89FCD0750B4}" dt="2021-01-12T04:36:59.608" v="0"/>
          <ac:spMkLst>
            <pc:docMk/>
            <pc:sldMk cId="1511176286" sldId="261"/>
            <ac:spMk id="7" creationId="{26125C28-3058-490D-92C2-94CB56CB505F}"/>
          </ac:spMkLst>
        </pc:spChg>
      </pc:sldChg>
      <pc:sldChg chg="modSp">
        <pc:chgData name="鈴木 秀規" userId="f68c5fd9-22d5-4c0a-9833-7fb0f5135313" providerId="ADAL" clId="{F2CAF9F8-F2C6-4EF5-92E4-F89FCD0750B4}" dt="2021-01-12T04:36:59.608" v="0"/>
        <pc:sldMkLst>
          <pc:docMk/>
          <pc:sldMk cId="1668843990" sldId="360"/>
        </pc:sldMkLst>
        <pc:spChg chg="mod">
          <ac:chgData name="鈴木 秀規" userId="f68c5fd9-22d5-4c0a-9833-7fb0f5135313" providerId="ADAL" clId="{F2CAF9F8-F2C6-4EF5-92E4-F89FCD0750B4}" dt="2021-01-12T04:36:59.608" v="0"/>
          <ac:spMkLst>
            <pc:docMk/>
            <pc:sldMk cId="1668843990" sldId="360"/>
            <ac:spMk id="2" creationId="{40FB9845-3211-4E75-B8F8-E4AD28A089F9}"/>
          </ac:spMkLst>
        </pc:spChg>
        <pc:spChg chg="mod">
          <ac:chgData name="鈴木 秀規" userId="f68c5fd9-22d5-4c0a-9833-7fb0f5135313" providerId="ADAL" clId="{F2CAF9F8-F2C6-4EF5-92E4-F89FCD0750B4}" dt="2021-01-12T04:36:59.608" v="0"/>
          <ac:spMkLst>
            <pc:docMk/>
            <pc:sldMk cId="1668843990" sldId="360"/>
            <ac:spMk id="4" creationId="{334718C7-3237-4F5B-8C4E-46AD01EC8B16}"/>
          </ac:spMkLst>
        </pc:spChg>
        <pc:spChg chg="mod">
          <ac:chgData name="鈴木 秀規" userId="f68c5fd9-22d5-4c0a-9833-7fb0f5135313" providerId="ADAL" clId="{F2CAF9F8-F2C6-4EF5-92E4-F89FCD0750B4}" dt="2021-01-12T04:36:59.608" v="0"/>
          <ac:spMkLst>
            <pc:docMk/>
            <pc:sldMk cId="1668843990" sldId="360"/>
            <ac:spMk id="6" creationId="{296F413B-E489-4470-92CF-59B185034A28}"/>
          </ac:spMkLst>
        </pc:spChg>
        <pc:spChg chg="mod">
          <ac:chgData name="鈴木 秀規" userId="f68c5fd9-22d5-4c0a-9833-7fb0f5135313" providerId="ADAL" clId="{F2CAF9F8-F2C6-4EF5-92E4-F89FCD0750B4}" dt="2021-01-12T04:36:59.608" v="0"/>
          <ac:spMkLst>
            <pc:docMk/>
            <pc:sldMk cId="1668843990" sldId="360"/>
            <ac:spMk id="7" creationId="{F3941853-6FD3-4122-A071-E1BCBCDF59D4}"/>
          </ac:spMkLst>
        </pc:spChg>
        <pc:spChg chg="mod">
          <ac:chgData name="鈴木 秀規" userId="f68c5fd9-22d5-4c0a-9833-7fb0f5135313" providerId="ADAL" clId="{F2CAF9F8-F2C6-4EF5-92E4-F89FCD0750B4}" dt="2021-01-12T04:36:59.608" v="0"/>
          <ac:spMkLst>
            <pc:docMk/>
            <pc:sldMk cId="1668843990" sldId="360"/>
            <ac:spMk id="9" creationId="{A4832727-EA7F-44D6-A9F2-E4AE0246960A}"/>
          </ac:spMkLst>
        </pc:spChg>
      </pc:sldChg>
      <pc:sldChg chg="modSp">
        <pc:chgData name="鈴木 秀規" userId="f68c5fd9-22d5-4c0a-9833-7fb0f5135313" providerId="ADAL" clId="{F2CAF9F8-F2C6-4EF5-92E4-F89FCD0750B4}" dt="2021-01-12T04:36:59.608" v="0"/>
        <pc:sldMkLst>
          <pc:docMk/>
          <pc:sldMk cId="267129399" sldId="361"/>
        </pc:sldMkLst>
        <pc:spChg chg="mod">
          <ac:chgData name="鈴木 秀規" userId="f68c5fd9-22d5-4c0a-9833-7fb0f5135313" providerId="ADAL" clId="{F2CAF9F8-F2C6-4EF5-92E4-F89FCD0750B4}" dt="2021-01-12T04:36:59.608" v="0"/>
          <ac:spMkLst>
            <pc:docMk/>
            <pc:sldMk cId="267129399" sldId="361"/>
            <ac:spMk id="2" creationId="{8F991990-0DC6-4730-83E5-36F909A6129F}"/>
          </ac:spMkLst>
        </pc:spChg>
        <pc:spChg chg="mod">
          <ac:chgData name="鈴木 秀規" userId="f68c5fd9-22d5-4c0a-9833-7fb0f5135313" providerId="ADAL" clId="{F2CAF9F8-F2C6-4EF5-92E4-F89FCD0750B4}" dt="2021-01-12T04:36:59.608" v="0"/>
          <ac:spMkLst>
            <pc:docMk/>
            <pc:sldMk cId="267129399" sldId="361"/>
            <ac:spMk id="3" creationId="{AA9BFD7B-04B5-49CD-8E91-4AC76C8C681F}"/>
          </ac:spMkLst>
        </pc:spChg>
        <pc:spChg chg="mod">
          <ac:chgData name="鈴木 秀規" userId="f68c5fd9-22d5-4c0a-9833-7fb0f5135313" providerId="ADAL" clId="{F2CAF9F8-F2C6-4EF5-92E4-F89FCD0750B4}" dt="2021-01-12T04:36:59.608" v="0"/>
          <ac:spMkLst>
            <pc:docMk/>
            <pc:sldMk cId="267129399" sldId="361"/>
            <ac:spMk id="4" creationId="{CA8524E1-6DFF-4647-8FD1-738AA4991EDC}"/>
          </ac:spMkLst>
        </pc:spChg>
        <pc:spChg chg="mod">
          <ac:chgData name="鈴木 秀規" userId="f68c5fd9-22d5-4c0a-9833-7fb0f5135313" providerId="ADAL" clId="{F2CAF9F8-F2C6-4EF5-92E4-F89FCD0750B4}" dt="2021-01-12T04:36:59.608" v="0"/>
          <ac:spMkLst>
            <pc:docMk/>
            <pc:sldMk cId="267129399" sldId="361"/>
            <ac:spMk id="5" creationId="{6FFB24F3-38DB-45A5-BA62-DD27EF2E4AA2}"/>
          </ac:spMkLst>
        </pc:spChg>
        <pc:spChg chg="mod">
          <ac:chgData name="鈴木 秀規" userId="f68c5fd9-22d5-4c0a-9833-7fb0f5135313" providerId="ADAL" clId="{F2CAF9F8-F2C6-4EF5-92E4-F89FCD0750B4}" dt="2021-01-12T04:36:59.608" v="0"/>
          <ac:spMkLst>
            <pc:docMk/>
            <pc:sldMk cId="267129399" sldId="361"/>
            <ac:spMk id="6" creationId="{D0F3BEAC-A5EA-4EE4-95C7-0AEC1107FD29}"/>
          </ac:spMkLst>
        </pc:spChg>
      </pc:sldChg>
      <pc:sldChg chg="modSp">
        <pc:chgData name="鈴木 秀規" userId="f68c5fd9-22d5-4c0a-9833-7fb0f5135313" providerId="ADAL" clId="{F2CAF9F8-F2C6-4EF5-92E4-F89FCD0750B4}" dt="2021-01-12T04:36:59.608" v="0"/>
        <pc:sldMkLst>
          <pc:docMk/>
          <pc:sldMk cId="2503862587" sldId="362"/>
        </pc:sldMkLst>
        <pc:spChg chg="mod">
          <ac:chgData name="鈴木 秀規" userId="f68c5fd9-22d5-4c0a-9833-7fb0f5135313" providerId="ADAL" clId="{F2CAF9F8-F2C6-4EF5-92E4-F89FCD0750B4}" dt="2021-01-12T04:36:59.608" v="0"/>
          <ac:spMkLst>
            <pc:docMk/>
            <pc:sldMk cId="2503862587" sldId="362"/>
            <ac:spMk id="2" creationId="{6E4694B3-F66C-2C42-ABF3-667F907DA0DD}"/>
          </ac:spMkLst>
        </pc:spChg>
        <pc:spChg chg="mod">
          <ac:chgData name="鈴木 秀規" userId="f68c5fd9-22d5-4c0a-9833-7fb0f5135313" providerId="ADAL" clId="{F2CAF9F8-F2C6-4EF5-92E4-F89FCD0750B4}" dt="2021-01-12T04:36:59.608" v="0"/>
          <ac:spMkLst>
            <pc:docMk/>
            <pc:sldMk cId="2503862587" sldId="362"/>
            <ac:spMk id="3" creationId="{0AA7DF0E-6130-4E46-AE0F-FC0B82015E51}"/>
          </ac:spMkLst>
        </pc:spChg>
        <pc:spChg chg="mod">
          <ac:chgData name="鈴木 秀規" userId="f68c5fd9-22d5-4c0a-9833-7fb0f5135313" providerId="ADAL" clId="{F2CAF9F8-F2C6-4EF5-92E4-F89FCD0750B4}" dt="2021-01-12T04:36:59.608" v="0"/>
          <ac:spMkLst>
            <pc:docMk/>
            <pc:sldMk cId="2503862587" sldId="362"/>
            <ac:spMk id="4" creationId="{D9FB1868-09BC-2B48-A261-614253F308F0}"/>
          </ac:spMkLst>
        </pc:spChg>
      </pc:sldChg>
      <pc:sldChg chg="modSp del mod">
        <pc:chgData name="鈴木 秀規" userId="f68c5fd9-22d5-4c0a-9833-7fb0f5135313" providerId="ADAL" clId="{F2CAF9F8-F2C6-4EF5-92E4-F89FCD0750B4}" dt="2021-01-12T04:42:06.007" v="43" actId="2696"/>
        <pc:sldMkLst>
          <pc:docMk/>
          <pc:sldMk cId="4089106883" sldId="363"/>
        </pc:sldMkLst>
        <pc:spChg chg="mod">
          <ac:chgData name="鈴木 秀規" userId="f68c5fd9-22d5-4c0a-9833-7fb0f5135313" providerId="ADAL" clId="{F2CAF9F8-F2C6-4EF5-92E4-F89FCD0750B4}" dt="2021-01-12T04:36:59.608" v="0"/>
          <ac:spMkLst>
            <pc:docMk/>
            <pc:sldMk cId="4089106883" sldId="363"/>
            <ac:spMk id="5" creationId="{A3029779-EAC3-4C79-8D54-6C50A59BB25F}"/>
          </ac:spMkLst>
        </pc:spChg>
        <pc:spChg chg="mod">
          <ac:chgData name="鈴木 秀規" userId="f68c5fd9-22d5-4c0a-9833-7fb0f5135313" providerId="ADAL" clId="{F2CAF9F8-F2C6-4EF5-92E4-F89FCD0750B4}" dt="2021-01-12T04:36:59.608" v="0"/>
          <ac:spMkLst>
            <pc:docMk/>
            <pc:sldMk cId="4089106883" sldId="363"/>
            <ac:spMk id="6" creationId="{93CAF3DF-C091-49F3-9A99-6DC437D36896}"/>
          </ac:spMkLst>
        </pc:spChg>
        <pc:spChg chg="mod">
          <ac:chgData name="鈴木 秀規" userId="f68c5fd9-22d5-4c0a-9833-7fb0f5135313" providerId="ADAL" clId="{F2CAF9F8-F2C6-4EF5-92E4-F89FCD0750B4}" dt="2021-01-12T04:36:59.608" v="0"/>
          <ac:spMkLst>
            <pc:docMk/>
            <pc:sldMk cId="4089106883" sldId="363"/>
            <ac:spMk id="7" creationId="{26125C28-3058-490D-92C2-94CB56CB505F}"/>
          </ac:spMkLst>
        </pc:spChg>
        <pc:spChg chg="mod">
          <ac:chgData name="鈴木 秀規" userId="f68c5fd9-22d5-4c0a-9833-7fb0f5135313" providerId="ADAL" clId="{F2CAF9F8-F2C6-4EF5-92E4-F89FCD0750B4}" dt="2021-01-12T04:38:59.453" v="10" actId="2711"/>
          <ac:spMkLst>
            <pc:docMk/>
            <pc:sldMk cId="4089106883" sldId="363"/>
            <ac:spMk id="10" creationId="{3E5F57E8-1388-43AE-8DB4-00724FCD3EB3}"/>
          </ac:spMkLst>
        </pc:spChg>
      </pc:sldChg>
      <pc:sldChg chg="modSp">
        <pc:chgData name="鈴木 秀規" userId="f68c5fd9-22d5-4c0a-9833-7fb0f5135313" providerId="ADAL" clId="{F2CAF9F8-F2C6-4EF5-92E4-F89FCD0750B4}" dt="2021-01-12T04:36:59.608" v="0"/>
        <pc:sldMkLst>
          <pc:docMk/>
          <pc:sldMk cId="3893490019" sldId="364"/>
        </pc:sldMkLst>
        <pc:spChg chg="mod">
          <ac:chgData name="鈴木 秀規" userId="f68c5fd9-22d5-4c0a-9833-7fb0f5135313" providerId="ADAL" clId="{F2CAF9F8-F2C6-4EF5-92E4-F89FCD0750B4}" dt="2021-01-12T04:36:59.608" v="0"/>
          <ac:spMkLst>
            <pc:docMk/>
            <pc:sldMk cId="3893490019" sldId="364"/>
            <ac:spMk id="2" creationId="{7FABB1DA-A90A-BF44-B7B3-D07D46F61CAC}"/>
          </ac:spMkLst>
        </pc:spChg>
        <pc:spChg chg="mod">
          <ac:chgData name="鈴木 秀規" userId="f68c5fd9-22d5-4c0a-9833-7fb0f5135313" providerId="ADAL" clId="{F2CAF9F8-F2C6-4EF5-92E4-F89FCD0750B4}" dt="2021-01-12T04:36:59.608" v="0"/>
          <ac:spMkLst>
            <pc:docMk/>
            <pc:sldMk cId="3893490019" sldId="364"/>
            <ac:spMk id="3" creationId="{3A3F26A6-F565-3340-BD2E-EB9E7892240E}"/>
          </ac:spMkLst>
        </pc:spChg>
        <pc:spChg chg="mod">
          <ac:chgData name="鈴木 秀規" userId="f68c5fd9-22d5-4c0a-9833-7fb0f5135313" providerId="ADAL" clId="{F2CAF9F8-F2C6-4EF5-92E4-F89FCD0750B4}" dt="2021-01-12T04:36:59.608" v="0"/>
          <ac:spMkLst>
            <pc:docMk/>
            <pc:sldMk cId="3893490019" sldId="364"/>
            <ac:spMk id="4" creationId="{F0E6C3C8-6543-4445-AC1D-0374E8CE9FA7}"/>
          </ac:spMkLst>
        </pc:spChg>
        <pc:spChg chg="mod">
          <ac:chgData name="鈴木 秀規" userId="f68c5fd9-22d5-4c0a-9833-7fb0f5135313" providerId="ADAL" clId="{F2CAF9F8-F2C6-4EF5-92E4-F89FCD0750B4}" dt="2021-01-12T04:36:59.608" v="0"/>
          <ac:spMkLst>
            <pc:docMk/>
            <pc:sldMk cId="3893490019" sldId="364"/>
            <ac:spMk id="5" creationId="{2BB4C47D-B980-1C4B-8248-0869FD55EB3D}"/>
          </ac:spMkLst>
        </pc:spChg>
      </pc:sldChg>
      <pc:sldChg chg="modSp mod">
        <pc:chgData name="鈴木 秀規" userId="f68c5fd9-22d5-4c0a-9833-7fb0f5135313" providerId="ADAL" clId="{F2CAF9F8-F2C6-4EF5-92E4-F89FCD0750B4}" dt="2021-01-12T04:44:03.179" v="109" actId="404"/>
        <pc:sldMkLst>
          <pc:docMk/>
          <pc:sldMk cId="2559106598" sldId="365"/>
        </pc:sldMkLst>
        <pc:spChg chg="mod">
          <ac:chgData name="鈴木 秀規" userId="f68c5fd9-22d5-4c0a-9833-7fb0f5135313" providerId="ADAL" clId="{F2CAF9F8-F2C6-4EF5-92E4-F89FCD0750B4}" dt="2021-01-12T04:36:59.608" v="0"/>
          <ac:spMkLst>
            <pc:docMk/>
            <pc:sldMk cId="2559106598" sldId="365"/>
            <ac:spMk id="2" creationId="{78E72CC0-84D7-F940-8547-5CD32644186A}"/>
          </ac:spMkLst>
        </pc:spChg>
        <pc:spChg chg="mod">
          <ac:chgData name="鈴木 秀規" userId="f68c5fd9-22d5-4c0a-9833-7fb0f5135313" providerId="ADAL" clId="{F2CAF9F8-F2C6-4EF5-92E4-F89FCD0750B4}" dt="2021-01-12T04:36:59.608" v="0"/>
          <ac:spMkLst>
            <pc:docMk/>
            <pc:sldMk cId="2559106598" sldId="365"/>
            <ac:spMk id="3" creationId="{570D767C-529D-1D4C-9BD6-2E3AAE679914}"/>
          </ac:spMkLst>
        </pc:spChg>
        <pc:spChg chg="mod">
          <ac:chgData name="鈴木 秀規" userId="f68c5fd9-22d5-4c0a-9833-7fb0f5135313" providerId="ADAL" clId="{F2CAF9F8-F2C6-4EF5-92E4-F89FCD0750B4}" dt="2021-01-12T04:36:59.608" v="0"/>
          <ac:spMkLst>
            <pc:docMk/>
            <pc:sldMk cId="2559106598" sldId="365"/>
            <ac:spMk id="4" creationId="{5C76D554-1D05-0D47-95D6-B29E81E5EAFC}"/>
          </ac:spMkLst>
        </pc:spChg>
        <pc:graphicFrameChg chg="modGraphic">
          <ac:chgData name="鈴木 秀規" userId="f68c5fd9-22d5-4c0a-9833-7fb0f5135313" providerId="ADAL" clId="{F2CAF9F8-F2C6-4EF5-92E4-F89FCD0750B4}" dt="2021-01-12T04:44:03.179" v="109" actId="404"/>
          <ac:graphicFrameMkLst>
            <pc:docMk/>
            <pc:sldMk cId="2559106598" sldId="365"/>
            <ac:graphicFrameMk id="6" creationId="{A5C776C1-5736-6E41-AFE0-D7FC9EBFA87B}"/>
          </ac:graphicFrameMkLst>
        </pc:graphicFrameChg>
      </pc:sldChg>
      <pc:sldChg chg="addSp modSp mod modClrScheme chgLayout">
        <pc:chgData name="鈴木 秀規" userId="f68c5fd9-22d5-4c0a-9833-7fb0f5135313" providerId="ADAL" clId="{F2CAF9F8-F2C6-4EF5-92E4-F89FCD0750B4}" dt="2021-01-12T04:39:39.041" v="13" actId="700"/>
        <pc:sldMkLst>
          <pc:docMk/>
          <pc:sldMk cId="15529201" sldId="367"/>
        </pc:sldMkLst>
        <pc:spChg chg="add mod ord">
          <ac:chgData name="鈴木 秀規" userId="f68c5fd9-22d5-4c0a-9833-7fb0f5135313" providerId="ADAL" clId="{F2CAF9F8-F2C6-4EF5-92E4-F89FCD0750B4}" dt="2021-01-12T04:39:39.041" v="13" actId="700"/>
          <ac:spMkLst>
            <pc:docMk/>
            <pc:sldMk cId="15529201" sldId="367"/>
            <ac:spMk id="3" creationId="{A46A7E87-E7BA-4AD7-A158-ED4B8A59EEAA}"/>
          </ac:spMkLst>
        </pc:spChg>
        <pc:spChg chg="mod ord">
          <ac:chgData name="鈴木 秀規" userId="f68c5fd9-22d5-4c0a-9833-7fb0f5135313" providerId="ADAL" clId="{F2CAF9F8-F2C6-4EF5-92E4-F89FCD0750B4}" dt="2021-01-12T04:39:39.041" v="13" actId="700"/>
          <ac:spMkLst>
            <pc:docMk/>
            <pc:sldMk cId="15529201" sldId="367"/>
            <ac:spMk id="5" creationId="{A3029779-EAC3-4C79-8D54-6C50A59BB25F}"/>
          </ac:spMkLst>
        </pc:spChg>
        <pc:spChg chg="mod ord">
          <ac:chgData name="鈴木 秀規" userId="f68c5fd9-22d5-4c0a-9833-7fb0f5135313" providerId="ADAL" clId="{F2CAF9F8-F2C6-4EF5-92E4-F89FCD0750B4}" dt="2021-01-12T04:39:39.041" v="13" actId="700"/>
          <ac:spMkLst>
            <pc:docMk/>
            <pc:sldMk cId="15529201" sldId="367"/>
            <ac:spMk id="6" creationId="{93CAF3DF-C091-49F3-9A99-6DC437D36896}"/>
          </ac:spMkLst>
        </pc:spChg>
        <pc:spChg chg="mod ord">
          <ac:chgData name="鈴木 秀規" userId="f68c5fd9-22d5-4c0a-9833-7fb0f5135313" providerId="ADAL" clId="{F2CAF9F8-F2C6-4EF5-92E4-F89FCD0750B4}" dt="2021-01-12T04:39:39.041" v="13" actId="700"/>
          <ac:spMkLst>
            <pc:docMk/>
            <pc:sldMk cId="15529201" sldId="367"/>
            <ac:spMk id="7" creationId="{26125C28-3058-490D-92C2-94CB56CB505F}"/>
          </ac:spMkLst>
        </pc:spChg>
        <pc:spChg chg="mod ord">
          <ac:chgData name="鈴木 秀規" userId="f68c5fd9-22d5-4c0a-9833-7fb0f5135313" providerId="ADAL" clId="{F2CAF9F8-F2C6-4EF5-92E4-F89FCD0750B4}" dt="2021-01-12T04:39:39.041" v="13" actId="700"/>
          <ac:spMkLst>
            <pc:docMk/>
            <pc:sldMk cId="15529201" sldId="367"/>
            <ac:spMk id="10" creationId="{3E5F57E8-1388-43AE-8DB4-00724FCD3EB3}"/>
          </ac:spMkLst>
        </pc:spChg>
        <pc:spChg chg="add mod ord">
          <ac:chgData name="鈴木 秀規" userId="f68c5fd9-22d5-4c0a-9833-7fb0f5135313" providerId="ADAL" clId="{F2CAF9F8-F2C6-4EF5-92E4-F89FCD0750B4}" dt="2021-01-12T04:39:39.041" v="13" actId="700"/>
          <ac:spMkLst>
            <pc:docMk/>
            <pc:sldMk cId="15529201" sldId="367"/>
            <ac:spMk id="11" creationId="{3EB9FD6E-422E-4C20-A575-13013610EAF6}"/>
          </ac:spMkLst>
        </pc:spChg>
      </pc:sldChg>
      <pc:sldChg chg="modSp">
        <pc:chgData name="鈴木 秀規" userId="f68c5fd9-22d5-4c0a-9833-7fb0f5135313" providerId="ADAL" clId="{F2CAF9F8-F2C6-4EF5-92E4-F89FCD0750B4}" dt="2021-01-12T04:36:59.608" v="0"/>
        <pc:sldMkLst>
          <pc:docMk/>
          <pc:sldMk cId="1431651866" sldId="368"/>
        </pc:sldMkLst>
        <pc:spChg chg="mod">
          <ac:chgData name="鈴木 秀規" userId="f68c5fd9-22d5-4c0a-9833-7fb0f5135313" providerId="ADAL" clId="{F2CAF9F8-F2C6-4EF5-92E4-F89FCD0750B4}" dt="2021-01-12T04:36:59.608" v="0"/>
          <ac:spMkLst>
            <pc:docMk/>
            <pc:sldMk cId="1431651866" sldId="368"/>
            <ac:spMk id="2" creationId="{78E72CC0-84D7-F940-8547-5CD32644186A}"/>
          </ac:spMkLst>
        </pc:spChg>
        <pc:spChg chg="mod">
          <ac:chgData name="鈴木 秀規" userId="f68c5fd9-22d5-4c0a-9833-7fb0f5135313" providerId="ADAL" clId="{F2CAF9F8-F2C6-4EF5-92E4-F89FCD0750B4}" dt="2021-01-12T04:36:59.608" v="0"/>
          <ac:spMkLst>
            <pc:docMk/>
            <pc:sldMk cId="1431651866" sldId="368"/>
            <ac:spMk id="3" creationId="{570D767C-529D-1D4C-9BD6-2E3AAE679914}"/>
          </ac:spMkLst>
        </pc:spChg>
        <pc:spChg chg="mod">
          <ac:chgData name="鈴木 秀規" userId="f68c5fd9-22d5-4c0a-9833-7fb0f5135313" providerId="ADAL" clId="{F2CAF9F8-F2C6-4EF5-92E4-F89FCD0750B4}" dt="2021-01-12T04:36:59.608" v="0"/>
          <ac:spMkLst>
            <pc:docMk/>
            <pc:sldMk cId="1431651866" sldId="368"/>
            <ac:spMk id="4" creationId="{5C76D554-1D05-0D47-95D6-B29E81E5EAFC}"/>
          </ac:spMkLst>
        </pc:spChg>
      </pc:sldChg>
      <pc:sldChg chg="modSp del mod">
        <pc:chgData name="鈴木 秀規" userId="f68c5fd9-22d5-4c0a-9833-7fb0f5135313" providerId="ADAL" clId="{F2CAF9F8-F2C6-4EF5-92E4-F89FCD0750B4}" dt="2021-01-12T04:45:04.577" v="148" actId="2696"/>
        <pc:sldMkLst>
          <pc:docMk/>
          <pc:sldMk cId="3018498330" sldId="369"/>
        </pc:sldMkLst>
        <pc:spChg chg="mod">
          <ac:chgData name="鈴木 秀規" userId="f68c5fd9-22d5-4c0a-9833-7fb0f5135313" providerId="ADAL" clId="{F2CAF9F8-F2C6-4EF5-92E4-F89FCD0750B4}" dt="2021-01-12T04:36:59.608" v="0"/>
          <ac:spMkLst>
            <pc:docMk/>
            <pc:sldMk cId="3018498330" sldId="369"/>
            <ac:spMk id="2" creationId="{66EC7532-098F-E543-A5F5-DCE2A43E7B47}"/>
          </ac:spMkLst>
        </pc:spChg>
        <pc:spChg chg="mod">
          <ac:chgData name="鈴木 秀規" userId="f68c5fd9-22d5-4c0a-9833-7fb0f5135313" providerId="ADAL" clId="{F2CAF9F8-F2C6-4EF5-92E4-F89FCD0750B4}" dt="2021-01-12T04:36:59.608" v="0"/>
          <ac:spMkLst>
            <pc:docMk/>
            <pc:sldMk cId="3018498330" sldId="369"/>
            <ac:spMk id="3" creationId="{F1C6C295-7820-0949-875F-EAF056230447}"/>
          </ac:spMkLst>
        </pc:spChg>
        <pc:spChg chg="mod">
          <ac:chgData name="鈴木 秀規" userId="f68c5fd9-22d5-4c0a-9833-7fb0f5135313" providerId="ADAL" clId="{F2CAF9F8-F2C6-4EF5-92E4-F89FCD0750B4}" dt="2021-01-12T04:36:59.608" v="0"/>
          <ac:spMkLst>
            <pc:docMk/>
            <pc:sldMk cId="3018498330" sldId="369"/>
            <ac:spMk id="4" creationId="{0B3C1CED-6132-7648-873E-BC90BCD14454}"/>
          </ac:spMkLst>
        </pc:spChg>
        <pc:spChg chg="mod">
          <ac:chgData name="鈴木 秀規" userId="f68c5fd9-22d5-4c0a-9833-7fb0f5135313" providerId="ADAL" clId="{F2CAF9F8-F2C6-4EF5-92E4-F89FCD0750B4}" dt="2021-01-12T04:44:48.619" v="146" actId="21"/>
          <ac:spMkLst>
            <pc:docMk/>
            <pc:sldMk cId="3018498330" sldId="369"/>
            <ac:spMk id="5" creationId="{6B35BADF-F225-2348-897F-AF9752777AC5}"/>
          </ac:spMkLst>
        </pc:spChg>
      </pc:sldChg>
      <pc:sldChg chg="modSp add del mod">
        <pc:chgData name="鈴木 秀規" userId="f68c5fd9-22d5-4c0a-9833-7fb0f5135313" providerId="ADAL" clId="{F2CAF9F8-F2C6-4EF5-92E4-F89FCD0750B4}" dt="2021-01-12T05:39:59.693" v="1538" actId="20577"/>
        <pc:sldMkLst>
          <pc:docMk/>
          <pc:sldMk cId="3805279594" sldId="370"/>
        </pc:sldMkLst>
        <pc:spChg chg="mod">
          <ac:chgData name="鈴木 秀規" userId="f68c5fd9-22d5-4c0a-9833-7fb0f5135313" providerId="ADAL" clId="{F2CAF9F8-F2C6-4EF5-92E4-F89FCD0750B4}" dt="2021-01-12T04:36:59.608" v="0"/>
          <ac:spMkLst>
            <pc:docMk/>
            <pc:sldMk cId="3805279594" sldId="370"/>
            <ac:spMk id="2" creationId="{BBE8F2DC-477F-4A46-AA45-FC9B49760439}"/>
          </ac:spMkLst>
        </pc:spChg>
        <pc:spChg chg="mod">
          <ac:chgData name="鈴木 秀規" userId="f68c5fd9-22d5-4c0a-9833-7fb0f5135313" providerId="ADAL" clId="{F2CAF9F8-F2C6-4EF5-92E4-F89FCD0750B4}" dt="2021-01-12T04:36:59.608" v="0"/>
          <ac:spMkLst>
            <pc:docMk/>
            <pc:sldMk cId="3805279594" sldId="370"/>
            <ac:spMk id="3" creationId="{9CB86EFC-2A3F-214C-A2A0-00EB1AC0E3F3}"/>
          </ac:spMkLst>
        </pc:spChg>
        <pc:spChg chg="mod">
          <ac:chgData name="鈴木 秀規" userId="f68c5fd9-22d5-4c0a-9833-7fb0f5135313" providerId="ADAL" clId="{F2CAF9F8-F2C6-4EF5-92E4-F89FCD0750B4}" dt="2021-01-12T04:36:59.608" v="0"/>
          <ac:spMkLst>
            <pc:docMk/>
            <pc:sldMk cId="3805279594" sldId="370"/>
            <ac:spMk id="4" creationId="{767846D2-8A50-CE4D-B292-AB4CB00FC300}"/>
          </ac:spMkLst>
        </pc:spChg>
        <pc:spChg chg="mod">
          <ac:chgData name="鈴木 秀規" userId="f68c5fd9-22d5-4c0a-9833-7fb0f5135313" providerId="ADAL" clId="{F2CAF9F8-F2C6-4EF5-92E4-F89FCD0750B4}" dt="2021-01-12T05:39:59.693" v="1538" actId="20577"/>
          <ac:spMkLst>
            <pc:docMk/>
            <pc:sldMk cId="3805279594" sldId="370"/>
            <ac:spMk id="5" creationId="{D9D24A15-605C-D342-9DF6-15A80C8E63C7}"/>
          </ac:spMkLst>
        </pc:spChg>
      </pc:sldChg>
      <pc:sldChg chg="modSp">
        <pc:chgData name="鈴木 秀規" userId="f68c5fd9-22d5-4c0a-9833-7fb0f5135313" providerId="ADAL" clId="{F2CAF9F8-F2C6-4EF5-92E4-F89FCD0750B4}" dt="2021-01-12T04:36:59.608" v="0"/>
        <pc:sldMkLst>
          <pc:docMk/>
          <pc:sldMk cId="2800751255" sldId="371"/>
        </pc:sldMkLst>
        <pc:spChg chg="mod">
          <ac:chgData name="鈴木 秀規" userId="f68c5fd9-22d5-4c0a-9833-7fb0f5135313" providerId="ADAL" clId="{F2CAF9F8-F2C6-4EF5-92E4-F89FCD0750B4}" dt="2021-01-12T04:36:59.608" v="0"/>
          <ac:spMkLst>
            <pc:docMk/>
            <pc:sldMk cId="2800751255" sldId="371"/>
            <ac:spMk id="2" creationId="{992F612E-920E-DB42-831C-9A43B943FD23}"/>
          </ac:spMkLst>
        </pc:spChg>
        <pc:spChg chg="mod">
          <ac:chgData name="鈴木 秀規" userId="f68c5fd9-22d5-4c0a-9833-7fb0f5135313" providerId="ADAL" clId="{F2CAF9F8-F2C6-4EF5-92E4-F89FCD0750B4}" dt="2021-01-12T04:36:59.608" v="0"/>
          <ac:spMkLst>
            <pc:docMk/>
            <pc:sldMk cId="2800751255" sldId="371"/>
            <ac:spMk id="3" creationId="{86AF2C75-7C50-5545-B86A-AB0C1071AFF0}"/>
          </ac:spMkLst>
        </pc:spChg>
        <pc:spChg chg="mod">
          <ac:chgData name="鈴木 秀規" userId="f68c5fd9-22d5-4c0a-9833-7fb0f5135313" providerId="ADAL" clId="{F2CAF9F8-F2C6-4EF5-92E4-F89FCD0750B4}" dt="2021-01-12T04:36:59.608" v="0"/>
          <ac:spMkLst>
            <pc:docMk/>
            <pc:sldMk cId="2800751255" sldId="371"/>
            <ac:spMk id="4" creationId="{3D4BFF4A-92E9-3741-A870-60BBC65CCFE0}"/>
          </ac:spMkLst>
        </pc:spChg>
        <pc:spChg chg="mod">
          <ac:chgData name="鈴木 秀規" userId="f68c5fd9-22d5-4c0a-9833-7fb0f5135313" providerId="ADAL" clId="{F2CAF9F8-F2C6-4EF5-92E4-F89FCD0750B4}" dt="2021-01-12T04:36:59.608" v="0"/>
          <ac:spMkLst>
            <pc:docMk/>
            <pc:sldMk cId="2800751255" sldId="371"/>
            <ac:spMk id="5" creationId="{199D3E35-553D-E34C-ABB7-3B8D9DB70C07}"/>
          </ac:spMkLst>
        </pc:spChg>
      </pc:sldChg>
      <pc:sldChg chg="addSp delSp modSp new mod modClrScheme chgLayout">
        <pc:chgData name="鈴木 秀規" userId="f68c5fd9-22d5-4c0a-9833-7fb0f5135313" providerId="ADAL" clId="{F2CAF9F8-F2C6-4EF5-92E4-F89FCD0750B4}" dt="2021-01-12T04:42:45.469" v="105"/>
        <pc:sldMkLst>
          <pc:docMk/>
          <pc:sldMk cId="172008769" sldId="372"/>
        </pc:sldMkLst>
        <pc:spChg chg="del mod ord">
          <ac:chgData name="鈴木 秀規" userId="f68c5fd9-22d5-4c0a-9833-7fb0f5135313" providerId="ADAL" clId="{F2CAF9F8-F2C6-4EF5-92E4-F89FCD0750B4}" dt="2021-01-12T04:39:53.274" v="15" actId="700"/>
          <ac:spMkLst>
            <pc:docMk/>
            <pc:sldMk cId="172008769" sldId="372"/>
            <ac:spMk id="2" creationId="{EDE75749-E2ED-4EBC-AD20-E2D500F203D8}"/>
          </ac:spMkLst>
        </pc:spChg>
        <pc:spChg chg="mod ord">
          <ac:chgData name="鈴木 秀規" userId="f68c5fd9-22d5-4c0a-9833-7fb0f5135313" providerId="ADAL" clId="{F2CAF9F8-F2C6-4EF5-92E4-F89FCD0750B4}" dt="2021-01-12T04:39:53.274" v="15" actId="700"/>
          <ac:spMkLst>
            <pc:docMk/>
            <pc:sldMk cId="172008769" sldId="372"/>
            <ac:spMk id="3" creationId="{1B7C07C9-FEE3-4AC9-9F75-8ED3972B0330}"/>
          </ac:spMkLst>
        </pc:spChg>
        <pc:spChg chg="mod ord">
          <ac:chgData name="鈴木 秀規" userId="f68c5fd9-22d5-4c0a-9833-7fb0f5135313" providerId="ADAL" clId="{F2CAF9F8-F2C6-4EF5-92E4-F89FCD0750B4}" dt="2021-01-12T04:39:53.274" v="15" actId="700"/>
          <ac:spMkLst>
            <pc:docMk/>
            <pc:sldMk cId="172008769" sldId="372"/>
            <ac:spMk id="4" creationId="{09A94BC2-F42C-4D26-AFF8-47587794D6DB}"/>
          </ac:spMkLst>
        </pc:spChg>
        <pc:spChg chg="del mod ord">
          <ac:chgData name="鈴木 秀規" userId="f68c5fd9-22d5-4c0a-9833-7fb0f5135313" providerId="ADAL" clId="{F2CAF9F8-F2C6-4EF5-92E4-F89FCD0750B4}" dt="2021-01-12T04:39:53.274" v="15" actId="700"/>
          <ac:spMkLst>
            <pc:docMk/>
            <pc:sldMk cId="172008769" sldId="372"/>
            <ac:spMk id="5" creationId="{582A0B60-E9CC-4AAA-BC40-C52C15034634}"/>
          </ac:spMkLst>
        </pc:spChg>
        <pc:spChg chg="add mod ord">
          <ac:chgData name="鈴木 秀規" userId="f68c5fd9-22d5-4c0a-9833-7fb0f5135313" providerId="ADAL" clId="{F2CAF9F8-F2C6-4EF5-92E4-F89FCD0750B4}" dt="2021-01-12T04:42:45.469" v="105"/>
          <ac:spMkLst>
            <pc:docMk/>
            <pc:sldMk cId="172008769" sldId="372"/>
            <ac:spMk id="6" creationId="{3706AB8D-A382-42EF-9DE4-041BFCABF741}"/>
          </ac:spMkLst>
        </pc:spChg>
        <pc:spChg chg="add mod ord">
          <ac:chgData name="鈴木 秀規" userId="f68c5fd9-22d5-4c0a-9833-7fb0f5135313" providerId="ADAL" clId="{F2CAF9F8-F2C6-4EF5-92E4-F89FCD0750B4}" dt="2021-01-12T04:41:32.672" v="38" actId="14100"/>
          <ac:spMkLst>
            <pc:docMk/>
            <pc:sldMk cId="172008769" sldId="372"/>
            <ac:spMk id="7" creationId="{672739A4-DFB9-47C7-9258-80F9236238A4}"/>
          </ac:spMkLst>
        </pc:spChg>
        <pc:spChg chg="add mod ord">
          <ac:chgData name="鈴木 秀規" userId="f68c5fd9-22d5-4c0a-9833-7fb0f5135313" providerId="ADAL" clId="{F2CAF9F8-F2C6-4EF5-92E4-F89FCD0750B4}" dt="2021-01-12T04:41:26.967" v="36" actId="14100"/>
          <ac:spMkLst>
            <pc:docMk/>
            <pc:sldMk cId="172008769" sldId="372"/>
            <ac:spMk id="8" creationId="{1A8BB172-35AF-4185-A46A-ED93D3A7D7C5}"/>
          </ac:spMkLst>
        </pc:spChg>
        <pc:spChg chg="add mod ord">
          <ac:chgData name="鈴木 秀規" userId="f68c5fd9-22d5-4c0a-9833-7fb0f5135313" providerId="ADAL" clId="{F2CAF9F8-F2C6-4EF5-92E4-F89FCD0750B4}" dt="2021-01-12T04:39:53.274" v="15" actId="700"/>
          <ac:spMkLst>
            <pc:docMk/>
            <pc:sldMk cId="172008769" sldId="372"/>
            <ac:spMk id="9" creationId="{C8049898-5D79-42B6-B7CD-2DF86C0BA5FA}"/>
          </ac:spMkLst>
        </pc:spChg>
        <pc:spChg chg="add mod">
          <ac:chgData name="鈴木 秀規" userId="f68c5fd9-22d5-4c0a-9833-7fb0f5135313" providerId="ADAL" clId="{F2CAF9F8-F2C6-4EF5-92E4-F89FCD0750B4}" dt="2021-01-12T04:40:41.557" v="26" actId="14100"/>
          <ac:spMkLst>
            <pc:docMk/>
            <pc:sldMk cId="172008769" sldId="372"/>
            <ac:spMk id="10" creationId="{0AFC5742-3896-4E4B-91EB-5143E04BDFE8}"/>
          </ac:spMkLst>
        </pc:spChg>
      </pc:sldChg>
      <pc:sldChg chg="addSp delSp modSp new mod modClrScheme chgLayout">
        <pc:chgData name="鈴木 秀規" userId="f68c5fd9-22d5-4c0a-9833-7fb0f5135313" providerId="ADAL" clId="{F2CAF9F8-F2C6-4EF5-92E4-F89FCD0750B4}" dt="2021-01-12T04:42:02.973" v="42"/>
        <pc:sldMkLst>
          <pc:docMk/>
          <pc:sldMk cId="1008457363" sldId="373"/>
        </pc:sldMkLst>
        <pc:spChg chg="del mod ord">
          <ac:chgData name="鈴木 秀規" userId="f68c5fd9-22d5-4c0a-9833-7fb0f5135313" providerId="ADAL" clId="{F2CAF9F8-F2C6-4EF5-92E4-F89FCD0750B4}" dt="2021-01-12T04:40:55.323" v="29" actId="700"/>
          <ac:spMkLst>
            <pc:docMk/>
            <pc:sldMk cId="1008457363" sldId="373"/>
            <ac:spMk id="2" creationId="{D5A74365-A189-4C93-B3B0-6C8512FA2BB5}"/>
          </ac:spMkLst>
        </pc:spChg>
        <pc:spChg chg="mod ord">
          <ac:chgData name="鈴木 秀規" userId="f68c5fd9-22d5-4c0a-9833-7fb0f5135313" providerId="ADAL" clId="{F2CAF9F8-F2C6-4EF5-92E4-F89FCD0750B4}" dt="2021-01-12T04:40:55.323" v="29" actId="700"/>
          <ac:spMkLst>
            <pc:docMk/>
            <pc:sldMk cId="1008457363" sldId="373"/>
            <ac:spMk id="3" creationId="{F54F27B3-DDBF-476A-AD49-46F9A05EE6D4}"/>
          </ac:spMkLst>
        </pc:spChg>
        <pc:spChg chg="mod ord">
          <ac:chgData name="鈴木 秀規" userId="f68c5fd9-22d5-4c0a-9833-7fb0f5135313" providerId="ADAL" clId="{F2CAF9F8-F2C6-4EF5-92E4-F89FCD0750B4}" dt="2021-01-12T04:40:55.323" v="29" actId="700"/>
          <ac:spMkLst>
            <pc:docMk/>
            <pc:sldMk cId="1008457363" sldId="373"/>
            <ac:spMk id="4" creationId="{BFC7A35D-1013-4B1B-8268-48793F136D4C}"/>
          </ac:spMkLst>
        </pc:spChg>
        <pc:spChg chg="del mod ord">
          <ac:chgData name="鈴木 秀規" userId="f68c5fd9-22d5-4c0a-9833-7fb0f5135313" providerId="ADAL" clId="{F2CAF9F8-F2C6-4EF5-92E4-F89FCD0750B4}" dt="2021-01-12T04:40:55.323" v="29" actId="700"/>
          <ac:spMkLst>
            <pc:docMk/>
            <pc:sldMk cId="1008457363" sldId="373"/>
            <ac:spMk id="5" creationId="{9EA3119A-959C-4217-9181-5382384A593C}"/>
          </ac:spMkLst>
        </pc:spChg>
        <pc:spChg chg="add mod ord">
          <ac:chgData name="鈴木 秀規" userId="f68c5fd9-22d5-4c0a-9833-7fb0f5135313" providerId="ADAL" clId="{F2CAF9F8-F2C6-4EF5-92E4-F89FCD0750B4}" dt="2021-01-12T04:42:02.973" v="42"/>
          <ac:spMkLst>
            <pc:docMk/>
            <pc:sldMk cId="1008457363" sldId="373"/>
            <ac:spMk id="6" creationId="{0F81E6C4-7841-4153-9948-3830F64F1715}"/>
          </ac:spMkLst>
        </pc:spChg>
        <pc:spChg chg="add mod ord">
          <ac:chgData name="鈴木 秀規" userId="f68c5fd9-22d5-4c0a-9833-7fb0f5135313" providerId="ADAL" clId="{F2CAF9F8-F2C6-4EF5-92E4-F89FCD0750B4}" dt="2021-01-12T04:41:52.814" v="41" actId="12"/>
          <ac:spMkLst>
            <pc:docMk/>
            <pc:sldMk cId="1008457363" sldId="373"/>
            <ac:spMk id="7" creationId="{159221FC-71BC-49E4-B207-1A3CE6BB9F63}"/>
          </ac:spMkLst>
        </pc:spChg>
        <pc:spChg chg="add mod ord">
          <ac:chgData name="鈴木 秀規" userId="f68c5fd9-22d5-4c0a-9833-7fb0f5135313" providerId="ADAL" clId="{F2CAF9F8-F2C6-4EF5-92E4-F89FCD0750B4}" dt="2021-01-12T04:41:18.178" v="34" actId="14100"/>
          <ac:spMkLst>
            <pc:docMk/>
            <pc:sldMk cId="1008457363" sldId="373"/>
            <ac:spMk id="8" creationId="{DC47DB6E-DE5F-461B-8DA6-D7E7BFB3D9CA}"/>
          </ac:spMkLst>
        </pc:spChg>
        <pc:spChg chg="add mod ord">
          <ac:chgData name="鈴木 秀規" userId="f68c5fd9-22d5-4c0a-9833-7fb0f5135313" providerId="ADAL" clId="{F2CAF9F8-F2C6-4EF5-92E4-F89FCD0750B4}" dt="2021-01-12T04:40:55.323" v="29" actId="700"/>
          <ac:spMkLst>
            <pc:docMk/>
            <pc:sldMk cId="1008457363" sldId="373"/>
            <ac:spMk id="9" creationId="{3B4B4B26-E1BE-4F2F-85DB-B4EB50CCB2D1}"/>
          </ac:spMkLst>
        </pc:spChg>
      </pc:sldChg>
      <pc:sldChg chg="addSp delSp modSp new mod modClrScheme chgLayout">
        <pc:chgData name="鈴木 秀規" userId="f68c5fd9-22d5-4c0a-9833-7fb0f5135313" providerId="ADAL" clId="{F2CAF9F8-F2C6-4EF5-92E4-F89FCD0750B4}" dt="2021-01-12T04:44:51.548" v="147"/>
        <pc:sldMkLst>
          <pc:docMk/>
          <pc:sldMk cId="3737915234" sldId="374"/>
        </pc:sldMkLst>
        <pc:spChg chg="mod ord">
          <ac:chgData name="鈴木 秀規" userId="f68c5fd9-22d5-4c0a-9833-7fb0f5135313" providerId="ADAL" clId="{F2CAF9F8-F2C6-4EF5-92E4-F89FCD0750B4}" dt="2021-01-12T04:44:33.807" v="142" actId="700"/>
          <ac:spMkLst>
            <pc:docMk/>
            <pc:sldMk cId="3737915234" sldId="374"/>
            <ac:spMk id="2" creationId="{9466E67F-A1F2-462A-8B06-314F87C8BA83}"/>
          </ac:spMkLst>
        </pc:spChg>
        <pc:spChg chg="mod ord">
          <ac:chgData name="鈴木 秀規" userId="f68c5fd9-22d5-4c0a-9833-7fb0f5135313" providerId="ADAL" clId="{F2CAF9F8-F2C6-4EF5-92E4-F89FCD0750B4}" dt="2021-01-12T04:44:33.807" v="142" actId="700"/>
          <ac:spMkLst>
            <pc:docMk/>
            <pc:sldMk cId="3737915234" sldId="374"/>
            <ac:spMk id="3" creationId="{1DE0415C-E48A-4AF4-8F9E-DB5D2F3B8DC4}"/>
          </ac:spMkLst>
        </pc:spChg>
        <pc:spChg chg="mod ord">
          <ac:chgData name="鈴木 秀規" userId="f68c5fd9-22d5-4c0a-9833-7fb0f5135313" providerId="ADAL" clId="{F2CAF9F8-F2C6-4EF5-92E4-F89FCD0750B4}" dt="2021-01-12T04:44:33.807" v="142" actId="700"/>
          <ac:spMkLst>
            <pc:docMk/>
            <pc:sldMk cId="3737915234" sldId="374"/>
            <ac:spMk id="4" creationId="{36FC556F-0723-4C5F-A039-1D203A1D9525}"/>
          </ac:spMkLst>
        </pc:spChg>
        <pc:spChg chg="del mod ord">
          <ac:chgData name="鈴木 秀規" userId="f68c5fd9-22d5-4c0a-9833-7fb0f5135313" providerId="ADAL" clId="{F2CAF9F8-F2C6-4EF5-92E4-F89FCD0750B4}" dt="2021-01-12T04:44:33.807" v="142" actId="700"/>
          <ac:spMkLst>
            <pc:docMk/>
            <pc:sldMk cId="3737915234" sldId="374"/>
            <ac:spMk id="5" creationId="{9D708A63-5874-4698-9BE5-1B78DC29678C}"/>
          </ac:spMkLst>
        </pc:spChg>
        <pc:spChg chg="add mod ord">
          <ac:chgData name="鈴木 秀規" userId="f68c5fd9-22d5-4c0a-9833-7fb0f5135313" providerId="ADAL" clId="{F2CAF9F8-F2C6-4EF5-92E4-F89FCD0750B4}" dt="2021-01-12T04:44:51.548" v="147"/>
          <ac:spMkLst>
            <pc:docMk/>
            <pc:sldMk cId="3737915234" sldId="374"/>
            <ac:spMk id="6" creationId="{C432C4E8-0B5A-4C2B-8846-B339E936A91E}"/>
          </ac:spMkLst>
        </pc:spChg>
        <pc:spChg chg="add mod ord">
          <ac:chgData name="鈴木 秀規" userId="f68c5fd9-22d5-4c0a-9833-7fb0f5135313" providerId="ADAL" clId="{F2CAF9F8-F2C6-4EF5-92E4-F89FCD0750B4}" dt="2021-01-12T04:44:42.958" v="144"/>
          <ac:spMkLst>
            <pc:docMk/>
            <pc:sldMk cId="3737915234" sldId="374"/>
            <ac:spMk id="7" creationId="{31C02CBD-7ED6-4CBF-A496-E15298AADFDF}"/>
          </ac:spMkLst>
        </pc:spChg>
        <pc:spChg chg="add mod ord">
          <ac:chgData name="鈴木 秀規" userId="f68c5fd9-22d5-4c0a-9833-7fb0f5135313" providerId="ADAL" clId="{F2CAF9F8-F2C6-4EF5-92E4-F89FCD0750B4}" dt="2021-01-12T04:44:33.807" v="142" actId="700"/>
          <ac:spMkLst>
            <pc:docMk/>
            <pc:sldMk cId="3737915234" sldId="374"/>
            <ac:spMk id="8" creationId="{D6FFEB15-7139-462A-8791-46ED965A014E}"/>
          </ac:spMkLst>
        </pc:spChg>
      </pc:sldChg>
      <pc:sldMasterChg chg="delSldLayout">
        <pc:chgData name="鈴木 秀規" userId="f68c5fd9-22d5-4c0a-9833-7fb0f5135313" providerId="ADAL" clId="{F2CAF9F8-F2C6-4EF5-92E4-F89FCD0750B4}" dt="2021-01-12T04:42:06.007" v="43" actId="2696"/>
        <pc:sldMasterMkLst>
          <pc:docMk/>
          <pc:sldMasterMk cId="2644497443" sldId="2147483665"/>
        </pc:sldMasterMkLst>
        <pc:sldLayoutChg chg="del">
          <pc:chgData name="鈴木 秀規" userId="f68c5fd9-22d5-4c0a-9833-7fb0f5135313" providerId="ADAL" clId="{F2CAF9F8-F2C6-4EF5-92E4-F89FCD0750B4}" dt="2021-01-12T04:42:06.007" v="43" actId="2696"/>
          <pc:sldLayoutMkLst>
            <pc:docMk/>
            <pc:sldMasterMk cId="2644497443" sldId="2147483665"/>
            <pc:sldLayoutMk cId="3199053706" sldId="2147483673"/>
          </pc:sldLayoutMkLst>
        </pc:sldLayoutChg>
      </pc:sldMasterChg>
    </pc:docChg>
  </pc:docChgLst>
  <pc:docChgLst>
    <pc:chgData name="鈴木 秀規" userId="f68c5fd9-22d5-4c0a-9833-7fb0f5135313" providerId="ADAL" clId="{89E477C8-882C-4DDE-9C80-DFB373724EDC}"/>
    <pc:docChg chg="undo custSel addSld delSld modSld sldOrd">
      <pc:chgData name="鈴木 秀規" userId="f68c5fd9-22d5-4c0a-9833-7fb0f5135313" providerId="ADAL" clId="{89E477C8-882C-4DDE-9C80-DFB373724EDC}" dt="2021-01-28T02:04:03.219" v="2314" actId="207"/>
      <pc:docMkLst>
        <pc:docMk/>
      </pc:docMkLst>
      <pc:sldChg chg="modSp mod">
        <pc:chgData name="鈴木 秀規" userId="f68c5fd9-22d5-4c0a-9833-7fb0f5135313" providerId="ADAL" clId="{89E477C8-882C-4DDE-9C80-DFB373724EDC}" dt="2021-01-26T07:45:28.115" v="1" actId="20577"/>
        <pc:sldMkLst>
          <pc:docMk/>
          <pc:sldMk cId="0" sldId="256"/>
        </pc:sldMkLst>
        <pc:spChg chg="mod">
          <ac:chgData name="鈴木 秀規" userId="f68c5fd9-22d5-4c0a-9833-7fb0f5135313" providerId="ADAL" clId="{89E477C8-882C-4DDE-9C80-DFB373724EDC}" dt="2021-01-26T07:45:28.115" v="1" actId="20577"/>
          <ac:spMkLst>
            <pc:docMk/>
            <pc:sldMk cId="0" sldId="256"/>
            <ac:spMk id="56" creationId="{00000000-0000-0000-0000-000000000000}"/>
          </ac:spMkLst>
        </pc:spChg>
      </pc:sldChg>
      <pc:sldChg chg="addSp delSp modSp mod">
        <pc:chgData name="鈴木 秀規" userId="f68c5fd9-22d5-4c0a-9833-7fb0f5135313" providerId="ADAL" clId="{89E477C8-882C-4DDE-9C80-DFB373724EDC}" dt="2021-01-26T08:03:59.120" v="443" actId="207"/>
        <pc:sldMkLst>
          <pc:docMk/>
          <pc:sldMk cId="1859091905" sldId="362"/>
        </pc:sldMkLst>
        <pc:spChg chg="add del">
          <ac:chgData name="鈴木 秀規" userId="f68c5fd9-22d5-4c0a-9833-7fb0f5135313" providerId="ADAL" clId="{89E477C8-882C-4DDE-9C80-DFB373724EDC}" dt="2021-01-26T07:47:23.226" v="17" actId="478"/>
          <ac:spMkLst>
            <pc:docMk/>
            <pc:sldMk cId="1859091905" sldId="362"/>
            <ac:spMk id="2" creationId="{92E5F6D1-4805-4635-9E4D-3BD3DD954908}"/>
          </ac:spMkLst>
        </pc:spChg>
        <pc:spChg chg="add del mod">
          <ac:chgData name="鈴木 秀規" userId="f68c5fd9-22d5-4c0a-9833-7fb0f5135313" providerId="ADAL" clId="{89E477C8-882C-4DDE-9C80-DFB373724EDC}" dt="2021-01-26T07:49:07.797" v="44" actId="478"/>
          <ac:spMkLst>
            <pc:docMk/>
            <pc:sldMk cId="1859091905" sldId="362"/>
            <ac:spMk id="3" creationId="{0E0814CB-A348-4B0A-BCC8-27662E7B5990}"/>
          </ac:spMkLst>
        </pc:spChg>
        <pc:spChg chg="add del mod">
          <ac:chgData name="鈴木 秀規" userId="f68c5fd9-22d5-4c0a-9833-7fb0f5135313" providerId="ADAL" clId="{89E477C8-882C-4DDE-9C80-DFB373724EDC}" dt="2021-01-26T07:46:52.778" v="10" actId="478"/>
          <ac:spMkLst>
            <pc:docMk/>
            <pc:sldMk cId="1859091905" sldId="362"/>
            <ac:spMk id="6" creationId="{0265A560-2DAC-4386-AADC-248233F94E1E}"/>
          </ac:spMkLst>
        </pc:spChg>
        <pc:spChg chg="mod">
          <ac:chgData name="鈴木 秀規" userId="f68c5fd9-22d5-4c0a-9833-7fb0f5135313" providerId="ADAL" clId="{89E477C8-882C-4DDE-9C80-DFB373724EDC}" dt="2021-01-26T07:45:55.396" v="3"/>
          <ac:spMkLst>
            <pc:docMk/>
            <pc:sldMk cId="1859091905" sldId="362"/>
            <ac:spMk id="7" creationId="{58177CF6-E256-4D88-B489-5F2EFF09AC4C}"/>
          </ac:spMkLst>
        </pc:spChg>
        <pc:spChg chg="mod">
          <ac:chgData name="鈴木 秀規" userId="f68c5fd9-22d5-4c0a-9833-7fb0f5135313" providerId="ADAL" clId="{89E477C8-882C-4DDE-9C80-DFB373724EDC}" dt="2021-01-26T07:46:49.158" v="7" actId="14100"/>
          <ac:spMkLst>
            <pc:docMk/>
            <pc:sldMk cId="1859091905" sldId="362"/>
            <ac:spMk id="8" creationId="{C57C43D1-E1C5-418D-A114-931FDA96CE3D}"/>
          </ac:spMkLst>
        </pc:spChg>
        <pc:spChg chg="add mod">
          <ac:chgData name="鈴木 秀規" userId="f68c5fd9-22d5-4c0a-9833-7fb0f5135313" providerId="ADAL" clId="{89E477C8-882C-4DDE-9C80-DFB373724EDC}" dt="2021-01-26T08:03:14.823" v="435" actId="14100"/>
          <ac:spMkLst>
            <pc:docMk/>
            <pc:sldMk cId="1859091905" sldId="362"/>
            <ac:spMk id="9" creationId="{5C894CD6-9E1B-4BAC-8173-E34A213C125E}"/>
          </ac:spMkLst>
        </pc:spChg>
        <pc:spChg chg="add del mod">
          <ac:chgData name="鈴木 秀規" userId="f68c5fd9-22d5-4c0a-9833-7fb0f5135313" providerId="ADAL" clId="{89E477C8-882C-4DDE-9C80-DFB373724EDC}" dt="2021-01-26T07:47:21.482" v="16" actId="478"/>
          <ac:spMkLst>
            <pc:docMk/>
            <pc:sldMk cId="1859091905" sldId="362"/>
            <ac:spMk id="10" creationId="{73DAB571-D70F-43DD-A3C8-264347789DA9}"/>
          </ac:spMkLst>
        </pc:spChg>
        <pc:spChg chg="add mod ord">
          <ac:chgData name="鈴木 秀規" userId="f68c5fd9-22d5-4c0a-9833-7fb0f5135313" providerId="ADAL" clId="{89E477C8-882C-4DDE-9C80-DFB373724EDC}" dt="2021-01-26T08:03:17.045" v="436" actId="14100"/>
          <ac:spMkLst>
            <pc:docMk/>
            <pc:sldMk cId="1859091905" sldId="362"/>
            <ac:spMk id="11" creationId="{FE06ECD6-C85C-4A9B-A8EA-8419C55AAE42}"/>
          </ac:spMkLst>
        </pc:spChg>
        <pc:spChg chg="add mod">
          <ac:chgData name="鈴木 秀規" userId="f68c5fd9-22d5-4c0a-9833-7fb0f5135313" providerId="ADAL" clId="{89E477C8-882C-4DDE-9C80-DFB373724EDC}" dt="2021-01-26T08:03:04.958" v="433" actId="14100"/>
          <ac:spMkLst>
            <pc:docMk/>
            <pc:sldMk cId="1859091905" sldId="362"/>
            <ac:spMk id="12" creationId="{141F7DCE-666E-41D5-863D-B6587775D22E}"/>
          </ac:spMkLst>
        </pc:spChg>
        <pc:spChg chg="add mod">
          <ac:chgData name="鈴木 秀規" userId="f68c5fd9-22d5-4c0a-9833-7fb0f5135313" providerId="ADAL" clId="{89E477C8-882C-4DDE-9C80-DFB373724EDC}" dt="2021-01-26T07:50:49.075" v="99" actId="122"/>
          <ac:spMkLst>
            <pc:docMk/>
            <pc:sldMk cId="1859091905" sldId="362"/>
            <ac:spMk id="13" creationId="{68E566C5-31D7-4EAC-B4CE-54A2FD15C730}"/>
          </ac:spMkLst>
        </pc:spChg>
        <pc:spChg chg="add mod">
          <ac:chgData name="鈴木 秀規" userId="f68c5fd9-22d5-4c0a-9833-7fb0f5135313" providerId="ADAL" clId="{89E477C8-882C-4DDE-9C80-DFB373724EDC}" dt="2021-01-26T07:50:49.075" v="99" actId="122"/>
          <ac:spMkLst>
            <pc:docMk/>
            <pc:sldMk cId="1859091905" sldId="362"/>
            <ac:spMk id="14" creationId="{5FBDE6F9-C2F2-4867-93EB-58A1D7802C2B}"/>
          </ac:spMkLst>
        </pc:spChg>
        <pc:spChg chg="add mod">
          <ac:chgData name="鈴木 秀規" userId="f68c5fd9-22d5-4c0a-9833-7fb0f5135313" providerId="ADAL" clId="{89E477C8-882C-4DDE-9C80-DFB373724EDC}" dt="2021-01-26T07:50:49.075" v="99" actId="122"/>
          <ac:spMkLst>
            <pc:docMk/>
            <pc:sldMk cId="1859091905" sldId="362"/>
            <ac:spMk id="15" creationId="{B5FE1B07-A169-4D9D-B87C-699F630BC13A}"/>
          </ac:spMkLst>
        </pc:spChg>
        <pc:spChg chg="add mod ord">
          <ac:chgData name="鈴木 秀規" userId="f68c5fd9-22d5-4c0a-9833-7fb0f5135313" providerId="ADAL" clId="{89E477C8-882C-4DDE-9C80-DFB373724EDC}" dt="2021-01-26T07:53:04.930" v="137" actId="207"/>
          <ac:spMkLst>
            <pc:docMk/>
            <pc:sldMk cId="1859091905" sldId="362"/>
            <ac:spMk id="16" creationId="{E83750D9-63CB-46EA-91FA-A651A9651075}"/>
          </ac:spMkLst>
        </pc:spChg>
        <pc:spChg chg="add mod ord">
          <ac:chgData name="鈴木 秀規" userId="f68c5fd9-22d5-4c0a-9833-7fb0f5135313" providerId="ADAL" clId="{89E477C8-882C-4DDE-9C80-DFB373724EDC}" dt="2021-01-26T07:53:04.930" v="137" actId="207"/>
          <ac:spMkLst>
            <pc:docMk/>
            <pc:sldMk cId="1859091905" sldId="362"/>
            <ac:spMk id="17" creationId="{FC0769DA-ED2F-46A9-93A5-C07CE6C1DC3F}"/>
          </ac:spMkLst>
        </pc:spChg>
        <pc:spChg chg="add mod ord">
          <ac:chgData name="鈴木 秀規" userId="f68c5fd9-22d5-4c0a-9833-7fb0f5135313" providerId="ADAL" clId="{89E477C8-882C-4DDE-9C80-DFB373724EDC}" dt="2021-01-26T07:53:04.930" v="137" actId="207"/>
          <ac:spMkLst>
            <pc:docMk/>
            <pc:sldMk cId="1859091905" sldId="362"/>
            <ac:spMk id="18" creationId="{2A7BD536-9C5D-44FA-94B8-B3F7E84E5B97}"/>
          </ac:spMkLst>
        </pc:spChg>
        <pc:spChg chg="add mod">
          <ac:chgData name="鈴木 秀規" userId="f68c5fd9-22d5-4c0a-9833-7fb0f5135313" providerId="ADAL" clId="{89E477C8-882C-4DDE-9C80-DFB373724EDC}" dt="2021-01-26T07:57:16.250" v="258" actId="1076"/>
          <ac:spMkLst>
            <pc:docMk/>
            <pc:sldMk cId="1859091905" sldId="362"/>
            <ac:spMk id="21" creationId="{0AB77973-9417-4DCE-AF82-689FF3E7ECA3}"/>
          </ac:spMkLst>
        </pc:spChg>
        <pc:spChg chg="add mod">
          <ac:chgData name="鈴木 秀規" userId="f68c5fd9-22d5-4c0a-9833-7fb0f5135313" providerId="ADAL" clId="{89E477C8-882C-4DDE-9C80-DFB373724EDC}" dt="2021-01-26T07:55:20.883" v="181" actId="1076"/>
          <ac:spMkLst>
            <pc:docMk/>
            <pc:sldMk cId="1859091905" sldId="362"/>
            <ac:spMk id="22" creationId="{16E9E172-CD6A-4435-84D9-2E6141BF41F3}"/>
          </ac:spMkLst>
        </pc:spChg>
        <pc:spChg chg="add mod">
          <ac:chgData name="鈴木 秀規" userId="f68c5fd9-22d5-4c0a-9833-7fb0f5135313" providerId="ADAL" clId="{89E477C8-882C-4DDE-9C80-DFB373724EDC}" dt="2021-01-26T07:55:40.763" v="203" actId="20577"/>
          <ac:spMkLst>
            <pc:docMk/>
            <pc:sldMk cId="1859091905" sldId="362"/>
            <ac:spMk id="23" creationId="{0AF3A0FB-0B79-4774-915A-B48357FAF8C6}"/>
          </ac:spMkLst>
        </pc:spChg>
        <pc:spChg chg="add mod">
          <ac:chgData name="鈴木 秀規" userId="f68c5fd9-22d5-4c0a-9833-7fb0f5135313" providerId="ADAL" clId="{89E477C8-882C-4DDE-9C80-DFB373724EDC}" dt="2021-01-26T08:01:41.381" v="411" actId="1037"/>
          <ac:spMkLst>
            <pc:docMk/>
            <pc:sldMk cId="1859091905" sldId="362"/>
            <ac:spMk id="37" creationId="{810BEF0F-9E4D-4704-87DF-51BF9D7C4CAD}"/>
          </ac:spMkLst>
        </pc:spChg>
        <pc:spChg chg="add mod">
          <ac:chgData name="鈴木 秀規" userId="f68c5fd9-22d5-4c0a-9833-7fb0f5135313" providerId="ADAL" clId="{89E477C8-882C-4DDE-9C80-DFB373724EDC}" dt="2021-01-26T08:00:09.668" v="364" actId="1035"/>
          <ac:spMkLst>
            <pc:docMk/>
            <pc:sldMk cId="1859091905" sldId="362"/>
            <ac:spMk id="38" creationId="{F635ED57-68F7-4ED1-9CDF-DEC970A12A25}"/>
          </ac:spMkLst>
        </pc:spChg>
        <pc:spChg chg="add mod">
          <ac:chgData name="鈴木 秀規" userId="f68c5fd9-22d5-4c0a-9833-7fb0f5135313" providerId="ADAL" clId="{89E477C8-882C-4DDE-9C80-DFB373724EDC}" dt="2021-01-26T07:59:31.863" v="343" actId="571"/>
          <ac:spMkLst>
            <pc:docMk/>
            <pc:sldMk cId="1859091905" sldId="362"/>
            <ac:spMk id="44" creationId="{E6017941-A836-42CF-BD82-709E738B1148}"/>
          </ac:spMkLst>
        </pc:spChg>
        <pc:spChg chg="add mod">
          <ac:chgData name="鈴木 秀規" userId="f68c5fd9-22d5-4c0a-9833-7fb0f5135313" providerId="ADAL" clId="{89E477C8-882C-4DDE-9C80-DFB373724EDC}" dt="2021-01-26T07:59:31.863" v="343" actId="571"/>
          <ac:spMkLst>
            <pc:docMk/>
            <pc:sldMk cId="1859091905" sldId="362"/>
            <ac:spMk id="45" creationId="{F9DC93C5-F221-40D7-95AB-67508DA91CE4}"/>
          </ac:spMkLst>
        </pc:spChg>
        <pc:spChg chg="add mod">
          <ac:chgData name="鈴木 秀規" userId="f68c5fd9-22d5-4c0a-9833-7fb0f5135313" providerId="ADAL" clId="{89E477C8-882C-4DDE-9C80-DFB373724EDC}" dt="2021-01-26T08:00:38.912" v="380" actId="1037"/>
          <ac:spMkLst>
            <pc:docMk/>
            <pc:sldMk cId="1859091905" sldId="362"/>
            <ac:spMk id="54" creationId="{266E822E-A1F4-4F69-8477-0E6EF3210D03}"/>
          </ac:spMkLst>
        </pc:spChg>
        <pc:spChg chg="add mod">
          <ac:chgData name="鈴木 秀規" userId="f68c5fd9-22d5-4c0a-9833-7fb0f5135313" providerId="ADAL" clId="{89E477C8-882C-4DDE-9C80-DFB373724EDC}" dt="2021-01-26T08:03:12.075" v="434" actId="207"/>
          <ac:spMkLst>
            <pc:docMk/>
            <pc:sldMk cId="1859091905" sldId="362"/>
            <ac:spMk id="59" creationId="{CFF5B219-4DDF-4B37-A64F-2304FFABF712}"/>
          </ac:spMkLst>
        </pc:spChg>
        <pc:spChg chg="add mod">
          <ac:chgData name="鈴木 秀規" userId="f68c5fd9-22d5-4c0a-9833-7fb0f5135313" providerId="ADAL" clId="{89E477C8-882C-4DDE-9C80-DFB373724EDC}" dt="2021-01-26T08:03:59.120" v="443" actId="207"/>
          <ac:spMkLst>
            <pc:docMk/>
            <pc:sldMk cId="1859091905" sldId="362"/>
            <ac:spMk id="72" creationId="{83F0BF49-8189-4578-8B5F-CF276A24D0CA}"/>
          </ac:spMkLst>
        </pc:spChg>
        <pc:cxnChg chg="add mod ord">
          <ac:chgData name="鈴木 秀規" userId="f68c5fd9-22d5-4c0a-9833-7fb0f5135313" providerId="ADAL" clId="{89E477C8-882C-4DDE-9C80-DFB373724EDC}" dt="2021-01-26T08:02:48.105" v="428" actId="14100"/>
          <ac:cxnSpMkLst>
            <pc:docMk/>
            <pc:sldMk cId="1859091905" sldId="362"/>
            <ac:cxnSpMk id="20" creationId="{134534F1-08CD-4AB7-99C9-9FC436F331A2}"/>
          </ac:cxnSpMkLst>
        </pc:cxnChg>
        <pc:cxnChg chg="add mod">
          <ac:chgData name="鈴木 秀規" userId="f68c5fd9-22d5-4c0a-9833-7fb0f5135313" providerId="ADAL" clId="{89E477C8-882C-4DDE-9C80-DFB373724EDC}" dt="2021-01-26T08:02:51.594" v="429" actId="14100"/>
          <ac:cxnSpMkLst>
            <pc:docMk/>
            <pc:sldMk cId="1859091905" sldId="362"/>
            <ac:cxnSpMk id="24" creationId="{019FAB17-44B5-4AE2-AF12-6643EFA8830B}"/>
          </ac:cxnSpMkLst>
        </pc:cxnChg>
        <pc:cxnChg chg="add mod">
          <ac:chgData name="鈴木 秀規" userId="f68c5fd9-22d5-4c0a-9833-7fb0f5135313" providerId="ADAL" clId="{89E477C8-882C-4DDE-9C80-DFB373724EDC}" dt="2021-01-26T08:02:54.148" v="430" actId="14100"/>
          <ac:cxnSpMkLst>
            <pc:docMk/>
            <pc:sldMk cId="1859091905" sldId="362"/>
            <ac:cxnSpMk id="27" creationId="{1EBAE8EE-EAC3-4F4B-9A50-BAD58EB53B79}"/>
          </ac:cxnSpMkLst>
        </pc:cxnChg>
        <pc:cxnChg chg="add mod">
          <ac:chgData name="鈴木 秀規" userId="f68c5fd9-22d5-4c0a-9833-7fb0f5135313" providerId="ADAL" clId="{89E477C8-882C-4DDE-9C80-DFB373724EDC}" dt="2021-01-26T08:02:33.870" v="427" actId="692"/>
          <ac:cxnSpMkLst>
            <pc:docMk/>
            <pc:sldMk cId="1859091905" sldId="362"/>
            <ac:cxnSpMk id="31" creationId="{A6BADF17-B0D0-4743-A0B1-41D4A54BD609}"/>
          </ac:cxnSpMkLst>
        </pc:cxnChg>
        <pc:cxnChg chg="add mod">
          <ac:chgData name="鈴木 秀規" userId="f68c5fd9-22d5-4c0a-9833-7fb0f5135313" providerId="ADAL" clId="{89E477C8-882C-4DDE-9C80-DFB373724EDC}" dt="2021-01-26T08:02:33.870" v="427" actId="692"/>
          <ac:cxnSpMkLst>
            <pc:docMk/>
            <pc:sldMk cId="1859091905" sldId="362"/>
            <ac:cxnSpMk id="32" creationId="{BB2AB40A-D1FF-499D-96E4-CC02DBFD0C45}"/>
          </ac:cxnSpMkLst>
        </pc:cxnChg>
        <pc:cxnChg chg="add mod">
          <ac:chgData name="鈴木 秀規" userId="f68c5fd9-22d5-4c0a-9833-7fb0f5135313" providerId="ADAL" clId="{89E477C8-882C-4DDE-9C80-DFB373724EDC}" dt="2021-01-26T08:02:33.870" v="427" actId="692"/>
          <ac:cxnSpMkLst>
            <pc:docMk/>
            <pc:sldMk cId="1859091905" sldId="362"/>
            <ac:cxnSpMk id="40" creationId="{2CAE687F-4F06-4637-9A81-133CDE1DDFD1}"/>
          </ac:cxnSpMkLst>
        </pc:cxnChg>
        <pc:cxnChg chg="add del mod">
          <ac:chgData name="鈴木 秀規" userId="f68c5fd9-22d5-4c0a-9833-7fb0f5135313" providerId="ADAL" clId="{89E477C8-882C-4DDE-9C80-DFB373724EDC}" dt="2021-01-26T07:59:19.993" v="340"/>
          <ac:cxnSpMkLst>
            <pc:docMk/>
            <pc:sldMk cId="1859091905" sldId="362"/>
            <ac:cxnSpMk id="42" creationId="{5AA0BF02-C0A5-4738-9C26-191F009E8F18}"/>
          </ac:cxnSpMkLst>
        </pc:cxnChg>
        <pc:cxnChg chg="add mod">
          <ac:chgData name="鈴木 秀規" userId="f68c5fd9-22d5-4c0a-9833-7fb0f5135313" providerId="ADAL" clId="{89E477C8-882C-4DDE-9C80-DFB373724EDC}" dt="2021-01-26T08:02:33.870" v="427" actId="692"/>
          <ac:cxnSpMkLst>
            <pc:docMk/>
            <pc:sldMk cId="1859091905" sldId="362"/>
            <ac:cxnSpMk id="43" creationId="{A5774DB9-1F03-4A1A-AF9A-AED333B85D23}"/>
          </ac:cxnSpMkLst>
        </pc:cxnChg>
        <pc:cxnChg chg="add mod">
          <ac:chgData name="鈴木 秀規" userId="f68c5fd9-22d5-4c0a-9833-7fb0f5135313" providerId="ADAL" clId="{89E477C8-882C-4DDE-9C80-DFB373724EDC}" dt="2021-01-26T08:02:33.870" v="427" actId="692"/>
          <ac:cxnSpMkLst>
            <pc:docMk/>
            <pc:sldMk cId="1859091905" sldId="362"/>
            <ac:cxnSpMk id="47" creationId="{864068D4-A178-418F-82A7-F8CD61001708}"/>
          </ac:cxnSpMkLst>
        </pc:cxnChg>
        <pc:cxnChg chg="add mod">
          <ac:chgData name="鈴木 秀規" userId="f68c5fd9-22d5-4c0a-9833-7fb0f5135313" providerId="ADAL" clId="{89E477C8-882C-4DDE-9C80-DFB373724EDC}" dt="2021-01-26T08:03:01.687" v="432" actId="14100"/>
          <ac:cxnSpMkLst>
            <pc:docMk/>
            <pc:sldMk cId="1859091905" sldId="362"/>
            <ac:cxnSpMk id="51" creationId="{A32AD69A-697F-4EF8-9E0F-56D494744AA2}"/>
          </ac:cxnSpMkLst>
        </pc:cxnChg>
        <pc:cxnChg chg="add mod">
          <ac:chgData name="鈴木 秀規" userId="f68c5fd9-22d5-4c0a-9833-7fb0f5135313" providerId="ADAL" clId="{89E477C8-882C-4DDE-9C80-DFB373724EDC}" dt="2021-01-26T08:02:57.730" v="431" actId="14100"/>
          <ac:cxnSpMkLst>
            <pc:docMk/>
            <pc:sldMk cId="1859091905" sldId="362"/>
            <ac:cxnSpMk id="57" creationId="{31F5136B-2FBA-42D0-BD1C-5118FED32A40}"/>
          </ac:cxnSpMkLst>
        </pc:cxnChg>
      </pc:sldChg>
      <pc:sldChg chg="del">
        <pc:chgData name="鈴木 秀規" userId="f68c5fd9-22d5-4c0a-9833-7fb0f5135313" providerId="ADAL" clId="{89E477C8-882C-4DDE-9C80-DFB373724EDC}" dt="2021-01-26T07:45:41.587" v="2" actId="2696"/>
        <pc:sldMkLst>
          <pc:docMk/>
          <pc:sldMk cId="793301096" sldId="363"/>
        </pc:sldMkLst>
      </pc:sldChg>
      <pc:sldChg chg="modSp new mod">
        <pc:chgData name="鈴木 秀規" userId="f68c5fd9-22d5-4c0a-9833-7fb0f5135313" providerId="ADAL" clId="{89E477C8-882C-4DDE-9C80-DFB373724EDC}" dt="2021-01-26T08:04:53.998" v="455" actId="207"/>
        <pc:sldMkLst>
          <pc:docMk/>
          <pc:sldMk cId="2294830573" sldId="363"/>
        </pc:sldMkLst>
        <pc:spChg chg="mod">
          <ac:chgData name="鈴木 秀規" userId="f68c5fd9-22d5-4c0a-9833-7fb0f5135313" providerId="ADAL" clId="{89E477C8-882C-4DDE-9C80-DFB373724EDC}" dt="2021-01-26T08:04:28.406" v="447"/>
          <ac:spMkLst>
            <pc:docMk/>
            <pc:sldMk cId="2294830573" sldId="363"/>
            <ac:spMk id="3" creationId="{80308596-66F4-4B44-A987-976456932F9D}"/>
          </ac:spMkLst>
        </pc:spChg>
        <pc:spChg chg="mod">
          <ac:chgData name="鈴木 秀規" userId="f68c5fd9-22d5-4c0a-9833-7fb0f5135313" providerId="ADAL" clId="{89E477C8-882C-4DDE-9C80-DFB373724EDC}" dt="2021-01-26T08:04:53.998" v="455" actId="207"/>
          <ac:spMkLst>
            <pc:docMk/>
            <pc:sldMk cId="2294830573" sldId="363"/>
            <ac:spMk id="5" creationId="{2D522168-F518-4111-8563-A2E1FCAB34AB}"/>
          </ac:spMkLst>
        </pc:spChg>
      </pc:sldChg>
      <pc:sldChg chg="del">
        <pc:chgData name="鈴木 秀規" userId="f68c5fd9-22d5-4c0a-9833-7fb0f5135313" providerId="ADAL" clId="{89E477C8-882C-4DDE-9C80-DFB373724EDC}" dt="2021-01-26T07:45:41.587" v="2" actId="2696"/>
        <pc:sldMkLst>
          <pc:docMk/>
          <pc:sldMk cId="7953356" sldId="364"/>
        </pc:sldMkLst>
      </pc:sldChg>
      <pc:sldChg chg="addSp delSp modSp new mod chgLayout">
        <pc:chgData name="鈴木 秀規" userId="f68c5fd9-22d5-4c0a-9833-7fb0f5135313" providerId="ADAL" clId="{89E477C8-882C-4DDE-9C80-DFB373724EDC}" dt="2021-01-26T08:08:15.326" v="507" actId="14100"/>
        <pc:sldMkLst>
          <pc:docMk/>
          <pc:sldMk cId="1110472243" sldId="364"/>
        </pc:sldMkLst>
        <pc:spChg chg="mod ord">
          <ac:chgData name="鈴木 秀規" userId="f68c5fd9-22d5-4c0a-9833-7fb0f5135313" providerId="ADAL" clId="{89E477C8-882C-4DDE-9C80-DFB373724EDC}" dt="2021-01-26T08:07:55.033" v="502" actId="6264"/>
          <ac:spMkLst>
            <pc:docMk/>
            <pc:sldMk cId="1110472243" sldId="364"/>
            <ac:spMk id="2" creationId="{4C26FC9E-824E-49C1-94A2-CADDA6CC0D53}"/>
          </ac:spMkLst>
        </pc:spChg>
        <pc:spChg chg="mod ord">
          <ac:chgData name="鈴木 秀規" userId="f68c5fd9-22d5-4c0a-9833-7fb0f5135313" providerId="ADAL" clId="{89E477C8-882C-4DDE-9C80-DFB373724EDC}" dt="2021-01-26T08:07:55.033" v="502" actId="6264"/>
          <ac:spMkLst>
            <pc:docMk/>
            <pc:sldMk cId="1110472243" sldId="364"/>
            <ac:spMk id="3" creationId="{C76342AA-69F7-4707-AB18-49D866955607}"/>
          </ac:spMkLst>
        </pc:spChg>
        <pc:spChg chg="mod ord">
          <ac:chgData name="鈴木 秀規" userId="f68c5fd9-22d5-4c0a-9833-7fb0f5135313" providerId="ADAL" clId="{89E477C8-882C-4DDE-9C80-DFB373724EDC}" dt="2021-01-26T08:07:55.033" v="502" actId="6264"/>
          <ac:spMkLst>
            <pc:docMk/>
            <pc:sldMk cId="1110472243" sldId="364"/>
            <ac:spMk id="4" creationId="{BF106BF8-5A59-42EE-9C56-59204DEFA2B2}"/>
          </ac:spMkLst>
        </pc:spChg>
        <pc:spChg chg="del mod">
          <ac:chgData name="鈴木 秀規" userId="f68c5fd9-22d5-4c0a-9833-7fb0f5135313" providerId="ADAL" clId="{89E477C8-882C-4DDE-9C80-DFB373724EDC}" dt="2021-01-26T08:06:07.552" v="462" actId="478"/>
          <ac:spMkLst>
            <pc:docMk/>
            <pc:sldMk cId="1110472243" sldId="364"/>
            <ac:spMk id="5" creationId="{B053D525-0D4E-47BE-9589-977DE06898A5}"/>
          </ac:spMkLst>
        </pc:spChg>
        <pc:spChg chg="add mod">
          <ac:chgData name="鈴木 秀規" userId="f68c5fd9-22d5-4c0a-9833-7fb0f5135313" providerId="ADAL" clId="{89E477C8-882C-4DDE-9C80-DFB373724EDC}" dt="2021-01-26T08:07:43.082" v="501" actId="207"/>
          <ac:spMkLst>
            <pc:docMk/>
            <pc:sldMk cId="1110472243" sldId="364"/>
            <ac:spMk id="6" creationId="{4C3AF5AA-B358-4316-BC78-20B29D60485D}"/>
          </ac:spMkLst>
        </pc:spChg>
        <pc:spChg chg="add del mod">
          <ac:chgData name="鈴木 秀規" userId="f68c5fd9-22d5-4c0a-9833-7fb0f5135313" providerId="ADAL" clId="{89E477C8-882C-4DDE-9C80-DFB373724EDC}" dt="2021-01-26T08:07:55.033" v="502" actId="6264"/>
          <ac:spMkLst>
            <pc:docMk/>
            <pc:sldMk cId="1110472243" sldId="364"/>
            <ac:spMk id="7" creationId="{D3632368-3194-4E35-911B-41D9C2B615B7}"/>
          </ac:spMkLst>
        </pc:spChg>
        <pc:spChg chg="add del mod">
          <ac:chgData name="鈴木 秀規" userId="f68c5fd9-22d5-4c0a-9833-7fb0f5135313" providerId="ADAL" clId="{89E477C8-882C-4DDE-9C80-DFB373724EDC}" dt="2021-01-26T08:07:55.033" v="502" actId="6264"/>
          <ac:spMkLst>
            <pc:docMk/>
            <pc:sldMk cId="1110472243" sldId="364"/>
            <ac:spMk id="8" creationId="{BD9E1838-2E86-4D77-8E3D-C641A1C67699}"/>
          </ac:spMkLst>
        </pc:spChg>
        <pc:spChg chg="add del mod">
          <ac:chgData name="鈴木 秀規" userId="f68c5fd9-22d5-4c0a-9833-7fb0f5135313" providerId="ADAL" clId="{89E477C8-882C-4DDE-9C80-DFB373724EDC}" dt="2021-01-26T08:07:55.033" v="502" actId="6264"/>
          <ac:spMkLst>
            <pc:docMk/>
            <pc:sldMk cId="1110472243" sldId="364"/>
            <ac:spMk id="9" creationId="{B63836F2-4190-4CA3-8A40-6FB9C2E56271}"/>
          </ac:spMkLst>
        </pc:spChg>
        <pc:spChg chg="add mod ord">
          <ac:chgData name="鈴木 秀規" userId="f68c5fd9-22d5-4c0a-9833-7fb0f5135313" providerId="ADAL" clId="{89E477C8-882C-4DDE-9C80-DFB373724EDC}" dt="2021-01-26T08:08:15.326" v="507" actId="14100"/>
          <ac:spMkLst>
            <pc:docMk/>
            <pc:sldMk cId="1110472243" sldId="364"/>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761714059" sldId="365"/>
        </pc:sldMkLst>
      </pc:sldChg>
      <pc:sldChg chg="modSp new mod">
        <pc:chgData name="鈴木 秀規" userId="f68c5fd9-22d5-4c0a-9833-7fb0f5135313" providerId="ADAL" clId="{89E477C8-882C-4DDE-9C80-DFB373724EDC}" dt="2021-01-26T08:10:20.601" v="529" actId="207"/>
        <pc:sldMkLst>
          <pc:docMk/>
          <pc:sldMk cId="2023125260" sldId="365"/>
        </pc:sldMkLst>
        <pc:spChg chg="mod">
          <ac:chgData name="鈴木 秀規" userId="f68c5fd9-22d5-4c0a-9833-7fb0f5135313" providerId="ADAL" clId="{89E477C8-882C-4DDE-9C80-DFB373724EDC}" dt="2021-01-26T08:09:00.303" v="511" actId="113"/>
          <ac:spMkLst>
            <pc:docMk/>
            <pc:sldMk cId="2023125260" sldId="365"/>
            <ac:spMk id="3" creationId="{3C5E10D8-FE1A-43F3-A5E1-4E0561551D6D}"/>
          </ac:spMkLst>
        </pc:spChg>
        <pc:spChg chg="mod">
          <ac:chgData name="鈴木 秀規" userId="f68c5fd9-22d5-4c0a-9833-7fb0f5135313" providerId="ADAL" clId="{89E477C8-882C-4DDE-9C80-DFB373724EDC}" dt="2021-01-26T08:10:20.601" v="529" actId="207"/>
          <ac:spMkLst>
            <pc:docMk/>
            <pc:sldMk cId="2023125260" sldId="365"/>
            <ac:spMk id="5" creationId="{B84F0D4E-F2BC-40E8-BE39-75DAE0927AB4}"/>
          </ac:spMkLst>
        </pc:spChg>
      </pc:sldChg>
      <pc:sldChg chg="modSp new mod">
        <pc:chgData name="鈴木 秀規" userId="f68c5fd9-22d5-4c0a-9833-7fb0f5135313" providerId="ADAL" clId="{89E477C8-882C-4DDE-9C80-DFB373724EDC}" dt="2021-01-26T08:12:35.424" v="540" actId="207"/>
        <pc:sldMkLst>
          <pc:docMk/>
          <pc:sldMk cId="597858556" sldId="366"/>
        </pc:sldMkLst>
        <pc:spChg chg="mod">
          <ac:chgData name="鈴木 秀規" userId="f68c5fd9-22d5-4c0a-9833-7fb0f5135313" providerId="ADAL" clId="{89E477C8-882C-4DDE-9C80-DFB373724EDC}" dt="2021-01-26T08:10:59.036" v="531"/>
          <ac:spMkLst>
            <pc:docMk/>
            <pc:sldMk cId="597858556" sldId="366"/>
            <ac:spMk id="3" creationId="{C635C32F-0D77-4DD0-A752-8B7C55A2B627}"/>
          </ac:spMkLst>
        </pc:spChg>
        <pc:spChg chg="mod">
          <ac:chgData name="鈴木 秀規" userId="f68c5fd9-22d5-4c0a-9833-7fb0f5135313" providerId="ADAL" clId="{89E477C8-882C-4DDE-9C80-DFB373724EDC}" dt="2021-01-26T08:12:35.424" v="540" actId="207"/>
          <ac:spMkLst>
            <pc:docMk/>
            <pc:sldMk cId="597858556" sldId="366"/>
            <ac:spMk id="5" creationId="{4402BEA6-4F18-4B71-B0B4-98752FFB701C}"/>
          </ac:spMkLst>
        </pc:spChg>
      </pc:sldChg>
      <pc:sldChg chg="del">
        <pc:chgData name="鈴木 秀規" userId="f68c5fd9-22d5-4c0a-9833-7fb0f5135313" providerId="ADAL" clId="{89E477C8-882C-4DDE-9C80-DFB373724EDC}" dt="2021-01-26T07:45:41.587" v="2" actId="2696"/>
        <pc:sldMkLst>
          <pc:docMk/>
          <pc:sldMk cId="680852098" sldId="366"/>
        </pc:sldMkLst>
      </pc:sldChg>
      <pc:sldChg chg="modSp add mod ord">
        <pc:chgData name="鈴木 秀規" userId="f68c5fd9-22d5-4c0a-9833-7fb0f5135313" providerId="ADAL" clId="{89E477C8-882C-4DDE-9C80-DFB373724EDC}" dt="2021-01-26T08:13:53.288" v="569" actId="14100"/>
        <pc:sldMkLst>
          <pc:docMk/>
          <pc:sldMk cId="3532048317" sldId="367"/>
        </pc:sldMkLst>
        <pc:spChg chg="mod">
          <ac:chgData name="鈴木 秀規" userId="f68c5fd9-22d5-4c0a-9833-7fb0f5135313" providerId="ADAL" clId="{89E477C8-882C-4DDE-9C80-DFB373724EDC}" dt="2021-01-26T08:12:53.345" v="544"/>
          <ac:spMkLst>
            <pc:docMk/>
            <pc:sldMk cId="3532048317" sldId="367"/>
            <ac:spMk id="3" creationId="{C76342AA-69F7-4707-AB18-49D866955607}"/>
          </ac:spMkLst>
        </pc:spChg>
        <pc:spChg chg="mod">
          <ac:chgData name="鈴木 秀規" userId="f68c5fd9-22d5-4c0a-9833-7fb0f5135313" providerId="ADAL" clId="{89E477C8-882C-4DDE-9C80-DFB373724EDC}" dt="2021-01-26T08:13:45.833" v="568" actId="113"/>
          <ac:spMkLst>
            <pc:docMk/>
            <pc:sldMk cId="3532048317" sldId="367"/>
            <ac:spMk id="6" creationId="{4C3AF5AA-B358-4316-BC78-20B29D60485D}"/>
          </ac:spMkLst>
        </pc:spChg>
        <pc:spChg chg="mod">
          <ac:chgData name="鈴木 秀規" userId="f68c5fd9-22d5-4c0a-9833-7fb0f5135313" providerId="ADAL" clId="{89E477C8-882C-4DDE-9C80-DFB373724EDC}" dt="2021-01-26T08:13:53.288" v="569" actId="14100"/>
          <ac:spMkLst>
            <pc:docMk/>
            <pc:sldMk cId="3532048317" sldId="367"/>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4223884688" sldId="367"/>
        </pc:sldMkLst>
      </pc:sldChg>
      <pc:sldChg chg="del">
        <pc:chgData name="鈴木 秀規" userId="f68c5fd9-22d5-4c0a-9833-7fb0f5135313" providerId="ADAL" clId="{89E477C8-882C-4DDE-9C80-DFB373724EDC}" dt="2021-01-26T07:45:41.587" v="2" actId="2696"/>
        <pc:sldMkLst>
          <pc:docMk/>
          <pc:sldMk cId="1322122799" sldId="368"/>
        </pc:sldMkLst>
      </pc:sldChg>
      <pc:sldChg chg="modSp new mod">
        <pc:chgData name="鈴木 秀規" userId="f68c5fd9-22d5-4c0a-9833-7fb0f5135313" providerId="ADAL" clId="{89E477C8-882C-4DDE-9C80-DFB373724EDC}" dt="2021-01-26T08:15:28.833" v="582" actId="20577"/>
        <pc:sldMkLst>
          <pc:docMk/>
          <pc:sldMk cId="1946457624" sldId="368"/>
        </pc:sldMkLst>
        <pc:spChg chg="mod">
          <ac:chgData name="鈴木 秀規" userId="f68c5fd9-22d5-4c0a-9833-7fb0f5135313" providerId="ADAL" clId="{89E477C8-882C-4DDE-9C80-DFB373724EDC}" dt="2021-01-26T08:14:32.417" v="571"/>
          <ac:spMkLst>
            <pc:docMk/>
            <pc:sldMk cId="1946457624" sldId="368"/>
            <ac:spMk id="3" creationId="{8256DAFB-5904-4ECE-B786-8B9CFBF370E1}"/>
          </ac:spMkLst>
        </pc:spChg>
        <pc:spChg chg="mod">
          <ac:chgData name="鈴木 秀規" userId="f68c5fd9-22d5-4c0a-9833-7fb0f5135313" providerId="ADAL" clId="{89E477C8-882C-4DDE-9C80-DFB373724EDC}" dt="2021-01-26T08:15:28.833" v="582" actId="20577"/>
          <ac:spMkLst>
            <pc:docMk/>
            <pc:sldMk cId="1946457624" sldId="368"/>
            <ac:spMk id="5" creationId="{1E91DBA5-B855-4E68-A39D-E92B77A725F9}"/>
          </ac:spMkLst>
        </pc:spChg>
      </pc:sldChg>
      <pc:sldChg chg="del">
        <pc:chgData name="鈴木 秀規" userId="f68c5fd9-22d5-4c0a-9833-7fb0f5135313" providerId="ADAL" clId="{89E477C8-882C-4DDE-9C80-DFB373724EDC}" dt="2021-01-26T07:45:41.587" v="2" actId="2696"/>
        <pc:sldMkLst>
          <pc:docMk/>
          <pc:sldMk cId="315703525" sldId="369"/>
        </pc:sldMkLst>
      </pc:sldChg>
      <pc:sldChg chg="addSp modSp new mod">
        <pc:chgData name="鈴木 秀規" userId="f68c5fd9-22d5-4c0a-9833-7fb0f5135313" providerId="ADAL" clId="{89E477C8-882C-4DDE-9C80-DFB373724EDC}" dt="2021-01-26T08:26:54.010" v="663" actId="14100"/>
        <pc:sldMkLst>
          <pc:docMk/>
          <pc:sldMk cId="2558863877" sldId="369"/>
        </pc:sldMkLst>
        <pc:spChg chg="mod">
          <ac:chgData name="鈴木 秀規" userId="f68c5fd9-22d5-4c0a-9833-7fb0f5135313" providerId="ADAL" clId="{89E477C8-882C-4DDE-9C80-DFB373724EDC}" dt="2021-01-26T08:15:56.004" v="584"/>
          <ac:spMkLst>
            <pc:docMk/>
            <pc:sldMk cId="2558863877" sldId="369"/>
            <ac:spMk id="3" creationId="{979EA96C-27B0-4A98-A6BB-18337E109675}"/>
          </ac:spMkLst>
        </pc:spChg>
        <pc:spChg chg="mod">
          <ac:chgData name="鈴木 秀規" userId="f68c5fd9-22d5-4c0a-9833-7fb0f5135313" providerId="ADAL" clId="{89E477C8-882C-4DDE-9C80-DFB373724EDC}" dt="2021-01-26T08:16:10.245" v="587" actId="14100"/>
          <ac:spMkLst>
            <pc:docMk/>
            <pc:sldMk cId="2558863877" sldId="369"/>
            <ac:spMk id="5" creationId="{AD63D481-D7C9-40D2-86FC-CF8EB51ADE00}"/>
          </ac:spMkLst>
        </pc:spChg>
        <pc:spChg chg="add mod">
          <ac:chgData name="鈴木 秀規" userId="f68c5fd9-22d5-4c0a-9833-7fb0f5135313" providerId="ADAL" clId="{89E477C8-882C-4DDE-9C80-DFB373724EDC}" dt="2021-01-26T08:24:00.513" v="645" actId="14100"/>
          <ac:spMkLst>
            <pc:docMk/>
            <pc:sldMk cId="2558863877" sldId="369"/>
            <ac:spMk id="6" creationId="{557D5ABE-E95E-43B6-BA4B-30D67DC82E4B}"/>
          </ac:spMkLst>
        </pc:spChg>
        <pc:spChg chg="add mod ord">
          <ac:chgData name="鈴木 秀規" userId="f68c5fd9-22d5-4c0a-9833-7fb0f5135313" providerId="ADAL" clId="{89E477C8-882C-4DDE-9C80-DFB373724EDC}" dt="2021-01-26T08:26:37.718" v="661" actId="14100"/>
          <ac:spMkLst>
            <pc:docMk/>
            <pc:sldMk cId="2558863877" sldId="369"/>
            <ac:spMk id="7" creationId="{5A1A2977-47D7-4B83-8ED8-FAE0FCA35EFD}"/>
          </ac:spMkLst>
        </pc:spChg>
        <pc:spChg chg="add mod ord">
          <ac:chgData name="鈴木 秀規" userId="f68c5fd9-22d5-4c0a-9833-7fb0f5135313" providerId="ADAL" clId="{89E477C8-882C-4DDE-9C80-DFB373724EDC}" dt="2021-01-26T08:26:42.786" v="662" actId="207"/>
          <ac:spMkLst>
            <pc:docMk/>
            <pc:sldMk cId="2558863877" sldId="369"/>
            <ac:spMk id="8" creationId="{11DBA35D-4570-44DC-AD82-891FE3E745DA}"/>
          </ac:spMkLst>
        </pc:spChg>
        <pc:spChg chg="add mod">
          <ac:chgData name="鈴木 秀規" userId="f68c5fd9-22d5-4c0a-9833-7fb0f5135313" providerId="ADAL" clId="{89E477C8-882C-4DDE-9C80-DFB373724EDC}" dt="2021-01-26T08:26:13.459" v="656" actId="14100"/>
          <ac:spMkLst>
            <pc:docMk/>
            <pc:sldMk cId="2558863877" sldId="369"/>
            <ac:spMk id="9" creationId="{428EA767-7996-42DE-8E9E-552356BDC96C}"/>
          </ac:spMkLst>
        </pc:spChg>
        <pc:spChg chg="add mod">
          <ac:chgData name="鈴木 秀規" userId="f68c5fd9-22d5-4c0a-9833-7fb0f5135313" providerId="ADAL" clId="{89E477C8-882C-4DDE-9C80-DFB373724EDC}" dt="2021-01-26T08:26:54.010" v="663" actId="14100"/>
          <ac:spMkLst>
            <pc:docMk/>
            <pc:sldMk cId="2558863877" sldId="369"/>
            <ac:spMk id="10" creationId="{CFC6B348-1037-44A4-8325-C4D3801B756C}"/>
          </ac:spMkLst>
        </pc:spChg>
      </pc:sldChg>
      <pc:sldChg chg="addSp delSp modSp new mod">
        <pc:chgData name="鈴木 秀規" userId="f68c5fd9-22d5-4c0a-9833-7fb0f5135313" providerId="ADAL" clId="{89E477C8-882C-4DDE-9C80-DFB373724EDC}" dt="2021-01-26T08:34:45.798" v="757" actId="14100"/>
        <pc:sldMkLst>
          <pc:docMk/>
          <pc:sldMk cId="1008659216" sldId="370"/>
        </pc:sldMkLst>
        <pc:spChg chg="mod">
          <ac:chgData name="鈴木 秀規" userId="f68c5fd9-22d5-4c0a-9833-7fb0f5135313" providerId="ADAL" clId="{89E477C8-882C-4DDE-9C80-DFB373724EDC}" dt="2021-01-26T08:27:17.103" v="665"/>
          <ac:spMkLst>
            <pc:docMk/>
            <pc:sldMk cId="1008659216" sldId="370"/>
            <ac:spMk id="3" creationId="{02214B61-6F76-4DD9-A34B-592E9EF53121}"/>
          </ac:spMkLst>
        </pc:spChg>
        <pc:spChg chg="mod">
          <ac:chgData name="鈴木 秀規" userId="f68c5fd9-22d5-4c0a-9833-7fb0f5135313" providerId="ADAL" clId="{89E477C8-882C-4DDE-9C80-DFB373724EDC}" dt="2021-01-26T08:27:41.364" v="669" actId="14100"/>
          <ac:spMkLst>
            <pc:docMk/>
            <pc:sldMk cId="1008659216" sldId="370"/>
            <ac:spMk id="5" creationId="{C2358685-C9DF-4D11-B40A-091E145AC05F}"/>
          </ac:spMkLst>
        </pc:spChg>
        <pc:spChg chg="add mod">
          <ac:chgData name="鈴木 秀規" userId="f68c5fd9-22d5-4c0a-9833-7fb0f5135313" providerId="ADAL" clId="{89E477C8-882C-4DDE-9C80-DFB373724EDC}" dt="2021-01-26T08:33:43.019" v="741" actId="1076"/>
          <ac:spMkLst>
            <pc:docMk/>
            <pc:sldMk cId="1008659216" sldId="370"/>
            <ac:spMk id="6" creationId="{AF6E6B2C-3CE4-477F-9DA8-7509802DBEA1}"/>
          </ac:spMkLst>
        </pc:spChg>
        <pc:spChg chg="add del mod">
          <ac:chgData name="鈴木 秀規" userId="f68c5fd9-22d5-4c0a-9833-7fb0f5135313" providerId="ADAL" clId="{89E477C8-882C-4DDE-9C80-DFB373724EDC}" dt="2021-01-26T08:29:43.747" v="706"/>
          <ac:spMkLst>
            <pc:docMk/>
            <pc:sldMk cId="1008659216" sldId="370"/>
            <ac:spMk id="7" creationId="{42D75D7A-97B8-42DD-A8B3-6721BFD1F04D}"/>
          </ac:spMkLst>
        </pc:spChg>
        <pc:spChg chg="add mod">
          <ac:chgData name="鈴木 秀規" userId="f68c5fd9-22d5-4c0a-9833-7fb0f5135313" providerId="ADAL" clId="{89E477C8-882C-4DDE-9C80-DFB373724EDC}" dt="2021-01-26T08:31:13.333" v="720" actId="1582"/>
          <ac:spMkLst>
            <pc:docMk/>
            <pc:sldMk cId="1008659216" sldId="370"/>
            <ac:spMk id="8" creationId="{FB5CF734-FD8C-47ED-A991-D7605289366B}"/>
          </ac:spMkLst>
        </pc:spChg>
        <pc:spChg chg="add mod">
          <ac:chgData name="鈴木 秀規" userId="f68c5fd9-22d5-4c0a-9833-7fb0f5135313" providerId="ADAL" clId="{89E477C8-882C-4DDE-9C80-DFB373724EDC}" dt="2021-01-26T08:32:22.843" v="728" actId="14100"/>
          <ac:spMkLst>
            <pc:docMk/>
            <pc:sldMk cId="1008659216" sldId="370"/>
            <ac:spMk id="11" creationId="{DE92F075-A417-44E2-ADE3-68FA1C49E000}"/>
          </ac:spMkLst>
        </pc:spChg>
        <pc:spChg chg="add mod">
          <ac:chgData name="鈴木 秀規" userId="f68c5fd9-22d5-4c0a-9833-7fb0f5135313" providerId="ADAL" clId="{89E477C8-882C-4DDE-9C80-DFB373724EDC}" dt="2021-01-26T08:32:53.921" v="733" actId="208"/>
          <ac:spMkLst>
            <pc:docMk/>
            <pc:sldMk cId="1008659216" sldId="370"/>
            <ac:spMk id="12" creationId="{D60CA42D-40E7-48E9-898B-A950E3D6D2EC}"/>
          </ac:spMkLst>
        </pc:spChg>
        <pc:spChg chg="add mod">
          <ac:chgData name="鈴木 秀規" userId="f68c5fd9-22d5-4c0a-9833-7fb0f5135313" providerId="ADAL" clId="{89E477C8-882C-4DDE-9C80-DFB373724EDC}" dt="2021-01-26T08:34:18.922" v="750" actId="1076"/>
          <ac:spMkLst>
            <pc:docMk/>
            <pc:sldMk cId="1008659216" sldId="370"/>
            <ac:spMk id="19" creationId="{41D8A924-57DB-47C0-9E8F-95FC39B81F93}"/>
          </ac:spMkLst>
        </pc:spChg>
        <pc:spChg chg="add mod">
          <ac:chgData name="鈴木 秀規" userId="f68c5fd9-22d5-4c0a-9833-7fb0f5135313" providerId="ADAL" clId="{89E477C8-882C-4DDE-9C80-DFB373724EDC}" dt="2021-01-26T08:34:36.683" v="754" actId="1076"/>
          <ac:spMkLst>
            <pc:docMk/>
            <pc:sldMk cId="1008659216" sldId="370"/>
            <ac:spMk id="24" creationId="{5DEFD2C3-FDC8-45AE-BE41-B732B159BBCA}"/>
          </ac:spMkLst>
        </pc:spChg>
        <pc:cxnChg chg="add mod">
          <ac:chgData name="鈴木 秀規" userId="f68c5fd9-22d5-4c0a-9833-7fb0f5135313" providerId="ADAL" clId="{89E477C8-882C-4DDE-9C80-DFB373724EDC}" dt="2021-01-26T08:31:33.354" v="723" actId="208"/>
          <ac:cxnSpMkLst>
            <pc:docMk/>
            <pc:sldMk cId="1008659216" sldId="370"/>
            <ac:cxnSpMk id="10" creationId="{D1E1AAFB-9319-4FD0-AF11-44AAFA8269A7}"/>
          </ac:cxnSpMkLst>
        </pc:cxnChg>
        <pc:cxnChg chg="add mod">
          <ac:chgData name="鈴木 秀規" userId="f68c5fd9-22d5-4c0a-9833-7fb0f5135313" providerId="ADAL" clId="{89E477C8-882C-4DDE-9C80-DFB373724EDC}" dt="2021-01-26T08:33:47.179" v="742" actId="14100"/>
          <ac:cxnSpMkLst>
            <pc:docMk/>
            <pc:sldMk cId="1008659216" sldId="370"/>
            <ac:cxnSpMk id="14" creationId="{32A8E0F2-FD29-4DB9-BCF8-BC10538B672C}"/>
          </ac:cxnSpMkLst>
        </pc:cxnChg>
        <pc:cxnChg chg="add del mod">
          <ac:chgData name="鈴木 秀規" userId="f68c5fd9-22d5-4c0a-9833-7fb0f5135313" providerId="ADAL" clId="{89E477C8-882C-4DDE-9C80-DFB373724EDC}" dt="2021-01-26T08:33:22.264" v="739" actId="478"/>
          <ac:cxnSpMkLst>
            <pc:docMk/>
            <pc:sldMk cId="1008659216" sldId="370"/>
            <ac:cxnSpMk id="15" creationId="{34603B1C-8748-4FB8-BFB7-F4F9E47B53EC}"/>
          </ac:cxnSpMkLst>
        </pc:cxnChg>
        <pc:cxnChg chg="add mod">
          <ac:chgData name="鈴木 秀規" userId="f68c5fd9-22d5-4c0a-9833-7fb0f5135313" providerId="ADAL" clId="{89E477C8-882C-4DDE-9C80-DFB373724EDC}" dt="2021-01-26T08:34:22.565" v="751" actId="14100"/>
          <ac:cxnSpMkLst>
            <pc:docMk/>
            <pc:sldMk cId="1008659216" sldId="370"/>
            <ac:cxnSpMk id="20" creationId="{00C64AF7-8716-4986-BDE8-15ED9E2189CD}"/>
          </ac:cxnSpMkLst>
        </pc:cxnChg>
        <pc:cxnChg chg="add mod">
          <ac:chgData name="鈴木 秀規" userId="f68c5fd9-22d5-4c0a-9833-7fb0f5135313" providerId="ADAL" clId="{89E477C8-882C-4DDE-9C80-DFB373724EDC}" dt="2021-01-26T08:34:45.798" v="757" actId="14100"/>
          <ac:cxnSpMkLst>
            <pc:docMk/>
            <pc:sldMk cId="1008659216" sldId="370"/>
            <ac:cxnSpMk id="25" creationId="{67C6214A-96D4-4070-AC0B-68733CDEF561}"/>
          </ac:cxnSpMkLst>
        </pc:cxnChg>
      </pc:sldChg>
      <pc:sldChg chg="del">
        <pc:chgData name="鈴木 秀規" userId="f68c5fd9-22d5-4c0a-9833-7fb0f5135313" providerId="ADAL" clId="{89E477C8-882C-4DDE-9C80-DFB373724EDC}" dt="2021-01-26T07:45:41.587" v="2" actId="2696"/>
        <pc:sldMkLst>
          <pc:docMk/>
          <pc:sldMk cId="1918088230" sldId="370"/>
        </pc:sldMkLst>
      </pc:sldChg>
      <pc:sldChg chg="del">
        <pc:chgData name="鈴木 秀規" userId="f68c5fd9-22d5-4c0a-9833-7fb0f5135313" providerId="ADAL" clId="{89E477C8-882C-4DDE-9C80-DFB373724EDC}" dt="2021-01-26T07:45:41.587" v="2" actId="2696"/>
        <pc:sldMkLst>
          <pc:docMk/>
          <pc:sldMk cId="1875641365" sldId="371"/>
        </pc:sldMkLst>
      </pc:sldChg>
      <pc:sldChg chg="addSp modSp new mod">
        <pc:chgData name="鈴木 秀規" userId="f68c5fd9-22d5-4c0a-9833-7fb0f5135313" providerId="ADAL" clId="{89E477C8-882C-4DDE-9C80-DFB373724EDC}" dt="2021-01-26T08:35:53.403" v="770" actId="12385"/>
        <pc:sldMkLst>
          <pc:docMk/>
          <pc:sldMk cId="3350652435" sldId="371"/>
        </pc:sldMkLst>
        <pc:spChg chg="mod">
          <ac:chgData name="鈴木 秀規" userId="f68c5fd9-22d5-4c0a-9833-7fb0f5135313" providerId="ADAL" clId="{89E477C8-882C-4DDE-9C80-DFB373724EDC}" dt="2021-01-26T08:35:02.154" v="759"/>
          <ac:spMkLst>
            <pc:docMk/>
            <pc:sldMk cId="3350652435" sldId="371"/>
            <ac:spMk id="3" creationId="{30F99C26-20B3-4443-9F4F-4D39431C4739}"/>
          </ac:spMkLst>
        </pc:spChg>
        <pc:spChg chg="mod">
          <ac:chgData name="鈴木 秀規" userId="f68c5fd9-22d5-4c0a-9833-7fb0f5135313" providerId="ADAL" clId="{89E477C8-882C-4DDE-9C80-DFB373724EDC}" dt="2021-01-26T08:35:21.940" v="762" actId="14100"/>
          <ac:spMkLst>
            <pc:docMk/>
            <pc:sldMk cId="3350652435" sldId="371"/>
            <ac:spMk id="5" creationId="{D182D7AD-13D1-4C10-9608-8EBF9A649B90}"/>
          </ac:spMkLst>
        </pc:spChg>
        <pc:graphicFrameChg chg="add mod modGraphic">
          <ac:chgData name="鈴木 秀規" userId="f68c5fd9-22d5-4c0a-9833-7fb0f5135313" providerId="ADAL" clId="{89E477C8-882C-4DDE-9C80-DFB373724EDC}" dt="2021-01-26T08:35:53.403" v="770" actId="12385"/>
          <ac:graphicFrameMkLst>
            <pc:docMk/>
            <pc:sldMk cId="3350652435" sldId="371"/>
            <ac:graphicFrameMk id="6" creationId="{DAC8AF56-1F1A-4360-9696-0C80394E8D9E}"/>
          </ac:graphicFrameMkLst>
        </pc:graphicFrameChg>
      </pc:sldChg>
      <pc:sldChg chg="modSp new mod">
        <pc:chgData name="鈴木 秀規" userId="f68c5fd9-22d5-4c0a-9833-7fb0f5135313" providerId="ADAL" clId="{89E477C8-882C-4DDE-9C80-DFB373724EDC}" dt="2021-01-26T08:38:37.548" v="824" actId="313"/>
        <pc:sldMkLst>
          <pc:docMk/>
          <pc:sldMk cId="3443851444" sldId="372"/>
        </pc:sldMkLst>
        <pc:spChg chg="mod">
          <ac:chgData name="鈴木 秀規" userId="f68c5fd9-22d5-4c0a-9833-7fb0f5135313" providerId="ADAL" clId="{89E477C8-882C-4DDE-9C80-DFB373724EDC}" dt="2021-01-26T08:36:10.828" v="772"/>
          <ac:spMkLst>
            <pc:docMk/>
            <pc:sldMk cId="3443851444" sldId="372"/>
            <ac:spMk id="3" creationId="{2979B095-C2D9-43FE-BDB4-F51D4674481B}"/>
          </ac:spMkLst>
        </pc:spChg>
        <pc:spChg chg="mod">
          <ac:chgData name="鈴木 秀規" userId="f68c5fd9-22d5-4c0a-9833-7fb0f5135313" providerId="ADAL" clId="{89E477C8-882C-4DDE-9C80-DFB373724EDC}" dt="2021-01-26T08:38:37.548" v="824" actId="313"/>
          <ac:spMkLst>
            <pc:docMk/>
            <pc:sldMk cId="3443851444" sldId="372"/>
            <ac:spMk id="5" creationId="{B7128837-A21D-4351-8A56-98194BD48CFE}"/>
          </ac:spMkLst>
        </pc:spChg>
      </pc:sldChg>
      <pc:sldChg chg="del">
        <pc:chgData name="鈴木 秀規" userId="f68c5fd9-22d5-4c0a-9833-7fb0f5135313" providerId="ADAL" clId="{89E477C8-882C-4DDE-9C80-DFB373724EDC}" dt="2021-01-26T07:45:41.587" v="2" actId="2696"/>
        <pc:sldMkLst>
          <pc:docMk/>
          <pc:sldMk cId="4147123060" sldId="372"/>
        </pc:sldMkLst>
      </pc:sldChg>
      <pc:sldChg chg="del">
        <pc:chgData name="鈴木 秀規" userId="f68c5fd9-22d5-4c0a-9833-7fb0f5135313" providerId="ADAL" clId="{89E477C8-882C-4DDE-9C80-DFB373724EDC}" dt="2021-01-26T07:45:41.587" v="2" actId="2696"/>
        <pc:sldMkLst>
          <pc:docMk/>
          <pc:sldMk cId="310747956" sldId="373"/>
        </pc:sldMkLst>
      </pc:sldChg>
      <pc:sldChg chg="modSp new mod">
        <pc:chgData name="鈴木 秀規" userId="f68c5fd9-22d5-4c0a-9833-7fb0f5135313" providerId="ADAL" clId="{89E477C8-882C-4DDE-9C80-DFB373724EDC}" dt="2021-01-26T08:41:30.196" v="859" actId="207"/>
        <pc:sldMkLst>
          <pc:docMk/>
          <pc:sldMk cId="2536938731" sldId="373"/>
        </pc:sldMkLst>
        <pc:spChg chg="mod">
          <ac:chgData name="鈴木 秀規" userId="f68c5fd9-22d5-4c0a-9833-7fb0f5135313" providerId="ADAL" clId="{89E477C8-882C-4DDE-9C80-DFB373724EDC}" dt="2021-01-26T08:39:23.979" v="826"/>
          <ac:spMkLst>
            <pc:docMk/>
            <pc:sldMk cId="2536938731" sldId="373"/>
            <ac:spMk id="3" creationId="{78A90C5B-D1BB-47BB-9861-87F6FD459443}"/>
          </ac:spMkLst>
        </pc:spChg>
        <pc:spChg chg="mod">
          <ac:chgData name="鈴木 秀規" userId="f68c5fd9-22d5-4c0a-9833-7fb0f5135313" providerId="ADAL" clId="{89E477C8-882C-4DDE-9C80-DFB373724EDC}" dt="2021-01-26T08:41:30.196" v="859" actId="207"/>
          <ac:spMkLst>
            <pc:docMk/>
            <pc:sldMk cId="2536938731" sldId="373"/>
            <ac:spMk id="5" creationId="{01C523D0-7CCE-4899-8918-6D813585575B}"/>
          </ac:spMkLst>
        </pc:spChg>
      </pc:sldChg>
      <pc:sldChg chg="del">
        <pc:chgData name="鈴木 秀規" userId="f68c5fd9-22d5-4c0a-9833-7fb0f5135313" providerId="ADAL" clId="{89E477C8-882C-4DDE-9C80-DFB373724EDC}" dt="2021-01-26T07:45:41.587" v="2" actId="2696"/>
        <pc:sldMkLst>
          <pc:docMk/>
          <pc:sldMk cId="84034417" sldId="374"/>
        </pc:sldMkLst>
      </pc:sldChg>
      <pc:sldChg chg="addSp modSp new mod">
        <pc:chgData name="鈴木 秀規" userId="f68c5fd9-22d5-4c0a-9833-7fb0f5135313" providerId="ADAL" clId="{89E477C8-882C-4DDE-9C80-DFB373724EDC}" dt="2021-01-26T08:46:52.395" v="942" actId="207"/>
        <pc:sldMkLst>
          <pc:docMk/>
          <pc:sldMk cId="3337611443" sldId="374"/>
        </pc:sldMkLst>
        <pc:spChg chg="mod">
          <ac:chgData name="鈴木 秀規" userId="f68c5fd9-22d5-4c0a-9833-7fb0f5135313" providerId="ADAL" clId="{89E477C8-882C-4DDE-9C80-DFB373724EDC}" dt="2021-01-26T08:43:22.996" v="861"/>
          <ac:spMkLst>
            <pc:docMk/>
            <pc:sldMk cId="3337611443" sldId="374"/>
            <ac:spMk id="3" creationId="{6F1B7E9D-D51B-4D7B-9C5C-1D6AB55E0E01}"/>
          </ac:spMkLst>
        </pc:spChg>
        <pc:spChg chg="mod">
          <ac:chgData name="鈴木 秀規" userId="f68c5fd9-22d5-4c0a-9833-7fb0f5135313" providerId="ADAL" clId="{89E477C8-882C-4DDE-9C80-DFB373724EDC}" dt="2021-01-26T08:43:36.940" v="864" actId="14100"/>
          <ac:spMkLst>
            <pc:docMk/>
            <pc:sldMk cId="3337611443" sldId="374"/>
            <ac:spMk id="5" creationId="{5FCDB39A-957D-4A00-8DAD-535DB2A897C9}"/>
          </ac:spMkLst>
        </pc:spChg>
        <pc:spChg chg="add mod">
          <ac:chgData name="鈴木 秀規" userId="f68c5fd9-22d5-4c0a-9833-7fb0f5135313" providerId="ADAL" clId="{89E477C8-882C-4DDE-9C80-DFB373724EDC}" dt="2021-01-26T08:46:52.395" v="942" actId="207"/>
          <ac:spMkLst>
            <pc:docMk/>
            <pc:sldMk cId="3337611443" sldId="374"/>
            <ac:spMk id="7" creationId="{87B8FE7D-A94E-40AE-B317-F45A615D1D9E}"/>
          </ac:spMkLst>
        </pc:spChg>
        <pc:graphicFrameChg chg="add mod modGraphic">
          <ac:chgData name="鈴木 秀規" userId="f68c5fd9-22d5-4c0a-9833-7fb0f5135313" providerId="ADAL" clId="{89E477C8-882C-4DDE-9C80-DFB373724EDC}" dt="2021-01-26T08:44:56.456" v="879" actId="1076"/>
          <ac:graphicFrameMkLst>
            <pc:docMk/>
            <pc:sldMk cId="3337611443" sldId="374"/>
            <ac:graphicFrameMk id="6" creationId="{C8D06F01-1809-47E1-9F43-3FDBE39B2DFA}"/>
          </ac:graphicFrameMkLst>
        </pc:graphicFrameChg>
      </pc:sldChg>
      <pc:sldChg chg="modSp new mod">
        <pc:chgData name="鈴木 秀規" userId="f68c5fd9-22d5-4c0a-9833-7fb0f5135313" providerId="ADAL" clId="{89E477C8-882C-4DDE-9C80-DFB373724EDC}" dt="2021-01-26T08:48:02.101" v="962" actId="207"/>
        <pc:sldMkLst>
          <pc:docMk/>
          <pc:sldMk cId="571433644" sldId="375"/>
        </pc:sldMkLst>
        <pc:spChg chg="mod">
          <ac:chgData name="鈴木 秀規" userId="f68c5fd9-22d5-4c0a-9833-7fb0f5135313" providerId="ADAL" clId="{89E477C8-882C-4DDE-9C80-DFB373724EDC}" dt="2021-01-26T08:47:17.680" v="944"/>
          <ac:spMkLst>
            <pc:docMk/>
            <pc:sldMk cId="571433644" sldId="375"/>
            <ac:spMk id="3" creationId="{ECC121AB-772A-4BE5-B6E5-12A14D7F48E0}"/>
          </ac:spMkLst>
        </pc:spChg>
        <pc:spChg chg="mod">
          <ac:chgData name="鈴木 秀規" userId="f68c5fd9-22d5-4c0a-9833-7fb0f5135313" providerId="ADAL" clId="{89E477C8-882C-4DDE-9C80-DFB373724EDC}" dt="2021-01-26T08:48:02.101" v="962" actId="207"/>
          <ac:spMkLst>
            <pc:docMk/>
            <pc:sldMk cId="571433644" sldId="375"/>
            <ac:spMk id="5" creationId="{1774875D-24B6-4061-A97A-E3A5F9F98EC7}"/>
          </ac:spMkLst>
        </pc:spChg>
      </pc:sldChg>
      <pc:sldChg chg="del">
        <pc:chgData name="鈴木 秀規" userId="f68c5fd9-22d5-4c0a-9833-7fb0f5135313" providerId="ADAL" clId="{89E477C8-882C-4DDE-9C80-DFB373724EDC}" dt="2021-01-26T07:45:41.587" v="2" actId="2696"/>
        <pc:sldMkLst>
          <pc:docMk/>
          <pc:sldMk cId="4133178376" sldId="375"/>
        </pc:sldMkLst>
      </pc:sldChg>
      <pc:sldChg chg="addSp delSp modSp new mod">
        <pc:chgData name="鈴木 秀規" userId="f68c5fd9-22d5-4c0a-9833-7fb0f5135313" providerId="ADAL" clId="{89E477C8-882C-4DDE-9C80-DFB373724EDC}" dt="2021-01-26T08:51:50.269" v="1008"/>
        <pc:sldMkLst>
          <pc:docMk/>
          <pc:sldMk cId="941335972" sldId="376"/>
        </pc:sldMkLst>
        <pc:spChg chg="mod">
          <ac:chgData name="鈴木 秀規" userId="f68c5fd9-22d5-4c0a-9833-7fb0f5135313" providerId="ADAL" clId="{89E477C8-882C-4DDE-9C80-DFB373724EDC}" dt="2021-01-26T08:48:39.071" v="964"/>
          <ac:spMkLst>
            <pc:docMk/>
            <pc:sldMk cId="941335972" sldId="376"/>
            <ac:spMk id="3" creationId="{B972367C-4947-4E69-A131-8F640D8D60E5}"/>
          </ac:spMkLst>
        </pc:spChg>
        <pc:spChg chg="mod">
          <ac:chgData name="鈴木 秀規" userId="f68c5fd9-22d5-4c0a-9833-7fb0f5135313" providerId="ADAL" clId="{89E477C8-882C-4DDE-9C80-DFB373724EDC}" dt="2021-01-26T08:48:58.597" v="967" actId="14100"/>
          <ac:spMkLst>
            <pc:docMk/>
            <pc:sldMk cId="941335972" sldId="376"/>
            <ac:spMk id="5" creationId="{B8CB535A-3CCB-4067-A5E6-C7F335F4C81D}"/>
          </ac:spMkLst>
        </pc:spChg>
        <pc:spChg chg="add mod">
          <ac:chgData name="鈴木 秀規" userId="f68c5fd9-22d5-4c0a-9833-7fb0f5135313" providerId="ADAL" clId="{89E477C8-882C-4DDE-9C80-DFB373724EDC}" dt="2021-01-26T08:51:02.958" v="1001" actId="14100"/>
          <ac:spMkLst>
            <pc:docMk/>
            <pc:sldMk cId="941335972" sldId="376"/>
            <ac:spMk id="6" creationId="{A47CD9CD-E188-4199-9271-65EABF76F149}"/>
          </ac:spMkLst>
        </pc:spChg>
        <pc:spChg chg="add del mod">
          <ac:chgData name="鈴木 秀規" userId="f68c5fd9-22d5-4c0a-9833-7fb0f5135313" providerId="ADAL" clId="{89E477C8-882C-4DDE-9C80-DFB373724EDC}" dt="2021-01-26T08:51:50.269" v="1008"/>
          <ac:spMkLst>
            <pc:docMk/>
            <pc:sldMk cId="941335972" sldId="376"/>
            <ac:spMk id="7" creationId="{C2384F2E-4E46-43FA-8375-1D0D79CB5846}"/>
          </ac:spMkLst>
        </pc:spChg>
      </pc:sldChg>
      <pc:sldChg chg="del">
        <pc:chgData name="鈴木 秀規" userId="f68c5fd9-22d5-4c0a-9833-7fb0f5135313" providerId="ADAL" clId="{89E477C8-882C-4DDE-9C80-DFB373724EDC}" dt="2021-01-26T07:45:41.587" v="2" actId="2696"/>
        <pc:sldMkLst>
          <pc:docMk/>
          <pc:sldMk cId="3795804375" sldId="376"/>
        </pc:sldMkLst>
      </pc:sldChg>
      <pc:sldChg chg="addSp modSp new mod">
        <pc:chgData name="鈴木 秀規" userId="f68c5fd9-22d5-4c0a-9833-7fb0f5135313" providerId="ADAL" clId="{89E477C8-882C-4DDE-9C80-DFB373724EDC}" dt="2021-01-26T08:53:24.860" v="1050" actId="1035"/>
        <pc:sldMkLst>
          <pc:docMk/>
          <pc:sldMk cId="2664152079" sldId="377"/>
        </pc:sldMkLst>
        <pc:spChg chg="mod">
          <ac:chgData name="鈴木 秀規" userId="f68c5fd9-22d5-4c0a-9833-7fb0f5135313" providerId="ADAL" clId="{89E477C8-882C-4DDE-9C80-DFB373724EDC}" dt="2021-01-26T08:51:29.189" v="1003"/>
          <ac:spMkLst>
            <pc:docMk/>
            <pc:sldMk cId="2664152079" sldId="377"/>
            <ac:spMk id="3" creationId="{4815163A-60B7-454C-9BEE-6E5D93822057}"/>
          </ac:spMkLst>
        </pc:spChg>
        <pc:spChg chg="mod">
          <ac:chgData name="鈴木 秀規" userId="f68c5fd9-22d5-4c0a-9833-7fb0f5135313" providerId="ADAL" clId="{89E477C8-882C-4DDE-9C80-DFB373724EDC}" dt="2021-01-26T08:51:42.247" v="1006" actId="14100"/>
          <ac:spMkLst>
            <pc:docMk/>
            <pc:sldMk cId="2664152079" sldId="377"/>
            <ac:spMk id="5" creationId="{C2C2A754-1E8C-4305-B29C-CBE1EA53CBA0}"/>
          </ac:spMkLst>
        </pc:spChg>
        <pc:spChg chg="add mod">
          <ac:chgData name="鈴木 秀規" userId="f68c5fd9-22d5-4c0a-9833-7fb0f5135313" providerId="ADAL" clId="{89E477C8-882C-4DDE-9C80-DFB373724EDC}" dt="2021-01-26T08:53:24.860" v="1050" actId="1035"/>
          <ac:spMkLst>
            <pc:docMk/>
            <pc:sldMk cId="2664152079" sldId="377"/>
            <ac:spMk id="6" creationId="{50464128-AAA6-4EA5-B22F-16F5D6C630AD}"/>
          </ac:spMkLst>
        </pc:spChg>
      </pc:sldChg>
      <pc:sldChg chg="del">
        <pc:chgData name="鈴木 秀規" userId="f68c5fd9-22d5-4c0a-9833-7fb0f5135313" providerId="ADAL" clId="{89E477C8-882C-4DDE-9C80-DFB373724EDC}" dt="2021-01-26T07:45:41.587" v="2" actId="2696"/>
        <pc:sldMkLst>
          <pc:docMk/>
          <pc:sldMk cId="4201067025" sldId="377"/>
        </pc:sldMkLst>
      </pc:sldChg>
      <pc:sldChg chg="del">
        <pc:chgData name="鈴木 秀規" userId="f68c5fd9-22d5-4c0a-9833-7fb0f5135313" providerId="ADAL" clId="{89E477C8-882C-4DDE-9C80-DFB373724EDC}" dt="2021-01-26T07:45:41.587" v="2" actId="2696"/>
        <pc:sldMkLst>
          <pc:docMk/>
          <pc:sldMk cId="2170260322" sldId="378"/>
        </pc:sldMkLst>
      </pc:sldChg>
      <pc:sldChg chg="addSp modSp new mod">
        <pc:chgData name="鈴木 秀規" userId="f68c5fd9-22d5-4c0a-9833-7fb0f5135313" providerId="ADAL" clId="{89E477C8-882C-4DDE-9C80-DFB373724EDC}" dt="2021-01-26T08:55:51.686" v="1092" actId="313"/>
        <pc:sldMkLst>
          <pc:docMk/>
          <pc:sldMk cId="3649152916" sldId="378"/>
        </pc:sldMkLst>
        <pc:spChg chg="mod">
          <ac:chgData name="鈴木 秀規" userId="f68c5fd9-22d5-4c0a-9833-7fb0f5135313" providerId="ADAL" clId="{89E477C8-882C-4DDE-9C80-DFB373724EDC}" dt="2021-01-26T08:53:57.612" v="1052"/>
          <ac:spMkLst>
            <pc:docMk/>
            <pc:sldMk cId="3649152916" sldId="378"/>
            <ac:spMk id="3" creationId="{C9AA1DBB-256C-43A5-BA05-76B0A7285263}"/>
          </ac:spMkLst>
        </pc:spChg>
        <pc:spChg chg="mod">
          <ac:chgData name="鈴木 秀規" userId="f68c5fd9-22d5-4c0a-9833-7fb0f5135313" providerId="ADAL" clId="{89E477C8-882C-4DDE-9C80-DFB373724EDC}" dt="2021-01-26T08:54:12.696" v="1057" actId="14100"/>
          <ac:spMkLst>
            <pc:docMk/>
            <pc:sldMk cId="3649152916" sldId="378"/>
            <ac:spMk id="5" creationId="{85E77323-67F6-4BFB-93B2-6199F0DE3356}"/>
          </ac:spMkLst>
        </pc:spChg>
        <pc:spChg chg="add mod">
          <ac:chgData name="鈴木 秀規" userId="f68c5fd9-22d5-4c0a-9833-7fb0f5135313" providerId="ADAL" clId="{89E477C8-882C-4DDE-9C80-DFB373724EDC}" dt="2021-01-26T08:55:29.612" v="1084" actId="14100"/>
          <ac:spMkLst>
            <pc:docMk/>
            <pc:sldMk cId="3649152916" sldId="378"/>
            <ac:spMk id="6" creationId="{EBD2286A-0F1A-4DF5-A259-16CD3040F129}"/>
          </ac:spMkLst>
        </pc:spChg>
        <pc:spChg chg="add mod">
          <ac:chgData name="鈴木 秀規" userId="f68c5fd9-22d5-4c0a-9833-7fb0f5135313" providerId="ADAL" clId="{89E477C8-882C-4DDE-9C80-DFB373724EDC}" dt="2021-01-26T08:55:51.686" v="1092" actId="313"/>
          <ac:spMkLst>
            <pc:docMk/>
            <pc:sldMk cId="3649152916" sldId="378"/>
            <ac:spMk id="7" creationId="{EA633DCB-A576-4301-B681-FCD5E5467649}"/>
          </ac:spMkLst>
        </pc:spChg>
      </pc:sldChg>
      <pc:sldChg chg="addSp modSp new mod">
        <pc:chgData name="鈴木 秀規" userId="f68c5fd9-22d5-4c0a-9833-7fb0f5135313" providerId="ADAL" clId="{89E477C8-882C-4DDE-9C80-DFB373724EDC}" dt="2021-01-26T09:04:12.085" v="1158" actId="14100"/>
        <pc:sldMkLst>
          <pc:docMk/>
          <pc:sldMk cId="4159378562" sldId="379"/>
        </pc:sldMkLst>
        <pc:spChg chg="mod">
          <ac:chgData name="鈴木 秀規" userId="f68c5fd9-22d5-4c0a-9833-7fb0f5135313" providerId="ADAL" clId="{89E477C8-882C-4DDE-9C80-DFB373724EDC}" dt="2021-01-26T08:57:35.060" v="1094"/>
          <ac:spMkLst>
            <pc:docMk/>
            <pc:sldMk cId="4159378562" sldId="379"/>
            <ac:spMk id="3" creationId="{8ADF3397-CBD7-44EE-BB76-9A53E1D09CAC}"/>
          </ac:spMkLst>
        </pc:spChg>
        <pc:spChg chg="mod">
          <ac:chgData name="鈴木 秀規" userId="f68c5fd9-22d5-4c0a-9833-7fb0f5135313" providerId="ADAL" clId="{89E477C8-882C-4DDE-9C80-DFB373724EDC}" dt="2021-01-26T09:03:04.013" v="1145" actId="20577"/>
          <ac:spMkLst>
            <pc:docMk/>
            <pc:sldMk cId="4159378562" sldId="379"/>
            <ac:spMk id="5" creationId="{8AF17209-0E3F-4A7F-963D-59AE37D7A761}"/>
          </ac:spMkLst>
        </pc:spChg>
        <pc:spChg chg="add mod">
          <ac:chgData name="鈴木 秀規" userId="f68c5fd9-22d5-4c0a-9833-7fb0f5135313" providerId="ADAL" clId="{89E477C8-882C-4DDE-9C80-DFB373724EDC}" dt="2021-01-26T09:03:56.785" v="1155" actId="1076"/>
          <ac:spMkLst>
            <pc:docMk/>
            <pc:sldMk cId="4159378562" sldId="379"/>
            <ac:spMk id="6" creationId="{19ACB777-4C69-4AE2-9B51-348E26C5B4C6}"/>
          </ac:spMkLst>
        </pc:spChg>
        <pc:spChg chg="add mod">
          <ac:chgData name="鈴木 秀規" userId="f68c5fd9-22d5-4c0a-9833-7fb0f5135313" providerId="ADAL" clId="{89E477C8-882C-4DDE-9C80-DFB373724EDC}" dt="2021-01-26T09:03:56.785" v="1155" actId="1076"/>
          <ac:spMkLst>
            <pc:docMk/>
            <pc:sldMk cId="4159378562" sldId="379"/>
            <ac:spMk id="7" creationId="{FF2577CE-45E7-4EEA-B2C3-5C7ED5455854}"/>
          </ac:spMkLst>
        </pc:spChg>
        <pc:spChg chg="add mod">
          <ac:chgData name="鈴木 秀規" userId="f68c5fd9-22d5-4c0a-9833-7fb0f5135313" providerId="ADAL" clId="{89E477C8-882C-4DDE-9C80-DFB373724EDC}" dt="2021-01-26T09:03:56.785" v="1155" actId="1076"/>
          <ac:spMkLst>
            <pc:docMk/>
            <pc:sldMk cId="4159378562" sldId="379"/>
            <ac:spMk id="8" creationId="{E910A402-74B4-4C71-BB1F-BFEB50C1B5B7}"/>
          </ac:spMkLst>
        </pc:spChg>
        <pc:spChg chg="add mod">
          <ac:chgData name="鈴木 秀規" userId="f68c5fd9-22d5-4c0a-9833-7fb0f5135313" providerId="ADAL" clId="{89E477C8-882C-4DDE-9C80-DFB373724EDC}" dt="2021-01-26T09:04:07.411" v="1156" actId="14100"/>
          <ac:spMkLst>
            <pc:docMk/>
            <pc:sldMk cId="4159378562" sldId="379"/>
            <ac:spMk id="9" creationId="{60F5CBF6-0422-4A7A-8BA4-8D09EF54946F}"/>
          </ac:spMkLst>
        </pc:spChg>
        <pc:spChg chg="add mod">
          <ac:chgData name="鈴木 秀規" userId="f68c5fd9-22d5-4c0a-9833-7fb0f5135313" providerId="ADAL" clId="{89E477C8-882C-4DDE-9C80-DFB373724EDC}" dt="2021-01-26T09:04:09.703" v="1157" actId="14100"/>
          <ac:spMkLst>
            <pc:docMk/>
            <pc:sldMk cId="4159378562" sldId="379"/>
            <ac:spMk id="10" creationId="{4D621CF3-0CF4-489C-B223-3FA3D33C2E35}"/>
          </ac:spMkLst>
        </pc:spChg>
        <pc:spChg chg="add mod">
          <ac:chgData name="鈴木 秀規" userId="f68c5fd9-22d5-4c0a-9833-7fb0f5135313" providerId="ADAL" clId="{89E477C8-882C-4DDE-9C80-DFB373724EDC}" dt="2021-01-26T09:04:12.085" v="1158" actId="14100"/>
          <ac:spMkLst>
            <pc:docMk/>
            <pc:sldMk cId="4159378562" sldId="379"/>
            <ac:spMk id="11" creationId="{F882B540-8177-4F5E-AC95-6745C0031FFE}"/>
          </ac:spMkLst>
        </pc:spChg>
      </pc:sldChg>
      <pc:sldChg chg="del">
        <pc:chgData name="鈴木 秀規" userId="f68c5fd9-22d5-4c0a-9833-7fb0f5135313" providerId="ADAL" clId="{89E477C8-882C-4DDE-9C80-DFB373724EDC}" dt="2021-01-26T07:45:41.587" v="2" actId="2696"/>
        <pc:sldMkLst>
          <pc:docMk/>
          <pc:sldMk cId="4171248681" sldId="379"/>
        </pc:sldMkLst>
      </pc:sldChg>
      <pc:sldChg chg="del">
        <pc:chgData name="鈴木 秀規" userId="f68c5fd9-22d5-4c0a-9833-7fb0f5135313" providerId="ADAL" clId="{89E477C8-882C-4DDE-9C80-DFB373724EDC}" dt="2021-01-26T07:45:41.587" v="2" actId="2696"/>
        <pc:sldMkLst>
          <pc:docMk/>
          <pc:sldMk cId="1003752797" sldId="380"/>
        </pc:sldMkLst>
      </pc:sldChg>
      <pc:sldChg chg="addSp delSp modSp new mod">
        <pc:chgData name="鈴木 秀規" userId="f68c5fd9-22d5-4c0a-9833-7fb0f5135313" providerId="ADAL" clId="{89E477C8-882C-4DDE-9C80-DFB373724EDC}" dt="2021-01-26T09:06:30.809" v="1192" actId="14100"/>
        <pc:sldMkLst>
          <pc:docMk/>
          <pc:sldMk cId="2745502941" sldId="380"/>
        </pc:sldMkLst>
        <pc:spChg chg="mod">
          <ac:chgData name="鈴木 秀規" userId="f68c5fd9-22d5-4c0a-9833-7fb0f5135313" providerId="ADAL" clId="{89E477C8-882C-4DDE-9C80-DFB373724EDC}" dt="2021-01-26T09:04:42.006" v="1160"/>
          <ac:spMkLst>
            <pc:docMk/>
            <pc:sldMk cId="2745502941" sldId="380"/>
            <ac:spMk id="3" creationId="{D7CEE353-66FB-4D47-ABE7-E6D457A6F88A}"/>
          </ac:spMkLst>
        </pc:spChg>
        <pc:spChg chg="mod">
          <ac:chgData name="鈴木 秀規" userId="f68c5fd9-22d5-4c0a-9833-7fb0f5135313" providerId="ADAL" clId="{89E477C8-882C-4DDE-9C80-DFB373724EDC}" dt="2021-01-26T09:06:30.809" v="1192" actId="14100"/>
          <ac:spMkLst>
            <pc:docMk/>
            <pc:sldMk cId="2745502941" sldId="380"/>
            <ac:spMk id="5" creationId="{65F8DBFA-3C03-463C-8EBC-DD915EEA6A5E}"/>
          </ac:spMkLst>
        </pc:spChg>
        <pc:spChg chg="add del mod">
          <ac:chgData name="鈴木 秀規" userId="f68c5fd9-22d5-4c0a-9833-7fb0f5135313" providerId="ADAL" clId="{89E477C8-882C-4DDE-9C80-DFB373724EDC}" dt="2021-01-26T09:05:05.142" v="1162" actId="478"/>
          <ac:spMkLst>
            <pc:docMk/>
            <pc:sldMk cId="2745502941" sldId="380"/>
            <ac:spMk id="6" creationId="{43FDE0DB-E0B1-4CD3-8CA4-B563208CAB41}"/>
          </ac:spMkLst>
        </pc:spChg>
        <pc:spChg chg="add mod">
          <ac:chgData name="鈴木 秀規" userId="f68c5fd9-22d5-4c0a-9833-7fb0f5135313" providerId="ADAL" clId="{89E477C8-882C-4DDE-9C80-DFB373724EDC}" dt="2021-01-26T09:06:15.322" v="1188" actId="207"/>
          <ac:spMkLst>
            <pc:docMk/>
            <pc:sldMk cId="2745502941" sldId="380"/>
            <ac:spMk id="7" creationId="{BCFA7568-C799-428D-8424-0D6988FA0BF6}"/>
          </ac:spMkLst>
        </pc:spChg>
      </pc:sldChg>
      <pc:sldChg chg="modSp new mod">
        <pc:chgData name="鈴木 秀規" userId="f68c5fd9-22d5-4c0a-9833-7fb0f5135313" providerId="ADAL" clId="{89E477C8-882C-4DDE-9C80-DFB373724EDC}" dt="2021-01-26T09:08:00.190" v="1218" actId="207"/>
        <pc:sldMkLst>
          <pc:docMk/>
          <pc:sldMk cId="301528646" sldId="381"/>
        </pc:sldMkLst>
        <pc:spChg chg="mod">
          <ac:chgData name="鈴木 秀規" userId="f68c5fd9-22d5-4c0a-9833-7fb0f5135313" providerId="ADAL" clId="{89E477C8-882C-4DDE-9C80-DFB373724EDC}" dt="2021-01-26T09:06:48.058" v="1194"/>
          <ac:spMkLst>
            <pc:docMk/>
            <pc:sldMk cId="301528646" sldId="381"/>
            <ac:spMk id="3" creationId="{48A70034-29E8-489A-B615-329037CF346A}"/>
          </ac:spMkLst>
        </pc:spChg>
        <pc:spChg chg="mod">
          <ac:chgData name="鈴木 秀規" userId="f68c5fd9-22d5-4c0a-9833-7fb0f5135313" providerId="ADAL" clId="{89E477C8-882C-4DDE-9C80-DFB373724EDC}" dt="2021-01-26T09:08:00.190" v="1218" actId="207"/>
          <ac:spMkLst>
            <pc:docMk/>
            <pc:sldMk cId="301528646" sldId="381"/>
            <ac:spMk id="5" creationId="{870E934D-B2BF-428B-AC4B-1C45CBAE4729}"/>
          </ac:spMkLst>
        </pc:spChg>
      </pc:sldChg>
      <pc:sldChg chg="del">
        <pc:chgData name="鈴木 秀規" userId="f68c5fd9-22d5-4c0a-9833-7fb0f5135313" providerId="ADAL" clId="{89E477C8-882C-4DDE-9C80-DFB373724EDC}" dt="2021-01-26T07:45:41.587" v="2" actId="2696"/>
        <pc:sldMkLst>
          <pc:docMk/>
          <pc:sldMk cId="2315279680" sldId="381"/>
        </pc:sldMkLst>
      </pc:sldChg>
      <pc:sldChg chg="del">
        <pc:chgData name="鈴木 秀規" userId="f68c5fd9-22d5-4c0a-9833-7fb0f5135313" providerId="ADAL" clId="{89E477C8-882C-4DDE-9C80-DFB373724EDC}" dt="2021-01-26T07:45:41.587" v="2" actId="2696"/>
        <pc:sldMkLst>
          <pc:docMk/>
          <pc:sldMk cId="3359842153" sldId="382"/>
        </pc:sldMkLst>
      </pc:sldChg>
      <pc:sldChg chg="addSp modSp new mod">
        <pc:chgData name="鈴木 秀規" userId="f68c5fd9-22d5-4c0a-9833-7fb0f5135313" providerId="ADAL" clId="{89E477C8-882C-4DDE-9C80-DFB373724EDC}" dt="2021-01-26T09:13:19.047" v="1275" actId="14100"/>
        <pc:sldMkLst>
          <pc:docMk/>
          <pc:sldMk cId="3737758823" sldId="382"/>
        </pc:sldMkLst>
        <pc:spChg chg="mod">
          <ac:chgData name="鈴木 秀規" userId="f68c5fd9-22d5-4c0a-9833-7fb0f5135313" providerId="ADAL" clId="{89E477C8-882C-4DDE-9C80-DFB373724EDC}" dt="2021-01-26T09:08:28.567" v="1220"/>
          <ac:spMkLst>
            <pc:docMk/>
            <pc:sldMk cId="3737758823" sldId="382"/>
            <ac:spMk id="3" creationId="{71453A0E-55EE-4AEB-91D2-9DB4AE35E3DE}"/>
          </ac:spMkLst>
        </pc:spChg>
        <pc:spChg chg="mod">
          <ac:chgData name="鈴木 秀規" userId="f68c5fd9-22d5-4c0a-9833-7fb0f5135313" providerId="ADAL" clId="{89E477C8-882C-4DDE-9C80-DFB373724EDC}" dt="2021-01-26T09:08:51.351" v="1226" actId="1076"/>
          <ac:spMkLst>
            <pc:docMk/>
            <pc:sldMk cId="3737758823" sldId="382"/>
            <ac:spMk id="5" creationId="{C9168D82-A6E8-47C7-9E34-0055387B3E1E}"/>
          </ac:spMkLst>
        </pc:spChg>
        <pc:spChg chg="add mod">
          <ac:chgData name="鈴木 秀規" userId="f68c5fd9-22d5-4c0a-9833-7fb0f5135313" providerId="ADAL" clId="{89E477C8-882C-4DDE-9C80-DFB373724EDC}" dt="2021-01-26T09:10:38.505" v="1244" actId="1076"/>
          <ac:spMkLst>
            <pc:docMk/>
            <pc:sldMk cId="3737758823" sldId="382"/>
            <ac:spMk id="6" creationId="{416F6B10-E341-483C-8EB1-A447CA0B519D}"/>
          </ac:spMkLst>
        </pc:spChg>
        <pc:spChg chg="add mod">
          <ac:chgData name="鈴木 秀規" userId="f68c5fd9-22d5-4c0a-9833-7fb0f5135313" providerId="ADAL" clId="{89E477C8-882C-4DDE-9C80-DFB373724EDC}" dt="2021-01-26T09:12:48.406" v="1270" actId="1076"/>
          <ac:spMkLst>
            <pc:docMk/>
            <pc:sldMk cId="3737758823" sldId="382"/>
            <ac:spMk id="7" creationId="{5AA8E07E-E209-4FAB-B08E-DC75AEC347D2}"/>
          </ac:spMkLst>
        </pc:spChg>
        <pc:spChg chg="add mod">
          <ac:chgData name="鈴木 秀規" userId="f68c5fd9-22d5-4c0a-9833-7fb0f5135313" providerId="ADAL" clId="{89E477C8-882C-4DDE-9C80-DFB373724EDC}" dt="2021-01-26T09:12:51.954" v="1271" actId="1076"/>
          <ac:spMkLst>
            <pc:docMk/>
            <pc:sldMk cId="3737758823" sldId="382"/>
            <ac:spMk id="8" creationId="{CC90732A-ACB8-40E0-ADBB-A7DA8123B972}"/>
          </ac:spMkLst>
        </pc:spChg>
        <pc:spChg chg="add mod">
          <ac:chgData name="鈴木 秀規" userId="f68c5fd9-22d5-4c0a-9833-7fb0f5135313" providerId="ADAL" clId="{89E477C8-882C-4DDE-9C80-DFB373724EDC}" dt="2021-01-26T09:13:09.350" v="1273" actId="1076"/>
          <ac:spMkLst>
            <pc:docMk/>
            <pc:sldMk cId="3737758823" sldId="382"/>
            <ac:spMk id="9" creationId="{B3B3A101-1CC1-40C6-906E-E865AB3204EB}"/>
          </ac:spMkLst>
        </pc:spChg>
        <pc:spChg chg="add mod">
          <ac:chgData name="鈴木 秀規" userId="f68c5fd9-22d5-4c0a-9833-7fb0f5135313" providerId="ADAL" clId="{89E477C8-882C-4DDE-9C80-DFB373724EDC}" dt="2021-01-26T09:12:24.604" v="1267" actId="207"/>
          <ac:spMkLst>
            <pc:docMk/>
            <pc:sldMk cId="3737758823" sldId="382"/>
            <ac:spMk id="10" creationId="{C7477D15-AF30-4B50-9A55-F9DB0B3DD722}"/>
          </ac:spMkLst>
        </pc:spChg>
        <pc:spChg chg="add mod">
          <ac:chgData name="鈴木 秀規" userId="f68c5fd9-22d5-4c0a-9833-7fb0f5135313" providerId="ADAL" clId="{89E477C8-882C-4DDE-9C80-DFB373724EDC}" dt="2021-01-26T09:12:55.172" v="1272" actId="14100"/>
          <ac:spMkLst>
            <pc:docMk/>
            <pc:sldMk cId="3737758823" sldId="382"/>
            <ac:spMk id="11" creationId="{FF0BF8BB-6A5A-48C6-9DFC-D7EFF9AD9EEA}"/>
          </ac:spMkLst>
        </pc:spChg>
        <pc:spChg chg="add mod">
          <ac:chgData name="鈴木 秀規" userId="f68c5fd9-22d5-4c0a-9833-7fb0f5135313" providerId="ADAL" clId="{89E477C8-882C-4DDE-9C80-DFB373724EDC}" dt="2021-01-26T09:13:19.047" v="1275" actId="14100"/>
          <ac:spMkLst>
            <pc:docMk/>
            <pc:sldMk cId="3737758823" sldId="382"/>
            <ac:spMk id="12" creationId="{7061D972-AB54-44F3-BC60-66CB527657F8}"/>
          </ac:spMkLst>
        </pc:spChg>
      </pc:sldChg>
      <pc:sldChg chg="addSp modSp new mod">
        <pc:chgData name="鈴木 秀規" userId="f68c5fd9-22d5-4c0a-9833-7fb0f5135313" providerId="ADAL" clId="{89E477C8-882C-4DDE-9C80-DFB373724EDC}" dt="2021-01-26T09:17:18.900" v="1318" actId="14100"/>
        <pc:sldMkLst>
          <pc:docMk/>
          <pc:sldMk cId="1383500861" sldId="383"/>
        </pc:sldMkLst>
        <pc:spChg chg="mod">
          <ac:chgData name="鈴木 秀規" userId="f68c5fd9-22d5-4c0a-9833-7fb0f5135313" providerId="ADAL" clId="{89E477C8-882C-4DDE-9C80-DFB373724EDC}" dt="2021-01-26T09:14:00.974" v="1277"/>
          <ac:spMkLst>
            <pc:docMk/>
            <pc:sldMk cId="1383500861" sldId="383"/>
            <ac:spMk id="3" creationId="{F0E6EF6C-643D-46A5-BCA4-2208D09284E4}"/>
          </ac:spMkLst>
        </pc:spChg>
        <pc:spChg chg="mod">
          <ac:chgData name="鈴木 秀規" userId="f68c5fd9-22d5-4c0a-9833-7fb0f5135313" providerId="ADAL" clId="{89E477C8-882C-4DDE-9C80-DFB373724EDC}" dt="2021-01-26T09:14:51.803" v="1280" actId="14100"/>
          <ac:spMkLst>
            <pc:docMk/>
            <pc:sldMk cId="1383500861" sldId="383"/>
            <ac:spMk id="5" creationId="{919049D3-0FA6-454A-B4CC-11082E3D994A}"/>
          </ac:spMkLst>
        </pc:spChg>
        <pc:spChg chg="add mod">
          <ac:chgData name="鈴木 秀規" userId="f68c5fd9-22d5-4c0a-9833-7fb0f5135313" providerId="ADAL" clId="{89E477C8-882C-4DDE-9C80-DFB373724EDC}" dt="2021-01-26T09:17:18.900" v="1318" actId="14100"/>
          <ac:spMkLst>
            <pc:docMk/>
            <pc:sldMk cId="1383500861" sldId="383"/>
            <ac:spMk id="6" creationId="{40AE093F-0277-4CEE-ABD9-3E36D329F807}"/>
          </ac:spMkLst>
        </pc:spChg>
        <pc:spChg chg="add mod">
          <ac:chgData name="鈴木 秀規" userId="f68c5fd9-22d5-4c0a-9833-7fb0f5135313" providerId="ADAL" clId="{89E477C8-882C-4DDE-9C80-DFB373724EDC}" dt="2021-01-26T09:17:14.863" v="1317" actId="207"/>
          <ac:spMkLst>
            <pc:docMk/>
            <pc:sldMk cId="1383500861" sldId="383"/>
            <ac:spMk id="7" creationId="{B8C21830-8874-451E-BB81-52131C6815EA}"/>
          </ac:spMkLst>
        </pc:spChg>
        <pc:spChg chg="add mod">
          <ac:chgData name="鈴木 秀規" userId="f68c5fd9-22d5-4c0a-9833-7fb0f5135313" providerId="ADAL" clId="{89E477C8-882C-4DDE-9C80-DFB373724EDC}" dt="2021-01-26T09:17:11.813" v="1315" actId="207"/>
          <ac:spMkLst>
            <pc:docMk/>
            <pc:sldMk cId="1383500861" sldId="383"/>
            <ac:spMk id="8" creationId="{E6DE9D1A-AEB6-4AEB-BC3A-28717310E568}"/>
          </ac:spMkLst>
        </pc:spChg>
        <pc:spChg chg="add mod">
          <ac:chgData name="鈴木 秀規" userId="f68c5fd9-22d5-4c0a-9833-7fb0f5135313" providerId="ADAL" clId="{89E477C8-882C-4DDE-9C80-DFB373724EDC}" dt="2021-01-26T09:17:01.044" v="1312" actId="1076"/>
          <ac:spMkLst>
            <pc:docMk/>
            <pc:sldMk cId="1383500861" sldId="383"/>
            <ac:spMk id="9" creationId="{2C93F375-A663-49C6-B80E-53DB8D902081}"/>
          </ac:spMkLst>
        </pc:spChg>
        <pc:spChg chg="add mod">
          <ac:chgData name="鈴木 秀規" userId="f68c5fd9-22d5-4c0a-9833-7fb0f5135313" providerId="ADAL" clId="{89E477C8-882C-4DDE-9C80-DFB373724EDC}" dt="2021-01-26T09:16:58.196" v="1311" actId="571"/>
          <ac:spMkLst>
            <pc:docMk/>
            <pc:sldMk cId="1383500861" sldId="383"/>
            <ac:spMk id="10" creationId="{F285B219-475B-44A1-934D-C9506B322CA4}"/>
          </ac:spMkLst>
        </pc:spChg>
      </pc:sldChg>
      <pc:sldChg chg="del">
        <pc:chgData name="鈴木 秀規" userId="f68c5fd9-22d5-4c0a-9833-7fb0f5135313" providerId="ADAL" clId="{89E477C8-882C-4DDE-9C80-DFB373724EDC}" dt="2021-01-26T07:45:41.587" v="2" actId="2696"/>
        <pc:sldMkLst>
          <pc:docMk/>
          <pc:sldMk cId="2193843838" sldId="383"/>
        </pc:sldMkLst>
      </pc:sldChg>
      <pc:sldChg chg="del">
        <pc:chgData name="鈴木 秀規" userId="f68c5fd9-22d5-4c0a-9833-7fb0f5135313" providerId="ADAL" clId="{89E477C8-882C-4DDE-9C80-DFB373724EDC}" dt="2021-01-26T07:45:41.587" v="2" actId="2696"/>
        <pc:sldMkLst>
          <pc:docMk/>
          <pc:sldMk cId="1703172032" sldId="384"/>
        </pc:sldMkLst>
      </pc:sldChg>
      <pc:sldChg chg="addSp delSp modSp new mod">
        <pc:chgData name="鈴木 秀規" userId="f68c5fd9-22d5-4c0a-9833-7fb0f5135313" providerId="ADAL" clId="{89E477C8-882C-4DDE-9C80-DFB373724EDC}" dt="2021-01-28T00:25:32.568" v="1704" actId="1036"/>
        <pc:sldMkLst>
          <pc:docMk/>
          <pc:sldMk cId="1710849802" sldId="384"/>
        </pc:sldMkLst>
        <pc:spChg chg="mod">
          <ac:chgData name="鈴木 秀規" userId="f68c5fd9-22d5-4c0a-9833-7fb0f5135313" providerId="ADAL" clId="{89E477C8-882C-4DDE-9C80-DFB373724EDC}" dt="2021-01-28T00:04:15.549" v="1346" actId="20577"/>
          <ac:spMkLst>
            <pc:docMk/>
            <pc:sldMk cId="1710849802" sldId="384"/>
            <ac:spMk id="3" creationId="{9AB9B55F-AAD7-4298-85CF-D1860B286D43}"/>
          </ac:spMkLst>
        </pc:spChg>
        <pc:spChg chg="mod">
          <ac:chgData name="鈴木 秀規" userId="f68c5fd9-22d5-4c0a-9833-7fb0f5135313" providerId="ADAL" clId="{89E477C8-882C-4DDE-9C80-DFB373724EDC}" dt="2021-01-28T00:11:44.745" v="1351" actId="207"/>
          <ac:spMkLst>
            <pc:docMk/>
            <pc:sldMk cId="1710849802" sldId="384"/>
            <ac:spMk id="5" creationId="{69A1D963-EF40-465A-8F05-04B0639C9BB1}"/>
          </ac:spMkLst>
        </pc:spChg>
        <pc:spChg chg="add mod">
          <ac:chgData name="鈴木 秀規" userId="f68c5fd9-22d5-4c0a-9833-7fb0f5135313" providerId="ADAL" clId="{89E477C8-882C-4DDE-9C80-DFB373724EDC}" dt="2021-01-28T00:16:41.084" v="1458" actId="1076"/>
          <ac:spMkLst>
            <pc:docMk/>
            <pc:sldMk cId="1710849802" sldId="384"/>
            <ac:spMk id="6" creationId="{B9F75641-D03D-4930-A734-D3E2877E1CEC}"/>
          </ac:spMkLst>
        </pc:spChg>
        <pc:spChg chg="add mod">
          <ac:chgData name="鈴木 秀規" userId="f68c5fd9-22d5-4c0a-9833-7fb0f5135313" providerId="ADAL" clId="{89E477C8-882C-4DDE-9C80-DFB373724EDC}" dt="2021-01-28T00:13:32.983" v="1358" actId="208"/>
          <ac:spMkLst>
            <pc:docMk/>
            <pc:sldMk cId="1710849802" sldId="384"/>
            <ac:spMk id="7" creationId="{76486E73-2314-4F67-8B9A-4ABD8FA5CEC7}"/>
          </ac:spMkLst>
        </pc:spChg>
        <pc:spChg chg="add mod">
          <ac:chgData name="鈴木 秀規" userId="f68c5fd9-22d5-4c0a-9833-7fb0f5135313" providerId="ADAL" clId="{89E477C8-882C-4DDE-9C80-DFB373724EDC}" dt="2021-01-28T00:14:28.852" v="1389" actId="2085"/>
          <ac:spMkLst>
            <pc:docMk/>
            <pc:sldMk cId="1710849802" sldId="384"/>
            <ac:spMk id="8" creationId="{3A5A3013-AF6F-4DF1-83B3-8AECDE33C743}"/>
          </ac:spMkLst>
        </pc:spChg>
        <pc:spChg chg="add mod">
          <ac:chgData name="鈴木 秀規" userId="f68c5fd9-22d5-4c0a-9833-7fb0f5135313" providerId="ADAL" clId="{89E477C8-882C-4DDE-9C80-DFB373724EDC}" dt="2021-01-28T00:14:44.049" v="1394" actId="14100"/>
          <ac:spMkLst>
            <pc:docMk/>
            <pc:sldMk cId="1710849802" sldId="384"/>
            <ac:spMk id="9" creationId="{EC90C676-1B95-4A79-B302-4FC9160AC9FC}"/>
          </ac:spMkLst>
        </pc:spChg>
        <pc:spChg chg="add mod">
          <ac:chgData name="鈴木 秀規" userId="f68c5fd9-22d5-4c0a-9833-7fb0f5135313" providerId="ADAL" clId="{89E477C8-882C-4DDE-9C80-DFB373724EDC}" dt="2021-01-28T00:20:03.030" v="1522" actId="1037"/>
          <ac:spMkLst>
            <pc:docMk/>
            <pc:sldMk cId="1710849802" sldId="384"/>
            <ac:spMk id="10" creationId="{6DEC2F77-76EC-4DFD-AB92-30176BEFCE39}"/>
          </ac:spMkLst>
        </pc:spChg>
        <pc:spChg chg="add mod">
          <ac:chgData name="鈴木 秀規" userId="f68c5fd9-22d5-4c0a-9833-7fb0f5135313" providerId="ADAL" clId="{89E477C8-882C-4DDE-9C80-DFB373724EDC}" dt="2021-01-28T00:20:03.030" v="1522" actId="1037"/>
          <ac:spMkLst>
            <pc:docMk/>
            <pc:sldMk cId="1710849802" sldId="384"/>
            <ac:spMk id="11" creationId="{2E399D14-EE07-4DEA-BAC1-8A299DF07943}"/>
          </ac:spMkLst>
        </pc:spChg>
        <pc:spChg chg="add del mod">
          <ac:chgData name="鈴木 秀規" userId="f68c5fd9-22d5-4c0a-9833-7fb0f5135313" providerId="ADAL" clId="{89E477C8-882C-4DDE-9C80-DFB373724EDC}" dt="2021-01-28T00:24:31.877" v="1674" actId="21"/>
          <ac:spMkLst>
            <pc:docMk/>
            <pc:sldMk cId="1710849802" sldId="384"/>
            <ac:spMk id="21" creationId="{74F18F8D-9918-4CAA-B2FA-7FD2E081FCB1}"/>
          </ac:spMkLst>
        </pc:spChg>
        <pc:spChg chg="add mod">
          <ac:chgData name="鈴木 秀規" userId="f68c5fd9-22d5-4c0a-9833-7fb0f5135313" providerId="ADAL" clId="{89E477C8-882C-4DDE-9C80-DFB373724EDC}" dt="2021-01-28T00:21:45.232" v="1565" actId="20577"/>
          <ac:spMkLst>
            <pc:docMk/>
            <pc:sldMk cId="1710849802" sldId="384"/>
            <ac:spMk id="31" creationId="{DECAA41E-C020-48B1-BCCC-EAAC2BB74F36}"/>
          </ac:spMkLst>
        </pc:spChg>
        <pc:spChg chg="add mod">
          <ac:chgData name="鈴木 秀規" userId="f68c5fd9-22d5-4c0a-9833-7fb0f5135313" providerId="ADAL" clId="{89E477C8-882C-4DDE-9C80-DFB373724EDC}" dt="2021-01-28T00:22:09.975" v="1620" actId="20577"/>
          <ac:spMkLst>
            <pc:docMk/>
            <pc:sldMk cId="1710849802" sldId="384"/>
            <ac:spMk id="32" creationId="{440BFB2F-EE06-4588-BDB8-84DBF3B1E7AE}"/>
          </ac:spMkLst>
        </pc:spChg>
        <pc:spChg chg="add mod">
          <ac:chgData name="鈴木 秀規" userId="f68c5fd9-22d5-4c0a-9833-7fb0f5135313" providerId="ADAL" clId="{89E477C8-882C-4DDE-9C80-DFB373724EDC}" dt="2021-01-28T00:22:35.719" v="1653" actId="20577"/>
          <ac:spMkLst>
            <pc:docMk/>
            <pc:sldMk cId="1710849802" sldId="384"/>
            <ac:spMk id="33" creationId="{FEED2F86-2765-459D-BDE6-9ECBBE6D4792}"/>
          </ac:spMkLst>
        </pc:spChg>
        <pc:spChg chg="add mod">
          <ac:chgData name="鈴木 秀規" userId="f68c5fd9-22d5-4c0a-9833-7fb0f5135313" providerId="ADAL" clId="{89E477C8-882C-4DDE-9C80-DFB373724EDC}" dt="2021-01-28T00:23:31.672" v="1664" actId="1076"/>
          <ac:spMkLst>
            <pc:docMk/>
            <pc:sldMk cId="1710849802" sldId="384"/>
            <ac:spMk id="43" creationId="{DB13123C-E298-4A22-917F-895701DC0D98}"/>
          </ac:spMkLst>
        </pc:spChg>
        <pc:spChg chg="add mod">
          <ac:chgData name="鈴木 秀規" userId="f68c5fd9-22d5-4c0a-9833-7fb0f5135313" providerId="ADAL" clId="{89E477C8-882C-4DDE-9C80-DFB373724EDC}" dt="2021-01-28T00:25:26.917" v="1701" actId="1035"/>
          <ac:spMkLst>
            <pc:docMk/>
            <pc:sldMk cId="1710849802" sldId="384"/>
            <ac:spMk id="52" creationId="{C4D0577F-64C5-4A9C-ACA0-5C79DF2C4F73}"/>
          </ac:spMkLst>
        </pc:spChg>
        <pc:spChg chg="add mod">
          <ac:chgData name="鈴木 秀規" userId="f68c5fd9-22d5-4c0a-9833-7fb0f5135313" providerId="ADAL" clId="{89E477C8-882C-4DDE-9C80-DFB373724EDC}" dt="2021-01-28T00:25:32.568" v="1704" actId="1036"/>
          <ac:spMkLst>
            <pc:docMk/>
            <pc:sldMk cId="1710849802" sldId="384"/>
            <ac:spMk id="53" creationId="{76B42D95-7E3F-4665-B2B0-70126886FEAD}"/>
          </ac:spMkLst>
        </pc:spChg>
        <pc:spChg chg="add mod">
          <ac:chgData name="鈴木 秀規" userId="f68c5fd9-22d5-4c0a-9833-7fb0f5135313" providerId="ADAL" clId="{89E477C8-882C-4DDE-9C80-DFB373724EDC}" dt="2021-01-28T00:25:05.990" v="1693" actId="1076"/>
          <ac:spMkLst>
            <pc:docMk/>
            <pc:sldMk cId="1710849802" sldId="384"/>
            <ac:spMk id="54" creationId="{C78E1A7A-DF9E-465F-8F0D-E0473F15C333}"/>
          </ac:spMkLst>
        </pc:spChg>
        <pc:spChg chg="add mod">
          <ac:chgData name="鈴木 秀規" userId="f68c5fd9-22d5-4c0a-9833-7fb0f5135313" providerId="ADAL" clId="{89E477C8-882C-4DDE-9C80-DFB373724EDC}" dt="2021-01-28T00:25:11.170" v="1695" actId="1076"/>
          <ac:spMkLst>
            <pc:docMk/>
            <pc:sldMk cId="1710849802" sldId="384"/>
            <ac:spMk id="55" creationId="{8ABFFE38-EDC5-4FAB-9B94-EB8281809D88}"/>
          </ac:spMkLst>
        </pc:spChg>
        <pc:cxnChg chg="add mod">
          <ac:chgData name="鈴木 秀規" userId="f68c5fd9-22d5-4c0a-9833-7fb0f5135313" providerId="ADAL" clId="{89E477C8-882C-4DDE-9C80-DFB373724EDC}" dt="2021-01-28T00:20:23.528" v="1524" actId="692"/>
          <ac:cxnSpMkLst>
            <pc:docMk/>
            <pc:sldMk cId="1710849802" sldId="384"/>
            <ac:cxnSpMk id="13" creationId="{8E386EE0-D155-4B04-B137-846B3D3FA644}"/>
          </ac:cxnSpMkLst>
        </pc:cxnChg>
        <pc:cxnChg chg="add del">
          <ac:chgData name="鈴木 秀規" userId="f68c5fd9-22d5-4c0a-9833-7fb0f5135313" providerId="ADAL" clId="{89E477C8-882C-4DDE-9C80-DFB373724EDC}" dt="2021-01-28T00:18:05.077" v="1477" actId="478"/>
          <ac:cxnSpMkLst>
            <pc:docMk/>
            <pc:sldMk cId="1710849802" sldId="384"/>
            <ac:cxnSpMk id="17" creationId="{7F68CC08-24DC-4B4A-8DF5-0A1B06236445}"/>
          </ac:cxnSpMkLst>
        </pc:cxnChg>
        <pc:cxnChg chg="add mod">
          <ac:chgData name="鈴木 秀規" userId="f68c5fd9-22d5-4c0a-9833-7fb0f5135313" providerId="ADAL" clId="{89E477C8-882C-4DDE-9C80-DFB373724EDC}" dt="2021-01-28T00:20:18.164" v="1523" actId="692"/>
          <ac:cxnSpMkLst>
            <pc:docMk/>
            <pc:sldMk cId="1710849802" sldId="384"/>
            <ac:cxnSpMk id="18" creationId="{CD7B3D91-C1C3-4B89-A73D-FD6E1CE9F5C5}"/>
          </ac:cxnSpMkLst>
        </pc:cxnChg>
        <pc:cxnChg chg="add mod">
          <ac:chgData name="鈴木 秀規" userId="f68c5fd9-22d5-4c0a-9833-7fb0f5135313" providerId="ADAL" clId="{89E477C8-882C-4DDE-9C80-DFB373724EDC}" dt="2021-01-28T00:24:31.877" v="1674" actId="21"/>
          <ac:cxnSpMkLst>
            <pc:docMk/>
            <pc:sldMk cId="1710849802" sldId="384"/>
            <ac:cxnSpMk id="23" creationId="{160E84F7-45FB-49BC-9732-FFFFB2D5997D}"/>
          </ac:cxnSpMkLst>
        </pc:cxnChg>
        <pc:cxnChg chg="add mod">
          <ac:chgData name="鈴木 秀規" userId="f68c5fd9-22d5-4c0a-9833-7fb0f5135313" providerId="ADAL" clId="{89E477C8-882C-4DDE-9C80-DFB373724EDC}" dt="2021-01-28T00:20:03.030" v="1522" actId="1037"/>
          <ac:cxnSpMkLst>
            <pc:docMk/>
            <pc:sldMk cId="1710849802" sldId="384"/>
            <ac:cxnSpMk id="26" creationId="{9A630C51-AC48-4B2E-85E9-307526025C2D}"/>
          </ac:cxnSpMkLst>
        </pc:cxnChg>
        <pc:cxnChg chg="add mod">
          <ac:chgData name="鈴木 秀規" userId="f68c5fd9-22d5-4c0a-9833-7fb0f5135313" providerId="ADAL" clId="{89E477C8-882C-4DDE-9C80-DFB373724EDC}" dt="2021-01-28T00:22:53.471" v="1656" actId="14100"/>
          <ac:cxnSpMkLst>
            <pc:docMk/>
            <pc:sldMk cId="1710849802" sldId="384"/>
            <ac:cxnSpMk id="34" creationId="{A3AD2563-68AF-471A-BDB5-5743C2F10205}"/>
          </ac:cxnSpMkLst>
        </pc:cxnChg>
        <pc:cxnChg chg="add mod">
          <ac:chgData name="鈴木 秀規" userId="f68c5fd9-22d5-4c0a-9833-7fb0f5135313" providerId="ADAL" clId="{89E477C8-882C-4DDE-9C80-DFB373724EDC}" dt="2021-01-28T00:23:03.485" v="1659" actId="14100"/>
          <ac:cxnSpMkLst>
            <pc:docMk/>
            <pc:sldMk cId="1710849802" sldId="384"/>
            <ac:cxnSpMk id="37" creationId="{2AAE7265-63A0-4A2C-973C-5700BE345AD1}"/>
          </ac:cxnSpMkLst>
        </pc:cxnChg>
        <pc:cxnChg chg="add mod">
          <ac:chgData name="鈴木 秀規" userId="f68c5fd9-22d5-4c0a-9833-7fb0f5135313" providerId="ADAL" clId="{89E477C8-882C-4DDE-9C80-DFB373724EDC}" dt="2021-01-28T00:23:18.959" v="1662" actId="14100"/>
          <ac:cxnSpMkLst>
            <pc:docMk/>
            <pc:sldMk cId="1710849802" sldId="384"/>
            <ac:cxnSpMk id="40" creationId="{82DCD619-0572-41E8-A0C0-8833B65712E8}"/>
          </ac:cxnSpMkLst>
        </pc:cxnChg>
        <pc:cxnChg chg="add mod">
          <ac:chgData name="鈴木 秀規" userId="f68c5fd9-22d5-4c0a-9833-7fb0f5135313" providerId="ADAL" clId="{89E477C8-882C-4DDE-9C80-DFB373724EDC}" dt="2021-01-28T00:24:03.025" v="1672" actId="14100"/>
          <ac:cxnSpMkLst>
            <pc:docMk/>
            <pc:sldMk cId="1710849802" sldId="384"/>
            <ac:cxnSpMk id="44" creationId="{1E165CEB-00CA-421B-96D7-5657344E5E39}"/>
          </ac:cxnSpMkLst>
        </pc:cxnChg>
        <pc:cxnChg chg="add mod">
          <ac:chgData name="鈴木 秀規" userId="f68c5fd9-22d5-4c0a-9833-7fb0f5135313" providerId="ADAL" clId="{89E477C8-882C-4DDE-9C80-DFB373724EDC}" dt="2021-01-28T00:23:59.137" v="1671" actId="14100"/>
          <ac:cxnSpMkLst>
            <pc:docMk/>
            <pc:sldMk cId="1710849802" sldId="384"/>
            <ac:cxnSpMk id="48" creationId="{D6C3DBE1-45A8-47DA-9E93-B024A3181E1E}"/>
          </ac:cxnSpMkLst>
        </pc:cxnChg>
      </pc:sldChg>
      <pc:sldChg chg="del">
        <pc:chgData name="鈴木 秀規" userId="f68c5fd9-22d5-4c0a-9833-7fb0f5135313" providerId="ADAL" clId="{89E477C8-882C-4DDE-9C80-DFB373724EDC}" dt="2021-01-26T07:45:41.587" v="2" actId="2696"/>
        <pc:sldMkLst>
          <pc:docMk/>
          <pc:sldMk cId="405086457" sldId="385"/>
        </pc:sldMkLst>
      </pc:sldChg>
      <pc:sldChg chg="modSp new mod">
        <pc:chgData name="鈴木 秀規" userId="f68c5fd9-22d5-4c0a-9833-7fb0f5135313" providerId="ADAL" clId="{89E477C8-882C-4DDE-9C80-DFB373724EDC}" dt="2021-01-28T00:27:07.638" v="1742" actId="403"/>
        <pc:sldMkLst>
          <pc:docMk/>
          <pc:sldMk cId="3198427957" sldId="385"/>
        </pc:sldMkLst>
        <pc:spChg chg="mod">
          <ac:chgData name="鈴木 秀規" userId="f68c5fd9-22d5-4c0a-9833-7fb0f5135313" providerId="ADAL" clId="{89E477C8-882C-4DDE-9C80-DFB373724EDC}" dt="2021-01-28T00:26:03.504" v="1724" actId="20577"/>
          <ac:spMkLst>
            <pc:docMk/>
            <pc:sldMk cId="3198427957" sldId="385"/>
            <ac:spMk id="3" creationId="{9C66717B-DC5D-4BC5-8268-8396B695A418}"/>
          </ac:spMkLst>
        </pc:spChg>
        <pc:spChg chg="mod">
          <ac:chgData name="鈴木 秀規" userId="f68c5fd9-22d5-4c0a-9833-7fb0f5135313" providerId="ADAL" clId="{89E477C8-882C-4DDE-9C80-DFB373724EDC}" dt="2021-01-28T00:27:07.638" v="1742" actId="403"/>
          <ac:spMkLst>
            <pc:docMk/>
            <pc:sldMk cId="3198427957" sldId="385"/>
            <ac:spMk id="5" creationId="{BAA9AD2E-1882-4C8E-9E00-D3A86BE862DC}"/>
          </ac:spMkLst>
        </pc:spChg>
      </pc:sldChg>
      <pc:sldChg chg="addSp delSp modSp new mod modClrScheme chgLayout">
        <pc:chgData name="鈴木 秀規" userId="f68c5fd9-22d5-4c0a-9833-7fb0f5135313" providerId="ADAL" clId="{89E477C8-882C-4DDE-9C80-DFB373724EDC}" dt="2021-01-28T00:33:18.976" v="1789" actId="207"/>
        <pc:sldMkLst>
          <pc:docMk/>
          <pc:sldMk cId="2401145918" sldId="386"/>
        </pc:sldMkLst>
        <pc:spChg chg="mod ord">
          <ac:chgData name="鈴木 秀規" userId="f68c5fd9-22d5-4c0a-9833-7fb0f5135313" providerId="ADAL" clId="{89E477C8-882C-4DDE-9C80-DFB373724EDC}" dt="2021-01-28T00:31:13.993" v="1745" actId="700"/>
          <ac:spMkLst>
            <pc:docMk/>
            <pc:sldMk cId="2401145918" sldId="386"/>
            <ac:spMk id="2" creationId="{E1EF011F-8AEA-408B-9E6B-A161DF99E8A0}"/>
          </ac:spMkLst>
        </pc:spChg>
        <pc:spChg chg="mod ord">
          <ac:chgData name="鈴木 秀規" userId="f68c5fd9-22d5-4c0a-9833-7fb0f5135313" providerId="ADAL" clId="{89E477C8-882C-4DDE-9C80-DFB373724EDC}" dt="2021-01-28T00:31:13.993" v="1745" actId="700"/>
          <ac:spMkLst>
            <pc:docMk/>
            <pc:sldMk cId="2401145918" sldId="386"/>
            <ac:spMk id="3" creationId="{737EC184-CACD-4C8F-8E3B-6E48E09233B3}"/>
          </ac:spMkLst>
        </pc:spChg>
        <pc:spChg chg="mod ord">
          <ac:chgData name="鈴木 秀規" userId="f68c5fd9-22d5-4c0a-9833-7fb0f5135313" providerId="ADAL" clId="{89E477C8-882C-4DDE-9C80-DFB373724EDC}" dt="2021-01-28T00:31:13.993" v="1745" actId="700"/>
          <ac:spMkLst>
            <pc:docMk/>
            <pc:sldMk cId="2401145918" sldId="386"/>
            <ac:spMk id="4" creationId="{D6E7AAD0-AF13-4770-A5FE-1A45A1C14BA1}"/>
          </ac:spMkLst>
        </pc:spChg>
        <pc:spChg chg="del">
          <ac:chgData name="鈴木 秀規" userId="f68c5fd9-22d5-4c0a-9833-7fb0f5135313" providerId="ADAL" clId="{89E477C8-882C-4DDE-9C80-DFB373724EDC}" dt="2021-01-28T00:31:13.993" v="1745" actId="700"/>
          <ac:spMkLst>
            <pc:docMk/>
            <pc:sldMk cId="2401145918" sldId="386"/>
            <ac:spMk id="5" creationId="{FBDFA43B-CCA4-4391-876F-08A48B94D24D}"/>
          </ac:spMkLst>
        </pc:spChg>
        <pc:spChg chg="add mod">
          <ac:chgData name="鈴木 秀規" userId="f68c5fd9-22d5-4c0a-9833-7fb0f5135313" providerId="ADAL" clId="{89E477C8-882C-4DDE-9C80-DFB373724EDC}" dt="2021-01-28T00:33:18.976" v="1789" actId="207"/>
          <ac:spMkLst>
            <pc:docMk/>
            <pc:sldMk cId="2401145918" sldId="386"/>
            <ac:spMk id="6" creationId="{00A6316D-1AC1-4A36-80F1-066ADCE98D5B}"/>
          </ac:spMkLst>
        </pc:spChg>
        <pc:spChg chg="add mod">
          <ac:chgData name="鈴木 秀規" userId="f68c5fd9-22d5-4c0a-9833-7fb0f5135313" providerId="ADAL" clId="{89E477C8-882C-4DDE-9C80-DFB373724EDC}" dt="2021-01-28T00:32:44.778" v="1781" actId="14100"/>
          <ac:spMkLst>
            <pc:docMk/>
            <pc:sldMk cId="2401145918" sldId="386"/>
            <ac:spMk id="7" creationId="{6685B93B-920F-4514-8402-BD5509C19734}"/>
          </ac:spMkLst>
        </pc:spChg>
      </pc:sldChg>
      <pc:sldChg chg="addSp modSp new mod modClrScheme chgLayout">
        <pc:chgData name="鈴木 秀規" userId="f68c5fd9-22d5-4c0a-9833-7fb0f5135313" providerId="ADAL" clId="{89E477C8-882C-4DDE-9C80-DFB373724EDC}" dt="2021-01-28T00:36:23.889" v="1826" actId="207"/>
        <pc:sldMkLst>
          <pc:docMk/>
          <pc:sldMk cId="3730994383" sldId="387"/>
        </pc:sldMkLst>
        <pc:spChg chg="mod ord">
          <ac:chgData name="鈴木 秀規" userId="f68c5fd9-22d5-4c0a-9833-7fb0f5135313" providerId="ADAL" clId="{89E477C8-882C-4DDE-9C80-DFB373724EDC}" dt="2021-01-28T00:34:28.598" v="1792" actId="700"/>
          <ac:spMkLst>
            <pc:docMk/>
            <pc:sldMk cId="3730994383" sldId="387"/>
            <ac:spMk id="2" creationId="{BCA1EF0F-B776-42C3-97D5-FA00D3E3A2E9}"/>
          </ac:spMkLst>
        </pc:spChg>
        <pc:spChg chg="mod ord">
          <ac:chgData name="鈴木 秀規" userId="f68c5fd9-22d5-4c0a-9833-7fb0f5135313" providerId="ADAL" clId="{89E477C8-882C-4DDE-9C80-DFB373724EDC}" dt="2021-01-28T00:34:28.598" v="1792" actId="700"/>
          <ac:spMkLst>
            <pc:docMk/>
            <pc:sldMk cId="3730994383" sldId="387"/>
            <ac:spMk id="3" creationId="{D712DFF2-F646-430F-8004-923BF1E76430}"/>
          </ac:spMkLst>
        </pc:spChg>
        <pc:spChg chg="mod ord">
          <ac:chgData name="鈴木 秀規" userId="f68c5fd9-22d5-4c0a-9833-7fb0f5135313" providerId="ADAL" clId="{89E477C8-882C-4DDE-9C80-DFB373724EDC}" dt="2021-01-28T00:34:28.598" v="1792" actId="700"/>
          <ac:spMkLst>
            <pc:docMk/>
            <pc:sldMk cId="3730994383" sldId="387"/>
            <ac:spMk id="4" creationId="{A47B9173-32BF-4F9B-9A9B-FC77DBC9FF69}"/>
          </ac:spMkLst>
        </pc:spChg>
        <pc:spChg chg="add mod ord">
          <ac:chgData name="鈴木 秀規" userId="f68c5fd9-22d5-4c0a-9833-7fb0f5135313" providerId="ADAL" clId="{89E477C8-882C-4DDE-9C80-DFB373724EDC}" dt="2021-01-28T00:36:23.889" v="1826" actId="207"/>
          <ac:spMkLst>
            <pc:docMk/>
            <pc:sldMk cId="3730994383" sldId="387"/>
            <ac:spMk id="5" creationId="{3BC04A58-5FAF-4C7C-AB03-0AF861F93F4F}"/>
          </ac:spMkLst>
        </pc:spChg>
      </pc:sldChg>
      <pc:sldChg chg="addSp modSp new mod">
        <pc:chgData name="鈴木 秀規" userId="f68c5fd9-22d5-4c0a-9833-7fb0f5135313" providerId="ADAL" clId="{89E477C8-882C-4DDE-9C80-DFB373724EDC}" dt="2021-01-28T01:12:54.415" v="1850" actId="14100"/>
        <pc:sldMkLst>
          <pc:docMk/>
          <pc:sldMk cId="218868488" sldId="388"/>
        </pc:sldMkLst>
        <pc:spChg chg="mod">
          <ac:chgData name="鈴木 秀規" userId="f68c5fd9-22d5-4c0a-9833-7fb0f5135313" providerId="ADAL" clId="{89E477C8-882C-4DDE-9C80-DFB373724EDC}" dt="2021-01-28T00:56:42.744" v="1828"/>
          <ac:spMkLst>
            <pc:docMk/>
            <pc:sldMk cId="218868488" sldId="388"/>
            <ac:spMk id="3" creationId="{541E6646-33D9-4B6F-BC80-8102A701396F}"/>
          </ac:spMkLst>
        </pc:spChg>
        <pc:spChg chg="mod">
          <ac:chgData name="鈴木 秀規" userId="f68c5fd9-22d5-4c0a-9833-7fb0f5135313" providerId="ADAL" clId="{89E477C8-882C-4DDE-9C80-DFB373724EDC}" dt="2021-01-28T00:57:03.432" v="1832" actId="14100"/>
          <ac:spMkLst>
            <pc:docMk/>
            <pc:sldMk cId="218868488" sldId="388"/>
            <ac:spMk id="5" creationId="{4F7BE0E2-F22D-4224-A250-61F7BABC679B}"/>
          </ac:spMkLst>
        </pc:spChg>
        <pc:spChg chg="add mod">
          <ac:chgData name="鈴木 秀規" userId="f68c5fd9-22d5-4c0a-9833-7fb0f5135313" providerId="ADAL" clId="{89E477C8-882C-4DDE-9C80-DFB373724EDC}" dt="2021-01-28T00:58:16.387" v="1847" actId="207"/>
          <ac:spMkLst>
            <pc:docMk/>
            <pc:sldMk cId="218868488" sldId="388"/>
            <ac:spMk id="6" creationId="{322AED5D-67E9-49B9-B313-EDCD22B365D2}"/>
          </ac:spMkLst>
        </pc:spChg>
        <pc:spChg chg="add mod">
          <ac:chgData name="鈴木 秀規" userId="f68c5fd9-22d5-4c0a-9833-7fb0f5135313" providerId="ADAL" clId="{89E477C8-882C-4DDE-9C80-DFB373724EDC}" dt="2021-01-28T01:12:54.415" v="1850" actId="14100"/>
          <ac:spMkLst>
            <pc:docMk/>
            <pc:sldMk cId="218868488" sldId="388"/>
            <ac:spMk id="7" creationId="{B5962821-5EE5-46B4-9A85-4485E16939C7}"/>
          </ac:spMkLst>
        </pc:spChg>
      </pc:sldChg>
      <pc:sldChg chg="modSp new mod">
        <pc:chgData name="鈴木 秀規" userId="f68c5fd9-22d5-4c0a-9833-7fb0f5135313" providerId="ADAL" clId="{89E477C8-882C-4DDE-9C80-DFB373724EDC}" dt="2021-01-28T01:14:07.006" v="1864" actId="403"/>
        <pc:sldMkLst>
          <pc:docMk/>
          <pc:sldMk cId="2271233834" sldId="389"/>
        </pc:sldMkLst>
        <pc:spChg chg="mod">
          <ac:chgData name="鈴木 秀規" userId="f68c5fd9-22d5-4c0a-9833-7fb0f5135313" providerId="ADAL" clId="{89E477C8-882C-4DDE-9C80-DFB373724EDC}" dt="2021-01-28T01:13:30.447" v="1852"/>
          <ac:spMkLst>
            <pc:docMk/>
            <pc:sldMk cId="2271233834" sldId="389"/>
            <ac:spMk id="3" creationId="{00E257E5-AFF7-453E-8D0E-FF63668280D2}"/>
          </ac:spMkLst>
        </pc:spChg>
        <pc:spChg chg="mod">
          <ac:chgData name="鈴木 秀規" userId="f68c5fd9-22d5-4c0a-9833-7fb0f5135313" providerId="ADAL" clId="{89E477C8-882C-4DDE-9C80-DFB373724EDC}" dt="2021-01-28T01:14:07.006" v="1864" actId="403"/>
          <ac:spMkLst>
            <pc:docMk/>
            <pc:sldMk cId="2271233834" sldId="389"/>
            <ac:spMk id="5" creationId="{C1211BD1-2E63-4309-940D-F798AD98A8CD}"/>
          </ac:spMkLst>
        </pc:spChg>
      </pc:sldChg>
      <pc:sldChg chg="modSp new mod">
        <pc:chgData name="鈴木 秀規" userId="f68c5fd9-22d5-4c0a-9833-7fb0f5135313" providerId="ADAL" clId="{89E477C8-882C-4DDE-9C80-DFB373724EDC}" dt="2021-01-28T01:16:01.518" v="1877" actId="403"/>
        <pc:sldMkLst>
          <pc:docMk/>
          <pc:sldMk cId="613103497" sldId="390"/>
        </pc:sldMkLst>
        <pc:spChg chg="mod">
          <ac:chgData name="鈴木 秀規" userId="f68c5fd9-22d5-4c0a-9833-7fb0f5135313" providerId="ADAL" clId="{89E477C8-882C-4DDE-9C80-DFB373724EDC}" dt="2021-01-28T01:14:34.911" v="1866"/>
          <ac:spMkLst>
            <pc:docMk/>
            <pc:sldMk cId="613103497" sldId="390"/>
            <ac:spMk id="3" creationId="{44BE499F-2257-4822-B269-1BE3FFCF9667}"/>
          </ac:spMkLst>
        </pc:spChg>
        <pc:spChg chg="mod">
          <ac:chgData name="鈴木 秀規" userId="f68c5fd9-22d5-4c0a-9833-7fb0f5135313" providerId="ADAL" clId="{89E477C8-882C-4DDE-9C80-DFB373724EDC}" dt="2021-01-28T01:16:01.518" v="1877" actId="403"/>
          <ac:spMkLst>
            <pc:docMk/>
            <pc:sldMk cId="613103497" sldId="390"/>
            <ac:spMk id="5" creationId="{3F776E22-B480-4DE3-BA09-4D11B302B84E}"/>
          </ac:spMkLst>
        </pc:spChg>
      </pc:sldChg>
      <pc:sldChg chg="addSp modSp new mod">
        <pc:chgData name="鈴木 秀規" userId="f68c5fd9-22d5-4c0a-9833-7fb0f5135313" providerId="ADAL" clId="{89E477C8-882C-4DDE-9C80-DFB373724EDC}" dt="2021-01-28T01:20:48.399" v="1994" actId="20577"/>
        <pc:sldMkLst>
          <pc:docMk/>
          <pc:sldMk cId="2862026351" sldId="391"/>
        </pc:sldMkLst>
        <pc:spChg chg="mod">
          <ac:chgData name="鈴木 秀規" userId="f68c5fd9-22d5-4c0a-9833-7fb0f5135313" providerId="ADAL" clId="{89E477C8-882C-4DDE-9C80-DFB373724EDC}" dt="2021-01-28T01:16:19.417" v="1879"/>
          <ac:spMkLst>
            <pc:docMk/>
            <pc:sldMk cId="2862026351" sldId="391"/>
            <ac:spMk id="3" creationId="{F7005572-B4E1-4626-90AE-2D6719A5F270}"/>
          </ac:spMkLst>
        </pc:spChg>
        <pc:spChg chg="mod">
          <ac:chgData name="鈴木 秀規" userId="f68c5fd9-22d5-4c0a-9833-7fb0f5135313" providerId="ADAL" clId="{89E477C8-882C-4DDE-9C80-DFB373724EDC}" dt="2021-01-28T01:20:48.399" v="1994" actId="20577"/>
          <ac:spMkLst>
            <pc:docMk/>
            <pc:sldMk cId="2862026351" sldId="391"/>
            <ac:spMk id="5" creationId="{EA2FB964-7777-48F3-9977-75491B0019C0}"/>
          </ac:spMkLst>
        </pc:spChg>
        <pc:spChg chg="add mod">
          <ac:chgData name="鈴木 秀規" userId="f68c5fd9-22d5-4c0a-9833-7fb0f5135313" providerId="ADAL" clId="{89E477C8-882C-4DDE-9C80-DFB373724EDC}" dt="2021-01-28T01:18:04.375" v="1904" actId="20577"/>
          <ac:spMkLst>
            <pc:docMk/>
            <pc:sldMk cId="2862026351" sldId="391"/>
            <ac:spMk id="6" creationId="{E0C88329-82AB-4BD1-BB35-9BE5C8020B13}"/>
          </ac:spMkLst>
        </pc:spChg>
        <pc:spChg chg="add mod">
          <ac:chgData name="鈴木 秀規" userId="f68c5fd9-22d5-4c0a-9833-7fb0f5135313" providerId="ADAL" clId="{89E477C8-882C-4DDE-9C80-DFB373724EDC}" dt="2021-01-28T01:18:29.952" v="1935" actId="20577"/>
          <ac:spMkLst>
            <pc:docMk/>
            <pc:sldMk cId="2862026351" sldId="391"/>
            <ac:spMk id="7" creationId="{2202E6CF-0793-4669-BE34-B1D961C3E87D}"/>
          </ac:spMkLst>
        </pc:spChg>
        <pc:spChg chg="add mod">
          <ac:chgData name="鈴木 秀規" userId="f68c5fd9-22d5-4c0a-9833-7fb0f5135313" providerId="ADAL" clId="{89E477C8-882C-4DDE-9C80-DFB373724EDC}" dt="2021-01-28T01:18:52.239" v="1961" actId="20577"/>
          <ac:spMkLst>
            <pc:docMk/>
            <pc:sldMk cId="2862026351" sldId="391"/>
            <ac:spMk id="8" creationId="{EE85B067-B655-4DA1-BE93-0771AED4BCA9}"/>
          </ac:spMkLst>
        </pc:spChg>
        <pc:spChg chg="add mod">
          <ac:chgData name="鈴木 秀規" userId="f68c5fd9-22d5-4c0a-9833-7fb0f5135313" providerId="ADAL" clId="{89E477C8-882C-4DDE-9C80-DFB373724EDC}" dt="2021-01-28T01:19:02.279" v="1971" actId="20577"/>
          <ac:spMkLst>
            <pc:docMk/>
            <pc:sldMk cId="2862026351" sldId="391"/>
            <ac:spMk id="9" creationId="{0AA81E11-4082-4CEB-9FA6-483AD2724AF0}"/>
          </ac:spMkLst>
        </pc:spChg>
        <pc:spChg chg="add mod">
          <ac:chgData name="鈴木 秀規" userId="f68c5fd9-22d5-4c0a-9833-7fb0f5135313" providerId="ADAL" clId="{89E477C8-882C-4DDE-9C80-DFB373724EDC}" dt="2021-01-28T01:20:02.283" v="1982" actId="1076"/>
          <ac:spMkLst>
            <pc:docMk/>
            <pc:sldMk cId="2862026351" sldId="391"/>
            <ac:spMk id="19" creationId="{30375369-E0BD-4F9D-8906-0A551849FDCB}"/>
          </ac:spMkLst>
        </pc:spChg>
        <pc:cxnChg chg="add mod">
          <ac:chgData name="鈴木 秀規" userId="f68c5fd9-22d5-4c0a-9833-7fb0f5135313" providerId="ADAL" clId="{89E477C8-882C-4DDE-9C80-DFB373724EDC}" dt="2021-01-28T01:19:20.688" v="1974" actId="14100"/>
          <ac:cxnSpMkLst>
            <pc:docMk/>
            <pc:sldMk cId="2862026351" sldId="391"/>
            <ac:cxnSpMk id="10" creationId="{63C3C4ED-4B75-4AF0-8581-0A80AE7BAF0A}"/>
          </ac:cxnSpMkLst>
        </pc:cxnChg>
        <pc:cxnChg chg="add mod">
          <ac:chgData name="鈴木 秀規" userId="f68c5fd9-22d5-4c0a-9833-7fb0f5135313" providerId="ADAL" clId="{89E477C8-882C-4DDE-9C80-DFB373724EDC}" dt="2021-01-28T01:19:25.962" v="1977" actId="14100"/>
          <ac:cxnSpMkLst>
            <pc:docMk/>
            <pc:sldMk cId="2862026351" sldId="391"/>
            <ac:cxnSpMk id="13" creationId="{32890A55-31C8-4B65-ADD7-0229287072AC}"/>
          </ac:cxnSpMkLst>
        </pc:cxnChg>
        <pc:cxnChg chg="add mod">
          <ac:chgData name="鈴木 秀規" userId="f68c5fd9-22d5-4c0a-9833-7fb0f5135313" providerId="ADAL" clId="{89E477C8-882C-4DDE-9C80-DFB373724EDC}" dt="2021-01-28T01:19:31.196" v="1980" actId="14100"/>
          <ac:cxnSpMkLst>
            <pc:docMk/>
            <pc:sldMk cId="2862026351" sldId="391"/>
            <ac:cxnSpMk id="16" creationId="{34A3A635-78D6-4F4E-BF8D-C885B66DD6F0}"/>
          </ac:cxnSpMkLst>
        </pc:cxnChg>
        <pc:cxnChg chg="add mod">
          <ac:chgData name="鈴木 秀規" userId="f68c5fd9-22d5-4c0a-9833-7fb0f5135313" providerId="ADAL" clId="{89E477C8-882C-4DDE-9C80-DFB373724EDC}" dt="2021-01-28T01:20:22.334" v="1986" actId="14100"/>
          <ac:cxnSpMkLst>
            <pc:docMk/>
            <pc:sldMk cId="2862026351" sldId="391"/>
            <ac:cxnSpMk id="20" creationId="{99642043-6D59-44BF-97FF-0DB3B68F463B}"/>
          </ac:cxnSpMkLst>
        </pc:cxnChg>
        <pc:cxnChg chg="add mod">
          <ac:chgData name="鈴木 秀規" userId="f68c5fd9-22d5-4c0a-9833-7fb0f5135313" providerId="ADAL" clId="{89E477C8-882C-4DDE-9C80-DFB373724EDC}" dt="2021-01-28T01:20:31.483" v="1989" actId="14100"/>
          <ac:cxnSpMkLst>
            <pc:docMk/>
            <pc:sldMk cId="2862026351" sldId="391"/>
            <ac:cxnSpMk id="24" creationId="{EC1B078F-8281-4354-BA79-6C917CA1E7C3}"/>
          </ac:cxnSpMkLst>
        </pc:cxnChg>
      </pc:sldChg>
      <pc:sldChg chg="addSp modSp new mod">
        <pc:chgData name="鈴木 秀規" userId="f68c5fd9-22d5-4c0a-9833-7fb0f5135313" providerId="ADAL" clId="{89E477C8-882C-4DDE-9C80-DFB373724EDC}" dt="2021-01-28T01:25:22.995" v="2108" actId="207"/>
        <pc:sldMkLst>
          <pc:docMk/>
          <pc:sldMk cId="539211239" sldId="392"/>
        </pc:sldMkLst>
        <pc:spChg chg="mod">
          <ac:chgData name="鈴木 秀規" userId="f68c5fd9-22d5-4c0a-9833-7fb0f5135313" providerId="ADAL" clId="{89E477C8-882C-4DDE-9C80-DFB373724EDC}" dt="2021-01-28T01:21:03.311" v="1996"/>
          <ac:spMkLst>
            <pc:docMk/>
            <pc:sldMk cId="539211239" sldId="392"/>
            <ac:spMk id="3" creationId="{C66C19A5-D0E7-4138-928B-1D8341B72893}"/>
          </ac:spMkLst>
        </pc:spChg>
        <pc:spChg chg="mod">
          <ac:chgData name="鈴木 秀規" userId="f68c5fd9-22d5-4c0a-9833-7fb0f5135313" providerId="ADAL" clId="{89E477C8-882C-4DDE-9C80-DFB373724EDC}" dt="2021-01-28T01:25:22.995" v="2108" actId="207"/>
          <ac:spMkLst>
            <pc:docMk/>
            <pc:sldMk cId="539211239" sldId="392"/>
            <ac:spMk id="5" creationId="{D17EA855-59AB-4FFD-B523-7B6FF011159F}"/>
          </ac:spMkLst>
        </pc:spChg>
        <pc:spChg chg="add mod">
          <ac:chgData name="鈴木 秀規" userId="f68c5fd9-22d5-4c0a-9833-7fb0f5135313" providerId="ADAL" clId="{89E477C8-882C-4DDE-9C80-DFB373724EDC}" dt="2021-01-28T01:23:04.889" v="2034" actId="14100"/>
          <ac:spMkLst>
            <pc:docMk/>
            <pc:sldMk cId="539211239" sldId="392"/>
            <ac:spMk id="6" creationId="{74E7D1F4-BCF9-431D-8B4B-FAB1E1CB252E}"/>
          </ac:spMkLst>
        </pc:spChg>
        <pc:spChg chg="add mod">
          <ac:chgData name="鈴木 秀規" userId="f68c5fd9-22d5-4c0a-9833-7fb0f5135313" providerId="ADAL" clId="{89E477C8-882C-4DDE-9C80-DFB373724EDC}" dt="2021-01-28T01:23:27.622" v="2037" actId="14100"/>
          <ac:spMkLst>
            <pc:docMk/>
            <pc:sldMk cId="539211239" sldId="392"/>
            <ac:spMk id="7" creationId="{6F8C7DF0-C430-4A10-8EC8-3D94556FA6FE}"/>
          </ac:spMkLst>
        </pc:spChg>
        <pc:spChg chg="add mod">
          <ac:chgData name="鈴木 秀規" userId="f68c5fd9-22d5-4c0a-9833-7fb0f5135313" providerId="ADAL" clId="{89E477C8-882C-4DDE-9C80-DFB373724EDC}" dt="2021-01-28T01:24:34.200" v="2098" actId="20577"/>
          <ac:spMkLst>
            <pc:docMk/>
            <pc:sldMk cId="539211239" sldId="392"/>
            <ac:spMk id="8" creationId="{A0AF6942-5F48-4D92-8567-BEA120045B7B}"/>
          </ac:spMkLst>
        </pc:spChg>
        <pc:spChg chg="add mod">
          <ac:chgData name="鈴木 秀規" userId="f68c5fd9-22d5-4c0a-9833-7fb0f5135313" providerId="ADAL" clId="{89E477C8-882C-4DDE-9C80-DFB373724EDC}" dt="2021-01-28T01:24:20.224" v="2077" actId="20577"/>
          <ac:spMkLst>
            <pc:docMk/>
            <pc:sldMk cId="539211239" sldId="392"/>
            <ac:spMk id="9" creationId="{B7384BAB-7B67-4787-8306-5B69348A6E92}"/>
          </ac:spMkLst>
        </pc:spChg>
        <pc:cxnChg chg="add mod">
          <ac:chgData name="鈴木 秀規" userId="f68c5fd9-22d5-4c0a-9833-7fb0f5135313" providerId="ADAL" clId="{89E477C8-882C-4DDE-9C80-DFB373724EDC}" dt="2021-01-28T01:25:07.661" v="2104" actId="14100"/>
          <ac:cxnSpMkLst>
            <pc:docMk/>
            <pc:sldMk cId="539211239" sldId="392"/>
            <ac:cxnSpMk id="10" creationId="{8D52443C-7EF5-4ED0-8F69-CA0D10523F99}"/>
          </ac:cxnSpMkLst>
        </pc:cxnChg>
        <pc:cxnChg chg="add mod">
          <ac:chgData name="鈴木 秀規" userId="f68c5fd9-22d5-4c0a-9833-7fb0f5135313" providerId="ADAL" clId="{89E477C8-882C-4DDE-9C80-DFB373724EDC}" dt="2021-01-28T01:25:00.458" v="2102" actId="14100"/>
          <ac:cxnSpMkLst>
            <pc:docMk/>
            <pc:sldMk cId="539211239" sldId="392"/>
            <ac:cxnSpMk id="11" creationId="{37DC1B2C-9F0F-488C-906B-D7CB32F1FEDE}"/>
          </ac:cxnSpMkLst>
        </pc:cxnChg>
      </pc:sldChg>
      <pc:sldChg chg="modSp new mod">
        <pc:chgData name="鈴木 秀規" userId="f68c5fd9-22d5-4c0a-9833-7fb0f5135313" providerId="ADAL" clId="{89E477C8-882C-4DDE-9C80-DFB373724EDC}" dt="2021-01-28T01:26:21.043" v="2120" actId="403"/>
        <pc:sldMkLst>
          <pc:docMk/>
          <pc:sldMk cId="382950322" sldId="393"/>
        </pc:sldMkLst>
        <pc:spChg chg="mod">
          <ac:chgData name="鈴木 秀規" userId="f68c5fd9-22d5-4c0a-9833-7fb0f5135313" providerId="ADAL" clId="{89E477C8-882C-4DDE-9C80-DFB373724EDC}" dt="2021-01-28T01:25:44.513" v="2110"/>
          <ac:spMkLst>
            <pc:docMk/>
            <pc:sldMk cId="382950322" sldId="393"/>
            <ac:spMk id="3" creationId="{F14DEA64-20B8-4AA8-86AC-64D39C90D847}"/>
          </ac:spMkLst>
        </pc:spChg>
        <pc:spChg chg="mod">
          <ac:chgData name="鈴木 秀規" userId="f68c5fd9-22d5-4c0a-9833-7fb0f5135313" providerId="ADAL" clId="{89E477C8-882C-4DDE-9C80-DFB373724EDC}" dt="2021-01-28T01:26:21.043" v="2120" actId="403"/>
          <ac:spMkLst>
            <pc:docMk/>
            <pc:sldMk cId="382950322" sldId="393"/>
            <ac:spMk id="5" creationId="{C9C8E9F4-AF70-441B-831D-54B0A0147661}"/>
          </ac:spMkLst>
        </pc:spChg>
      </pc:sldChg>
      <pc:sldChg chg="addSp modSp new mod">
        <pc:chgData name="鈴木 秀規" userId="f68c5fd9-22d5-4c0a-9833-7fb0f5135313" providerId="ADAL" clId="{89E477C8-882C-4DDE-9C80-DFB373724EDC}" dt="2021-01-28T01:52:42.673" v="2182" actId="14100"/>
        <pc:sldMkLst>
          <pc:docMk/>
          <pc:sldMk cId="2892649949" sldId="394"/>
        </pc:sldMkLst>
        <pc:spChg chg="mod">
          <ac:chgData name="鈴木 秀規" userId="f68c5fd9-22d5-4c0a-9833-7fb0f5135313" providerId="ADAL" clId="{89E477C8-882C-4DDE-9C80-DFB373724EDC}" dt="2021-01-28T01:26:36.027" v="2122"/>
          <ac:spMkLst>
            <pc:docMk/>
            <pc:sldMk cId="2892649949" sldId="394"/>
            <ac:spMk id="3" creationId="{FA65D89D-EC1B-45AB-82C8-AA592403E72E}"/>
          </ac:spMkLst>
        </pc:spChg>
        <pc:spChg chg="mod">
          <ac:chgData name="鈴木 秀規" userId="f68c5fd9-22d5-4c0a-9833-7fb0f5135313" providerId="ADAL" clId="{89E477C8-882C-4DDE-9C80-DFB373724EDC}" dt="2021-01-28T01:27:39.854" v="2134" actId="207"/>
          <ac:spMkLst>
            <pc:docMk/>
            <pc:sldMk cId="2892649949" sldId="394"/>
            <ac:spMk id="5" creationId="{2F9CB12F-5380-4E11-9BB1-E950F984CB3F}"/>
          </ac:spMkLst>
        </pc:spChg>
        <pc:spChg chg="add mod">
          <ac:chgData name="鈴木 秀規" userId="f68c5fd9-22d5-4c0a-9833-7fb0f5135313" providerId="ADAL" clId="{89E477C8-882C-4DDE-9C80-DFB373724EDC}" dt="2021-01-28T01:50:28.759" v="2147" actId="1076"/>
          <ac:spMkLst>
            <pc:docMk/>
            <pc:sldMk cId="2892649949" sldId="394"/>
            <ac:spMk id="6" creationId="{F6061DE6-9EFA-4BC6-B8EF-240BB57A35ED}"/>
          </ac:spMkLst>
        </pc:spChg>
        <pc:spChg chg="add mod">
          <ac:chgData name="鈴木 秀規" userId="f68c5fd9-22d5-4c0a-9833-7fb0f5135313" providerId="ADAL" clId="{89E477C8-882C-4DDE-9C80-DFB373724EDC}" dt="2021-01-28T01:50:46.209" v="2152" actId="1037"/>
          <ac:spMkLst>
            <pc:docMk/>
            <pc:sldMk cId="2892649949" sldId="394"/>
            <ac:spMk id="7" creationId="{1B4DF456-75CD-4E9A-B803-AA10655CD13D}"/>
          </ac:spMkLst>
        </pc:spChg>
        <pc:spChg chg="add mod">
          <ac:chgData name="鈴木 秀規" userId="f68c5fd9-22d5-4c0a-9833-7fb0f5135313" providerId="ADAL" clId="{89E477C8-882C-4DDE-9C80-DFB373724EDC}" dt="2021-01-28T01:52:42.673" v="2182" actId="14100"/>
          <ac:spMkLst>
            <pc:docMk/>
            <pc:sldMk cId="2892649949" sldId="394"/>
            <ac:spMk id="13" creationId="{2C29435F-5762-40A5-BF9E-7AFCE8D8AAE6}"/>
          </ac:spMkLst>
        </pc:spChg>
        <pc:spChg chg="add mod">
          <ac:chgData name="鈴木 秀規" userId="f68c5fd9-22d5-4c0a-9833-7fb0f5135313" providerId="ADAL" clId="{89E477C8-882C-4DDE-9C80-DFB373724EDC}" dt="2021-01-28T01:51:50.979" v="2164" actId="1036"/>
          <ac:spMkLst>
            <pc:docMk/>
            <pc:sldMk cId="2892649949" sldId="394"/>
            <ac:spMk id="14" creationId="{EE8188CB-70A5-46B7-B484-F460E87F5BDF}"/>
          </ac:spMkLst>
        </pc:spChg>
        <pc:cxnChg chg="add mod">
          <ac:chgData name="鈴木 秀規" userId="f68c5fd9-22d5-4c0a-9833-7fb0f5135313" providerId="ADAL" clId="{89E477C8-882C-4DDE-9C80-DFB373724EDC}" dt="2021-01-28T01:51:07.399" v="2154" actId="208"/>
          <ac:cxnSpMkLst>
            <pc:docMk/>
            <pc:sldMk cId="2892649949" sldId="394"/>
            <ac:cxnSpMk id="9" creationId="{3198ED64-B5FB-4113-B7FB-01FCD983793C}"/>
          </ac:cxnSpMkLst>
        </pc:cxnChg>
        <pc:cxnChg chg="add mod">
          <ac:chgData name="鈴木 秀規" userId="f68c5fd9-22d5-4c0a-9833-7fb0f5135313" providerId="ADAL" clId="{89E477C8-882C-4DDE-9C80-DFB373724EDC}" dt="2021-01-28T01:51:25.608" v="2156" actId="208"/>
          <ac:cxnSpMkLst>
            <pc:docMk/>
            <pc:sldMk cId="2892649949" sldId="394"/>
            <ac:cxnSpMk id="11" creationId="{49A5E27B-530F-4AF6-9489-D86856F569A3}"/>
          </ac:cxnSpMkLst>
        </pc:cxnChg>
        <pc:cxnChg chg="add mod">
          <ac:chgData name="鈴木 秀規" userId="f68c5fd9-22d5-4c0a-9833-7fb0f5135313" providerId="ADAL" clId="{89E477C8-882C-4DDE-9C80-DFB373724EDC}" dt="2021-01-28T01:52:42.673" v="2182" actId="14100"/>
          <ac:cxnSpMkLst>
            <pc:docMk/>
            <pc:sldMk cId="2892649949" sldId="394"/>
            <ac:cxnSpMk id="15" creationId="{3000F5A0-CF49-47CB-8EA3-8FB78BFA9B01}"/>
          </ac:cxnSpMkLst>
        </pc:cxnChg>
        <pc:cxnChg chg="add mod">
          <ac:chgData name="鈴木 秀規" userId="f68c5fd9-22d5-4c0a-9833-7fb0f5135313" providerId="ADAL" clId="{89E477C8-882C-4DDE-9C80-DFB373724EDC}" dt="2021-01-28T01:52:42.673" v="2182" actId="14100"/>
          <ac:cxnSpMkLst>
            <pc:docMk/>
            <pc:sldMk cId="2892649949" sldId="394"/>
            <ac:cxnSpMk id="18" creationId="{CB046D33-A979-4C87-A7E4-6DC2B5AF9F3B}"/>
          </ac:cxnSpMkLst>
        </pc:cxnChg>
      </pc:sldChg>
      <pc:sldChg chg="addSp delSp modSp new mod">
        <pc:chgData name="鈴木 秀規" userId="f68c5fd9-22d5-4c0a-9833-7fb0f5135313" providerId="ADAL" clId="{89E477C8-882C-4DDE-9C80-DFB373724EDC}" dt="2021-01-28T01:57:12.636" v="2220" actId="21"/>
        <pc:sldMkLst>
          <pc:docMk/>
          <pc:sldMk cId="3667572454" sldId="395"/>
        </pc:sldMkLst>
        <pc:spChg chg="mod">
          <ac:chgData name="鈴木 秀規" userId="f68c5fd9-22d5-4c0a-9833-7fb0f5135313" providerId="ADAL" clId="{89E477C8-882C-4DDE-9C80-DFB373724EDC}" dt="2021-01-28T01:54:16.833" v="2184"/>
          <ac:spMkLst>
            <pc:docMk/>
            <pc:sldMk cId="3667572454" sldId="395"/>
            <ac:spMk id="3" creationId="{ABBD9F0C-EC3B-4B28-AFAF-229A412152A4}"/>
          </ac:spMkLst>
        </pc:spChg>
        <pc:spChg chg="mod">
          <ac:chgData name="鈴木 秀規" userId="f68c5fd9-22d5-4c0a-9833-7fb0f5135313" providerId="ADAL" clId="{89E477C8-882C-4DDE-9C80-DFB373724EDC}" dt="2021-01-28T01:57:08.235" v="2217" actId="20577"/>
          <ac:spMkLst>
            <pc:docMk/>
            <pc:sldMk cId="3667572454" sldId="395"/>
            <ac:spMk id="5" creationId="{4AE9B888-374E-4762-B972-ABA2E0DC8FC8}"/>
          </ac:spMkLst>
        </pc:spChg>
        <pc:spChg chg="add del mod">
          <ac:chgData name="鈴木 秀規" userId="f68c5fd9-22d5-4c0a-9833-7fb0f5135313" providerId="ADAL" clId="{89E477C8-882C-4DDE-9C80-DFB373724EDC}" dt="2021-01-28T01:57:12.636" v="2220" actId="21"/>
          <ac:spMkLst>
            <pc:docMk/>
            <pc:sldMk cId="3667572454" sldId="395"/>
            <ac:spMk id="6" creationId="{5856A477-8FE0-4542-BEDA-795413BD48F5}"/>
          </ac:spMkLst>
        </pc:spChg>
      </pc:sldChg>
      <pc:sldChg chg="addSp modSp new mod">
        <pc:chgData name="鈴木 秀規" userId="f68c5fd9-22d5-4c0a-9833-7fb0f5135313" providerId="ADAL" clId="{89E477C8-882C-4DDE-9C80-DFB373724EDC}" dt="2021-01-28T01:57:51.936" v="2238" actId="207"/>
        <pc:sldMkLst>
          <pc:docMk/>
          <pc:sldMk cId="3508846154" sldId="396"/>
        </pc:sldMkLst>
        <pc:spChg chg="mod">
          <ac:chgData name="鈴木 秀規" userId="f68c5fd9-22d5-4c0a-9833-7fb0f5135313" providerId="ADAL" clId="{89E477C8-882C-4DDE-9C80-DFB373724EDC}" dt="2021-01-28T01:56:41.269" v="2211"/>
          <ac:spMkLst>
            <pc:docMk/>
            <pc:sldMk cId="3508846154" sldId="396"/>
            <ac:spMk id="3" creationId="{5E1BA3BF-C26E-4A1F-94E4-7D2D106D3018}"/>
          </ac:spMkLst>
        </pc:spChg>
        <pc:spChg chg="mod">
          <ac:chgData name="鈴木 秀規" userId="f68c5fd9-22d5-4c0a-9833-7fb0f5135313" providerId="ADAL" clId="{89E477C8-882C-4DDE-9C80-DFB373724EDC}" dt="2021-01-28T01:56:59.782" v="2215" actId="14100"/>
          <ac:spMkLst>
            <pc:docMk/>
            <pc:sldMk cId="3508846154" sldId="396"/>
            <ac:spMk id="5" creationId="{4A1A0A11-456B-4437-97AD-51D2844FB686}"/>
          </ac:spMkLst>
        </pc:spChg>
        <pc:spChg chg="add mod">
          <ac:chgData name="鈴木 秀規" userId="f68c5fd9-22d5-4c0a-9833-7fb0f5135313" providerId="ADAL" clId="{89E477C8-882C-4DDE-9C80-DFB373724EDC}" dt="2021-01-28T01:57:51.936" v="2238" actId="207"/>
          <ac:spMkLst>
            <pc:docMk/>
            <pc:sldMk cId="3508846154" sldId="396"/>
            <ac:spMk id="6" creationId="{414E1B23-D7BF-4D07-8882-3B849C669EE5}"/>
          </ac:spMkLst>
        </pc:spChg>
      </pc:sldChg>
      <pc:sldChg chg="addSp modSp new mod">
        <pc:chgData name="鈴木 秀規" userId="f68c5fd9-22d5-4c0a-9833-7fb0f5135313" providerId="ADAL" clId="{89E477C8-882C-4DDE-9C80-DFB373724EDC}" dt="2021-01-28T02:01:02.119" v="2268" actId="207"/>
        <pc:sldMkLst>
          <pc:docMk/>
          <pc:sldMk cId="2748557657" sldId="397"/>
        </pc:sldMkLst>
        <pc:spChg chg="mod">
          <ac:chgData name="鈴木 秀規" userId="f68c5fd9-22d5-4c0a-9833-7fb0f5135313" providerId="ADAL" clId="{89E477C8-882C-4DDE-9C80-DFB373724EDC}" dt="2021-01-28T01:59:55.921" v="2240"/>
          <ac:spMkLst>
            <pc:docMk/>
            <pc:sldMk cId="2748557657" sldId="397"/>
            <ac:spMk id="3" creationId="{27BF7EB6-56EF-4C20-850E-5CAC82C68F29}"/>
          </ac:spMkLst>
        </pc:spChg>
        <pc:spChg chg="mod">
          <ac:chgData name="鈴木 秀規" userId="f68c5fd9-22d5-4c0a-9833-7fb0f5135313" providerId="ADAL" clId="{89E477C8-882C-4DDE-9C80-DFB373724EDC}" dt="2021-01-28T02:00:10.531" v="2244" actId="14100"/>
          <ac:spMkLst>
            <pc:docMk/>
            <pc:sldMk cId="2748557657" sldId="397"/>
            <ac:spMk id="5" creationId="{824E45F8-5A3C-4C7C-B7D8-44D74578B315}"/>
          </ac:spMkLst>
        </pc:spChg>
        <pc:spChg chg="add mod">
          <ac:chgData name="鈴木 秀規" userId="f68c5fd9-22d5-4c0a-9833-7fb0f5135313" providerId="ADAL" clId="{89E477C8-882C-4DDE-9C80-DFB373724EDC}" dt="2021-01-28T02:01:02.119" v="2268" actId="207"/>
          <ac:spMkLst>
            <pc:docMk/>
            <pc:sldMk cId="2748557657" sldId="397"/>
            <ac:spMk id="6" creationId="{5F902F70-744F-4D7B-8381-CD20DD0F0E0B}"/>
          </ac:spMkLst>
        </pc:spChg>
      </pc:sldChg>
      <pc:sldChg chg="modSp new mod">
        <pc:chgData name="鈴木 秀規" userId="f68c5fd9-22d5-4c0a-9833-7fb0f5135313" providerId="ADAL" clId="{89E477C8-882C-4DDE-9C80-DFB373724EDC}" dt="2021-01-28T02:02:35.675" v="2287" actId="207"/>
        <pc:sldMkLst>
          <pc:docMk/>
          <pc:sldMk cId="2605664090" sldId="398"/>
        </pc:sldMkLst>
        <pc:spChg chg="mod">
          <ac:chgData name="鈴木 秀規" userId="f68c5fd9-22d5-4c0a-9833-7fb0f5135313" providerId="ADAL" clId="{89E477C8-882C-4DDE-9C80-DFB373724EDC}" dt="2021-01-28T02:01:31.436" v="2270"/>
          <ac:spMkLst>
            <pc:docMk/>
            <pc:sldMk cId="2605664090" sldId="398"/>
            <ac:spMk id="3" creationId="{78B4367A-64A1-492A-B18C-D09C932BF69B}"/>
          </ac:spMkLst>
        </pc:spChg>
        <pc:spChg chg="mod">
          <ac:chgData name="鈴木 秀規" userId="f68c5fd9-22d5-4c0a-9833-7fb0f5135313" providerId="ADAL" clId="{89E477C8-882C-4DDE-9C80-DFB373724EDC}" dt="2021-01-28T02:02:35.675" v="2287" actId="207"/>
          <ac:spMkLst>
            <pc:docMk/>
            <pc:sldMk cId="2605664090" sldId="398"/>
            <ac:spMk id="5" creationId="{D284CBBB-36B3-4B07-9CE4-EE6DC6F77D8D}"/>
          </ac:spMkLst>
        </pc:spChg>
      </pc:sldChg>
      <pc:sldChg chg="modSp new mod">
        <pc:chgData name="鈴木 秀規" userId="f68c5fd9-22d5-4c0a-9833-7fb0f5135313" providerId="ADAL" clId="{89E477C8-882C-4DDE-9C80-DFB373724EDC}" dt="2021-01-28T02:04:03.219" v="2314" actId="207"/>
        <pc:sldMkLst>
          <pc:docMk/>
          <pc:sldMk cId="4011058669" sldId="399"/>
        </pc:sldMkLst>
        <pc:spChg chg="mod">
          <ac:chgData name="鈴木 秀規" userId="f68c5fd9-22d5-4c0a-9833-7fb0f5135313" providerId="ADAL" clId="{89E477C8-882C-4DDE-9C80-DFB373724EDC}" dt="2021-01-28T02:02:49.028" v="2289"/>
          <ac:spMkLst>
            <pc:docMk/>
            <pc:sldMk cId="4011058669" sldId="399"/>
            <ac:spMk id="3" creationId="{08517A0E-85D8-4EB8-B244-3757D421D29B}"/>
          </ac:spMkLst>
        </pc:spChg>
        <pc:spChg chg="mod">
          <ac:chgData name="鈴木 秀規" userId="f68c5fd9-22d5-4c0a-9833-7fb0f5135313" providerId="ADAL" clId="{89E477C8-882C-4DDE-9C80-DFB373724EDC}" dt="2021-01-28T02:04:03.219" v="2314" actId="207"/>
          <ac:spMkLst>
            <pc:docMk/>
            <pc:sldMk cId="4011058669" sldId="399"/>
            <ac:spMk id="5" creationId="{1514E438-FF84-4C11-BF31-69CCBAA4A88B}"/>
          </ac:spMkLst>
        </pc:spChg>
      </pc:sldChg>
    </pc:docChg>
  </pc:docChgLst>
  <pc:docChgLst>
    <pc:chgData name="松本 　諒" userId="fac9f236-0781-4e61-8b73-684b662c3ab5" providerId="ADAL" clId="{B5125A58-8CF9-4467-8B0F-0AB15C12F723}"/>
    <pc:docChg chg="modSld">
      <pc:chgData name="松本 　諒" userId="fac9f236-0781-4e61-8b73-684b662c3ab5" providerId="ADAL" clId="{B5125A58-8CF9-4467-8B0F-0AB15C12F723}" dt="2021-12-09T08:09:37.556" v="1" actId="207"/>
      <pc:docMkLst>
        <pc:docMk/>
      </pc:docMkLst>
      <pc:sldChg chg="modSp mod">
        <pc:chgData name="松本 　諒" userId="fac9f236-0781-4e61-8b73-684b662c3ab5" providerId="ADAL" clId="{B5125A58-8CF9-4467-8B0F-0AB15C12F723}" dt="2021-12-09T08:09:37.556" v="1" actId="207"/>
        <pc:sldMkLst>
          <pc:docMk/>
          <pc:sldMk cId="3569274236" sldId="366"/>
        </pc:sldMkLst>
        <pc:spChg chg="mod">
          <ac:chgData name="松本 　諒" userId="fac9f236-0781-4e61-8b73-684b662c3ab5" providerId="ADAL" clId="{B5125A58-8CF9-4467-8B0F-0AB15C12F723}" dt="2021-12-09T08:09:37.556" v="1" actId="207"/>
          <ac:spMkLst>
            <pc:docMk/>
            <pc:sldMk cId="3569274236" sldId="366"/>
            <ac:spMk id="5" creationId="{3E0556CE-BA73-4873-ACF2-1B717A6AA71F}"/>
          </ac:spMkLst>
        </pc:spChg>
      </pc:sldChg>
    </pc:docChg>
  </pc:docChgLst>
  <pc:docChgLst>
    <pc:chgData name="鈴木 秀規" userId="f68c5fd9-22d5-4c0a-9833-7fb0f5135313" providerId="ADAL" clId="{E853165E-E035-4511-B5B4-308A168A0417}"/>
    <pc:docChg chg="undo custSel addSld delSld modSld sldOrd">
      <pc:chgData name="鈴木 秀規" userId="f68c5fd9-22d5-4c0a-9833-7fb0f5135313" providerId="ADAL" clId="{E853165E-E035-4511-B5B4-308A168A0417}" dt="2021-01-26T07:40:36.140" v="901" actId="207"/>
      <pc:docMkLst>
        <pc:docMk/>
      </pc:docMkLst>
      <pc:sldChg chg="modSp mod">
        <pc:chgData name="鈴木 秀規" userId="f68c5fd9-22d5-4c0a-9833-7fb0f5135313" providerId="ADAL" clId="{E853165E-E035-4511-B5B4-308A168A0417}" dt="2021-01-26T06:47:48.930" v="0"/>
        <pc:sldMkLst>
          <pc:docMk/>
          <pc:sldMk cId="0" sldId="256"/>
        </pc:sldMkLst>
        <pc:spChg chg="mod">
          <ac:chgData name="鈴木 秀規" userId="f68c5fd9-22d5-4c0a-9833-7fb0f5135313" providerId="ADAL" clId="{E853165E-E035-4511-B5B4-308A168A0417}" dt="2021-01-26T06:47:48.930" v="0"/>
          <ac:spMkLst>
            <pc:docMk/>
            <pc:sldMk cId="0" sldId="256"/>
            <ac:spMk id="56" creationId="{00000000-0000-0000-0000-000000000000}"/>
          </ac:spMkLst>
        </pc:spChg>
      </pc:sldChg>
      <pc:sldChg chg="modSp mod">
        <pc:chgData name="鈴木 秀規" userId="f68c5fd9-22d5-4c0a-9833-7fb0f5135313" providerId="ADAL" clId="{E853165E-E035-4511-B5B4-308A168A0417}" dt="2021-01-26T06:49:05.682" v="12" actId="207"/>
        <pc:sldMkLst>
          <pc:docMk/>
          <pc:sldMk cId="1859091905" sldId="362"/>
        </pc:sldMkLst>
        <pc:spChg chg="mod">
          <ac:chgData name="鈴木 秀規" userId="f68c5fd9-22d5-4c0a-9833-7fb0f5135313" providerId="ADAL" clId="{E853165E-E035-4511-B5B4-308A168A0417}" dt="2021-01-26T06:48:04.540" v="1"/>
          <ac:spMkLst>
            <pc:docMk/>
            <pc:sldMk cId="1859091905" sldId="362"/>
            <ac:spMk id="7" creationId="{58177CF6-E256-4D88-B489-5F2EFF09AC4C}"/>
          </ac:spMkLst>
        </pc:spChg>
        <pc:spChg chg="mod">
          <ac:chgData name="鈴木 秀規" userId="f68c5fd9-22d5-4c0a-9833-7fb0f5135313" providerId="ADAL" clId="{E853165E-E035-4511-B5B4-308A168A0417}" dt="2021-01-26T06:49:05.682" v="12" actId="207"/>
          <ac:spMkLst>
            <pc:docMk/>
            <pc:sldMk cId="1859091905" sldId="362"/>
            <ac:spMk id="8" creationId="{C57C43D1-E1C5-418D-A114-931FDA96CE3D}"/>
          </ac:spMkLst>
        </pc:spChg>
      </pc:sldChg>
      <pc:sldChg chg="addSp modSp new mod">
        <pc:chgData name="鈴木 秀規" userId="f68c5fd9-22d5-4c0a-9833-7fb0f5135313" providerId="ADAL" clId="{E853165E-E035-4511-B5B4-308A168A0417}" dt="2021-01-26T06:50:48.508" v="56" actId="12385"/>
        <pc:sldMkLst>
          <pc:docMk/>
          <pc:sldMk cId="793301096" sldId="363"/>
        </pc:sldMkLst>
        <pc:spChg chg="mod">
          <ac:chgData name="鈴木 秀規" userId="f68c5fd9-22d5-4c0a-9833-7fb0f5135313" providerId="ADAL" clId="{E853165E-E035-4511-B5B4-308A168A0417}" dt="2021-01-26T06:49:57.100" v="41" actId="20577"/>
          <ac:spMkLst>
            <pc:docMk/>
            <pc:sldMk cId="793301096" sldId="363"/>
            <ac:spMk id="3" creationId="{CAEF03B5-8A80-40F1-B6F3-91A3C874CB8C}"/>
          </ac:spMkLst>
        </pc:spChg>
        <pc:spChg chg="mod">
          <ac:chgData name="鈴木 秀規" userId="f68c5fd9-22d5-4c0a-9833-7fb0f5135313" providerId="ADAL" clId="{E853165E-E035-4511-B5B4-308A168A0417}" dt="2021-01-26T06:50:08.482" v="43" actId="14100"/>
          <ac:spMkLst>
            <pc:docMk/>
            <pc:sldMk cId="793301096" sldId="363"/>
            <ac:spMk id="5" creationId="{3C545612-3038-40B1-A295-2CFF199741DE}"/>
          </ac:spMkLst>
        </pc:spChg>
        <pc:graphicFrameChg chg="add mod modGraphic">
          <ac:chgData name="鈴木 秀規" userId="f68c5fd9-22d5-4c0a-9833-7fb0f5135313" providerId="ADAL" clId="{E853165E-E035-4511-B5B4-308A168A0417}" dt="2021-01-26T06:50:48.508" v="56" actId="12385"/>
          <ac:graphicFrameMkLst>
            <pc:docMk/>
            <pc:sldMk cId="793301096" sldId="363"/>
            <ac:graphicFrameMk id="6" creationId="{5E38C811-DE1D-4334-A5BC-95985E1285ED}"/>
          </ac:graphicFrameMkLst>
        </pc:graphicFrameChg>
      </pc:sldChg>
      <pc:sldChg chg="del">
        <pc:chgData name="鈴木 秀規" userId="f68c5fd9-22d5-4c0a-9833-7fb0f5135313" providerId="ADAL" clId="{E853165E-E035-4511-B5B4-308A168A0417}" dt="2021-01-26T06:49:23.924" v="13" actId="2696"/>
        <pc:sldMkLst>
          <pc:docMk/>
          <pc:sldMk cId="3069677134" sldId="363"/>
        </pc:sldMkLst>
      </pc:sldChg>
      <pc:sldChg chg="addSp modSp new mod">
        <pc:chgData name="鈴木 秀規" userId="f68c5fd9-22d5-4c0a-9833-7fb0f5135313" providerId="ADAL" clId="{E853165E-E035-4511-B5B4-308A168A0417}" dt="2021-01-26T06:53:45.356" v="106" actId="207"/>
        <pc:sldMkLst>
          <pc:docMk/>
          <pc:sldMk cId="7953356" sldId="364"/>
        </pc:sldMkLst>
        <pc:spChg chg="mod">
          <ac:chgData name="鈴木 秀規" userId="f68c5fd9-22d5-4c0a-9833-7fb0f5135313" providerId="ADAL" clId="{E853165E-E035-4511-B5B4-308A168A0417}" dt="2021-01-26T06:51:32.794" v="58"/>
          <ac:spMkLst>
            <pc:docMk/>
            <pc:sldMk cId="7953356" sldId="364"/>
            <ac:spMk id="3" creationId="{BD59F02B-7C32-4210-BA64-A90F6DDDDA21}"/>
          </ac:spMkLst>
        </pc:spChg>
        <pc:spChg chg="mod">
          <ac:chgData name="鈴木 秀規" userId="f68c5fd9-22d5-4c0a-9833-7fb0f5135313" providerId="ADAL" clId="{E853165E-E035-4511-B5B4-308A168A0417}" dt="2021-01-26T06:52:04.128" v="66" actId="207"/>
          <ac:spMkLst>
            <pc:docMk/>
            <pc:sldMk cId="7953356" sldId="364"/>
            <ac:spMk id="5" creationId="{B4FD4BC4-80F7-45E9-873C-F05FA4D90E7F}"/>
          </ac:spMkLst>
        </pc:spChg>
        <pc:spChg chg="add mod">
          <ac:chgData name="鈴木 秀規" userId="f68c5fd9-22d5-4c0a-9833-7fb0f5135313" providerId="ADAL" clId="{E853165E-E035-4511-B5B4-308A168A0417}" dt="2021-01-26T06:52:55.530" v="95" actId="14100"/>
          <ac:spMkLst>
            <pc:docMk/>
            <pc:sldMk cId="7953356" sldId="364"/>
            <ac:spMk id="6" creationId="{D3DA8777-804A-47C3-9725-557A2585CDBC}"/>
          </ac:spMkLst>
        </pc:spChg>
        <pc:spChg chg="add mod">
          <ac:chgData name="鈴木 秀規" userId="f68c5fd9-22d5-4c0a-9833-7fb0f5135313" providerId="ADAL" clId="{E853165E-E035-4511-B5B4-308A168A0417}" dt="2021-01-26T06:53:13.991" v="98" actId="14100"/>
          <ac:spMkLst>
            <pc:docMk/>
            <pc:sldMk cId="7953356" sldId="364"/>
            <ac:spMk id="7" creationId="{3FEB2926-C905-4FA8-B450-B619224DA1C1}"/>
          </ac:spMkLst>
        </pc:spChg>
        <pc:spChg chg="add mod">
          <ac:chgData name="鈴木 秀規" userId="f68c5fd9-22d5-4c0a-9833-7fb0f5135313" providerId="ADAL" clId="{E853165E-E035-4511-B5B4-308A168A0417}" dt="2021-01-26T06:53:45.356" v="106" actId="207"/>
          <ac:spMkLst>
            <pc:docMk/>
            <pc:sldMk cId="7953356" sldId="364"/>
            <ac:spMk id="8" creationId="{6A367164-A928-4A01-943C-55D34E06BEB2}"/>
          </ac:spMkLst>
        </pc:spChg>
      </pc:sldChg>
      <pc:sldChg chg="del">
        <pc:chgData name="鈴木 秀規" userId="f68c5fd9-22d5-4c0a-9833-7fb0f5135313" providerId="ADAL" clId="{E853165E-E035-4511-B5B4-308A168A0417}" dt="2021-01-26T06:49:23.924" v="13" actId="2696"/>
        <pc:sldMkLst>
          <pc:docMk/>
          <pc:sldMk cId="2175104273" sldId="364"/>
        </pc:sldMkLst>
      </pc:sldChg>
      <pc:sldChg chg="addSp delSp modSp new mod">
        <pc:chgData name="鈴木 秀規" userId="f68c5fd9-22d5-4c0a-9833-7fb0f5135313" providerId="ADAL" clId="{E853165E-E035-4511-B5B4-308A168A0417}" dt="2021-01-26T06:56:32.270" v="142" actId="207"/>
        <pc:sldMkLst>
          <pc:docMk/>
          <pc:sldMk cId="761714059" sldId="365"/>
        </pc:sldMkLst>
        <pc:spChg chg="mod">
          <ac:chgData name="鈴木 秀規" userId="f68c5fd9-22d5-4c0a-9833-7fb0f5135313" providerId="ADAL" clId="{E853165E-E035-4511-B5B4-308A168A0417}" dt="2021-01-26T06:53:58.034" v="108"/>
          <ac:spMkLst>
            <pc:docMk/>
            <pc:sldMk cId="761714059" sldId="365"/>
            <ac:spMk id="3" creationId="{3733A05E-9BA9-4926-9517-67B8A0E150D6}"/>
          </ac:spMkLst>
        </pc:spChg>
        <pc:spChg chg="mod">
          <ac:chgData name="鈴木 秀規" userId="f68c5fd9-22d5-4c0a-9833-7fb0f5135313" providerId="ADAL" clId="{E853165E-E035-4511-B5B4-308A168A0417}" dt="2021-01-26T06:54:20.720" v="112" actId="14100"/>
          <ac:spMkLst>
            <pc:docMk/>
            <pc:sldMk cId="761714059" sldId="365"/>
            <ac:spMk id="5" creationId="{E96A51FE-B42A-4EE4-A9DA-EEAF06618A1F}"/>
          </ac:spMkLst>
        </pc:spChg>
        <pc:spChg chg="add del">
          <ac:chgData name="鈴木 秀規" userId="f68c5fd9-22d5-4c0a-9833-7fb0f5135313" providerId="ADAL" clId="{E853165E-E035-4511-B5B4-308A168A0417}" dt="2021-01-26T06:54:35.192" v="114" actId="22"/>
          <ac:spMkLst>
            <pc:docMk/>
            <pc:sldMk cId="761714059" sldId="365"/>
            <ac:spMk id="7" creationId="{64B6B4F5-BFC6-4B7A-AE6A-58D1D989F876}"/>
          </ac:spMkLst>
        </pc:spChg>
        <pc:spChg chg="add mod">
          <ac:chgData name="鈴木 秀規" userId="f68c5fd9-22d5-4c0a-9833-7fb0f5135313" providerId="ADAL" clId="{E853165E-E035-4511-B5B4-308A168A0417}" dt="2021-01-26T06:56:32.270" v="142" actId="207"/>
          <ac:spMkLst>
            <pc:docMk/>
            <pc:sldMk cId="761714059" sldId="365"/>
            <ac:spMk id="9" creationId="{8A048620-FC94-4515-9BB9-AFAA97223774}"/>
          </ac:spMkLst>
        </pc:spChg>
        <pc:graphicFrameChg chg="add mod modGraphic">
          <ac:chgData name="鈴木 秀規" userId="f68c5fd9-22d5-4c0a-9833-7fb0f5135313" providerId="ADAL" clId="{E853165E-E035-4511-B5B4-308A168A0417}" dt="2021-01-26T06:55:55.576" v="132" actId="313"/>
          <ac:graphicFrameMkLst>
            <pc:docMk/>
            <pc:sldMk cId="761714059" sldId="365"/>
            <ac:graphicFrameMk id="8" creationId="{24A77B15-E2C0-47AB-8182-DE4F73A9C347}"/>
          </ac:graphicFrameMkLst>
        </pc:graphicFrameChg>
      </pc:sldChg>
      <pc:sldChg chg="del">
        <pc:chgData name="鈴木 秀規" userId="f68c5fd9-22d5-4c0a-9833-7fb0f5135313" providerId="ADAL" clId="{E853165E-E035-4511-B5B4-308A168A0417}" dt="2021-01-26T06:49:23.924" v="13" actId="2696"/>
        <pc:sldMkLst>
          <pc:docMk/>
          <pc:sldMk cId="1672930496" sldId="365"/>
        </pc:sldMkLst>
      </pc:sldChg>
      <pc:sldChg chg="modSp new mod">
        <pc:chgData name="鈴木 秀規" userId="f68c5fd9-22d5-4c0a-9833-7fb0f5135313" providerId="ADAL" clId="{E853165E-E035-4511-B5B4-308A168A0417}" dt="2021-01-26T06:57:55.540" v="162" actId="20577"/>
        <pc:sldMkLst>
          <pc:docMk/>
          <pc:sldMk cId="680852098" sldId="366"/>
        </pc:sldMkLst>
        <pc:spChg chg="mod">
          <ac:chgData name="鈴木 秀規" userId="f68c5fd9-22d5-4c0a-9833-7fb0f5135313" providerId="ADAL" clId="{E853165E-E035-4511-B5B4-308A168A0417}" dt="2021-01-26T06:56:49.451" v="144"/>
          <ac:spMkLst>
            <pc:docMk/>
            <pc:sldMk cId="680852098" sldId="366"/>
            <ac:spMk id="3" creationId="{FADC6B5B-32D8-4456-8CAF-77166E55C7D9}"/>
          </ac:spMkLst>
        </pc:spChg>
        <pc:spChg chg="mod">
          <ac:chgData name="鈴木 秀規" userId="f68c5fd9-22d5-4c0a-9833-7fb0f5135313" providerId="ADAL" clId="{E853165E-E035-4511-B5B4-308A168A0417}" dt="2021-01-26T06:57:55.540" v="162" actId="20577"/>
          <ac:spMkLst>
            <pc:docMk/>
            <pc:sldMk cId="680852098" sldId="366"/>
            <ac:spMk id="5" creationId="{AF203247-FDC5-4142-A6A8-9F290121F747}"/>
          </ac:spMkLst>
        </pc:spChg>
      </pc:sldChg>
      <pc:sldChg chg="del">
        <pc:chgData name="鈴木 秀規" userId="f68c5fd9-22d5-4c0a-9833-7fb0f5135313" providerId="ADAL" clId="{E853165E-E035-4511-B5B4-308A168A0417}" dt="2021-01-26T06:49:23.924" v="13" actId="2696"/>
        <pc:sldMkLst>
          <pc:docMk/>
          <pc:sldMk cId="3813337944" sldId="366"/>
        </pc:sldMkLst>
      </pc:sldChg>
      <pc:sldChg chg="del">
        <pc:chgData name="鈴木 秀規" userId="f68c5fd9-22d5-4c0a-9833-7fb0f5135313" providerId="ADAL" clId="{E853165E-E035-4511-B5B4-308A168A0417}" dt="2021-01-26T06:49:23.924" v="13" actId="2696"/>
        <pc:sldMkLst>
          <pc:docMk/>
          <pc:sldMk cId="926421663" sldId="367"/>
        </pc:sldMkLst>
      </pc:sldChg>
      <pc:sldChg chg="modSp new mod">
        <pc:chgData name="鈴木 秀規" userId="f68c5fd9-22d5-4c0a-9833-7fb0f5135313" providerId="ADAL" clId="{E853165E-E035-4511-B5B4-308A168A0417}" dt="2021-01-26T06:58:36.452" v="173" actId="207"/>
        <pc:sldMkLst>
          <pc:docMk/>
          <pc:sldMk cId="4223884688" sldId="367"/>
        </pc:sldMkLst>
        <pc:spChg chg="mod">
          <ac:chgData name="鈴木 秀規" userId="f68c5fd9-22d5-4c0a-9833-7fb0f5135313" providerId="ADAL" clId="{E853165E-E035-4511-B5B4-308A168A0417}" dt="2021-01-26T06:58:09.020" v="164"/>
          <ac:spMkLst>
            <pc:docMk/>
            <pc:sldMk cId="4223884688" sldId="367"/>
            <ac:spMk id="3" creationId="{4D44382D-F420-4DA2-97ED-86AF4EE00219}"/>
          </ac:spMkLst>
        </pc:spChg>
        <pc:spChg chg="mod">
          <ac:chgData name="鈴木 秀規" userId="f68c5fd9-22d5-4c0a-9833-7fb0f5135313" providerId="ADAL" clId="{E853165E-E035-4511-B5B4-308A168A0417}" dt="2021-01-26T06:58:36.452" v="173" actId="207"/>
          <ac:spMkLst>
            <pc:docMk/>
            <pc:sldMk cId="4223884688" sldId="367"/>
            <ac:spMk id="5" creationId="{671AB20C-6279-46AD-9F80-21F317F80AA7}"/>
          </ac:spMkLst>
        </pc:spChg>
      </pc:sldChg>
      <pc:sldChg chg="addSp modSp new mod">
        <pc:chgData name="鈴木 秀規" userId="f68c5fd9-22d5-4c0a-9833-7fb0f5135313" providerId="ADAL" clId="{E853165E-E035-4511-B5B4-308A168A0417}" dt="2021-01-26T07:00:37.342" v="193" actId="20577"/>
        <pc:sldMkLst>
          <pc:docMk/>
          <pc:sldMk cId="1322122799" sldId="368"/>
        </pc:sldMkLst>
        <pc:spChg chg="mod">
          <ac:chgData name="鈴木 秀規" userId="f68c5fd9-22d5-4c0a-9833-7fb0f5135313" providerId="ADAL" clId="{E853165E-E035-4511-B5B4-308A168A0417}" dt="2021-01-26T06:58:54.688" v="175"/>
          <ac:spMkLst>
            <pc:docMk/>
            <pc:sldMk cId="1322122799" sldId="368"/>
            <ac:spMk id="3" creationId="{89C63CE1-B4C7-4E52-9D4C-89FC8C97920A}"/>
          </ac:spMkLst>
        </pc:spChg>
        <pc:spChg chg="mod">
          <ac:chgData name="鈴木 秀規" userId="f68c5fd9-22d5-4c0a-9833-7fb0f5135313" providerId="ADAL" clId="{E853165E-E035-4511-B5B4-308A168A0417}" dt="2021-01-26T06:59:05.901" v="179" actId="14100"/>
          <ac:spMkLst>
            <pc:docMk/>
            <pc:sldMk cId="1322122799" sldId="368"/>
            <ac:spMk id="5" creationId="{77F3E9FD-1612-4B26-AF75-B3654AA72AE3}"/>
          </ac:spMkLst>
        </pc:spChg>
        <pc:spChg chg="add mod">
          <ac:chgData name="鈴木 秀規" userId="f68c5fd9-22d5-4c0a-9833-7fb0f5135313" providerId="ADAL" clId="{E853165E-E035-4511-B5B4-308A168A0417}" dt="2021-01-26T07:00:37.342" v="193" actId="20577"/>
          <ac:spMkLst>
            <pc:docMk/>
            <pc:sldMk cId="1322122799" sldId="368"/>
            <ac:spMk id="7" creationId="{C343A5EB-2A4E-49AD-9B0E-AA7D5DED592C}"/>
          </ac:spMkLst>
        </pc:spChg>
        <pc:graphicFrameChg chg="add mod modGraphic">
          <ac:chgData name="鈴木 秀規" userId="f68c5fd9-22d5-4c0a-9833-7fb0f5135313" providerId="ADAL" clId="{E853165E-E035-4511-B5B4-308A168A0417}" dt="2021-01-26T06:59:38.318" v="186" actId="12385"/>
          <ac:graphicFrameMkLst>
            <pc:docMk/>
            <pc:sldMk cId="1322122799" sldId="368"/>
            <ac:graphicFrameMk id="6" creationId="{66BCC900-1F2F-43EB-97AE-71D9DFF52AF4}"/>
          </ac:graphicFrameMkLst>
        </pc:graphicFrameChg>
      </pc:sldChg>
      <pc:sldChg chg="del">
        <pc:chgData name="鈴木 秀規" userId="f68c5fd9-22d5-4c0a-9833-7fb0f5135313" providerId="ADAL" clId="{E853165E-E035-4511-B5B4-308A168A0417}" dt="2021-01-26T06:49:23.924" v="13" actId="2696"/>
        <pc:sldMkLst>
          <pc:docMk/>
          <pc:sldMk cId="1591258520" sldId="368"/>
        </pc:sldMkLst>
      </pc:sldChg>
      <pc:sldChg chg="addSp modSp new mod">
        <pc:chgData name="鈴木 秀規" userId="f68c5fd9-22d5-4c0a-9833-7fb0f5135313" providerId="ADAL" clId="{E853165E-E035-4511-B5B4-308A168A0417}" dt="2021-01-26T07:09:00.463" v="507" actId="1076"/>
        <pc:sldMkLst>
          <pc:docMk/>
          <pc:sldMk cId="315703525" sldId="369"/>
        </pc:sldMkLst>
        <pc:spChg chg="mod">
          <ac:chgData name="鈴木 秀規" userId="f68c5fd9-22d5-4c0a-9833-7fb0f5135313" providerId="ADAL" clId="{E853165E-E035-4511-B5B4-308A168A0417}" dt="2021-01-26T07:00:51.742" v="195"/>
          <ac:spMkLst>
            <pc:docMk/>
            <pc:sldMk cId="315703525" sldId="369"/>
            <ac:spMk id="3" creationId="{3579D21D-214D-4555-8975-F5BB54400AC7}"/>
          </ac:spMkLst>
        </pc:spChg>
        <pc:spChg chg="mod">
          <ac:chgData name="鈴木 秀規" userId="f68c5fd9-22d5-4c0a-9833-7fb0f5135313" providerId="ADAL" clId="{E853165E-E035-4511-B5B4-308A168A0417}" dt="2021-01-26T07:01:02.441" v="199" actId="14100"/>
          <ac:spMkLst>
            <pc:docMk/>
            <pc:sldMk cId="315703525" sldId="369"/>
            <ac:spMk id="5" creationId="{D163C203-11FA-4A78-BFC9-15A479C92BB8}"/>
          </ac:spMkLst>
        </pc:spChg>
        <pc:spChg chg="add mod">
          <ac:chgData name="鈴木 秀規" userId="f68c5fd9-22d5-4c0a-9833-7fb0f5135313" providerId="ADAL" clId="{E853165E-E035-4511-B5B4-308A168A0417}" dt="2021-01-26T07:03:44.599" v="264" actId="14100"/>
          <ac:spMkLst>
            <pc:docMk/>
            <pc:sldMk cId="315703525" sldId="369"/>
            <ac:spMk id="7" creationId="{FFE3FAC7-5395-4AAF-ABA2-9B7509B04D4D}"/>
          </ac:spMkLst>
        </pc:spChg>
        <pc:spChg chg="add mod">
          <ac:chgData name="鈴木 秀規" userId="f68c5fd9-22d5-4c0a-9833-7fb0f5135313" providerId="ADAL" clId="{E853165E-E035-4511-B5B4-308A168A0417}" dt="2021-01-26T07:08:14.331" v="500" actId="1076"/>
          <ac:spMkLst>
            <pc:docMk/>
            <pc:sldMk cId="315703525" sldId="369"/>
            <ac:spMk id="9" creationId="{6D5056E3-2F58-4B23-BB19-5CEAC7EB4FB7}"/>
          </ac:spMkLst>
        </pc:spChg>
        <pc:spChg chg="add mod">
          <ac:chgData name="鈴木 秀規" userId="f68c5fd9-22d5-4c0a-9833-7fb0f5135313" providerId="ADAL" clId="{E853165E-E035-4511-B5B4-308A168A0417}" dt="2021-01-26T07:08:16.235" v="501" actId="571"/>
          <ac:spMkLst>
            <pc:docMk/>
            <pc:sldMk cId="315703525" sldId="369"/>
            <ac:spMk id="10" creationId="{04909C17-CFB9-4D4C-9AC6-0A3C971DE333}"/>
          </ac:spMkLst>
        </pc:spChg>
        <pc:spChg chg="add mod">
          <ac:chgData name="鈴木 秀規" userId="f68c5fd9-22d5-4c0a-9833-7fb0f5135313" providerId="ADAL" clId="{E853165E-E035-4511-B5B4-308A168A0417}" dt="2021-01-26T07:08:25.768" v="502" actId="571"/>
          <ac:spMkLst>
            <pc:docMk/>
            <pc:sldMk cId="315703525" sldId="369"/>
            <ac:spMk id="11" creationId="{59DE6BC7-E6E4-423A-BB58-C78E0EE07548}"/>
          </ac:spMkLst>
        </pc:spChg>
        <pc:spChg chg="add mod">
          <ac:chgData name="鈴木 秀規" userId="f68c5fd9-22d5-4c0a-9833-7fb0f5135313" providerId="ADAL" clId="{E853165E-E035-4511-B5B4-308A168A0417}" dt="2021-01-26T07:08:25.768" v="502" actId="571"/>
          <ac:spMkLst>
            <pc:docMk/>
            <pc:sldMk cId="315703525" sldId="369"/>
            <ac:spMk id="12" creationId="{8ADCFC81-F201-4182-9877-E88678F91386}"/>
          </ac:spMkLst>
        </pc:spChg>
        <pc:spChg chg="add mod">
          <ac:chgData name="鈴木 秀規" userId="f68c5fd9-22d5-4c0a-9833-7fb0f5135313" providerId="ADAL" clId="{E853165E-E035-4511-B5B4-308A168A0417}" dt="2021-01-26T07:09:00.463" v="507" actId="1076"/>
          <ac:spMkLst>
            <pc:docMk/>
            <pc:sldMk cId="315703525" sldId="369"/>
            <ac:spMk id="13" creationId="{7FC3877A-4C79-40D9-956C-E51FFDD02FB7}"/>
          </ac:spMkLst>
        </pc:spChg>
        <pc:graphicFrameChg chg="add mod modGraphic">
          <ac:chgData name="鈴木 秀規" userId="f68c5fd9-22d5-4c0a-9833-7fb0f5135313" providerId="ADAL" clId="{E853165E-E035-4511-B5B4-308A168A0417}" dt="2021-01-26T07:03:07.125" v="255" actId="1076"/>
          <ac:graphicFrameMkLst>
            <pc:docMk/>
            <pc:sldMk cId="315703525" sldId="369"/>
            <ac:graphicFrameMk id="6" creationId="{3FB337BA-FCC4-476F-851F-E9D142017ED6}"/>
          </ac:graphicFrameMkLst>
        </pc:graphicFrameChg>
        <pc:graphicFrameChg chg="add mod modGraphic">
          <ac:chgData name="鈴木 秀規" userId="f68c5fd9-22d5-4c0a-9833-7fb0f5135313" providerId="ADAL" clId="{E853165E-E035-4511-B5B4-308A168A0417}" dt="2021-01-26T07:07:46.065" v="495" actId="12385"/>
          <ac:graphicFrameMkLst>
            <pc:docMk/>
            <pc:sldMk cId="315703525" sldId="369"/>
            <ac:graphicFrameMk id="8" creationId="{49C03C2E-C2C3-4E43-A6AC-F47AF13EE8CD}"/>
          </ac:graphicFrameMkLst>
        </pc:graphicFrameChg>
      </pc:sldChg>
      <pc:sldChg chg="del">
        <pc:chgData name="鈴木 秀規" userId="f68c5fd9-22d5-4c0a-9833-7fb0f5135313" providerId="ADAL" clId="{E853165E-E035-4511-B5B4-308A168A0417}" dt="2021-01-26T06:49:23.924" v="13" actId="2696"/>
        <pc:sldMkLst>
          <pc:docMk/>
          <pc:sldMk cId="4005864456" sldId="369"/>
        </pc:sldMkLst>
      </pc:sldChg>
      <pc:sldChg chg="del">
        <pc:chgData name="鈴木 秀規" userId="f68c5fd9-22d5-4c0a-9833-7fb0f5135313" providerId="ADAL" clId="{E853165E-E035-4511-B5B4-308A168A0417}" dt="2021-01-26T06:49:23.924" v="13" actId="2696"/>
        <pc:sldMkLst>
          <pc:docMk/>
          <pc:sldMk cId="1111639589" sldId="370"/>
        </pc:sldMkLst>
      </pc:sldChg>
      <pc:sldChg chg="modSp new mod">
        <pc:chgData name="鈴木 秀規" userId="f68c5fd9-22d5-4c0a-9833-7fb0f5135313" providerId="ADAL" clId="{E853165E-E035-4511-B5B4-308A168A0417}" dt="2021-01-26T07:09:37.636" v="514" actId="207"/>
        <pc:sldMkLst>
          <pc:docMk/>
          <pc:sldMk cId="1918088230" sldId="370"/>
        </pc:sldMkLst>
        <pc:spChg chg="mod">
          <ac:chgData name="鈴木 秀規" userId="f68c5fd9-22d5-4c0a-9833-7fb0f5135313" providerId="ADAL" clId="{E853165E-E035-4511-B5B4-308A168A0417}" dt="2021-01-26T07:09:18.165" v="509"/>
          <ac:spMkLst>
            <pc:docMk/>
            <pc:sldMk cId="1918088230" sldId="370"/>
            <ac:spMk id="3" creationId="{64F1479F-1941-4D3E-9030-5EA412C6B32C}"/>
          </ac:spMkLst>
        </pc:spChg>
        <pc:spChg chg="mod">
          <ac:chgData name="鈴木 秀規" userId="f68c5fd9-22d5-4c0a-9833-7fb0f5135313" providerId="ADAL" clId="{E853165E-E035-4511-B5B4-308A168A0417}" dt="2021-01-26T07:09:37.636" v="514" actId="207"/>
          <ac:spMkLst>
            <pc:docMk/>
            <pc:sldMk cId="1918088230" sldId="370"/>
            <ac:spMk id="5" creationId="{BFCE6B65-8715-4522-A55C-2D7440524DC1}"/>
          </ac:spMkLst>
        </pc:spChg>
      </pc:sldChg>
      <pc:sldChg chg="del">
        <pc:chgData name="鈴木 秀規" userId="f68c5fd9-22d5-4c0a-9833-7fb0f5135313" providerId="ADAL" clId="{E853165E-E035-4511-B5B4-308A168A0417}" dt="2021-01-26T06:49:23.924" v="13" actId="2696"/>
        <pc:sldMkLst>
          <pc:docMk/>
          <pc:sldMk cId="1449548173" sldId="371"/>
        </pc:sldMkLst>
      </pc:sldChg>
      <pc:sldChg chg="addSp modSp new mod">
        <pc:chgData name="鈴木 秀規" userId="f68c5fd9-22d5-4c0a-9833-7fb0f5135313" providerId="ADAL" clId="{E853165E-E035-4511-B5B4-308A168A0417}" dt="2021-01-26T07:10:45.286" v="527" actId="6549"/>
        <pc:sldMkLst>
          <pc:docMk/>
          <pc:sldMk cId="1875641365" sldId="371"/>
        </pc:sldMkLst>
        <pc:spChg chg="mod">
          <ac:chgData name="鈴木 秀規" userId="f68c5fd9-22d5-4c0a-9833-7fb0f5135313" providerId="ADAL" clId="{E853165E-E035-4511-B5B4-308A168A0417}" dt="2021-01-26T07:09:52.646" v="516"/>
          <ac:spMkLst>
            <pc:docMk/>
            <pc:sldMk cId="1875641365" sldId="371"/>
            <ac:spMk id="3" creationId="{79199FA5-8FEC-4EF4-8FEB-C59D90C2228A}"/>
          </ac:spMkLst>
        </pc:spChg>
        <pc:spChg chg="mod">
          <ac:chgData name="鈴木 秀規" userId="f68c5fd9-22d5-4c0a-9833-7fb0f5135313" providerId="ADAL" clId="{E853165E-E035-4511-B5B4-308A168A0417}" dt="2021-01-26T07:10:06.341" v="519" actId="14100"/>
          <ac:spMkLst>
            <pc:docMk/>
            <pc:sldMk cId="1875641365" sldId="371"/>
            <ac:spMk id="5" creationId="{5DA25019-0660-4BDD-B55E-B5F9E8A5F8FA}"/>
          </ac:spMkLst>
        </pc:spChg>
        <pc:spChg chg="add mod">
          <ac:chgData name="鈴木 秀規" userId="f68c5fd9-22d5-4c0a-9833-7fb0f5135313" providerId="ADAL" clId="{E853165E-E035-4511-B5B4-308A168A0417}" dt="2021-01-26T07:10:45.286" v="527" actId="6549"/>
          <ac:spMkLst>
            <pc:docMk/>
            <pc:sldMk cId="1875641365" sldId="371"/>
            <ac:spMk id="7" creationId="{46B1B2EB-2B3A-4DC1-B80B-474661379F83}"/>
          </ac:spMkLst>
        </pc:spChg>
        <pc:graphicFrameChg chg="add mod modGraphic">
          <ac:chgData name="鈴木 秀規" userId="f68c5fd9-22d5-4c0a-9833-7fb0f5135313" providerId="ADAL" clId="{E853165E-E035-4511-B5B4-308A168A0417}" dt="2021-01-26T07:10:27.368" v="524" actId="12385"/>
          <ac:graphicFrameMkLst>
            <pc:docMk/>
            <pc:sldMk cId="1875641365" sldId="371"/>
            <ac:graphicFrameMk id="6" creationId="{DB6E5E4E-A296-4C66-AFBD-8AB7FFAEFF35}"/>
          </ac:graphicFrameMkLst>
        </pc:graphicFrameChg>
      </pc:sldChg>
      <pc:sldChg chg="del">
        <pc:chgData name="鈴木 秀規" userId="f68c5fd9-22d5-4c0a-9833-7fb0f5135313" providerId="ADAL" clId="{E853165E-E035-4511-B5B4-308A168A0417}" dt="2021-01-26T06:49:23.924" v="13" actId="2696"/>
        <pc:sldMkLst>
          <pc:docMk/>
          <pc:sldMk cId="944436562" sldId="372"/>
        </pc:sldMkLst>
      </pc:sldChg>
      <pc:sldChg chg="addSp modSp new mod">
        <pc:chgData name="鈴木 秀規" userId="f68c5fd9-22d5-4c0a-9833-7fb0f5135313" providerId="ADAL" clId="{E853165E-E035-4511-B5B4-308A168A0417}" dt="2021-01-26T07:16:30.417" v="558" actId="14100"/>
        <pc:sldMkLst>
          <pc:docMk/>
          <pc:sldMk cId="4147123060" sldId="372"/>
        </pc:sldMkLst>
        <pc:spChg chg="mod">
          <ac:chgData name="鈴木 秀規" userId="f68c5fd9-22d5-4c0a-9833-7fb0f5135313" providerId="ADAL" clId="{E853165E-E035-4511-B5B4-308A168A0417}" dt="2021-01-26T07:14:45.061" v="529"/>
          <ac:spMkLst>
            <pc:docMk/>
            <pc:sldMk cId="4147123060" sldId="372"/>
            <ac:spMk id="3" creationId="{2EA18155-BA30-4B8F-9456-D66423E4C71E}"/>
          </ac:spMkLst>
        </pc:spChg>
        <pc:spChg chg="mod">
          <ac:chgData name="鈴木 秀規" userId="f68c5fd9-22d5-4c0a-9833-7fb0f5135313" providerId="ADAL" clId="{E853165E-E035-4511-B5B4-308A168A0417}" dt="2021-01-26T07:15:11.190" v="545" actId="14100"/>
          <ac:spMkLst>
            <pc:docMk/>
            <pc:sldMk cId="4147123060" sldId="372"/>
            <ac:spMk id="5" creationId="{7F2EA038-8175-4307-8624-788489285D38}"/>
          </ac:spMkLst>
        </pc:spChg>
        <pc:spChg chg="add mod">
          <ac:chgData name="鈴木 秀規" userId="f68c5fd9-22d5-4c0a-9833-7fb0f5135313" providerId="ADAL" clId="{E853165E-E035-4511-B5B4-308A168A0417}" dt="2021-01-26T07:16:30.417" v="558" actId="14100"/>
          <ac:spMkLst>
            <pc:docMk/>
            <pc:sldMk cId="4147123060" sldId="372"/>
            <ac:spMk id="7" creationId="{7C184432-A4C0-43A0-9489-DFE4013BDC15}"/>
          </ac:spMkLst>
        </pc:spChg>
        <pc:graphicFrameChg chg="add mod modGraphic">
          <ac:chgData name="鈴木 秀規" userId="f68c5fd9-22d5-4c0a-9833-7fb0f5135313" providerId="ADAL" clId="{E853165E-E035-4511-B5B4-308A168A0417}" dt="2021-01-26T07:15:29.391" v="550" actId="12385"/>
          <ac:graphicFrameMkLst>
            <pc:docMk/>
            <pc:sldMk cId="4147123060" sldId="372"/>
            <ac:graphicFrameMk id="6" creationId="{8D427EB3-FACB-4063-B0DC-990726DCB991}"/>
          </ac:graphicFrameMkLst>
        </pc:graphicFrameChg>
      </pc:sldChg>
      <pc:sldChg chg="del">
        <pc:chgData name="鈴木 秀規" userId="f68c5fd9-22d5-4c0a-9833-7fb0f5135313" providerId="ADAL" clId="{E853165E-E035-4511-B5B4-308A168A0417}" dt="2021-01-26T06:49:23.924" v="13" actId="2696"/>
        <pc:sldMkLst>
          <pc:docMk/>
          <pc:sldMk cId="35644827" sldId="373"/>
        </pc:sldMkLst>
      </pc:sldChg>
      <pc:sldChg chg="modSp new mod">
        <pc:chgData name="鈴木 秀規" userId="f68c5fd9-22d5-4c0a-9833-7fb0f5135313" providerId="ADAL" clId="{E853165E-E035-4511-B5B4-308A168A0417}" dt="2021-01-26T07:17:03.116" v="569" actId="207"/>
        <pc:sldMkLst>
          <pc:docMk/>
          <pc:sldMk cId="310747956" sldId="373"/>
        </pc:sldMkLst>
        <pc:spChg chg="mod">
          <ac:chgData name="鈴木 秀規" userId="f68c5fd9-22d5-4c0a-9833-7fb0f5135313" providerId="ADAL" clId="{E853165E-E035-4511-B5B4-308A168A0417}" dt="2021-01-26T07:16:39.438" v="560"/>
          <ac:spMkLst>
            <pc:docMk/>
            <pc:sldMk cId="310747956" sldId="373"/>
            <ac:spMk id="3" creationId="{1D48062C-486F-4508-9019-5F8EBA5C15A4}"/>
          </ac:spMkLst>
        </pc:spChg>
        <pc:spChg chg="mod">
          <ac:chgData name="鈴木 秀規" userId="f68c5fd9-22d5-4c0a-9833-7fb0f5135313" providerId="ADAL" clId="{E853165E-E035-4511-B5B4-308A168A0417}" dt="2021-01-26T07:17:03.116" v="569" actId="207"/>
          <ac:spMkLst>
            <pc:docMk/>
            <pc:sldMk cId="310747956" sldId="373"/>
            <ac:spMk id="5" creationId="{A4750B68-70D9-4C99-AF60-82482FAB7F0A}"/>
          </ac:spMkLst>
        </pc:spChg>
      </pc:sldChg>
      <pc:sldChg chg="modSp new mod">
        <pc:chgData name="鈴木 秀規" userId="f68c5fd9-22d5-4c0a-9833-7fb0f5135313" providerId="ADAL" clId="{E853165E-E035-4511-B5B4-308A168A0417}" dt="2021-01-26T07:18:19.034" v="594" actId="207"/>
        <pc:sldMkLst>
          <pc:docMk/>
          <pc:sldMk cId="84034417" sldId="374"/>
        </pc:sldMkLst>
        <pc:spChg chg="mod">
          <ac:chgData name="鈴木 秀規" userId="f68c5fd9-22d5-4c0a-9833-7fb0f5135313" providerId="ADAL" clId="{E853165E-E035-4511-B5B4-308A168A0417}" dt="2021-01-26T07:17:12.938" v="571"/>
          <ac:spMkLst>
            <pc:docMk/>
            <pc:sldMk cId="84034417" sldId="374"/>
            <ac:spMk id="3" creationId="{E06B1000-9220-4D64-830A-7136494F2DBF}"/>
          </ac:spMkLst>
        </pc:spChg>
        <pc:spChg chg="mod">
          <ac:chgData name="鈴木 秀規" userId="f68c5fd9-22d5-4c0a-9833-7fb0f5135313" providerId="ADAL" clId="{E853165E-E035-4511-B5B4-308A168A0417}" dt="2021-01-26T07:18:19.034" v="594" actId="207"/>
          <ac:spMkLst>
            <pc:docMk/>
            <pc:sldMk cId="84034417" sldId="374"/>
            <ac:spMk id="5" creationId="{8AB3D740-2F1A-4FA4-AF46-FF8F852F0650}"/>
          </ac:spMkLst>
        </pc:spChg>
      </pc:sldChg>
      <pc:sldChg chg="del">
        <pc:chgData name="鈴木 秀規" userId="f68c5fd9-22d5-4c0a-9833-7fb0f5135313" providerId="ADAL" clId="{E853165E-E035-4511-B5B4-308A168A0417}" dt="2021-01-26T06:49:23.924" v="13" actId="2696"/>
        <pc:sldMkLst>
          <pc:docMk/>
          <pc:sldMk cId="3586215112" sldId="374"/>
        </pc:sldMkLst>
      </pc:sldChg>
      <pc:sldChg chg="del">
        <pc:chgData name="鈴木 秀規" userId="f68c5fd9-22d5-4c0a-9833-7fb0f5135313" providerId="ADAL" clId="{E853165E-E035-4511-B5B4-308A168A0417}" dt="2021-01-26T06:49:23.924" v="13" actId="2696"/>
        <pc:sldMkLst>
          <pc:docMk/>
          <pc:sldMk cId="3278431197" sldId="375"/>
        </pc:sldMkLst>
      </pc:sldChg>
      <pc:sldChg chg="modSp new mod">
        <pc:chgData name="鈴木 秀規" userId="f68c5fd9-22d5-4c0a-9833-7fb0f5135313" providerId="ADAL" clId="{E853165E-E035-4511-B5B4-308A168A0417}" dt="2021-01-26T07:19:41.168" v="628" actId="207"/>
        <pc:sldMkLst>
          <pc:docMk/>
          <pc:sldMk cId="4133178376" sldId="375"/>
        </pc:sldMkLst>
        <pc:spChg chg="mod">
          <ac:chgData name="鈴木 秀規" userId="f68c5fd9-22d5-4c0a-9833-7fb0f5135313" providerId="ADAL" clId="{E853165E-E035-4511-B5B4-308A168A0417}" dt="2021-01-26T07:18:35.603" v="596"/>
          <ac:spMkLst>
            <pc:docMk/>
            <pc:sldMk cId="4133178376" sldId="375"/>
            <ac:spMk id="3" creationId="{746B367E-1769-43F6-B709-9DC962BCAD84}"/>
          </ac:spMkLst>
        </pc:spChg>
        <pc:spChg chg="mod">
          <ac:chgData name="鈴木 秀規" userId="f68c5fd9-22d5-4c0a-9833-7fb0f5135313" providerId="ADAL" clId="{E853165E-E035-4511-B5B4-308A168A0417}" dt="2021-01-26T07:19:41.168" v="628" actId="207"/>
          <ac:spMkLst>
            <pc:docMk/>
            <pc:sldMk cId="4133178376" sldId="375"/>
            <ac:spMk id="5" creationId="{7BD660E2-4B00-4845-95F2-9DBB4781CAE5}"/>
          </ac:spMkLst>
        </pc:spChg>
      </pc:sldChg>
      <pc:sldChg chg="del">
        <pc:chgData name="鈴木 秀規" userId="f68c5fd9-22d5-4c0a-9833-7fb0f5135313" providerId="ADAL" clId="{E853165E-E035-4511-B5B4-308A168A0417}" dt="2021-01-26T06:49:23.924" v="13" actId="2696"/>
        <pc:sldMkLst>
          <pc:docMk/>
          <pc:sldMk cId="3335697102" sldId="376"/>
        </pc:sldMkLst>
      </pc:sldChg>
      <pc:sldChg chg="modSp new mod">
        <pc:chgData name="鈴木 秀規" userId="f68c5fd9-22d5-4c0a-9833-7fb0f5135313" providerId="ADAL" clId="{E853165E-E035-4511-B5B4-308A168A0417}" dt="2021-01-26T07:21:48.714" v="658" actId="207"/>
        <pc:sldMkLst>
          <pc:docMk/>
          <pc:sldMk cId="3795804375" sldId="376"/>
        </pc:sldMkLst>
        <pc:spChg chg="mod">
          <ac:chgData name="鈴木 秀規" userId="f68c5fd9-22d5-4c0a-9833-7fb0f5135313" providerId="ADAL" clId="{E853165E-E035-4511-B5B4-308A168A0417}" dt="2021-01-26T07:20:07.699" v="630"/>
          <ac:spMkLst>
            <pc:docMk/>
            <pc:sldMk cId="3795804375" sldId="376"/>
            <ac:spMk id="3" creationId="{B507E0B6-C1E9-4F9D-8B09-1681C4D89919}"/>
          </ac:spMkLst>
        </pc:spChg>
        <pc:spChg chg="mod">
          <ac:chgData name="鈴木 秀規" userId="f68c5fd9-22d5-4c0a-9833-7fb0f5135313" providerId="ADAL" clId="{E853165E-E035-4511-B5B4-308A168A0417}" dt="2021-01-26T07:21:48.714" v="658" actId="207"/>
          <ac:spMkLst>
            <pc:docMk/>
            <pc:sldMk cId="3795804375" sldId="376"/>
            <ac:spMk id="5" creationId="{BE107BB1-F5D7-4713-A850-B3ACA63D2DE9}"/>
          </ac:spMkLst>
        </pc:spChg>
      </pc:sldChg>
      <pc:sldChg chg="del">
        <pc:chgData name="鈴木 秀規" userId="f68c5fd9-22d5-4c0a-9833-7fb0f5135313" providerId="ADAL" clId="{E853165E-E035-4511-B5B4-308A168A0417}" dt="2021-01-26T06:49:23.924" v="13" actId="2696"/>
        <pc:sldMkLst>
          <pc:docMk/>
          <pc:sldMk cId="1075370688" sldId="377"/>
        </pc:sldMkLst>
      </pc:sldChg>
      <pc:sldChg chg="modSp new mod">
        <pc:chgData name="鈴木 秀規" userId="f68c5fd9-22d5-4c0a-9833-7fb0f5135313" providerId="ADAL" clId="{E853165E-E035-4511-B5B4-308A168A0417}" dt="2021-01-26T07:24:00.081" v="677"/>
        <pc:sldMkLst>
          <pc:docMk/>
          <pc:sldMk cId="4201067025" sldId="377"/>
        </pc:sldMkLst>
        <pc:spChg chg="mod">
          <ac:chgData name="鈴木 秀規" userId="f68c5fd9-22d5-4c0a-9833-7fb0f5135313" providerId="ADAL" clId="{E853165E-E035-4511-B5B4-308A168A0417}" dt="2021-01-26T07:24:00.081" v="677"/>
          <ac:spMkLst>
            <pc:docMk/>
            <pc:sldMk cId="4201067025" sldId="377"/>
            <ac:spMk id="3" creationId="{0665AB20-5634-4D5D-BE5B-3E4D60E5D7CB}"/>
          </ac:spMkLst>
        </pc:spChg>
        <pc:spChg chg="mod">
          <ac:chgData name="鈴木 秀規" userId="f68c5fd9-22d5-4c0a-9833-7fb0f5135313" providerId="ADAL" clId="{E853165E-E035-4511-B5B4-308A168A0417}" dt="2021-01-26T07:23:42.653" v="676" actId="207"/>
          <ac:spMkLst>
            <pc:docMk/>
            <pc:sldMk cId="4201067025" sldId="377"/>
            <ac:spMk id="5" creationId="{63F330CA-F3E7-4D06-A9A4-0E49DCF88952}"/>
          </ac:spMkLst>
        </pc:spChg>
      </pc:sldChg>
      <pc:sldChg chg="modSp new mod">
        <pc:chgData name="鈴木 秀規" userId="f68c5fd9-22d5-4c0a-9833-7fb0f5135313" providerId="ADAL" clId="{E853165E-E035-4511-B5B4-308A168A0417}" dt="2021-01-26T07:25:50.648" v="716" actId="20577"/>
        <pc:sldMkLst>
          <pc:docMk/>
          <pc:sldMk cId="2170260322" sldId="378"/>
        </pc:sldMkLst>
        <pc:spChg chg="mod">
          <ac:chgData name="鈴木 秀規" userId="f68c5fd9-22d5-4c0a-9833-7fb0f5135313" providerId="ADAL" clId="{E853165E-E035-4511-B5B4-308A168A0417}" dt="2021-01-26T07:24:20.672" v="679"/>
          <ac:spMkLst>
            <pc:docMk/>
            <pc:sldMk cId="2170260322" sldId="378"/>
            <ac:spMk id="3" creationId="{0DA8AECB-9949-437E-B1D6-39595C07B0D8}"/>
          </ac:spMkLst>
        </pc:spChg>
        <pc:spChg chg="mod">
          <ac:chgData name="鈴木 秀規" userId="f68c5fd9-22d5-4c0a-9833-7fb0f5135313" providerId="ADAL" clId="{E853165E-E035-4511-B5B4-308A168A0417}" dt="2021-01-26T07:25:50.648" v="716" actId="20577"/>
          <ac:spMkLst>
            <pc:docMk/>
            <pc:sldMk cId="2170260322" sldId="378"/>
            <ac:spMk id="5" creationId="{4FDEE744-CA72-4937-ADAC-29EBAB9434D3}"/>
          </ac:spMkLst>
        </pc:spChg>
      </pc:sldChg>
      <pc:sldChg chg="del">
        <pc:chgData name="鈴木 秀規" userId="f68c5fd9-22d5-4c0a-9833-7fb0f5135313" providerId="ADAL" clId="{E853165E-E035-4511-B5B4-308A168A0417}" dt="2021-01-26T06:49:23.924" v="13" actId="2696"/>
        <pc:sldMkLst>
          <pc:docMk/>
          <pc:sldMk cId="2580646882" sldId="378"/>
        </pc:sldMkLst>
      </pc:sldChg>
      <pc:sldChg chg="del">
        <pc:chgData name="鈴木 秀規" userId="f68c5fd9-22d5-4c0a-9833-7fb0f5135313" providerId="ADAL" clId="{E853165E-E035-4511-B5B4-308A168A0417}" dt="2021-01-26T06:49:23.924" v="13" actId="2696"/>
        <pc:sldMkLst>
          <pc:docMk/>
          <pc:sldMk cId="3868544456" sldId="379"/>
        </pc:sldMkLst>
      </pc:sldChg>
      <pc:sldChg chg="modSp new mod">
        <pc:chgData name="鈴木 秀規" userId="f68c5fd9-22d5-4c0a-9833-7fb0f5135313" providerId="ADAL" clId="{E853165E-E035-4511-B5B4-308A168A0417}" dt="2021-01-26T07:27:23.533" v="740" actId="207"/>
        <pc:sldMkLst>
          <pc:docMk/>
          <pc:sldMk cId="4171248681" sldId="379"/>
        </pc:sldMkLst>
        <pc:spChg chg="mod">
          <ac:chgData name="鈴木 秀規" userId="f68c5fd9-22d5-4c0a-9833-7fb0f5135313" providerId="ADAL" clId="{E853165E-E035-4511-B5B4-308A168A0417}" dt="2021-01-26T07:26:07.408" v="718"/>
          <ac:spMkLst>
            <pc:docMk/>
            <pc:sldMk cId="4171248681" sldId="379"/>
            <ac:spMk id="3" creationId="{6AB4C576-1A20-40B6-9482-425697740EAC}"/>
          </ac:spMkLst>
        </pc:spChg>
        <pc:spChg chg="mod">
          <ac:chgData name="鈴木 秀規" userId="f68c5fd9-22d5-4c0a-9833-7fb0f5135313" providerId="ADAL" clId="{E853165E-E035-4511-B5B4-308A168A0417}" dt="2021-01-26T07:27:23.533" v="740" actId="207"/>
          <ac:spMkLst>
            <pc:docMk/>
            <pc:sldMk cId="4171248681" sldId="379"/>
            <ac:spMk id="5" creationId="{411E77CC-7B52-4ADF-9369-7EE2F4FF9FB4}"/>
          </ac:spMkLst>
        </pc:spChg>
      </pc:sldChg>
      <pc:sldChg chg="modSp new mod">
        <pc:chgData name="鈴木 秀規" userId="f68c5fd9-22d5-4c0a-9833-7fb0f5135313" providerId="ADAL" clId="{E853165E-E035-4511-B5B4-308A168A0417}" dt="2021-01-26T07:30:14.987" v="775" actId="207"/>
        <pc:sldMkLst>
          <pc:docMk/>
          <pc:sldMk cId="1003752797" sldId="380"/>
        </pc:sldMkLst>
        <pc:spChg chg="mod">
          <ac:chgData name="鈴木 秀規" userId="f68c5fd9-22d5-4c0a-9833-7fb0f5135313" providerId="ADAL" clId="{E853165E-E035-4511-B5B4-308A168A0417}" dt="2021-01-26T07:27:37.948" v="742"/>
          <ac:spMkLst>
            <pc:docMk/>
            <pc:sldMk cId="1003752797" sldId="380"/>
            <ac:spMk id="3" creationId="{3DD7817D-51CC-4908-AFA3-B8716B0E7C8D}"/>
          </ac:spMkLst>
        </pc:spChg>
        <pc:spChg chg="mod">
          <ac:chgData name="鈴木 秀規" userId="f68c5fd9-22d5-4c0a-9833-7fb0f5135313" providerId="ADAL" clId="{E853165E-E035-4511-B5B4-308A168A0417}" dt="2021-01-26T07:30:14.987" v="775" actId="207"/>
          <ac:spMkLst>
            <pc:docMk/>
            <pc:sldMk cId="1003752797" sldId="380"/>
            <ac:spMk id="5" creationId="{A04F5A0A-D700-4503-AA4B-9F9FF34EA903}"/>
          </ac:spMkLst>
        </pc:spChg>
      </pc:sldChg>
      <pc:sldChg chg="del">
        <pc:chgData name="鈴木 秀規" userId="f68c5fd9-22d5-4c0a-9833-7fb0f5135313" providerId="ADAL" clId="{E853165E-E035-4511-B5B4-308A168A0417}" dt="2021-01-26T06:49:23.924" v="13" actId="2696"/>
        <pc:sldMkLst>
          <pc:docMk/>
          <pc:sldMk cId="1868720455" sldId="380"/>
        </pc:sldMkLst>
      </pc:sldChg>
      <pc:sldChg chg="modSp new mod">
        <pc:chgData name="鈴木 秀規" userId="f68c5fd9-22d5-4c0a-9833-7fb0f5135313" providerId="ADAL" clId="{E853165E-E035-4511-B5B4-308A168A0417}" dt="2021-01-26T07:31:18.750" v="789" actId="207"/>
        <pc:sldMkLst>
          <pc:docMk/>
          <pc:sldMk cId="2315279680" sldId="381"/>
        </pc:sldMkLst>
        <pc:spChg chg="mod">
          <ac:chgData name="鈴木 秀規" userId="f68c5fd9-22d5-4c0a-9833-7fb0f5135313" providerId="ADAL" clId="{E853165E-E035-4511-B5B4-308A168A0417}" dt="2021-01-26T07:30:34.108" v="777"/>
          <ac:spMkLst>
            <pc:docMk/>
            <pc:sldMk cId="2315279680" sldId="381"/>
            <ac:spMk id="3" creationId="{3AA44DE9-1882-47A0-A1B1-12AE5F0F2CA2}"/>
          </ac:spMkLst>
        </pc:spChg>
        <pc:spChg chg="mod">
          <ac:chgData name="鈴木 秀規" userId="f68c5fd9-22d5-4c0a-9833-7fb0f5135313" providerId="ADAL" clId="{E853165E-E035-4511-B5B4-308A168A0417}" dt="2021-01-26T07:31:18.750" v="789" actId="207"/>
          <ac:spMkLst>
            <pc:docMk/>
            <pc:sldMk cId="2315279680" sldId="381"/>
            <ac:spMk id="5" creationId="{608B9E3C-5E1C-4FFD-81A1-35C10C8DAB11}"/>
          </ac:spMkLst>
        </pc:spChg>
      </pc:sldChg>
      <pc:sldChg chg="del">
        <pc:chgData name="鈴木 秀規" userId="f68c5fd9-22d5-4c0a-9833-7fb0f5135313" providerId="ADAL" clId="{E853165E-E035-4511-B5B4-308A168A0417}" dt="2021-01-26T06:49:23.924" v="13" actId="2696"/>
        <pc:sldMkLst>
          <pc:docMk/>
          <pc:sldMk cId="3747614513" sldId="381"/>
        </pc:sldMkLst>
      </pc:sldChg>
      <pc:sldChg chg="del">
        <pc:chgData name="鈴木 秀規" userId="f68c5fd9-22d5-4c0a-9833-7fb0f5135313" providerId="ADAL" clId="{E853165E-E035-4511-B5B4-308A168A0417}" dt="2021-01-26T06:49:23.924" v="13" actId="2696"/>
        <pc:sldMkLst>
          <pc:docMk/>
          <pc:sldMk cId="882110079" sldId="382"/>
        </pc:sldMkLst>
      </pc:sldChg>
      <pc:sldChg chg="addSp modSp new mod">
        <pc:chgData name="鈴木 秀規" userId="f68c5fd9-22d5-4c0a-9833-7fb0f5135313" providerId="ADAL" clId="{E853165E-E035-4511-B5B4-308A168A0417}" dt="2021-01-26T07:34:31.793" v="831" actId="14100"/>
        <pc:sldMkLst>
          <pc:docMk/>
          <pc:sldMk cId="3359842153" sldId="382"/>
        </pc:sldMkLst>
        <pc:spChg chg="mod">
          <ac:chgData name="鈴木 秀規" userId="f68c5fd9-22d5-4c0a-9833-7fb0f5135313" providerId="ADAL" clId="{E853165E-E035-4511-B5B4-308A168A0417}" dt="2021-01-26T07:31:47.528" v="791"/>
          <ac:spMkLst>
            <pc:docMk/>
            <pc:sldMk cId="3359842153" sldId="382"/>
            <ac:spMk id="3" creationId="{5BF686A8-918B-4F3E-8480-FEA5F57E528A}"/>
          </ac:spMkLst>
        </pc:spChg>
        <pc:spChg chg="mod">
          <ac:chgData name="鈴木 秀規" userId="f68c5fd9-22d5-4c0a-9833-7fb0f5135313" providerId="ADAL" clId="{E853165E-E035-4511-B5B4-308A168A0417}" dt="2021-01-26T07:32:40.096" v="801" actId="1076"/>
          <ac:spMkLst>
            <pc:docMk/>
            <pc:sldMk cId="3359842153" sldId="382"/>
            <ac:spMk id="5" creationId="{1316296B-B24E-4F7F-9D1A-245D14D29C41}"/>
          </ac:spMkLst>
        </pc:spChg>
        <pc:spChg chg="add mod">
          <ac:chgData name="鈴木 秀規" userId="f68c5fd9-22d5-4c0a-9833-7fb0f5135313" providerId="ADAL" clId="{E853165E-E035-4511-B5B4-308A168A0417}" dt="2021-01-26T07:33:49.580" v="823" actId="207"/>
          <ac:spMkLst>
            <pc:docMk/>
            <pc:sldMk cId="3359842153" sldId="382"/>
            <ac:spMk id="6" creationId="{95B1C548-0F5B-4737-A0BD-405E70558ED2}"/>
          </ac:spMkLst>
        </pc:spChg>
        <pc:spChg chg="add mod">
          <ac:chgData name="鈴木 秀規" userId="f68c5fd9-22d5-4c0a-9833-7fb0f5135313" providerId="ADAL" clId="{E853165E-E035-4511-B5B4-308A168A0417}" dt="2021-01-26T07:34:31.793" v="831" actId="14100"/>
          <ac:spMkLst>
            <pc:docMk/>
            <pc:sldMk cId="3359842153" sldId="382"/>
            <ac:spMk id="7" creationId="{AF0ACB7C-680B-4722-98C7-CBF77C542C99}"/>
          </ac:spMkLst>
        </pc:spChg>
      </pc:sldChg>
      <pc:sldChg chg="modSp new mod">
        <pc:chgData name="鈴木 秀規" userId="f68c5fd9-22d5-4c0a-9833-7fb0f5135313" providerId="ADAL" clId="{E853165E-E035-4511-B5B4-308A168A0417}" dt="2021-01-26T07:36:21.744" v="847" actId="207"/>
        <pc:sldMkLst>
          <pc:docMk/>
          <pc:sldMk cId="2193843838" sldId="383"/>
        </pc:sldMkLst>
        <pc:spChg chg="mod">
          <ac:chgData name="鈴木 秀規" userId="f68c5fd9-22d5-4c0a-9833-7fb0f5135313" providerId="ADAL" clId="{E853165E-E035-4511-B5B4-308A168A0417}" dt="2021-01-26T07:35:06.888" v="833"/>
          <ac:spMkLst>
            <pc:docMk/>
            <pc:sldMk cId="2193843838" sldId="383"/>
            <ac:spMk id="3" creationId="{371F9F1C-E73B-4FDA-97E3-F6FA05DF4201}"/>
          </ac:spMkLst>
        </pc:spChg>
        <pc:spChg chg="mod">
          <ac:chgData name="鈴木 秀規" userId="f68c5fd9-22d5-4c0a-9833-7fb0f5135313" providerId="ADAL" clId="{E853165E-E035-4511-B5B4-308A168A0417}" dt="2021-01-26T07:36:21.744" v="847" actId="207"/>
          <ac:spMkLst>
            <pc:docMk/>
            <pc:sldMk cId="2193843838" sldId="383"/>
            <ac:spMk id="5" creationId="{ECFFFE50-9C3A-41A8-A1A8-E9307DCB243E}"/>
          </ac:spMkLst>
        </pc:spChg>
      </pc:sldChg>
      <pc:sldChg chg="del">
        <pc:chgData name="鈴木 秀規" userId="f68c5fd9-22d5-4c0a-9833-7fb0f5135313" providerId="ADAL" clId="{E853165E-E035-4511-B5B4-308A168A0417}" dt="2021-01-26T06:49:23.924" v="13" actId="2696"/>
        <pc:sldMkLst>
          <pc:docMk/>
          <pc:sldMk cId="2781782632" sldId="383"/>
        </pc:sldMkLst>
      </pc:sldChg>
      <pc:sldChg chg="modSp add mod ord">
        <pc:chgData name="鈴木 秀規" userId="f68c5fd9-22d5-4c0a-9833-7fb0f5135313" providerId="ADAL" clId="{E853165E-E035-4511-B5B4-308A168A0417}" dt="2021-01-26T07:39:14.652" v="873" actId="1076"/>
        <pc:sldMkLst>
          <pc:docMk/>
          <pc:sldMk cId="1703172032" sldId="384"/>
        </pc:sldMkLst>
        <pc:spChg chg="mod">
          <ac:chgData name="鈴木 秀規" userId="f68c5fd9-22d5-4c0a-9833-7fb0f5135313" providerId="ADAL" clId="{E853165E-E035-4511-B5B4-308A168A0417}" dt="2021-01-26T07:36:42.249" v="853"/>
          <ac:spMkLst>
            <pc:docMk/>
            <pc:sldMk cId="1703172032" sldId="384"/>
            <ac:spMk id="5" creationId="{1316296B-B24E-4F7F-9D1A-245D14D29C41}"/>
          </ac:spMkLst>
        </pc:spChg>
        <pc:spChg chg="mod">
          <ac:chgData name="鈴木 秀規" userId="f68c5fd9-22d5-4c0a-9833-7fb0f5135313" providerId="ADAL" clId="{E853165E-E035-4511-B5B4-308A168A0417}" dt="2021-01-26T07:39:06.824" v="871" actId="14100"/>
          <ac:spMkLst>
            <pc:docMk/>
            <pc:sldMk cId="1703172032" sldId="384"/>
            <ac:spMk id="6" creationId="{95B1C548-0F5B-4737-A0BD-405E70558ED2}"/>
          </ac:spMkLst>
        </pc:spChg>
        <pc:spChg chg="mod">
          <ac:chgData name="鈴木 秀規" userId="f68c5fd9-22d5-4c0a-9833-7fb0f5135313" providerId="ADAL" clId="{E853165E-E035-4511-B5B4-308A168A0417}" dt="2021-01-26T07:39:14.652" v="873" actId="1076"/>
          <ac:spMkLst>
            <pc:docMk/>
            <pc:sldMk cId="1703172032" sldId="384"/>
            <ac:spMk id="7" creationId="{AF0ACB7C-680B-4722-98C7-CBF77C542C99}"/>
          </ac:spMkLst>
        </pc:spChg>
      </pc:sldChg>
      <pc:sldChg chg="del">
        <pc:chgData name="鈴木 秀規" userId="f68c5fd9-22d5-4c0a-9833-7fb0f5135313" providerId="ADAL" clId="{E853165E-E035-4511-B5B4-308A168A0417}" dt="2021-01-26T06:49:23.924" v="13" actId="2696"/>
        <pc:sldMkLst>
          <pc:docMk/>
          <pc:sldMk cId="4147991204" sldId="384"/>
        </pc:sldMkLst>
      </pc:sldChg>
      <pc:sldChg chg="modSp new mod">
        <pc:chgData name="鈴木 秀規" userId="f68c5fd9-22d5-4c0a-9833-7fb0f5135313" providerId="ADAL" clId="{E853165E-E035-4511-B5B4-308A168A0417}" dt="2021-01-26T07:40:36.140" v="901" actId="207"/>
        <pc:sldMkLst>
          <pc:docMk/>
          <pc:sldMk cId="405086457" sldId="385"/>
        </pc:sldMkLst>
        <pc:spChg chg="mod">
          <ac:chgData name="鈴木 秀規" userId="f68c5fd9-22d5-4c0a-9833-7fb0f5135313" providerId="ADAL" clId="{E853165E-E035-4511-B5B4-308A168A0417}" dt="2021-01-26T07:39:28.938" v="875"/>
          <ac:spMkLst>
            <pc:docMk/>
            <pc:sldMk cId="405086457" sldId="385"/>
            <ac:spMk id="3" creationId="{3160D83B-ECD4-4212-832C-905B76595963}"/>
          </ac:spMkLst>
        </pc:spChg>
        <pc:spChg chg="mod">
          <ac:chgData name="鈴木 秀規" userId="f68c5fd9-22d5-4c0a-9833-7fb0f5135313" providerId="ADAL" clId="{E853165E-E035-4511-B5B4-308A168A0417}" dt="2021-01-26T07:40:36.140" v="901" actId="207"/>
          <ac:spMkLst>
            <pc:docMk/>
            <pc:sldMk cId="405086457" sldId="385"/>
            <ac:spMk id="5" creationId="{24EF08D6-A88C-4E3D-A14F-34B27436FAEC}"/>
          </ac:spMkLst>
        </pc:spChg>
      </pc:sldChg>
      <pc:sldChg chg="del">
        <pc:chgData name="鈴木 秀規" userId="f68c5fd9-22d5-4c0a-9833-7fb0f5135313" providerId="ADAL" clId="{E853165E-E035-4511-B5B4-308A168A0417}" dt="2021-01-26T06:49:23.924" v="13" actId="2696"/>
        <pc:sldMkLst>
          <pc:docMk/>
          <pc:sldMk cId="1389535331" sldId="385"/>
        </pc:sldMkLst>
      </pc:sldChg>
      <pc:sldChg chg="del">
        <pc:chgData name="鈴木 秀規" userId="f68c5fd9-22d5-4c0a-9833-7fb0f5135313" providerId="ADAL" clId="{E853165E-E035-4511-B5B4-308A168A0417}" dt="2021-01-26T06:49:23.924" v="13" actId="2696"/>
        <pc:sldMkLst>
          <pc:docMk/>
          <pc:sldMk cId="3711062952" sldId="386"/>
        </pc:sldMkLst>
      </pc:sldChg>
      <pc:sldChg chg="del">
        <pc:chgData name="鈴木 秀規" userId="f68c5fd9-22d5-4c0a-9833-7fb0f5135313" providerId="ADAL" clId="{E853165E-E035-4511-B5B4-308A168A0417}" dt="2021-01-26T06:49:23.924" v="13" actId="2696"/>
        <pc:sldMkLst>
          <pc:docMk/>
          <pc:sldMk cId="556755707" sldId="387"/>
        </pc:sldMkLst>
      </pc:sldChg>
      <pc:sldChg chg="del">
        <pc:chgData name="鈴木 秀規" userId="f68c5fd9-22d5-4c0a-9833-7fb0f5135313" providerId="ADAL" clId="{E853165E-E035-4511-B5B4-308A168A0417}" dt="2021-01-26T06:49:23.924" v="13" actId="2696"/>
        <pc:sldMkLst>
          <pc:docMk/>
          <pc:sldMk cId="2438793549" sldId="388"/>
        </pc:sldMkLst>
      </pc:sldChg>
      <pc:sldChg chg="del">
        <pc:chgData name="鈴木 秀規" userId="f68c5fd9-22d5-4c0a-9833-7fb0f5135313" providerId="ADAL" clId="{E853165E-E035-4511-B5B4-308A168A0417}" dt="2021-01-26T06:49:23.924" v="13" actId="2696"/>
        <pc:sldMkLst>
          <pc:docMk/>
          <pc:sldMk cId="1715481522" sldId="389"/>
        </pc:sldMkLst>
      </pc:sldChg>
      <pc:sldChg chg="del">
        <pc:chgData name="鈴木 秀規" userId="f68c5fd9-22d5-4c0a-9833-7fb0f5135313" providerId="ADAL" clId="{E853165E-E035-4511-B5B4-308A168A0417}" dt="2021-01-26T06:49:23.924" v="13" actId="2696"/>
        <pc:sldMkLst>
          <pc:docMk/>
          <pc:sldMk cId="2118453056" sldId="390"/>
        </pc:sldMkLst>
      </pc:sldChg>
      <pc:sldChg chg="del">
        <pc:chgData name="鈴木 秀規" userId="f68c5fd9-22d5-4c0a-9833-7fb0f5135313" providerId="ADAL" clId="{E853165E-E035-4511-B5B4-308A168A0417}" dt="2021-01-26T06:49:23.924" v="13" actId="2696"/>
        <pc:sldMkLst>
          <pc:docMk/>
          <pc:sldMk cId="2854077937" sldId="391"/>
        </pc:sldMkLst>
      </pc:sldChg>
      <pc:sldChg chg="del">
        <pc:chgData name="鈴木 秀規" userId="f68c5fd9-22d5-4c0a-9833-7fb0f5135313" providerId="ADAL" clId="{E853165E-E035-4511-B5B4-308A168A0417}" dt="2021-01-26T06:49:23.924" v="13" actId="2696"/>
        <pc:sldMkLst>
          <pc:docMk/>
          <pc:sldMk cId="2566377597" sldId="392"/>
        </pc:sldMkLst>
      </pc:sldChg>
      <pc:sldChg chg="del">
        <pc:chgData name="鈴木 秀規" userId="f68c5fd9-22d5-4c0a-9833-7fb0f5135313" providerId="ADAL" clId="{E853165E-E035-4511-B5B4-308A168A0417}" dt="2021-01-26T06:49:23.924" v="13" actId="2696"/>
        <pc:sldMkLst>
          <pc:docMk/>
          <pc:sldMk cId="1398339670" sldId="393"/>
        </pc:sldMkLst>
      </pc:sldChg>
    </pc:docChg>
  </pc:docChgLst>
  <pc:docChgLst>
    <pc:chgData name="sales@rhizome01.onmicrosoft.com" userId="c35045ed-c185-45de-8f58-be20a28877d8" providerId="ADAL" clId="{034C929F-50EC-4052-8F50-398F27893DAE}"/>
    <pc:docChg chg="modSld">
      <pc:chgData name="sales@rhizome01.onmicrosoft.com" userId="c35045ed-c185-45de-8f58-be20a28877d8" providerId="ADAL" clId="{034C929F-50EC-4052-8F50-398F27893DAE}" dt="2020-12-01T08:39:38.686" v="2" actId="5793"/>
      <pc:docMkLst>
        <pc:docMk/>
      </pc:docMkLst>
      <pc:sldChg chg="modSp mod">
        <pc:chgData name="sales@rhizome01.onmicrosoft.com" userId="c35045ed-c185-45de-8f58-be20a28877d8" providerId="ADAL" clId="{034C929F-50EC-4052-8F50-398F27893DAE}" dt="2020-12-01T08:39:38.686" v="2" actId="5793"/>
        <pc:sldMkLst>
          <pc:docMk/>
          <pc:sldMk cId="1668843990" sldId="360"/>
        </pc:sldMkLst>
        <pc:spChg chg="mod">
          <ac:chgData name="sales@rhizome01.onmicrosoft.com" userId="c35045ed-c185-45de-8f58-be20a28877d8" providerId="ADAL" clId="{034C929F-50EC-4052-8F50-398F27893DAE}" dt="2020-12-01T08:39:38.686" v="2" actId="5793"/>
          <ac:spMkLst>
            <pc:docMk/>
            <pc:sldMk cId="1668843990" sldId="360"/>
            <ac:spMk id="9" creationId="{A4832727-EA7F-44D6-A9F2-E4AE0246960A}"/>
          </ac:spMkLst>
        </pc:spChg>
      </pc:sldChg>
    </pc:docChg>
  </pc:docChgLst>
  <pc:docChgLst>
    <pc:chgData name="鈴木 秀規" userId="f68c5fd9-22d5-4c0a-9833-7fb0f5135313" providerId="ADAL" clId="{6A56FB10-BD31-4A36-9DC1-80D965E09775}"/>
    <pc:docChg chg="undo custSel addSld delSld modSld">
      <pc:chgData name="鈴木 秀規" userId="f68c5fd9-22d5-4c0a-9833-7fb0f5135313" providerId="ADAL" clId="{6A56FB10-BD31-4A36-9DC1-80D965E09775}" dt="2021-01-29T03:51:48.443" v="417" actId="2696"/>
      <pc:docMkLst>
        <pc:docMk/>
      </pc:docMkLst>
      <pc:sldChg chg="modSp mod">
        <pc:chgData name="鈴木 秀規" userId="f68c5fd9-22d5-4c0a-9833-7fb0f5135313" providerId="ADAL" clId="{6A56FB10-BD31-4A36-9DC1-80D965E09775}" dt="2021-01-29T02:16:05.720" v="20" actId="20577"/>
        <pc:sldMkLst>
          <pc:docMk/>
          <pc:sldMk cId="0" sldId="256"/>
        </pc:sldMkLst>
        <pc:spChg chg="mod">
          <ac:chgData name="鈴木 秀規" userId="f68c5fd9-22d5-4c0a-9833-7fb0f5135313" providerId="ADAL" clId="{6A56FB10-BD31-4A36-9DC1-80D965E09775}" dt="2021-01-29T02:16:05.720" v="20" actId="20577"/>
          <ac:spMkLst>
            <pc:docMk/>
            <pc:sldMk cId="0" sldId="256"/>
            <ac:spMk id="56" creationId="{00000000-0000-0000-0000-000000000000}"/>
          </ac:spMkLst>
        </pc:spChg>
      </pc:sldChg>
      <pc:sldChg chg="addSp delSp modSp mod">
        <pc:chgData name="鈴木 秀規" userId="f68c5fd9-22d5-4c0a-9833-7fb0f5135313" providerId="ADAL" clId="{6A56FB10-BD31-4A36-9DC1-80D965E09775}" dt="2021-01-29T02:18:04.150" v="36" actId="1076"/>
        <pc:sldMkLst>
          <pc:docMk/>
          <pc:sldMk cId="2397736379" sldId="363"/>
        </pc:sldMkLst>
        <pc:spChg chg="mod">
          <ac:chgData name="鈴木 秀規" userId="f68c5fd9-22d5-4c0a-9833-7fb0f5135313" providerId="ADAL" clId="{6A56FB10-BD31-4A36-9DC1-80D965E09775}" dt="2021-01-29T02:16:28.700" v="22"/>
          <ac:spMkLst>
            <pc:docMk/>
            <pc:sldMk cId="2397736379" sldId="363"/>
            <ac:spMk id="7" creationId="{9630AD22-E64D-4A96-B059-2AF9F6580C25}"/>
          </ac:spMkLst>
        </pc:spChg>
        <pc:spChg chg="mod">
          <ac:chgData name="鈴木 秀規" userId="f68c5fd9-22d5-4c0a-9833-7fb0f5135313" providerId="ADAL" clId="{6A56FB10-BD31-4A36-9DC1-80D965E09775}" dt="2021-01-29T02:17:16.222" v="29" actId="14100"/>
          <ac:spMkLst>
            <pc:docMk/>
            <pc:sldMk cId="2397736379" sldId="363"/>
            <ac:spMk id="8" creationId="{787CF02A-01AB-4517-BA3E-25572FA82648}"/>
          </ac:spMkLst>
        </pc:spChg>
        <pc:spChg chg="add mod">
          <ac:chgData name="鈴木 秀規" userId="f68c5fd9-22d5-4c0a-9833-7fb0f5135313" providerId="ADAL" clId="{6A56FB10-BD31-4A36-9DC1-80D965E09775}" dt="2021-01-29T02:18:04.150" v="36" actId="1076"/>
          <ac:spMkLst>
            <pc:docMk/>
            <pc:sldMk cId="2397736379" sldId="363"/>
            <ac:spMk id="13" creationId="{C4AF9A3A-8E4D-4361-A0C9-F0B17B39BF47}"/>
          </ac:spMkLst>
        </pc:spChg>
        <pc:spChg chg="del">
          <ac:chgData name="鈴木 秀規" userId="f68c5fd9-22d5-4c0a-9833-7fb0f5135313" providerId="ADAL" clId="{6A56FB10-BD31-4A36-9DC1-80D965E09775}" dt="2021-01-29T02:17:01.732" v="25" actId="478"/>
          <ac:spMkLst>
            <pc:docMk/>
            <pc:sldMk cId="2397736379" sldId="363"/>
            <ac:spMk id="25" creationId="{6F73D290-1A37-4666-AE4E-056CFDBF2963}"/>
          </ac:spMkLst>
        </pc:spChg>
        <pc:spChg chg="del">
          <ac:chgData name="鈴木 秀規" userId="f68c5fd9-22d5-4c0a-9833-7fb0f5135313" providerId="ADAL" clId="{6A56FB10-BD31-4A36-9DC1-80D965E09775}" dt="2021-01-29T02:17:06.489" v="26" actId="478"/>
          <ac:spMkLst>
            <pc:docMk/>
            <pc:sldMk cId="2397736379" sldId="363"/>
            <ac:spMk id="26" creationId="{D8B69E42-1911-4122-BBB0-EB93A222E3E7}"/>
          </ac:spMkLst>
        </pc:spChg>
        <pc:picChg chg="add mod">
          <ac:chgData name="鈴木 秀規" userId="f68c5fd9-22d5-4c0a-9833-7fb0f5135313" providerId="ADAL" clId="{6A56FB10-BD31-4A36-9DC1-80D965E09775}" dt="2021-01-29T02:17:49.050" v="32" actId="14100"/>
          <ac:picMkLst>
            <pc:docMk/>
            <pc:sldMk cId="2397736379" sldId="363"/>
            <ac:picMk id="11" creationId="{F9049B9F-DE3A-4846-B27B-333755B11A36}"/>
          </ac:picMkLst>
        </pc:picChg>
        <pc:picChg chg="add mod">
          <ac:chgData name="鈴木 秀規" userId="f68c5fd9-22d5-4c0a-9833-7fb0f5135313" providerId="ADAL" clId="{6A56FB10-BD31-4A36-9DC1-80D965E09775}" dt="2021-01-29T02:17:56.499" v="35" actId="1076"/>
          <ac:picMkLst>
            <pc:docMk/>
            <pc:sldMk cId="2397736379" sldId="363"/>
            <ac:picMk id="12" creationId="{4794F4AC-6B8F-4B15-AB6F-B06FD356050F}"/>
          </ac:picMkLst>
        </pc:picChg>
        <pc:picChg chg="del">
          <ac:chgData name="鈴木 秀規" userId="f68c5fd9-22d5-4c0a-9833-7fb0f5135313" providerId="ADAL" clId="{6A56FB10-BD31-4A36-9DC1-80D965E09775}" dt="2021-01-29T02:17:01.732" v="25" actId="478"/>
          <ac:picMkLst>
            <pc:docMk/>
            <pc:sldMk cId="2397736379" sldId="363"/>
            <ac:picMk id="22" creationId="{EBCFE6B6-3674-4542-897A-054F57AF9940}"/>
          </ac:picMkLst>
        </pc:picChg>
        <pc:picChg chg="del">
          <ac:chgData name="鈴木 秀規" userId="f68c5fd9-22d5-4c0a-9833-7fb0f5135313" providerId="ADAL" clId="{6A56FB10-BD31-4A36-9DC1-80D965E09775}" dt="2021-01-29T02:17:01.732" v="25" actId="478"/>
          <ac:picMkLst>
            <pc:docMk/>
            <pc:sldMk cId="2397736379" sldId="363"/>
            <ac:picMk id="23" creationId="{50430609-0E30-4E04-A0AB-4BEFD5706BAC}"/>
          </ac:picMkLst>
        </pc:picChg>
        <pc:cxnChg chg="del mod">
          <ac:chgData name="鈴木 秀規" userId="f68c5fd9-22d5-4c0a-9833-7fb0f5135313" providerId="ADAL" clId="{6A56FB10-BD31-4A36-9DC1-80D965E09775}" dt="2021-01-29T02:17:01.732" v="25" actId="478"/>
          <ac:cxnSpMkLst>
            <pc:docMk/>
            <pc:sldMk cId="2397736379" sldId="363"/>
            <ac:cxnSpMk id="24" creationId="{2971CE02-4FF4-45F7-8B9C-E59D75CEAF1D}"/>
          </ac:cxnSpMkLst>
        </pc:cxnChg>
      </pc:sldChg>
      <pc:sldChg chg="del">
        <pc:chgData name="鈴木 秀規" userId="f68c5fd9-22d5-4c0a-9833-7fb0f5135313" providerId="ADAL" clId="{6A56FB10-BD31-4A36-9DC1-80D965E09775}" dt="2021-01-29T02:16:21.792" v="21" actId="2696"/>
        <pc:sldMkLst>
          <pc:docMk/>
          <pc:sldMk cId="1491796703" sldId="364"/>
        </pc:sldMkLst>
      </pc:sldChg>
      <pc:sldChg chg="addSp modSp new mod">
        <pc:chgData name="鈴木 秀規" userId="f68c5fd9-22d5-4c0a-9833-7fb0f5135313" providerId="ADAL" clId="{6A56FB10-BD31-4A36-9DC1-80D965E09775}" dt="2021-01-29T02:20:43.427" v="67" actId="1076"/>
        <pc:sldMkLst>
          <pc:docMk/>
          <pc:sldMk cId="1780867631" sldId="364"/>
        </pc:sldMkLst>
        <pc:spChg chg="mod">
          <ac:chgData name="鈴木 秀規" userId="f68c5fd9-22d5-4c0a-9833-7fb0f5135313" providerId="ADAL" clId="{6A56FB10-BD31-4A36-9DC1-80D965E09775}" dt="2021-01-29T02:18:20.300" v="38"/>
          <ac:spMkLst>
            <pc:docMk/>
            <pc:sldMk cId="1780867631" sldId="364"/>
            <ac:spMk id="3" creationId="{05C6DAF3-7CB5-46CF-B20F-F9FAA3199561}"/>
          </ac:spMkLst>
        </pc:spChg>
        <pc:spChg chg="mod">
          <ac:chgData name="鈴木 秀規" userId="f68c5fd9-22d5-4c0a-9833-7fb0f5135313" providerId="ADAL" clId="{6A56FB10-BD31-4A36-9DC1-80D965E09775}" dt="2021-01-29T02:18:29.384" v="41" actId="14100"/>
          <ac:spMkLst>
            <pc:docMk/>
            <pc:sldMk cId="1780867631" sldId="364"/>
            <ac:spMk id="5" creationId="{CF3D8E7F-5CEC-499E-8636-A3A5D79534C4}"/>
          </ac:spMkLst>
        </pc:spChg>
        <pc:spChg chg="add mod">
          <ac:chgData name="鈴木 秀規" userId="f68c5fd9-22d5-4c0a-9833-7fb0f5135313" providerId="ADAL" clId="{6A56FB10-BD31-4A36-9DC1-80D965E09775}" dt="2021-01-29T02:19:10.335" v="50" actId="14100"/>
          <ac:spMkLst>
            <pc:docMk/>
            <pc:sldMk cId="1780867631" sldId="364"/>
            <ac:spMk id="6" creationId="{80B1E86E-5207-44A5-B3D9-04B2D950F351}"/>
          </ac:spMkLst>
        </pc:spChg>
        <pc:spChg chg="add mod">
          <ac:chgData name="鈴木 秀規" userId="f68c5fd9-22d5-4c0a-9833-7fb0f5135313" providerId="ADAL" clId="{6A56FB10-BD31-4A36-9DC1-80D965E09775}" dt="2021-01-29T02:20:33.748" v="65" actId="207"/>
          <ac:spMkLst>
            <pc:docMk/>
            <pc:sldMk cId="1780867631" sldId="364"/>
            <ac:spMk id="7" creationId="{976DEC37-B0EA-49B3-B5E6-88A193ABF843}"/>
          </ac:spMkLst>
        </pc:spChg>
        <pc:spChg chg="add mod">
          <ac:chgData name="鈴木 秀規" userId="f68c5fd9-22d5-4c0a-9833-7fb0f5135313" providerId="ADAL" clId="{6A56FB10-BD31-4A36-9DC1-80D965E09775}" dt="2021-01-29T02:20:43.427" v="67" actId="1076"/>
          <ac:spMkLst>
            <pc:docMk/>
            <pc:sldMk cId="1780867631" sldId="364"/>
            <ac:spMk id="8" creationId="{6363893C-210D-4BFB-B929-2ADEA0179212}"/>
          </ac:spMkLst>
        </pc:spChg>
      </pc:sldChg>
      <pc:sldChg chg="del">
        <pc:chgData name="鈴木 秀規" userId="f68c5fd9-22d5-4c0a-9833-7fb0f5135313" providerId="ADAL" clId="{6A56FB10-BD31-4A36-9DC1-80D965E09775}" dt="2021-01-29T02:16:21.792" v="21" actId="2696"/>
        <pc:sldMkLst>
          <pc:docMk/>
          <pc:sldMk cId="2862888682" sldId="365"/>
        </pc:sldMkLst>
      </pc:sldChg>
      <pc:sldChg chg="addSp modSp new mod">
        <pc:chgData name="鈴木 秀規" userId="f68c5fd9-22d5-4c0a-9833-7fb0f5135313" providerId="ADAL" clId="{6A56FB10-BD31-4A36-9DC1-80D965E09775}" dt="2021-01-29T02:22:18.693" v="89" actId="208"/>
        <pc:sldMkLst>
          <pc:docMk/>
          <pc:sldMk cId="3777598103" sldId="365"/>
        </pc:sldMkLst>
        <pc:spChg chg="mod">
          <ac:chgData name="鈴木 秀規" userId="f68c5fd9-22d5-4c0a-9833-7fb0f5135313" providerId="ADAL" clId="{6A56FB10-BD31-4A36-9DC1-80D965E09775}" dt="2021-01-29T02:20:56.347" v="69"/>
          <ac:spMkLst>
            <pc:docMk/>
            <pc:sldMk cId="3777598103" sldId="365"/>
            <ac:spMk id="3" creationId="{E14777EE-8ED7-46CA-A6C6-111DEB024EE8}"/>
          </ac:spMkLst>
        </pc:spChg>
        <pc:spChg chg="mod">
          <ac:chgData name="鈴木 秀規" userId="f68c5fd9-22d5-4c0a-9833-7fb0f5135313" providerId="ADAL" clId="{6A56FB10-BD31-4A36-9DC1-80D965E09775}" dt="2021-01-29T02:21:31.909" v="80" actId="207"/>
          <ac:spMkLst>
            <pc:docMk/>
            <pc:sldMk cId="3777598103" sldId="365"/>
            <ac:spMk id="5" creationId="{54922C1B-CE01-4FF3-8A24-510B28360527}"/>
          </ac:spMkLst>
        </pc:spChg>
        <pc:spChg chg="add mod">
          <ac:chgData name="鈴木 秀規" userId="f68c5fd9-22d5-4c0a-9833-7fb0f5135313" providerId="ADAL" clId="{6A56FB10-BD31-4A36-9DC1-80D965E09775}" dt="2021-01-29T02:22:18.693" v="89" actId="208"/>
          <ac:spMkLst>
            <pc:docMk/>
            <pc:sldMk cId="3777598103" sldId="365"/>
            <ac:spMk id="6" creationId="{ECD1A4C1-0817-42A8-8445-B6129AA18923}"/>
          </ac:spMkLst>
        </pc:spChg>
        <pc:spChg chg="add mod">
          <ac:chgData name="鈴木 秀規" userId="f68c5fd9-22d5-4c0a-9833-7fb0f5135313" providerId="ADAL" clId="{6A56FB10-BD31-4A36-9DC1-80D965E09775}" dt="2021-01-29T02:22:09.564" v="87" actId="2711"/>
          <ac:spMkLst>
            <pc:docMk/>
            <pc:sldMk cId="3777598103" sldId="365"/>
            <ac:spMk id="7" creationId="{5ED15124-E5A6-4D52-A378-AF238726DB9B}"/>
          </ac:spMkLst>
        </pc:spChg>
      </pc:sldChg>
      <pc:sldChg chg="del">
        <pc:chgData name="鈴木 秀規" userId="f68c5fd9-22d5-4c0a-9833-7fb0f5135313" providerId="ADAL" clId="{6A56FB10-BD31-4A36-9DC1-80D965E09775}" dt="2021-01-29T02:16:21.792" v="21" actId="2696"/>
        <pc:sldMkLst>
          <pc:docMk/>
          <pc:sldMk cId="805013935" sldId="366"/>
        </pc:sldMkLst>
      </pc:sldChg>
      <pc:sldChg chg="addSp modSp new mod">
        <pc:chgData name="鈴木 秀規" userId="f68c5fd9-22d5-4c0a-9833-7fb0f5135313" providerId="ADAL" clId="{6A56FB10-BD31-4A36-9DC1-80D965E09775}" dt="2021-01-29T02:23:59.551" v="116" actId="207"/>
        <pc:sldMkLst>
          <pc:docMk/>
          <pc:sldMk cId="2854614525" sldId="366"/>
        </pc:sldMkLst>
        <pc:spChg chg="mod">
          <ac:chgData name="鈴木 秀規" userId="f68c5fd9-22d5-4c0a-9833-7fb0f5135313" providerId="ADAL" clId="{6A56FB10-BD31-4A36-9DC1-80D965E09775}" dt="2021-01-29T02:22:31.758" v="91"/>
          <ac:spMkLst>
            <pc:docMk/>
            <pc:sldMk cId="2854614525" sldId="366"/>
            <ac:spMk id="3" creationId="{F26CE814-F8ED-4E8E-A63A-8048770B7C44}"/>
          </ac:spMkLst>
        </pc:spChg>
        <pc:spChg chg="mod">
          <ac:chgData name="鈴木 秀規" userId="f68c5fd9-22d5-4c0a-9833-7fb0f5135313" providerId="ADAL" clId="{6A56FB10-BD31-4A36-9DC1-80D965E09775}" dt="2021-01-29T02:22:43.200" v="95" actId="14100"/>
          <ac:spMkLst>
            <pc:docMk/>
            <pc:sldMk cId="2854614525" sldId="366"/>
            <ac:spMk id="5" creationId="{DBE2286B-08E7-4462-9777-B5C96BD424CB}"/>
          </ac:spMkLst>
        </pc:spChg>
        <pc:spChg chg="add mod">
          <ac:chgData name="鈴木 秀規" userId="f68c5fd9-22d5-4c0a-9833-7fb0f5135313" providerId="ADAL" clId="{6A56FB10-BD31-4A36-9DC1-80D965E09775}" dt="2021-01-29T02:23:09.798" v="104" actId="207"/>
          <ac:spMkLst>
            <pc:docMk/>
            <pc:sldMk cId="2854614525" sldId="366"/>
            <ac:spMk id="6" creationId="{544418F5-1007-42F1-B373-39B2A96668F3}"/>
          </ac:spMkLst>
        </pc:spChg>
        <pc:spChg chg="add mod">
          <ac:chgData name="鈴木 秀規" userId="f68c5fd9-22d5-4c0a-9833-7fb0f5135313" providerId="ADAL" clId="{6A56FB10-BD31-4A36-9DC1-80D965E09775}" dt="2021-01-29T02:23:59.551" v="116" actId="207"/>
          <ac:spMkLst>
            <pc:docMk/>
            <pc:sldMk cId="2854614525" sldId="366"/>
            <ac:spMk id="7" creationId="{8C8E1B9C-823D-4F81-8667-D896519534C2}"/>
          </ac:spMkLst>
        </pc:spChg>
      </pc:sldChg>
      <pc:sldChg chg="del">
        <pc:chgData name="鈴木 秀規" userId="f68c5fd9-22d5-4c0a-9833-7fb0f5135313" providerId="ADAL" clId="{6A56FB10-BD31-4A36-9DC1-80D965E09775}" dt="2021-01-29T02:16:21.792" v="21" actId="2696"/>
        <pc:sldMkLst>
          <pc:docMk/>
          <pc:sldMk cId="1837428979" sldId="367"/>
        </pc:sldMkLst>
      </pc:sldChg>
      <pc:sldChg chg="addSp modSp new mod">
        <pc:chgData name="鈴木 秀規" userId="f68c5fd9-22d5-4c0a-9833-7fb0f5135313" providerId="ADAL" clId="{6A56FB10-BD31-4A36-9DC1-80D965E09775}" dt="2021-01-29T02:29:27.799" v="166" actId="164"/>
        <pc:sldMkLst>
          <pc:docMk/>
          <pc:sldMk cId="2453149005" sldId="367"/>
        </pc:sldMkLst>
        <pc:spChg chg="mod">
          <ac:chgData name="鈴木 秀規" userId="f68c5fd9-22d5-4c0a-9833-7fb0f5135313" providerId="ADAL" clId="{6A56FB10-BD31-4A36-9DC1-80D965E09775}" dt="2021-01-29T02:24:14.315" v="118"/>
          <ac:spMkLst>
            <pc:docMk/>
            <pc:sldMk cId="2453149005" sldId="367"/>
            <ac:spMk id="3" creationId="{D0091356-C820-41AD-86D2-84EA01CD9E85}"/>
          </ac:spMkLst>
        </pc:spChg>
        <pc:spChg chg="mod">
          <ac:chgData name="鈴木 秀規" userId="f68c5fd9-22d5-4c0a-9833-7fb0f5135313" providerId="ADAL" clId="{6A56FB10-BD31-4A36-9DC1-80D965E09775}" dt="2021-01-29T02:24:29.408" v="122" actId="14100"/>
          <ac:spMkLst>
            <pc:docMk/>
            <pc:sldMk cId="2453149005" sldId="367"/>
            <ac:spMk id="5" creationId="{2D30FFA8-0C0A-48CA-B916-97E6ACAD6DF5}"/>
          </ac:spMkLst>
        </pc:spChg>
        <pc:spChg chg="add mod">
          <ac:chgData name="鈴木 秀規" userId="f68c5fd9-22d5-4c0a-9833-7fb0f5135313" providerId="ADAL" clId="{6A56FB10-BD31-4A36-9DC1-80D965E09775}" dt="2021-01-29T02:24:54.052" v="128" actId="14100"/>
          <ac:spMkLst>
            <pc:docMk/>
            <pc:sldMk cId="2453149005" sldId="367"/>
            <ac:spMk id="6" creationId="{317F3DF3-1429-4428-969E-60EC6C9672AE}"/>
          </ac:spMkLst>
        </pc:spChg>
        <pc:spChg chg="add mod">
          <ac:chgData name="鈴木 秀規" userId="f68c5fd9-22d5-4c0a-9833-7fb0f5135313" providerId="ADAL" clId="{6A56FB10-BD31-4A36-9DC1-80D965E09775}" dt="2021-01-29T02:24:57.203" v="129" actId="14100"/>
          <ac:spMkLst>
            <pc:docMk/>
            <pc:sldMk cId="2453149005" sldId="367"/>
            <ac:spMk id="7" creationId="{FF061B3F-A959-4958-88FF-530E3549AA32}"/>
          </ac:spMkLst>
        </pc:spChg>
        <pc:spChg chg="add mod">
          <ac:chgData name="鈴木 秀規" userId="f68c5fd9-22d5-4c0a-9833-7fb0f5135313" providerId="ADAL" clId="{6A56FB10-BD31-4A36-9DC1-80D965E09775}" dt="2021-01-29T02:25:24.398" v="135" actId="1076"/>
          <ac:spMkLst>
            <pc:docMk/>
            <pc:sldMk cId="2453149005" sldId="367"/>
            <ac:spMk id="9" creationId="{2122A104-6869-4C74-9178-377170F8F3B1}"/>
          </ac:spMkLst>
        </pc:spChg>
        <pc:spChg chg="add mod">
          <ac:chgData name="鈴木 秀規" userId="f68c5fd9-22d5-4c0a-9833-7fb0f5135313" providerId="ADAL" clId="{6A56FB10-BD31-4A36-9DC1-80D965E09775}" dt="2021-01-29T02:25:24.398" v="135" actId="1076"/>
          <ac:spMkLst>
            <pc:docMk/>
            <pc:sldMk cId="2453149005" sldId="367"/>
            <ac:spMk id="10" creationId="{CBF11251-8CD1-4DA3-AB64-65C50947954B}"/>
          </ac:spMkLst>
        </pc:spChg>
        <pc:spChg chg="add mod">
          <ac:chgData name="鈴木 秀規" userId="f68c5fd9-22d5-4c0a-9833-7fb0f5135313" providerId="ADAL" clId="{6A56FB10-BD31-4A36-9DC1-80D965E09775}" dt="2021-01-29T02:25:24.398" v="135" actId="1076"/>
          <ac:spMkLst>
            <pc:docMk/>
            <pc:sldMk cId="2453149005" sldId="367"/>
            <ac:spMk id="11" creationId="{BEDEE338-071D-412E-82E8-853F4F016164}"/>
          </ac:spMkLst>
        </pc:spChg>
        <pc:spChg chg="add mod">
          <ac:chgData name="鈴木 秀規" userId="f68c5fd9-22d5-4c0a-9833-7fb0f5135313" providerId="ADAL" clId="{6A56FB10-BD31-4A36-9DC1-80D965E09775}" dt="2021-01-29T02:26:23.956" v="155" actId="207"/>
          <ac:spMkLst>
            <pc:docMk/>
            <pc:sldMk cId="2453149005" sldId="367"/>
            <ac:spMk id="12" creationId="{9FEF644D-C7C7-48FD-B6CD-24B0D92ED79A}"/>
          </ac:spMkLst>
        </pc:spChg>
        <pc:spChg chg="add mod">
          <ac:chgData name="鈴木 秀規" userId="f68c5fd9-22d5-4c0a-9833-7fb0f5135313" providerId="ADAL" clId="{6A56FB10-BD31-4A36-9DC1-80D965E09775}" dt="2021-01-29T02:29:27.799" v="166" actId="164"/>
          <ac:spMkLst>
            <pc:docMk/>
            <pc:sldMk cId="2453149005" sldId="367"/>
            <ac:spMk id="13" creationId="{705A0502-1898-41AF-B209-F762DD4471C3}"/>
          </ac:spMkLst>
        </pc:spChg>
        <pc:spChg chg="add mod">
          <ac:chgData name="鈴木 秀規" userId="f68c5fd9-22d5-4c0a-9833-7fb0f5135313" providerId="ADAL" clId="{6A56FB10-BD31-4A36-9DC1-80D965E09775}" dt="2021-01-29T02:29:27.799" v="166" actId="164"/>
          <ac:spMkLst>
            <pc:docMk/>
            <pc:sldMk cId="2453149005" sldId="367"/>
            <ac:spMk id="14" creationId="{D011B804-B192-4DDF-9994-BC02DE481749}"/>
          </ac:spMkLst>
        </pc:spChg>
        <pc:grpChg chg="add mod">
          <ac:chgData name="鈴木 秀規" userId="f68c5fd9-22d5-4c0a-9833-7fb0f5135313" providerId="ADAL" clId="{6A56FB10-BD31-4A36-9DC1-80D965E09775}" dt="2021-01-29T02:29:27.799" v="166" actId="164"/>
          <ac:grpSpMkLst>
            <pc:docMk/>
            <pc:sldMk cId="2453149005" sldId="367"/>
            <ac:grpSpMk id="15" creationId="{11307DA1-FF3D-4D0B-9BD1-D5E7030BEC61}"/>
          </ac:grpSpMkLst>
        </pc:grpChg>
        <pc:cxnChg chg="add mod">
          <ac:chgData name="鈴木 秀規" userId="f68c5fd9-22d5-4c0a-9833-7fb0f5135313" providerId="ADAL" clId="{6A56FB10-BD31-4A36-9DC1-80D965E09775}" dt="2021-01-29T02:25:24.398" v="135" actId="1076"/>
          <ac:cxnSpMkLst>
            <pc:docMk/>
            <pc:sldMk cId="2453149005" sldId="367"/>
            <ac:cxnSpMk id="8" creationId="{7B4697CD-89B0-4E4E-8F95-12C818983E75}"/>
          </ac:cxnSpMkLst>
        </pc:cxnChg>
      </pc:sldChg>
      <pc:sldChg chg="del">
        <pc:chgData name="鈴木 秀規" userId="f68c5fd9-22d5-4c0a-9833-7fb0f5135313" providerId="ADAL" clId="{6A56FB10-BD31-4A36-9DC1-80D965E09775}" dt="2021-01-29T02:16:21.792" v="21" actId="2696"/>
        <pc:sldMkLst>
          <pc:docMk/>
          <pc:sldMk cId="1713287924" sldId="368"/>
        </pc:sldMkLst>
      </pc:sldChg>
      <pc:sldChg chg="addSp modSp new mod">
        <pc:chgData name="鈴木 秀規" userId="f68c5fd9-22d5-4c0a-9833-7fb0f5135313" providerId="ADAL" clId="{6A56FB10-BD31-4A36-9DC1-80D965E09775}" dt="2021-01-29T03:30:57.592" v="203" actId="1037"/>
        <pc:sldMkLst>
          <pc:docMk/>
          <pc:sldMk cId="2090493252" sldId="368"/>
        </pc:sldMkLst>
        <pc:spChg chg="mod">
          <ac:chgData name="鈴木 秀規" userId="f68c5fd9-22d5-4c0a-9833-7fb0f5135313" providerId="ADAL" clId="{6A56FB10-BD31-4A36-9DC1-80D965E09775}" dt="2021-01-29T02:27:33.849" v="158"/>
          <ac:spMkLst>
            <pc:docMk/>
            <pc:sldMk cId="2090493252" sldId="368"/>
            <ac:spMk id="3" creationId="{4BC3EEF1-DC5E-45B1-B45A-1A0DFA784A48}"/>
          </ac:spMkLst>
        </pc:spChg>
        <pc:spChg chg="mod">
          <ac:chgData name="鈴木 秀規" userId="f68c5fd9-22d5-4c0a-9833-7fb0f5135313" providerId="ADAL" clId="{6A56FB10-BD31-4A36-9DC1-80D965E09775}" dt="2021-01-29T02:27:54.673" v="163" actId="207"/>
          <ac:spMkLst>
            <pc:docMk/>
            <pc:sldMk cId="2090493252" sldId="368"/>
            <ac:spMk id="5" creationId="{CD665B1E-1AF3-45CD-983D-707141164AC9}"/>
          </ac:spMkLst>
        </pc:spChg>
        <pc:spChg chg="add mod">
          <ac:chgData name="鈴木 秀規" userId="f68c5fd9-22d5-4c0a-9833-7fb0f5135313" providerId="ADAL" clId="{6A56FB10-BD31-4A36-9DC1-80D965E09775}" dt="2021-01-29T02:30:12.329" v="174" actId="255"/>
          <ac:spMkLst>
            <pc:docMk/>
            <pc:sldMk cId="2090493252" sldId="368"/>
            <ac:spMk id="6" creationId="{590C535E-96ED-4316-8A0A-95A0AE80C35C}"/>
          </ac:spMkLst>
        </pc:spChg>
        <pc:spChg chg="mod">
          <ac:chgData name="鈴木 秀規" userId="f68c5fd9-22d5-4c0a-9833-7fb0f5135313" providerId="ADAL" clId="{6A56FB10-BD31-4A36-9DC1-80D965E09775}" dt="2021-01-29T02:30:12.329" v="174" actId="255"/>
          <ac:spMkLst>
            <pc:docMk/>
            <pc:sldMk cId="2090493252" sldId="368"/>
            <ac:spMk id="8" creationId="{7B0A61E9-C160-43C7-B07D-528FF8FB100F}"/>
          </ac:spMkLst>
        </pc:spChg>
        <pc:spChg chg="mod">
          <ac:chgData name="鈴木 秀規" userId="f68c5fd9-22d5-4c0a-9833-7fb0f5135313" providerId="ADAL" clId="{6A56FB10-BD31-4A36-9DC1-80D965E09775}" dt="2021-01-29T02:30:12.329" v="174" actId="255"/>
          <ac:spMkLst>
            <pc:docMk/>
            <pc:sldMk cId="2090493252" sldId="368"/>
            <ac:spMk id="9" creationId="{5C9176F4-B3C0-437A-858A-B6FC77237D84}"/>
          </ac:spMkLst>
        </pc:spChg>
        <pc:spChg chg="mod">
          <ac:chgData name="鈴木 秀規" userId="f68c5fd9-22d5-4c0a-9833-7fb0f5135313" providerId="ADAL" clId="{6A56FB10-BD31-4A36-9DC1-80D965E09775}" dt="2021-01-29T02:30:12.329" v="174" actId="255"/>
          <ac:spMkLst>
            <pc:docMk/>
            <pc:sldMk cId="2090493252" sldId="368"/>
            <ac:spMk id="11" creationId="{245001DF-B028-40E0-8E36-EE20A69396C1}"/>
          </ac:spMkLst>
        </pc:spChg>
        <pc:spChg chg="mod">
          <ac:chgData name="鈴木 秀規" userId="f68c5fd9-22d5-4c0a-9833-7fb0f5135313" providerId="ADAL" clId="{6A56FB10-BD31-4A36-9DC1-80D965E09775}" dt="2021-01-29T02:30:12.329" v="174" actId="255"/>
          <ac:spMkLst>
            <pc:docMk/>
            <pc:sldMk cId="2090493252" sldId="368"/>
            <ac:spMk id="12" creationId="{57886454-3690-4F0F-AC53-85CF4B1BCEF5}"/>
          </ac:spMkLst>
        </pc:spChg>
        <pc:spChg chg="add mod">
          <ac:chgData name="鈴木 秀規" userId="f68c5fd9-22d5-4c0a-9833-7fb0f5135313" providerId="ADAL" clId="{6A56FB10-BD31-4A36-9DC1-80D965E09775}" dt="2021-01-29T03:30:57.592" v="203" actId="1037"/>
          <ac:spMkLst>
            <pc:docMk/>
            <pc:sldMk cId="2090493252" sldId="368"/>
            <ac:spMk id="13" creationId="{EA0997C3-8B59-40B1-ACB4-B83FF094C491}"/>
          </ac:spMkLst>
        </pc:spChg>
        <pc:spChg chg="add mod">
          <ac:chgData name="鈴木 秀規" userId="f68c5fd9-22d5-4c0a-9833-7fb0f5135313" providerId="ADAL" clId="{6A56FB10-BD31-4A36-9DC1-80D965E09775}" dt="2021-01-29T03:30:57.592" v="203" actId="1037"/>
          <ac:spMkLst>
            <pc:docMk/>
            <pc:sldMk cId="2090493252" sldId="368"/>
            <ac:spMk id="14" creationId="{A255DE68-E431-40A5-BC50-F21400D17870}"/>
          </ac:spMkLst>
        </pc:spChg>
        <pc:spChg chg="mod">
          <ac:chgData name="鈴木 秀規" userId="f68c5fd9-22d5-4c0a-9833-7fb0f5135313" providerId="ADAL" clId="{6A56FB10-BD31-4A36-9DC1-80D965E09775}" dt="2021-01-29T02:30:25.732" v="176" actId="571"/>
          <ac:spMkLst>
            <pc:docMk/>
            <pc:sldMk cId="2090493252" sldId="368"/>
            <ac:spMk id="16" creationId="{A549F3E6-2BB6-479F-AB19-0780EEF02547}"/>
          </ac:spMkLst>
        </pc:spChg>
        <pc:spChg chg="mod">
          <ac:chgData name="鈴木 秀規" userId="f68c5fd9-22d5-4c0a-9833-7fb0f5135313" providerId="ADAL" clId="{6A56FB10-BD31-4A36-9DC1-80D965E09775}" dt="2021-01-29T02:30:25.732" v="176" actId="571"/>
          <ac:spMkLst>
            <pc:docMk/>
            <pc:sldMk cId="2090493252" sldId="368"/>
            <ac:spMk id="17" creationId="{88C650CE-661A-4034-92DE-99541258986B}"/>
          </ac:spMkLst>
        </pc:spChg>
        <pc:grpChg chg="add mod">
          <ac:chgData name="鈴木 秀規" userId="f68c5fd9-22d5-4c0a-9833-7fb0f5135313" providerId="ADAL" clId="{6A56FB10-BD31-4A36-9DC1-80D965E09775}" dt="2021-01-29T02:29:33.839" v="168" actId="1076"/>
          <ac:grpSpMkLst>
            <pc:docMk/>
            <pc:sldMk cId="2090493252" sldId="368"/>
            <ac:grpSpMk id="7" creationId="{574B1123-8EB3-41AE-9CBA-8D4B6120438B}"/>
          </ac:grpSpMkLst>
        </pc:grpChg>
        <pc:grpChg chg="add mod">
          <ac:chgData name="鈴木 秀規" userId="f68c5fd9-22d5-4c0a-9833-7fb0f5135313" providerId="ADAL" clId="{6A56FB10-BD31-4A36-9DC1-80D965E09775}" dt="2021-01-29T02:29:45.435" v="170" actId="1076"/>
          <ac:grpSpMkLst>
            <pc:docMk/>
            <pc:sldMk cId="2090493252" sldId="368"/>
            <ac:grpSpMk id="10" creationId="{171A3A17-E962-4E57-A36D-60FB03619C31}"/>
          </ac:grpSpMkLst>
        </pc:grpChg>
        <pc:grpChg chg="add mod">
          <ac:chgData name="鈴木 秀規" userId="f68c5fd9-22d5-4c0a-9833-7fb0f5135313" providerId="ADAL" clId="{6A56FB10-BD31-4A36-9DC1-80D965E09775}" dt="2021-01-29T03:30:57.592" v="203" actId="1037"/>
          <ac:grpSpMkLst>
            <pc:docMk/>
            <pc:sldMk cId="2090493252" sldId="368"/>
            <ac:grpSpMk id="15" creationId="{71761FFD-6D50-4C41-AFAA-1482D23B90A6}"/>
          </ac:grpSpMkLst>
        </pc:grpChg>
        <pc:cxnChg chg="add mod">
          <ac:chgData name="鈴木 秀規" userId="f68c5fd9-22d5-4c0a-9833-7fb0f5135313" providerId="ADAL" clId="{6A56FB10-BD31-4A36-9DC1-80D965E09775}" dt="2021-01-29T03:30:17.556" v="180" actId="1582"/>
          <ac:cxnSpMkLst>
            <pc:docMk/>
            <pc:sldMk cId="2090493252" sldId="368"/>
            <ac:cxnSpMk id="19" creationId="{BD5C9672-D908-4F5F-BC1A-6C5C9AF3338E}"/>
          </ac:cxnSpMkLst>
        </pc:cxnChg>
        <pc:cxnChg chg="add mod">
          <ac:chgData name="鈴木 秀規" userId="f68c5fd9-22d5-4c0a-9833-7fb0f5135313" providerId="ADAL" clId="{6A56FB10-BD31-4A36-9DC1-80D965E09775}" dt="2021-01-29T03:30:25.576" v="183" actId="14100"/>
          <ac:cxnSpMkLst>
            <pc:docMk/>
            <pc:sldMk cId="2090493252" sldId="368"/>
            <ac:cxnSpMk id="20" creationId="{EA8CFA22-1F2E-4184-B940-364099F5C6D0}"/>
          </ac:cxnSpMkLst>
        </pc:cxnChg>
        <pc:cxnChg chg="add mod">
          <ac:chgData name="鈴木 秀規" userId="f68c5fd9-22d5-4c0a-9833-7fb0f5135313" providerId="ADAL" clId="{6A56FB10-BD31-4A36-9DC1-80D965E09775}" dt="2021-01-29T03:30:57.592" v="203" actId="1037"/>
          <ac:cxnSpMkLst>
            <pc:docMk/>
            <pc:sldMk cId="2090493252" sldId="368"/>
            <ac:cxnSpMk id="23" creationId="{E0B95278-A353-4FF0-999C-E9D83A96F679}"/>
          </ac:cxnSpMkLst>
        </pc:cxnChg>
        <pc:cxnChg chg="add mod">
          <ac:chgData name="鈴木 秀規" userId="f68c5fd9-22d5-4c0a-9833-7fb0f5135313" providerId="ADAL" clId="{6A56FB10-BD31-4A36-9DC1-80D965E09775}" dt="2021-01-29T03:30:57.592" v="203" actId="1037"/>
          <ac:cxnSpMkLst>
            <pc:docMk/>
            <pc:sldMk cId="2090493252" sldId="368"/>
            <ac:cxnSpMk id="26" creationId="{D73036CF-2F5F-4501-AD91-44E93578703D}"/>
          </ac:cxnSpMkLst>
        </pc:cxnChg>
      </pc:sldChg>
      <pc:sldChg chg="modSp new mod">
        <pc:chgData name="鈴木 秀規" userId="f68c5fd9-22d5-4c0a-9833-7fb0f5135313" providerId="ADAL" clId="{6A56FB10-BD31-4A36-9DC1-80D965E09775}" dt="2021-01-29T03:32:13.291" v="207"/>
        <pc:sldMkLst>
          <pc:docMk/>
          <pc:sldMk cId="1828494026" sldId="369"/>
        </pc:sldMkLst>
        <pc:spChg chg="mod">
          <ac:chgData name="鈴木 秀規" userId="f68c5fd9-22d5-4c0a-9833-7fb0f5135313" providerId="ADAL" clId="{6A56FB10-BD31-4A36-9DC1-80D965E09775}" dt="2021-01-29T03:32:03.048" v="205"/>
          <ac:spMkLst>
            <pc:docMk/>
            <pc:sldMk cId="1828494026" sldId="369"/>
            <ac:spMk id="3" creationId="{148CCD29-7F49-46E3-9F53-727A0A15587A}"/>
          </ac:spMkLst>
        </pc:spChg>
        <pc:spChg chg="mod">
          <ac:chgData name="鈴木 秀規" userId="f68c5fd9-22d5-4c0a-9833-7fb0f5135313" providerId="ADAL" clId="{6A56FB10-BD31-4A36-9DC1-80D965E09775}" dt="2021-01-29T03:32:13.291" v="207"/>
          <ac:spMkLst>
            <pc:docMk/>
            <pc:sldMk cId="1828494026" sldId="369"/>
            <ac:spMk id="5" creationId="{116A975A-3C54-45C8-876C-6B2805CEA61C}"/>
          </ac:spMkLst>
        </pc:spChg>
      </pc:sldChg>
      <pc:sldChg chg="del">
        <pc:chgData name="鈴木 秀規" userId="f68c5fd9-22d5-4c0a-9833-7fb0f5135313" providerId="ADAL" clId="{6A56FB10-BD31-4A36-9DC1-80D965E09775}" dt="2021-01-29T02:16:21.792" v="21" actId="2696"/>
        <pc:sldMkLst>
          <pc:docMk/>
          <pc:sldMk cId="2427838374" sldId="369"/>
        </pc:sldMkLst>
      </pc:sldChg>
      <pc:sldChg chg="addSp modSp new mod">
        <pc:chgData name="鈴木 秀規" userId="f68c5fd9-22d5-4c0a-9833-7fb0f5135313" providerId="ADAL" clId="{6A56FB10-BD31-4A36-9DC1-80D965E09775}" dt="2021-01-29T03:36:52.138" v="245" actId="207"/>
        <pc:sldMkLst>
          <pc:docMk/>
          <pc:sldMk cId="1301075000" sldId="370"/>
        </pc:sldMkLst>
        <pc:spChg chg="mod">
          <ac:chgData name="鈴木 秀規" userId="f68c5fd9-22d5-4c0a-9833-7fb0f5135313" providerId="ADAL" clId="{6A56FB10-BD31-4A36-9DC1-80D965E09775}" dt="2021-01-29T03:32:27.793" v="209"/>
          <ac:spMkLst>
            <pc:docMk/>
            <pc:sldMk cId="1301075000" sldId="370"/>
            <ac:spMk id="3" creationId="{A8E036A3-4A54-4CF7-A59C-DF5E25038E61}"/>
          </ac:spMkLst>
        </pc:spChg>
        <pc:spChg chg="mod">
          <ac:chgData name="鈴木 秀規" userId="f68c5fd9-22d5-4c0a-9833-7fb0f5135313" providerId="ADAL" clId="{6A56FB10-BD31-4A36-9DC1-80D965E09775}" dt="2021-01-29T03:34:44.127" v="213" actId="20577"/>
          <ac:spMkLst>
            <pc:docMk/>
            <pc:sldMk cId="1301075000" sldId="370"/>
            <ac:spMk id="5" creationId="{F6EFE619-88C8-4A96-93DE-F1E2FFDAF6A9}"/>
          </ac:spMkLst>
        </pc:spChg>
        <pc:spChg chg="add mod">
          <ac:chgData name="鈴木 秀規" userId="f68c5fd9-22d5-4c0a-9833-7fb0f5135313" providerId="ADAL" clId="{6A56FB10-BD31-4A36-9DC1-80D965E09775}" dt="2021-01-29T03:36:52.138" v="245" actId="207"/>
          <ac:spMkLst>
            <pc:docMk/>
            <pc:sldMk cId="1301075000" sldId="370"/>
            <ac:spMk id="6" creationId="{6D593FF8-9881-455D-969D-377EF3BF1769}"/>
          </ac:spMkLst>
        </pc:spChg>
        <pc:spChg chg="add mod">
          <ac:chgData name="鈴木 秀規" userId="f68c5fd9-22d5-4c0a-9833-7fb0f5135313" providerId="ADAL" clId="{6A56FB10-BD31-4A36-9DC1-80D965E09775}" dt="2021-01-29T03:35:51.649" v="222" actId="14100"/>
          <ac:spMkLst>
            <pc:docMk/>
            <pc:sldMk cId="1301075000" sldId="370"/>
            <ac:spMk id="7" creationId="{9FF437E3-9FEA-47E7-A603-8CB2A7C86DC3}"/>
          </ac:spMkLst>
        </pc:spChg>
        <pc:spChg chg="add mod">
          <ac:chgData name="鈴木 秀規" userId="f68c5fd9-22d5-4c0a-9833-7fb0f5135313" providerId="ADAL" clId="{6A56FB10-BD31-4A36-9DC1-80D965E09775}" dt="2021-01-29T03:36:22.068" v="239" actId="14100"/>
          <ac:spMkLst>
            <pc:docMk/>
            <pc:sldMk cId="1301075000" sldId="370"/>
            <ac:spMk id="8" creationId="{7EF53F83-F641-4FCB-A6C1-92E425EA5529}"/>
          </ac:spMkLst>
        </pc:spChg>
        <pc:spChg chg="add mod">
          <ac:chgData name="鈴木 秀規" userId="f68c5fd9-22d5-4c0a-9833-7fb0f5135313" providerId="ADAL" clId="{6A56FB10-BD31-4A36-9DC1-80D965E09775}" dt="2021-01-29T03:36:24.482" v="240" actId="571"/>
          <ac:spMkLst>
            <pc:docMk/>
            <pc:sldMk cId="1301075000" sldId="370"/>
            <ac:spMk id="9" creationId="{70624BBB-AA9C-4AE3-8675-A987191230A8}"/>
          </ac:spMkLst>
        </pc:spChg>
        <pc:cxnChg chg="add mod">
          <ac:chgData name="鈴木 秀規" userId="f68c5fd9-22d5-4c0a-9833-7fb0f5135313" providerId="ADAL" clId="{6A56FB10-BD31-4A36-9DC1-80D965E09775}" dt="2021-01-29T03:36:37.360" v="243" actId="14100"/>
          <ac:cxnSpMkLst>
            <pc:docMk/>
            <pc:sldMk cId="1301075000" sldId="370"/>
            <ac:cxnSpMk id="10" creationId="{EE2C543A-244E-4C6C-A2FD-6501A471B78D}"/>
          </ac:cxnSpMkLst>
        </pc:cxnChg>
      </pc:sldChg>
      <pc:sldChg chg="del">
        <pc:chgData name="鈴木 秀規" userId="f68c5fd9-22d5-4c0a-9833-7fb0f5135313" providerId="ADAL" clId="{6A56FB10-BD31-4A36-9DC1-80D965E09775}" dt="2021-01-29T02:16:21.792" v="21" actId="2696"/>
        <pc:sldMkLst>
          <pc:docMk/>
          <pc:sldMk cId="1375847763" sldId="370"/>
        </pc:sldMkLst>
      </pc:sldChg>
      <pc:sldChg chg="del">
        <pc:chgData name="鈴木 秀規" userId="f68c5fd9-22d5-4c0a-9833-7fb0f5135313" providerId="ADAL" clId="{6A56FB10-BD31-4A36-9DC1-80D965E09775}" dt="2021-01-29T02:16:21.792" v="21" actId="2696"/>
        <pc:sldMkLst>
          <pc:docMk/>
          <pc:sldMk cId="88774120" sldId="371"/>
        </pc:sldMkLst>
      </pc:sldChg>
      <pc:sldChg chg="addSp modSp new mod">
        <pc:chgData name="鈴木 秀規" userId="f68c5fd9-22d5-4c0a-9833-7fb0f5135313" providerId="ADAL" clId="{6A56FB10-BD31-4A36-9DC1-80D965E09775}" dt="2021-01-29T03:39:13.368" v="275" actId="20577"/>
        <pc:sldMkLst>
          <pc:docMk/>
          <pc:sldMk cId="1939820756" sldId="371"/>
        </pc:sldMkLst>
        <pc:spChg chg="mod">
          <ac:chgData name="鈴木 秀規" userId="f68c5fd9-22d5-4c0a-9833-7fb0f5135313" providerId="ADAL" clId="{6A56FB10-BD31-4A36-9DC1-80D965E09775}" dt="2021-01-29T03:37:04.442" v="247"/>
          <ac:spMkLst>
            <pc:docMk/>
            <pc:sldMk cId="1939820756" sldId="371"/>
            <ac:spMk id="3" creationId="{E8C96A04-39FD-441A-962A-FA81A8B3A993}"/>
          </ac:spMkLst>
        </pc:spChg>
        <pc:spChg chg="mod">
          <ac:chgData name="鈴木 秀規" userId="f68c5fd9-22d5-4c0a-9833-7fb0f5135313" providerId="ADAL" clId="{6A56FB10-BD31-4A36-9DC1-80D965E09775}" dt="2021-01-29T03:39:13.368" v="275" actId="20577"/>
          <ac:spMkLst>
            <pc:docMk/>
            <pc:sldMk cId="1939820756" sldId="371"/>
            <ac:spMk id="5" creationId="{70E219BC-5247-44DD-8DD7-158CE82AF0CF}"/>
          </ac:spMkLst>
        </pc:spChg>
        <pc:spChg chg="add mod">
          <ac:chgData name="鈴木 秀規" userId="f68c5fd9-22d5-4c0a-9833-7fb0f5135313" providerId="ADAL" clId="{6A56FB10-BD31-4A36-9DC1-80D965E09775}" dt="2021-01-29T03:37:58.003" v="257" actId="1076"/>
          <ac:spMkLst>
            <pc:docMk/>
            <pc:sldMk cId="1939820756" sldId="371"/>
            <ac:spMk id="6" creationId="{FFB1B3FE-6A29-4639-A1A5-337B6FBF225B}"/>
          </ac:spMkLst>
        </pc:spChg>
        <pc:spChg chg="add mod">
          <ac:chgData name="鈴木 秀規" userId="f68c5fd9-22d5-4c0a-9833-7fb0f5135313" providerId="ADAL" clId="{6A56FB10-BD31-4A36-9DC1-80D965E09775}" dt="2021-01-29T03:39:03.655" v="272" actId="14100"/>
          <ac:spMkLst>
            <pc:docMk/>
            <pc:sldMk cId="1939820756" sldId="371"/>
            <ac:spMk id="7" creationId="{37C4AC0A-3C0A-4D06-9F0B-FDEAE1E8F1BF}"/>
          </ac:spMkLst>
        </pc:spChg>
        <pc:spChg chg="add mod">
          <ac:chgData name="鈴木 秀規" userId="f68c5fd9-22d5-4c0a-9833-7fb0f5135313" providerId="ADAL" clId="{6A56FB10-BD31-4A36-9DC1-80D965E09775}" dt="2021-01-29T03:39:08.242" v="273" actId="1076"/>
          <ac:spMkLst>
            <pc:docMk/>
            <pc:sldMk cId="1939820756" sldId="371"/>
            <ac:spMk id="8" creationId="{ED2A6511-C410-49B8-A836-6BB64278F73B}"/>
          </ac:spMkLst>
        </pc:spChg>
        <pc:spChg chg="add mod">
          <ac:chgData name="鈴木 秀規" userId="f68c5fd9-22d5-4c0a-9833-7fb0f5135313" providerId="ADAL" clId="{6A56FB10-BD31-4A36-9DC1-80D965E09775}" dt="2021-01-29T03:39:11.459" v="274" actId="1076"/>
          <ac:spMkLst>
            <pc:docMk/>
            <pc:sldMk cId="1939820756" sldId="371"/>
            <ac:spMk id="9" creationId="{99BCD06E-20B0-4B16-B60A-ACAFCDCA9345}"/>
          </ac:spMkLst>
        </pc:spChg>
      </pc:sldChg>
      <pc:sldChg chg="del">
        <pc:chgData name="鈴木 秀規" userId="f68c5fd9-22d5-4c0a-9833-7fb0f5135313" providerId="ADAL" clId="{6A56FB10-BD31-4A36-9DC1-80D965E09775}" dt="2021-01-29T02:16:21.792" v="21" actId="2696"/>
        <pc:sldMkLst>
          <pc:docMk/>
          <pc:sldMk cId="1789203375" sldId="372"/>
        </pc:sldMkLst>
      </pc:sldChg>
      <pc:sldChg chg="addSp modSp new mod">
        <pc:chgData name="鈴木 秀規" userId="f68c5fd9-22d5-4c0a-9833-7fb0f5135313" providerId="ADAL" clId="{6A56FB10-BD31-4A36-9DC1-80D965E09775}" dt="2021-01-29T03:41:03.963" v="295" actId="1076"/>
        <pc:sldMkLst>
          <pc:docMk/>
          <pc:sldMk cId="3679262217" sldId="372"/>
        </pc:sldMkLst>
        <pc:spChg chg="mod">
          <ac:chgData name="鈴木 秀規" userId="f68c5fd9-22d5-4c0a-9833-7fb0f5135313" providerId="ADAL" clId="{6A56FB10-BD31-4A36-9DC1-80D965E09775}" dt="2021-01-29T03:39:33.647" v="277"/>
          <ac:spMkLst>
            <pc:docMk/>
            <pc:sldMk cId="3679262217" sldId="372"/>
            <ac:spMk id="3" creationId="{F2C00D08-0381-42F1-9C02-397C7D954805}"/>
          </ac:spMkLst>
        </pc:spChg>
        <pc:spChg chg="mod">
          <ac:chgData name="鈴木 秀規" userId="f68c5fd9-22d5-4c0a-9833-7fb0f5135313" providerId="ADAL" clId="{6A56FB10-BD31-4A36-9DC1-80D965E09775}" dt="2021-01-29T03:40:52.989" v="294" actId="20577"/>
          <ac:spMkLst>
            <pc:docMk/>
            <pc:sldMk cId="3679262217" sldId="372"/>
            <ac:spMk id="5" creationId="{2327367B-F082-41A5-B2A7-B5E1D186EF02}"/>
          </ac:spMkLst>
        </pc:spChg>
        <pc:picChg chg="add mod">
          <ac:chgData name="鈴木 秀規" userId="f68c5fd9-22d5-4c0a-9833-7fb0f5135313" providerId="ADAL" clId="{6A56FB10-BD31-4A36-9DC1-80D965E09775}" dt="2021-01-29T03:41:03.963" v="295" actId="1076"/>
          <ac:picMkLst>
            <pc:docMk/>
            <pc:sldMk cId="3679262217" sldId="372"/>
            <ac:picMk id="6" creationId="{FEBFD8F5-7354-4016-9849-0D637F3F9150}"/>
          </ac:picMkLst>
        </pc:picChg>
      </pc:sldChg>
      <pc:sldChg chg="addSp modSp new mod">
        <pc:chgData name="鈴木 秀規" userId="f68c5fd9-22d5-4c0a-9833-7fb0f5135313" providerId="ADAL" clId="{6A56FB10-BD31-4A36-9DC1-80D965E09775}" dt="2021-01-29T03:42:22.190" v="311" actId="1076"/>
        <pc:sldMkLst>
          <pc:docMk/>
          <pc:sldMk cId="295493128" sldId="373"/>
        </pc:sldMkLst>
        <pc:spChg chg="mod">
          <ac:chgData name="鈴木 秀規" userId="f68c5fd9-22d5-4c0a-9833-7fb0f5135313" providerId="ADAL" clId="{6A56FB10-BD31-4A36-9DC1-80D965E09775}" dt="2021-01-29T03:41:13.541" v="297"/>
          <ac:spMkLst>
            <pc:docMk/>
            <pc:sldMk cId="295493128" sldId="373"/>
            <ac:spMk id="3" creationId="{501AB490-D50B-4AEE-89E0-AD05289C3A8E}"/>
          </ac:spMkLst>
        </pc:spChg>
        <pc:spChg chg="mod">
          <ac:chgData name="鈴木 秀規" userId="f68c5fd9-22d5-4c0a-9833-7fb0f5135313" providerId="ADAL" clId="{6A56FB10-BD31-4A36-9DC1-80D965E09775}" dt="2021-01-29T03:41:23.380" v="300" actId="14100"/>
          <ac:spMkLst>
            <pc:docMk/>
            <pc:sldMk cId="295493128" sldId="373"/>
            <ac:spMk id="5" creationId="{35593FF5-7533-4F63-AFBD-F0D1DABB09A5}"/>
          </ac:spMkLst>
        </pc:spChg>
        <pc:spChg chg="add mod">
          <ac:chgData name="鈴木 秀規" userId="f68c5fd9-22d5-4c0a-9833-7fb0f5135313" providerId="ADAL" clId="{6A56FB10-BD31-4A36-9DC1-80D965E09775}" dt="2021-01-29T03:41:47.784" v="303"/>
          <ac:spMkLst>
            <pc:docMk/>
            <pc:sldMk cId="295493128" sldId="373"/>
            <ac:spMk id="6" creationId="{9F9AD4E2-CC6B-4E47-B0CE-5F08FF471A4E}"/>
          </ac:spMkLst>
        </pc:spChg>
        <pc:spChg chg="add mod">
          <ac:chgData name="鈴木 秀規" userId="f68c5fd9-22d5-4c0a-9833-7fb0f5135313" providerId="ADAL" clId="{6A56FB10-BD31-4A36-9DC1-80D965E09775}" dt="2021-01-29T03:42:07.954" v="307" actId="1076"/>
          <ac:spMkLst>
            <pc:docMk/>
            <pc:sldMk cId="295493128" sldId="373"/>
            <ac:spMk id="7" creationId="{A191A2A4-32E8-4928-992E-5D8D1FC66106}"/>
          </ac:spMkLst>
        </pc:spChg>
        <pc:spChg chg="add mod">
          <ac:chgData name="鈴木 秀規" userId="f68c5fd9-22d5-4c0a-9833-7fb0f5135313" providerId="ADAL" clId="{6A56FB10-BD31-4A36-9DC1-80D965E09775}" dt="2021-01-29T03:42:15.419" v="309" actId="1076"/>
          <ac:spMkLst>
            <pc:docMk/>
            <pc:sldMk cId="295493128" sldId="373"/>
            <ac:spMk id="8" creationId="{C2D5ECC3-2959-480F-9893-94050790A832}"/>
          </ac:spMkLst>
        </pc:spChg>
        <pc:spChg chg="add mod">
          <ac:chgData name="鈴木 秀規" userId="f68c5fd9-22d5-4c0a-9833-7fb0f5135313" providerId="ADAL" clId="{6A56FB10-BD31-4A36-9DC1-80D965E09775}" dt="2021-01-29T03:42:22.190" v="311" actId="1076"/>
          <ac:spMkLst>
            <pc:docMk/>
            <pc:sldMk cId="295493128" sldId="373"/>
            <ac:spMk id="9" creationId="{76DB8F2E-83D3-45FF-BFB7-03DF9FC5A9F1}"/>
          </ac:spMkLst>
        </pc:spChg>
      </pc:sldChg>
      <pc:sldChg chg="del">
        <pc:chgData name="鈴木 秀規" userId="f68c5fd9-22d5-4c0a-9833-7fb0f5135313" providerId="ADAL" clId="{6A56FB10-BD31-4A36-9DC1-80D965E09775}" dt="2021-01-29T02:16:21.792" v="21" actId="2696"/>
        <pc:sldMkLst>
          <pc:docMk/>
          <pc:sldMk cId="2979480215" sldId="373"/>
        </pc:sldMkLst>
      </pc:sldChg>
      <pc:sldChg chg="addSp modSp new mod">
        <pc:chgData name="鈴木 秀規" userId="f68c5fd9-22d5-4c0a-9833-7fb0f5135313" providerId="ADAL" clId="{6A56FB10-BD31-4A36-9DC1-80D965E09775}" dt="2021-01-29T03:44:42.383" v="331" actId="1035"/>
        <pc:sldMkLst>
          <pc:docMk/>
          <pc:sldMk cId="1376688274" sldId="374"/>
        </pc:sldMkLst>
        <pc:spChg chg="mod">
          <ac:chgData name="鈴木 秀規" userId="f68c5fd9-22d5-4c0a-9833-7fb0f5135313" providerId="ADAL" clId="{6A56FB10-BD31-4A36-9DC1-80D965E09775}" dt="2021-01-29T03:43:25.517" v="313"/>
          <ac:spMkLst>
            <pc:docMk/>
            <pc:sldMk cId="1376688274" sldId="374"/>
            <ac:spMk id="3" creationId="{FC54BC8C-791D-48D7-834B-CBAD69DFFE5C}"/>
          </ac:spMkLst>
        </pc:spChg>
        <pc:spChg chg="mod">
          <ac:chgData name="鈴木 秀規" userId="f68c5fd9-22d5-4c0a-9833-7fb0f5135313" providerId="ADAL" clId="{6A56FB10-BD31-4A36-9DC1-80D965E09775}" dt="2021-01-29T03:43:39.389" v="316" actId="14100"/>
          <ac:spMkLst>
            <pc:docMk/>
            <pc:sldMk cId="1376688274" sldId="374"/>
            <ac:spMk id="5" creationId="{99B40666-FE6B-4F98-A58C-E72188F3071D}"/>
          </ac:spMkLst>
        </pc:spChg>
        <pc:spChg chg="add mod">
          <ac:chgData name="鈴木 秀規" userId="f68c5fd9-22d5-4c0a-9833-7fb0f5135313" providerId="ADAL" clId="{6A56FB10-BD31-4A36-9DC1-80D965E09775}" dt="2021-01-29T03:44:42.383" v="331" actId="1035"/>
          <ac:spMkLst>
            <pc:docMk/>
            <pc:sldMk cId="1376688274" sldId="374"/>
            <ac:spMk id="6" creationId="{C975963D-4ADE-4DC6-B10D-4B90DEF5AD0D}"/>
          </ac:spMkLst>
        </pc:spChg>
        <pc:spChg chg="add mod">
          <ac:chgData name="鈴木 秀規" userId="f68c5fd9-22d5-4c0a-9833-7fb0f5135313" providerId="ADAL" clId="{6A56FB10-BD31-4A36-9DC1-80D965E09775}" dt="2021-01-29T03:44:33.383" v="329" actId="1035"/>
          <ac:spMkLst>
            <pc:docMk/>
            <pc:sldMk cId="1376688274" sldId="374"/>
            <ac:spMk id="7" creationId="{87DA50C7-3D7E-4022-862F-778CA1726CEF}"/>
          </ac:spMkLst>
        </pc:spChg>
      </pc:sldChg>
      <pc:sldChg chg="del">
        <pc:chgData name="鈴木 秀規" userId="f68c5fd9-22d5-4c0a-9833-7fb0f5135313" providerId="ADAL" clId="{6A56FB10-BD31-4A36-9DC1-80D965E09775}" dt="2021-01-29T02:16:21.792" v="21" actId="2696"/>
        <pc:sldMkLst>
          <pc:docMk/>
          <pc:sldMk cId="3198692090" sldId="374"/>
        </pc:sldMkLst>
      </pc:sldChg>
      <pc:sldChg chg="modSp new mod">
        <pc:chgData name="鈴木 秀規" userId="f68c5fd9-22d5-4c0a-9833-7fb0f5135313" providerId="ADAL" clId="{6A56FB10-BD31-4A36-9DC1-80D965E09775}" dt="2021-01-29T03:46:58.624" v="342" actId="20577"/>
        <pc:sldMkLst>
          <pc:docMk/>
          <pc:sldMk cId="1089892823" sldId="375"/>
        </pc:sldMkLst>
        <pc:spChg chg="mod">
          <ac:chgData name="鈴木 秀規" userId="f68c5fd9-22d5-4c0a-9833-7fb0f5135313" providerId="ADAL" clId="{6A56FB10-BD31-4A36-9DC1-80D965E09775}" dt="2021-01-29T03:46:15.664" v="333"/>
          <ac:spMkLst>
            <pc:docMk/>
            <pc:sldMk cId="1089892823" sldId="375"/>
            <ac:spMk id="3" creationId="{9EE757FC-3A7F-45A1-9212-AB3FF36CE6FF}"/>
          </ac:spMkLst>
        </pc:spChg>
        <pc:spChg chg="mod">
          <ac:chgData name="鈴木 秀規" userId="f68c5fd9-22d5-4c0a-9833-7fb0f5135313" providerId="ADAL" clId="{6A56FB10-BD31-4A36-9DC1-80D965E09775}" dt="2021-01-29T03:46:58.624" v="342" actId="20577"/>
          <ac:spMkLst>
            <pc:docMk/>
            <pc:sldMk cId="1089892823" sldId="375"/>
            <ac:spMk id="5" creationId="{9092D634-F385-4503-B454-56CCFA19FE3C}"/>
          </ac:spMkLst>
        </pc:spChg>
      </pc:sldChg>
      <pc:sldChg chg="addSp modSp new mod">
        <pc:chgData name="鈴木 秀規" userId="f68c5fd9-22d5-4c0a-9833-7fb0f5135313" providerId="ADAL" clId="{6A56FB10-BD31-4A36-9DC1-80D965E09775}" dt="2021-01-29T03:49:30.696" v="387" actId="1035"/>
        <pc:sldMkLst>
          <pc:docMk/>
          <pc:sldMk cId="2589480947" sldId="376"/>
        </pc:sldMkLst>
        <pc:spChg chg="mod">
          <ac:chgData name="鈴木 秀規" userId="f68c5fd9-22d5-4c0a-9833-7fb0f5135313" providerId="ADAL" clId="{6A56FB10-BD31-4A36-9DC1-80D965E09775}" dt="2021-01-29T03:47:11.879" v="344"/>
          <ac:spMkLst>
            <pc:docMk/>
            <pc:sldMk cId="2589480947" sldId="376"/>
            <ac:spMk id="3" creationId="{82A116F0-EE64-4EEB-B551-544C956B306B}"/>
          </ac:spMkLst>
        </pc:spChg>
        <pc:spChg chg="mod">
          <ac:chgData name="鈴木 秀規" userId="f68c5fd9-22d5-4c0a-9833-7fb0f5135313" providerId="ADAL" clId="{6A56FB10-BD31-4A36-9DC1-80D965E09775}" dt="2021-01-29T03:47:37.295" v="353" actId="14100"/>
          <ac:spMkLst>
            <pc:docMk/>
            <pc:sldMk cId="2589480947" sldId="376"/>
            <ac:spMk id="5" creationId="{AD9083A4-02D0-4095-B458-23567A70DC92}"/>
          </ac:spMkLst>
        </pc:spChg>
        <pc:spChg chg="add mod">
          <ac:chgData name="鈴木 秀規" userId="f68c5fd9-22d5-4c0a-9833-7fb0f5135313" providerId="ADAL" clId="{6A56FB10-BD31-4A36-9DC1-80D965E09775}" dt="2021-01-29T03:48:04.470" v="357" actId="14100"/>
          <ac:spMkLst>
            <pc:docMk/>
            <pc:sldMk cId="2589480947" sldId="376"/>
            <ac:spMk id="6" creationId="{E84A9B31-0010-48C8-AFCF-7FB71E5E3236}"/>
          </ac:spMkLst>
        </pc:spChg>
        <pc:spChg chg="add mod">
          <ac:chgData name="鈴木 秀規" userId="f68c5fd9-22d5-4c0a-9833-7fb0f5135313" providerId="ADAL" clId="{6A56FB10-BD31-4A36-9DC1-80D965E09775}" dt="2021-01-29T03:49:30.696" v="387" actId="1035"/>
          <ac:spMkLst>
            <pc:docMk/>
            <pc:sldMk cId="2589480947" sldId="376"/>
            <ac:spMk id="7" creationId="{29C80EC0-F637-45B7-9DCD-C12471C39BB9}"/>
          </ac:spMkLst>
        </pc:spChg>
        <pc:spChg chg="add mod">
          <ac:chgData name="鈴木 秀規" userId="f68c5fd9-22d5-4c0a-9833-7fb0f5135313" providerId="ADAL" clId="{6A56FB10-BD31-4A36-9DC1-80D965E09775}" dt="2021-01-29T03:48:45.030" v="377" actId="2711"/>
          <ac:spMkLst>
            <pc:docMk/>
            <pc:sldMk cId="2589480947" sldId="376"/>
            <ac:spMk id="8" creationId="{158DAD9B-B839-4D99-B619-E6DD82AD1A72}"/>
          </ac:spMkLst>
        </pc:spChg>
        <pc:spChg chg="add mod">
          <ac:chgData name="鈴木 秀規" userId="f68c5fd9-22d5-4c0a-9833-7fb0f5135313" providerId="ADAL" clId="{6A56FB10-BD31-4A36-9DC1-80D965E09775}" dt="2021-01-29T03:49:10.580" v="382" actId="14100"/>
          <ac:spMkLst>
            <pc:docMk/>
            <pc:sldMk cId="2589480947" sldId="376"/>
            <ac:spMk id="9" creationId="{2884E171-A90D-4095-A262-D34B1373CB50}"/>
          </ac:spMkLst>
        </pc:spChg>
        <pc:cxnChg chg="add mod">
          <ac:chgData name="鈴木 秀規" userId="f68c5fd9-22d5-4c0a-9833-7fb0f5135313" providerId="ADAL" clId="{6A56FB10-BD31-4A36-9DC1-80D965E09775}" dt="2021-01-29T03:49:30.696" v="387" actId="1035"/>
          <ac:cxnSpMkLst>
            <pc:docMk/>
            <pc:sldMk cId="2589480947" sldId="376"/>
            <ac:cxnSpMk id="10" creationId="{C6AA73AE-1260-4B7D-9411-13A68982F721}"/>
          </ac:cxnSpMkLst>
        </pc:cxnChg>
      </pc:sldChg>
      <pc:sldChg chg="addSp modSp new mod">
        <pc:chgData name="鈴木 秀規" userId="f68c5fd9-22d5-4c0a-9833-7fb0f5135313" providerId="ADAL" clId="{6A56FB10-BD31-4A36-9DC1-80D965E09775}" dt="2021-01-29T03:50:39.688" v="401" actId="207"/>
        <pc:sldMkLst>
          <pc:docMk/>
          <pc:sldMk cId="546674919" sldId="377"/>
        </pc:sldMkLst>
        <pc:spChg chg="mod">
          <ac:chgData name="鈴木 秀規" userId="f68c5fd9-22d5-4c0a-9833-7fb0f5135313" providerId="ADAL" clId="{6A56FB10-BD31-4A36-9DC1-80D965E09775}" dt="2021-01-29T03:49:49.225" v="389"/>
          <ac:spMkLst>
            <pc:docMk/>
            <pc:sldMk cId="546674919" sldId="377"/>
            <ac:spMk id="3" creationId="{EDAE4E91-904B-4316-BADF-0B4A87DA9915}"/>
          </ac:spMkLst>
        </pc:spChg>
        <pc:spChg chg="mod">
          <ac:chgData name="鈴木 秀規" userId="f68c5fd9-22d5-4c0a-9833-7fb0f5135313" providerId="ADAL" clId="{6A56FB10-BD31-4A36-9DC1-80D965E09775}" dt="2021-01-29T03:50:39.688" v="401" actId="207"/>
          <ac:spMkLst>
            <pc:docMk/>
            <pc:sldMk cId="546674919" sldId="377"/>
            <ac:spMk id="5" creationId="{BF966A2E-7B30-41D7-9485-DDA63B1FB473}"/>
          </ac:spMkLst>
        </pc:spChg>
        <pc:picChg chg="add mod">
          <ac:chgData name="鈴木 秀規" userId="f68c5fd9-22d5-4c0a-9833-7fb0f5135313" providerId="ADAL" clId="{6A56FB10-BD31-4A36-9DC1-80D965E09775}" dt="2021-01-29T03:50:26.488" v="399" actId="1076"/>
          <ac:picMkLst>
            <pc:docMk/>
            <pc:sldMk cId="546674919" sldId="377"/>
            <ac:picMk id="6" creationId="{DABE291E-8F94-4F01-BC78-AF78320DE92E}"/>
          </ac:picMkLst>
        </pc:picChg>
      </pc:sldChg>
      <pc:sldChg chg="modSp new mod">
        <pc:chgData name="鈴木 秀規" userId="f68c5fd9-22d5-4c0a-9833-7fb0f5135313" providerId="ADAL" clId="{6A56FB10-BD31-4A36-9DC1-80D965E09775}" dt="2021-01-29T03:51:38.741" v="415" actId="207"/>
        <pc:sldMkLst>
          <pc:docMk/>
          <pc:sldMk cId="1244196573" sldId="378"/>
        </pc:sldMkLst>
        <pc:spChg chg="mod">
          <ac:chgData name="鈴木 秀規" userId="f68c5fd9-22d5-4c0a-9833-7fb0f5135313" providerId="ADAL" clId="{6A56FB10-BD31-4A36-9DC1-80D965E09775}" dt="2021-01-29T03:50:51.011" v="403"/>
          <ac:spMkLst>
            <pc:docMk/>
            <pc:sldMk cId="1244196573" sldId="378"/>
            <ac:spMk id="3" creationId="{4D352B4F-CE3E-45AE-9790-A92921309129}"/>
          </ac:spMkLst>
        </pc:spChg>
        <pc:spChg chg="mod">
          <ac:chgData name="鈴木 秀規" userId="f68c5fd9-22d5-4c0a-9833-7fb0f5135313" providerId="ADAL" clId="{6A56FB10-BD31-4A36-9DC1-80D965E09775}" dt="2021-01-29T03:51:38.741" v="415" actId="207"/>
          <ac:spMkLst>
            <pc:docMk/>
            <pc:sldMk cId="1244196573" sldId="378"/>
            <ac:spMk id="5" creationId="{8A00F2AB-2E88-427A-B543-71F2EC6D0DA6}"/>
          </ac:spMkLst>
        </pc:spChg>
      </pc:sldChg>
      <pc:sldChg chg="new del">
        <pc:chgData name="鈴木 秀規" userId="f68c5fd9-22d5-4c0a-9833-7fb0f5135313" providerId="ADAL" clId="{6A56FB10-BD31-4A36-9DC1-80D965E09775}" dt="2021-01-29T03:51:48.443" v="417" actId="2696"/>
        <pc:sldMkLst>
          <pc:docMk/>
          <pc:sldMk cId="1704080252" sldId="379"/>
        </pc:sldMkLst>
      </pc:sldChg>
    </pc:docChg>
  </pc:docChgLst>
  <pc:docChgLst>
    <pc:chgData name="鈴木 秀規" userId="f68c5fd9-22d5-4c0a-9833-7fb0f5135313" providerId="ADAL" clId="{E98ED17A-7109-B540-9D8D-B21534B0C6CC}"/>
    <pc:docChg chg="undo redo custSel addSld delSld modSld sldOrd">
      <pc:chgData name="鈴木 秀規" userId="f68c5fd9-22d5-4c0a-9833-7fb0f5135313" providerId="ADAL" clId="{E98ED17A-7109-B540-9D8D-B21534B0C6CC}" dt="2020-12-03T01:25:32.355" v="4574" actId="20577"/>
      <pc:docMkLst>
        <pc:docMk/>
      </pc:docMkLst>
      <pc:sldChg chg="modSp mod">
        <pc:chgData name="鈴木 秀規" userId="f68c5fd9-22d5-4c0a-9833-7fb0f5135313" providerId="ADAL" clId="{E98ED17A-7109-B540-9D8D-B21534B0C6CC}" dt="2020-12-03T00:41:04.785" v="2001" actId="207"/>
        <pc:sldMkLst>
          <pc:docMk/>
          <pc:sldMk cId="1668843990" sldId="360"/>
        </pc:sldMkLst>
        <pc:spChg chg="mod">
          <ac:chgData name="鈴木 秀規" userId="f68c5fd9-22d5-4c0a-9833-7fb0f5135313" providerId="ADAL" clId="{E98ED17A-7109-B540-9D8D-B21534B0C6CC}" dt="2020-12-03T00:41:04.785" v="2001" actId="207"/>
          <ac:spMkLst>
            <pc:docMk/>
            <pc:sldMk cId="1668843990" sldId="360"/>
            <ac:spMk id="9" creationId="{A4832727-EA7F-44D6-A9F2-E4AE0246960A}"/>
          </ac:spMkLst>
        </pc:spChg>
      </pc:sldChg>
      <pc:sldChg chg="modSp mod">
        <pc:chgData name="鈴木 秀規" userId="f68c5fd9-22d5-4c0a-9833-7fb0f5135313" providerId="ADAL" clId="{E98ED17A-7109-B540-9D8D-B21534B0C6CC}" dt="2020-12-03T00:40:51.829" v="1985" actId="207"/>
        <pc:sldMkLst>
          <pc:docMk/>
          <pc:sldMk cId="267129399" sldId="361"/>
        </pc:sldMkLst>
        <pc:spChg chg="mod">
          <ac:chgData name="鈴木 秀規" userId="f68c5fd9-22d5-4c0a-9833-7fb0f5135313" providerId="ADAL" clId="{E98ED17A-7109-B540-9D8D-B21534B0C6CC}" dt="2020-12-03T00:40:51.829" v="1985" actId="207"/>
          <ac:spMkLst>
            <pc:docMk/>
            <pc:sldMk cId="267129399" sldId="361"/>
            <ac:spMk id="6" creationId="{D0F3BEAC-A5EA-4EE4-95C7-0AEC1107FD29}"/>
          </ac:spMkLst>
        </pc:spChg>
      </pc:sldChg>
      <pc:sldChg chg="modSp mod">
        <pc:chgData name="鈴木 秀規" userId="f68c5fd9-22d5-4c0a-9833-7fb0f5135313" providerId="ADAL" clId="{E98ED17A-7109-B540-9D8D-B21534B0C6CC}" dt="2020-12-03T00:09:50.546" v="69" actId="13926"/>
        <pc:sldMkLst>
          <pc:docMk/>
          <pc:sldMk cId="2503862587" sldId="362"/>
        </pc:sldMkLst>
        <pc:graphicFrameChg chg="modGraphic">
          <ac:chgData name="鈴木 秀規" userId="f68c5fd9-22d5-4c0a-9833-7fb0f5135313" providerId="ADAL" clId="{E98ED17A-7109-B540-9D8D-B21534B0C6CC}" dt="2020-12-03T00:09:50.546" v="69" actId="13926"/>
          <ac:graphicFrameMkLst>
            <pc:docMk/>
            <pc:sldMk cId="2503862587" sldId="362"/>
            <ac:graphicFrameMk id="7" creationId="{4A74ACCC-FCC6-6B42-8E3E-348AE8E67A5C}"/>
          </ac:graphicFrameMkLst>
        </pc:graphicFrameChg>
      </pc:sldChg>
      <pc:sldChg chg="modSp mod">
        <pc:chgData name="鈴木 秀規" userId="f68c5fd9-22d5-4c0a-9833-7fb0f5135313" providerId="ADAL" clId="{E98ED17A-7109-B540-9D8D-B21534B0C6CC}" dt="2020-12-03T00:11:54.831" v="266" actId="20577"/>
        <pc:sldMkLst>
          <pc:docMk/>
          <pc:sldMk cId="1431651866" sldId="368"/>
        </pc:sldMkLst>
        <pc:spChg chg="mod">
          <ac:chgData name="鈴木 秀規" userId="f68c5fd9-22d5-4c0a-9833-7fb0f5135313" providerId="ADAL" clId="{E98ED17A-7109-B540-9D8D-B21534B0C6CC}" dt="2020-12-03T00:05:53.907" v="27" actId="20577"/>
          <ac:spMkLst>
            <pc:docMk/>
            <pc:sldMk cId="1431651866" sldId="368"/>
            <ac:spMk id="3" creationId="{570D767C-529D-1D4C-9BD6-2E3AAE679914}"/>
          </ac:spMkLst>
        </pc:spChg>
        <pc:graphicFrameChg chg="mod modGraphic">
          <ac:chgData name="鈴木 秀規" userId="f68c5fd9-22d5-4c0a-9833-7fb0f5135313" providerId="ADAL" clId="{E98ED17A-7109-B540-9D8D-B21534B0C6CC}" dt="2020-12-03T00:11:54.831" v="266" actId="20577"/>
          <ac:graphicFrameMkLst>
            <pc:docMk/>
            <pc:sldMk cId="1431651866" sldId="368"/>
            <ac:graphicFrameMk id="6" creationId="{A5C776C1-5736-6E41-AFE0-D7FC9EBFA87B}"/>
          </ac:graphicFrameMkLst>
        </pc:graphicFrameChg>
      </pc:sldChg>
      <pc:sldChg chg="addSp delSp modSp new mod modClrScheme chgLayout">
        <pc:chgData name="鈴木 秀規" userId="f68c5fd9-22d5-4c0a-9833-7fb0f5135313" providerId="ADAL" clId="{E98ED17A-7109-B540-9D8D-B21534B0C6CC}" dt="2020-12-03T00:30:58.436" v="1852" actId="113"/>
        <pc:sldMkLst>
          <pc:docMk/>
          <pc:sldMk cId="3018498330" sldId="369"/>
        </pc:sldMkLst>
        <pc:spChg chg="mod ord">
          <ac:chgData name="鈴木 秀規" userId="f68c5fd9-22d5-4c0a-9833-7fb0f5135313" providerId="ADAL" clId="{E98ED17A-7109-B540-9D8D-B21534B0C6CC}" dt="2020-12-03T00:15:50.957" v="308" actId="700"/>
          <ac:spMkLst>
            <pc:docMk/>
            <pc:sldMk cId="3018498330" sldId="369"/>
            <ac:spMk id="2" creationId="{66EC7532-098F-E543-A5F5-DCE2A43E7B47}"/>
          </ac:spMkLst>
        </pc:spChg>
        <pc:spChg chg="mod ord">
          <ac:chgData name="鈴木 秀規" userId="f68c5fd9-22d5-4c0a-9833-7fb0f5135313" providerId="ADAL" clId="{E98ED17A-7109-B540-9D8D-B21534B0C6CC}" dt="2020-12-03T00:22:38.430" v="839" actId="20577"/>
          <ac:spMkLst>
            <pc:docMk/>
            <pc:sldMk cId="3018498330" sldId="369"/>
            <ac:spMk id="3" creationId="{F1C6C295-7820-0949-875F-EAF056230447}"/>
          </ac:spMkLst>
        </pc:spChg>
        <pc:spChg chg="mod ord">
          <ac:chgData name="鈴木 秀規" userId="f68c5fd9-22d5-4c0a-9833-7fb0f5135313" providerId="ADAL" clId="{E98ED17A-7109-B540-9D8D-B21534B0C6CC}" dt="2020-12-03T00:15:50.957" v="308" actId="700"/>
          <ac:spMkLst>
            <pc:docMk/>
            <pc:sldMk cId="3018498330" sldId="369"/>
            <ac:spMk id="4" creationId="{0B3C1CED-6132-7648-873E-BC90BCD14454}"/>
          </ac:spMkLst>
        </pc:spChg>
        <pc:spChg chg="add mod ord">
          <ac:chgData name="鈴木 秀規" userId="f68c5fd9-22d5-4c0a-9833-7fb0f5135313" providerId="ADAL" clId="{E98ED17A-7109-B540-9D8D-B21534B0C6CC}" dt="2020-12-03T00:30:58.436" v="1852" actId="113"/>
          <ac:spMkLst>
            <pc:docMk/>
            <pc:sldMk cId="3018498330" sldId="369"/>
            <ac:spMk id="5" creationId="{6B35BADF-F225-2348-897F-AF9752777AC5}"/>
          </ac:spMkLst>
        </pc:spChg>
        <pc:spChg chg="mod">
          <ac:chgData name="鈴木 秀規" userId="f68c5fd9-22d5-4c0a-9833-7fb0f5135313" providerId="ADAL" clId="{E98ED17A-7109-B540-9D8D-B21534B0C6CC}" dt="2020-12-03T00:25:13.532" v="1197"/>
          <ac:spMkLst>
            <pc:docMk/>
            <pc:sldMk cId="3018498330" sldId="369"/>
            <ac:spMk id="7" creationId="{7389CFBE-CBA4-3044-8F7A-0832B95E2F69}"/>
          </ac:spMkLst>
        </pc:spChg>
        <pc:spChg chg="mod">
          <ac:chgData name="鈴木 秀規" userId="f68c5fd9-22d5-4c0a-9833-7fb0f5135313" providerId="ADAL" clId="{E98ED17A-7109-B540-9D8D-B21534B0C6CC}" dt="2020-12-03T00:25:13.532" v="1197"/>
          <ac:spMkLst>
            <pc:docMk/>
            <pc:sldMk cId="3018498330" sldId="369"/>
            <ac:spMk id="8" creationId="{2F0CFBA7-C5CD-2441-813A-37125FC4817F}"/>
          </ac:spMkLst>
        </pc:spChg>
        <pc:spChg chg="add del mod">
          <ac:chgData name="鈴木 秀規" userId="f68c5fd9-22d5-4c0a-9833-7fb0f5135313" providerId="ADAL" clId="{E98ED17A-7109-B540-9D8D-B21534B0C6CC}" dt="2020-12-03T00:25:21.474" v="1200" actId="478"/>
          <ac:spMkLst>
            <pc:docMk/>
            <pc:sldMk cId="3018498330" sldId="369"/>
            <ac:spMk id="9" creationId="{3E884ED8-CB61-D543-B6E2-843DFC8389FB}"/>
          </ac:spMkLst>
        </pc:spChg>
        <pc:spChg chg="add del mod">
          <ac:chgData name="鈴木 秀規" userId="f68c5fd9-22d5-4c0a-9833-7fb0f5135313" providerId="ADAL" clId="{E98ED17A-7109-B540-9D8D-B21534B0C6CC}" dt="2020-12-03T00:26:04.588" v="1224" actId="478"/>
          <ac:spMkLst>
            <pc:docMk/>
            <pc:sldMk cId="3018498330" sldId="369"/>
            <ac:spMk id="10" creationId="{A7FAB5BB-1B58-CB4E-AE9C-8EA9B9D7FA24}"/>
          </ac:spMkLst>
        </pc:spChg>
        <pc:spChg chg="add mod">
          <ac:chgData name="鈴木 秀規" userId="f68c5fd9-22d5-4c0a-9833-7fb0f5135313" providerId="ADAL" clId="{E98ED17A-7109-B540-9D8D-B21534B0C6CC}" dt="2020-12-03T00:28:30.002" v="1621" actId="20577"/>
          <ac:spMkLst>
            <pc:docMk/>
            <pc:sldMk cId="3018498330" sldId="369"/>
            <ac:spMk id="11" creationId="{B4286CF0-DD30-344B-A450-767F0006A1A9}"/>
          </ac:spMkLst>
        </pc:spChg>
        <pc:grpChg chg="add mod">
          <ac:chgData name="鈴木 秀規" userId="f68c5fd9-22d5-4c0a-9833-7fb0f5135313" providerId="ADAL" clId="{E98ED17A-7109-B540-9D8D-B21534B0C6CC}" dt="2020-12-03T00:25:13.532" v="1197"/>
          <ac:grpSpMkLst>
            <pc:docMk/>
            <pc:sldMk cId="3018498330" sldId="369"/>
            <ac:grpSpMk id="6" creationId="{DE734515-ACC6-2E42-9D2E-E4E038D8D99A}"/>
          </ac:grpSpMkLst>
        </pc:grpChg>
      </pc:sldChg>
      <pc:sldChg chg="modSp new del mod">
        <pc:chgData name="鈴木 秀規" userId="f68c5fd9-22d5-4c0a-9833-7fb0f5135313" providerId="ADAL" clId="{E98ED17A-7109-B540-9D8D-B21534B0C6CC}" dt="2020-12-03T00:19:32.708" v="624" actId="2696"/>
        <pc:sldMkLst>
          <pc:docMk/>
          <pc:sldMk cId="2598863501" sldId="370"/>
        </pc:sldMkLst>
        <pc:spChg chg="mod">
          <ac:chgData name="鈴木 秀規" userId="f68c5fd9-22d5-4c0a-9833-7fb0f5135313" providerId="ADAL" clId="{E98ED17A-7109-B540-9D8D-B21534B0C6CC}" dt="2020-12-03T00:19:29.498" v="623" actId="20577"/>
          <ac:spMkLst>
            <pc:docMk/>
            <pc:sldMk cId="2598863501" sldId="370"/>
            <ac:spMk id="3" creationId="{EF268E63-F4E2-A445-97FA-CF579BA4774C}"/>
          </ac:spMkLst>
        </pc:spChg>
      </pc:sldChg>
      <pc:sldChg chg="modSp new mod ord">
        <pc:chgData name="鈴木 秀規" userId="f68c5fd9-22d5-4c0a-9833-7fb0f5135313" providerId="ADAL" clId="{E98ED17A-7109-B540-9D8D-B21534B0C6CC}" dt="2020-12-03T00:41:58.575" v="2005" actId="20578"/>
        <pc:sldMkLst>
          <pc:docMk/>
          <pc:sldMk cId="3805279594" sldId="370"/>
        </pc:sldMkLst>
        <pc:spChg chg="mod">
          <ac:chgData name="鈴木 秀規" userId="f68c5fd9-22d5-4c0a-9833-7fb0f5135313" providerId="ADAL" clId="{E98ED17A-7109-B540-9D8D-B21534B0C6CC}" dt="2020-12-03T00:38:59.922" v="1891" actId="20577"/>
          <ac:spMkLst>
            <pc:docMk/>
            <pc:sldMk cId="3805279594" sldId="370"/>
            <ac:spMk id="3" creationId="{9CB86EFC-2A3F-214C-A2A0-00EB1AC0E3F3}"/>
          </ac:spMkLst>
        </pc:spChg>
        <pc:spChg chg="mod">
          <ac:chgData name="鈴木 秀規" userId="f68c5fd9-22d5-4c0a-9833-7fb0f5135313" providerId="ADAL" clId="{E98ED17A-7109-B540-9D8D-B21534B0C6CC}" dt="2020-12-03T00:40:00.384" v="1967" actId="20577"/>
          <ac:spMkLst>
            <pc:docMk/>
            <pc:sldMk cId="3805279594" sldId="370"/>
            <ac:spMk id="5" creationId="{D9D24A15-605C-D342-9DF6-15A80C8E63C7}"/>
          </ac:spMkLst>
        </pc:spChg>
      </pc:sldChg>
      <pc:sldChg chg="modSp new mod">
        <pc:chgData name="鈴木 秀規" userId="f68c5fd9-22d5-4c0a-9833-7fb0f5135313" providerId="ADAL" clId="{E98ED17A-7109-B540-9D8D-B21534B0C6CC}" dt="2020-12-03T01:25:32.355" v="4574" actId="20577"/>
        <pc:sldMkLst>
          <pc:docMk/>
          <pc:sldMk cId="2800751255" sldId="371"/>
        </pc:sldMkLst>
        <pc:spChg chg="mod">
          <ac:chgData name="鈴木 秀規" userId="f68c5fd9-22d5-4c0a-9833-7fb0f5135313" providerId="ADAL" clId="{E98ED17A-7109-B540-9D8D-B21534B0C6CC}" dt="2020-12-03T01:24:23.480" v="4457" actId="20577"/>
          <ac:spMkLst>
            <pc:docMk/>
            <pc:sldMk cId="2800751255" sldId="371"/>
            <ac:spMk id="3" creationId="{86AF2C75-7C50-5545-B86A-AB0C1071AFF0}"/>
          </ac:spMkLst>
        </pc:spChg>
        <pc:spChg chg="mod">
          <ac:chgData name="鈴木 秀規" userId="f68c5fd9-22d5-4c0a-9833-7fb0f5135313" providerId="ADAL" clId="{E98ED17A-7109-B540-9D8D-B21534B0C6CC}" dt="2020-12-03T01:25:32.355" v="4574" actId="20577"/>
          <ac:spMkLst>
            <pc:docMk/>
            <pc:sldMk cId="2800751255" sldId="371"/>
            <ac:spMk id="5" creationId="{199D3E35-553D-E34C-ABB7-3B8D9DB70C07}"/>
          </ac:spMkLst>
        </pc:spChg>
      </pc:sldChg>
      <pc:sldChg chg="modSp add del mod">
        <pc:chgData name="鈴木 秀規" userId="f68c5fd9-22d5-4c0a-9833-7fb0f5135313" providerId="ADAL" clId="{E98ED17A-7109-B540-9D8D-B21534B0C6CC}" dt="2020-12-03T01:23:47.866" v="4441" actId="2696"/>
        <pc:sldMkLst>
          <pc:docMk/>
          <pc:sldMk cId="2920690313" sldId="371"/>
        </pc:sldMkLst>
        <pc:spChg chg="mod">
          <ac:chgData name="鈴木 秀規" userId="f68c5fd9-22d5-4c0a-9833-7fb0f5135313" providerId="ADAL" clId="{E98ED17A-7109-B540-9D8D-B21534B0C6CC}" dt="2020-12-03T00:42:25.265" v="2063" actId="20577"/>
          <ac:spMkLst>
            <pc:docMk/>
            <pc:sldMk cId="2920690313" sldId="371"/>
            <ac:spMk id="3" creationId="{F1C6C295-7820-0949-875F-EAF056230447}"/>
          </ac:spMkLst>
        </pc:spChg>
        <pc:spChg chg="mod">
          <ac:chgData name="鈴木 秀規" userId="f68c5fd9-22d5-4c0a-9833-7fb0f5135313" providerId="ADAL" clId="{E98ED17A-7109-B540-9D8D-B21534B0C6CC}" dt="2020-12-03T01:02:23.598" v="3980" actId="20577"/>
          <ac:spMkLst>
            <pc:docMk/>
            <pc:sldMk cId="2920690313" sldId="371"/>
            <ac:spMk id="5" creationId="{6B35BADF-F225-2348-897F-AF9752777AC5}"/>
          </ac:spMkLst>
        </pc:spChg>
        <pc:spChg chg="mod">
          <ac:chgData name="鈴木 秀規" userId="f68c5fd9-22d5-4c0a-9833-7fb0f5135313" providerId="ADAL" clId="{E98ED17A-7109-B540-9D8D-B21534B0C6CC}" dt="2020-12-03T00:46:58.847" v="2499" actId="20577"/>
          <ac:spMkLst>
            <pc:docMk/>
            <pc:sldMk cId="2920690313" sldId="371"/>
            <ac:spMk id="11" creationId="{B4286CF0-DD30-344B-A450-767F0006A1A9}"/>
          </ac:spMkLst>
        </pc:spChg>
      </pc:sldChg>
      <pc:sldChg chg="new del">
        <pc:chgData name="鈴木 秀規" userId="f68c5fd9-22d5-4c0a-9833-7fb0f5135313" providerId="ADAL" clId="{E98ED17A-7109-B540-9D8D-B21534B0C6CC}" dt="2020-12-03T00:41:47.526" v="2003" actId="2696"/>
        <pc:sldMkLst>
          <pc:docMk/>
          <pc:sldMk cId="4021239412" sldId="371"/>
        </pc:sldMkLst>
      </pc:sldChg>
      <pc:sldChg chg="addSp delSp modSp new del mod modClrScheme chgLayout">
        <pc:chgData name="鈴木 秀規" userId="f68c5fd9-22d5-4c0a-9833-7fb0f5135313" providerId="ADAL" clId="{E98ED17A-7109-B540-9D8D-B21534B0C6CC}" dt="2020-12-03T01:23:47.866" v="4441" actId="2696"/>
        <pc:sldMkLst>
          <pc:docMk/>
          <pc:sldMk cId="1635587013" sldId="372"/>
        </pc:sldMkLst>
        <pc:spChg chg="mod ord">
          <ac:chgData name="鈴木 秀規" userId="f68c5fd9-22d5-4c0a-9833-7fb0f5135313" providerId="ADAL" clId="{E98ED17A-7109-B540-9D8D-B21534B0C6CC}" dt="2020-12-03T01:00:58.087" v="3892" actId="700"/>
          <ac:spMkLst>
            <pc:docMk/>
            <pc:sldMk cId="1635587013" sldId="372"/>
            <ac:spMk id="2" creationId="{5078F227-8528-3540-AF9F-E4C525D46E51}"/>
          </ac:spMkLst>
        </pc:spChg>
        <pc:spChg chg="mod ord">
          <ac:chgData name="鈴木 秀規" userId="f68c5fd9-22d5-4c0a-9833-7fb0f5135313" providerId="ADAL" clId="{E98ED17A-7109-B540-9D8D-B21534B0C6CC}" dt="2020-12-03T01:02:16.565" v="3974" actId="20577"/>
          <ac:spMkLst>
            <pc:docMk/>
            <pc:sldMk cId="1635587013" sldId="372"/>
            <ac:spMk id="3" creationId="{38B5B614-E92D-C34C-B48C-B49809F551F5}"/>
          </ac:spMkLst>
        </pc:spChg>
        <pc:spChg chg="mod ord">
          <ac:chgData name="鈴木 秀規" userId="f68c5fd9-22d5-4c0a-9833-7fb0f5135313" providerId="ADAL" clId="{E98ED17A-7109-B540-9D8D-B21534B0C6CC}" dt="2020-12-03T01:00:58.087" v="3892" actId="700"/>
          <ac:spMkLst>
            <pc:docMk/>
            <pc:sldMk cId="1635587013" sldId="372"/>
            <ac:spMk id="4" creationId="{7E6ABC7F-1D7C-2643-A2E5-FD593C087B97}"/>
          </ac:spMkLst>
        </pc:spChg>
        <pc:spChg chg="del">
          <ac:chgData name="鈴木 秀規" userId="f68c5fd9-22d5-4c0a-9833-7fb0f5135313" providerId="ADAL" clId="{E98ED17A-7109-B540-9D8D-B21534B0C6CC}" dt="2020-12-03T01:00:55.215" v="3891" actId="700"/>
          <ac:spMkLst>
            <pc:docMk/>
            <pc:sldMk cId="1635587013" sldId="372"/>
            <ac:spMk id="5" creationId="{C84F0EC1-BEE9-1240-B931-66A4575EE533}"/>
          </ac:spMkLst>
        </pc:spChg>
        <pc:spChg chg="add mod ord">
          <ac:chgData name="鈴木 秀規" userId="f68c5fd9-22d5-4c0a-9833-7fb0f5135313" providerId="ADAL" clId="{E98ED17A-7109-B540-9D8D-B21534B0C6CC}" dt="2020-12-03T01:11:38.290" v="4283" actId="113"/>
          <ac:spMkLst>
            <pc:docMk/>
            <pc:sldMk cId="1635587013" sldId="372"/>
            <ac:spMk id="6" creationId="{7A317AAC-7FA8-7044-8617-53BFC58410B7}"/>
          </ac:spMkLst>
        </pc:spChg>
        <pc:spChg chg="add del mod">
          <ac:chgData name="鈴木 秀規" userId="f68c5fd9-22d5-4c0a-9833-7fb0f5135313" providerId="ADAL" clId="{E98ED17A-7109-B540-9D8D-B21534B0C6CC}" dt="2020-12-03T01:01:07.927" v="3894"/>
          <ac:spMkLst>
            <pc:docMk/>
            <pc:sldMk cId="1635587013" sldId="372"/>
            <ac:spMk id="7" creationId="{2D1E7911-94F1-9A43-976E-12D1608396B0}"/>
          </ac:spMkLst>
        </pc:spChg>
        <pc:spChg chg="add mod">
          <ac:chgData name="鈴木 秀規" userId="f68c5fd9-22d5-4c0a-9833-7fb0f5135313" providerId="ADAL" clId="{E98ED17A-7109-B540-9D8D-B21534B0C6CC}" dt="2020-12-03T01:11:19.402" v="4281" actId="14100"/>
          <ac:spMkLst>
            <pc:docMk/>
            <pc:sldMk cId="1635587013" sldId="372"/>
            <ac:spMk id="11" creationId="{88D872CC-356E-AF48-AA16-FAA6E94AAA63}"/>
          </ac:spMkLst>
        </pc:spChg>
        <pc:picChg chg="add mod">
          <ac:chgData name="鈴木 秀規" userId="f68c5fd9-22d5-4c0a-9833-7fb0f5135313" providerId="ADAL" clId="{E98ED17A-7109-B540-9D8D-B21534B0C6CC}" dt="2020-12-03T01:11:09.469" v="4278" actId="14100"/>
          <ac:picMkLst>
            <pc:docMk/>
            <pc:sldMk cId="1635587013" sldId="372"/>
            <ac:picMk id="9" creationId="{D02AEF55-75BE-9A46-B250-FC3DC2E377DE}"/>
          </ac:picMkLst>
        </pc:picChg>
        <pc:picChg chg="add del mod">
          <ac:chgData name="鈴木 秀規" userId="f68c5fd9-22d5-4c0a-9833-7fb0f5135313" providerId="ADAL" clId="{E98ED17A-7109-B540-9D8D-B21534B0C6CC}" dt="2020-12-03T01:09:31.274" v="4256" actId="478"/>
          <ac:picMkLst>
            <pc:docMk/>
            <pc:sldMk cId="1635587013" sldId="372"/>
            <ac:picMk id="13" creationId="{181B2E39-FB46-D84F-BDF6-092FF822422D}"/>
          </ac:picMkLst>
        </pc:picChg>
        <pc:picChg chg="add mod">
          <ac:chgData name="鈴木 秀規" userId="f68c5fd9-22d5-4c0a-9833-7fb0f5135313" providerId="ADAL" clId="{E98ED17A-7109-B540-9D8D-B21534B0C6CC}" dt="2020-12-03T01:11:22.332" v="4282" actId="1076"/>
          <ac:picMkLst>
            <pc:docMk/>
            <pc:sldMk cId="1635587013" sldId="372"/>
            <ac:picMk id="15" creationId="{4374EA10-B603-D54A-93C0-72956B90F74B}"/>
          </ac:picMkLst>
        </pc:picChg>
        <pc:inkChg chg="add del">
          <ac:chgData name="鈴木 秀規" userId="f68c5fd9-22d5-4c0a-9833-7fb0f5135313" providerId="ADAL" clId="{E98ED17A-7109-B540-9D8D-B21534B0C6CC}" dt="2020-12-03T01:07:32.252" v="4214" actId="9405"/>
          <ac:inkMkLst>
            <pc:docMk/>
            <pc:sldMk cId="1635587013" sldId="372"/>
            <ac:inkMk id="10" creationId="{52E244E1-A625-FC4A-B3CE-A5C917494B56}"/>
          </ac:inkMkLst>
        </pc:inkChg>
      </pc:sldChg>
      <pc:sldChg chg="addSp delSp modSp add del mod">
        <pc:chgData name="鈴木 秀規" userId="f68c5fd9-22d5-4c0a-9833-7fb0f5135313" providerId="ADAL" clId="{E98ED17A-7109-B540-9D8D-B21534B0C6CC}" dt="2020-12-03T01:23:47.866" v="4441" actId="2696"/>
        <pc:sldMkLst>
          <pc:docMk/>
          <pc:sldMk cId="615592541" sldId="373"/>
        </pc:sldMkLst>
        <pc:spChg chg="mod">
          <ac:chgData name="鈴木 秀規" userId="f68c5fd9-22d5-4c0a-9833-7fb0f5135313" providerId="ADAL" clId="{E98ED17A-7109-B540-9D8D-B21534B0C6CC}" dt="2020-12-03T01:12:33.393" v="4394" actId="20577"/>
          <ac:spMkLst>
            <pc:docMk/>
            <pc:sldMk cId="615592541" sldId="373"/>
            <ac:spMk id="6" creationId="{7A317AAC-7FA8-7044-8617-53BFC58410B7}"/>
          </ac:spMkLst>
        </pc:spChg>
        <pc:spChg chg="del">
          <ac:chgData name="鈴木 秀規" userId="f68c5fd9-22d5-4c0a-9833-7fb0f5135313" providerId="ADAL" clId="{E98ED17A-7109-B540-9D8D-B21534B0C6CC}" dt="2020-12-03T01:12:36.799" v="4395" actId="478"/>
          <ac:spMkLst>
            <pc:docMk/>
            <pc:sldMk cId="615592541" sldId="373"/>
            <ac:spMk id="11" creationId="{88D872CC-356E-AF48-AA16-FAA6E94AAA63}"/>
          </ac:spMkLst>
        </pc:spChg>
        <pc:grpChg chg="del mod">
          <ac:chgData name="鈴木 秀規" userId="f68c5fd9-22d5-4c0a-9833-7fb0f5135313" providerId="ADAL" clId="{E98ED17A-7109-B540-9D8D-B21534B0C6CC}" dt="2020-12-03T01:12:56.873" v="4408"/>
          <ac:grpSpMkLst>
            <pc:docMk/>
            <pc:sldMk cId="615592541" sldId="373"/>
            <ac:grpSpMk id="14" creationId="{8551A2E1-818D-7146-B07E-DF10303D9250}"/>
          </ac:grpSpMkLst>
        </pc:grpChg>
        <pc:grpChg chg="del mod">
          <ac:chgData name="鈴木 秀規" userId="f68c5fd9-22d5-4c0a-9833-7fb0f5135313" providerId="ADAL" clId="{E98ED17A-7109-B540-9D8D-B21534B0C6CC}" dt="2020-12-03T01:13:00.256" v="4414"/>
          <ac:grpSpMkLst>
            <pc:docMk/>
            <pc:sldMk cId="615592541" sldId="373"/>
            <ac:grpSpMk id="21" creationId="{1A19AE5A-D3A5-1B43-8537-FD9C98B59252}"/>
          </ac:grpSpMkLst>
        </pc:grpChg>
        <pc:grpChg chg="del mod">
          <ac:chgData name="鈴木 秀規" userId="f68c5fd9-22d5-4c0a-9833-7fb0f5135313" providerId="ADAL" clId="{E98ED17A-7109-B540-9D8D-B21534B0C6CC}" dt="2020-12-03T01:13:00.256" v="4414"/>
          <ac:grpSpMkLst>
            <pc:docMk/>
            <pc:sldMk cId="615592541" sldId="373"/>
            <ac:grpSpMk id="25" creationId="{4F9FE873-6A52-FD4C-9258-CA185F43F37E}"/>
          </ac:grpSpMkLst>
        </pc:grpChg>
        <pc:grpChg chg="mod">
          <ac:chgData name="鈴木 秀規" userId="f68c5fd9-22d5-4c0a-9833-7fb0f5135313" providerId="ADAL" clId="{E98ED17A-7109-B540-9D8D-B21534B0C6CC}" dt="2020-12-03T01:13:00.256" v="4414"/>
          <ac:grpSpMkLst>
            <pc:docMk/>
            <pc:sldMk cId="615592541" sldId="373"/>
            <ac:grpSpMk id="27" creationId="{D272DCE0-9EB4-9E40-9E1F-B34593E59CE7}"/>
          </ac:grpSpMkLst>
        </pc:grpChg>
        <pc:grpChg chg="mod">
          <ac:chgData name="鈴木 秀規" userId="f68c5fd9-22d5-4c0a-9833-7fb0f5135313" providerId="ADAL" clId="{E98ED17A-7109-B540-9D8D-B21534B0C6CC}" dt="2020-12-03T01:13:04.351" v="4419"/>
          <ac:grpSpMkLst>
            <pc:docMk/>
            <pc:sldMk cId="615592541" sldId="373"/>
            <ac:grpSpMk id="32" creationId="{FF31E88D-1A46-5542-82FA-9B7E260065D7}"/>
          </ac:grpSpMkLst>
        </pc:grpChg>
        <pc:grpChg chg="del mod">
          <ac:chgData name="鈴木 秀規" userId="f68c5fd9-22d5-4c0a-9833-7fb0f5135313" providerId="ADAL" clId="{E98ED17A-7109-B540-9D8D-B21534B0C6CC}" dt="2020-12-03T01:13:15.987" v="4431"/>
          <ac:grpSpMkLst>
            <pc:docMk/>
            <pc:sldMk cId="615592541" sldId="373"/>
            <ac:grpSpMk id="35" creationId="{839705A0-C752-514B-B68E-4DB44DC8A134}"/>
          </ac:grpSpMkLst>
        </pc:grpChg>
        <pc:grpChg chg="del mod">
          <ac:chgData name="鈴木 秀規" userId="f68c5fd9-22d5-4c0a-9833-7fb0f5135313" providerId="ADAL" clId="{E98ED17A-7109-B540-9D8D-B21534B0C6CC}" dt="2020-12-03T01:13:22.530" v="4437"/>
          <ac:grpSpMkLst>
            <pc:docMk/>
            <pc:sldMk cId="615592541" sldId="373"/>
            <ac:grpSpMk id="44" creationId="{5930A674-1151-AE4E-9CAE-276FA17D766A}"/>
          </ac:grpSpMkLst>
        </pc:grpChg>
        <pc:grpChg chg="del mod">
          <ac:chgData name="鈴木 秀規" userId="f68c5fd9-22d5-4c0a-9833-7fb0f5135313" providerId="ADAL" clId="{E98ED17A-7109-B540-9D8D-B21534B0C6CC}" dt="2020-12-03T01:13:25.226" v="4440"/>
          <ac:grpSpMkLst>
            <pc:docMk/>
            <pc:sldMk cId="615592541" sldId="373"/>
            <ac:grpSpMk id="50" creationId="{C4183422-7E13-7C4C-B712-DE3E98AD633A}"/>
          </ac:grpSpMkLst>
        </pc:grpChg>
        <pc:grpChg chg="mod">
          <ac:chgData name="鈴木 秀規" userId="f68c5fd9-22d5-4c0a-9833-7fb0f5135313" providerId="ADAL" clId="{E98ED17A-7109-B540-9D8D-B21534B0C6CC}" dt="2020-12-03T01:13:22.530" v="4437"/>
          <ac:grpSpMkLst>
            <pc:docMk/>
            <pc:sldMk cId="615592541" sldId="373"/>
            <ac:grpSpMk id="51" creationId="{BADCCBE2-93D5-1B43-B588-3A3CFF852C58}"/>
          </ac:grpSpMkLst>
        </pc:grpChg>
        <pc:grpChg chg="mod">
          <ac:chgData name="鈴木 秀規" userId="f68c5fd9-22d5-4c0a-9833-7fb0f5135313" providerId="ADAL" clId="{E98ED17A-7109-B540-9D8D-B21534B0C6CC}" dt="2020-12-03T01:13:25.226" v="4440"/>
          <ac:grpSpMkLst>
            <pc:docMk/>
            <pc:sldMk cId="615592541" sldId="373"/>
            <ac:grpSpMk id="54" creationId="{EC51F5D5-9987-304C-81F2-23905D124D38}"/>
          </ac:grpSpMkLst>
        </pc:grpChg>
        <pc:picChg chg="del">
          <ac:chgData name="鈴木 秀規" userId="f68c5fd9-22d5-4c0a-9833-7fb0f5135313" providerId="ADAL" clId="{E98ED17A-7109-B540-9D8D-B21534B0C6CC}" dt="2020-12-03T01:12:36.799" v="4395" actId="478"/>
          <ac:picMkLst>
            <pc:docMk/>
            <pc:sldMk cId="615592541" sldId="373"/>
            <ac:picMk id="9" creationId="{D02AEF55-75BE-9A46-B250-FC3DC2E377DE}"/>
          </ac:picMkLst>
        </pc:picChg>
        <pc:picChg chg="del">
          <ac:chgData name="鈴木 秀規" userId="f68c5fd9-22d5-4c0a-9833-7fb0f5135313" providerId="ADAL" clId="{E98ED17A-7109-B540-9D8D-B21534B0C6CC}" dt="2020-12-03T01:12:36.799" v="4395" actId="478"/>
          <ac:picMkLst>
            <pc:docMk/>
            <pc:sldMk cId="615592541" sldId="373"/>
            <ac:picMk id="15" creationId="{4374EA10-B603-D54A-93C0-72956B90F74B}"/>
          </ac:picMkLst>
        </pc:picChg>
        <pc:inkChg chg="add">
          <ac:chgData name="鈴木 秀規" userId="f68c5fd9-22d5-4c0a-9833-7fb0f5135313" providerId="ADAL" clId="{E98ED17A-7109-B540-9D8D-B21534B0C6CC}" dt="2020-12-03T01:12:45.376" v="4396" actId="9405"/>
          <ac:inkMkLst>
            <pc:docMk/>
            <pc:sldMk cId="615592541" sldId="373"/>
            <ac:inkMk id="5" creationId="{0AAFCCC5-5E76-CA48-81D5-A4E539E4401A}"/>
          </ac:inkMkLst>
        </pc:inkChg>
        <pc:inkChg chg="add">
          <ac:chgData name="鈴木 秀規" userId="f68c5fd9-22d5-4c0a-9833-7fb0f5135313" providerId="ADAL" clId="{E98ED17A-7109-B540-9D8D-B21534B0C6CC}" dt="2020-12-03T01:12:46.255" v="4397" actId="9405"/>
          <ac:inkMkLst>
            <pc:docMk/>
            <pc:sldMk cId="615592541" sldId="373"/>
            <ac:inkMk id="7" creationId="{2D2B5447-4F6B-9C44-9888-8B103E237897}"/>
          </ac:inkMkLst>
        </pc:inkChg>
        <pc:inkChg chg="add">
          <ac:chgData name="鈴木 秀規" userId="f68c5fd9-22d5-4c0a-9833-7fb0f5135313" providerId="ADAL" clId="{E98ED17A-7109-B540-9D8D-B21534B0C6CC}" dt="2020-12-03T01:12:47.620" v="4398" actId="9405"/>
          <ac:inkMkLst>
            <pc:docMk/>
            <pc:sldMk cId="615592541" sldId="373"/>
            <ac:inkMk id="8" creationId="{32D62E2B-CE79-3B4C-B7D1-ECDA946FA396}"/>
          </ac:inkMkLst>
        </pc:inkChg>
        <pc:inkChg chg="add">
          <ac:chgData name="鈴木 秀規" userId="f68c5fd9-22d5-4c0a-9833-7fb0f5135313" providerId="ADAL" clId="{E98ED17A-7109-B540-9D8D-B21534B0C6CC}" dt="2020-12-03T01:12:48.478" v="4399" actId="9405"/>
          <ac:inkMkLst>
            <pc:docMk/>
            <pc:sldMk cId="615592541" sldId="373"/>
            <ac:inkMk id="10" creationId="{C38D747C-B1C5-7646-8912-EAF8AD9B05FB}"/>
          </ac:inkMkLst>
        </pc:inkChg>
        <pc:inkChg chg="add mod">
          <ac:chgData name="鈴木 秀規" userId="f68c5fd9-22d5-4c0a-9833-7fb0f5135313" providerId="ADAL" clId="{E98ED17A-7109-B540-9D8D-B21534B0C6CC}" dt="2020-12-03T01:13:00.256" v="4414"/>
          <ac:inkMkLst>
            <pc:docMk/>
            <pc:sldMk cId="615592541" sldId="373"/>
            <ac:inkMk id="12" creationId="{806335AF-A205-0341-B2A0-1D60694F4960}"/>
          </ac:inkMkLst>
        </pc:inkChg>
        <pc:inkChg chg="add mod">
          <ac:chgData name="鈴木 秀規" userId="f68c5fd9-22d5-4c0a-9833-7fb0f5135313" providerId="ADAL" clId="{E98ED17A-7109-B540-9D8D-B21534B0C6CC}" dt="2020-12-03T01:13:00.256" v="4414"/>
          <ac:inkMkLst>
            <pc:docMk/>
            <pc:sldMk cId="615592541" sldId="373"/>
            <ac:inkMk id="13" creationId="{265E78D4-90FC-E941-952F-4DC34934B910}"/>
          </ac:inkMkLst>
        </pc:inkChg>
        <pc:inkChg chg="add mod">
          <ac:chgData name="鈴木 秀規" userId="f68c5fd9-22d5-4c0a-9833-7fb0f5135313" providerId="ADAL" clId="{E98ED17A-7109-B540-9D8D-B21534B0C6CC}" dt="2020-12-03T01:13:00.256" v="4414"/>
          <ac:inkMkLst>
            <pc:docMk/>
            <pc:sldMk cId="615592541" sldId="373"/>
            <ac:inkMk id="16" creationId="{25D529C6-2677-8143-A2EC-3E3D29C398ED}"/>
          </ac:inkMkLst>
        </pc:inkChg>
        <pc:inkChg chg="add mod">
          <ac:chgData name="鈴木 秀規" userId="f68c5fd9-22d5-4c0a-9833-7fb0f5135313" providerId="ADAL" clId="{E98ED17A-7109-B540-9D8D-B21534B0C6CC}" dt="2020-12-03T01:13:00.256" v="4414"/>
          <ac:inkMkLst>
            <pc:docMk/>
            <pc:sldMk cId="615592541" sldId="373"/>
            <ac:inkMk id="17" creationId="{06274F75-3053-9645-A2A8-DF2DE6A3B538}"/>
          </ac:inkMkLst>
        </pc:inkChg>
        <pc:inkChg chg="add mod">
          <ac:chgData name="鈴木 秀規" userId="f68c5fd9-22d5-4c0a-9833-7fb0f5135313" providerId="ADAL" clId="{E98ED17A-7109-B540-9D8D-B21534B0C6CC}" dt="2020-12-03T01:13:00.256" v="4414"/>
          <ac:inkMkLst>
            <pc:docMk/>
            <pc:sldMk cId="615592541" sldId="373"/>
            <ac:inkMk id="18" creationId="{5D9D1CCC-7C4B-4F45-9E8C-46E7A461F224}"/>
          </ac:inkMkLst>
        </pc:inkChg>
        <pc:inkChg chg="add mod">
          <ac:chgData name="鈴木 秀規" userId="f68c5fd9-22d5-4c0a-9833-7fb0f5135313" providerId="ADAL" clId="{E98ED17A-7109-B540-9D8D-B21534B0C6CC}" dt="2020-12-03T01:13:00.256" v="4414"/>
          <ac:inkMkLst>
            <pc:docMk/>
            <pc:sldMk cId="615592541" sldId="373"/>
            <ac:inkMk id="19" creationId="{80067FE2-41C2-1547-839E-8D7B8C559F11}"/>
          </ac:inkMkLst>
        </pc:inkChg>
        <pc:inkChg chg="add mod">
          <ac:chgData name="鈴木 秀規" userId="f68c5fd9-22d5-4c0a-9833-7fb0f5135313" providerId="ADAL" clId="{E98ED17A-7109-B540-9D8D-B21534B0C6CC}" dt="2020-12-03T01:13:00.256" v="4414"/>
          <ac:inkMkLst>
            <pc:docMk/>
            <pc:sldMk cId="615592541" sldId="373"/>
            <ac:inkMk id="20" creationId="{F851E1F2-49C9-2445-9F7E-DE468F4F208B}"/>
          </ac:inkMkLst>
        </pc:inkChg>
        <pc:inkChg chg="add mod">
          <ac:chgData name="鈴木 秀規" userId="f68c5fd9-22d5-4c0a-9833-7fb0f5135313" providerId="ADAL" clId="{E98ED17A-7109-B540-9D8D-B21534B0C6CC}" dt="2020-12-03T01:13:00.256" v="4414"/>
          <ac:inkMkLst>
            <pc:docMk/>
            <pc:sldMk cId="615592541" sldId="373"/>
            <ac:inkMk id="22" creationId="{30A1AF40-AD9F-8C47-9E55-8A996B26915D}"/>
          </ac:inkMkLst>
        </pc:inkChg>
        <pc:inkChg chg="add mod">
          <ac:chgData name="鈴木 秀規" userId="f68c5fd9-22d5-4c0a-9833-7fb0f5135313" providerId="ADAL" clId="{E98ED17A-7109-B540-9D8D-B21534B0C6CC}" dt="2020-12-03T01:13:00.256" v="4414"/>
          <ac:inkMkLst>
            <pc:docMk/>
            <pc:sldMk cId="615592541" sldId="373"/>
            <ac:inkMk id="23" creationId="{B40EA742-73B3-364D-AA23-FB8590AC2207}"/>
          </ac:inkMkLst>
        </pc:inkChg>
        <pc:inkChg chg="add mod">
          <ac:chgData name="鈴木 秀規" userId="f68c5fd9-22d5-4c0a-9833-7fb0f5135313" providerId="ADAL" clId="{E98ED17A-7109-B540-9D8D-B21534B0C6CC}" dt="2020-12-03T01:13:00.256" v="4414"/>
          <ac:inkMkLst>
            <pc:docMk/>
            <pc:sldMk cId="615592541" sldId="373"/>
            <ac:inkMk id="24" creationId="{5795096A-74E9-234F-8BC6-A2B37FEC1E1B}"/>
          </ac:inkMkLst>
        </pc:inkChg>
        <pc:inkChg chg="add mod">
          <ac:chgData name="鈴木 秀規" userId="f68c5fd9-22d5-4c0a-9833-7fb0f5135313" providerId="ADAL" clId="{E98ED17A-7109-B540-9D8D-B21534B0C6CC}" dt="2020-12-03T01:13:00.256" v="4414"/>
          <ac:inkMkLst>
            <pc:docMk/>
            <pc:sldMk cId="615592541" sldId="373"/>
            <ac:inkMk id="26" creationId="{9B6B34F6-24F6-0845-A046-BBBEA60020BC}"/>
          </ac:inkMkLst>
        </pc:inkChg>
        <pc:inkChg chg="add mod">
          <ac:chgData name="鈴木 秀規" userId="f68c5fd9-22d5-4c0a-9833-7fb0f5135313" providerId="ADAL" clId="{E98ED17A-7109-B540-9D8D-B21534B0C6CC}" dt="2020-12-03T01:13:04.351" v="4419"/>
          <ac:inkMkLst>
            <pc:docMk/>
            <pc:sldMk cId="615592541" sldId="373"/>
            <ac:inkMk id="28" creationId="{12C4A5BC-67FB-BC4D-BC74-8AF6D08168AF}"/>
          </ac:inkMkLst>
        </pc:inkChg>
        <pc:inkChg chg="add mod">
          <ac:chgData name="鈴木 秀規" userId="f68c5fd9-22d5-4c0a-9833-7fb0f5135313" providerId="ADAL" clId="{E98ED17A-7109-B540-9D8D-B21534B0C6CC}" dt="2020-12-03T01:13:04.351" v="4419"/>
          <ac:inkMkLst>
            <pc:docMk/>
            <pc:sldMk cId="615592541" sldId="373"/>
            <ac:inkMk id="29" creationId="{6DAC1C2F-D9A4-1944-8C16-2751D238E4A6}"/>
          </ac:inkMkLst>
        </pc:inkChg>
        <pc:inkChg chg="add mod">
          <ac:chgData name="鈴木 秀規" userId="f68c5fd9-22d5-4c0a-9833-7fb0f5135313" providerId="ADAL" clId="{E98ED17A-7109-B540-9D8D-B21534B0C6CC}" dt="2020-12-03T01:13:04.351" v="4419"/>
          <ac:inkMkLst>
            <pc:docMk/>
            <pc:sldMk cId="615592541" sldId="373"/>
            <ac:inkMk id="30" creationId="{B951B618-8B83-0845-91F9-73B0D476A03E}"/>
          </ac:inkMkLst>
        </pc:inkChg>
        <pc:inkChg chg="add mod">
          <ac:chgData name="鈴木 秀規" userId="f68c5fd9-22d5-4c0a-9833-7fb0f5135313" providerId="ADAL" clId="{E98ED17A-7109-B540-9D8D-B21534B0C6CC}" dt="2020-12-03T01:13:04.351" v="4419"/>
          <ac:inkMkLst>
            <pc:docMk/>
            <pc:sldMk cId="615592541" sldId="373"/>
            <ac:inkMk id="31" creationId="{72845632-76A6-8147-A9AC-11489DA2606D}"/>
          </ac:inkMkLst>
        </pc:inkChg>
        <pc:inkChg chg="add mod">
          <ac:chgData name="鈴木 秀規" userId="f68c5fd9-22d5-4c0a-9833-7fb0f5135313" providerId="ADAL" clId="{E98ED17A-7109-B540-9D8D-B21534B0C6CC}" dt="2020-12-03T01:13:22.530" v="4437"/>
          <ac:inkMkLst>
            <pc:docMk/>
            <pc:sldMk cId="615592541" sldId="373"/>
            <ac:inkMk id="33" creationId="{327E1137-848C-0542-A008-A361377DC6B3}"/>
          </ac:inkMkLst>
        </pc:inkChg>
        <pc:inkChg chg="add mod">
          <ac:chgData name="鈴木 秀規" userId="f68c5fd9-22d5-4c0a-9833-7fb0f5135313" providerId="ADAL" clId="{E98ED17A-7109-B540-9D8D-B21534B0C6CC}" dt="2020-12-03T01:13:22.530" v="4437"/>
          <ac:inkMkLst>
            <pc:docMk/>
            <pc:sldMk cId="615592541" sldId="373"/>
            <ac:inkMk id="34" creationId="{04E87504-CE51-1647-BC33-8498586A5F99}"/>
          </ac:inkMkLst>
        </pc:inkChg>
        <pc:inkChg chg="add mod">
          <ac:chgData name="鈴木 秀規" userId="f68c5fd9-22d5-4c0a-9833-7fb0f5135313" providerId="ADAL" clId="{E98ED17A-7109-B540-9D8D-B21534B0C6CC}" dt="2020-12-03T01:13:22.530" v="4437"/>
          <ac:inkMkLst>
            <pc:docMk/>
            <pc:sldMk cId="615592541" sldId="373"/>
            <ac:inkMk id="36" creationId="{914ED145-23CC-D24F-B377-64500A97C9BD}"/>
          </ac:inkMkLst>
        </pc:inkChg>
        <pc:inkChg chg="add mod">
          <ac:chgData name="鈴木 秀規" userId="f68c5fd9-22d5-4c0a-9833-7fb0f5135313" providerId="ADAL" clId="{E98ED17A-7109-B540-9D8D-B21534B0C6CC}" dt="2020-12-03T01:13:22.530" v="4437"/>
          <ac:inkMkLst>
            <pc:docMk/>
            <pc:sldMk cId="615592541" sldId="373"/>
            <ac:inkMk id="37" creationId="{FA522D34-9A1E-3845-B98E-2AEBD709AF4C}"/>
          </ac:inkMkLst>
        </pc:inkChg>
        <pc:inkChg chg="add mod">
          <ac:chgData name="鈴木 秀規" userId="f68c5fd9-22d5-4c0a-9833-7fb0f5135313" providerId="ADAL" clId="{E98ED17A-7109-B540-9D8D-B21534B0C6CC}" dt="2020-12-03T01:13:22.530" v="4437"/>
          <ac:inkMkLst>
            <pc:docMk/>
            <pc:sldMk cId="615592541" sldId="373"/>
            <ac:inkMk id="38" creationId="{9066D749-49B2-DD47-A77B-9E073DE6E36E}"/>
          </ac:inkMkLst>
        </pc:inkChg>
        <pc:inkChg chg="add mod">
          <ac:chgData name="鈴木 秀規" userId="f68c5fd9-22d5-4c0a-9833-7fb0f5135313" providerId="ADAL" clId="{E98ED17A-7109-B540-9D8D-B21534B0C6CC}" dt="2020-12-03T01:13:22.530" v="4437"/>
          <ac:inkMkLst>
            <pc:docMk/>
            <pc:sldMk cId="615592541" sldId="373"/>
            <ac:inkMk id="39" creationId="{6D0E7CA8-6D0E-5D45-95BF-6DD492468F82}"/>
          </ac:inkMkLst>
        </pc:inkChg>
        <pc:inkChg chg="add mod">
          <ac:chgData name="鈴木 秀規" userId="f68c5fd9-22d5-4c0a-9833-7fb0f5135313" providerId="ADAL" clId="{E98ED17A-7109-B540-9D8D-B21534B0C6CC}" dt="2020-12-03T01:13:22.530" v="4437"/>
          <ac:inkMkLst>
            <pc:docMk/>
            <pc:sldMk cId="615592541" sldId="373"/>
            <ac:inkMk id="40" creationId="{EBE4CD0E-56F2-C94C-85BD-2F0E4734D0C6}"/>
          </ac:inkMkLst>
        </pc:inkChg>
        <pc:inkChg chg="add mod">
          <ac:chgData name="鈴木 秀規" userId="f68c5fd9-22d5-4c0a-9833-7fb0f5135313" providerId="ADAL" clId="{E98ED17A-7109-B540-9D8D-B21534B0C6CC}" dt="2020-12-03T01:13:22.530" v="4437"/>
          <ac:inkMkLst>
            <pc:docMk/>
            <pc:sldMk cId="615592541" sldId="373"/>
            <ac:inkMk id="41" creationId="{C0C2010C-9DF9-6F4D-954C-13A577A55AD1}"/>
          </ac:inkMkLst>
        </pc:inkChg>
        <pc:inkChg chg="add mod">
          <ac:chgData name="鈴木 秀規" userId="f68c5fd9-22d5-4c0a-9833-7fb0f5135313" providerId="ADAL" clId="{E98ED17A-7109-B540-9D8D-B21534B0C6CC}" dt="2020-12-03T01:13:22.530" v="4437"/>
          <ac:inkMkLst>
            <pc:docMk/>
            <pc:sldMk cId="615592541" sldId="373"/>
            <ac:inkMk id="42" creationId="{0625FF5C-52FE-9445-8BF7-0BA1D54C9A6F}"/>
          </ac:inkMkLst>
        </pc:inkChg>
        <pc:inkChg chg="add mod">
          <ac:chgData name="鈴木 秀規" userId="f68c5fd9-22d5-4c0a-9833-7fb0f5135313" providerId="ADAL" clId="{E98ED17A-7109-B540-9D8D-B21534B0C6CC}" dt="2020-12-03T01:13:22.530" v="4437"/>
          <ac:inkMkLst>
            <pc:docMk/>
            <pc:sldMk cId="615592541" sldId="373"/>
            <ac:inkMk id="43" creationId="{0F4A4156-4EB8-0B43-83C5-FC67006F1FDE}"/>
          </ac:inkMkLst>
        </pc:inkChg>
        <pc:inkChg chg="add mod">
          <ac:chgData name="鈴木 秀規" userId="f68c5fd9-22d5-4c0a-9833-7fb0f5135313" providerId="ADAL" clId="{E98ED17A-7109-B540-9D8D-B21534B0C6CC}" dt="2020-12-03T01:13:22.530" v="4437"/>
          <ac:inkMkLst>
            <pc:docMk/>
            <pc:sldMk cId="615592541" sldId="373"/>
            <ac:inkMk id="45" creationId="{588F4819-1DC0-1740-A4EF-E006190C5EEF}"/>
          </ac:inkMkLst>
        </pc:inkChg>
        <pc:inkChg chg="add mod">
          <ac:chgData name="鈴木 秀規" userId="f68c5fd9-22d5-4c0a-9833-7fb0f5135313" providerId="ADAL" clId="{E98ED17A-7109-B540-9D8D-B21534B0C6CC}" dt="2020-12-03T01:13:22.530" v="4437"/>
          <ac:inkMkLst>
            <pc:docMk/>
            <pc:sldMk cId="615592541" sldId="373"/>
            <ac:inkMk id="46" creationId="{E2E294BA-E2E1-1A41-AEFC-7921BD5BB7ED}"/>
          </ac:inkMkLst>
        </pc:inkChg>
        <pc:inkChg chg="add mod">
          <ac:chgData name="鈴木 秀規" userId="f68c5fd9-22d5-4c0a-9833-7fb0f5135313" providerId="ADAL" clId="{E98ED17A-7109-B540-9D8D-B21534B0C6CC}" dt="2020-12-03T01:13:25.226" v="4440"/>
          <ac:inkMkLst>
            <pc:docMk/>
            <pc:sldMk cId="615592541" sldId="373"/>
            <ac:inkMk id="47" creationId="{ADB155EE-7897-0340-A79E-B348072C7BAC}"/>
          </ac:inkMkLst>
        </pc:inkChg>
        <pc:inkChg chg="add mod">
          <ac:chgData name="鈴木 秀規" userId="f68c5fd9-22d5-4c0a-9833-7fb0f5135313" providerId="ADAL" clId="{E98ED17A-7109-B540-9D8D-B21534B0C6CC}" dt="2020-12-03T01:13:25.226" v="4440"/>
          <ac:inkMkLst>
            <pc:docMk/>
            <pc:sldMk cId="615592541" sldId="373"/>
            <ac:inkMk id="48" creationId="{602A42FD-E6A0-DE42-AADE-9BD997397654}"/>
          </ac:inkMkLst>
        </pc:inkChg>
        <pc:inkChg chg="add mod">
          <ac:chgData name="鈴木 秀規" userId="f68c5fd9-22d5-4c0a-9833-7fb0f5135313" providerId="ADAL" clId="{E98ED17A-7109-B540-9D8D-B21534B0C6CC}" dt="2020-12-03T01:13:25.226" v="4440"/>
          <ac:inkMkLst>
            <pc:docMk/>
            <pc:sldMk cId="615592541" sldId="373"/>
            <ac:inkMk id="49" creationId="{CB785C1E-0477-6F47-AED8-83ABC4D01D6C}"/>
          </ac:inkMkLst>
        </pc:inkChg>
        <pc:inkChg chg="add mod">
          <ac:chgData name="鈴木 秀規" userId="f68c5fd9-22d5-4c0a-9833-7fb0f5135313" providerId="ADAL" clId="{E98ED17A-7109-B540-9D8D-B21534B0C6CC}" dt="2020-12-03T01:13:25.226" v="4440"/>
          <ac:inkMkLst>
            <pc:docMk/>
            <pc:sldMk cId="615592541" sldId="373"/>
            <ac:inkMk id="52" creationId="{12C88632-5B91-3741-8EB2-3FC9DA49DBAA}"/>
          </ac:inkMkLst>
        </pc:inkChg>
        <pc:inkChg chg="add mod">
          <ac:chgData name="鈴木 秀規" userId="f68c5fd9-22d5-4c0a-9833-7fb0f5135313" providerId="ADAL" clId="{E98ED17A-7109-B540-9D8D-B21534B0C6CC}" dt="2020-12-03T01:13:25.226" v="4440"/>
          <ac:inkMkLst>
            <pc:docMk/>
            <pc:sldMk cId="615592541" sldId="373"/>
            <ac:inkMk id="53" creationId="{12F4DDED-0E09-5E49-992F-7534E6CC9135}"/>
          </ac:inkMkLst>
        </pc:inkChg>
      </pc:sldChg>
    </pc:docChg>
  </pc:docChgLst>
  <pc:docChgLst>
    <pc:chgData name="美好 健太" userId="7c604b94-b96e-4672-9c86-bb51d9d6f567" providerId="ADAL" clId="{76468029-B119-43F6-A4EC-99299C249BD1}"/>
    <pc:docChg chg="undo custSel modSld">
      <pc:chgData name="美好 健太" userId="7c604b94-b96e-4672-9c86-bb51d9d6f567" providerId="ADAL" clId="{76468029-B119-43F6-A4EC-99299C249BD1}" dt="2021-03-05T08:29:54.264" v="6" actId="5793"/>
      <pc:docMkLst>
        <pc:docMk/>
      </pc:docMkLst>
      <pc:sldChg chg="modSp mod">
        <pc:chgData name="美好 健太" userId="7c604b94-b96e-4672-9c86-bb51d9d6f567" providerId="ADAL" clId="{76468029-B119-43F6-A4EC-99299C249BD1}" dt="2021-03-05T08:29:54.264" v="6" actId="5793"/>
        <pc:sldMkLst>
          <pc:docMk/>
          <pc:sldMk cId="3569274236" sldId="366"/>
        </pc:sldMkLst>
        <pc:spChg chg="mod">
          <ac:chgData name="美好 健太" userId="7c604b94-b96e-4672-9c86-bb51d9d6f567" providerId="ADAL" clId="{76468029-B119-43F6-A4EC-99299C249BD1}" dt="2021-03-05T08:29:54.264" v="6" actId="5793"/>
          <ac:spMkLst>
            <pc:docMk/>
            <pc:sldMk cId="3569274236" sldId="366"/>
            <ac:spMk id="5" creationId="{3E0556CE-BA73-4873-ACF2-1B717A6AA71F}"/>
          </ac:spMkLst>
        </pc:spChg>
      </pc:sldChg>
    </pc:docChg>
  </pc:docChgLst>
  <pc:docChgLst>
    <pc:chgData name="営業サーバ" userId="c35045ed-c185-45de-8f58-be20a28877d8" providerId="ADAL" clId="{034C929F-50EC-4052-8F50-398F27893DAE}"/>
    <pc:docChg chg="modSld">
      <pc:chgData name="営業サーバ" userId="c35045ed-c185-45de-8f58-be20a28877d8" providerId="ADAL" clId="{034C929F-50EC-4052-8F50-398F27893DAE}" dt="2020-11-26T07:12:51.982" v="0"/>
      <pc:docMkLst>
        <pc:docMk/>
      </pc:docMkLst>
      <pc:sldChg chg="modSp mod">
        <pc:chgData name="営業サーバ" userId="c35045ed-c185-45de-8f58-be20a28877d8" providerId="ADAL" clId="{034C929F-50EC-4052-8F50-398F27893DAE}" dt="2020-11-26T07:12:51.982" v="0"/>
        <pc:sldMkLst>
          <pc:docMk/>
          <pc:sldMk cId="0" sldId="256"/>
        </pc:sldMkLst>
        <pc:spChg chg="mod">
          <ac:chgData name="営業サーバ" userId="c35045ed-c185-45de-8f58-be20a28877d8" providerId="ADAL" clId="{034C929F-50EC-4052-8F50-398F27893DAE}" dt="2020-11-26T07:12:51.982" v="0"/>
          <ac:spMkLst>
            <pc:docMk/>
            <pc:sldMk cId="0" sldId="256"/>
            <ac:spMk id="56" creationId="{00000000-0000-0000-0000-000000000000}"/>
          </ac:spMkLst>
        </pc:spChg>
      </pc:sldChg>
    </pc:docChg>
  </pc:docChgLst>
  <pc:docChgLst>
    <pc:chgData name="鈴木 秀規" userId="S::h_suzuki@rhizome01.onmicrosoft.com::f68c5fd9-22d5-4c0a-9833-7fb0f5135313" providerId="AD" clId="Web-{41084A8C-A0A3-CA0D-2EC9-61FD28899570}"/>
    <pc:docChg chg="modSld">
      <pc:chgData name="鈴木 秀規" userId="S::h_suzuki@rhizome01.onmicrosoft.com::f68c5fd9-22d5-4c0a-9833-7fb0f5135313" providerId="AD" clId="Web-{41084A8C-A0A3-CA0D-2EC9-61FD28899570}" dt="2020-12-02T01:37:22.114" v="88" actId="20577"/>
      <pc:docMkLst>
        <pc:docMk/>
      </pc:docMkLst>
      <pc:sldChg chg="modSp">
        <pc:chgData name="鈴木 秀規" userId="S::h_suzuki@rhizome01.onmicrosoft.com::f68c5fd9-22d5-4c0a-9833-7fb0f5135313" providerId="AD" clId="Web-{41084A8C-A0A3-CA0D-2EC9-61FD28899570}" dt="2020-12-02T01:17:04.208" v="9" actId="20577"/>
        <pc:sldMkLst>
          <pc:docMk/>
          <pc:sldMk cId="0" sldId="256"/>
        </pc:sldMkLst>
        <pc:spChg chg="mod">
          <ac:chgData name="鈴木 秀規" userId="S::h_suzuki@rhizome01.onmicrosoft.com::f68c5fd9-22d5-4c0a-9833-7fb0f5135313" providerId="AD" clId="Web-{41084A8C-A0A3-CA0D-2EC9-61FD28899570}" dt="2020-12-02T01:17:04.208" v="9" actId="20577"/>
          <ac:spMkLst>
            <pc:docMk/>
            <pc:sldMk cId="0" sldId="256"/>
            <ac:spMk id="56" creationId="{00000000-0000-0000-0000-000000000000}"/>
          </ac:spMkLst>
        </pc:spChg>
      </pc:sldChg>
      <pc:sldChg chg="modSp">
        <pc:chgData name="鈴木 秀規" userId="S::h_suzuki@rhizome01.onmicrosoft.com::f68c5fd9-22d5-4c0a-9833-7fb0f5135313" providerId="AD" clId="Web-{41084A8C-A0A3-CA0D-2EC9-61FD28899570}" dt="2020-12-02T01:35:43.811" v="67" actId="20577"/>
        <pc:sldMkLst>
          <pc:docMk/>
          <pc:sldMk cId="1678292941" sldId="359"/>
        </pc:sldMkLst>
        <pc:spChg chg="mod">
          <ac:chgData name="鈴木 秀規" userId="S::h_suzuki@rhizome01.onmicrosoft.com::f68c5fd9-22d5-4c0a-9833-7fb0f5135313" providerId="AD" clId="Web-{41084A8C-A0A3-CA0D-2EC9-61FD28899570}" dt="2020-12-02T01:35:43.811" v="67" actId="20577"/>
          <ac:spMkLst>
            <pc:docMk/>
            <pc:sldMk cId="1678292941" sldId="359"/>
            <ac:spMk id="5" creationId="{9FB73B72-EC40-4233-BAB1-83ECFE5A4DD1}"/>
          </ac:spMkLst>
        </pc:spChg>
      </pc:sldChg>
      <pc:sldChg chg="modSp">
        <pc:chgData name="鈴木 秀規" userId="S::h_suzuki@rhizome01.onmicrosoft.com::f68c5fd9-22d5-4c0a-9833-7fb0f5135313" providerId="AD" clId="Web-{41084A8C-A0A3-CA0D-2EC9-61FD28899570}" dt="2020-12-02T01:37:22.114" v="87" actId="20577"/>
        <pc:sldMkLst>
          <pc:docMk/>
          <pc:sldMk cId="1668843990" sldId="360"/>
        </pc:sldMkLst>
        <pc:spChg chg="mod">
          <ac:chgData name="鈴木 秀規" userId="S::h_suzuki@rhizome01.onmicrosoft.com::f68c5fd9-22d5-4c0a-9833-7fb0f5135313" providerId="AD" clId="Web-{41084A8C-A0A3-CA0D-2EC9-61FD28899570}" dt="2020-12-02T01:37:22.114" v="87" actId="20577"/>
          <ac:spMkLst>
            <pc:docMk/>
            <pc:sldMk cId="1668843990" sldId="360"/>
            <ac:spMk id="9" creationId="{A4832727-EA7F-44D6-A9F2-E4AE0246960A}"/>
          </ac:spMkLst>
        </pc:spChg>
      </pc:sldChg>
    </pc:docChg>
  </pc:docChgLst>
  <pc:docChgLst>
    <pc:chgData name="handa@rhizome01.onmicrosoft.com" userId="1e4433e6-5c02-4084-a745-ce0b57f2b267" providerId="ADAL" clId="{67B0D23D-2C18-46E5-8A9C-18BA33B1BD29}"/>
    <pc:docChg chg="undo custSel modSld">
      <pc:chgData name="handa@rhizome01.onmicrosoft.com" userId="1e4433e6-5c02-4084-a745-ce0b57f2b267" providerId="ADAL" clId="{67B0D23D-2C18-46E5-8A9C-18BA33B1BD29}" dt="2022-05-24T02:39:04.708" v="18" actId="20577"/>
      <pc:docMkLst>
        <pc:docMk/>
      </pc:docMkLst>
      <pc:sldChg chg="addSp delSp modSp mod">
        <pc:chgData name="handa@rhizome01.onmicrosoft.com" userId="1e4433e6-5c02-4084-a745-ce0b57f2b267" providerId="ADAL" clId="{67B0D23D-2C18-46E5-8A9C-18BA33B1BD29}" dt="2022-05-24T02:39:04.708" v="18" actId="20577"/>
        <pc:sldMkLst>
          <pc:docMk/>
          <pc:sldMk cId="2755247261" sldId="372"/>
        </pc:sldMkLst>
        <pc:spChg chg="mod">
          <ac:chgData name="handa@rhizome01.onmicrosoft.com" userId="1e4433e6-5c02-4084-a745-ce0b57f2b267" providerId="ADAL" clId="{67B0D23D-2C18-46E5-8A9C-18BA33B1BD29}" dt="2022-05-24T02:39:04.708" v="18" actId="20577"/>
          <ac:spMkLst>
            <pc:docMk/>
            <pc:sldMk cId="2755247261" sldId="372"/>
            <ac:spMk id="10" creationId="{CC0AE81B-FC58-40D2-B786-A08A14436C53}"/>
          </ac:spMkLst>
        </pc:spChg>
        <pc:grpChg chg="mod">
          <ac:chgData name="handa@rhizome01.onmicrosoft.com" userId="1e4433e6-5c02-4084-a745-ce0b57f2b267" providerId="ADAL" clId="{67B0D23D-2C18-46E5-8A9C-18BA33B1BD29}" dt="2022-05-24T02:38:55.699" v="5"/>
          <ac:grpSpMkLst>
            <pc:docMk/>
            <pc:sldMk cId="2755247261" sldId="372"/>
            <ac:grpSpMk id="15" creationId="{241178C8-B648-4182-33CB-DBF16F0C9E72}"/>
          </ac:grpSpMkLst>
        </pc:grpChg>
        <pc:inkChg chg="add del">
          <ac:chgData name="handa@rhizome01.onmicrosoft.com" userId="1e4433e6-5c02-4084-a745-ce0b57f2b267" providerId="ADAL" clId="{67B0D23D-2C18-46E5-8A9C-18BA33B1BD29}" dt="2022-05-24T02:38:56.486" v="7" actId="9405"/>
          <ac:inkMkLst>
            <pc:docMk/>
            <pc:sldMk cId="2755247261" sldId="372"/>
            <ac:inkMk id="7" creationId="{CC0745DF-8556-BF0B-DECB-DE37058018A2}"/>
          </ac:inkMkLst>
        </pc:inkChg>
        <pc:inkChg chg="add del mod">
          <ac:chgData name="handa@rhizome01.onmicrosoft.com" userId="1e4433e6-5c02-4084-a745-ce0b57f2b267" providerId="ADAL" clId="{67B0D23D-2C18-46E5-8A9C-18BA33B1BD29}" dt="2022-05-24T02:38:56.058" v="6" actId="9405"/>
          <ac:inkMkLst>
            <pc:docMk/>
            <pc:sldMk cId="2755247261" sldId="372"/>
            <ac:inkMk id="8" creationId="{D99B4562-F7E9-F0E2-6A6E-C8977C5932E9}"/>
          </ac:inkMkLst>
        </pc:inkChg>
        <pc:inkChg chg="add del mod">
          <ac:chgData name="handa@rhizome01.onmicrosoft.com" userId="1e4433e6-5c02-4084-a745-ce0b57f2b267" providerId="ADAL" clId="{67B0D23D-2C18-46E5-8A9C-18BA33B1BD29}" dt="2022-05-24T02:38:55.699" v="5"/>
          <ac:inkMkLst>
            <pc:docMk/>
            <pc:sldMk cId="2755247261" sldId="372"/>
            <ac:inkMk id="14" creationId="{5619D7F7-5200-9D06-4CDC-967EDFC0CE2C}"/>
          </ac:inkMkLst>
        </pc:inkChg>
      </pc:sldChg>
    </pc:docChg>
  </pc:docChgLst>
  <pc:docChgLst>
    <pc:chgData name="鈴木 秀規" userId="f68c5fd9-22d5-4c0a-9833-7fb0f5135313" providerId="ADAL" clId="{AF96CCF2-A840-4D79-B969-C063CAB364A1}"/>
    <pc:docChg chg="modSld">
      <pc:chgData name="鈴木 秀規" userId="f68c5fd9-22d5-4c0a-9833-7fb0f5135313" providerId="ADAL" clId="{AF96CCF2-A840-4D79-B969-C063CAB364A1}" dt="2020-12-10T05:20:41.835" v="381" actId="5793"/>
      <pc:docMkLst>
        <pc:docMk/>
      </pc:docMkLst>
      <pc:sldChg chg="modSp mod">
        <pc:chgData name="鈴木 秀規" userId="f68c5fd9-22d5-4c0a-9833-7fb0f5135313" providerId="ADAL" clId="{AF96CCF2-A840-4D79-B969-C063CAB364A1}" dt="2020-12-10T05:16:41.920" v="277" actId="207"/>
        <pc:sldMkLst>
          <pc:docMk/>
          <pc:sldMk cId="510692425" sldId="259"/>
        </pc:sldMkLst>
        <pc:spChg chg="mod">
          <ac:chgData name="鈴木 秀規" userId="f68c5fd9-22d5-4c0a-9833-7fb0f5135313" providerId="ADAL" clId="{AF96CCF2-A840-4D79-B969-C063CAB364A1}" dt="2020-12-10T05:16:41.920" v="277" actId="207"/>
          <ac:spMkLst>
            <pc:docMk/>
            <pc:sldMk cId="510692425" sldId="259"/>
            <ac:spMk id="10" creationId="{3E5F57E8-1388-43AE-8DB4-00724FCD3EB3}"/>
          </ac:spMkLst>
        </pc:spChg>
      </pc:sldChg>
      <pc:sldChg chg="modSp mod">
        <pc:chgData name="鈴木 秀規" userId="f68c5fd9-22d5-4c0a-9833-7fb0f5135313" providerId="ADAL" clId="{AF96CCF2-A840-4D79-B969-C063CAB364A1}" dt="2020-12-10T05:14:37.944" v="120"/>
        <pc:sldMkLst>
          <pc:docMk/>
          <pc:sldMk cId="1668843990" sldId="360"/>
        </pc:sldMkLst>
        <pc:spChg chg="mod">
          <ac:chgData name="鈴木 秀規" userId="f68c5fd9-22d5-4c0a-9833-7fb0f5135313" providerId="ADAL" clId="{AF96CCF2-A840-4D79-B969-C063CAB364A1}" dt="2020-12-10T05:14:37.944" v="120"/>
          <ac:spMkLst>
            <pc:docMk/>
            <pc:sldMk cId="1668843990" sldId="360"/>
            <ac:spMk id="9" creationId="{A4832727-EA7F-44D6-A9F2-E4AE0246960A}"/>
          </ac:spMkLst>
        </pc:spChg>
      </pc:sldChg>
      <pc:sldChg chg="modSp mod">
        <pc:chgData name="鈴木 秀規" userId="f68c5fd9-22d5-4c0a-9833-7fb0f5135313" providerId="ADAL" clId="{AF96CCF2-A840-4D79-B969-C063CAB364A1}" dt="2020-12-10T05:15:57.439" v="239" actId="20577"/>
        <pc:sldMkLst>
          <pc:docMk/>
          <pc:sldMk cId="267129399" sldId="361"/>
        </pc:sldMkLst>
        <pc:spChg chg="mod">
          <ac:chgData name="鈴木 秀規" userId="f68c5fd9-22d5-4c0a-9833-7fb0f5135313" providerId="ADAL" clId="{AF96CCF2-A840-4D79-B969-C063CAB364A1}" dt="2020-12-10T05:15:57.439" v="239" actId="20577"/>
          <ac:spMkLst>
            <pc:docMk/>
            <pc:sldMk cId="267129399" sldId="361"/>
            <ac:spMk id="6" creationId="{D0F3BEAC-A5EA-4EE4-95C7-0AEC1107FD29}"/>
          </ac:spMkLst>
        </pc:spChg>
      </pc:sldChg>
      <pc:sldChg chg="modSp mod">
        <pc:chgData name="鈴木 秀規" userId="f68c5fd9-22d5-4c0a-9833-7fb0f5135313" providerId="ADAL" clId="{AF96CCF2-A840-4D79-B969-C063CAB364A1}" dt="2020-12-10T05:19:40.511" v="338" actId="207"/>
        <pc:sldMkLst>
          <pc:docMk/>
          <pc:sldMk cId="3018498330" sldId="369"/>
        </pc:sldMkLst>
        <pc:spChg chg="mod">
          <ac:chgData name="鈴木 秀規" userId="f68c5fd9-22d5-4c0a-9833-7fb0f5135313" providerId="ADAL" clId="{AF96CCF2-A840-4D79-B969-C063CAB364A1}" dt="2020-12-10T05:19:40.511" v="338" actId="207"/>
          <ac:spMkLst>
            <pc:docMk/>
            <pc:sldMk cId="3018498330" sldId="369"/>
            <ac:spMk id="5" creationId="{6B35BADF-F225-2348-897F-AF9752777AC5}"/>
          </ac:spMkLst>
        </pc:spChg>
      </pc:sldChg>
      <pc:sldChg chg="modSp mod">
        <pc:chgData name="鈴木 秀規" userId="f68c5fd9-22d5-4c0a-9833-7fb0f5135313" providerId="ADAL" clId="{AF96CCF2-A840-4D79-B969-C063CAB364A1}" dt="2020-12-10T05:20:41.835" v="381" actId="5793"/>
        <pc:sldMkLst>
          <pc:docMk/>
          <pc:sldMk cId="3805279594" sldId="370"/>
        </pc:sldMkLst>
        <pc:spChg chg="mod">
          <ac:chgData name="鈴木 秀規" userId="f68c5fd9-22d5-4c0a-9833-7fb0f5135313" providerId="ADAL" clId="{AF96CCF2-A840-4D79-B969-C063CAB364A1}" dt="2020-12-10T05:20:41.835" v="381" actId="5793"/>
          <ac:spMkLst>
            <pc:docMk/>
            <pc:sldMk cId="3805279594" sldId="370"/>
            <ac:spMk id="5" creationId="{D9D24A15-605C-D342-9DF6-15A80C8E63C7}"/>
          </ac:spMkLst>
        </pc:spChg>
      </pc:sldChg>
      <pc:sldChg chg="modSp mod">
        <pc:chgData name="鈴木 秀規" userId="f68c5fd9-22d5-4c0a-9833-7fb0f5135313" providerId="ADAL" clId="{AF96CCF2-A840-4D79-B969-C063CAB364A1}" dt="2020-12-10T05:20:03.861" v="347" actId="20577"/>
        <pc:sldMkLst>
          <pc:docMk/>
          <pc:sldMk cId="2800751255" sldId="371"/>
        </pc:sldMkLst>
        <pc:spChg chg="mod">
          <ac:chgData name="鈴木 秀規" userId="f68c5fd9-22d5-4c0a-9833-7fb0f5135313" providerId="ADAL" clId="{AF96CCF2-A840-4D79-B969-C063CAB364A1}" dt="2020-12-10T05:20:03.861" v="347" actId="20577"/>
          <ac:spMkLst>
            <pc:docMk/>
            <pc:sldMk cId="2800751255" sldId="371"/>
            <ac:spMk id="5" creationId="{199D3E35-553D-E34C-ABB7-3B8D9DB70C07}"/>
          </ac:spMkLst>
        </pc:spChg>
      </pc:sldChg>
    </pc:docChg>
  </pc:docChgLst>
  <pc:docChgLst>
    <pc:chgData name="鈴木 秀規" userId="f68c5fd9-22d5-4c0a-9833-7fb0f5135313" providerId="ADAL" clId="{B600404B-B4AC-BA48-ABCA-42DD293133BE}"/>
    <pc:docChg chg="undo custSel addSld delSld modSld sldOrd">
      <pc:chgData name="鈴木 秀規" userId="f68c5fd9-22d5-4c0a-9833-7fb0f5135313" providerId="ADAL" clId="{B600404B-B4AC-BA48-ABCA-42DD293133BE}" dt="2020-12-02T08:19:39.228" v="9351" actId="6549"/>
      <pc:docMkLst>
        <pc:docMk/>
      </pc:docMkLst>
      <pc:sldChg chg="addSp delSp modSp mod">
        <pc:chgData name="鈴木 秀規" userId="f68c5fd9-22d5-4c0a-9833-7fb0f5135313" providerId="ADAL" clId="{B600404B-B4AC-BA48-ABCA-42DD293133BE}" dt="2020-12-02T04:54:04.684" v="4077" actId="12"/>
        <pc:sldMkLst>
          <pc:docMk/>
          <pc:sldMk cId="510692425" sldId="259"/>
        </pc:sldMkLst>
        <pc:spChg chg="add mod">
          <ac:chgData name="鈴木 秀規" userId="f68c5fd9-22d5-4c0a-9833-7fb0f5135313" providerId="ADAL" clId="{B600404B-B4AC-BA48-ABCA-42DD293133BE}" dt="2020-12-02T02:23:27.049" v="1554" actId="14100"/>
          <ac:spMkLst>
            <pc:docMk/>
            <pc:sldMk cId="510692425" sldId="259"/>
            <ac:spMk id="2" creationId="{DC201A77-6CED-B64F-B3B1-47082D385545}"/>
          </ac:spMkLst>
        </pc:spChg>
        <pc:spChg chg="add del mod">
          <ac:chgData name="鈴木 秀規" userId="f68c5fd9-22d5-4c0a-9833-7fb0f5135313" providerId="ADAL" clId="{B600404B-B4AC-BA48-ABCA-42DD293133BE}" dt="2020-12-02T02:09:33.143" v="746" actId="478"/>
          <ac:spMkLst>
            <pc:docMk/>
            <pc:sldMk cId="510692425" sldId="259"/>
            <ac:spMk id="3" creationId="{CC3BEACF-542D-8D43-8EB6-E67A6836736E}"/>
          </ac:spMkLst>
        </pc:spChg>
        <pc:spChg chg="add mod">
          <ac:chgData name="鈴木 秀規" userId="f68c5fd9-22d5-4c0a-9833-7fb0f5135313" providerId="ADAL" clId="{B600404B-B4AC-BA48-ABCA-42DD293133BE}" dt="2020-12-02T02:11:22.858" v="766" actId="122"/>
          <ac:spMkLst>
            <pc:docMk/>
            <pc:sldMk cId="510692425" sldId="259"/>
            <ac:spMk id="4" creationId="{727D21BD-9F31-F24E-B765-050B498880B7}"/>
          </ac:spMkLst>
        </pc:spChg>
        <pc:spChg chg="mod">
          <ac:chgData name="鈴木 秀規" userId="f68c5fd9-22d5-4c0a-9833-7fb0f5135313" providerId="ADAL" clId="{B600404B-B4AC-BA48-ABCA-42DD293133BE}" dt="2020-12-02T01:49:22.837" v="702" actId="114"/>
          <ac:spMkLst>
            <pc:docMk/>
            <pc:sldMk cId="510692425" sldId="259"/>
            <ac:spMk id="7" creationId="{26125C28-3058-490D-92C2-94CB56CB505F}"/>
          </ac:spMkLst>
        </pc:spChg>
        <pc:spChg chg="add del mod">
          <ac:chgData name="鈴木 秀規" userId="f68c5fd9-22d5-4c0a-9833-7fb0f5135313" providerId="ADAL" clId="{B600404B-B4AC-BA48-ABCA-42DD293133BE}" dt="2020-12-02T04:54:04.684" v="4077" actId="12"/>
          <ac:spMkLst>
            <pc:docMk/>
            <pc:sldMk cId="510692425" sldId="259"/>
            <ac:spMk id="9" creationId="{14E1B7D8-B324-1D47-BB93-2B20562C44B8}"/>
          </ac:spMkLst>
        </pc:spChg>
        <pc:spChg chg="mod">
          <ac:chgData name="鈴木 秀規" userId="f68c5fd9-22d5-4c0a-9833-7fb0f5135313" providerId="ADAL" clId="{B600404B-B4AC-BA48-ABCA-42DD293133BE}" dt="2020-12-02T02:28:29.305" v="1762" actId="14100"/>
          <ac:spMkLst>
            <pc:docMk/>
            <pc:sldMk cId="510692425" sldId="259"/>
            <ac:spMk id="10" creationId="{3E5F57E8-1388-43AE-8DB4-00724FCD3EB3}"/>
          </ac:spMkLst>
        </pc:spChg>
        <pc:spChg chg="add del mod">
          <ac:chgData name="鈴木 秀規" userId="f68c5fd9-22d5-4c0a-9833-7fb0f5135313" providerId="ADAL" clId="{B600404B-B4AC-BA48-ABCA-42DD293133BE}" dt="2020-12-02T04:27:55.213" v="2673" actId="478"/>
          <ac:spMkLst>
            <pc:docMk/>
            <pc:sldMk cId="510692425" sldId="259"/>
            <ac:spMk id="11" creationId="{E2E00357-82C8-894B-AEA7-3E016C1C75A3}"/>
          </ac:spMkLst>
        </pc:spChg>
        <pc:spChg chg="add del mod">
          <ac:chgData name="鈴木 秀規" userId="f68c5fd9-22d5-4c0a-9833-7fb0f5135313" providerId="ADAL" clId="{B600404B-B4AC-BA48-ABCA-42DD293133BE}" dt="2020-12-02T02:29:58.865" v="1775" actId="478"/>
          <ac:spMkLst>
            <pc:docMk/>
            <pc:sldMk cId="510692425" sldId="259"/>
            <ac:spMk id="12" creationId="{AA4BC16F-B774-2548-9D76-CEAC3ACF35C6}"/>
          </ac:spMkLst>
        </pc:spChg>
        <pc:spChg chg="add del mod">
          <ac:chgData name="鈴木 秀規" userId="f68c5fd9-22d5-4c0a-9833-7fb0f5135313" providerId="ADAL" clId="{B600404B-B4AC-BA48-ABCA-42DD293133BE}" dt="2020-12-02T04:27:55.213" v="2673" actId="478"/>
          <ac:spMkLst>
            <pc:docMk/>
            <pc:sldMk cId="510692425" sldId="259"/>
            <ac:spMk id="13" creationId="{B973EC8C-CE64-954A-8E60-CEA7F2605A1C}"/>
          </ac:spMkLst>
        </pc:spChg>
        <pc:spChg chg="add del mod">
          <ac:chgData name="鈴木 秀規" userId="f68c5fd9-22d5-4c0a-9833-7fb0f5135313" providerId="ADAL" clId="{B600404B-B4AC-BA48-ABCA-42DD293133BE}" dt="2020-12-02T04:27:55.213" v="2673" actId="478"/>
          <ac:spMkLst>
            <pc:docMk/>
            <pc:sldMk cId="510692425" sldId="259"/>
            <ac:spMk id="14" creationId="{3CA950C9-C4F5-7543-BD2D-DFCE2F576188}"/>
          </ac:spMkLst>
        </pc:spChg>
        <pc:spChg chg="add del mod">
          <ac:chgData name="鈴木 秀規" userId="f68c5fd9-22d5-4c0a-9833-7fb0f5135313" providerId="ADAL" clId="{B600404B-B4AC-BA48-ABCA-42DD293133BE}" dt="2020-12-02T04:27:55.213" v="2673" actId="478"/>
          <ac:spMkLst>
            <pc:docMk/>
            <pc:sldMk cId="510692425" sldId="259"/>
            <ac:spMk id="15" creationId="{ED5AD4F3-B985-664A-86AC-B10F1F90B886}"/>
          </ac:spMkLst>
        </pc:spChg>
        <pc:spChg chg="add mod">
          <ac:chgData name="鈴木 秀規" userId="f68c5fd9-22d5-4c0a-9833-7fb0f5135313" providerId="ADAL" clId="{B600404B-B4AC-BA48-ABCA-42DD293133BE}" dt="2020-12-02T04:28:23.990" v="2714" actId="20577"/>
          <ac:spMkLst>
            <pc:docMk/>
            <pc:sldMk cId="510692425" sldId="259"/>
            <ac:spMk id="16" creationId="{15D20A36-4487-7441-AAC0-662645AC7C25}"/>
          </ac:spMkLst>
        </pc:spChg>
        <pc:grpChg chg="add">
          <ac:chgData name="鈴木 秀規" userId="f68c5fd9-22d5-4c0a-9833-7fb0f5135313" providerId="ADAL" clId="{B600404B-B4AC-BA48-ABCA-42DD293133BE}" dt="2020-12-02T02:13:59.325" v="791" actId="164"/>
          <ac:grpSpMkLst>
            <pc:docMk/>
            <pc:sldMk cId="510692425" sldId="259"/>
            <ac:grpSpMk id="8" creationId="{6ADB31C3-0BE2-AE4F-A979-FDA1F14C8FD1}"/>
          </ac:grpSpMkLst>
        </pc:grpChg>
      </pc:sldChg>
      <pc:sldChg chg="addSp delSp modSp mod modClrScheme chgLayout">
        <pc:chgData name="鈴木 秀規" userId="f68c5fd9-22d5-4c0a-9833-7fb0f5135313" providerId="ADAL" clId="{B600404B-B4AC-BA48-ABCA-42DD293133BE}" dt="2020-12-02T05:50:50.043" v="6319" actId="20577"/>
        <pc:sldMkLst>
          <pc:docMk/>
          <pc:sldMk cId="1511176286" sldId="261"/>
        </pc:sldMkLst>
        <pc:spChg chg="add mod ord">
          <ac:chgData name="鈴木 秀規" userId="f68c5fd9-22d5-4c0a-9833-7fb0f5135313" providerId="ADAL" clId="{B600404B-B4AC-BA48-ABCA-42DD293133BE}" dt="2020-12-02T05:50:50.043" v="6319" actId="20577"/>
          <ac:spMkLst>
            <pc:docMk/>
            <pc:sldMk cId="1511176286" sldId="261"/>
            <ac:spMk id="3" creationId="{0B12D7F3-A5C2-B94D-B5AC-293A43E6E105}"/>
          </ac:spMkLst>
        </pc:spChg>
        <pc:spChg chg="add del mod ord">
          <ac:chgData name="鈴木 秀規" userId="f68c5fd9-22d5-4c0a-9833-7fb0f5135313" providerId="ADAL" clId="{B600404B-B4AC-BA48-ABCA-42DD293133BE}" dt="2020-12-02T04:14:35.860" v="2005" actId="478"/>
          <ac:spMkLst>
            <pc:docMk/>
            <pc:sldMk cId="1511176286" sldId="261"/>
            <ac:spMk id="4" creationId="{E852CDE0-AA4B-314A-B85C-A782B80C00D9}"/>
          </ac:spMkLst>
        </pc:spChg>
        <pc:spChg chg="mod ord">
          <ac:chgData name="鈴木 秀規" userId="f68c5fd9-22d5-4c0a-9833-7fb0f5135313" providerId="ADAL" clId="{B600404B-B4AC-BA48-ABCA-42DD293133BE}" dt="2020-12-02T04:20:15.484" v="2178" actId="6264"/>
          <ac:spMkLst>
            <pc:docMk/>
            <pc:sldMk cId="1511176286" sldId="261"/>
            <ac:spMk id="5" creationId="{A3029779-EAC3-4C79-8D54-6C50A59BB25F}"/>
          </ac:spMkLst>
        </pc:spChg>
        <pc:spChg chg="mod ord">
          <ac:chgData name="鈴木 秀規" userId="f68c5fd9-22d5-4c0a-9833-7fb0f5135313" providerId="ADAL" clId="{B600404B-B4AC-BA48-ABCA-42DD293133BE}" dt="2020-12-02T04:20:15.484" v="2178" actId="6264"/>
          <ac:spMkLst>
            <pc:docMk/>
            <pc:sldMk cId="1511176286" sldId="261"/>
            <ac:spMk id="6" creationId="{93CAF3DF-C091-49F3-9A99-6DC437D36896}"/>
          </ac:spMkLst>
        </pc:spChg>
        <pc:spChg chg="mod ord">
          <ac:chgData name="鈴木 秀規" userId="f68c5fd9-22d5-4c0a-9833-7fb0f5135313" providerId="ADAL" clId="{B600404B-B4AC-BA48-ABCA-42DD293133BE}" dt="2020-12-02T05:50:12.152" v="6260" actId="114"/>
          <ac:spMkLst>
            <pc:docMk/>
            <pc:sldMk cId="1511176286" sldId="261"/>
            <ac:spMk id="7" creationId="{26125C28-3058-490D-92C2-94CB56CB505F}"/>
          </ac:spMkLst>
        </pc:spChg>
        <pc:spChg chg="add del mod ord">
          <ac:chgData name="鈴木 秀規" userId="f68c5fd9-22d5-4c0a-9833-7fb0f5135313" providerId="ADAL" clId="{B600404B-B4AC-BA48-ABCA-42DD293133BE}" dt="2020-12-02T04:18:39.054" v="2164" actId="6264"/>
          <ac:spMkLst>
            <pc:docMk/>
            <pc:sldMk cId="1511176286" sldId="261"/>
            <ac:spMk id="9" creationId="{C3192905-400E-EF41-AE20-89458CD96150}"/>
          </ac:spMkLst>
        </pc:spChg>
        <pc:spChg chg="del mod">
          <ac:chgData name="鈴木 秀規" userId="f68c5fd9-22d5-4c0a-9833-7fb0f5135313" providerId="ADAL" clId="{B600404B-B4AC-BA48-ABCA-42DD293133BE}" dt="2020-12-02T04:08:41.396" v="1831" actId="700"/>
          <ac:spMkLst>
            <pc:docMk/>
            <pc:sldMk cId="1511176286" sldId="261"/>
            <ac:spMk id="10" creationId="{3E5F57E8-1388-43AE-8DB4-00724FCD3EB3}"/>
          </ac:spMkLst>
        </pc:spChg>
        <pc:spChg chg="add del mod">
          <ac:chgData name="鈴木 秀規" userId="f68c5fd9-22d5-4c0a-9833-7fb0f5135313" providerId="ADAL" clId="{B600404B-B4AC-BA48-ABCA-42DD293133BE}" dt="2020-12-02T04:18:39.054" v="2164" actId="6264"/>
          <ac:spMkLst>
            <pc:docMk/>
            <pc:sldMk cId="1511176286" sldId="261"/>
            <ac:spMk id="11" creationId="{F5A7CD29-DF2C-2649-8D6C-D9CD9FFF89EE}"/>
          </ac:spMkLst>
        </pc:spChg>
        <pc:spChg chg="add del mod">
          <ac:chgData name="鈴木 秀規" userId="f68c5fd9-22d5-4c0a-9833-7fb0f5135313" providerId="ADAL" clId="{B600404B-B4AC-BA48-ABCA-42DD293133BE}" dt="2020-12-02T04:18:39.054" v="2164" actId="6264"/>
          <ac:spMkLst>
            <pc:docMk/>
            <pc:sldMk cId="1511176286" sldId="261"/>
            <ac:spMk id="12" creationId="{00BB7E62-BEF6-014D-B3C4-5CD6A5EF82A6}"/>
          </ac:spMkLst>
        </pc:spChg>
        <pc:spChg chg="add del mod">
          <ac:chgData name="鈴木 秀規" userId="f68c5fd9-22d5-4c0a-9833-7fb0f5135313" providerId="ADAL" clId="{B600404B-B4AC-BA48-ABCA-42DD293133BE}" dt="2020-12-02T04:18:39.054" v="2164" actId="6264"/>
          <ac:spMkLst>
            <pc:docMk/>
            <pc:sldMk cId="1511176286" sldId="261"/>
            <ac:spMk id="13" creationId="{CC291E27-F70F-4A45-B050-7EDC3A665555}"/>
          </ac:spMkLst>
        </pc:spChg>
        <pc:spChg chg="add del mod">
          <ac:chgData name="鈴木 秀規" userId="f68c5fd9-22d5-4c0a-9833-7fb0f5135313" providerId="ADAL" clId="{B600404B-B4AC-BA48-ABCA-42DD293133BE}" dt="2020-12-02T04:18:39.054" v="2164" actId="6264"/>
          <ac:spMkLst>
            <pc:docMk/>
            <pc:sldMk cId="1511176286" sldId="261"/>
            <ac:spMk id="14" creationId="{904467C0-5C51-654B-BEBF-953CC27972D7}"/>
          </ac:spMkLst>
        </pc:spChg>
        <pc:spChg chg="add del mod ord">
          <ac:chgData name="鈴木 秀規" userId="f68c5fd9-22d5-4c0a-9833-7fb0f5135313" providerId="ADAL" clId="{B600404B-B4AC-BA48-ABCA-42DD293133BE}" dt="2020-12-02T04:18:51.543" v="2165" actId="700"/>
          <ac:spMkLst>
            <pc:docMk/>
            <pc:sldMk cId="1511176286" sldId="261"/>
            <ac:spMk id="15" creationId="{EC25E2CB-2FED-5943-9A3F-BD1999E6F085}"/>
          </ac:spMkLst>
        </pc:spChg>
        <pc:spChg chg="add mod">
          <ac:chgData name="鈴木 秀規" userId="f68c5fd9-22d5-4c0a-9833-7fb0f5135313" providerId="ADAL" clId="{B600404B-B4AC-BA48-ABCA-42DD293133BE}" dt="2020-12-02T04:20:06.076" v="2176" actId="242"/>
          <ac:spMkLst>
            <pc:docMk/>
            <pc:sldMk cId="1511176286" sldId="261"/>
            <ac:spMk id="16" creationId="{3D3083A4-EDBD-F44F-B749-8C32843AE7E8}"/>
          </ac:spMkLst>
        </pc:spChg>
        <pc:spChg chg="add del mod">
          <ac:chgData name="鈴木 秀規" userId="f68c5fd9-22d5-4c0a-9833-7fb0f5135313" providerId="ADAL" clId="{B600404B-B4AC-BA48-ABCA-42DD293133BE}" dt="2020-12-02T04:20:15.484" v="2178" actId="6264"/>
          <ac:spMkLst>
            <pc:docMk/>
            <pc:sldMk cId="1511176286" sldId="261"/>
            <ac:spMk id="17" creationId="{B7EEAD20-B52E-C84D-BA41-A4B13D35618D}"/>
          </ac:spMkLst>
        </pc:spChg>
        <pc:spChg chg="add del mod">
          <ac:chgData name="鈴木 秀規" userId="f68c5fd9-22d5-4c0a-9833-7fb0f5135313" providerId="ADAL" clId="{B600404B-B4AC-BA48-ABCA-42DD293133BE}" dt="2020-12-02T04:20:15.484" v="2178" actId="6264"/>
          <ac:spMkLst>
            <pc:docMk/>
            <pc:sldMk cId="1511176286" sldId="261"/>
            <ac:spMk id="18" creationId="{40B8B8CE-4432-2546-8F34-537F5F02040C}"/>
          </ac:spMkLst>
        </pc:spChg>
        <pc:spChg chg="add del mod">
          <ac:chgData name="鈴木 秀規" userId="f68c5fd9-22d5-4c0a-9833-7fb0f5135313" providerId="ADAL" clId="{B600404B-B4AC-BA48-ABCA-42DD293133BE}" dt="2020-12-02T04:20:15.484" v="2178" actId="6264"/>
          <ac:spMkLst>
            <pc:docMk/>
            <pc:sldMk cId="1511176286" sldId="261"/>
            <ac:spMk id="19" creationId="{43D5AFBE-3129-1040-8963-822EAB0C5BD8}"/>
          </ac:spMkLst>
        </pc:spChg>
        <pc:spChg chg="add del mod">
          <ac:chgData name="鈴木 秀規" userId="f68c5fd9-22d5-4c0a-9833-7fb0f5135313" providerId="ADAL" clId="{B600404B-B4AC-BA48-ABCA-42DD293133BE}" dt="2020-12-02T04:20:15.484" v="2178" actId="6264"/>
          <ac:spMkLst>
            <pc:docMk/>
            <pc:sldMk cId="1511176286" sldId="261"/>
            <ac:spMk id="20" creationId="{2F0831C7-3517-C74B-BAB4-5369133A2678}"/>
          </ac:spMkLst>
        </pc:spChg>
        <pc:graphicFrameChg chg="add del mod modGraphic">
          <ac:chgData name="鈴木 秀規" userId="f68c5fd9-22d5-4c0a-9833-7fb0f5135313" providerId="ADAL" clId="{B600404B-B4AC-BA48-ABCA-42DD293133BE}" dt="2020-12-02T04:13:51.067" v="1969" actId="478"/>
          <ac:graphicFrameMkLst>
            <pc:docMk/>
            <pc:sldMk cId="1511176286" sldId="261"/>
            <ac:graphicFrameMk id="2" creationId="{498EC15B-77CB-D94B-ABA0-F0F409B243C6}"/>
          </ac:graphicFrameMkLst>
        </pc:graphicFrameChg>
        <pc:graphicFrameChg chg="add mod modGraphic">
          <ac:chgData name="鈴木 秀規" userId="f68c5fd9-22d5-4c0a-9833-7fb0f5135313" providerId="ADAL" clId="{B600404B-B4AC-BA48-ABCA-42DD293133BE}" dt="2020-12-02T04:42:16.648" v="3412" actId="20577"/>
          <ac:graphicFrameMkLst>
            <pc:docMk/>
            <pc:sldMk cId="1511176286" sldId="261"/>
            <ac:graphicFrameMk id="8" creationId="{2E59ED26-9DC1-6D41-B485-712238FCF173}"/>
          </ac:graphicFrameMkLst>
        </pc:graphicFrameChg>
      </pc:sldChg>
      <pc:sldChg chg="del">
        <pc:chgData name="鈴木 秀規" userId="f68c5fd9-22d5-4c0a-9833-7fb0f5135313" providerId="ADAL" clId="{B600404B-B4AC-BA48-ABCA-42DD293133BE}" dt="2020-12-02T04:27:42.306" v="2672" actId="2696"/>
        <pc:sldMkLst>
          <pc:docMk/>
          <pc:sldMk cId="1713214288" sldId="262"/>
        </pc:sldMkLst>
      </pc:sldChg>
      <pc:sldChg chg="del">
        <pc:chgData name="鈴木 秀規" userId="f68c5fd9-22d5-4c0a-9833-7fb0f5135313" providerId="ADAL" clId="{B600404B-B4AC-BA48-ABCA-42DD293133BE}" dt="2020-12-02T04:27:42.306" v="2672" actId="2696"/>
        <pc:sldMkLst>
          <pc:docMk/>
          <pc:sldMk cId="254834012" sldId="263"/>
        </pc:sldMkLst>
      </pc:sldChg>
      <pc:sldChg chg="del">
        <pc:chgData name="鈴木 秀規" userId="f68c5fd9-22d5-4c0a-9833-7fb0f5135313" providerId="ADAL" clId="{B600404B-B4AC-BA48-ABCA-42DD293133BE}" dt="2020-12-02T04:27:42.306" v="2672" actId="2696"/>
        <pc:sldMkLst>
          <pc:docMk/>
          <pc:sldMk cId="1099120957" sldId="264"/>
        </pc:sldMkLst>
      </pc:sldChg>
      <pc:sldChg chg="del">
        <pc:chgData name="鈴木 秀規" userId="f68c5fd9-22d5-4c0a-9833-7fb0f5135313" providerId="ADAL" clId="{B600404B-B4AC-BA48-ABCA-42DD293133BE}" dt="2020-12-02T04:27:42.306" v="2672" actId="2696"/>
        <pc:sldMkLst>
          <pc:docMk/>
          <pc:sldMk cId="1314233390" sldId="265"/>
        </pc:sldMkLst>
      </pc:sldChg>
      <pc:sldChg chg="del">
        <pc:chgData name="鈴木 秀規" userId="f68c5fd9-22d5-4c0a-9833-7fb0f5135313" providerId="ADAL" clId="{B600404B-B4AC-BA48-ABCA-42DD293133BE}" dt="2020-12-02T04:27:42.306" v="2672" actId="2696"/>
        <pc:sldMkLst>
          <pc:docMk/>
          <pc:sldMk cId="1172273642" sldId="266"/>
        </pc:sldMkLst>
      </pc:sldChg>
      <pc:sldChg chg="del">
        <pc:chgData name="鈴木 秀規" userId="f68c5fd9-22d5-4c0a-9833-7fb0f5135313" providerId="ADAL" clId="{B600404B-B4AC-BA48-ABCA-42DD293133BE}" dt="2020-12-02T04:27:42.306" v="2672" actId="2696"/>
        <pc:sldMkLst>
          <pc:docMk/>
          <pc:sldMk cId="3121341803" sldId="268"/>
        </pc:sldMkLst>
      </pc:sldChg>
      <pc:sldChg chg="del">
        <pc:chgData name="鈴木 秀規" userId="f68c5fd9-22d5-4c0a-9833-7fb0f5135313" providerId="ADAL" clId="{B600404B-B4AC-BA48-ABCA-42DD293133BE}" dt="2020-12-02T04:27:42.306" v="2672" actId="2696"/>
        <pc:sldMkLst>
          <pc:docMk/>
          <pc:sldMk cId="3266701290" sldId="270"/>
        </pc:sldMkLst>
      </pc:sldChg>
      <pc:sldChg chg="del">
        <pc:chgData name="鈴木 秀規" userId="f68c5fd9-22d5-4c0a-9833-7fb0f5135313" providerId="ADAL" clId="{B600404B-B4AC-BA48-ABCA-42DD293133BE}" dt="2020-12-02T04:27:42.306" v="2672" actId="2696"/>
        <pc:sldMkLst>
          <pc:docMk/>
          <pc:sldMk cId="3345440256" sldId="271"/>
        </pc:sldMkLst>
      </pc:sldChg>
      <pc:sldChg chg="del">
        <pc:chgData name="鈴木 秀規" userId="f68c5fd9-22d5-4c0a-9833-7fb0f5135313" providerId="ADAL" clId="{B600404B-B4AC-BA48-ABCA-42DD293133BE}" dt="2020-12-02T04:27:42.306" v="2672" actId="2696"/>
        <pc:sldMkLst>
          <pc:docMk/>
          <pc:sldMk cId="1062431507" sldId="272"/>
        </pc:sldMkLst>
      </pc:sldChg>
      <pc:sldChg chg="del">
        <pc:chgData name="鈴木 秀規" userId="f68c5fd9-22d5-4c0a-9833-7fb0f5135313" providerId="ADAL" clId="{B600404B-B4AC-BA48-ABCA-42DD293133BE}" dt="2020-12-02T04:27:42.306" v="2672" actId="2696"/>
        <pc:sldMkLst>
          <pc:docMk/>
          <pc:sldMk cId="321865084" sldId="274"/>
        </pc:sldMkLst>
      </pc:sldChg>
      <pc:sldChg chg="del">
        <pc:chgData name="鈴木 秀規" userId="f68c5fd9-22d5-4c0a-9833-7fb0f5135313" providerId="ADAL" clId="{B600404B-B4AC-BA48-ABCA-42DD293133BE}" dt="2020-12-02T04:27:42.306" v="2672" actId="2696"/>
        <pc:sldMkLst>
          <pc:docMk/>
          <pc:sldMk cId="1750612290" sldId="275"/>
        </pc:sldMkLst>
      </pc:sldChg>
      <pc:sldChg chg="del">
        <pc:chgData name="鈴木 秀規" userId="f68c5fd9-22d5-4c0a-9833-7fb0f5135313" providerId="ADAL" clId="{B600404B-B4AC-BA48-ABCA-42DD293133BE}" dt="2020-12-02T04:27:42.306" v="2672" actId="2696"/>
        <pc:sldMkLst>
          <pc:docMk/>
          <pc:sldMk cId="2863491344" sldId="276"/>
        </pc:sldMkLst>
      </pc:sldChg>
      <pc:sldChg chg="modSp del mod">
        <pc:chgData name="鈴木 秀規" userId="f68c5fd9-22d5-4c0a-9833-7fb0f5135313" providerId="ADAL" clId="{B600404B-B4AC-BA48-ABCA-42DD293133BE}" dt="2020-12-02T01:48:28.078" v="628" actId="2696"/>
        <pc:sldMkLst>
          <pc:docMk/>
          <pc:sldMk cId="1678292941" sldId="359"/>
        </pc:sldMkLst>
        <pc:spChg chg="mod">
          <ac:chgData name="鈴木 秀規" userId="f68c5fd9-22d5-4c0a-9833-7fb0f5135313" providerId="ADAL" clId="{B600404B-B4AC-BA48-ABCA-42DD293133BE}" dt="2020-12-02T01:41:11.197" v="113" actId="20577"/>
          <ac:spMkLst>
            <pc:docMk/>
            <pc:sldMk cId="1678292941" sldId="359"/>
            <ac:spMk id="5" creationId="{9FB73B72-EC40-4233-BAB1-83ECFE5A4DD1}"/>
          </ac:spMkLst>
        </pc:spChg>
      </pc:sldChg>
      <pc:sldChg chg="modSp mod">
        <pc:chgData name="鈴木 秀規" userId="f68c5fd9-22d5-4c0a-9833-7fb0f5135313" providerId="ADAL" clId="{B600404B-B4AC-BA48-ABCA-42DD293133BE}" dt="2020-12-02T01:48:09.543" v="626" actId="20577"/>
        <pc:sldMkLst>
          <pc:docMk/>
          <pc:sldMk cId="1668843990" sldId="360"/>
        </pc:sldMkLst>
        <pc:spChg chg="mod">
          <ac:chgData name="鈴木 秀規" userId="f68c5fd9-22d5-4c0a-9833-7fb0f5135313" providerId="ADAL" clId="{B600404B-B4AC-BA48-ABCA-42DD293133BE}" dt="2020-12-02T01:45:44.912" v="351" actId="20577"/>
          <ac:spMkLst>
            <pc:docMk/>
            <pc:sldMk cId="1668843990" sldId="360"/>
            <ac:spMk id="6" creationId="{296F413B-E489-4470-92CF-59B185034A28}"/>
          </ac:spMkLst>
        </pc:spChg>
        <pc:spChg chg="mod">
          <ac:chgData name="鈴木 秀規" userId="f68c5fd9-22d5-4c0a-9833-7fb0f5135313" providerId="ADAL" clId="{B600404B-B4AC-BA48-ABCA-42DD293133BE}" dt="2020-12-02T01:48:09.543" v="626" actId="20577"/>
          <ac:spMkLst>
            <pc:docMk/>
            <pc:sldMk cId="1668843990" sldId="360"/>
            <ac:spMk id="9" creationId="{A4832727-EA7F-44D6-A9F2-E4AE0246960A}"/>
          </ac:spMkLst>
        </pc:spChg>
      </pc:sldChg>
      <pc:sldChg chg="modSp mod">
        <pc:chgData name="鈴木 秀規" userId="f68c5fd9-22d5-4c0a-9833-7fb0f5135313" providerId="ADAL" clId="{B600404B-B4AC-BA48-ABCA-42DD293133BE}" dt="2020-12-02T01:48:17.333" v="627" actId="5793"/>
        <pc:sldMkLst>
          <pc:docMk/>
          <pc:sldMk cId="267129399" sldId="361"/>
        </pc:sldMkLst>
        <pc:spChg chg="mod">
          <ac:chgData name="鈴木 秀規" userId="f68c5fd9-22d5-4c0a-9833-7fb0f5135313" providerId="ADAL" clId="{B600404B-B4AC-BA48-ABCA-42DD293133BE}" dt="2020-12-02T01:45:36.756" v="348" actId="20577"/>
          <ac:spMkLst>
            <pc:docMk/>
            <pc:sldMk cId="267129399" sldId="361"/>
            <ac:spMk id="3" creationId="{AA9BFD7B-04B5-49CD-8E91-4AC76C8C681F}"/>
          </ac:spMkLst>
        </pc:spChg>
        <pc:spChg chg="mod">
          <ac:chgData name="鈴木 秀規" userId="f68c5fd9-22d5-4c0a-9833-7fb0f5135313" providerId="ADAL" clId="{B600404B-B4AC-BA48-ABCA-42DD293133BE}" dt="2020-12-02T01:48:17.333" v="627" actId="5793"/>
          <ac:spMkLst>
            <pc:docMk/>
            <pc:sldMk cId="267129399" sldId="361"/>
            <ac:spMk id="6" creationId="{D0F3BEAC-A5EA-4EE4-95C7-0AEC1107FD29}"/>
          </ac:spMkLst>
        </pc:spChg>
      </pc:sldChg>
      <pc:sldChg chg="addSp delSp modSp new mod chgLayout">
        <pc:chgData name="鈴木 秀規" userId="f68c5fd9-22d5-4c0a-9833-7fb0f5135313" providerId="ADAL" clId="{B600404B-B4AC-BA48-ABCA-42DD293133BE}" dt="2020-12-02T05:24:56.732" v="4844" actId="14734"/>
        <pc:sldMkLst>
          <pc:docMk/>
          <pc:sldMk cId="2503862587" sldId="362"/>
        </pc:sldMkLst>
        <pc:spChg chg="mod ord">
          <ac:chgData name="鈴木 秀規" userId="f68c5fd9-22d5-4c0a-9833-7fb0f5135313" providerId="ADAL" clId="{B600404B-B4AC-BA48-ABCA-42DD293133BE}" dt="2020-12-02T04:33:42.301" v="2887" actId="700"/>
          <ac:spMkLst>
            <pc:docMk/>
            <pc:sldMk cId="2503862587" sldId="362"/>
            <ac:spMk id="2" creationId="{6E4694B3-F66C-2C42-ABF3-667F907DA0DD}"/>
          </ac:spMkLst>
        </pc:spChg>
        <pc:spChg chg="mod ord">
          <ac:chgData name="鈴木 秀規" userId="f68c5fd9-22d5-4c0a-9833-7fb0f5135313" providerId="ADAL" clId="{B600404B-B4AC-BA48-ABCA-42DD293133BE}" dt="2020-12-02T05:09:53.477" v="4274" actId="20577"/>
          <ac:spMkLst>
            <pc:docMk/>
            <pc:sldMk cId="2503862587" sldId="362"/>
            <ac:spMk id="3" creationId="{0AA7DF0E-6130-4E46-AE0F-FC0B82015E51}"/>
          </ac:spMkLst>
        </pc:spChg>
        <pc:spChg chg="mod ord">
          <ac:chgData name="鈴木 秀規" userId="f68c5fd9-22d5-4c0a-9833-7fb0f5135313" providerId="ADAL" clId="{B600404B-B4AC-BA48-ABCA-42DD293133BE}" dt="2020-12-02T04:33:42.301" v="2887" actId="700"/>
          <ac:spMkLst>
            <pc:docMk/>
            <pc:sldMk cId="2503862587" sldId="362"/>
            <ac:spMk id="4" creationId="{D9FB1868-09BC-2B48-A261-614253F308F0}"/>
          </ac:spMkLst>
        </pc:spChg>
        <pc:spChg chg="del">
          <ac:chgData name="鈴木 秀規" userId="f68c5fd9-22d5-4c0a-9833-7fb0f5135313" providerId="ADAL" clId="{B600404B-B4AC-BA48-ABCA-42DD293133BE}" dt="2020-12-02T04:33:42.301" v="2887" actId="700"/>
          <ac:spMkLst>
            <pc:docMk/>
            <pc:sldMk cId="2503862587" sldId="362"/>
            <ac:spMk id="5" creationId="{EC071710-D4A1-D947-8F95-B8885D252A75}"/>
          </ac:spMkLst>
        </pc:spChg>
        <pc:spChg chg="add mod ord">
          <ac:chgData name="鈴木 秀規" userId="f68c5fd9-22d5-4c0a-9833-7fb0f5135313" providerId="ADAL" clId="{B600404B-B4AC-BA48-ABCA-42DD293133BE}" dt="2020-12-02T05:16:01.006" v="4537" actId="14100"/>
          <ac:spMkLst>
            <pc:docMk/>
            <pc:sldMk cId="2503862587" sldId="362"/>
            <ac:spMk id="6" creationId="{A4890558-85D0-1F40-B0C3-667A893B0352}"/>
          </ac:spMkLst>
        </pc:spChg>
        <pc:graphicFrameChg chg="add mod modGraphic">
          <ac:chgData name="鈴木 秀規" userId="f68c5fd9-22d5-4c0a-9833-7fb0f5135313" providerId="ADAL" clId="{B600404B-B4AC-BA48-ABCA-42DD293133BE}" dt="2020-12-02T05:24:56.732" v="4844" actId="14734"/>
          <ac:graphicFrameMkLst>
            <pc:docMk/>
            <pc:sldMk cId="2503862587" sldId="362"/>
            <ac:graphicFrameMk id="7" creationId="{4A74ACCC-FCC6-6B42-8E3E-348AE8E67A5C}"/>
          </ac:graphicFrameMkLst>
        </pc:graphicFrameChg>
      </pc:sldChg>
      <pc:sldChg chg="delSp modSp add mod ord">
        <pc:chgData name="鈴木 秀規" userId="f68c5fd9-22d5-4c0a-9833-7fb0f5135313" providerId="ADAL" clId="{B600404B-B4AC-BA48-ABCA-42DD293133BE}" dt="2020-12-02T05:51:40.506" v="6349" actId="114"/>
        <pc:sldMkLst>
          <pc:docMk/>
          <pc:sldMk cId="4089106883" sldId="363"/>
        </pc:sldMkLst>
        <pc:spChg chg="mod">
          <ac:chgData name="鈴木 秀規" userId="f68c5fd9-22d5-4c0a-9833-7fb0f5135313" providerId="ADAL" clId="{B600404B-B4AC-BA48-ABCA-42DD293133BE}" dt="2020-12-02T04:53:21.389" v="4074" actId="14100"/>
          <ac:spMkLst>
            <pc:docMk/>
            <pc:sldMk cId="4089106883" sldId="363"/>
            <ac:spMk id="2" creationId="{DC201A77-6CED-B64F-B3B1-47082D385545}"/>
          </ac:spMkLst>
        </pc:spChg>
        <pc:spChg chg="mod">
          <ac:chgData name="鈴木 秀規" userId="f68c5fd9-22d5-4c0a-9833-7fb0f5135313" providerId="ADAL" clId="{B600404B-B4AC-BA48-ABCA-42DD293133BE}" dt="2020-12-02T05:51:40.506" v="6349" actId="114"/>
          <ac:spMkLst>
            <pc:docMk/>
            <pc:sldMk cId="4089106883" sldId="363"/>
            <ac:spMk id="7" creationId="{26125C28-3058-490D-92C2-94CB56CB505F}"/>
          </ac:spMkLst>
        </pc:spChg>
        <pc:spChg chg="mod">
          <ac:chgData name="鈴木 秀規" userId="f68c5fd9-22d5-4c0a-9833-7fb0f5135313" providerId="ADAL" clId="{B600404B-B4AC-BA48-ABCA-42DD293133BE}" dt="2020-12-02T04:53:17.495" v="4073" actId="14100"/>
          <ac:spMkLst>
            <pc:docMk/>
            <pc:sldMk cId="4089106883" sldId="363"/>
            <ac:spMk id="9" creationId="{14E1B7D8-B324-1D47-BB93-2B20562C44B8}"/>
          </ac:spMkLst>
        </pc:spChg>
        <pc:spChg chg="mod">
          <ac:chgData name="鈴木 秀規" userId="f68c5fd9-22d5-4c0a-9833-7fb0f5135313" providerId="ADAL" clId="{B600404B-B4AC-BA48-ABCA-42DD293133BE}" dt="2020-12-02T05:26:43.906" v="5049" actId="20577"/>
          <ac:spMkLst>
            <pc:docMk/>
            <pc:sldMk cId="4089106883" sldId="363"/>
            <ac:spMk id="10" creationId="{3E5F57E8-1388-43AE-8DB4-00724FCD3EB3}"/>
          </ac:spMkLst>
        </pc:spChg>
        <pc:spChg chg="del">
          <ac:chgData name="鈴木 秀規" userId="f68c5fd9-22d5-4c0a-9833-7fb0f5135313" providerId="ADAL" clId="{B600404B-B4AC-BA48-ABCA-42DD293133BE}" dt="2020-12-02T04:39:08.472" v="3216" actId="478"/>
          <ac:spMkLst>
            <pc:docMk/>
            <pc:sldMk cId="4089106883" sldId="363"/>
            <ac:spMk id="16" creationId="{15D20A36-4487-7441-AAC0-662645AC7C25}"/>
          </ac:spMkLst>
        </pc:spChg>
      </pc:sldChg>
      <pc:sldChg chg="modSp new mod">
        <pc:chgData name="鈴木 秀規" userId="f68c5fd9-22d5-4c0a-9833-7fb0f5135313" providerId="ADAL" clId="{B600404B-B4AC-BA48-ABCA-42DD293133BE}" dt="2020-12-02T07:35:57.521" v="8283" actId="20577"/>
        <pc:sldMkLst>
          <pc:docMk/>
          <pc:sldMk cId="3893490019" sldId="364"/>
        </pc:sldMkLst>
        <pc:spChg chg="mod">
          <ac:chgData name="鈴木 秀規" userId="f68c5fd9-22d5-4c0a-9833-7fb0f5135313" providerId="ADAL" clId="{B600404B-B4AC-BA48-ABCA-42DD293133BE}" dt="2020-12-02T05:28:00.095" v="5105" actId="20577"/>
          <ac:spMkLst>
            <pc:docMk/>
            <pc:sldMk cId="3893490019" sldId="364"/>
            <ac:spMk id="3" creationId="{3A3F26A6-F565-3340-BD2E-EB9E7892240E}"/>
          </ac:spMkLst>
        </pc:spChg>
        <pc:spChg chg="mod">
          <ac:chgData name="鈴木 秀規" userId="f68c5fd9-22d5-4c0a-9833-7fb0f5135313" providerId="ADAL" clId="{B600404B-B4AC-BA48-ABCA-42DD293133BE}" dt="2020-12-02T07:35:57.521" v="8283" actId="20577"/>
          <ac:spMkLst>
            <pc:docMk/>
            <pc:sldMk cId="3893490019" sldId="364"/>
            <ac:spMk id="5" creationId="{2BB4C47D-B980-1C4B-8248-0869FD55EB3D}"/>
          </ac:spMkLst>
        </pc:spChg>
      </pc:sldChg>
      <pc:sldChg chg="addSp delSp modSp new mod modClrScheme chgLayout">
        <pc:chgData name="鈴木 秀規" userId="f68c5fd9-22d5-4c0a-9833-7fb0f5135313" providerId="ADAL" clId="{B600404B-B4AC-BA48-ABCA-42DD293133BE}" dt="2020-12-02T08:01:23.432" v="9334" actId="12385"/>
        <pc:sldMkLst>
          <pc:docMk/>
          <pc:sldMk cId="2559106598" sldId="365"/>
        </pc:sldMkLst>
        <pc:spChg chg="mod ord">
          <ac:chgData name="鈴木 秀規" userId="f68c5fd9-22d5-4c0a-9833-7fb0f5135313" providerId="ADAL" clId="{B600404B-B4AC-BA48-ABCA-42DD293133BE}" dt="2020-12-02T05:49:05.916" v="6232" actId="700"/>
          <ac:spMkLst>
            <pc:docMk/>
            <pc:sldMk cId="2559106598" sldId="365"/>
            <ac:spMk id="2" creationId="{78E72CC0-84D7-F940-8547-5CD32644186A}"/>
          </ac:spMkLst>
        </pc:spChg>
        <pc:spChg chg="mod ord">
          <ac:chgData name="鈴木 秀規" userId="f68c5fd9-22d5-4c0a-9833-7fb0f5135313" providerId="ADAL" clId="{B600404B-B4AC-BA48-ABCA-42DD293133BE}" dt="2020-12-02T05:49:05.916" v="6232" actId="700"/>
          <ac:spMkLst>
            <pc:docMk/>
            <pc:sldMk cId="2559106598" sldId="365"/>
            <ac:spMk id="3" creationId="{570D767C-529D-1D4C-9BD6-2E3AAE679914}"/>
          </ac:spMkLst>
        </pc:spChg>
        <pc:spChg chg="mod ord">
          <ac:chgData name="鈴木 秀規" userId="f68c5fd9-22d5-4c0a-9833-7fb0f5135313" providerId="ADAL" clId="{B600404B-B4AC-BA48-ABCA-42DD293133BE}" dt="2020-12-02T05:49:05.916" v="6232" actId="700"/>
          <ac:spMkLst>
            <pc:docMk/>
            <pc:sldMk cId="2559106598" sldId="365"/>
            <ac:spMk id="4" creationId="{5C76D554-1D05-0D47-95D6-B29E81E5EAFC}"/>
          </ac:spMkLst>
        </pc:spChg>
        <pc:spChg chg="del">
          <ac:chgData name="鈴木 秀規" userId="f68c5fd9-22d5-4c0a-9833-7fb0f5135313" providerId="ADAL" clId="{B600404B-B4AC-BA48-ABCA-42DD293133BE}" dt="2020-12-02T05:49:05.916" v="6232" actId="700"/>
          <ac:spMkLst>
            <pc:docMk/>
            <pc:sldMk cId="2559106598" sldId="365"/>
            <ac:spMk id="5" creationId="{98336345-77D1-E74E-B614-58C5A3FC2AFC}"/>
          </ac:spMkLst>
        </pc:spChg>
        <pc:graphicFrameChg chg="add mod modGraphic">
          <ac:chgData name="鈴木 秀規" userId="f68c5fd9-22d5-4c0a-9833-7fb0f5135313" providerId="ADAL" clId="{B600404B-B4AC-BA48-ABCA-42DD293133BE}" dt="2020-12-02T08:01:23.432" v="9334" actId="12385"/>
          <ac:graphicFrameMkLst>
            <pc:docMk/>
            <pc:sldMk cId="2559106598" sldId="365"/>
            <ac:graphicFrameMk id="6" creationId="{A5C776C1-5736-6E41-AFE0-D7FC9EBFA87B}"/>
          </ac:graphicFrameMkLst>
        </pc:graphicFrameChg>
      </pc:sldChg>
      <pc:sldChg chg="modSp new del mod">
        <pc:chgData name="鈴木 秀規" userId="f68c5fd9-22d5-4c0a-9833-7fb0f5135313" providerId="ADAL" clId="{B600404B-B4AC-BA48-ABCA-42DD293133BE}" dt="2020-12-02T07:34:48.074" v="8254" actId="2696"/>
        <pc:sldMkLst>
          <pc:docMk/>
          <pc:sldMk cId="671293941" sldId="366"/>
        </pc:sldMkLst>
        <pc:spChg chg="mod">
          <ac:chgData name="鈴木 秀規" userId="f68c5fd9-22d5-4c0a-9833-7fb0f5135313" providerId="ADAL" clId="{B600404B-B4AC-BA48-ABCA-42DD293133BE}" dt="2020-12-02T06:02:14.509" v="6889" actId="20577"/>
          <ac:spMkLst>
            <pc:docMk/>
            <pc:sldMk cId="671293941" sldId="366"/>
            <ac:spMk id="3" creationId="{32F6F70D-4A22-6441-9F95-1F3D498CB74F}"/>
          </ac:spMkLst>
        </pc:spChg>
        <pc:spChg chg="mod">
          <ac:chgData name="鈴木 秀規" userId="f68c5fd9-22d5-4c0a-9833-7fb0f5135313" providerId="ADAL" clId="{B600404B-B4AC-BA48-ABCA-42DD293133BE}" dt="2020-12-02T06:05:46.880" v="6905" actId="20577"/>
          <ac:spMkLst>
            <pc:docMk/>
            <pc:sldMk cId="671293941" sldId="366"/>
            <ac:spMk id="5" creationId="{A0D45762-B465-394B-8671-1944E65D97C7}"/>
          </ac:spMkLst>
        </pc:spChg>
      </pc:sldChg>
      <pc:sldChg chg="modSp add mod ord">
        <pc:chgData name="鈴木 秀規" userId="f68c5fd9-22d5-4c0a-9833-7fb0f5135313" providerId="ADAL" clId="{B600404B-B4AC-BA48-ABCA-42DD293133BE}" dt="2020-12-02T07:38:38.710" v="8518" actId="20577"/>
        <pc:sldMkLst>
          <pc:docMk/>
          <pc:sldMk cId="15529201" sldId="367"/>
        </pc:sldMkLst>
        <pc:spChg chg="mod">
          <ac:chgData name="鈴木 秀規" userId="f68c5fd9-22d5-4c0a-9833-7fb0f5135313" providerId="ADAL" clId="{B600404B-B4AC-BA48-ABCA-42DD293133BE}" dt="2020-12-02T06:11:15.049" v="7173" actId="14100"/>
          <ac:spMkLst>
            <pc:docMk/>
            <pc:sldMk cId="15529201" sldId="367"/>
            <ac:spMk id="2" creationId="{DC201A77-6CED-B64F-B3B1-47082D385545}"/>
          </ac:spMkLst>
        </pc:spChg>
        <pc:spChg chg="mod">
          <ac:chgData name="鈴木 秀規" userId="f68c5fd9-22d5-4c0a-9833-7fb0f5135313" providerId="ADAL" clId="{B600404B-B4AC-BA48-ABCA-42DD293133BE}" dt="2020-12-02T06:14:22.528" v="7407" actId="20577"/>
          <ac:spMkLst>
            <pc:docMk/>
            <pc:sldMk cId="15529201" sldId="367"/>
            <ac:spMk id="7" creationId="{26125C28-3058-490D-92C2-94CB56CB505F}"/>
          </ac:spMkLst>
        </pc:spChg>
        <pc:spChg chg="mod">
          <ac:chgData name="鈴木 秀規" userId="f68c5fd9-22d5-4c0a-9833-7fb0f5135313" providerId="ADAL" clId="{B600404B-B4AC-BA48-ABCA-42DD293133BE}" dt="2020-12-02T06:13:07.833" v="7308" actId="20577"/>
          <ac:spMkLst>
            <pc:docMk/>
            <pc:sldMk cId="15529201" sldId="367"/>
            <ac:spMk id="9" creationId="{14E1B7D8-B324-1D47-BB93-2B20562C44B8}"/>
          </ac:spMkLst>
        </pc:spChg>
        <pc:spChg chg="mod">
          <ac:chgData name="鈴木 秀規" userId="f68c5fd9-22d5-4c0a-9833-7fb0f5135313" providerId="ADAL" clId="{B600404B-B4AC-BA48-ABCA-42DD293133BE}" dt="2020-12-02T07:38:38.710" v="8518" actId="20577"/>
          <ac:spMkLst>
            <pc:docMk/>
            <pc:sldMk cId="15529201" sldId="367"/>
            <ac:spMk id="10" creationId="{3E5F57E8-1388-43AE-8DB4-00724FCD3EB3}"/>
          </ac:spMkLst>
        </pc:spChg>
      </pc:sldChg>
      <pc:sldChg chg="modSp add mod">
        <pc:chgData name="鈴木 秀規" userId="f68c5fd9-22d5-4c0a-9833-7fb0f5135313" providerId="ADAL" clId="{B600404B-B4AC-BA48-ABCA-42DD293133BE}" dt="2020-12-02T08:19:39.228" v="9351" actId="6549"/>
        <pc:sldMkLst>
          <pc:docMk/>
          <pc:sldMk cId="1431651866" sldId="368"/>
        </pc:sldMkLst>
        <pc:spChg chg="mod">
          <ac:chgData name="鈴木 秀規" userId="f68c5fd9-22d5-4c0a-9833-7fb0f5135313" providerId="ADAL" clId="{B600404B-B4AC-BA48-ABCA-42DD293133BE}" dt="2020-12-02T08:01:57.843" v="9350" actId="20577"/>
          <ac:spMkLst>
            <pc:docMk/>
            <pc:sldMk cId="1431651866" sldId="368"/>
            <ac:spMk id="3" creationId="{570D767C-529D-1D4C-9BD6-2E3AAE679914}"/>
          </ac:spMkLst>
        </pc:spChg>
        <pc:graphicFrameChg chg="modGraphic">
          <ac:chgData name="鈴木 秀規" userId="f68c5fd9-22d5-4c0a-9833-7fb0f5135313" providerId="ADAL" clId="{B600404B-B4AC-BA48-ABCA-42DD293133BE}" dt="2020-12-02T08:19:39.228" v="9351" actId="6549"/>
          <ac:graphicFrameMkLst>
            <pc:docMk/>
            <pc:sldMk cId="1431651866" sldId="368"/>
            <ac:graphicFrameMk id="6" creationId="{A5C776C1-5736-6E41-AFE0-D7FC9EBFA87B}"/>
          </ac:graphicFrameMkLst>
        </pc:graphicFrameChg>
      </pc:sldChg>
      <pc:sldMasterChg chg="delSldLayout">
        <pc:chgData name="鈴木 秀規" userId="f68c5fd9-22d5-4c0a-9833-7fb0f5135313" providerId="ADAL" clId="{B600404B-B4AC-BA48-ABCA-42DD293133BE}" dt="2020-12-02T04:27:42.306" v="2672" actId="2696"/>
        <pc:sldMasterMkLst>
          <pc:docMk/>
          <pc:sldMasterMk cId="435389543" sldId="2147483658"/>
        </pc:sldMasterMkLst>
        <pc:sldLayoutChg chg="del">
          <pc:chgData name="鈴木 秀規" userId="f68c5fd9-22d5-4c0a-9833-7fb0f5135313" providerId="ADAL" clId="{B600404B-B4AC-BA48-ABCA-42DD293133BE}" dt="2020-12-02T04:27:42.306" v="2672" actId="2696"/>
          <pc:sldLayoutMkLst>
            <pc:docMk/>
            <pc:sldMasterMk cId="435389543" sldId="2147483658"/>
            <pc:sldLayoutMk cId="2862377429" sldId="2147483665"/>
          </pc:sldLayoutMkLst>
        </pc:sldLayoutChg>
      </pc:sldMasterChg>
    </pc:docChg>
  </pc:docChgLst>
  <pc:docChgLst>
    <pc:chgData name="営業サーバ" userId="c35045ed-c185-45de-8f58-be20a28877d8" providerId="ADAL" clId="{24CDA5AD-C932-4C9E-8F10-D9E080C25176}"/>
    <pc:docChg chg="custSel addSld modSld">
      <pc:chgData name="営業サーバ" userId="c35045ed-c185-45de-8f58-be20a28877d8" providerId="ADAL" clId="{24CDA5AD-C932-4C9E-8F10-D9E080C25176}" dt="2021-03-31T00:19:12.197" v="178"/>
      <pc:docMkLst>
        <pc:docMk/>
      </pc:docMkLst>
      <pc:sldChg chg="addSp delSp modSp new mod">
        <pc:chgData name="営業サーバ" userId="c35045ed-c185-45de-8f58-be20a28877d8" providerId="ADAL" clId="{24CDA5AD-C932-4C9E-8F10-D9E080C25176}" dt="2021-03-31T00:10:47.447" v="156" actId="20577"/>
        <pc:sldMkLst>
          <pc:docMk/>
          <pc:sldMk cId="2755247261" sldId="372"/>
        </pc:sldMkLst>
        <pc:spChg chg="mod">
          <ac:chgData name="営業サーバ" userId="c35045ed-c185-45de-8f58-be20a28877d8" providerId="ADAL" clId="{24CDA5AD-C932-4C9E-8F10-D9E080C25176}" dt="2021-03-31T00:06:18.964" v="2"/>
          <ac:spMkLst>
            <pc:docMk/>
            <pc:sldMk cId="2755247261" sldId="372"/>
            <ac:spMk id="3" creationId="{62CDEFC9-742C-44C1-A44C-2C03719B1DA4}"/>
          </ac:spMkLst>
        </pc:spChg>
        <pc:spChg chg="mod">
          <ac:chgData name="営業サーバ" userId="c35045ed-c185-45de-8f58-be20a28877d8" providerId="ADAL" clId="{24CDA5AD-C932-4C9E-8F10-D9E080C25176}" dt="2021-03-31T00:07:09.742" v="15" actId="207"/>
          <ac:spMkLst>
            <pc:docMk/>
            <pc:sldMk cId="2755247261" sldId="372"/>
            <ac:spMk id="5" creationId="{2DB1200D-3660-4E9F-A3E4-CF75668BA066}"/>
          </ac:spMkLst>
        </pc:spChg>
        <pc:spChg chg="add mod">
          <ac:chgData name="営業サーバ" userId="c35045ed-c185-45de-8f58-be20a28877d8" providerId="ADAL" clId="{24CDA5AD-C932-4C9E-8F10-D9E080C25176}" dt="2021-03-31T00:09:37.904" v="128" actId="1076"/>
          <ac:spMkLst>
            <pc:docMk/>
            <pc:sldMk cId="2755247261" sldId="372"/>
            <ac:spMk id="6" creationId="{08862E50-184A-4FFA-B4BF-7F783A5CDFD4}"/>
          </ac:spMkLst>
        </pc:spChg>
        <pc:spChg chg="add del mod">
          <ac:chgData name="営業サーバ" userId="c35045ed-c185-45de-8f58-be20a28877d8" providerId="ADAL" clId="{24CDA5AD-C932-4C9E-8F10-D9E080C25176}" dt="2021-03-31T00:08:05.349" v="23" actId="478"/>
          <ac:spMkLst>
            <pc:docMk/>
            <pc:sldMk cId="2755247261" sldId="372"/>
            <ac:spMk id="7" creationId="{4D222AD3-4E1B-40A7-A867-9D90283483E8}"/>
          </ac:spMkLst>
        </pc:spChg>
        <pc:spChg chg="add del mod">
          <ac:chgData name="営業サーバ" userId="c35045ed-c185-45de-8f58-be20a28877d8" providerId="ADAL" clId="{24CDA5AD-C932-4C9E-8F10-D9E080C25176}" dt="2021-03-31T00:08:07.493" v="24" actId="478"/>
          <ac:spMkLst>
            <pc:docMk/>
            <pc:sldMk cId="2755247261" sldId="372"/>
            <ac:spMk id="8" creationId="{855DE3C6-A357-43D4-9555-9566E6FC9CBD}"/>
          </ac:spMkLst>
        </pc:spChg>
        <pc:spChg chg="add mod">
          <ac:chgData name="営業サーバ" userId="c35045ed-c185-45de-8f58-be20a28877d8" providerId="ADAL" clId="{24CDA5AD-C932-4C9E-8F10-D9E080C25176}" dt="2021-03-31T00:09:47.104" v="129" actId="1076"/>
          <ac:spMkLst>
            <pc:docMk/>
            <pc:sldMk cId="2755247261" sldId="372"/>
            <ac:spMk id="9" creationId="{1870F5C0-B1B9-484A-817D-B1F9A2EDF5AB}"/>
          </ac:spMkLst>
        </pc:spChg>
        <pc:spChg chg="add mod">
          <ac:chgData name="営業サーバ" userId="c35045ed-c185-45de-8f58-be20a28877d8" providerId="ADAL" clId="{24CDA5AD-C932-4C9E-8F10-D9E080C25176}" dt="2021-03-31T00:09:52.489" v="130" actId="1076"/>
          <ac:spMkLst>
            <pc:docMk/>
            <pc:sldMk cId="2755247261" sldId="372"/>
            <ac:spMk id="10" creationId="{CC0AE81B-FC58-40D2-B786-A08A14436C53}"/>
          </ac:spMkLst>
        </pc:spChg>
        <pc:spChg chg="add mod">
          <ac:chgData name="営業サーバ" userId="c35045ed-c185-45de-8f58-be20a28877d8" providerId="ADAL" clId="{24CDA5AD-C932-4C9E-8F10-D9E080C25176}" dt="2021-03-31T00:10:15.548" v="143" actId="20577"/>
          <ac:spMkLst>
            <pc:docMk/>
            <pc:sldMk cId="2755247261" sldId="372"/>
            <ac:spMk id="11" creationId="{18DC7822-FF91-4408-9423-75B7A47DB1BF}"/>
          </ac:spMkLst>
        </pc:spChg>
        <pc:spChg chg="add mod">
          <ac:chgData name="営業サーバ" userId="c35045ed-c185-45de-8f58-be20a28877d8" providerId="ADAL" clId="{24CDA5AD-C932-4C9E-8F10-D9E080C25176}" dt="2021-03-31T00:10:32.673" v="148" actId="20577"/>
          <ac:spMkLst>
            <pc:docMk/>
            <pc:sldMk cId="2755247261" sldId="372"/>
            <ac:spMk id="12" creationId="{993E5ACE-C484-44C7-AFDB-30A0D15178FA}"/>
          </ac:spMkLst>
        </pc:spChg>
        <pc:spChg chg="add mod">
          <ac:chgData name="営業サーバ" userId="c35045ed-c185-45de-8f58-be20a28877d8" providerId="ADAL" clId="{24CDA5AD-C932-4C9E-8F10-D9E080C25176}" dt="2021-03-31T00:10:47.447" v="156" actId="20577"/>
          <ac:spMkLst>
            <pc:docMk/>
            <pc:sldMk cId="2755247261" sldId="372"/>
            <ac:spMk id="13" creationId="{2955E2A7-E9A5-47A2-8312-85901581F6E0}"/>
          </ac:spMkLst>
        </pc:spChg>
      </pc:sldChg>
      <pc:sldChg chg="addSp delSp modSp new mod modClrScheme chgLayout">
        <pc:chgData name="営業サーバ" userId="c35045ed-c185-45de-8f58-be20a28877d8" providerId="ADAL" clId="{24CDA5AD-C932-4C9E-8F10-D9E080C25176}" dt="2021-03-31T00:15:51.562" v="169" actId="207"/>
        <pc:sldMkLst>
          <pc:docMk/>
          <pc:sldMk cId="3266521402" sldId="373"/>
        </pc:sldMkLst>
        <pc:spChg chg="mod ord">
          <ac:chgData name="営業サーバ" userId="c35045ed-c185-45de-8f58-be20a28877d8" providerId="ADAL" clId="{24CDA5AD-C932-4C9E-8F10-D9E080C25176}" dt="2021-03-31T00:12:09.908" v="160" actId="700"/>
          <ac:spMkLst>
            <pc:docMk/>
            <pc:sldMk cId="3266521402" sldId="373"/>
            <ac:spMk id="2" creationId="{12B32272-CC15-4492-AC1C-D7D8D9A65809}"/>
          </ac:spMkLst>
        </pc:spChg>
        <pc:spChg chg="del mod ord">
          <ac:chgData name="営業サーバ" userId="c35045ed-c185-45de-8f58-be20a28877d8" providerId="ADAL" clId="{24CDA5AD-C932-4C9E-8F10-D9E080C25176}" dt="2021-03-31T00:11:46.573" v="158" actId="700"/>
          <ac:spMkLst>
            <pc:docMk/>
            <pc:sldMk cId="3266521402" sldId="373"/>
            <ac:spMk id="3" creationId="{E86A4AB1-0585-4AA8-BFCA-01877563F5EA}"/>
          </ac:spMkLst>
        </pc:spChg>
        <pc:spChg chg="mod ord">
          <ac:chgData name="営業サーバ" userId="c35045ed-c185-45de-8f58-be20a28877d8" providerId="ADAL" clId="{24CDA5AD-C932-4C9E-8F10-D9E080C25176}" dt="2021-03-31T00:12:09.908" v="160" actId="700"/>
          <ac:spMkLst>
            <pc:docMk/>
            <pc:sldMk cId="3266521402" sldId="373"/>
            <ac:spMk id="4" creationId="{FA27ED16-7D0A-4C60-8856-FB4D767AE8ED}"/>
          </ac:spMkLst>
        </pc:spChg>
        <pc:spChg chg="del mod ord">
          <ac:chgData name="営業サーバ" userId="c35045ed-c185-45de-8f58-be20a28877d8" providerId="ADAL" clId="{24CDA5AD-C932-4C9E-8F10-D9E080C25176}" dt="2021-03-31T00:11:46.573" v="158" actId="700"/>
          <ac:spMkLst>
            <pc:docMk/>
            <pc:sldMk cId="3266521402" sldId="373"/>
            <ac:spMk id="5" creationId="{65B771EA-A7F8-43A4-9573-BC8B2F4BDBA2}"/>
          </ac:spMkLst>
        </pc:spChg>
        <pc:spChg chg="add del mod ord">
          <ac:chgData name="営業サーバ" userId="c35045ed-c185-45de-8f58-be20a28877d8" providerId="ADAL" clId="{24CDA5AD-C932-4C9E-8F10-D9E080C25176}" dt="2021-03-31T00:12:00.611" v="159" actId="700"/>
          <ac:spMkLst>
            <pc:docMk/>
            <pc:sldMk cId="3266521402" sldId="373"/>
            <ac:spMk id="6" creationId="{31AB6873-89FE-4DB4-8029-E4C109FA95C7}"/>
          </ac:spMkLst>
        </pc:spChg>
        <pc:spChg chg="add del mod ord">
          <ac:chgData name="営業サーバ" userId="c35045ed-c185-45de-8f58-be20a28877d8" providerId="ADAL" clId="{24CDA5AD-C932-4C9E-8F10-D9E080C25176}" dt="2021-03-31T00:12:00.611" v="159" actId="700"/>
          <ac:spMkLst>
            <pc:docMk/>
            <pc:sldMk cId="3266521402" sldId="373"/>
            <ac:spMk id="7" creationId="{130B1BD8-3FC2-42D1-9912-0F90C5D5302C}"/>
          </ac:spMkLst>
        </pc:spChg>
        <pc:spChg chg="add del mod ord">
          <ac:chgData name="営業サーバ" userId="c35045ed-c185-45de-8f58-be20a28877d8" providerId="ADAL" clId="{24CDA5AD-C932-4C9E-8F10-D9E080C25176}" dt="2021-03-31T00:12:00.611" v="159" actId="700"/>
          <ac:spMkLst>
            <pc:docMk/>
            <pc:sldMk cId="3266521402" sldId="373"/>
            <ac:spMk id="8" creationId="{DC6A42BA-06CC-4BFF-B4EF-8EC4E0825863}"/>
          </ac:spMkLst>
        </pc:spChg>
        <pc:spChg chg="add del mod ord">
          <ac:chgData name="営業サーバ" userId="c35045ed-c185-45de-8f58-be20a28877d8" providerId="ADAL" clId="{24CDA5AD-C932-4C9E-8F10-D9E080C25176}" dt="2021-03-31T00:12:09.908" v="160" actId="700"/>
          <ac:spMkLst>
            <pc:docMk/>
            <pc:sldMk cId="3266521402" sldId="373"/>
            <ac:spMk id="9" creationId="{A9D2F7ED-CEC7-4F97-A5DB-404B23CF9988}"/>
          </ac:spMkLst>
        </pc:spChg>
        <pc:spChg chg="add mod ord">
          <ac:chgData name="営業サーバ" userId="c35045ed-c185-45de-8f58-be20a28877d8" providerId="ADAL" clId="{24CDA5AD-C932-4C9E-8F10-D9E080C25176}" dt="2021-03-31T00:12:25.592" v="161"/>
          <ac:spMkLst>
            <pc:docMk/>
            <pc:sldMk cId="3266521402" sldId="373"/>
            <ac:spMk id="10" creationId="{4C7118B8-0655-4DA9-91E7-9FF97ADD1558}"/>
          </ac:spMkLst>
        </pc:spChg>
        <pc:spChg chg="add mod ord">
          <ac:chgData name="営業サーバ" userId="c35045ed-c185-45de-8f58-be20a28877d8" providerId="ADAL" clId="{24CDA5AD-C932-4C9E-8F10-D9E080C25176}" dt="2021-03-31T00:12:33.374" v="164" actId="20577"/>
          <ac:spMkLst>
            <pc:docMk/>
            <pc:sldMk cId="3266521402" sldId="373"/>
            <ac:spMk id="11" creationId="{FC9597FA-8178-4EFC-9D95-698489AADEFB}"/>
          </ac:spMkLst>
        </pc:spChg>
        <pc:spChg chg="add mod">
          <ac:chgData name="営業サーバ" userId="c35045ed-c185-45de-8f58-be20a28877d8" providerId="ADAL" clId="{24CDA5AD-C932-4C9E-8F10-D9E080C25176}" dt="2021-03-31T00:15:51.562" v="169" actId="207"/>
          <ac:spMkLst>
            <pc:docMk/>
            <pc:sldMk cId="3266521402" sldId="373"/>
            <ac:spMk id="12" creationId="{5169CDA8-ABA5-4379-A67F-D10079352A3C}"/>
          </ac:spMkLst>
        </pc:spChg>
      </pc:sldChg>
      <pc:sldChg chg="modSp new mod">
        <pc:chgData name="営業サーバ" userId="c35045ed-c185-45de-8f58-be20a28877d8" providerId="ADAL" clId="{24CDA5AD-C932-4C9E-8F10-D9E080C25176}" dt="2021-03-31T00:17:44.898" v="174" actId="20577"/>
        <pc:sldMkLst>
          <pc:docMk/>
          <pc:sldMk cId="600041152" sldId="374"/>
        </pc:sldMkLst>
        <pc:spChg chg="mod">
          <ac:chgData name="営業サーバ" userId="c35045ed-c185-45de-8f58-be20a28877d8" providerId="ADAL" clId="{24CDA5AD-C932-4C9E-8F10-D9E080C25176}" dt="2021-03-31T00:17:34.410" v="171"/>
          <ac:spMkLst>
            <pc:docMk/>
            <pc:sldMk cId="600041152" sldId="374"/>
            <ac:spMk id="3" creationId="{BA530BD5-A92B-468D-9AF0-302291AF226A}"/>
          </ac:spMkLst>
        </pc:spChg>
        <pc:spChg chg="mod">
          <ac:chgData name="営業サーバ" userId="c35045ed-c185-45de-8f58-be20a28877d8" providerId="ADAL" clId="{24CDA5AD-C932-4C9E-8F10-D9E080C25176}" dt="2021-03-31T00:17:44.898" v="174" actId="20577"/>
          <ac:spMkLst>
            <pc:docMk/>
            <pc:sldMk cId="600041152" sldId="374"/>
            <ac:spMk id="5" creationId="{CA01AD74-009C-4238-8798-B5372736110E}"/>
          </ac:spMkLst>
        </pc:spChg>
      </pc:sldChg>
      <pc:sldChg chg="modSp new mod">
        <pc:chgData name="営業サーバ" userId="c35045ed-c185-45de-8f58-be20a28877d8" providerId="ADAL" clId="{24CDA5AD-C932-4C9E-8F10-D9E080C25176}" dt="2021-03-31T00:19:12.197" v="178"/>
        <pc:sldMkLst>
          <pc:docMk/>
          <pc:sldMk cId="3468853419" sldId="375"/>
        </pc:sldMkLst>
        <pc:spChg chg="mod">
          <ac:chgData name="営業サーバ" userId="c35045ed-c185-45de-8f58-be20a28877d8" providerId="ADAL" clId="{24CDA5AD-C932-4C9E-8F10-D9E080C25176}" dt="2021-03-31T00:19:06.001" v="176"/>
          <ac:spMkLst>
            <pc:docMk/>
            <pc:sldMk cId="3468853419" sldId="375"/>
            <ac:spMk id="3" creationId="{F23371FD-525E-44E7-83E7-C8F4D338FEE6}"/>
          </ac:spMkLst>
        </pc:spChg>
        <pc:spChg chg="mod">
          <ac:chgData name="営業サーバ" userId="c35045ed-c185-45de-8f58-be20a28877d8" providerId="ADAL" clId="{24CDA5AD-C932-4C9E-8F10-D9E080C25176}" dt="2021-03-31T00:19:12.197" v="178"/>
          <ac:spMkLst>
            <pc:docMk/>
            <pc:sldMk cId="3468853419" sldId="375"/>
            <ac:spMk id="5" creationId="{C7EB46D5-0F1B-41B7-AB74-4D289065364B}"/>
          </ac:spMkLst>
        </pc:spChg>
      </pc:sldChg>
    </pc:docChg>
  </pc:docChgLst>
  <pc:docChgLst>
    <pc:chgData name="鈴木 秀規" userId="f68c5fd9-22d5-4c0a-9833-7fb0f5135313" providerId="ADAL" clId="{08638EF6-D777-4C0B-B3AC-F96EA920AE28}"/>
    <pc:docChg chg="undo custSel addSld delSld modSld">
      <pc:chgData name="鈴木 秀規" userId="f68c5fd9-22d5-4c0a-9833-7fb0f5135313" providerId="ADAL" clId="{08638EF6-D777-4C0B-B3AC-F96EA920AE28}" dt="2021-01-26T05:25:46.933" v="140" actId="14100"/>
      <pc:docMkLst>
        <pc:docMk/>
      </pc:docMkLst>
      <pc:sldChg chg="modSp mod">
        <pc:chgData name="鈴木 秀規" userId="f68c5fd9-22d5-4c0a-9833-7fb0f5135313" providerId="ADAL" clId="{08638EF6-D777-4C0B-B3AC-F96EA920AE28}" dt="2021-01-26T05:15:53.098" v="18" actId="14100"/>
        <pc:sldMkLst>
          <pc:docMk/>
          <pc:sldMk cId="0" sldId="256"/>
        </pc:sldMkLst>
        <pc:spChg chg="mod">
          <ac:chgData name="鈴木 秀規" userId="f68c5fd9-22d5-4c0a-9833-7fb0f5135313" providerId="ADAL" clId="{08638EF6-D777-4C0B-B3AC-F96EA920AE28}" dt="2021-01-26T05:15:53.098" v="18" actId="14100"/>
          <ac:spMkLst>
            <pc:docMk/>
            <pc:sldMk cId="0" sldId="256"/>
            <ac:spMk id="56" creationId="{00000000-0000-0000-0000-000000000000}"/>
          </ac:spMkLst>
        </pc:spChg>
      </pc:sldChg>
      <pc:sldChg chg="addSp delSp modSp new mod modClrScheme chgLayout">
        <pc:chgData name="鈴木 秀規" userId="f68c5fd9-22d5-4c0a-9833-7fb0f5135313" providerId="ADAL" clId="{08638EF6-D777-4C0B-B3AC-F96EA920AE28}" dt="2021-01-26T05:18:58.554" v="68" actId="20577"/>
        <pc:sldMkLst>
          <pc:docMk/>
          <pc:sldMk cId="1859091905" sldId="362"/>
        </pc:sldMkLst>
        <pc:spChg chg="del mod ord">
          <ac:chgData name="鈴木 秀規" userId="f68c5fd9-22d5-4c0a-9833-7fb0f5135313" providerId="ADAL" clId="{08638EF6-D777-4C0B-B3AC-F96EA920AE28}" dt="2021-01-26T05:16:11.335" v="21" actId="700"/>
          <ac:spMkLst>
            <pc:docMk/>
            <pc:sldMk cId="1859091905" sldId="362"/>
            <ac:spMk id="2" creationId="{4CBF5B66-7AA2-455B-BB64-AE2435551191}"/>
          </ac:spMkLst>
        </pc:spChg>
        <pc:spChg chg="del mod ord">
          <ac:chgData name="鈴木 秀規" userId="f68c5fd9-22d5-4c0a-9833-7fb0f5135313" providerId="ADAL" clId="{08638EF6-D777-4C0B-B3AC-F96EA920AE28}" dt="2021-01-26T05:16:11.335" v="21" actId="700"/>
          <ac:spMkLst>
            <pc:docMk/>
            <pc:sldMk cId="1859091905" sldId="362"/>
            <ac:spMk id="3" creationId="{1C6FA6B5-2ABF-4944-A196-C3D0F717D6DD}"/>
          </ac:spMkLst>
        </pc:spChg>
        <pc:spChg chg="mod ord">
          <ac:chgData name="鈴木 秀規" userId="f68c5fd9-22d5-4c0a-9833-7fb0f5135313" providerId="ADAL" clId="{08638EF6-D777-4C0B-B3AC-F96EA920AE28}" dt="2021-01-26T05:16:11.335" v="21" actId="700"/>
          <ac:spMkLst>
            <pc:docMk/>
            <pc:sldMk cId="1859091905" sldId="362"/>
            <ac:spMk id="4" creationId="{D6DC238B-EE56-4E60-9254-5D7461C2FECA}"/>
          </ac:spMkLst>
        </pc:spChg>
        <pc:spChg chg="mod ord">
          <ac:chgData name="鈴木 秀規" userId="f68c5fd9-22d5-4c0a-9833-7fb0f5135313" providerId="ADAL" clId="{08638EF6-D777-4C0B-B3AC-F96EA920AE28}" dt="2021-01-26T05:16:11.335" v="21" actId="700"/>
          <ac:spMkLst>
            <pc:docMk/>
            <pc:sldMk cId="1859091905" sldId="362"/>
            <ac:spMk id="5" creationId="{CAF52E47-E0BD-4CE1-8C78-272007650A0D}"/>
          </ac:spMkLst>
        </pc:spChg>
        <pc:spChg chg="del">
          <ac:chgData name="鈴木 秀規" userId="f68c5fd9-22d5-4c0a-9833-7fb0f5135313" providerId="ADAL" clId="{08638EF6-D777-4C0B-B3AC-F96EA920AE28}" dt="2021-01-26T05:16:11.335" v="21" actId="700"/>
          <ac:spMkLst>
            <pc:docMk/>
            <pc:sldMk cId="1859091905" sldId="362"/>
            <ac:spMk id="6" creationId="{79872133-46EE-42C3-B6F5-3AE94028958F}"/>
          </ac:spMkLst>
        </pc:spChg>
        <pc:spChg chg="add mod ord">
          <ac:chgData name="鈴木 秀規" userId="f68c5fd9-22d5-4c0a-9833-7fb0f5135313" providerId="ADAL" clId="{08638EF6-D777-4C0B-B3AC-F96EA920AE28}" dt="2021-01-26T05:17:31.196" v="24"/>
          <ac:spMkLst>
            <pc:docMk/>
            <pc:sldMk cId="1859091905" sldId="362"/>
            <ac:spMk id="7" creationId="{58177CF6-E256-4D88-B489-5F2EFF09AC4C}"/>
          </ac:spMkLst>
        </pc:spChg>
        <pc:spChg chg="add mod ord">
          <ac:chgData name="鈴木 秀規" userId="f68c5fd9-22d5-4c0a-9833-7fb0f5135313" providerId="ADAL" clId="{08638EF6-D777-4C0B-B3AC-F96EA920AE28}" dt="2021-01-26T05:18:58.554" v="68" actId="20577"/>
          <ac:spMkLst>
            <pc:docMk/>
            <pc:sldMk cId="1859091905" sldId="362"/>
            <ac:spMk id="8" creationId="{C57C43D1-E1C5-418D-A114-931FDA96CE3D}"/>
          </ac:spMkLst>
        </pc:spChg>
        <pc:picChg chg="add mod">
          <ac:chgData name="鈴木 秀規" userId="f68c5fd9-22d5-4c0a-9833-7fb0f5135313" providerId="ADAL" clId="{08638EF6-D777-4C0B-B3AC-F96EA920AE28}" dt="2021-01-26T05:17:56.352" v="28" actId="1076"/>
          <ac:picMkLst>
            <pc:docMk/>
            <pc:sldMk cId="1859091905" sldId="362"/>
            <ac:picMk id="9" creationId="{BA5D05B1-6F0D-4655-AFC1-495F71BCF81C}"/>
          </ac:picMkLst>
        </pc:picChg>
        <pc:picChg chg="add mod">
          <ac:chgData name="鈴木 秀規" userId="f68c5fd9-22d5-4c0a-9833-7fb0f5135313" providerId="ADAL" clId="{08638EF6-D777-4C0B-B3AC-F96EA920AE28}" dt="2021-01-26T05:17:56.352" v="28" actId="1076"/>
          <ac:picMkLst>
            <pc:docMk/>
            <pc:sldMk cId="1859091905" sldId="362"/>
            <ac:picMk id="10" creationId="{899D8770-B1F7-436F-BE7F-0F92A7770FDF}"/>
          </ac:picMkLst>
        </pc:picChg>
      </pc:sldChg>
      <pc:sldChg chg="addSp delSp modSp new mod">
        <pc:chgData name="鈴木 秀規" userId="f68c5fd9-22d5-4c0a-9833-7fb0f5135313" providerId="ADAL" clId="{08638EF6-D777-4C0B-B3AC-F96EA920AE28}" dt="2021-01-26T05:21:22.847" v="98" actId="1076"/>
        <pc:sldMkLst>
          <pc:docMk/>
          <pc:sldMk cId="2364365537" sldId="363"/>
        </pc:sldMkLst>
        <pc:spChg chg="mod">
          <ac:chgData name="鈴木 秀規" userId="f68c5fd9-22d5-4c0a-9833-7fb0f5135313" providerId="ADAL" clId="{08638EF6-D777-4C0B-B3AC-F96EA920AE28}" dt="2021-01-26T05:19:36.856" v="70"/>
          <ac:spMkLst>
            <pc:docMk/>
            <pc:sldMk cId="2364365537" sldId="363"/>
            <ac:spMk id="3" creationId="{B640D129-B6CB-4C83-B970-246D59D57573}"/>
          </ac:spMkLst>
        </pc:spChg>
        <pc:spChg chg="mod">
          <ac:chgData name="鈴木 秀規" userId="f68c5fd9-22d5-4c0a-9833-7fb0f5135313" providerId="ADAL" clId="{08638EF6-D777-4C0B-B3AC-F96EA920AE28}" dt="2021-01-26T05:19:50.758" v="73" actId="14100"/>
          <ac:spMkLst>
            <pc:docMk/>
            <pc:sldMk cId="2364365537" sldId="363"/>
            <ac:spMk id="5" creationId="{B57261C1-F514-40BE-AAF2-BA12D96EEC29}"/>
          </ac:spMkLst>
        </pc:spChg>
        <pc:spChg chg="add mod">
          <ac:chgData name="鈴木 秀規" userId="f68c5fd9-22d5-4c0a-9833-7fb0f5135313" providerId="ADAL" clId="{08638EF6-D777-4C0B-B3AC-F96EA920AE28}" dt="2021-01-26T05:20:52.991" v="88" actId="1076"/>
          <ac:spMkLst>
            <pc:docMk/>
            <pc:sldMk cId="2364365537" sldId="363"/>
            <ac:spMk id="9" creationId="{E22A0353-8EA1-4FD8-A39C-49D9187B8256}"/>
          </ac:spMkLst>
        </pc:spChg>
        <pc:picChg chg="add del mod">
          <ac:chgData name="鈴木 秀規" userId="f68c5fd9-22d5-4c0a-9833-7fb0f5135313" providerId="ADAL" clId="{08638EF6-D777-4C0B-B3AC-F96EA920AE28}" dt="2021-01-26T05:20:32.232" v="82" actId="478"/>
          <ac:picMkLst>
            <pc:docMk/>
            <pc:sldMk cId="2364365537" sldId="363"/>
            <ac:picMk id="6" creationId="{993F232B-F330-49C7-8CFF-CFCD402F49F4}"/>
          </ac:picMkLst>
        </pc:picChg>
        <pc:picChg chg="add mod">
          <ac:chgData name="鈴木 秀規" userId="f68c5fd9-22d5-4c0a-9833-7fb0f5135313" providerId="ADAL" clId="{08638EF6-D777-4C0B-B3AC-F96EA920AE28}" dt="2021-01-26T05:20:57.696" v="89" actId="14100"/>
          <ac:picMkLst>
            <pc:docMk/>
            <pc:sldMk cId="2364365537" sldId="363"/>
            <ac:picMk id="8" creationId="{763A5F80-3D1F-4918-9FDD-53A678F1CC4C}"/>
          </ac:picMkLst>
        </pc:picChg>
        <pc:picChg chg="add mod">
          <ac:chgData name="鈴木 秀規" userId="f68c5fd9-22d5-4c0a-9833-7fb0f5135313" providerId="ADAL" clId="{08638EF6-D777-4C0B-B3AC-F96EA920AE28}" dt="2021-01-26T05:21:14.092" v="94" actId="14100"/>
          <ac:picMkLst>
            <pc:docMk/>
            <pc:sldMk cId="2364365537" sldId="363"/>
            <ac:picMk id="10" creationId="{FBDEFDB1-0089-42FD-AE86-6574A2FA16DF}"/>
          </ac:picMkLst>
        </pc:picChg>
        <pc:picChg chg="add mod">
          <ac:chgData name="鈴木 秀規" userId="f68c5fd9-22d5-4c0a-9833-7fb0f5135313" providerId="ADAL" clId="{08638EF6-D777-4C0B-B3AC-F96EA920AE28}" dt="2021-01-26T05:21:22.847" v="98" actId="1076"/>
          <ac:picMkLst>
            <pc:docMk/>
            <pc:sldMk cId="2364365537" sldId="363"/>
            <ac:picMk id="11" creationId="{05719BC9-65AB-4C7B-9FC7-0A3C1B55521D}"/>
          </ac:picMkLst>
        </pc:picChg>
        <pc:picChg chg="add mod">
          <ac:chgData name="鈴木 秀規" userId="f68c5fd9-22d5-4c0a-9833-7fb0f5135313" providerId="ADAL" clId="{08638EF6-D777-4C0B-B3AC-F96EA920AE28}" dt="2021-01-26T05:21:19.192" v="96" actId="1076"/>
          <ac:picMkLst>
            <pc:docMk/>
            <pc:sldMk cId="2364365537" sldId="363"/>
            <ac:picMk id="12" creationId="{860637D5-85A1-4BFF-AD71-F43936BDB20B}"/>
          </ac:picMkLst>
        </pc:picChg>
      </pc:sldChg>
      <pc:sldChg chg="addSp modSp new mod">
        <pc:chgData name="鈴木 秀規" userId="f68c5fd9-22d5-4c0a-9833-7fb0f5135313" providerId="ADAL" clId="{08638EF6-D777-4C0B-B3AC-F96EA920AE28}" dt="2021-01-26T05:22:08.016" v="105" actId="1076"/>
        <pc:sldMkLst>
          <pc:docMk/>
          <pc:sldMk cId="2741627324" sldId="364"/>
        </pc:sldMkLst>
        <pc:spChg chg="mod">
          <ac:chgData name="鈴木 秀規" userId="f68c5fd9-22d5-4c0a-9833-7fb0f5135313" providerId="ADAL" clId="{08638EF6-D777-4C0B-B3AC-F96EA920AE28}" dt="2021-01-26T05:21:46.356" v="100"/>
          <ac:spMkLst>
            <pc:docMk/>
            <pc:sldMk cId="2741627324" sldId="364"/>
            <ac:spMk id="3" creationId="{B4DA3833-1318-40D9-AD12-6A36AD1AFCBA}"/>
          </ac:spMkLst>
        </pc:spChg>
        <pc:spChg chg="mod">
          <ac:chgData name="鈴木 秀規" userId="f68c5fd9-22d5-4c0a-9833-7fb0f5135313" providerId="ADAL" clId="{08638EF6-D777-4C0B-B3AC-F96EA920AE28}" dt="2021-01-26T05:22:03.812" v="103" actId="14100"/>
          <ac:spMkLst>
            <pc:docMk/>
            <pc:sldMk cId="2741627324" sldId="364"/>
            <ac:spMk id="5" creationId="{3EDB9DE5-251B-463B-B6D4-B3B16D2E8021}"/>
          </ac:spMkLst>
        </pc:spChg>
        <pc:picChg chg="add mod">
          <ac:chgData name="鈴木 秀規" userId="f68c5fd9-22d5-4c0a-9833-7fb0f5135313" providerId="ADAL" clId="{08638EF6-D777-4C0B-B3AC-F96EA920AE28}" dt="2021-01-26T05:22:08.016" v="105" actId="1076"/>
          <ac:picMkLst>
            <pc:docMk/>
            <pc:sldMk cId="2741627324" sldId="364"/>
            <ac:picMk id="6" creationId="{58B423EC-130A-4687-A843-790DB5B5F07B}"/>
          </ac:picMkLst>
        </pc:picChg>
      </pc:sldChg>
      <pc:sldChg chg="modSp new mod">
        <pc:chgData name="鈴木 秀規" userId="f68c5fd9-22d5-4c0a-9833-7fb0f5135313" providerId="ADAL" clId="{08638EF6-D777-4C0B-B3AC-F96EA920AE28}" dt="2021-01-26T05:23:15.844" v="115" actId="2710"/>
        <pc:sldMkLst>
          <pc:docMk/>
          <pc:sldMk cId="2463410247" sldId="365"/>
        </pc:sldMkLst>
        <pc:spChg chg="mod">
          <ac:chgData name="鈴木 秀規" userId="f68c5fd9-22d5-4c0a-9833-7fb0f5135313" providerId="ADAL" clId="{08638EF6-D777-4C0B-B3AC-F96EA920AE28}" dt="2021-01-26T05:22:27.921" v="107"/>
          <ac:spMkLst>
            <pc:docMk/>
            <pc:sldMk cId="2463410247" sldId="365"/>
            <ac:spMk id="3" creationId="{A7622962-8E8E-4B0A-B95C-5C847044E3A9}"/>
          </ac:spMkLst>
        </pc:spChg>
        <pc:spChg chg="mod">
          <ac:chgData name="鈴木 秀規" userId="f68c5fd9-22d5-4c0a-9833-7fb0f5135313" providerId="ADAL" clId="{08638EF6-D777-4C0B-B3AC-F96EA920AE28}" dt="2021-01-26T05:23:15.844" v="115" actId="2710"/>
          <ac:spMkLst>
            <pc:docMk/>
            <pc:sldMk cId="2463410247" sldId="365"/>
            <ac:spMk id="5" creationId="{D828DF36-6DEE-4664-A888-D5E7FA24C8BF}"/>
          </ac:spMkLst>
        </pc:spChg>
      </pc:sldChg>
      <pc:sldChg chg="addSp modSp new mod">
        <pc:chgData name="鈴木 秀規" userId="f68c5fd9-22d5-4c0a-9833-7fb0f5135313" providerId="ADAL" clId="{08638EF6-D777-4C0B-B3AC-F96EA920AE28}" dt="2021-01-26T05:25:46.933" v="140" actId="14100"/>
        <pc:sldMkLst>
          <pc:docMk/>
          <pc:sldMk cId="2468282938" sldId="366"/>
        </pc:sldMkLst>
        <pc:spChg chg="mod">
          <ac:chgData name="鈴木 秀規" userId="f68c5fd9-22d5-4c0a-9833-7fb0f5135313" providerId="ADAL" clId="{08638EF6-D777-4C0B-B3AC-F96EA920AE28}" dt="2021-01-26T05:23:59.930" v="117"/>
          <ac:spMkLst>
            <pc:docMk/>
            <pc:sldMk cId="2468282938" sldId="366"/>
            <ac:spMk id="3" creationId="{DCF72238-40A0-49B2-BCDA-0F4FC7B049CE}"/>
          </ac:spMkLst>
        </pc:spChg>
        <pc:spChg chg="mod">
          <ac:chgData name="鈴木 秀規" userId="f68c5fd9-22d5-4c0a-9833-7fb0f5135313" providerId="ADAL" clId="{08638EF6-D777-4C0B-B3AC-F96EA920AE28}" dt="2021-01-26T05:24:16.360" v="121" actId="14100"/>
          <ac:spMkLst>
            <pc:docMk/>
            <pc:sldMk cId="2468282938" sldId="366"/>
            <ac:spMk id="5" creationId="{74B6BD97-612C-4CA8-8A5C-7C81E7891880}"/>
          </ac:spMkLst>
        </pc:spChg>
        <pc:spChg chg="add mod">
          <ac:chgData name="鈴木 秀規" userId="f68c5fd9-22d5-4c0a-9833-7fb0f5135313" providerId="ADAL" clId="{08638EF6-D777-4C0B-B3AC-F96EA920AE28}" dt="2021-01-26T05:25:10.477" v="131" actId="1076"/>
          <ac:spMkLst>
            <pc:docMk/>
            <pc:sldMk cId="2468282938" sldId="366"/>
            <ac:spMk id="6" creationId="{71674804-97F6-4D1A-B06A-C8494D885214}"/>
          </ac:spMkLst>
        </pc:spChg>
        <pc:spChg chg="add mod">
          <ac:chgData name="鈴木 秀規" userId="f68c5fd9-22d5-4c0a-9833-7fb0f5135313" providerId="ADAL" clId="{08638EF6-D777-4C0B-B3AC-F96EA920AE28}" dt="2021-01-26T05:25:17.214" v="132" actId="571"/>
          <ac:spMkLst>
            <pc:docMk/>
            <pc:sldMk cId="2468282938" sldId="366"/>
            <ac:spMk id="7" creationId="{EAB6021F-3697-4137-B487-BDABD536A412}"/>
          </ac:spMkLst>
        </pc:spChg>
        <pc:spChg chg="add mod">
          <ac:chgData name="鈴木 秀規" userId="f68c5fd9-22d5-4c0a-9833-7fb0f5135313" providerId="ADAL" clId="{08638EF6-D777-4C0B-B3AC-F96EA920AE28}" dt="2021-01-26T05:25:46.933" v="140" actId="14100"/>
          <ac:spMkLst>
            <pc:docMk/>
            <pc:sldMk cId="2468282938" sldId="366"/>
            <ac:spMk id="8" creationId="{8AF68B02-7758-40C3-B9B1-151583045834}"/>
          </ac:spMkLst>
        </pc:spChg>
      </pc:sldChg>
      <pc:sldChg chg="del">
        <pc:chgData name="鈴木 秀規" userId="f68c5fd9-22d5-4c0a-9833-7fb0f5135313" providerId="ADAL" clId="{08638EF6-D777-4C0B-B3AC-F96EA920AE28}" dt="2021-01-26T05:16:05.009" v="19" actId="2696"/>
        <pc:sldMkLst>
          <pc:docMk/>
          <pc:sldMk cId="172008769" sldId="372"/>
        </pc:sldMkLst>
      </pc:sldChg>
      <pc:sldChg chg="del">
        <pc:chgData name="鈴木 秀規" userId="f68c5fd9-22d5-4c0a-9833-7fb0f5135313" providerId="ADAL" clId="{08638EF6-D777-4C0B-B3AC-F96EA920AE28}" dt="2021-01-26T05:16:05.009" v="19" actId="2696"/>
        <pc:sldMkLst>
          <pc:docMk/>
          <pc:sldMk cId="1907161375" sldId="375"/>
        </pc:sldMkLst>
      </pc:sldChg>
      <pc:sldChg chg="del">
        <pc:chgData name="鈴木 秀規" userId="f68c5fd9-22d5-4c0a-9833-7fb0f5135313" providerId="ADAL" clId="{08638EF6-D777-4C0B-B3AC-F96EA920AE28}" dt="2021-01-26T05:16:05.009" v="19" actId="2696"/>
        <pc:sldMkLst>
          <pc:docMk/>
          <pc:sldMk cId="2720488262" sldId="376"/>
        </pc:sldMkLst>
      </pc:sldChg>
      <pc:sldChg chg="del">
        <pc:chgData name="鈴木 秀規" userId="f68c5fd9-22d5-4c0a-9833-7fb0f5135313" providerId="ADAL" clId="{08638EF6-D777-4C0B-B3AC-F96EA920AE28}" dt="2021-01-26T05:16:05.009" v="19" actId="2696"/>
        <pc:sldMkLst>
          <pc:docMk/>
          <pc:sldMk cId="3649920568" sldId="377"/>
        </pc:sldMkLst>
      </pc:sldChg>
      <pc:sldChg chg="del">
        <pc:chgData name="鈴木 秀規" userId="f68c5fd9-22d5-4c0a-9833-7fb0f5135313" providerId="ADAL" clId="{08638EF6-D777-4C0B-B3AC-F96EA920AE28}" dt="2021-01-26T05:16:05.009" v="19" actId="2696"/>
        <pc:sldMkLst>
          <pc:docMk/>
          <pc:sldMk cId="958544309" sldId="379"/>
        </pc:sldMkLst>
      </pc:sldChg>
      <pc:sldChg chg="del">
        <pc:chgData name="鈴木 秀規" userId="f68c5fd9-22d5-4c0a-9833-7fb0f5135313" providerId="ADAL" clId="{08638EF6-D777-4C0B-B3AC-F96EA920AE28}" dt="2021-01-26T05:16:05.009" v="19" actId="2696"/>
        <pc:sldMkLst>
          <pc:docMk/>
          <pc:sldMk cId="690129785" sldId="380"/>
        </pc:sldMkLst>
      </pc:sldChg>
      <pc:sldChg chg="del">
        <pc:chgData name="鈴木 秀規" userId="f68c5fd9-22d5-4c0a-9833-7fb0f5135313" providerId="ADAL" clId="{08638EF6-D777-4C0B-B3AC-F96EA920AE28}" dt="2021-01-26T05:16:05.009" v="19" actId="2696"/>
        <pc:sldMkLst>
          <pc:docMk/>
          <pc:sldMk cId="2547390421" sldId="381"/>
        </pc:sldMkLst>
      </pc:sldChg>
    </pc:docChg>
  </pc:docChgLst>
  <pc:docChgLst>
    <pc:chgData name="鈴木 秀規" userId="f68c5fd9-22d5-4c0a-9833-7fb0f5135313" providerId="ADAL" clId="{1FFDFDEC-295D-434A-B582-72A8CC8A5E88}"/>
    <pc:docChg chg="undo custSel addSld delSld modSld">
      <pc:chgData name="鈴木 秀規" userId="f68c5fd9-22d5-4c0a-9833-7fb0f5135313" providerId="ADAL" clId="{1FFDFDEC-295D-434A-B582-72A8CC8A5E88}" dt="2021-01-26T04:14:36.735" v="1145" actId="2696"/>
      <pc:docMkLst>
        <pc:docMk/>
      </pc:docMkLst>
      <pc:sldChg chg="modSp mod">
        <pc:chgData name="鈴木 秀規" userId="f68c5fd9-22d5-4c0a-9833-7fb0f5135313" providerId="ADAL" clId="{1FFDFDEC-295D-434A-B582-72A8CC8A5E88}" dt="2021-01-14T07:55:57.714" v="879" actId="20577"/>
        <pc:sldMkLst>
          <pc:docMk/>
          <pc:sldMk cId="0" sldId="256"/>
        </pc:sldMkLst>
        <pc:spChg chg="mod">
          <ac:chgData name="鈴木 秀規" userId="f68c5fd9-22d5-4c0a-9833-7fb0f5135313" providerId="ADAL" clId="{1FFDFDEC-295D-434A-B582-72A8CC8A5E88}" dt="2021-01-14T07:55:57.714" v="879" actId="20577"/>
          <ac:spMkLst>
            <pc:docMk/>
            <pc:sldMk cId="0" sldId="256"/>
            <ac:spMk id="56" creationId="{00000000-0000-0000-0000-000000000000}"/>
          </ac:spMkLst>
        </pc:spChg>
      </pc:sldChg>
      <pc:sldChg chg="del">
        <pc:chgData name="鈴木 秀規" userId="f68c5fd9-22d5-4c0a-9833-7fb0f5135313" providerId="ADAL" clId="{1FFDFDEC-295D-434A-B582-72A8CC8A5E88}" dt="2021-01-14T02:02:02.288" v="173" actId="2696"/>
        <pc:sldMkLst>
          <pc:docMk/>
          <pc:sldMk cId="1511176286" sldId="261"/>
        </pc:sldMkLst>
      </pc:sldChg>
      <pc:sldChg chg="modSp mod">
        <pc:chgData name="鈴木 秀規" userId="f68c5fd9-22d5-4c0a-9833-7fb0f5135313" providerId="ADAL" clId="{1FFDFDEC-295D-434A-B582-72A8CC8A5E88}" dt="2021-01-14T01:53:14.302" v="5" actId="20577"/>
        <pc:sldMkLst>
          <pc:docMk/>
          <pc:sldMk cId="1668843990" sldId="360"/>
        </pc:sldMkLst>
        <pc:spChg chg="mod">
          <ac:chgData name="鈴木 秀規" userId="f68c5fd9-22d5-4c0a-9833-7fb0f5135313" providerId="ADAL" clId="{1FFDFDEC-295D-434A-B582-72A8CC8A5E88}" dt="2021-01-14T01:53:14.302" v="5" actId="20577"/>
          <ac:spMkLst>
            <pc:docMk/>
            <pc:sldMk cId="1668843990" sldId="360"/>
            <ac:spMk id="9" creationId="{A4832727-EA7F-44D6-A9F2-E4AE0246960A}"/>
          </ac:spMkLst>
        </pc:spChg>
      </pc:sldChg>
      <pc:sldChg chg="modSp mod">
        <pc:chgData name="鈴木 秀規" userId="f68c5fd9-22d5-4c0a-9833-7fb0f5135313" providerId="ADAL" clId="{1FFDFDEC-295D-434A-B582-72A8CC8A5E88}" dt="2021-01-26T04:14:26.201" v="1144"/>
        <pc:sldMkLst>
          <pc:docMk/>
          <pc:sldMk cId="267129399" sldId="361"/>
        </pc:sldMkLst>
        <pc:spChg chg="mod">
          <ac:chgData name="鈴木 秀規" userId="f68c5fd9-22d5-4c0a-9833-7fb0f5135313" providerId="ADAL" clId="{1FFDFDEC-295D-434A-B582-72A8CC8A5E88}" dt="2021-01-26T04:14:26.201" v="1144"/>
          <ac:spMkLst>
            <pc:docMk/>
            <pc:sldMk cId="267129399" sldId="361"/>
            <ac:spMk id="6" creationId="{D0F3BEAC-A5EA-4EE4-95C7-0AEC1107FD29}"/>
          </ac:spMkLst>
        </pc:spChg>
      </pc:sldChg>
      <pc:sldChg chg="del">
        <pc:chgData name="鈴木 秀規" userId="f68c5fd9-22d5-4c0a-9833-7fb0f5135313" providerId="ADAL" clId="{1FFDFDEC-295D-434A-B582-72A8CC8A5E88}" dt="2021-01-14T02:02:02.288" v="173" actId="2696"/>
        <pc:sldMkLst>
          <pc:docMk/>
          <pc:sldMk cId="2503862587" sldId="362"/>
        </pc:sldMkLst>
      </pc:sldChg>
      <pc:sldChg chg="del">
        <pc:chgData name="鈴木 秀規" userId="f68c5fd9-22d5-4c0a-9833-7fb0f5135313" providerId="ADAL" clId="{1FFDFDEC-295D-434A-B582-72A8CC8A5E88}" dt="2021-01-14T02:02:02.288" v="173" actId="2696"/>
        <pc:sldMkLst>
          <pc:docMk/>
          <pc:sldMk cId="3893490019" sldId="364"/>
        </pc:sldMkLst>
      </pc:sldChg>
      <pc:sldChg chg="del">
        <pc:chgData name="鈴木 秀規" userId="f68c5fd9-22d5-4c0a-9833-7fb0f5135313" providerId="ADAL" clId="{1FFDFDEC-295D-434A-B582-72A8CC8A5E88}" dt="2021-01-14T02:02:02.288" v="173" actId="2696"/>
        <pc:sldMkLst>
          <pc:docMk/>
          <pc:sldMk cId="2559106598" sldId="365"/>
        </pc:sldMkLst>
      </pc:sldChg>
      <pc:sldChg chg="del">
        <pc:chgData name="鈴木 秀規" userId="f68c5fd9-22d5-4c0a-9833-7fb0f5135313" providerId="ADAL" clId="{1FFDFDEC-295D-434A-B582-72A8CC8A5E88}" dt="2021-01-14T02:02:02.288" v="173" actId="2696"/>
        <pc:sldMkLst>
          <pc:docMk/>
          <pc:sldMk cId="15529201" sldId="367"/>
        </pc:sldMkLst>
      </pc:sldChg>
      <pc:sldChg chg="del">
        <pc:chgData name="鈴木 秀規" userId="f68c5fd9-22d5-4c0a-9833-7fb0f5135313" providerId="ADAL" clId="{1FFDFDEC-295D-434A-B582-72A8CC8A5E88}" dt="2021-01-14T02:02:02.288" v="173" actId="2696"/>
        <pc:sldMkLst>
          <pc:docMk/>
          <pc:sldMk cId="1431651866" sldId="368"/>
        </pc:sldMkLst>
      </pc:sldChg>
      <pc:sldChg chg="del">
        <pc:chgData name="鈴木 秀規" userId="f68c5fd9-22d5-4c0a-9833-7fb0f5135313" providerId="ADAL" clId="{1FFDFDEC-295D-434A-B582-72A8CC8A5E88}" dt="2021-01-14T02:02:02.288" v="173" actId="2696"/>
        <pc:sldMkLst>
          <pc:docMk/>
          <pc:sldMk cId="3805279594" sldId="370"/>
        </pc:sldMkLst>
      </pc:sldChg>
      <pc:sldChg chg="del">
        <pc:chgData name="鈴木 秀規" userId="f68c5fd9-22d5-4c0a-9833-7fb0f5135313" providerId="ADAL" clId="{1FFDFDEC-295D-434A-B582-72A8CC8A5E88}" dt="2021-01-14T02:02:02.288" v="173" actId="2696"/>
        <pc:sldMkLst>
          <pc:docMk/>
          <pc:sldMk cId="2800751255" sldId="371"/>
        </pc:sldMkLst>
      </pc:sldChg>
      <pc:sldChg chg="addSp delSp modSp add del mod">
        <pc:chgData name="鈴木 秀規" userId="f68c5fd9-22d5-4c0a-9833-7fb0f5135313" providerId="ADAL" clId="{1FFDFDEC-295D-434A-B582-72A8CC8A5E88}" dt="2021-01-26T04:07:56.960" v="1122" actId="2696"/>
        <pc:sldMkLst>
          <pc:docMk/>
          <pc:sldMk cId="172008769" sldId="372"/>
        </pc:sldMkLst>
        <pc:spChg chg="add del mod">
          <ac:chgData name="鈴木 秀規" userId="f68c5fd9-22d5-4c0a-9833-7fb0f5135313" providerId="ADAL" clId="{1FFDFDEC-295D-434A-B582-72A8CC8A5E88}" dt="2021-01-14T01:56:40.925" v="60" actId="478"/>
          <ac:spMkLst>
            <pc:docMk/>
            <pc:sldMk cId="172008769" sldId="372"/>
            <ac:spMk id="5" creationId="{67B38081-02F3-4384-BBAE-22C104C2455D}"/>
          </ac:spMkLst>
        </pc:spChg>
        <pc:spChg chg="mod">
          <ac:chgData name="鈴木 秀規" userId="f68c5fd9-22d5-4c0a-9833-7fb0f5135313" providerId="ADAL" clId="{1FFDFDEC-295D-434A-B582-72A8CC8A5E88}" dt="2021-01-14T01:55:41.096" v="38" actId="20577"/>
          <ac:spMkLst>
            <pc:docMk/>
            <pc:sldMk cId="172008769" sldId="372"/>
            <ac:spMk id="6" creationId="{3706AB8D-A382-42EF-9DE4-041BFCABF741}"/>
          </ac:spMkLst>
        </pc:spChg>
        <pc:spChg chg="del">
          <ac:chgData name="鈴木 秀規" userId="f68c5fd9-22d5-4c0a-9833-7fb0f5135313" providerId="ADAL" clId="{1FFDFDEC-295D-434A-B582-72A8CC8A5E88}" dt="2021-01-14T01:55:46.815" v="39" actId="478"/>
          <ac:spMkLst>
            <pc:docMk/>
            <pc:sldMk cId="172008769" sldId="372"/>
            <ac:spMk id="7" creationId="{672739A4-DFB9-47C7-9258-80F9236238A4}"/>
          </ac:spMkLst>
        </pc:spChg>
        <pc:spChg chg="mod">
          <ac:chgData name="鈴木 秀規" userId="f68c5fd9-22d5-4c0a-9833-7fb0f5135313" providerId="ADAL" clId="{1FFDFDEC-295D-434A-B582-72A8CC8A5E88}" dt="2021-01-14T01:56:25.122" v="59" actId="14100"/>
          <ac:spMkLst>
            <pc:docMk/>
            <pc:sldMk cId="172008769" sldId="372"/>
            <ac:spMk id="8" creationId="{1A8BB172-35AF-4185-A46A-ED93D3A7D7C5}"/>
          </ac:spMkLst>
        </pc:spChg>
        <pc:spChg chg="del">
          <ac:chgData name="鈴木 秀規" userId="f68c5fd9-22d5-4c0a-9833-7fb0f5135313" providerId="ADAL" clId="{1FFDFDEC-295D-434A-B582-72A8CC8A5E88}" dt="2021-01-14T01:55:46.815" v="39" actId="478"/>
          <ac:spMkLst>
            <pc:docMk/>
            <pc:sldMk cId="172008769" sldId="372"/>
            <ac:spMk id="10" creationId="{0AFC5742-3896-4E4B-91EB-5143E04BDFE8}"/>
          </ac:spMkLst>
        </pc:spChg>
        <pc:spChg chg="add mod">
          <ac:chgData name="鈴木 秀規" userId="f68c5fd9-22d5-4c0a-9833-7fb0f5135313" providerId="ADAL" clId="{1FFDFDEC-295D-434A-B582-72A8CC8A5E88}" dt="2021-01-26T03:27:03.211" v="885" actId="1036"/>
          <ac:spMkLst>
            <pc:docMk/>
            <pc:sldMk cId="172008769" sldId="372"/>
            <ac:spMk id="11" creationId="{0EE89B3D-777A-4D82-AF4A-FEBBC0B38D57}"/>
          </ac:spMkLst>
        </pc:spChg>
        <pc:spChg chg="mod">
          <ac:chgData name="鈴木 秀規" userId="f68c5fd9-22d5-4c0a-9833-7fb0f5135313" providerId="ADAL" clId="{1FFDFDEC-295D-434A-B582-72A8CC8A5E88}" dt="2021-01-14T01:56:41.228" v="61"/>
          <ac:spMkLst>
            <pc:docMk/>
            <pc:sldMk cId="172008769" sldId="372"/>
            <ac:spMk id="13" creationId="{00FBD691-EDB3-459B-AE89-CE15BB28FB9C}"/>
          </ac:spMkLst>
        </pc:spChg>
        <pc:spChg chg="mod">
          <ac:chgData name="鈴木 秀規" userId="f68c5fd9-22d5-4c0a-9833-7fb0f5135313" providerId="ADAL" clId="{1FFDFDEC-295D-434A-B582-72A8CC8A5E88}" dt="2021-01-14T01:56:41.228" v="61"/>
          <ac:spMkLst>
            <pc:docMk/>
            <pc:sldMk cId="172008769" sldId="372"/>
            <ac:spMk id="14" creationId="{760527DA-04D2-438C-8525-3AFE1849FF14}"/>
          </ac:spMkLst>
        </pc:spChg>
        <pc:spChg chg="mod">
          <ac:chgData name="鈴木 秀規" userId="f68c5fd9-22d5-4c0a-9833-7fb0f5135313" providerId="ADAL" clId="{1FFDFDEC-295D-434A-B582-72A8CC8A5E88}" dt="2021-01-14T01:56:41.228" v="61"/>
          <ac:spMkLst>
            <pc:docMk/>
            <pc:sldMk cId="172008769" sldId="372"/>
            <ac:spMk id="15" creationId="{C2114889-2F4A-4C98-8174-9526FFFDABA8}"/>
          </ac:spMkLst>
        </pc:spChg>
        <pc:spChg chg="add mod">
          <ac:chgData name="鈴木 秀規" userId="f68c5fd9-22d5-4c0a-9833-7fb0f5135313" providerId="ADAL" clId="{1FFDFDEC-295D-434A-B582-72A8CC8A5E88}" dt="2021-01-26T03:27:03.211" v="885" actId="1036"/>
          <ac:spMkLst>
            <pc:docMk/>
            <pc:sldMk cId="172008769" sldId="372"/>
            <ac:spMk id="16" creationId="{08963021-C7BF-4E30-88F9-27358B57D639}"/>
          </ac:spMkLst>
        </pc:spChg>
        <pc:spChg chg="add mod">
          <ac:chgData name="鈴木 秀規" userId="f68c5fd9-22d5-4c0a-9833-7fb0f5135313" providerId="ADAL" clId="{1FFDFDEC-295D-434A-B582-72A8CC8A5E88}" dt="2021-01-26T03:27:03.211" v="885" actId="1036"/>
          <ac:spMkLst>
            <pc:docMk/>
            <pc:sldMk cId="172008769" sldId="372"/>
            <ac:spMk id="20" creationId="{DDB2A47F-7592-4281-8601-0082B2A0F27B}"/>
          </ac:spMkLst>
        </pc:spChg>
        <pc:spChg chg="add mod">
          <ac:chgData name="鈴木 秀規" userId="f68c5fd9-22d5-4c0a-9833-7fb0f5135313" providerId="ADAL" clId="{1FFDFDEC-295D-434A-B582-72A8CC8A5E88}" dt="2021-01-26T03:27:03.211" v="885" actId="1036"/>
          <ac:spMkLst>
            <pc:docMk/>
            <pc:sldMk cId="172008769" sldId="372"/>
            <ac:spMk id="21" creationId="{E6A262F3-374E-4532-B119-B865B91C4E39}"/>
          </ac:spMkLst>
        </pc:spChg>
        <pc:grpChg chg="add mod">
          <ac:chgData name="鈴木 秀規" userId="f68c5fd9-22d5-4c0a-9833-7fb0f5135313" providerId="ADAL" clId="{1FFDFDEC-295D-434A-B582-72A8CC8A5E88}" dt="2021-01-26T03:27:03.211" v="885" actId="1036"/>
          <ac:grpSpMkLst>
            <pc:docMk/>
            <pc:sldMk cId="172008769" sldId="372"/>
            <ac:grpSpMk id="12" creationId="{3BF1A17C-1891-4B32-9243-CD5A4079FDC1}"/>
          </ac:grpSpMkLst>
        </pc:grpChg>
        <pc:picChg chg="add mod">
          <ac:chgData name="鈴木 秀規" userId="f68c5fd9-22d5-4c0a-9833-7fb0f5135313" providerId="ADAL" clId="{1FFDFDEC-295D-434A-B582-72A8CC8A5E88}" dt="2021-01-26T03:27:03.211" v="885" actId="1036"/>
          <ac:picMkLst>
            <pc:docMk/>
            <pc:sldMk cId="172008769" sldId="372"/>
            <ac:picMk id="17" creationId="{6BB4F070-ED21-451B-8D3B-ABEA92C592CF}"/>
          </ac:picMkLst>
        </pc:picChg>
        <pc:picChg chg="add mod">
          <ac:chgData name="鈴木 秀規" userId="f68c5fd9-22d5-4c0a-9833-7fb0f5135313" providerId="ADAL" clId="{1FFDFDEC-295D-434A-B582-72A8CC8A5E88}" dt="2021-01-26T03:27:03.211" v="885" actId="1036"/>
          <ac:picMkLst>
            <pc:docMk/>
            <pc:sldMk cId="172008769" sldId="372"/>
            <ac:picMk id="18" creationId="{18CDD6B3-104E-4B2C-ABCE-BDDA2A03556C}"/>
          </ac:picMkLst>
        </pc:picChg>
        <pc:picChg chg="add mod">
          <ac:chgData name="鈴木 秀規" userId="f68c5fd9-22d5-4c0a-9833-7fb0f5135313" providerId="ADAL" clId="{1FFDFDEC-295D-434A-B582-72A8CC8A5E88}" dt="2021-01-26T03:27:03.211" v="885" actId="1036"/>
          <ac:picMkLst>
            <pc:docMk/>
            <pc:sldMk cId="172008769" sldId="372"/>
            <ac:picMk id="19" creationId="{1818FF79-0FA6-4DDC-A3CE-FD7017CADC96}"/>
          </ac:picMkLst>
        </pc:picChg>
      </pc:sldChg>
      <pc:sldChg chg="del">
        <pc:chgData name="鈴木 秀規" userId="f68c5fd9-22d5-4c0a-9833-7fb0f5135313" providerId="ADAL" clId="{1FFDFDEC-295D-434A-B582-72A8CC8A5E88}" dt="2021-01-14T02:02:02.288" v="173" actId="2696"/>
        <pc:sldMkLst>
          <pc:docMk/>
          <pc:sldMk cId="1008457363" sldId="373"/>
        </pc:sldMkLst>
      </pc:sldChg>
      <pc:sldChg chg="del">
        <pc:chgData name="鈴木 秀規" userId="f68c5fd9-22d5-4c0a-9833-7fb0f5135313" providerId="ADAL" clId="{1FFDFDEC-295D-434A-B582-72A8CC8A5E88}" dt="2021-01-14T02:02:02.288" v="173" actId="2696"/>
        <pc:sldMkLst>
          <pc:docMk/>
          <pc:sldMk cId="3737915234" sldId="374"/>
        </pc:sldMkLst>
      </pc:sldChg>
      <pc:sldChg chg="addSp delSp modSp new mod modClrScheme chgLayout">
        <pc:chgData name="鈴木 秀規" userId="f68c5fd9-22d5-4c0a-9833-7fb0f5135313" providerId="ADAL" clId="{1FFDFDEC-295D-434A-B582-72A8CC8A5E88}" dt="2021-01-14T01:59:45.566" v="120" actId="20577"/>
        <pc:sldMkLst>
          <pc:docMk/>
          <pc:sldMk cId="1907161375" sldId="375"/>
        </pc:sldMkLst>
        <pc:spChg chg="mod ord">
          <ac:chgData name="鈴木 秀規" userId="f68c5fd9-22d5-4c0a-9833-7fb0f5135313" providerId="ADAL" clId="{1FFDFDEC-295D-434A-B582-72A8CC8A5E88}" dt="2021-01-14T01:54:25.584" v="9" actId="700"/>
          <ac:spMkLst>
            <pc:docMk/>
            <pc:sldMk cId="1907161375" sldId="375"/>
            <ac:spMk id="2" creationId="{F2C33459-1977-49C7-8169-E241134D1068}"/>
          </ac:spMkLst>
        </pc:spChg>
        <pc:spChg chg="del mod ord">
          <ac:chgData name="鈴木 秀規" userId="f68c5fd9-22d5-4c0a-9833-7fb0f5135313" providerId="ADAL" clId="{1FFDFDEC-295D-434A-B582-72A8CC8A5E88}" dt="2021-01-14T01:54:25.584" v="9" actId="700"/>
          <ac:spMkLst>
            <pc:docMk/>
            <pc:sldMk cId="1907161375" sldId="375"/>
            <ac:spMk id="3" creationId="{636E995A-F897-446B-8750-F1FA333D638B}"/>
          </ac:spMkLst>
        </pc:spChg>
        <pc:spChg chg="mod ord">
          <ac:chgData name="鈴木 秀規" userId="f68c5fd9-22d5-4c0a-9833-7fb0f5135313" providerId="ADAL" clId="{1FFDFDEC-295D-434A-B582-72A8CC8A5E88}" dt="2021-01-14T01:54:25.584" v="9" actId="700"/>
          <ac:spMkLst>
            <pc:docMk/>
            <pc:sldMk cId="1907161375" sldId="375"/>
            <ac:spMk id="4" creationId="{B2A3B6B7-9A60-4D01-AAEE-C2106AF10B28}"/>
          </ac:spMkLst>
        </pc:spChg>
        <pc:spChg chg="del mod ord">
          <ac:chgData name="鈴木 秀規" userId="f68c5fd9-22d5-4c0a-9833-7fb0f5135313" providerId="ADAL" clId="{1FFDFDEC-295D-434A-B582-72A8CC8A5E88}" dt="2021-01-14T01:54:25.584" v="9" actId="700"/>
          <ac:spMkLst>
            <pc:docMk/>
            <pc:sldMk cId="1907161375" sldId="375"/>
            <ac:spMk id="5" creationId="{B151D206-9F6E-4D12-A8D3-8A8829BB5028}"/>
          </ac:spMkLst>
        </pc:spChg>
        <pc:spChg chg="del">
          <ac:chgData name="鈴木 秀規" userId="f68c5fd9-22d5-4c0a-9833-7fb0f5135313" providerId="ADAL" clId="{1FFDFDEC-295D-434A-B582-72A8CC8A5E88}" dt="2021-01-14T01:54:25.584" v="9" actId="700"/>
          <ac:spMkLst>
            <pc:docMk/>
            <pc:sldMk cId="1907161375" sldId="375"/>
            <ac:spMk id="6" creationId="{D6696C33-9BDD-48AC-8E27-0A64C91D0D98}"/>
          </ac:spMkLst>
        </pc:spChg>
        <pc:spChg chg="del">
          <ac:chgData name="鈴木 秀規" userId="f68c5fd9-22d5-4c0a-9833-7fb0f5135313" providerId="ADAL" clId="{1FFDFDEC-295D-434A-B582-72A8CC8A5E88}" dt="2021-01-14T01:54:25.584" v="9" actId="700"/>
          <ac:spMkLst>
            <pc:docMk/>
            <pc:sldMk cId="1907161375" sldId="375"/>
            <ac:spMk id="7" creationId="{E4D4E024-E9E2-43D0-B1F1-F13EC947B786}"/>
          </ac:spMkLst>
        </pc:spChg>
        <pc:spChg chg="add mod ord">
          <ac:chgData name="鈴木 秀規" userId="f68c5fd9-22d5-4c0a-9833-7fb0f5135313" providerId="ADAL" clId="{1FFDFDEC-295D-434A-B582-72A8CC8A5E88}" dt="2021-01-14T01:58:04.334" v="101" actId="20577"/>
          <ac:spMkLst>
            <pc:docMk/>
            <pc:sldMk cId="1907161375" sldId="375"/>
            <ac:spMk id="8" creationId="{78B182D4-16E3-44FD-A2E5-1D567BDD09F0}"/>
          </ac:spMkLst>
        </pc:spChg>
        <pc:spChg chg="add mod ord">
          <ac:chgData name="鈴木 秀規" userId="f68c5fd9-22d5-4c0a-9833-7fb0f5135313" providerId="ADAL" clId="{1FFDFDEC-295D-434A-B582-72A8CC8A5E88}" dt="2021-01-14T01:59:03.773" v="108" actId="14100"/>
          <ac:spMkLst>
            <pc:docMk/>
            <pc:sldMk cId="1907161375" sldId="375"/>
            <ac:spMk id="9" creationId="{4F6550AC-7983-47F0-BE4F-14B2B41AE9EE}"/>
          </ac:spMkLst>
        </pc:spChg>
        <pc:spChg chg="add mod">
          <ac:chgData name="鈴木 秀規" userId="f68c5fd9-22d5-4c0a-9833-7fb0f5135313" providerId="ADAL" clId="{1FFDFDEC-295D-434A-B582-72A8CC8A5E88}" dt="2021-01-14T01:59:18.272" v="110" actId="1076"/>
          <ac:spMkLst>
            <pc:docMk/>
            <pc:sldMk cId="1907161375" sldId="375"/>
            <ac:spMk id="10" creationId="{07AAD370-75E4-4088-9385-8BD5A3B0B1FA}"/>
          </ac:spMkLst>
        </pc:spChg>
        <pc:spChg chg="add mod">
          <ac:chgData name="鈴木 秀規" userId="f68c5fd9-22d5-4c0a-9833-7fb0f5135313" providerId="ADAL" clId="{1FFDFDEC-295D-434A-B582-72A8CC8A5E88}" dt="2021-01-14T01:59:36.868" v="115" actId="207"/>
          <ac:spMkLst>
            <pc:docMk/>
            <pc:sldMk cId="1907161375" sldId="375"/>
            <ac:spMk id="14" creationId="{A20BE2EF-A56E-47BB-9FD3-66EB89F1CAB2}"/>
          </ac:spMkLst>
        </pc:spChg>
        <pc:spChg chg="add mod">
          <ac:chgData name="鈴木 秀規" userId="f68c5fd9-22d5-4c0a-9833-7fb0f5135313" providerId="ADAL" clId="{1FFDFDEC-295D-434A-B582-72A8CC8A5E88}" dt="2021-01-14T01:59:18.272" v="110" actId="1076"/>
          <ac:spMkLst>
            <pc:docMk/>
            <pc:sldMk cId="1907161375" sldId="375"/>
            <ac:spMk id="17" creationId="{21ED72EF-CCE7-4002-AA1A-6B5AC15DFF59}"/>
          </ac:spMkLst>
        </pc:spChg>
        <pc:spChg chg="add mod">
          <ac:chgData name="鈴木 秀規" userId="f68c5fd9-22d5-4c0a-9833-7fb0f5135313" providerId="ADAL" clId="{1FFDFDEC-295D-434A-B582-72A8CC8A5E88}" dt="2021-01-14T01:59:18.272" v="110" actId="1076"/>
          <ac:spMkLst>
            <pc:docMk/>
            <pc:sldMk cId="1907161375" sldId="375"/>
            <ac:spMk id="18" creationId="{0326BFB2-441C-48B3-A336-83EED185BD7F}"/>
          </ac:spMkLst>
        </pc:spChg>
        <pc:spChg chg="add mod">
          <ac:chgData name="鈴木 秀規" userId="f68c5fd9-22d5-4c0a-9833-7fb0f5135313" providerId="ADAL" clId="{1FFDFDEC-295D-434A-B582-72A8CC8A5E88}" dt="2021-01-14T01:59:18.272" v="110" actId="1076"/>
          <ac:spMkLst>
            <pc:docMk/>
            <pc:sldMk cId="1907161375" sldId="375"/>
            <ac:spMk id="19" creationId="{E7B78823-E559-44B9-B837-BC65C7418CA2}"/>
          </ac:spMkLst>
        </pc:spChg>
        <pc:spChg chg="add mod">
          <ac:chgData name="鈴木 秀規" userId="f68c5fd9-22d5-4c0a-9833-7fb0f5135313" providerId="ADAL" clId="{1FFDFDEC-295D-434A-B582-72A8CC8A5E88}" dt="2021-01-14T01:59:18.272" v="110" actId="1076"/>
          <ac:spMkLst>
            <pc:docMk/>
            <pc:sldMk cId="1907161375" sldId="375"/>
            <ac:spMk id="21" creationId="{9504068A-D6BB-4A8F-B6B6-F71AFA026404}"/>
          </ac:spMkLst>
        </pc:spChg>
        <pc:spChg chg="add mod">
          <ac:chgData name="鈴木 秀規" userId="f68c5fd9-22d5-4c0a-9833-7fb0f5135313" providerId="ADAL" clId="{1FFDFDEC-295D-434A-B582-72A8CC8A5E88}" dt="2021-01-14T01:59:18.272" v="110" actId="1076"/>
          <ac:spMkLst>
            <pc:docMk/>
            <pc:sldMk cId="1907161375" sldId="375"/>
            <ac:spMk id="25" creationId="{84546D2E-07EA-4D64-8042-B418A8D1EB7F}"/>
          </ac:spMkLst>
        </pc:spChg>
        <pc:spChg chg="add mod">
          <ac:chgData name="鈴木 秀規" userId="f68c5fd9-22d5-4c0a-9833-7fb0f5135313" providerId="ADAL" clId="{1FFDFDEC-295D-434A-B582-72A8CC8A5E88}" dt="2021-01-14T01:59:45.566" v="120" actId="20577"/>
          <ac:spMkLst>
            <pc:docMk/>
            <pc:sldMk cId="1907161375" sldId="375"/>
            <ac:spMk id="31" creationId="{05E58047-D705-49A5-9998-531FF0EE584D}"/>
          </ac:spMkLst>
        </pc:spChg>
        <pc:picChg chg="add mod">
          <ac:chgData name="鈴木 秀規" userId="f68c5fd9-22d5-4c0a-9833-7fb0f5135313" providerId="ADAL" clId="{1FFDFDEC-295D-434A-B582-72A8CC8A5E88}" dt="2021-01-14T01:59:18.272" v="110" actId="1076"/>
          <ac:picMkLst>
            <pc:docMk/>
            <pc:sldMk cId="1907161375" sldId="375"/>
            <ac:picMk id="11" creationId="{564BFD27-68F4-4E9B-BBD1-3DF2216B791D}"/>
          </ac:picMkLst>
        </pc:picChg>
        <pc:picChg chg="add mod">
          <ac:chgData name="鈴木 秀規" userId="f68c5fd9-22d5-4c0a-9833-7fb0f5135313" providerId="ADAL" clId="{1FFDFDEC-295D-434A-B582-72A8CC8A5E88}" dt="2021-01-14T01:59:18.272" v="110" actId="1076"/>
          <ac:picMkLst>
            <pc:docMk/>
            <pc:sldMk cId="1907161375" sldId="375"/>
            <ac:picMk id="12" creationId="{B50ED766-00D9-495F-A414-BBA5DB6E911F}"/>
          </ac:picMkLst>
        </pc:picChg>
        <pc:picChg chg="add mod">
          <ac:chgData name="鈴木 秀規" userId="f68c5fd9-22d5-4c0a-9833-7fb0f5135313" providerId="ADAL" clId="{1FFDFDEC-295D-434A-B582-72A8CC8A5E88}" dt="2021-01-14T01:59:18.272" v="110" actId="1076"/>
          <ac:picMkLst>
            <pc:docMk/>
            <pc:sldMk cId="1907161375" sldId="375"/>
            <ac:picMk id="13" creationId="{675DBB52-291D-4CFA-83BC-E791C49F2029}"/>
          </ac:picMkLst>
        </pc:picChg>
        <pc:picChg chg="add mod">
          <ac:chgData name="鈴木 秀規" userId="f68c5fd9-22d5-4c0a-9833-7fb0f5135313" providerId="ADAL" clId="{1FFDFDEC-295D-434A-B582-72A8CC8A5E88}" dt="2021-01-14T01:59:18.272" v="110" actId="1076"/>
          <ac:picMkLst>
            <pc:docMk/>
            <pc:sldMk cId="1907161375" sldId="375"/>
            <ac:picMk id="20" creationId="{C6F8F643-F6C2-48A3-A5B6-AD5484107388}"/>
          </ac:picMkLst>
        </pc:picChg>
        <pc:picChg chg="add mod">
          <ac:chgData name="鈴木 秀規" userId="f68c5fd9-22d5-4c0a-9833-7fb0f5135313" providerId="ADAL" clId="{1FFDFDEC-295D-434A-B582-72A8CC8A5E88}" dt="2021-01-14T01:59:18.272" v="110" actId="1076"/>
          <ac:picMkLst>
            <pc:docMk/>
            <pc:sldMk cId="1907161375" sldId="375"/>
            <ac:picMk id="23" creationId="{C8CD0E29-FC7E-401E-8953-904CC4E89018}"/>
          </ac:picMkLst>
        </pc:picChg>
        <pc:picChg chg="add mod">
          <ac:chgData name="鈴木 秀規" userId="f68c5fd9-22d5-4c0a-9833-7fb0f5135313" providerId="ADAL" clId="{1FFDFDEC-295D-434A-B582-72A8CC8A5E88}" dt="2021-01-14T01:59:18.272" v="110" actId="1076"/>
          <ac:picMkLst>
            <pc:docMk/>
            <pc:sldMk cId="1907161375" sldId="375"/>
            <ac:picMk id="24" creationId="{6AF5DD5D-6F24-49E8-9C70-34C2AB7E47BD}"/>
          </ac:picMkLst>
        </pc:picChg>
        <pc:picChg chg="add mod">
          <ac:chgData name="鈴木 秀規" userId="f68c5fd9-22d5-4c0a-9833-7fb0f5135313" providerId="ADAL" clId="{1FFDFDEC-295D-434A-B582-72A8CC8A5E88}" dt="2021-01-14T01:59:18.272" v="110" actId="1076"/>
          <ac:picMkLst>
            <pc:docMk/>
            <pc:sldMk cId="1907161375" sldId="375"/>
            <ac:picMk id="29" creationId="{4D35E043-D2AD-4290-8C14-32D0728BF532}"/>
          </ac:picMkLst>
        </pc:picChg>
        <pc:picChg chg="add mod">
          <ac:chgData name="鈴木 秀規" userId="f68c5fd9-22d5-4c0a-9833-7fb0f5135313" providerId="ADAL" clId="{1FFDFDEC-295D-434A-B582-72A8CC8A5E88}" dt="2021-01-14T01:59:18.272" v="110" actId="1076"/>
          <ac:picMkLst>
            <pc:docMk/>
            <pc:sldMk cId="1907161375" sldId="375"/>
            <ac:picMk id="30" creationId="{C010E05C-1871-42D5-9FB7-ABF30847EAF3}"/>
          </ac:picMkLst>
        </pc:picChg>
        <pc:picChg chg="add mod">
          <ac:chgData name="鈴木 秀規" userId="f68c5fd9-22d5-4c0a-9833-7fb0f5135313" providerId="ADAL" clId="{1FFDFDEC-295D-434A-B582-72A8CC8A5E88}" dt="2021-01-14T01:59:18.272" v="110" actId="1076"/>
          <ac:picMkLst>
            <pc:docMk/>
            <pc:sldMk cId="1907161375" sldId="375"/>
            <ac:picMk id="32" creationId="{E9F0B6A4-1999-4C8C-A73B-2901C433607C}"/>
          </ac:picMkLst>
        </pc:picChg>
        <pc:cxnChg chg="add mod">
          <ac:chgData name="鈴木 秀規" userId="f68c5fd9-22d5-4c0a-9833-7fb0f5135313" providerId="ADAL" clId="{1FFDFDEC-295D-434A-B582-72A8CC8A5E88}" dt="2021-01-14T01:59:18.272" v="110" actId="1076"/>
          <ac:cxnSpMkLst>
            <pc:docMk/>
            <pc:sldMk cId="1907161375" sldId="375"/>
            <ac:cxnSpMk id="15" creationId="{0F95D75C-089C-431C-9673-BAF8BC7E7B81}"/>
          </ac:cxnSpMkLst>
        </pc:cxnChg>
        <pc:cxnChg chg="add mod">
          <ac:chgData name="鈴木 秀規" userId="f68c5fd9-22d5-4c0a-9833-7fb0f5135313" providerId="ADAL" clId="{1FFDFDEC-295D-434A-B582-72A8CC8A5E88}" dt="2021-01-14T01:59:18.272" v="110" actId="1076"/>
          <ac:cxnSpMkLst>
            <pc:docMk/>
            <pc:sldMk cId="1907161375" sldId="375"/>
            <ac:cxnSpMk id="16" creationId="{EBAA7087-1D49-4E99-B6FE-4EE4FDA7636C}"/>
          </ac:cxnSpMkLst>
        </pc:cxnChg>
        <pc:cxnChg chg="add mod">
          <ac:chgData name="鈴木 秀規" userId="f68c5fd9-22d5-4c0a-9833-7fb0f5135313" providerId="ADAL" clId="{1FFDFDEC-295D-434A-B582-72A8CC8A5E88}" dt="2021-01-14T01:59:18.272" v="110" actId="1076"/>
          <ac:cxnSpMkLst>
            <pc:docMk/>
            <pc:sldMk cId="1907161375" sldId="375"/>
            <ac:cxnSpMk id="22" creationId="{FCC53815-0305-4D47-9C8D-837854022F3D}"/>
          </ac:cxnSpMkLst>
        </pc:cxnChg>
        <pc:cxnChg chg="add mod">
          <ac:chgData name="鈴木 秀規" userId="f68c5fd9-22d5-4c0a-9833-7fb0f5135313" providerId="ADAL" clId="{1FFDFDEC-295D-434A-B582-72A8CC8A5E88}" dt="2021-01-14T01:59:18.272" v="110" actId="1076"/>
          <ac:cxnSpMkLst>
            <pc:docMk/>
            <pc:sldMk cId="1907161375" sldId="375"/>
            <ac:cxnSpMk id="26" creationId="{6164547E-80FC-4466-ACDC-B8B858B19E4A}"/>
          </ac:cxnSpMkLst>
        </pc:cxnChg>
        <pc:cxnChg chg="add mod">
          <ac:chgData name="鈴木 秀規" userId="f68c5fd9-22d5-4c0a-9833-7fb0f5135313" providerId="ADAL" clId="{1FFDFDEC-295D-434A-B582-72A8CC8A5E88}" dt="2021-01-14T01:59:18.272" v="110" actId="1076"/>
          <ac:cxnSpMkLst>
            <pc:docMk/>
            <pc:sldMk cId="1907161375" sldId="375"/>
            <ac:cxnSpMk id="27" creationId="{C8083653-A187-4061-9CFC-9CA906255BB5}"/>
          </ac:cxnSpMkLst>
        </pc:cxnChg>
        <pc:cxnChg chg="add mod">
          <ac:chgData name="鈴木 秀規" userId="f68c5fd9-22d5-4c0a-9833-7fb0f5135313" providerId="ADAL" clId="{1FFDFDEC-295D-434A-B582-72A8CC8A5E88}" dt="2021-01-14T01:59:18.272" v="110" actId="1076"/>
          <ac:cxnSpMkLst>
            <pc:docMk/>
            <pc:sldMk cId="1907161375" sldId="375"/>
            <ac:cxnSpMk id="28" creationId="{B0B783CC-E721-469F-8E26-C91C6EA2D86D}"/>
          </ac:cxnSpMkLst>
        </pc:cxnChg>
      </pc:sldChg>
      <pc:sldChg chg="addSp modSp new del mod">
        <pc:chgData name="鈴木 秀規" userId="f68c5fd9-22d5-4c0a-9833-7fb0f5135313" providerId="ADAL" clId="{1FFDFDEC-295D-434A-B582-72A8CC8A5E88}" dt="2021-01-14T02:02:02.288" v="173" actId="2696"/>
        <pc:sldMkLst>
          <pc:docMk/>
          <pc:sldMk cId="2108988060" sldId="376"/>
        </pc:sldMkLst>
        <pc:spChg chg="mod">
          <ac:chgData name="鈴木 秀規" userId="f68c5fd9-22d5-4c0a-9833-7fb0f5135313" providerId="ADAL" clId="{1FFDFDEC-295D-434A-B582-72A8CC8A5E88}" dt="2021-01-14T02:00:18.963" v="141" actId="20577"/>
          <ac:spMkLst>
            <pc:docMk/>
            <pc:sldMk cId="2108988060" sldId="376"/>
            <ac:spMk id="3" creationId="{4034037C-2A01-447F-B387-82829C86D752}"/>
          </ac:spMkLst>
        </pc:spChg>
        <pc:spChg chg="mod">
          <ac:chgData name="鈴木 秀規" userId="f68c5fd9-22d5-4c0a-9833-7fb0f5135313" providerId="ADAL" clId="{1FFDFDEC-295D-434A-B582-72A8CC8A5E88}" dt="2021-01-14T02:00:42.734" v="149" actId="14100"/>
          <ac:spMkLst>
            <pc:docMk/>
            <pc:sldMk cId="2108988060" sldId="376"/>
            <ac:spMk id="5" creationId="{E15B8FA5-9AB3-4033-B52C-496ED6F99D7F}"/>
          </ac:spMkLst>
        </pc:spChg>
        <pc:spChg chg="add mod">
          <ac:chgData name="鈴木 秀規" userId="f68c5fd9-22d5-4c0a-9833-7fb0f5135313" providerId="ADAL" clId="{1FFDFDEC-295D-434A-B582-72A8CC8A5E88}" dt="2021-01-14T02:01:35.267" v="172" actId="2711"/>
          <ac:spMkLst>
            <pc:docMk/>
            <pc:sldMk cId="2108988060" sldId="376"/>
            <ac:spMk id="6" creationId="{0D2BEEBB-6965-4B5F-ACDB-F88BB098F84F}"/>
          </ac:spMkLst>
        </pc:spChg>
        <pc:spChg chg="add mod">
          <ac:chgData name="鈴木 秀規" userId="f68c5fd9-22d5-4c0a-9833-7fb0f5135313" providerId="ADAL" clId="{1FFDFDEC-295D-434A-B582-72A8CC8A5E88}" dt="2021-01-14T02:01:22.917" v="170" actId="2711"/>
          <ac:spMkLst>
            <pc:docMk/>
            <pc:sldMk cId="2108988060" sldId="376"/>
            <ac:spMk id="7" creationId="{0FCC3EBA-F893-40BB-B081-ACC77689B0FC}"/>
          </ac:spMkLst>
        </pc:spChg>
        <pc:spChg chg="add mod">
          <ac:chgData name="鈴木 秀規" userId="f68c5fd9-22d5-4c0a-9833-7fb0f5135313" providerId="ADAL" clId="{1FFDFDEC-295D-434A-B582-72A8CC8A5E88}" dt="2021-01-14T02:00:56.108" v="167" actId="1038"/>
          <ac:spMkLst>
            <pc:docMk/>
            <pc:sldMk cId="2108988060" sldId="376"/>
            <ac:spMk id="23" creationId="{1F6C9A36-E9A4-4BD6-825B-FC77DB8E9344}"/>
          </ac:spMkLst>
        </pc:spChg>
        <pc:picChg chg="add mod">
          <ac:chgData name="鈴木 秀規" userId="f68c5fd9-22d5-4c0a-9833-7fb0f5135313" providerId="ADAL" clId="{1FFDFDEC-295D-434A-B582-72A8CC8A5E88}" dt="2021-01-14T02:00:56.108" v="167" actId="1038"/>
          <ac:picMkLst>
            <pc:docMk/>
            <pc:sldMk cId="2108988060" sldId="376"/>
            <ac:picMk id="8" creationId="{7D4690F8-FC21-4394-B9FE-9B820E6B457B}"/>
          </ac:picMkLst>
        </pc:picChg>
        <pc:picChg chg="add mod">
          <ac:chgData name="鈴木 秀規" userId="f68c5fd9-22d5-4c0a-9833-7fb0f5135313" providerId="ADAL" clId="{1FFDFDEC-295D-434A-B582-72A8CC8A5E88}" dt="2021-01-14T02:00:56.108" v="167" actId="1038"/>
          <ac:picMkLst>
            <pc:docMk/>
            <pc:sldMk cId="2108988060" sldId="376"/>
            <ac:picMk id="9" creationId="{336C59ED-035D-4032-9BFD-BF65F969EDF1}"/>
          </ac:picMkLst>
        </pc:picChg>
        <pc:picChg chg="add mod">
          <ac:chgData name="鈴木 秀規" userId="f68c5fd9-22d5-4c0a-9833-7fb0f5135313" providerId="ADAL" clId="{1FFDFDEC-295D-434A-B582-72A8CC8A5E88}" dt="2021-01-14T02:00:56.108" v="167" actId="1038"/>
          <ac:picMkLst>
            <pc:docMk/>
            <pc:sldMk cId="2108988060" sldId="376"/>
            <ac:picMk id="10" creationId="{180159D8-3060-47E5-A3FF-F69BA91BCC65}"/>
          </ac:picMkLst>
        </pc:picChg>
        <pc:picChg chg="add mod">
          <ac:chgData name="鈴木 秀規" userId="f68c5fd9-22d5-4c0a-9833-7fb0f5135313" providerId="ADAL" clId="{1FFDFDEC-295D-434A-B582-72A8CC8A5E88}" dt="2021-01-14T02:00:56.108" v="167" actId="1038"/>
          <ac:picMkLst>
            <pc:docMk/>
            <pc:sldMk cId="2108988060" sldId="376"/>
            <ac:picMk id="11" creationId="{D0AA5A03-85CD-431A-AA28-AF9AF959A7D7}"/>
          </ac:picMkLst>
        </pc:picChg>
        <pc:picChg chg="add mod">
          <ac:chgData name="鈴木 秀規" userId="f68c5fd9-22d5-4c0a-9833-7fb0f5135313" providerId="ADAL" clId="{1FFDFDEC-295D-434A-B582-72A8CC8A5E88}" dt="2021-01-14T02:00:56.108" v="167" actId="1038"/>
          <ac:picMkLst>
            <pc:docMk/>
            <pc:sldMk cId="2108988060" sldId="376"/>
            <ac:picMk id="15" creationId="{80A29E5E-9321-468A-9CCA-AF71B189FBF3}"/>
          </ac:picMkLst>
        </pc:picChg>
        <pc:picChg chg="add mod">
          <ac:chgData name="鈴木 秀規" userId="f68c5fd9-22d5-4c0a-9833-7fb0f5135313" providerId="ADAL" clId="{1FFDFDEC-295D-434A-B582-72A8CC8A5E88}" dt="2021-01-14T02:00:56.108" v="167" actId="1038"/>
          <ac:picMkLst>
            <pc:docMk/>
            <pc:sldMk cId="2108988060" sldId="376"/>
            <ac:picMk id="17" creationId="{F611D90C-FAEF-4108-B794-0C74A595485A}"/>
          </ac:picMkLst>
        </pc:picChg>
        <pc:picChg chg="add mod">
          <ac:chgData name="鈴木 秀規" userId="f68c5fd9-22d5-4c0a-9833-7fb0f5135313" providerId="ADAL" clId="{1FFDFDEC-295D-434A-B582-72A8CC8A5E88}" dt="2021-01-14T02:00:56.108" v="167" actId="1038"/>
          <ac:picMkLst>
            <pc:docMk/>
            <pc:sldMk cId="2108988060" sldId="376"/>
            <ac:picMk id="19" creationId="{13B29F4B-524E-49F7-AB7F-930E08C2CCEC}"/>
          </ac:picMkLst>
        </pc:picChg>
        <pc:picChg chg="add mod">
          <ac:chgData name="鈴木 秀規" userId="f68c5fd9-22d5-4c0a-9833-7fb0f5135313" providerId="ADAL" clId="{1FFDFDEC-295D-434A-B582-72A8CC8A5E88}" dt="2021-01-14T02:00:56.108" v="167" actId="1038"/>
          <ac:picMkLst>
            <pc:docMk/>
            <pc:sldMk cId="2108988060" sldId="376"/>
            <ac:picMk id="20" creationId="{B096E803-6DF6-44E4-835A-4594EBFDE7DE}"/>
          </ac:picMkLst>
        </pc:picChg>
        <pc:cxnChg chg="add mod">
          <ac:chgData name="鈴木 秀規" userId="f68c5fd9-22d5-4c0a-9833-7fb0f5135313" providerId="ADAL" clId="{1FFDFDEC-295D-434A-B582-72A8CC8A5E88}" dt="2021-01-14T02:00:56.108" v="167" actId="1038"/>
          <ac:cxnSpMkLst>
            <pc:docMk/>
            <pc:sldMk cId="2108988060" sldId="376"/>
            <ac:cxnSpMk id="12" creationId="{9275C84D-51CF-4E43-9882-182A2890E520}"/>
          </ac:cxnSpMkLst>
        </pc:cxnChg>
        <pc:cxnChg chg="add mod">
          <ac:chgData name="鈴木 秀規" userId="f68c5fd9-22d5-4c0a-9833-7fb0f5135313" providerId="ADAL" clId="{1FFDFDEC-295D-434A-B582-72A8CC8A5E88}" dt="2021-01-14T02:00:56.108" v="167" actId="1038"/>
          <ac:cxnSpMkLst>
            <pc:docMk/>
            <pc:sldMk cId="2108988060" sldId="376"/>
            <ac:cxnSpMk id="13" creationId="{DF4E31EB-54A7-4852-8F50-0540BE9E3E92}"/>
          </ac:cxnSpMkLst>
        </pc:cxnChg>
        <pc:cxnChg chg="add mod">
          <ac:chgData name="鈴木 秀規" userId="f68c5fd9-22d5-4c0a-9833-7fb0f5135313" providerId="ADAL" clId="{1FFDFDEC-295D-434A-B582-72A8CC8A5E88}" dt="2021-01-14T02:00:56.108" v="167" actId="1038"/>
          <ac:cxnSpMkLst>
            <pc:docMk/>
            <pc:sldMk cId="2108988060" sldId="376"/>
            <ac:cxnSpMk id="14" creationId="{3756BD93-8BA4-4E4B-93AE-C0D53EC65ED2}"/>
          </ac:cxnSpMkLst>
        </pc:cxnChg>
        <pc:cxnChg chg="add mod">
          <ac:chgData name="鈴木 秀規" userId="f68c5fd9-22d5-4c0a-9833-7fb0f5135313" providerId="ADAL" clId="{1FFDFDEC-295D-434A-B582-72A8CC8A5E88}" dt="2021-01-14T02:00:56.108" v="167" actId="1038"/>
          <ac:cxnSpMkLst>
            <pc:docMk/>
            <pc:sldMk cId="2108988060" sldId="376"/>
            <ac:cxnSpMk id="16" creationId="{9361722C-727A-4C85-AFBE-03A5C414B66F}"/>
          </ac:cxnSpMkLst>
        </pc:cxnChg>
        <pc:cxnChg chg="add mod">
          <ac:chgData name="鈴木 秀規" userId="f68c5fd9-22d5-4c0a-9833-7fb0f5135313" providerId="ADAL" clId="{1FFDFDEC-295D-434A-B582-72A8CC8A5E88}" dt="2021-01-14T02:00:56.108" v="167" actId="1038"/>
          <ac:cxnSpMkLst>
            <pc:docMk/>
            <pc:sldMk cId="2108988060" sldId="376"/>
            <ac:cxnSpMk id="18" creationId="{7B9A898E-71D2-4F9C-9A94-21BFC2A57883}"/>
          </ac:cxnSpMkLst>
        </pc:cxnChg>
        <pc:cxnChg chg="add mod">
          <ac:chgData name="鈴木 秀規" userId="f68c5fd9-22d5-4c0a-9833-7fb0f5135313" providerId="ADAL" clId="{1FFDFDEC-295D-434A-B582-72A8CC8A5E88}" dt="2021-01-14T02:00:56.108" v="167" actId="1038"/>
          <ac:cxnSpMkLst>
            <pc:docMk/>
            <pc:sldMk cId="2108988060" sldId="376"/>
            <ac:cxnSpMk id="21" creationId="{DFB78371-7452-4CFF-828C-3F19969B1ECE}"/>
          </ac:cxnSpMkLst>
        </pc:cxnChg>
        <pc:cxnChg chg="add mod">
          <ac:chgData name="鈴木 秀規" userId="f68c5fd9-22d5-4c0a-9833-7fb0f5135313" providerId="ADAL" clId="{1FFDFDEC-295D-434A-B582-72A8CC8A5E88}" dt="2021-01-14T02:00:56.108" v="167" actId="1038"/>
          <ac:cxnSpMkLst>
            <pc:docMk/>
            <pc:sldMk cId="2108988060" sldId="376"/>
            <ac:cxnSpMk id="22" creationId="{B6B0AD38-13DB-41EA-9A1F-2C1952CFF914}"/>
          </ac:cxnSpMkLst>
        </pc:cxnChg>
      </pc:sldChg>
      <pc:sldChg chg="addSp modSp new mod">
        <pc:chgData name="鈴木 秀規" userId="f68c5fd9-22d5-4c0a-9833-7fb0f5135313" providerId="ADAL" clId="{1FFDFDEC-295D-434A-B582-72A8CC8A5E88}" dt="2021-01-14T02:02:38.621" v="211" actId="1076"/>
        <pc:sldMkLst>
          <pc:docMk/>
          <pc:sldMk cId="2720488262" sldId="376"/>
        </pc:sldMkLst>
        <pc:spChg chg="mod">
          <ac:chgData name="鈴木 秀規" userId="f68c5fd9-22d5-4c0a-9833-7fb0f5135313" providerId="ADAL" clId="{1FFDFDEC-295D-434A-B582-72A8CC8A5E88}" dt="2021-01-14T02:02:12.463" v="202" actId="20577"/>
          <ac:spMkLst>
            <pc:docMk/>
            <pc:sldMk cId="2720488262" sldId="376"/>
            <ac:spMk id="3" creationId="{7E76A76D-A4A9-46AF-854D-786E7BC777F0}"/>
          </ac:spMkLst>
        </pc:spChg>
        <pc:spChg chg="mod">
          <ac:chgData name="鈴木 秀規" userId="f68c5fd9-22d5-4c0a-9833-7fb0f5135313" providerId="ADAL" clId="{1FFDFDEC-295D-434A-B582-72A8CC8A5E88}" dt="2021-01-14T02:02:30.004" v="209" actId="207"/>
          <ac:spMkLst>
            <pc:docMk/>
            <pc:sldMk cId="2720488262" sldId="376"/>
            <ac:spMk id="5" creationId="{053BE284-A5FE-49E2-93EB-ED11556292A1}"/>
          </ac:spMkLst>
        </pc:spChg>
        <pc:spChg chg="add mod">
          <ac:chgData name="鈴木 秀規" userId="f68c5fd9-22d5-4c0a-9833-7fb0f5135313" providerId="ADAL" clId="{1FFDFDEC-295D-434A-B582-72A8CC8A5E88}" dt="2021-01-14T02:02:38.621" v="211" actId="1076"/>
          <ac:spMkLst>
            <pc:docMk/>
            <pc:sldMk cId="2720488262" sldId="376"/>
            <ac:spMk id="6" creationId="{3FDB19DB-E07E-4F5F-ADE2-8952BB7ABFD9}"/>
          </ac:spMkLst>
        </pc:spChg>
        <pc:spChg chg="add mod">
          <ac:chgData name="鈴木 秀規" userId="f68c5fd9-22d5-4c0a-9833-7fb0f5135313" providerId="ADAL" clId="{1FFDFDEC-295D-434A-B582-72A8CC8A5E88}" dt="2021-01-14T02:02:38.621" v="211" actId="1076"/>
          <ac:spMkLst>
            <pc:docMk/>
            <pc:sldMk cId="2720488262" sldId="376"/>
            <ac:spMk id="7" creationId="{7CF06173-29D3-4D35-835B-E0E1E7C5F04B}"/>
          </ac:spMkLst>
        </pc:spChg>
        <pc:spChg chg="add mod">
          <ac:chgData name="鈴木 秀規" userId="f68c5fd9-22d5-4c0a-9833-7fb0f5135313" providerId="ADAL" clId="{1FFDFDEC-295D-434A-B582-72A8CC8A5E88}" dt="2021-01-14T02:02:38.621" v="211" actId="1076"/>
          <ac:spMkLst>
            <pc:docMk/>
            <pc:sldMk cId="2720488262" sldId="376"/>
            <ac:spMk id="8" creationId="{E75346FE-F118-48D8-9BA4-5715319032B0}"/>
          </ac:spMkLst>
        </pc:spChg>
        <pc:spChg chg="add mod">
          <ac:chgData name="鈴木 秀規" userId="f68c5fd9-22d5-4c0a-9833-7fb0f5135313" providerId="ADAL" clId="{1FFDFDEC-295D-434A-B582-72A8CC8A5E88}" dt="2021-01-14T02:02:38.621" v="211" actId="1076"/>
          <ac:spMkLst>
            <pc:docMk/>
            <pc:sldMk cId="2720488262" sldId="376"/>
            <ac:spMk id="9" creationId="{CC214F5B-CCBE-4F4D-A63F-1C91155FD880}"/>
          </ac:spMkLst>
        </pc:spChg>
        <pc:spChg chg="add mod">
          <ac:chgData name="鈴木 秀規" userId="f68c5fd9-22d5-4c0a-9833-7fb0f5135313" providerId="ADAL" clId="{1FFDFDEC-295D-434A-B582-72A8CC8A5E88}" dt="2021-01-14T02:02:38.621" v="211" actId="1076"/>
          <ac:spMkLst>
            <pc:docMk/>
            <pc:sldMk cId="2720488262" sldId="376"/>
            <ac:spMk id="10" creationId="{4B8696C4-7CBC-49D4-BA27-0B15F1DA9A5A}"/>
          </ac:spMkLst>
        </pc:spChg>
        <pc:spChg chg="add mod">
          <ac:chgData name="鈴木 秀規" userId="f68c5fd9-22d5-4c0a-9833-7fb0f5135313" providerId="ADAL" clId="{1FFDFDEC-295D-434A-B582-72A8CC8A5E88}" dt="2021-01-14T02:02:38.621" v="211" actId="1076"/>
          <ac:spMkLst>
            <pc:docMk/>
            <pc:sldMk cId="2720488262" sldId="376"/>
            <ac:spMk id="11" creationId="{61531945-198A-4659-919F-54A6276F9688}"/>
          </ac:spMkLst>
        </pc:spChg>
        <pc:picChg chg="add mod">
          <ac:chgData name="鈴木 秀規" userId="f68c5fd9-22d5-4c0a-9833-7fb0f5135313" providerId="ADAL" clId="{1FFDFDEC-295D-434A-B582-72A8CC8A5E88}" dt="2021-01-14T02:02:38.621" v="211" actId="1076"/>
          <ac:picMkLst>
            <pc:docMk/>
            <pc:sldMk cId="2720488262" sldId="376"/>
            <ac:picMk id="12" creationId="{264B2629-3235-4C1F-81CC-0EB9738C6DF9}"/>
          </ac:picMkLst>
        </pc:picChg>
        <pc:picChg chg="add mod">
          <ac:chgData name="鈴木 秀規" userId="f68c5fd9-22d5-4c0a-9833-7fb0f5135313" providerId="ADAL" clId="{1FFDFDEC-295D-434A-B582-72A8CC8A5E88}" dt="2021-01-14T02:02:38.621" v="211" actId="1076"/>
          <ac:picMkLst>
            <pc:docMk/>
            <pc:sldMk cId="2720488262" sldId="376"/>
            <ac:picMk id="13" creationId="{07A0F9A4-F2B7-462B-87D6-F59F33309D73}"/>
          </ac:picMkLst>
        </pc:picChg>
        <pc:cxnChg chg="add mod">
          <ac:chgData name="鈴木 秀規" userId="f68c5fd9-22d5-4c0a-9833-7fb0f5135313" providerId="ADAL" clId="{1FFDFDEC-295D-434A-B582-72A8CC8A5E88}" dt="2021-01-14T02:02:38.621" v="211" actId="1076"/>
          <ac:cxnSpMkLst>
            <pc:docMk/>
            <pc:sldMk cId="2720488262" sldId="376"/>
            <ac:cxnSpMk id="14" creationId="{A021EA36-EAD1-413B-9C82-429596853257}"/>
          </ac:cxnSpMkLst>
        </pc:cxnChg>
        <pc:cxnChg chg="add mod">
          <ac:chgData name="鈴木 秀規" userId="f68c5fd9-22d5-4c0a-9833-7fb0f5135313" providerId="ADAL" clId="{1FFDFDEC-295D-434A-B582-72A8CC8A5E88}" dt="2021-01-14T02:02:38.621" v="211" actId="1076"/>
          <ac:cxnSpMkLst>
            <pc:docMk/>
            <pc:sldMk cId="2720488262" sldId="376"/>
            <ac:cxnSpMk id="15" creationId="{D5C25223-29DF-4B17-B420-0CB7560CD3AC}"/>
          </ac:cxnSpMkLst>
        </pc:cxnChg>
        <pc:cxnChg chg="add mod">
          <ac:chgData name="鈴木 秀規" userId="f68c5fd9-22d5-4c0a-9833-7fb0f5135313" providerId="ADAL" clId="{1FFDFDEC-295D-434A-B582-72A8CC8A5E88}" dt="2021-01-14T02:02:38.621" v="211" actId="1076"/>
          <ac:cxnSpMkLst>
            <pc:docMk/>
            <pc:sldMk cId="2720488262" sldId="376"/>
            <ac:cxnSpMk id="16" creationId="{24763586-9DAE-493B-8315-4FF9493818EE}"/>
          </ac:cxnSpMkLst>
        </pc:cxnChg>
        <pc:cxnChg chg="add mod">
          <ac:chgData name="鈴木 秀規" userId="f68c5fd9-22d5-4c0a-9833-7fb0f5135313" providerId="ADAL" clId="{1FFDFDEC-295D-434A-B582-72A8CC8A5E88}" dt="2021-01-14T02:02:38.621" v="211" actId="1076"/>
          <ac:cxnSpMkLst>
            <pc:docMk/>
            <pc:sldMk cId="2720488262" sldId="376"/>
            <ac:cxnSpMk id="17" creationId="{C098CE7A-3790-4DBB-B135-514F41130A01}"/>
          </ac:cxnSpMkLst>
        </pc:cxnChg>
      </pc:sldChg>
      <pc:sldChg chg="addSp delSp modSp new add del mod">
        <pc:chgData name="鈴木 秀規" userId="f68c5fd9-22d5-4c0a-9833-7fb0f5135313" providerId="ADAL" clId="{1FFDFDEC-295D-434A-B582-72A8CC8A5E88}" dt="2021-01-26T03:29:01.368" v="886" actId="14100"/>
        <pc:sldMkLst>
          <pc:docMk/>
          <pc:sldMk cId="3649920568" sldId="377"/>
        </pc:sldMkLst>
        <pc:spChg chg="mod">
          <ac:chgData name="鈴木 秀規" userId="f68c5fd9-22d5-4c0a-9833-7fb0f5135313" providerId="ADAL" clId="{1FFDFDEC-295D-434A-B582-72A8CC8A5E88}" dt="2021-01-14T02:03:05.174" v="223" actId="20577"/>
          <ac:spMkLst>
            <pc:docMk/>
            <pc:sldMk cId="3649920568" sldId="377"/>
            <ac:spMk id="3" creationId="{DF13203F-8593-420C-AE20-66E21972FB4D}"/>
          </ac:spMkLst>
        </pc:spChg>
        <pc:spChg chg="mod">
          <ac:chgData name="鈴木 秀規" userId="f68c5fd9-22d5-4c0a-9833-7fb0f5135313" providerId="ADAL" clId="{1FFDFDEC-295D-434A-B582-72A8CC8A5E88}" dt="2021-01-26T03:29:01.368" v="886" actId="14100"/>
          <ac:spMkLst>
            <pc:docMk/>
            <pc:sldMk cId="3649920568" sldId="377"/>
            <ac:spMk id="5" creationId="{63D511F6-27E6-40A2-9A93-B28B3EF22E08}"/>
          </ac:spMkLst>
        </pc:spChg>
        <pc:spChg chg="add del mod">
          <ac:chgData name="鈴木 秀規" userId="f68c5fd9-22d5-4c0a-9833-7fb0f5135313" providerId="ADAL" clId="{1FFDFDEC-295D-434A-B582-72A8CC8A5E88}" dt="2021-01-14T02:04:21.934" v="240" actId="478"/>
          <ac:spMkLst>
            <pc:docMk/>
            <pc:sldMk cId="3649920568" sldId="377"/>
            <ac:spMk id="6" creationId="{D2845405-5103-4C62-BB3C-E80E03C545AE}"/>
          </ac:spMkLst>
        </pc:spChg>
        <pc:spChg chg="add del mod">
          <ac:chgData name="鈴木 秀規" userId="f68c5fd9-22d5-4c0a-9833-7fb0f5135313" providerId="ADAL" clId="{1FFDFDEC-295D-434A-B582-72A8CC8A5E88}" dt="2021-01-14T02:04:21.934" v="240" actId="478"/>
          <ac:spMkLst>
            <pc:docMk/>
            <pc:sldMk cId="3649920568" sldId="377"/>
            <ac:spMk id="10" creationId="{E9941C32-1BEA-433B-B5DA-07AC1252A60F}"/>
          </ac:spMkLst>
        </pc:spChg>
        <pc:spChg chg="add del mod">
          <ac:chgData name="鈴木 秀規" userId="f68c5fd9-22d5-4c0a-9833-7fb0f5135313" providerId="ADAL" clId="{1FFDFDEC-295D-434A-B582-72A8CC8A5E88}" dt="2021-01-14T02:04:21.934" v="240" actId="478"/>
          <ac:spMkLst>
            <pc:docMk/>
            <pc:sldMk cId="3649920568" sldId="377"/>
            <ac:spMk id="13" creationId="{D98634BF-B3C5-4EDA-96E5-D352230508C6}"/>
          </ac:spMkLst>
        </pc:spChg>
        <pc:spChg chg="add del mod">
          <ac:chgData name="鈴木 秀規" userId="f68c5fd9-22d5-4c0a-9833-7fb0f5135313" providerId="ADAL" clId="{1FFDFDEC-295D-434A-B582-72A8CC8A5E88}" dt="2021-01-14T02:04:21.934" v="240" actId="478"/>
          <ac:spMkLst>
            <pc:docMk/>
            <pc:sldMk cId="3649920568" sldId="377"/>
            <ac:spMk id="14" creationId="{150B9EE1-73C9-4075-9A0E-D054ABA7F56A}"/>
          </ac:spMkLst>
        </pc:spChg>
        <pc:spChg chg="add del mod">
          <ac:chgData name="鈴木 秀規" userId="f68c5fd9-22d5-4c0a-9833-7fb0f5135313" providerId="ADAL" clId="{1FFDFDEC-295D-434A-B582-72A8CC8A5E88}" dt="2021-01-14T02:04:21.934" v="240" actId="478"/>
          <ac:spMkLst>
            <pc:docMk/>
            <pc:sldMk cId="3649920568" sldId="377"/>
            <ac:spMk id="16" creationId="{5E32583E-40E0-42F7-8034-4FFF71881D5C}"/>
          </ac:spMkLst>
        </pc:spChg>
        <pc:spChg chg="add del mod">
          <ac:chgData name="鈴木 秀規" userId="f68c5fd9-22d5-4c0a-9833-7fb0f5135313" providerId="ADAL" clId="{1FFDFDEC-295D-434A-B582-72A8CC8A5E88}" dt="2021-01-14T02:04:21.934" v="240" actId="478"/>
          <ac:spMkLst>
            <pc:docMk/>
            <pc:sldMk cId="3649920568" sldId="377"/>
            <ac:spMk id="17" creationId="{CF346F72-7AFE-4925-93DC-FDD7E804143F}"/>
          </ac:spMkLst>
        </pc:spChg>
        <pc:spChg chg="add del mod">
          <ac:chgData name="鈴木 秀規" userId="f68c5fd9-22d5-4c0a-9833-7fb0f5135313" providerId="ADAL" clId="{1FFDFDEC-295D-434A-B582-72A8CC8A5E88}" dt="2021-01-14T02:04:21.934" v="240" actId="478"/>
          <ac:spMkLst>
            <pc:docMk/>
            <pc:sldMk cId="3649920568" sldId="377"/>
            <ac:spMk id="20" creationId="{E9152E8C-4229-44F2-9DC1-CDC1BA9A5AD2}"/>
          </ac:spMkLst>
        </pc:spChg>
        <pc:spChg chg="add del mod">
          <ac:chgData name="鈴木 秀規" userId="f68c5fd9-22d5-4c0a-9833-7fb0f5135313" providerId="ADAL" clId="{1FFDFDEC-295D-434A-B582-72A8CC8A5E88}" dt="2021-01-14T02:04:21.934" v="240" actId="478"/>
          <ac:spMkLst>
            <pc:docMk/>
            <pc:sldMk cId="3649920568" sldId="377"/>
            <ac:spMk id="21" creationId="{05EAAF42-2527-44E6-9B7A-D3034CE102CC}"/>
          </ac:spMkLst>
        </pc:spChg>
        <pc:spChg chg="add del mod">
          <ac:chgData name="鈴木 秀規" userId="f68c5fd9-22d5-4c0a-9833-7fb0f5135313" providerId="ADAL" clId="{1FFDFDEC-295D-434A-B582-72A8CC8A5E88}" dt="2021-01-14T02:04:21.934" v="240" actId="478"/>
          <ac:spMkLst>
            <pc:docMk/>
            <pc:sldMk cId="3649920568" sldId="377"/>
            <ac:spMk id="22" creationId="{8A3C8E80-DD1C-4652-B997-D788E663BEE4}"/>
          </ac:spMkLst>
        </pc:spChg>
        <pc:spChg chg="add del mod">
          <ac:chgData name="鈴木 秀規" userId="f68c5fd9-22d5-4c0a-9833-7fb0f5135313" providerId="ADAL" clId="{1FFDFDEC-295D-434A-B582-72A8CC8A5E88}" dt="2021-01-14T02:04:21.934" v="240" actId="478"/>
          <ac:spMkLst>
            <pc:docMk/>
            <pc:sldMk cId="3649920568" sldId="377"/>
            <ac:spMk id="23" creationId="{8B17CD57-67F5-4E8B-9C1D-455AF85951A9}"/>
          </ac:spMkLst>
        </pc:spChg>
        <pc:spChg chg="add del mod">
          <ac:chgData name="鈴木 秀規" userId="f68c5fd9-22d5-4c0a-9833-7fb0f5135313" providerId="ADAL" clId="{1FFDFDEC-295D-434A-B582-72A8CC8A5E88}" dt="2021-01-14T02:04:21.934" v="240" actId="478"/>
          <ac:spMkLst>
            <pc:docMk/>
            <pc:sldMk cId="3649920568" sldId="377"/>
            <ac:spMk id="24" creationId="{0AA6CF66-5F0A-4C62-8899-D61D2AA31212}"/>
          </ac:spMkLst>
        </pc:spChg>
        <pc:spChg chg="add del mod">
          <ac:chgData name="鈴木 秀規" userId="f68c5fd9-22d5-4c0a-9833-7fb0f5135313" providerId="ADAL" clId="{1FFDFDEC-295D-434A-B582-72A8CC8A5E88}" dt="2021-01-14T02:04:21.934" v="240" actId="478"/>
          <ac:spMkLst>
            <pc:docMk/>
            <pc:sldMk cId="3649920568" sldId="377"/>
            <ac:spMk id="25" creationId="{A13B0CD3-F44A-4B4E-93FB-112CBFC0E562}"/>
          </ac:spMkLst>
        </pc:spChg>
        <pc:spChg chg="add del mod">
          <ac:chgData name="鈴木 秀規" userId="f68c5fd9-22d5-4c0a-9833-7fb0f5135313" providerId="ADAL" clId="{1FFDFDEC-295D-434A-B582-72A8CC8A5E88}" dt="2021-01-14T02:04:21.934" v="240" actId="478"/>
          <ac:spMkLst>
            <pc:docMk/>
            <pc:sldMk cId="3649920568" sldId="377"/>
            <ac:spMk id="26" creationId="{BF42F3B7-1C69-4091-AFEA-40E9B9421075}"/>
          </ac:spMkLst>
        </pc:spChg>
        <pc:spChg chg="add del mod">
          <ac:chgData name="鈴木 秀規" userId="f68c5fd9-22d5-4c0a-9833-7fb0f5135313" providerId="ADAL" clId="{1FFDFDEC-295D-434A-B582-72A8CC8A5E88}" dt="2021-01-14T02:05:27.788" v="286" actId="478"/>
          <ac:spMkLst>
            <pc:docMk/>
            <pc:sldMk cId="3649920568" sldId="377"/>
            <ac:spMk id="30" creationId="{0B4F687E-D4E0-4135-AC7C-527281EC3D14}"/>
          </ac:spMkLst>
        </pc:spChg>
        <pc:spChg chg="add mod">
          <ac:chgData name="鈴木 秀規" userId="f68c5fd9-22d5-4c0a-9833-7fb0f5135313" providerId="ADAL" clId="{1FFDFDEC-295D-434A-B582-72A8CC8A5E88}" dt="2021-01-14T03:36:28.590" v="767" actId="20577"/>
          <ac:spMkLst>
            <pc:docMk/>
            <pc:sldMk cId="3649920568" sldId="377"/>
            <ac:spMk id="31" creationId="{FFC60DF4-583B-4EF1-886C-A29A4130BA29}"/>
          </ac:spMkLst>
        </pc:spChg>
        <pc:spChg chg="add del mod">
          <ac:chgData name="鈴木 秀規" userId="f68c5fd9-22d5-4c0a-9833-7fb0f5135313" providerId="ADAL" clId="{1FFDFDEC-295D-434A-B582-72A8CC8A5E88}" dt="2021-01-14T02:16:36.835" v="446" actId="1076"/>
          <ac:spMkLst>
            <pc:docMk/>
            <pc:sldMk cId="3649920568" sldId="377"/>
            <ac:spMk id="34" creationId="{8F2C3383-3D92-46AC-BD0E-043B93B52929}"/>
          </ac:spMkLst>
        </pc:spChg>
        <pc:spChg chg="add del mod">
          <ac:chgData name="鈴木 秀規" userId="f68c5fd9-22d5-4c0a-9833-7fb0f5135313" providerId="ADAL" clId="{1FFDFDEC-295D-434A-B582-72A8CC8A5E88}" dt="2021-01-14T02:06:26.115" v="302" actId="478"/>
          <ac:spMkLst>
            <pc:docMk/>
            <pc:sldMk cId="3649920568" sldId="377"/>
            <ac:spMk id="35" creationId="{C69D6D9F-3157-4061-9774-8F87C0A7A76D}"/>
          </ac:spMkLst>
        </pc:spChg>
        <pc:spChg chg="add del mod">
          <ac:chgData name="鈴木 秀規" userId="f68c5fd9-22d5-4c0a-9833-7fb0f5135313" providerId="ADAL" clId="{1FFDFDEC-295D-434A-B582-72A8CC8A5E88}" dt="2021-01-14T02:16:31.942" v="445" actId="478"/>
          <ac:spMkLst>
            <pc:docMk/>
            <pc:sldMk cId="3649920568" sldId="377"/>
            <ac:spMk id="46" creationId="{F67477F8-6865-4B2A-A073-E83E5CC25623}"/>
          </ac:spMkLst>
        </pc:spChg>
        <pc:spChg chg="add del mod">
          <ac:chgData name="鈴木 秀規" userId="f68c5fd9-22d5-4c0a-9833-7fb0f5135313" providerId="ADAL" clId="{1FFDFDEC-295D-434A-B582-72A8CC8A5E88}" dt="2021-01-14T02:16:31.942" v="445" actId="478"/>
          <ac:spMkLst>
            <pc:docMk/>
            <pc:sldMk cId="3649920568" sldId="377"/>
            <ac:spMk id="47" creationId="{BB6E310E-301D-4047-8904-D7EA81227523}"/>
          </ac:spMkLst>
        </pc:spChg>
        <pc:spChg chg="add del mod">
          <ac:chgData name="鈴木 秀規" userId="f68c5fd9-22d5-4c0a-9833-7fb0f5135313" providerId="ADAL" clId="{1FFDFDEC-295D-434A-B582-72A8CC8A5E88}" dt="2021-01-14T02:16:01.629" v="442" actId="478"/>
          <ac:spMkLst>
            <pc:docMk/>
            <pc:sldMk cId="3649920568" sldId="377"/>
            <ac:spMk id="48" creationId="{BF786DD5-0EB2-4730-B00E-F22341692CD7}"/>
          </ac:spMkLst>
        </pc:spChg>
        <pc:spChg chg="add del mod">
          <ac:chgData name="鈴木 秀規" userId="f68c5fd9-22d5-4c0a-9833-7fb0f5135313" providerId="ADAL" clId="{1FFDFDEC-295D-434A-B582-72A8CC8A5E88}" dt="2021-01-14T02:16:01.629" v="442" actId="478"/>
          <ac:spMkLst>
            <pc:docMk/>
            <pc:sldMk cId="3649920568" sldId="377"/>
            <ac:spMk id="49" creationId="{77CA64BB-7E63-4245-8D28-F37677F8555D}"/>
          </ac:spMkLst>
        </pc:spChg>
        <pc:spChg chg="add del mod">
          <ac:chgData name="鈴木 秀規" userId="f68c5fd9-22d5-4c0a-9833-7fb0f5135313" providerId="ADAL" clId="{1FFDFDEC-295D-434A-B582-72A8CC8A5E88}" dt="2021-01-14T02:16:01.629" v="442" actId="478"/>
          <ac:spMkLst>
            <pc:docMk/>
            <pc:sldMk cId="3649920568" sldId="377"/>
            <ac:spMk id="50" creationId="{0A739127-191F-4C4F-8FF6-7AD938954C7B}"/>
          </ac:spMkLst>
        </pc:spChg>
        <pc:spChg chg="add del mod">
          <ac:chgData name="鈴木 秀規" userId="f68c5fd9-22d5-4c0a-9833-7fb0f5135313" providerId="ADAL" clId="{1FFDFDEC-295D-434A-B582-72A8CC8A5E88}" dt="2021-01-14T02:16:01.629" v="442" actId="478"/>
          <ac:spMkLst>
            <pc:docMk/>
            <pc:sldMk cId="3649920568" sldId="377"/>
            <ac:spMk id="51" creationId="{BAAC543E-D653-406C-BC24-004A738F98DF}"/>
          </ac:spMkLst>
        </pc:spChg>
        <pc:spChg chg="add mod">
          <ac:chgData name="鈴木 秀規" userId="f68c5fd9-22d5-4c0a-9833-7fb0f5135313" providerId="ADAL" clId="{1FFDFDEC-295D-434A-B582-72A8CC8A5E88}" dt="2021-01-14T02:11:52.343" v="379" actId="1076"/>
          <ac:spMkLst>
            <pc:docMk/>
            <pc:sldMk cId="3649920568" sldId="377"/>
            <ac:spMk id="52" creationId="{9FD0A5F7-3C21-449A-86AA-27C6C68FBB14}"/>
          </ac:spMkLst>
        </pc:spChg>
        <pc:spChg chg="add del mod">
          <ac:chgData name="鈴木 秀規" userId="f68c5fd9-22d5-4c0a-9833-7fb0f5135313" providerId="ADAL" clId="{1FFDFDEC-295D-434A-B582-72A8CC8A5E88}" dt="2021-01-14T02:16:01.629" v="442" actId="478"/>
          <ac:spMkLst>
            <pc:docMk/>
            <pc:sldMk cId="3649920568" sldId="377"/>
            <ac:spMk id="61" creationId="{83D46220-ADF8-4081-A483-E5B7CD8BA853}"/>
          </ac:spMkLst>
        </pc:spChg>
        <pc:spChg chg="add del mod">
          <ac:chgData name="鈴木 秀規" userId="f68c5fd9-22d5-4c0a-9833-7fb0f5135313" providerId="ADAL" clId="{1FFDFDEC-295D-434A-B582-72A8CC8A5E88}" dt="2021-01-14T02:16:01.629" v="442" actId="478"/>
          <ac:spMkLst>
            <pc:docMk/>
            <pc:sldMk cId="3649920568" sldId="377"/>
            <ac:spMk id="62" creationId="{D6CA32A0-C620-4951-966F-93FC0AB160BD}"/>
          </ac:spMkLst>
        </pc:spChg>
        <pc:spChg chg="add del mod">
          <ac:chgData name="鈴木 秀規" userId="f68c5fd9-22d5-4c0a-9833-7fb0f5135313" providerId="ADAL" clId="{1FFDFDEC-295D-434A-B582-72A8CC8A5E88}" dt="2021-01-14T02:19:36.642" v="496" actId="478"/>
          <ac:spMkLst>
            <pc:docMk/>
            <pc:sldMk cId="3649920568" sldId="377"/>
            <ac:spMk id="66" creationId="{E2C49944-ACA2-4A58-B0E5-0D3B7E65719E}"/>
          </ac:spMkLst>
        </pc:spChg>
        <pc:spChg chg="add mod">
          <ac:chgData name="鈴木 秀規" userId="f68c5fd9-22d5-4c0a-9833-7fb0f5135313" providerId="ADAL" clId="{1FFDFDEC-295D-434A-B582-72A8CC8A5E88}" dt="2021-01-14T02:21:14.524" v="523" actId="207"/>
          <ac:spMkLst>
            <pc:docMk/>
            <pc:sldMk cId="3649920568" sldId="377"/>
            <ac:spMk id="67" creationId="{0671154F-E1FA-4A93-B4CE-E5911A6852BA}"/>
          </ac:spMkLst>
        </pc:spChg>
        <pc:spChg chg="add mod">
          <ac:chgData name="鈴木 秀規" userId="f68c5fd9-22d5-4c0a-9833-7fb0f5135313" providerId="ADAL" clId="{1FFDFDEC-295D-434A-B582-72A8CC8A5E88}" dt="2021-01-14T02:22:21.665" v="553" actId="14100"/>
          <ac:spMkLst>
            <pc:docMk/>
            <pc:sldMk cId="3649920568" sldId="377"/>
            <ac:spMk id="68" creationId="{A3733B56-91A6-4B5A-8E5E-C9331ECCCC0B}"/>
          </ac:spMkLst>
        </pc:spChg>
        <pc:spChg chg="add mod">
          <ac:chgData name="鈴木 秀規" userId="f68c5fd9-22d5-4c0a-9833-7fb0f5135313" providerId="ADAL" clId="{1FFDFDEC-295D-434A-B582-72A8CC8A5E88}" dt="2021-01-14T02:22:32.890" v="556" actId="1035"/>
          <ac:spMkLst>
            <pc:docMk/>
            <pc:sldMk cId="3649920568" sldId="377"/>
            <ac:spMk id="69" creationId="{5E42E419-B13D-4016-8238-7F4799B6EB23}"/>
          </ac:spMkLst>
        </pc:spChg>
        <pc:spChg chg="add del mod">
          <ac:chgData name="鈴木 秀規" userId="f68c5fd9-22d5-4c0a-9833-7fb0f5135313" providerId="ADAL" clId="{1FFDFDEC-295D-434A-B582-72A8CC8A5E88}" dt="2021-01-14T03:36:49.050" v="769" actId="478"/>
          <ac:spMkLst>
            <pc:docMk/>
            <pc:sldMk cId="3649920568" sldId="377"/>
            <ac:spMk id="70" creationId="{75EE7C32-A449-48C9-858A-29C1A72E0B2F}"/>
          </ac:spMkLst>
        </pc:spChg>
        <pc:grpChg chg="add mod">
          <ac:chgData name="鈴木 秀規" userId="f68c5fd9-22d5-4c0a-9833-7fb0f5135313" providerId="ADAL" clId="{1FFDFDEC-295D-434A-B582-72A8CC8A5E88}" dt="2021-01-14T02:16:43.606" v="449" actId="1076"/>
          <ac:grpSpMkLst>
            <pc:docMk/>
            <pc:sldMk cId="3649920568" sldId="377"/>
            <ac:grpSpMk id="32" creationId="{A6E6B39E-1581-4318-9C25-C50545DCF6E5}"/>
          </ac:grpSpMkLst>
        </pc:grpChg>
        <pc:grpChg chg="add del mod">
          <ac:chgData name="鈴木 秀規" userId="f68c5fd9-22d5-4c0a-9833-7fb0f5135313" providerId="ADAL" clId="{1FFDFDEC-295D-434A-B582-72A8CC8A5E88}" dt="2021-01-14T02:16:01.629" v="442" actId="478"/>
          <ac:grpSpMkLst>
            <pc:docMk/>
            <pc:sldMk cId="3649920568" sldId="377"/>
            <ac:grpSpMk id="54" creationId="{D4036D75-2FD5-461E-A87F-4C388D4052D0}"/>
          </ac:grpSpMkLst>
        </pc:grpChg>
        <pc:picChg chg="add del mod">
          <ac:chgData name="鈴木 秀規" userId="f68c5fd9-22d5-4c0a-9833-7fb0f5135313" providerId="ADAL" clId="{1FFDFDEC-295D-434A-B582-72A8CC8A5E88}" dt="2021-01-14T02:04:21.934" v="240" actId="478"/>
          <ac:picMkLst>
            <pc:docMk/>
            <pc:sldMk cId="3649920568" sldId="377"/>
            <ac:picMk id="7" creationId="{E20396D6-2E5A-4A3C-866A-3EDECF145E1F}"/>
          </ac:picMkLst>
        </pc:picChg>
        <pc:picChg chg="add del mod">
          <ac:chgData name="鈴木 秀規" userId="f68c5fd9-22d5-4c0a-9833-7fb0f5135313" providerId="ADAL" clId="{1FFDFDEC-295D-434A-B582-72A8CC8A5E88}" dt="2021-01-14T02:04:21.934" v="240" actId="478"/>
          <ac:picMkLst>
            <pc:docMk/>
            <pc:sldMk cId="3649920568" sldId="377"/>
            <ac:picMk id="8" creationId="{E560B7DF-E113-4E23-B6A5-CAD857447DB8}"/>
          </ac:picMkLst>
        </pc:picChg>
        <pc:picChg chg="add del mod">
          <ac:chgData name="鈴木 秀規" userId="f68c5fd9-22d5-4c0a-9833-7fb0f5135313" providerId="ADAL" clId="{1FFDFDEC-295D-434A-B582-72A8CC8A5E88}" dt="2021-01-14T02:04:21.934" v="240" actId="478"/>
          <ac:picMkLst>
            <pc:docMk/>
            <pc:sldMk cId="3649920568" sldId="377"/>
            <ac:picMk id="9" creationId="{B194A6BA-DF1B-426E-9CDD-97A45AC51E7D}"/>
          </ac:picMkLst>
        </pc:picChg>
        <pc:picChg chg="add del mod">
          <ac:chgData name="鈴木 秀規" userId="f68c5fd9-22d5-4c0a-9833-7fb0f5135313" providerId="ADAL" clId="{1FFDFDEC-295D-434A-B582-72A8CC8A5E88}" dt="2021-01-14T02:04:21.934" v="240" actId="478"/>
          <ac:picMkLst>
            <pc:docMk/>
            <pc:sldMk cId="3649920568" sldId="377"/>
            <ac:picMk id="15" creationId="{7F2FFC44-3FB7-42E8-880F-3FA0352F329F}"/>
          </ac:picMkLst>
        </pc:picChg>
        <pc:picChg chg="add mod">
          <ac:chgData name="鈴木 秀規" userId="f68c5fd9-22d5-4c0a-9833-7fb0f5135313" providerId="ADAL" clId="{1FFDFDEC-295D-434A-B582-72A8CC8A5E88}" dt="2021-01-14T02:05:34.524" v="287" actId="164"/>
          <ac:picMkLst>
            <pc:docMk/>
            <pc:sldMk cId="3649920568" sldId="377"/>
            <ac:picMk id="27" creationId="{E93CA468-4AE8-485A-AB76-A2D114168246}"/>
          </ac:picMkLst>
        </pc:picChg>
        <pc:picChg chg="add mod">
          <ac:chgData name="鈴木 秀規" userId="f68c5fd9-22d5-4c0a-9833-7fb0f5135313" providerId="ADAL" clId="{1FFDFDEC-295D-434A-B582-72A8CC8A5E88}" dt="2021-01-14T02:05:34.524" v="287" actId="164"/>
          <ac:picMkLst>
            <pc:docMk/>
            <pc:sldMk cId="3649920568" sldId="377"/>
            <ac:picMk id="28" creationId="{AD28C022-22D5-4A58-AFE7-972EB062E364}"/>
          </ac:picMkLst>
        </pc:picChg>
        <pc:picChg chg="add mod">
          <ac:chgData name="鈴木 秀規" userId="f68c5fd9-22d5-4c0a-9833-7fb0f5135313" providerId="ADAL" clId="{1FFDFDEC-295D-434A-B582-72A8CC8A5E88}" dt="2021-01-14T02:05:34.524" v="287" actId="164"/>
          <ac:picMkLst>
            <pc:docMk/>
            <pc:sldMk cId="3649920568" sldId="377"/>
            <ac:picMk id="29" creationId="{9D45EBC1-DEE0-40E3-A104-46EB8914BDF4}"/>
          </ac:picMkLst>
        </pc:picChg>
        <pc:picChg chg="add del mod ord">
          <ac:chgData name="鈴木 秀規" userId="f68c5fd9-22d5-4c0a-9833-7fb0f5135313" providerId="ADAL" clId="{1FFDFDEC-295D-434A-B582-72A8CC8A5E88}" dt="2021-01-14T02:16:36.835" v="446" actId="1076"/>
          <ac:picMkLst>
            <pc:docMk/>
            <pc:sldMk cId="3649920568" sldId="377"/>
            <ac:picMk id="33" creationId="{0E9D1243-8407-457A-82BD-F88B5BBECD23}"/>
          </ac:picMkLst>
        </pc:picChg>
        <pc:picChg chg="add mod">
          <ac:chgData name="鈴木 秀規" userId="f68c5fd9-22d5-4c0a-9833-7fb0f5135313" providerId="ADAL" clId="{1FFDFDEC-295D-434A-B582-72A8CC8A5E88}" dt="2021-01-14T02:11:52.343" v="379" actId="1076"/>
          <ac:picMkLst>
            <pc:docMk/>
            <pc:sldMk cId="3649920568" sldId="377"/>
            <ac:picMk id="53" creationId="{0A86E771-969C-4F01-BFA0-1B211831F160}"/>
          </ac:picMkLst>
        </pc:picChg>
        <pc:cxnChg chg="add del mod">
          <ac:chgData name="鈴木 秀規" userId="f68c5fd9-22d5-4c0a-9833-7fb0f5135313" providerId="ADAL" clId="{1FFDFDEC-295D-434A-B582-72A8CC8A5E88}" dt="2021-01-14T02:04:21.934" v="240" actId="478"/>
          <ac:cxnSpMkLst>
            <pc:docMk/>
            <pc:sldMk cId="3649920568" sldId="377"/>
            <ac:cxnSpMk id="11" creationId="{0483F4C0-0407-44D3-A78F-49E51B86787C}"/>
          </ac:cxnSpMkLst>
        </pc:cxnChg>
        <pc:cxnChg chg="add del mod">
          <ac:chgData name="鈴木 秀規" userId="f68c5fd9-22d5-4c0a-9833-7fb0f5135313" providerId="ADAL" clId="{1FFDFDEC-295D-434A-B582-72A8CC8A5E88}" dt="2021-01-14T02:04:21.934" v="240" actId="478"/>
          <ac:cxnSpMkLst>
            <pc:docMk/>
            <pc:sldMk cId="3649920568" sldId="377"/>
            <ac:cxnSpMk id="12" creationId="{2E04BDFF-7969-411B-93A0-D8331BA8189C}"/>
          </ac:cxnSpMkLst>
        </pc:cxnChg>
        <pc:cxnChg chg="add del mod">
          <ac:chgData name="鈴木 秀規" userId="f68c5fd9-22d5-4c0a-9833-7fb0f5135313" providerId="ADAL" clId="{1FFDFDEC-295D-434A-B582-72A8CC8A5E88}" dt="2021-01-14T02:04:21.934" v="240" actId="478"/>
          <ac:cxnSpMkLst>
            <pc:docMk/>
            <pc:sldMk cId="3649920568" sldId="377"/>
            <ac:cxnSpMk id="18" creationId="{1C833306-77D8-44F7-AB46-81396D7788AF}"/>
          </ac:cxnSpMkLst>
        </pc:cxnChg>
        <pc:cxnChg chg="add del mod">
          <ac:chgData name="鈴木 秀規" userId="f68c5fd9-22d5-4c0a-9833-7fb0f5135313" providerId="ADAL" clId="{1FFDFDEC-295D-434A-B582-72A8CC8A5E88}" dt="2021-01-14T02:04:21.934" v="240" actId="478"/>
          <ac:cxnSpMkLst>
            <pc:docMk/>
            <pc:sldMk cId="3649920568" sldId="377"/>
            <ac:cxnSpMk id="19" creationId="{2B632CD0-09BA-467C-8CA1-BF1493109906}"/>
          </ac:cxnSpMkLst>
        </pc:cxnChg>
        <pc:cxnChg chg="add del mod">
          <ac:chgData name="鈴木 秀規" userId="f68c5fd9-22d5-4c0a-9833-7fb0f5135313" providerId="ADAL" clId="{1FFDFDEC-295D-434A-B582-72A8CC8A5E88}" dt="2021-01-14T02:16:31.942" v="445" actId="478"/>
          <ac:cxnSpMkLst>
            <pc:docMk/>
            <pc:sldMk cId="3649920568" sldId="377"/>
            <ac:cxnSpMk id="36" creationId="{AD6D5368-C535-4AA1-ADF8-B5E214C9BE42}"/>
          </ac:cxnSpMkLst>
        </pc:cxnChg>
        <pc:cxnChg chg="add del mod">
          <ac:chgData name="鈴木 秀規" userId="f68c5fd9-22d5-4c0a-9833-7fb0f5135313" providerId="ADAL" clId="{1FFDFDEC-295D-434A-B582-72A8CC8A5E88}" dt="2021-01-14T02:16:31.942" v="445" actId="478"/>
          <ac:cxnSpMkLst>
            <pc:docMk/>
            <pc:sldMk cId="3649920568" sldId="377"/>
            <ac:cxnSpMk id="41" creationId="{58F1D3BC-BF7A-4996-B9E2-60AA8D6F04E3}"/>
          </ac:cxnSpMkLst>
        </pc:cxnChg>
        <pc:cxnChg chg="add del mod">
          <ac:chgData name="鈴木 秀規" userId="f68c5fd9-22d5-4c0a-9833-7fb0f5135313" providerId="ADAL" clId="{1FFDFDEC-295D-434A-B582-72A8CC8A5E88}" dt="2021-01-14T02:16:01.629" v="442" actId="478"/>
          <ac:cxnSpMkLst>
            <pc:docMk/>
            <pc:sldMk cId="3649920568" sldId="377"/>
            <ac:cxnSpMk id="55" creationId="{BAEC9F89-E461-491B-94AE-A27E46E881FD}"/>
          </ac:cxnSpMkLst>
        </pc:cxnChg>
        <pc:cxnChg chg="add del mod">
          <ac:chgData name="鈴木 秀規" userId="f68c5fd9-22d5-4c0a-9833-7fb0f5135313" providerId="ADAL" clId="{1FFDFDEC-295D-434A-B582-72A8CC8A5E88}" dt="2021-01-14T02:16:01.629" v="442" actId="478"/>
          <ac:cxnSpMkLst>
            <pc:docMk/>
            <pc:sldMk cId="3649920568" sldId="377"/>
            <ac:cxnSpMk id="58" creationId="{410B3091-C760-4FE8-B549-D0650C6C8145}"/>
          </ac:cxnSpMkLst>
        </pc:cxnChg>
        <pc:cxnChg chg="add mod">
          <ac:chgData name="鈴木 秀規" userId="f68c5fd9-22d5-4c0a-9833-7fb0f5135313" providerId="ADAL" clId="{1FFDFDEC-295D-434A-B582-72A8CC8A5E88}" dt="2021-01-14T02:17:40.921" v="469" actId="1038"/>
          <ac:cxnSpMkLst>
            <pc:docMk/>
            <pc:sldMk cId="3649920568" sldId="377"/>
            <ac:cxnSpMk id="64" creationId="{100ADEA5-B42F-4347-9286-D7704FC7BE9D}"/>
          </ac:cxnSpMkLst>
        </pc:cxnChg>
        <pc:cxnChg chg="add del mod">
          <ac:chgData name="鈴木 秀規" userId="f68c5fd9-22d5-4c0a-9833-7fb0f5135313" providerId="ADAL" clId="{1FFDFDEC-295D-434A-B582-72A8CC8A5E88}" dt="2021-01-14T03:36:49.050" v="769" actId="478"/>
          <ac:cxnSpMkLst>
            <pc:docMk/>
            <pc:sldMk cId="3649920568" sldId="377"/>
            <ac:cxnSpMk id="65" creationId="{161C3D35-36D5-4C34-A872-287438D6956F}"/>
          </ac:cxnSpMkLst>
        </pc:cxnChg>
      </pc:sldChg>
      <pc:sldChg chg="delSp modSp add del mod">
        <pc:chgData name="鈴木 秀規" userId="f68c5fd9-22d5-4c0a-9833-7fb0f5135313" providerId="ADAL" clId="{1FFDFDEC-295D-434A-B582-72A8CC8A5E88}" dt="2021-01-14T02:29:25.757" v="739" actId="47"/>
        <pc:sldMkLst>
          <pc:docMk/>
          <pc:sldMk cId="2320012680" sldId="378"/>
        </pc:sldMkLst>
        <pc:spChg chg="mod">
          <ac:chgData name="鈴木 秀規" userId="f68c5fd9-22d5-4c0a-9833-7fb0f5135313" providerId="ADAL" clId="{1FFDFDEC-295D-434A-B582-72A8CC8A5E88}" dt="2021-01-14T02:14:54.356" v="440" actId="20577"/>
          <ac:spMkLst>
            <pc:docMk/>
            <pc:sldMk cId="2320012680" sldId="378"/>
            <ac:spMk id="3" creationId="{DF13203F-8593-420C-AE20-66E21972FB4D}"/>
          </ac:spMkLst>
        </pc:spChg>
        <pc:spChg chg="del">
          <ac:chgData name="鈴木 秀規" userId="f68c5fd9-22d5-4c0a-9833-7fb0f5135313" providerId="ADAL" clId="{1FFDFDEC-295D-434A-B582-72A8CC8A5E88}" dt="2021-01-14T02:22:56.356" v="557" actId="478"/>
          <ac:spMkLst>
            <pc:docMk/>
            <pc:sldMk cId="2320012680" sldId="378"/>
            <ac:spMk id="31" creationId="{FFC60DF4-583B-4EF1-886C-A29A4130BA29}"/>
          </ac:spMkLst>
        </pc:spChg>
        <pc:spChg chg="del">
          <ac:chgData name="鈴木 秀規" userId="f68c5fd9-22d5-4c0a-9833-7fb0f5135313" providerId="ADAL" clId="{1FFDFDEC-295D-434A-B582-72A8CC8A5E88}" dt="2021-01-14T02:22:56.356" v="557" actId="478"/>
          <ac:spMkLst>
            <pc:docMk/>
            <pc:sldMk cId="2320012680" sldId="378"/>
            <ac:spMk id="34" creationId="{8F2C3383-3D92-46AC-BD0E-043B93B52929}"/>
          </ac:spMkLst>
        </pc:spChg>
        <pc:spChg chg="del">
          <ac:chgData name="鈴木 秀規" userId="f68c5fd9-22d5-4c0a-9833-7fb0f5135313" providerId="ADAL" clId="{1FFDFDEC-295D-434A-B582-72A8CC8A5E88}" dt="2021-01-14T02:22:56.356" v="557" actId="478"/>
          <ac:spMkLst>
            <pc:docMk/>
            <pc:sldMk cId="2320012680" sldId="378"/>
            <ac:spMk id="46" creationId="{F67477F8-6865-4B2A-A073-E83E5CC25623}"/>
          </ac:spMkLst>
        </pc:spChg>
        <pc:spChg chg="del">
          <ac:chgData name="鈴木 秀規" userId="f68c5fd9-22d5-4c0a-9833-7fb0f5135313" providerId="ADAL" clId="{1FFDFDEC-295D-434A-B582-72A8CC8A5E88}" dt="2021-01-14T02:22:56.356" v="557" actId="478"/>
          <ac:spMkLst>
            <pc:docMk/>
            <pc:sldMk cId="2320012680" sldId="378"/>
            <ac:spMk id="47" creationId="{BB6E310E-301D-4047-8904-D7EA81227523}"/>
          </ac:spMkLst>
        </pc:spChg>
        <pc:spChg chg="del">
          <ac:chgData name="鈴木 秀規" userId="f68c5fd9-22d5-4c0a-9833-7fb0f5135313" providerId="ADAL" clId="{1FFDFDEC-295D-434A-B582-72A8CC8A5E88}" dt="2021-01-14T02:22:56.356" v="557" actId="478"/>
          <ac:spMkLst>
            <pc:docMk/>
            <pc:sldMk cId="2320012680" sldId="378"/>
            <ac:spMk id="61" creationId="{83D46220-ADF8-4081-A483-E5B7CD8BA853}"/>
          </ac:spMkLst>
        </pc:spChg>
        <pc:spChg chg="del">
          <ac:chgData name="鈴木 秀規" userId="f68c5fd9-22d5-4c0a-9833-7fb0f5135313" providerId="ADAL" clId="{1FFDFDEC-295D-434A-B582-72A8CC8A5E88}" dt="2021-01-14T02:22:56.356" v="557" actId="478"/>
          <ac:spMkLst>
            <pc:docMk/>
            <pc:sldMk cId="2320012680" sldId="378"/>
            <ac:spMk id="62" creationId="{D6CA32A0-C620-4951-966F-93FC0AB160BD}"/>
          </ac:spMkLst>
        </pc:spChg>
        <pc:grpChg chg="del">
          <ac:chgData name="鈴木 秀規" userId="f68c5fd9-22d5-4c0a-9833-7fb0f5135313" providerId="ADAL" clId="{1FFDFDEC-295D-434A-B582-72A8CC8A5E88}" dt="2021-01-14T02:22:56.356" v="557" actId="478"/>
          <ac:grpSpMkLst>
            <pc:docMk/>
            <pc:sldMk cId="2320012680" sldId="378"/>
            <ac:grpSpMk id="32" creationId="{A6E6B39E-1581-4318-9C25-C50545DCF6E5}"/>
          </ac:grpSpMkLst>
        </pc:grpChg>
        <pc:picChg chg="del">
          <ac:chgData name="鈴木 秀規" userId="f68c5fd9-22d5-4c0a-9833-7fb0f5135313" providerId="ADAL" clId="{1FFDFDEC-295D-434A-B582-72A8CC8A5E88}" dt="2021-01-14T02:22:56.356" v="557" actId="478"/>
          <ac:picMkLst>
            <pc:docMk/>
            <pc:sldMk cId="2320012680" sldId="378"/>
            <ac:picMk id="33" creationId="{0E9D1243-8407-457A-82BD-F88B5BBECD23}"/>
          </ac:picMkLst>
        </pc:picChg>
        <pc:cxnChg chg="del">
          <ac:chgData name="鈴木 秀規" userId="f68c5fd9-22d5-4c0a-9833-7fb0f5135313" providerId="ADAL" clId="{1FFDFDEC-295D-434A-B582-72A8CC8A5E88}" dt="2021-01-14T02:22:56.356" v="557" actId="478"/>
          <ac:cxnSpMkLst>
            <pc:docMk/>
            <pc:sldMk cId="2320012680" sldId="378"/>
            <ac:cxnSpMk id="36" creationId="{AD6D5368-C535-4AA1-ADF8-B5E214C9BE42}"/>
          </ac:cxnSpMkLst>
        </pc:cxnChg>
        <pc:cxnChg chg="del">
          <ac:chgData name="鈴木 秀規" userId="f68c5fd9-22d5-4c0a-9833-7fb0f5135313" providerId="ADAL" clId="{1FFDFDEC-295D-434A-B582-72A8CC8A5E88}" dt="2021-01-14T02:22:56.356" v="557" actId="478"/>
          <ac:cxnSpMkLst>
            <pc:docMk/>
            <pc:sldMk cId="2320012680" sldId="378"/>
            <ac:cxnSpMk id="41" creationId="{58F1D3BC-BF7A-4996-B9E2-60AA8D6F04E3}"/>
          </ac:cxnSpMkLst>
        </pc:cxnChg>
        <pc:cxnChg chg="del">
          <ac:chgData name="鈴木 秀規" userId="f68c5fd9-22d5-4c0a-9833-7fb0f5135313" providerId="ADAL" clId="{1FFDFDEC-295D-434A-B582-72A8CC8A5E88}" dt="2021-01-14T02:22:56.356" v="557" actId="478"/>
          <ac:cxnSpMkLst>
            <pc:docMk/>
            <pc:sldMk cId="2320012680" sldId="378"/>
            <ac:cxnSpMk id="55" creationId="{BAEC9F89-E461-491B-94AE-A27E46E881FD}"/>
          </ac:cxnSpMkLst>
        </pc:cxnChg>
        <pc:cxnChg chg="del">
          <ac:chgData name="鈴木 秀規" userId="f68c5fd9-22d5-4c0a-9833-7fb0f5135313" providerId="ADAL" clId="{1FFDFDEC-295D-434A-B582-72A8CC8A5E88}" dt="2021-01-14T02:22:56.356" v="557" actId="478"/>
          <ac:cxnSpMkLst>
            <pc:docMk/>
            <pc:sldMk cId="2320012680" sldId="378"/>
            <ac:cxnSpMk id="58" creationId="{410B3091-C760-4FE8-B549-D0650C6C8145}"/>
          </ac:cxnSpMkLst>
        </pc:cxnChg>
      </pc:sldChg>
      <pc:sldChg chg="addSp delSp modSp add mod">
        <pc:chgData name="鈴木 秀規" userId="f68c5fd9-22d5-4c0a-9833-7fb0f5135313" providerId="ADAL" clId="{1FFDFDEC-295D-434A-B582-72A8CC8A5E88}" dt="2021-01-26T03:29:33.385" v="892" actId="207"/>
        <pc:sldMkLst>
          <pc:docMk/>
          <pc:sldMk cId="958544309" sldId="379"/>
        </pc:sldMkLst>
        <pc:spChg chg="mod">
          <ac:chgData name="鈴木 秀規" userId="f68c5fd9-22d5-4c0a-9833-7fb0f5135313" providerId="ADAL" clId="{1FFDFDEC-295D-434A-B582-72A8CC8A5E88}" dt="2021-01-14T02:23:19.325" v="581" actId="20577"/>
          <ac:spMkLst>
            <pc:docMk/>
            <pc:sldMk cId="958544309" sldId="379"/>
            <ac:spMk id="3" creationId="{DF13203F-8593-420C-AE20-66E21972FB4D}"/>
          </ac:spMkLst>
        </pc:spChg>
        <pc:spChg chg="mod">
          <ac:chgData name="鈴木 秀規" userId="f68c5fd9-22d5-4c0a-9833-7fb0f5135313" providerId="ADAL" clId="{1FFDFDEC-295D-434A-B582-72A8CC8A5E88}" dt="2021-01-14T03:35:50.846" v="746" actId="1076"/>
          <ac:spMkLst>
            <pc:docMk/>
            <pc:sldMk cId="958544309" sldId="379"/>
            <ac:spMk id="5" creationId="{63D511F6-27E6-40A2-9A93-B28B3EF22E08}"/>
          </ac:spMkLst>
        </pc:spChg>
        <pc:spChg chg="add mod">
          <ac:chgData name="鈴木 秀規" userId="f68c5fd9-22d5-4c0a-9833-7fb0f5135313" providerId="ADAL" clId="{1FFDFDEC-295D-434A-B582-72A8CC8A5E88}" dt="2021-01-14T02:27:29.650" v="667" actId="1076"/>
          <ac:spMkLst>
            <pc:docMk/>
            <pc:sldMk cId="958544309" sldId="379"/>
            <ac:spMk id="19" creationId="{BFD7670E-D948-4916-A5B0-BC868BB5A7B8}"/>
          </ac:spMkLst>
        </pc:spChg>
        <pc:spChg chg="add mod">
          <ac:chgData name="鈴木 秀規" userId="f68c5fd9-22d5-4c0a-9833-7fb0f5135313" providerId="ADAL" clId="{1FFDFDEC-295D-434A-B582-72A8CC8A5E88}" dt="2021-01-14T02:27:29.650" v="667" actId="1076"/>
          <ac:spMkLst>
            <pc:docMk/>
            <pc:sldMk cId="958544309" sldId="379"/>
            <ac:spMk id="20" creationId="{342B2FC8-CEB9-4A3C-A4B9-0E07B43AA2D9}"/>
          </ac:spMkLst>
        </pc:spChg>
        <pc:spChg chg="add del mod">
          <ac:chgData name="鈴木 秀規" userId="f68c5fd9-22d5-4c0a-9833-7fb0f5135313" providerId="ADAL" clId="{1FFDFDEC-295D-434A-B582-72A8CC8A5E88}" dt="2021-01-14T03:35:53.946" v="747" actId="478"/>
          <ac:spMkLst>
            <pc:docMk/>
            <pc:sldMk cId="958544309" sldId="379"/>
            <ac:spMk id="21" creationId="{4CE962B2-0B0B-488B-B395-9937FEA31235}"/>
          </ac:spMkLst>
        </pc:spChg>
        <pc:spChg chg="add del mod">
          <ac:chgData name="鈴木 秀規" userId="f68c5fd9-22d5-4c0a-9833-7fb0f5135313" providerId="ADAL" clId="{1FFDFDEC-295D-434A-B582-72A8CC8A5E88}" dt="2021-01-14T03:35:53.946" v="747" actId="478"/>
          <ac:spMkLst>
            <pc:docMk/>
            <pc:sldMk cId="958544309" sldId="379"/>
            <ac:spMk id="22" creationId="{08473672-4663-4E76-AE85-614E63232CA2}"/>
          </ac:spMkLst>
        </pc:spChg>
        <pc:spChg chg="add del mod">
          <ac:chgData name="鈴木 秀規" userId="f68c5fd9-22d5-4c0a-9833-7fb0f5135313" providerId="ADAL" clId="{1FFDFDEC-295D-434A-B582-72A8CC8A5E88}" dt="2021-01-14T03:35:53.946" v="747" actId="478"/>
          <ac:spMkLst>
            <pc:docMk/>
            <pc:sldMk cId="958544309" sldId="379"/>
            <ac:spMk id="23" creationId="{9CEE2320-9DDB-4293-8B65-34AAC77B7A28}"/>
          </ac:spMkLst>
        </pc:spChg>
        <pc:spChg chg="add del mod">
          <ac:chgData name="鈴木 秀規" userId="f68c5fd9-22d5-4c0a-9833-7fb0f5135313" providerId="ADAL" clId="{1FFDFDEC-295D-434A-B582-72A8CC8A5E88}" dt="2021-01-14T03:35:53.946" v="747" actId="478"/>
          <ac:spMkLst>
            <pc:docMk/>
            <pc:sldMk cId="958544309" sldId="379"/>
            <ac:spMk id="24" creationId="{9EA7CECF-2E5C-48EB-89FD-A206EC488576}"/>
          </ac:spMkLst>
        </pc:spChg>
        <pc:spChg chg="mod">
          <ac:chgData name="鈴木 秀規" userId="f68c5fd9-22d5-4c0a-9833-7fb0f5135313" providerId="ADAL" clId="{1FFDFDEC-295D-434A-B582-72A8CC8A5E88}" dt="2021-01-14T02:27:21.306" v="666" actId="1038"/>
          <ac:spMkLst>
            <pc:docMk/>
            <pc:sldMk cId="958544309" sldId="379"/>
            <ac:spMk id="26" creationId="{E7DF1ACA-6CF0-40A9-9E99-DABEBFCB70AB}"/>
          </ac:spMkLst>
        </pc:spChg>
        <pc:spChg chg="del mod">
          <ac:chgData name="鈴木 秀規" userId="f68c5fd9-22d5-4c0a-9833-7fb0f5135313" providerId="ADAL" clId="{1FFDFDEC-295D-434A-B582-72A8CC8A5E88}" dt="2021-01-14T03:36:11.610" v="750" actId="478"/>
          <ac:spMkLst>
            <pc:docMk/>
            <pc:sldMk cId="958544309" sldId="379"/>
            <ac:spMk id="31" creationId="{FFC60DF4-583B-4EF1-886C-A29A4130BA29}"/>
          </ac:spMkLst>
        </pc:spChg>
        <pc:spChg chg="mod">
          <ac:chgData name="鈴木 秀規" userId="f68c5fd9-22d5-4c0a-9833-7fb0f5135313" providerId="ADAL" clId="{1FFDFDEC-295D-434A-B582-72A8CC8A5E88}" dt="2021-01-14T02:27:29.650" v="667" actId="1076"/>
          <ac:spMkLst>
            <pc:docMk/>
            <pc:sldMk cId="958544309" sldId="379"/>
            <ac:spMk id="34" creationId="{8F2C3383-3D92-46AC-BD0E-043B93B52929}"/>
          </ac:spMkLst>
        </pc:spChg>
        <pc:spChg chg="add mod">
          <ac:chgData name="鈴木 秀規" userId="f68c5fd9-22d5-4c0a-9833-7fb0f5135313" providerId="ADAL" clId="{1FFDFDEC-295D-434A-B582-72A8CC8A5E88}" dt="2021-01-14T02:27:06.061" v="657" actId="571"/>
          <ac:spMkLst>
            <pc:docMk/>
            <pc:sldMk cId="958544309" sldId="379"/>
            <ac:spMk id="37" creationId="{47831BC6-F284-47AB-A050-EAD5ACCAD148}"/>
          </ac:spMkLst>
        </pc:spChg>
        <pc:spChg chg="add mod">
          <ac:chgData name="鈴木 秀規" userId="f68c5fd9-22d5-4c0a-9833-7fb0f5135313" providerId="ADAL" clId="{1FFDFDEC-295D-434A-B582-72A8CC8A5E88}" dt="2021-01-14T02:27:06.061" v="657" actId="571"/>
          <ac:spMkLst>
            <pc:docMk/>
            <pc:sldMk cId="958544309" sldId="379"/>
            <ac:spMk id="38" creationId="{14CF0358-BECE-42C6-9A83-4C21DB825E4B}"/>
          </ac:spMkLst>
        </pc:spChg>
        <pc:spChg chg="add del mod">
          <ac:chgData name="鈴木 秀規" userId="f68c5fd9-22d5-4c0a-9833-7fb0f5135313" providerId="ADAL" clId="{1FFDFDEC-295D-434A-B582-72A8CC8A5E88}" dt="2021-01-14T03:35:47.969" v="744" actId="478"/>
          <ac:spMkLst>
            <pc:docMk/>
            <pc:sldMk cId="958544309" sldId="379"/>
            <ac:spMk id="41" creationId="{7E7E9EA2-6ECB-437C-B67E-E541576A4C98}"/>
          </ac:spMkLst>
        </pc:spChg>
        <pc:spChg chg="add del mod">
          <ac:chgData name="鈴木 秀規" userId="f68c5fd9-22d5-4c0a-9833-7fb0f5135313" providerId="ADAL" clId="{1FFDFDEC-295D-434A-B582-72A8CC8A5E88}" dt="2021-01-14T03:36:11.610" v="750" actId="478"/>
          <ac:spMkLst>
            <pc:docMk/>
            <pc:sldMk cId="958544309" sldId="379"/>
            <ac:spMk id="42" creationId="{B4F1AB1F-1298-4572-9A9F-3D1A30394D5D}"/>
          </ac:spMkLst>
        </pc:spChg>
        <pc:spChg chg="add del mod">
          <ac:chgData name="鈴木 秀規" userId="f68c5fd9-22d5-4c0a-9833-7fb0f5135313" providerId="ADAL" clId="{1FFDFDEC-295D-434A-B582-72A8CC8A5E88}" dt="2021-01-14T03:35:57.106" v="748" actId="478"/>
          <ac:spMkLst>
            <pc:docMk/>
            <pc:sldMk cId="958544309" sldId="379"/>
            <ac:spMk id="43" creationId="{3F27ACB4-8E48-4CC7-9582-119D2221438E}"/>
          </ac:spMkLst>
        </pc:spChg>
        <pc:spChg chg="add del mod">
          <ac:chgData name="鈴木 秀規" userId="f68c5fd9-22d5-4c0a-9833-7fb0f5135313" providerId="ADAL" clId="{1FFDFDEC-295D-434A-B582-72A8CC8A5E88}" dt="2021-01-14T03:35:47.969" v="744" actId="478"/>
          <ac:spMkLst>
            <pc:docMk/>
            <pc:sldMk cId="958544309" sldId="379"/>
            <ac:spMk id="44" creationId="{BDF61BC1-2F48-40F0-9086-6D8E83B221C3}"/>
          </ac:spMkLst>
        </pc:spChg>
        <pc:spChg chg="add mod">
          <ac:chgData name="鈴木 秀規" userId="f68c5fd9-22d5-4c0a-9833-7fb0f5135313" providerId="ADAL" clId="{1FFDFDEC-295D-434A-B582-72A8CC8A5E88}" dt="2021-01-26T03:29:33.385" v="892" actId="207"/>
          <ac:spMkLst>
            <pc:docMk/>
            <pc:sldMk cId="958544309" sldId="379"/>
            <ac:spMk id="46" creationId="{DFEF5E98-F257-46FC-9AC3-6F94A2A4DCB1}"/>
          </ac:spMkLst>
        </pc:spChg>
        <pc:spChg chg="add mod">
          <ac:chgData name="鈴木 秀規" userId="f68c5fd9-22d5-4c0a-9833-7fb0f5135313" providerId="ADAL" clId="{1FFDFDEC-295D-434A-B582-72A8CC8A5E88}" dt="2021-01-26T03:29:31.786" v="890" actId="207"/>
          <ac:spMkLst>
            <pc:docMk/>
            <pc:sldMk cId="958544309" sldId="379"/>
            <ac:spMk id="47" creationId="{712C7B56-3695-447A-B9B3-72DADE91B379}"/>
          </ac:spMkLst>
        </pc:spChg>
        <pc:spChg chg="add mod">
          <ac:chgData name="鈴木 秀規" userId="f68c5fd9-22d5-4c0a-9833-7fb0f5135313" providerId="ADAL" clId="{1FFDFDEC-295D-434A-B582-72A8CC8A5E88}" dt="2021-01-14T03:38:06.938" v="823" actId="207"/>
          <ac:spMkLst>
            <pc:docMk/>
            <pc:sldMk cId="958544309" sldId="379"/>
            <ac:spMk id="48" creationId="{1EE0B00C-5149-4751-9E8A-5739504BF85B}"/>
          </ac:spMkLst>
        </pc:spChg>
        <pc:spChg chg="del mod">
          <ac:chgData name="鈴木 秀規" userId="f68c5fd9-22d5-4c0a-9833-7fb0f5135313" providerId="ADAL" clId="{1FFDFDEC-295D-434A-B582-72A8CC8A5E88}" dt="2021-01-14T03:36:56.851" v="770" actId="478"/>
          <ac:spMkLst>
            <pc:docMk/>
            <pc:sldMk cId="958544309" sldId="379"/>
            <ac:spMk id="67" creationId="{0671154F-E1FA-4A93-B4CE-E5911A6852BA}"/>
          </ac:spMkLst>
        </pc:spChg>
        <pc:spChg chg="del mod">
          <ac:chgData name="鈴木 秀規" userId="f68c5fd9-22d5-4c0a-9833-7fb0f5135313" providerId="ADAL" clId="{1FFDFDEC-295D-434A-B582-72A8CC8A5E88}" dt="2021-01-14T03:36:56.851" v="770" actId="478"/>
          <ac:spMkLst>
            <pc:docMk/>
            <pc:sldMk cId="958544309" sldId="379"/>
            <ac:spMk id="68" creationId="{A3733B56-91A6-4B5A-8E5E-C9331ECCCC0B}"/>
          </ac:spMkLst>
        </pc:spChg>
        <pc:spChg chg="del mod">
          <ac:chgData name="鈴木 秀規" userId="f68c5fd9-22d5-4c0a-9833-7fb0f5135313" providerId="ADAL" clId="{1FFDFDEC-295D-434A-B582-72A8CC8A5E88}" dt="2021-01-14T03:36:56.851" v="770" actId="478"/>
          <ac:spMkLst>
            <pc:docMk/>
            <pc:sldMk cId="958544309" sldId="379"/>
            <ac:spMk id="69" creationId="{5E42E419-B13D-4016-8238-7F4799B6EB23}"/>
          </ac:spMkLst>
        </pc:spChg>
        <pc:spChg chg="mod">
          <ac:chgData name="鈴木 秀規" userId="f68c5fd9-22d5-4c0a-9833-7fb0f5135313" providerId="ADAL" clId="{1FFDFDEC-295D-434A-B582-72A8CC8A5E88}" dt="2021-01-14T02:27:29.650" v="667" actId="1076"/>
          <ac:spMkLst>
            <pc:docMk/>
            <pc:sldMk cId="958544309" sldId="379"/>
            <ac:spMk id="70" creationId="{75EE7C32-A449-48C9-858A-29C1A72E0B2F}"/>
          </ac:spMkLst>
        </pc:spChg>
        <pc:grpChg chg="add del mod">
          <ac:chgData name="鈴木 秀規" userId="f68c5fd9-22d5-4c0a-9833-7fb0f5135313" providerId="ADAL" clId="{1FFDFDEC-295D-434A-B582-72A8CC8A5E88}" dt="2021-01-14T03:36:02.778" v="749" actId="478"/>
          <ac:grpSpMkLst>
            <pc:docMk/>
            <pc:sldMk cId="958544309" sldId="379"/>
            <ac:grpSpMk id="25" creationId="{CF251A41-CE0D-496B-BA17-6C42231ED860}"/>
          </ac:grpSpMkLst>
        </pc:grpChg>
        <pc:grpChg chg="mod">
          <ac:chgData name="鈴木 秀規" userId="f68c5fd9-22d5-4c0a-9833-7fb0f5135313" providerId="ADAL" clId="{1FFDFDEC-295D-434A-B582-72A8CC8A5E88}" dt="2021-01-14T02:27:29.650" v="667" actId="1076"/>
          <ac:grpSpMkLst>
            <pc:docMk/>
            <pc:sldMk cId="958544309" sldId="379"/>
            <ac:grpSpMk id="32" creationId="{A6E6B39E-1581-4318-9C25-C50545DCF6E5}"/>
          </ac:grpSpMkLst>
        </pc:grpChg>
        <pc:picChg chg="mod">
          <ac:chgData name="鈴木 秀規" userId="f68c5fd9-22d5-4c0a-9833-7fb0f5135313" providerId="ADAL" clId="{1FFDFDEC-295D-434A-B582-72A8CC8A5E88}" dt="2021-01-14T02:27:21.306" v="666" actId="1038"/>
          <ac:picMkLst>
            <pc:docMk/>
            <pc:sldMk cId="958544309" sldId="379"/>
            <ac:picMk id="30" creationId="{9EA8748A-3EB3-43D4-9CA2-3A57C5E566FB}"/>
          </ac:picMkLst>
        </pc:picChg>
        <pc:picChg chg="mod">
          <ac:chgData name="鈴木 秀規" userId="f68c5fd9-22d5-4c0a-9833-7fb0f5135313" providerId="ADAL" clId="{1FFDFDEC-295D-434A-B582-72A8CC8A5E88}" dt="2021-01-14T02:27:29.650" v="667" actId="1076"/>
          <ac:picMkLst>
            <pc:docMk/>
            <pc:sldMk cId="958544309" sldId="379"/>
            <ac:picMk id="33" creationId="{0E9D1243-8407-457A-82BD-F88B5BBECD23}"/>
          </ac:picMkLst>
        </pc:picChg>
        <pc:cxnChg chg="add mod">
          <ac:chgData name="鈴木 秀規" userId="f68c5fd9-22d5-4c0a-9833-7fb0f5135313" providerId="ADAL" clId="{1FFDFDEC-295D-434A-B582-72A8CC8A5E88}" dt="2021-01-14T02:27:06.061" v="657" actId="571"/>
          <ac:cxnSpMkLst>
            <pc:docMk/>
            <pc:sldMk cId="958544309" sldId="379"/>
            <ac:cxnSpMk id="35" creationId="{9145D3A1-D0B7-4B5F-9A44-6B1E6DCF3564}"/>
          </ac:cxnSpMkLst>
        </pc:cxnChg>
        <pc:cxnChg chg="add mod">
          <ac:chgData name="鈴木 秀規" userId="f68c5fd9-22d5-4c0a-9833-7fb0f5135313" providerId="ADAL" clId="{1FFDFDEC-295D-434A-B582-72A8CC8A5E88}" dt="2021-01-14T02:27:06.061" v="657" actId="571"/>
          <ac:cxnSpMkLst>
            <pc:docMk/>
            <pc:sldMk cId="958544309" sldId="379"/>
            <ac:cxnSpMk id="36" creationId="{27189465-2A10-428A-B8BD-B9B0AACB95D7}"/>
          </ac:cxnSpMkLst>
        </pc:cxnChg>
        <pc:cxnChg chg="add del mod">
          <ac:chgData name="鈴木 秀規" userId="f68c5fd9-22d5-4c0a-9833-7fb0f5135313" providerId="ADAL" clId="{1FFDFDEC-295D-434A-B582-72A8CC8A5E88}" dt="2021-01-14T03:35:47.969" v="744" actId="478"/>
          <ac:cxnSpMkLst>
            <pc:docMk/>
            <pc:sldMk cId="958544309" sldId="379"/>
            <ac:cxnSpMk id="39" creationId="{E0E94342-9E08-4812-AB10-36E809847C8B}"/>
          </ac:cxnSpMkLst>
        </pc:cxnChg>
        <pc:cxnChg chg="add del mod">
          <ac:chgData name="鈴木 秀規" userId="f68c5fd9-22d5-4c0a-9833-7fb0f5135313" providerId="ADAL" clId="{1FFDFDEC-295D-434A-B582-72A8CC8A5E88}" dt="2021-01-14T03:35:47.969" v="744" actId="478"/>
          <ac:cxnSpMkLst>
            <pc:docMk/>
            <pc:sldMk cId="958544309" sldId="379"/>
            <ac:cxnSpMk id="40" creationId="{0B4CE507-17D6-44DD-B21E-7CB9FBC4E5CF}"/>
          </ac:cxnSpMkLst>
        </pc:cxnChg>
        <pc:cxnChg chg="add mod">
          <ac:chgData name="鈴木 秀規" userId="f68c5fd9-22d5-4c0a-9833-7fb0f5135313" providerId="ADAL" clId="{1FFDFDEC-295D-434A-B582-72A8CC8A5E88}" dt="2021-01-14T03:38:15.722" v="824" actId="208"/>
          <ac:cxnSpMkLst>
            <pc:docMk/>
            <pc:sldMk cId="958544309" sldId="379"/>
            <ac:cxnSpMk id="45" creationId="{CF0C4889-BCE8-4917-B51A-918A62203966}"/>
          </ac:cxnSpMkLst>
        </pc:cxnChg>
        <pc:cxnChg chg="del mod">
          <ac:chgData name="鈴木 秀規" userId="f68c5fd9-22d5-4c0a-9833-7fb0f5135313" providerId="ADAL" clId="{1FFDFDEC-295D-434A-B582-72A8CC8A5E88}" dt="2021-01-14T03:36:56.851" v="770" actId="478"/>
          <ac:cxnSpMkLst>
            <pc:docMk/>
            <pc:sldMk cId="958544309" sldId="379"/>
            <ac:cxnSpMk id="64" creationId="{100ADEA5-B42F-4347-9286-D7704FC7BE9D}"/>
          </ac:cxnSpMkLst>
        </pc:cxnChg>
        <pc:cxnChg chg="mod">
          <ac:chgData name="鈴木 秀規" userId="f68c5fd9-22d5-4c0a-9833-7fb0f5135313" providerId="ADAL" clId="{1FFDFDEC-295D-434A-B582-72A8CC8A5E88}" dt="2021-01-14T02:27:29.650" v="667" actId="1076"/>
          <ac:cxnSpMkLst>
            <pc:docMk/>
            <pc:sldMk cId="958544309" sldId="379"/>
            <ac:cxnSpMk id="65" creationId="{161C3D35-36D5-4C34-A872-287438D6956F}"/>
          </ac:cxnSpMkLst>
        </pc:cxnChg>
      </pc:sldChg>
      <pc:sldChg chg="addSp delSp modSp add mod">
        <pc:chgData name="鈴木 秀規" userId="f68c5fd9-22d5-4c0a-9833-7fb0f5135313" providerId="ADAL" clId="{1FFDFDEC-295D-434A-B582-72A8CC8A5E88}" dt="2021-01-14T03:40:27.213" v="842" actId="1076"/>
        <pc:sldMkLst>
          <pc:docMk/>
          <pc:sldMk cId="690129785" sldId="380"/>
        </pc:sldMkLst>
        <pc:spChg chg="mod">
          <ac:chgData name="鈴木 秀規" userId="f68c5fd9-22d5-4c0a-9833-7fb0f5135313" providerId="ADAL" clId="{1FFDFDEC-295D-434A-B582-72A8CC8A5E88}" dt="2021-01-14T03:35:31.183" v="743"/>
          <ac:spMkLst>
            <pc:docMk/>
            <pc:sldMk cId="690129785" sldId="380"/>
            <ac:spMk id="5" creationId="{63D511F6-27E6-40A2-9A93-B28B3EF22E08}"/>
          </ac:spMkLst>
        </pc:spChg>
        <pc:spChg chg="mod">
          <ac:chgData name="鈴木 秀規" userId="f68c5fd9-22d5-4c0a-9833-7fb0f5135313" providerId="ADAL" clId="{1FFDFDEC-295D-434A-B582-72A8CC8A5E88}" dt="2021-01-14T03:38:39.508" v="826" actId="207"/>
          <ac:spMkLst>
            <pc:docMk/>
            <pc:sldMk cId="690129785" sldId="380"/>
            <ac:spMk id="19" creationId="{BFD7670E-D948-4916-A5B0-BC868BB5A7B8}"/>
          </ac:spMkLst>
        </pc:spChg>
        <pc:spChg chg="mod">
          <ac:chgData name="鈴木 秀規" userId="f68c5fd9-22d5-4c0a-9833-7fb0f5135313" providerId="ADAL" clId="{1FFDFDEC-295D-434A-B582-72A8CC8A5E88}" dt="2021-01-14T03:38:39.508" v="826" actId="207"/>
          <ac:spMkLst>
            <pc:docMk/>
            <pc:sldMk cId="690129785" sldId="380"/>
            <ac:spMk id="20" creationId="{342B2FC8-CEB9-4A3C-A4B9-0E07B43AA2D9}"/>
          </ac:spMkLst>
        </pc:spChg>
        <pc:spChg chg="del">
          <ac:chgData name="鈴木 秀規" userId="f68c5fd9-22d5-4c0a-9833-7fb0f5135313" providerId="ADAL" clId="{1FFDFDEC-295D-434A-B582-72A8CC8A5E88}" dt="2021-01-14T03:38:57.355" v="829" actId="478"/>
          <ac:spMkLst>
            <pc:docMk/>
            <pc:sldMk cId="690129785" sldId="380"/>
            <ac:spMk id="31" creationId="{FFC60DF4-583B-4EF1-886C-A29A4130BA29}"/>
          </ac:spMkLst>
        </pc:spChg>
        <pc:spChg chg="add mod">
          <ac:chgData name="鈴木 秀規" userId="f68c5fd9-22d5-4c0a-9833-7fb0f5135313" providerId="ADAL" clId="{1FFDFDEC-295D-434A-B582-72A8CC8A5E88}" dt="2021-01-14T03:39:14.610" v="833" actId="1076"/>
          <ac:spMkLst>
            <pc:docMk/>
            <pc:sldMk cId="690129785" sldId="380"/>
            <ac:spMk id="35" creationId="{442AE633-127A-4F03-BFC5-1CFB48F3BC01}"/>
          </ac:spMkLst>
        </pc:spChg>
        <pc:spChg chg="add mod">
          <ac:chgData name="鈴木 秀規" userId="f68c5fd9-22d5-4c0a-9833-7fb0f5135313" providerId="ADAL" clId="{1FFDFDEC-295D-434A-B582-72A8CC8A5E88}" dt="2021-01-14T03:39:21.599" v="835" actId="6549"/>
          <ac:spMkLst>
            <pc:docMk/>
            <pc:sldMk cId="690129785" sldId="380"/>
            <ac:spMk id="36" creationId="{4D0D594F-AB92-4BC7-ADA3-5E3676F7A0D3}"/>
          </ac:spMkLst>
        </pc:spChg>
        <pc:spChg chg="del">
          <ac:chgData name="鈴木 秀規" userId="f68c5fd9-22d5-4c0a-9833-7fb0f5135313" providerId="ADAL" clId="{1FFDFDEC-295D-434A-B582-72A8CC8A5E88}" dt="2021-01-14T03:36:43.601" v="768" actId="478"/>
          <ac:spMkLst>
            <pc:docMk/>
            <pc:sldMk cId="690129785" sldId="380"/>
            <ac:spMk id="67" creationId="{0671154F-E1FA-4A93-B4CE-E5911A6852BA}"/>
          </ac:spMkLst>
        </pc:spChg>
        <pc:spChg chg="del">
          <ac:chgData name="鈴木 秀規" userId="f68c5fd9-22d5-4c0a-9833-7fb0f5135313" providerId="ADAL" clId="{1FFDFDEC-295D-434A-B582-72A8CC8A5E88}" dt="2021-01-14T03:36:43.601" v="768" actId="478"/>
          <ac:spMkLst>
            <pc:docMk/>
            <pc:sldMk cId="690129785" sldId="380"/>
            <ac:spMk id="68" creationId="{A3733B56-91A6-4B5A-8E5E-C9331ECCCC0B}"/>
          </ac:spMkLst>
        </pc:spChg>
        <pc:spChg chg="del">
          <ac:chgData name="鈴木 秀規" userId="f68c5fd9-22d5-4c0a-9833-7fb0f5135313" providerId="ADAL" clId="{1FFDFDEC-295D-434A-B582-72A8CC8A5E88}" dt="2021-01-14T03:36:43.601" v="768" actId="478"/>
          <ac:spMkLst>
            <pc:docMk/>
            <pc:sldMk cId="690129785" sldId="380"/>
            <ac:spMk id="69" creationId="{5E42E419-B13D-4016-8238-7F4799B6EB23}"/>
          </ac:spMkLst>
        </pc:spChg>
        <pc:spChg chg="mod">
          <ac:chgData name="鈴木 秀規" userId="f68c5fd9-22d5-4c0a-9833-7fb0f5135313" providerId="ADAL" clId="{1FFDFDEC-295D-434A-B582-72A8CC8A5E88}" dt="2021-01-14T03:38:43.857" v="827" actId="207"/>
          <ac:spMkLst>
            <pc:docMk/>
            <pc:sldMk cId="690129785" sldId="380"/>
            <ac:spMk id="70" creationId="{75EE7C32-A449-48C9-858A-29C1A72E0B2F}"/>
          </ac:spMkLst>
        </pc:spChg>
        <pc:picChg chg="add mod">
          <ac:chgData name="鈴木 秀規" userId="f68c5fd9-22d5-4c0a-9833-7fb0f5135313" providerId="ADAL" clId="{1FFDFDEC-295D-434A-B582-72A8CC8A5E88}" dt="2021-01-14T03:40:27.213" v="842" actId="1076"/>
          <ac:picMkLst>
            <pc:docMk/>
            <pc:sldMk cId="690129785" sldId="380"/>
            <ac:picMk id="7" creationId="{693BFE0A-79C3-4E5A-A460-85BD918A8380}"/>
          </ac:picMkLst>
        </pc:picChg>
        <pc:cxnChg chg="del">
          <ac:chgData name="鈴木 秀規" userId="f68c5fd9-22d5-4c0a-9833-7fb0f5135313" providerId="ADAL" clId="{1FFDFDEC-295D-434A-B582-72A8CC8A5E88}" dt="2021-01-14T03:36:43.601" v="768" actId="478"/>
          <ac:cxnSpMkLst>
            <pc:docMk/>
            <pc:sldMk cId="690129785" sldId="380"/>
            <ac:cxnSpMk id="64" creationId="{100ADEA5-B42F-4347-9286-D7704FC7BE9D}"/>
          </ac:cxnSpMkLst>
        </pc:cxnChg>
        <pc:cxnChg chg="mod">
          <ac:chgData name="鈴木 秀規" userId="f68c5fd9-22d5-4c0a-9833-7fb0f5135313" providerId="ADAL" clId="{1FFDFDEC-295D-434A-B582-72A8CC8A5E88}" dt="2021-01-14T03:38:47.556" v="828" actId="208"/>
          <ac:cxnSpMkLst>
            <pc:docMk/>
            <pc:sldMk cId="690129785" sldId="380"/>
            <ac:cxnSpMk id="65" creationId="{161C3D35-36D5-4C34-A872-287438D6956F}"/>
          </ac:cxnSpMkLst>
        </pc:cxnChg>
      </pc:sldChg>
      <pc:sldChg chg="new del">
        <pc:chgData name="鈴木 秀規" userId="f68c5fd9-22d5-4c0a-9833-7fb0f5135313" providerId="ADAL" clId="{1FFDFDEC-295D-434A-B582-72A8CC8A5E88}" dt="2021-01-14T03:35:11.845" v="741" actId="2696"/>
        <pc:sldMkLst>
          <pc:docMk/>
          <pc:sldMk cId="1494621647" sldId="380"/>
        </pc:sldMkLst>
      </pc:sldChg>
      <pc:sldChg chg="addSp delSp modSp new mod">
        <pc:chgData name="鈴木 秀規" userId="f68c5fd9-22d5-4c0a-9833-7fb0f5135313" providerId="ADAL" clId="{1FFDFDEC-295D-434A-B582-72A8CC8A5E88}" dt="2021-01-14T03:42:59.759" v="869" actId="207"/>
        <pc:sldMkLst>
          <pc:docMk/>
          <pc:sldMk cId="2547390421" sldId="381"/>
        </pc:sldMkLst>
        <pc:spChg chg="mod">
          <ac:chgData name="鈴木 秀規" userId="f68c5fd9-22d5-4c0a-9833-7fb0f5135313" providerId="ADAL" clId="{1FFDFDEC-295D-434A-B582-72A8CC8A5E88}" dt="2021-01-14T03:41:02.743" v="844"/>
          <ac:spMkLst>
            <pc:docMk/>
            <pc:sldMk cId="2547390421" sldId="381"/>
            <ac:spMk id="3" creationId="{236A2B6A-B051-4601-BC09-0A4E40E958EC}"/>
          </ac:spMkLst>
        </pc:spChg>
        <pc:spChg chg="mod">
          <ac:chgData name="鈴木 秀規" userId="f68c5fd9-22d5-4c0a-9833-7fb0f5135313" providerId="ADAL" clId="{1FFDFDEC-295D-434A-B582-72A8CC8A5E88}" dt="2021-01-14T03:42:59.759" v="869" actId="207"/>
          <ac:spMkLst>
            <pc:docMk/>
            <pc:sldMk cId="2547390421" sldId="381"/>
            <ac:spMk id="5" creationId="{2E8B918B-3E76-4823-84DC-91C8203F970A}"/>
          </ac:spMkLst>
        </pc:spChg>
        <pc:spChg chg="add mod">
          <ac:chgData name="鈴木 秀規" userId="f68c5fd9-22d5-4c0a-9833-7fb0f5135313" providerId="ADAL" clId="{1FFDFDEC-295D-434A-B582-72A8CC8A5E88}" dt="2021-01-14T03:41:44.623" v="854" actId="207"/>
          <ac:spMkLst>
            <pc:docMk/>
            <pc:sldMk cId="2547390421" sldId="381"/>
            <ac:spMk id="6" creationId="{B9C15A32-3348-4403-96B7-043F173C077F}"/>
          </ac:spMkLst>
        </pc:spChg>
        <pc:spChg chg="add mod">
          <ac:chgData name="鈴木 秀規" userId="f68c5fd9-22d5-4c0a-9833-7fb0f5135313" providerId="ADAL" clId="{1FFDFDEC-295D-434A-B582-72A8CC8A5E88}" dt="2021-01-14T03:42:25.827" v="860" actId="207"/>
          <ac:spMkLst>
            <pc:docMk/>
            <pc:sldMk cId="2547390421" sldId="381"/>
            <ac:spMk id="8" creationId="{67921FE2-D48F-40A3-9E4A-C0E39838B9C9}"/>
          </ac:spMkLst>
        </pc:spChg>
        <pc:spChg chg="add mod">
          <ac:chgData name="鈴木 秀規" userId="f68c5fd9-22d5-4c0a-9833-7fb0f5135313" providerId="ADAL" clId="{1FFDFDEC-295D-434A-B582-72A8CC8A5E88}" dt="2021-01-14T03:42:17.807" v="859" actId="13822"/>
          <ac:spMkLst>
            <pc:docMk/>
            <pc:sldMk cId="2547390421" sldId="381"/>
            <ac:spMk id="9" creationId="{70D21FF4-2AD4-4571-8733-6297D1F24FFB}"/>
          </ac:spMkLst>
        </pc:spChg>
        <pc:spChg chg="add del mod">
          <ac:chgData name="鈴木 秀規" userId="f68c5fd9-22d5-4c0a-9833-7fb0f5135313" providerId="ADAL" clId="{1FFDFDEC-295D-434A-B582-72A8CC8A5E88}" dt="2021-01-14T03:42:48.716" v="865"/>
          <ac:spMkLst>
            <pc:docMk/>
            <pc:sldMk cId="2547390421" sldId="381"/>
            <ac:spMk id="13" creationId="{BC61954F-4826-4D29-AB58-318DFEFC6CD8}"/>
          </ac:spMkLst>
        </pc:spChg>
        <pc:spChg chg="add del mod">
          <ac:chgData name="鈴木 秀規" userId="f68c5fd9-22d5-4c0a-9833-7fb0f5135313" providerId="ADAL" clId="{1FFDFDEC-295D-434A-B582-72A8CC8A5E88}" dt="2021-01-14T03:42:48.716" v="865"/>
          <ac:spMkLst>
            <pc:docMk/>
            <pc:sldMk cId="2547390421" sldId="381"/>
            <ac:spMk id="15" creationId="{200225F7-5DCA-4A81-97BA-18B028D6555C}"/>
          </ac:spMkLst>
        </pc:spChg>
        <pc:spChg chg="add del mod">
          <ac:chgData name="鈴木 秀規" userId="f68c5fd9-22d5-4c0a-9833-7fb0f5135313" providerId="ADAL" clId="{1FFDFDEC-295D-434A-B582-72A8CC8A5E88}" dt="2021-01-14T03:42:48.716" v="865"/>
          <ac:spMkLst>
            <pc:docMk/>
            <pc:sldMk cId="2547390421" sldId="381"/>
            <ac:spMk id="16" creationId="{A76A9395-02D3-4893-AA80-077B85EC34DE}"/>
          </ac:spMkLst>
        </pc:spChg>
        <pc:cxnChg chg="add mod">
          <ac:chgData name="鈴木 秀規" userId="f68c5fd9-22d5-4c0a-9833-7fb0f5135313" providerId="ADAL" clId="{1FFDFDEC-295D-434A-B582-72A8CC8A5E88}" dt="2021-01-14T03:41:58.185" v="857" actId="14100"/>
          <ac:cxnSpMkLst>
            <pc:docMk/>
            <pc:sldMk cId="2547390421" sldId="381"/>
            <ac:cxnSpMk id="7" creationId="{DFF4ED54-7A34-4A0C-945A-51688849F719}"/>
          </ac:cxnSpMkLst>
        </pc:cxnChg>
        <pc:cxnChg chg="add mod">
          <ac:chgData name="鈴木 秀規" userId="f68c5fd9-22d5-4c0a-9833-7fb0f5135313" providerId="ADAL" clId="{1FFDFDEC-295D-434A-B582-72A8CC8A5E88}" dt="2021-01-14T03:41:55.139" v="856" actId="14100"/>
          <ac:cxnSpMkLst>
            <pc:docMk/>
            <pc:sldMk cId="2547390421" sldId="381"/>
            <ac:cxnSpMk id="10" creationId="{02AED7FF-9D9D-4560-A387-F55F9D64CB0D}"/>
          </ac:cxnSpMkLst>
        </pc:cxnChg>
        <pc:cxnChg chg="add del mod">
          <ac:chgData name="鈴木 秀規" userId="f68c5fd9-22d5-4c0a-9833-7fb0f5135313" providerId="ADAL" clId="{1FFDFDEC-295D-434A-B582-72A8CC8A5E88}" dt="2021-01-14T03:42:48.716" v="865"/>
          <ac:cxnSpMkLst>
            <pc:docMk/>
            <pc:sldMk cId="2547390421" sldId="381"/>
            <ac:cxnSpMk id="14" creationId="{8C9E9DE6-058A-441C-A5F3-BF0A9865E5FB}"/>
          </ac:cxnSpMkLst>
        </pc:cxnChg>
        <pc:cxnChg chg="add del mod">
          <ac:chgData name="鈴木 秀規" userId="f68c5fd9-22d5-4c0a-9833-7fb0f5135313" providerId="ADAL" clId="{1FFDFDEC-295D-434A-B582-72A8CC8A5E88}" dt="2021-01-14T03:42:48.716" v="865"/>
          <ac:cxnSpMkLst>
            <pc:docMk/>
            <pc:sldMk cId="2547390421" sldId="381"/>
            <ac:cxnSpMk id="17" creationId="{AD1445E4-E103-46D7-B55D-14568F6ACA4F}"/>
          </ac:cxnSpMkLst>
        </pc:cxnChg>
      </pc:sldChg>
      <pc:sldChg chg="addSp delSp modSp new add del mod chgLayout">
        <pc:chgData name="鈴木 秀規" userId="f68c5fd9-22d5-4c0a-9833-7fb0f5135313" providerId="ADAL" clId="{1FFDFDEC-295D-434A-B582-72A8CC8A5E88}" dt="2021-01-26T04:14:36.735" v="1145" actId="2696"/>
        <pc:sldMkLst>
          <pc:docMk/>
          <pc:sldMk cId="4270902671" sldId="382"/>
        </pc:sldMkLst>
        <pc:spChg chg="del">
          <ac:chgData name="鈴木 秀規" userId="f68c5fd9-22d5-4c0a-9833-7fb0f5135313" providerId="ADAL" clId="{1FFDFDEC-295D-434A-B582-72A8CC8A5E88}" dt="2021-01-26T03:44:33.395" v="928" actId="478"/>
          <ac:spMkLst>
            <pc:docMk/>
            <pc:sldMk cId="4270902671" sldId="382"/>
            <ac:spMk id="2" creationId="{680AF992-1EFF-4152-AB8D-ED0F6CBCDA55}"/>
          </ac:spMkLst>
        </pc:spChg>
        <pc:spChg chg="mod ord">
          <ac:chgData name="鈴木 秀規" userId="f68c5fd9-22d5-4c0a-9833-7fb0f5135313" providerId="ADAL" clId="{1FFDFDEC-295D-434A-B582-72A8CC8A5E88}" dt="2021-01-26T03:48:51.751" v="991" actId="6264"/>
          <ac:spMkLst>
            <pc:docMk/>
            <pc:sldMk cId="4270902671" sldId="382"/>
            <ac:spMk id="3" creationId="{347745C2-842F-461A-8482-F5E3F2B33188}"/>
          </ac:spMkLst>
        </pc:spChg>
        <pc:spChg chg="mod ord">
          <ac:chgData name="鈴木 秀規" userId="f68c5fd9-22d5-4c0a-9833-7fb0f5135313" providerId="ADAL" clId="{1FFDFDEC-295D-434A-B582-72A8CC8A5E88}" dt="2021-01-26T03:48:51.751" v="991" actId="6264"/>
          <ac:spMkLst>
            <pc:docMk/>
            <pc:sldMk cId="4270902671" sldId="382"/>
            <ac:spMk id="4" creationId="{B2D33C3D-4F1E-4861-BEE1-D418CFD9014C}"/>
          </ac:spMkLst>
        </pc:spChg>
        <pc:spChg chg="mod ord">
          <ac:chgData name="鈴木 秀規" userId="f68c5fd9-22d5-4c0a-9833-7fb0f5135313" providerId="ADAL" clId="{1FFDFDEC-295D-434A-B582-72A8CC8A5E88}" dt="2021-01-26T03:48:51.751" v="991" actId="6264"/>
          <ac:spMkLst>
            <pc:docMk/>
            <pc:sldMk cId="4270902671" sldId="382"/>
            <ac:spMk id="5" creationId="{86E9EC95-4197-4F9B-96BF-D31C5A1A1A4D}"/>
          </ac:spMkLst>
        </pc:spChg>
        <pc:spChg chg="del">
          <ac:chgData name="鈴木 秀規" userId="f68c5fd9-22d5-4c0a-9833-7fb0f5135313" providerId="ADAL" clId="{1FFDFDEC-295D-434A-B582-72A8CC8A5E88}" dt="2021-01-26T03:44:33.395" v="928" actId="478"/>
          <ac:spMkLst>
            <pc:docMk/>
            <pc:sldMk cId="4270902671" sldId="382"/>
            <ac:spMk id="6" creationId="{7F70CC25-12EA-4832-BEC8-55567F25E694}"/>
          </ac:spMkLst>
        </pc:spChg>
        <pc:spChg chg="add mod">
          <ac:chgData name="鈴木 秀規" userId="f68c5fd9-22d5-4c0a-9833-7fb0f5135313" providerId="ADAL" clId="{1FFDFDEC-295D-434A-B582-72A8CC8A5E88}" dt="2021-01-26T03:45:11.198" v="938" actId="14100"/>
          <ac:spMkLst>
            <pc:docMk/>
            <pc:sldMk cId="4270902671" sldId="382"/>
            <ac:spMk id="10" creationId="{7C3760F5-0448-4B07-9357-5DD9243CD6A1}"/>
          </ac:spMkLst>
        </pc:spChg>
        <pc:spChg chg="add mod">
          <ac:chgData name="鈴木 秀規" userId="f68c5fd9-22d5-4c0a-9833-7fb0f5135313" providerId="ADAL" clId="{1FFDFDEC-295D-434A-B582-72A8CC8A5E88}" dt="2021-01-26T03:45:13.642" v="939" actId="14100"/>
          <ac:spMkLst>
            <pc:docMk/>
            <pc:sldMk cId="4270902671" sldId="382"/>
            <ac:spMk id="11" creationId="{6AFAD27C-B17C-4A26-8D46-B84638FE20C9}"/>
          </ac:spMkLst>
        </pc:spChg>
        <pc:spChg chg="add mod">
          <ac:chgData name="鈴木 秀規" userId="f68c5fd9-22d5-4c0a-9833-7fb0f5135313" providerId="ADAL" clId="{1FFDFDEC-295D-434A-B582-72A8CC8A5E88}" dt="2021-01-26T03:46:45.261" v="950" actId="1076"/>
          <ac:spMkLst>
            <pc:docMk/>
            <pc:sldMk cId="4270902671" sldId="382"/>
            <ac:spMk id="12" creationId="{4779DC12-997D-427C-8D5F-D3C32CCE9829}"/>
          </ac:spMkLst>
        </pc:spChg>
        <pc:spChg chg="add mod">
          <ac:chgData name="鈴木 秀規" userId="f68c5fd9-22d5-4c0a-9833-7fb0f5135313" providerId="ADAL" clId="{1FFDFDEC-295D-434A-B582-72A8CC8A5E88}" dt="2021-01-26T03:46:45.261" v="950" actId="1076"/>
          <ac:spMkLst>
            <pc:docMk/>
            <pc:sldMk cId="4270902671" sldId="382"/>
            <ac:spMk id="13" creationId="{17D11134-6A3C-4349-80D0-227C8553B2C2}"/>
          </ac:spMkLst>
        </pc:spChg>
        <pc:spChg chg="add mod">
          <ac:chgData name="鈴木 秀規" userId="f68c5fd9-22d5-4c0a-9833-7fb0f5135313" providerId="ADAL" clId="{1FFDFDEC-295D-434A-B582-72A8CC8A5E88}" dt="2021-01-26T03:46:45.261" v="950" actId="1076"/>
          <ac:spMkLst>
            <pc:docMk/>
            <pc:sldMk cId="4270902671" sldId="382"/>
            <ac:spMk id="15" creationId="{BF8B4138-1FB6-4D1C-AADA-7F5C45A6ECDD}"/>
          </ac:spMkLst>
        </pc:spChg>
        <pc:spChg chg="add mod">
          <ac:chgData name="鈴木 秀規" userId="f68c5fd9-22d5-4c0a-9833-7fb0f5135313" providerId="ADAL" clId="{1FFDFDEC-295D-434A-B582-72A8CC8A5E88}" dt="2021-01-26T03:46:45.261" v="950" actId="1076"/>
          <ac:spMkLst>
            <pc:docMk/>
            <pc:sldMk cId="4270902671" sldId="382"/>
            <ac:spMk id="18" creationId="{E28B5E37-BE31-4DBF-8316-79E231D1CCD1}"/>
          </ac:spMkLst>
        </pc:spChg>
        <pc:spChg chg="add mod">
          <ac:chgData name="鈴木 秀規" userId="f68c5fd9-22d5-4c0a-9833-7fb0f5135313" providerId="ADAL" clId="{1FFDFDEC-295D-434A-B582-72A8CC8A5E88}" dt="2021-01-26T03:46:45.261" v="950" actId="1076"/>
          <ac:spMkLst>
            <pc:docMk/>
            <pc:sldMk cId="4270902671" sldId="382"/>
            <ac:spMk id="24" creationId="{A9E63F44-7FDA-4B83-BD1E-2F9BC602BDFC}"/>
          </ac:spMkLst>
        </pc:spChg>
        <pc:spChg chg="add mod">
          <ac:chgData name="鈴木 秀規" userId="f68c5fd9-22d5-4c0a-9833-7fb0f5135313" providerId="ADAL" clId="{1FFDFDEC-295D-434A-B582-72A8CC8A5E88}" dt="2021-01-26T03:50:19.700" v="1008" actId="1582"/>
          <ac:spMkLst>
            <pc:docMk/>
            <pc:sldMk cId="4270902671" sldId="382"/>
            <ac:spMk id="25" creationId="{D203164A-16BB-4A33-A44C-D5005AB76239}"/>
          </ac:spMkLst>
        </pc:spChg>
        <pc:spChg chg="add del mod">
          <ac:chgData name="鈴木 秀規" userId="f68c5fd9-22d5-4c0a-9833-7fb0f5135313" providerId="ADAL" clId="{1FFDFDEC-295D-434A-B582-72A8CC8A5E88}" dt="2021-01-26T03:48:51.751" v="991" actId="6264"/>
          <ac:spMkLst>
            <pc:docMk/>
            <pc:sldMk cId="4270902671" sldId="382"/>
            <ac:spMk id="33" creationId="{373F4D12-7797-41A9-BB1E-6C465033A0A1}"/>
          </ac:spMkLst>
        </pc:spChg>
        <pc:spChg chg="add del mod">
          <ac:chgData name="鈴木 秀規" userId="f68c5fd9-22d5-4c0a-9833-7fb0f5135313" providerId="ADAL" clId="{1FFDFDEC-295D-434A-B582-72A8CC8A5E88}" dt="2021-01-26T03:48:51.751" v="991" actId="6264"/>
          <ac:spMkLst>
            <pc:docMk/>
            <pc:sldMk cId="4270902671" sldId="382"/>
            <ac:spMk id="34" creationId="{6AC6CE12-29A2-4E11-AA40-582DFEAC4BA6}"/>
          </ac:spMkLst>
        </pc:spChg>
        <pc:spChg chg="add del mod">
          <ac:chgData name="鈴木 秀規" userId="f68c5fd9-22d5-4c0a-9833-7fb0f5135313" providerId="ADAL" clId="{1FFDFDEC-295D-434A-B582-72A8CC8A5E88}" dt="2021-01-26T03:48:51.751" v="991" actId="6264"/>
          <ac:spMkLst>
            <pc:docMk/>
            <pc:sldMk cId="4270902671" sldId="382"/>
            <ac:spMk id="35" creationId="{B55A2A41-E70B-49B7-A2C1-E9ADC31A34F2}"/>
          </ac:spMkLst>
        </pc:spChg>
        <pc:spChg chg="add del mod ord">
          <ac:chgData name="鈴木 秀規" userId="f68c5fd9-22d5-4c0a-9833-7fb0f5135313" providerId="ADAL" clId="{1FFDFDEC-295D-434A-B582-72A8CC8A5E88}" dt="2021-01-26T03:48:58.807" v="992" actId="478"/>
          <ac:spMkLst>
            <pc:docMk/>
            <pc:sldMk cId="4270902671" sldId="382"/>
            <ac:spMk id="36" creationId="{8E4298F6-82EF-43C7-9819-DFC83B203660}"/>
          </ac:spMkLst>
        </pc:spChg>
        <pc:spChg chg="add mod ord">
          <ac:chgData name="鈴木 秀規" userId="f68c5fd9-22d5-4c0a-9833-7fb0f5135313" providerId="ADAL" clId="{1FFDFDEC-295D-434A-B582-72A8CC8A5E88}" dt="2021-01-26T03:49:45.941" v="1002" actId="20577"/>
          <ac:spMkLst>
            <pc:docMk/>
            <pc:sldMk cId="4270902671" sldId="382"/>
            <ac:spMk id="37" creationId="{BD46D08B-CDC1-40F7-B3B2-96E4746B3A1C}"/>
          </ac:spMkLst>
        </pc:spChg>
        <pc:picChg chg="add mod">
          <ac:chgData name="鈴木 秀規" userId="f68c5fd9-22d5-4c0a-9833-7fb0f5135313" providerId="ADAL" clId="{1FFDFDEC-295D-434A-B582-72A8CC8A5E88}" dt="2021-01-26T03:44:38.047" v="930" actId="1076"/>
          <ac:picMkLst>
            <pc:docMk/>
            <pc:sldMk cId="4270902671" sldId="382"/>
            <ac:picMk id="7" creationId="{ACC068A0-50E1-42AC-8287-E81E4235FF5C}"/>
          </ac:picMkLst>
        </pc:picChg>
        <pc:picChg chg="add mod">
          <ac:chgData name="鈴木 秀規" userId="f68c5fd9-22d5-4c0a-9833-7fb0f5135313" providerId="ADAL" clId="{1FFDFDEC-295D-434A-B582-72A8CC8A5E88}" dt="2021-01-26T03:44:38.047" v="930" actId="1076"/>
          <ac:picMkLst>
            <pc:docMk/>
            <pc:sldMk cId="4270902671" sldId="382"/>
            <ac:picMk id="8" creationId="{8D2F85B8-D0BB-4D5F-B8E8-359B9642BC18}"/>
          </ac:picMkLst>
        </pc:picChg>
        <pc:picChg chg="add mod">
          <ac:chgData name="鈴木 秀規" userId="f68c5fd9-22d5-4c0a-9833-7fb0f5135313" providerId="ADAL" clId="{1FFDFDEC-295D-434A-B582-72A8CC8A5E88}" dt="2021-01-26T03:44:38.047" v="930" actId="1076"/>
          <ac:picMkLst>
            <pc:docMk/>
            <pc:sldMk cId="4270902671" sldId="382"/>
            <ac:picMk id="9" creationId="{6567B165-D14C-4A46-B20C-33602CEB18CE}"/>
          </ac:picMkLst>
        </pc:picChg>
        <pc:picChg chg="add mod">
          <ac:chgData name="鈴木 秀規" userId="f68c5fd9-22d5-4c0a-9833-7fb0f5135313" providerId="ADAL" clId="{1FFDFDEC-295D-434A-B582-72A8CC8A5E88}" dt="2021-01-26T03:46:45.261" v="950" actId="1076"/>
          <ac:picMkLst>
            <pc:docMk/>
            <pc:sldMk cId="4270902671" sldId="382"/>
            <ac:picMk id="14" creationId="{89F5CAE8-7DD6-4E66-9E6B-8D828B62D848}"/>
          </ac:picMkLst>
        </pc:picChg>
        <pc:picChg chg="add mod">
          <ac:chgData name="鈴木 秀規" userId="f68c5fd9-22d5-4c0a-9833-7fb0f5135313" providerId="ADAL" clId="{1FFDFDEC-295D-434A-B582-72A8CC8A5E88}" dt="2021-01-26T03:46:45.261" v="950" actId="1076"/>
          <ac:picMkLst>
            <pc:docMk/>
            <pc:sldMk cId="4270902671" sldId="382"/>
            <ac:picMk id="17" creationId="{56C46E48-5776-47D9-8EE8-C88D764F6B56}"/>
          </ac:picMkLst>
        </pc:picChg>
        <pc:picChg chg="add mod">
          <ac:chgData name="鈴木 秀規" userId="f68c5fd9-22d5-4c0a-9833-7fb0f5135313" providerId="ADAL" clId="{1FFDFDEC-295D-434A-B582-72A8CC8A5E88}" dt="2021-01-26T03:46:45.261" v="950" actId="1076"/>
          <ac:picMkLst>
            <pc:docMk/>
            <pc:sldMk cId="4270902671" sldId="382"/>
            <ac:picMk id="22" creationId="{2076DD48-3ECF-49F3-93DF-4DA0CE8394BC}"/>
          </ac:picMkLst>
        </pc:picChg>
        <pc:picChg chg="add mod">
          <ac:chgData name="鈴木 秀規" userId="f68c5fd9-22d5-4c0a-9833-7fb0f5135313" providerId="ADAL" clId="{1FFDFDEC-295D-434A-B582-72A8CC8A5E88}" dt="2021-01-26T03:46:45.261" v="950" actId="1076"/>
          <ac:picMkLst>
            <pc:docMk/>
            <pc:sldMk cId="4270902671" sldId="382"/>
            <ac:picMk id="23" creationId="{3E2CE605-C0B8-4C18-98C1-B3840CD70767}"/>
          </ac:picMkLst>
        </pc:picChg>
        <pc:picChg chg="add mod">
          <ac:chgData name="鈴木 秀規" userId="f68c5fd9-22d5-4c0a-9833-7fb0f5135313" providerId="ADAL" clId="{1FFDFDEC-295D-434A-B582-72A8CC8A5E88}" dt="2021-01-26T03:46:04.691" v="945" actId="1076"/>
          <ac:picMkLst>
            <pc:docMk/>
            <pc:sldMk cId="4270902671" sldId="382"/>
            <ac:picMk id="26" creationId="{70D95F10-BF3B-4B19-9089-47831CF622D5}"/>
          </ac:picMkLst>
        </pc:picChg>
        <pc:cxnChg chg="add mod">
          <ac:chgData name="鈴木 秀規" userId="f68c5fd9-22d5-4c0a-9833-7fb0f5135313" providerId="ADAL" clId="{1FFDFDEC-295D-434A-B582-72A8CC8A5E88}" dt="2021-01-26T03:46:45.261" v="950" actId="1076"/>
          <ac:cxnSpMkLst>
            <pc:docMk/>
            <pc:sldMk cId="4270902671" sldId="382"/>
            <ac:cxnSpMk id="16" creationId="{8E32A4B4-C96D-4681-AEF9-EE7D9B309FBF}"/>
          </ac:cxnSpMkLst>
        </pc:cxnChg>
        <pc:cxnChg chg="add mod">
          <ac:chgData name="鈴木 秀規" userId="f68c5fd9-22d5-4c0a-9833-7fb0f5135313" providerId="ADAL" clId="{1FFDFDEC-295D-434A-B582-72A8CC8A5E88}" dt="2021-01-26T03:47:04.403" v="982" actId="1035"/>
          <ac:cxnSpMkLst>
            <pc:docMk/>
            <pc:sldMk cId="4270902671" sldId="382"/>
            <ac:cxnSpMk id="19" creationId="{F3DB8BCB-0D70-41DF-9FD3-2A8B659F17CF}"/>
          </ac:cxnSpMkLst>
        </pc:cxnChg>
        <pc:cxnChg chg="add mod">
          <ac:chgData name="鈴木 秀規" userId="f68c5fd9-22d5-4c0a-9833-7fb0f5135313" providerId="ADAL" clId="{1FFDFDEC-295D-434A-B582-72A8CC8A5E88}" dt="2021-01-26T03:46:45.261" v="950" actId="1076"/>
          <ac:cxnSpMkLst>
            <pc:docMk/>
            <pc:sldMk cId="4270902671" sldId="382"/>
            <ac:cxnSpMk id="20" creationId="{C35F15FD-C964-4627-B22E-64C02E3B1E13}"/>
          </ac:cxnSpMkLst>
        </pc:cxnChg>
        <pc:cxnChg chg="add mod">
          <ac:chgData name="鈴木 秀規" userId="f68c5fd9-22d5-4c0a-9833-7fb0f5135313" providerId="ADAL" clId="{1FFDFDEC-295D-434A-B582-72A8CC8A5E88}" dt="2021-01-26T03:47:41.189" v="983" actId="14100"/>
          <ac:cxnSpMkLst>
            <pc:docMk/>
            <pc:sldMk cId="4270902671" sldId="382"/>
            <ac:cxnSpMk id="21" creationId="{5E8CC0CA-3411-4CB6-8412-CE026E3E4961}"/>
          </ac:cxnSpMkLst>
        </pc:cxnChg>
        <pc:cxnChg chg="add mod">
          <ac:chgData name="鈴木 秀規" userId="f68c5fd9-22d5-4c0a-9833-7fb0f5135313" providerId="ADAL" clId="{1FFDFDEC-295D-434A-B582-72A8CC8A5E88}" dt="2021-01-26T03:48:36.080" v="990" actId="14100"/>
          <ac:cxnSpMkLst>
            <pc:docMk/>
            <pc:sldMk cId="4270902671" sldId="382"/>
            <ac:cxnSpMk id="28" creationId="{55404DBE-4FD6-4F92-8981-38B9A55EE093}"/>
          </ac:cxnSpMkLst>
        </pc:cxnChg>
        <pc:cxnChg chg="add mod">
          <ac:chgData name="鈴木 秀規" userId="f68c5fd9-22d5-4c0a-9833-7fb0f5135313" providerId="ADAL" clId="{1FFDFDEC-295D-434A-B582-72A8CC8A5E88}" dt="2021-01-26T03:48:08.374" v="989" actId="14100"/>
          <ac:cxnSpMkLst>
            <pc:docMk/>
            <pc:sldMk cId="4270902671" sldId="382"/>
            <ac:cxnSpMk id="30" creationId="{5862DF2C-3636-4E19-B516-9E62A13C3584}"/>
          </ac:cxnSpMkLst>
        </pc:cxnChg>
      </pc:sldChg>
      <pc:sldChg chg="addSp delSp modSp add del mod chgLayout">
        <pc:chgData name="鈴木 秀規" userId="f68c5fd9-22d5-4c0a-9833-7fb0f5135313" providerId="ADAL" clId="{1FFDFDEC-295D-434A-B582-72A8CC8A5E88}" dt="2021-01-26T04:14:36.735" v="1145" actId="2696"/>
        <pc:sldMkLst>
          <pc:docMk/>
          <pc:sldMk cId="3431740700" sldId="383"/>
        </pc:sldMkLst>
        <pc:spChg chg="mod ord">
          <ac:chgData name="鈴木 秀規" userId="f68c5fd9-22d5-4c0a-9833-7fb0f5135313" providerId="ADAL" clId="{1FFDFDEC-295D-434A-B582-72A8CC8A5E88}" dt="2021-01-26T04:02:31.002" v="1073" actId="6264"/>
          <ac:spMkLst>
            <pc:docMk/>
            <pc:sldMk cId="3431740700" sldId="383"/>
            <ac:spMk id="3" creationId="{347745C2-842F-461A-8482-F5E3F2B33188}"/>
          </ac:spMkLst>
        </pc:spChg>
        <pc:spChg chg="mod ord">
          <ac:chgData name="鈴木 秀規" userId="f68c5fd9-22d5-4c0a-9833-7fb0f5135313" providerId="ADAL" clId="{1FFDFDEC-295D-434A-B582-72A8CC8A5E88}" dt="2021-01-26T04:02:31.002" v="1073" actId="6264"/>
          <ac:spMkLst>
            <pc:docMk/>
            <pc:sldMk cId="3431740700" sldId="383"/>
            <ac:spMk id="4" creationId="{B2D33C3D-4F1E-4861-BEE1-D418CFD9014C}"/>
          </ac:spMkLst>
        </pc:spChg>
        <pc:spChg chg="mod ord">
          <ac:chgData name="鈴木 秀規" userId="f68c5fd9-22d5-4c0a-9833-7fb0f5135313" providerId="ADAL" clId="{1FFDFDEC-295D-434A-B582-72A8CC8A5E88}" dt="2021-01-26T04:02:31.002" v="1073" actId="6264"/>
          <ac:spMkLst>
            <pc:docMk/>
            <pc:sldMk cId="3431740700" sldId="383"/>
            <ac:spMk id="5" creationId="{86E9EC95-4197-4F9B-96BF-D31C5A1A1A4D}"/>
          </ac:spMkLst>
        </pc:spChg>
        <pc:spChg chg="add del mod">
          <ac:chgData name="鈴木 秀規" userId="f68c5fd9-22d5-4c0a-9833-7fb0f5135313" providerId="ADAL" clId="{1FFDFDEC-295D-434A-B582-72A8CC8A5E88}" dt="2021-01-26T03:59:15.368" v="1013" actId="478"/>
          <ac:spMkLst>
            <pc:docMk/>
            <pc:sldMk cId="3431740700" sldId="383"/>
            <ac:spMk id="6" creationId="{A4CFD6BF-E687-457B-A250-DEA51B3540B4}"/>
          </ac:spMkLst>
        </pc:spChg>
        <pc:spChg chg="del">
          <ac:chgData name="鈴木 秀規" userId="f68c5fd9-22d5-4c0a-9833-7fb0f5135313" providerId="ADAL" clId="{1FFDFDEC-295D-434A-B582-72A8CC8A5E88}" dt="2021-01-26T03:58:14.416" v="1010" actId="478"/>
          <ac:spMkLst>
            <pc:docMk/>
            <pc:sldMk cId="3431740700" sldId="383"/>
            <ac:spMk id="10" creationId="{7C3760F5-0448-4B07-9357-5DD9243CD6A1}"/>
          </ac:spMkLst>
        </pc:spChg>
        <pc:spChg chg="del">
          <ac:chgData name="鈴木 秀規" userId="f68c5fd9-22d5-4c0a-9833-7fb0f5135313" providerId="ADAL" clId="{1FFDFDEC-295D-434A-B582-72A8CC8A5E88}" dt="2021-01-26T03:58:14.416" v="1010" actId="478"/>
          <ac:spMkLst>
            <pc:docMk/>
            <pc:sldMk cId="3431740700" sldId="383"/>
            <ac:spMk id="11" creationId="{6AFAD27C-B17C-4A26-8D46-B84638FE20C9}"/>
          </ac:spMkLst>
        </pc:spChg>
        <pc:spChg chg="del">
          <ac:chgData name="鈴木 秀規" userId="f68c5fd9-22d5-4c0a-9833-7fb0f5135313" providerId="ADAL" clId="{1FFDFDEC-295D-434A-B582-72A8CC8A5E88}" dt="2021-01-26T03:58:14.416" v="1010" actId="478"/>
          <ac:spMkLst>
            <pc:docMk/>
            <pc:sldMk cId="3431740700" sldId="383"/>
            <ac:spMk id="12" creationId="{4779DC12-997D-427C-8D5F-D3C32CCE9829}"/>
          </ac:spMkLst>
        </pc:spChg>
        <pc:spChg chg="del">
          <ac:chgData name="鈴木 秀規" userId="f68c5fd9-22d5-4c0a-9833-7fb0f5135313" providerId="ADAL" clId="{1FFDFDEC-295D-434A-B582-72A8CC8A5E88}" dt="2021-01-26T03:58:14.416" v="1010" actId="478"/>
          <ac:spMkLst>
            <pc:docMk/>
            <pc:sldMk cId="3431740700" sldId="383"/>
            <ac:spMk id="13" creationId="{17D11134-6A3C-4349-80D0-227C8553B2C2}"/>
          </ac:spMkLst>
        </pc:spChg>
        <pc:spChg chg="del">
          <ac:chgData name="鈴木 秀規" userId="f68c5fd9-22d5-4c0a-9833-7fb0f5135313" providerId="ADAL" clId="{1FFDFDEC-295D-434A-B582-72A8CC8A5E88}" dt="2021-01-26T03:58:14.416" v="1010" actId="478"/>
          <ac:spMkLst>
            <pc:docMk/>
            <pc:sldMk cId="3431740700" sldId="383"/>
            <ac:spMk id="15" creationId="{BF8B4138-1FB6-4D1C-AADA-7F5C45A6ECDD}"/>
          </ac:spMkLst>
        </pc:spChg>
        <pc:spChg chg="del">
          <ac:chgData name="鈴木 秀規" userId="f68c5fd9-22d5-4c0a-9833-7fb0f5135313" providerId="ADAL" clId="{1FFDFDEC-295D-434A-B582-72A8CC8A5E88}" dt="2021-01-26T03:58:14.416" v="1010" actId="478"/>
          <ac:spMkLst>
            <pc:docMk/>
            <pc:sldMk cId="3431740700" sldId="383"/>
            <ac:spMk id="18" creationId="{E28B5E37-BE31-4DBF-8316-79E231D1CCD1}"/>
          </ac:spMkLst>
        </pc:spChg>
        <pc:spChg chg="del">
          <ac:chgData name="鈴木 秀規" userId="f68c5fd9-22d5-4c0a-9833-7fb0f5135313" providerId="ADAL" clId="{1FFDFDEC-295D-434A-B582-72A8CC8A5E88}" dt="2021-01-26T03:58:14.416" v="1010" actId="478"/>
          <ac:spMkLst>
            <pc:docMk/>
            <pc:sldMk cId="3431740700" sldId="383"/>
            <ac:spMk id="24" creationId="{A9E63F44-7FDA-4B83-BD1E-2F9BC602BDFC}"/>
          </ac:spMkLst>
        </pc:spChg>
        <pc:spChg chg="del">
          <ac:chgData name="鈴木 秀規" userId="f68c5fd9-22d5-4c0a-9833-7fb0f5135313" providerId="ADAL" clId="{1FFDFDEC-295D-434A-B582-72A8CC8A5E88}" dt="2021-01-26T03:58:14.416" v="1010" actId="478"/>
          <ac:spMkLst>
            <pc:docMk/>
            <pc:sldMk cId="3431740700" sldId="383"/>
            <ac:spMk id="25" creationId="{D203164A-16BB-4A33-A44C-D5005AB76239}"/>
          </ac:spMkLst>
        </pc:spChg>
        <pc:spChg chg="add del mod">
          <ac:chgData name="鈴木 秀規" userId="f68c5fd9-22d5-4c0a-9833-7fb0f5135313" providerId="ADAL" clId="{1FFDFDEC-295D-434A-B582-72A8CC8A5E88}" dt="2021-01-26T04:02:31.002" v="1073" actId="6264"/>
          <ac:spMkLst>
            <pc:docMk/>
            <pc:sldMk cId="3431740700" sldId="383"/>
            <ac:spMk id="29" creationId="{2A5D0E9E-56FA-473F-9905-EC3AB66EE25A}"/>
          </ac:spMkLst>
        </pc:spChg>
        <pc:spChg chg="add mod">
          <ac:chgData name="鈴木 秀規" userId="f68c5fd9-22d5-4c0a-9833-7fb0f5135313" providerId="ADAL" clId="{1FFDFDEC-295D-434A-B582-72A8CC8A5E88}" dt="2021-01-26T04:01:45.805" v="1071" actId="207"/>
          <ac:spMkLst>
            <pc:docMk/>
            <pc:sldMk cId="3431740700" sldId="383"/>
            <ac:spMk id="32" creationId="{E0F1595E-F0A3-4E14-9651-C87ED18BF9DA}"/>
          </ac:spMkLst>
        </pc:spChg>
        <pc:spChg chg="add mod">
          <ac:chgData name="鈴木 秀規" userId="f68c5fd9-22d5-4c0a-9833-7fb0f5135313" providerId="ADAL" clId="{1FFDFDEC-295D-434A-B582-72A8CC8A5E88}" dt="2021-01-26T04:09:56.305" v="1133" actId="1076"/>
          <ac:spMkLst>
            <pc:docMk/>
            <pc:sldMk cId="3431740700" sldId="383"/>
            <ac:spMk id="34" creationId="{F7EDC701-37B8-4468-97D8-52607030CA94}"/>
          </ac:spMkLst>
        </pc:spChg>
        <pc:spChg chg="add mod">
          <ac:chgData name="鈴木 秀規" userId="f68c5fd9-22d5-4c0a-9833-7fb0f5135313" providerId="ADAL" clId="{1FFDFDEC-295D-434A-B582-72A8CC8A5E88}" dt="2021-01-26T04:09:59.136" v="1134" actId="1076"/>
          <ac:spMkLst>
            <pc:docMk/>
            <pc:sldMk cId="3431740700" sldId="383"/>
            <ac:spMk id="35" creationId="{8EA723BF-2FD8-4A16-A3C8-BFD746C683D1}"/>
          </ac:spMkLst>
        </pc:spChg>
        <pc:spChg chg="add del mod">
          <ac:chgData name="鈴木 秀規" userId="f68c5fd9-22d5-4c0a-9833-7fb0f5135313" providerId="ADAL" clId="{1FFDFDEC-295D-434A-B582-72A8CC8A5E88}" dt="2021-01-26T04:01:11.785" v="1048" actId="478"/>
          <ac:spMkLst>
            <pc:docMk/>
            <pc:sldMk cId="3431740700" sldId="383"/>
            <ac:spMk id="36" creationId="{6B158A07-162D-47DD-AB6B-E1D320D975E0}"/>
          </ac:spMkLst>
        </pc:spChg>
        <pc:spChg chg="del">
          <ac:chgData name="鈴木 秀規" userId="f68c5fd9-22d5-4c0a-9833-7fb0f5135313" providerId="ADAL" clId="{1FFDFDEC-295D-434A-B582-72A8CC8A5E88}" dt="2021-01-26T03:59:02.800" v="1011" actId="478"/>
          <ac:spMkLst>
            <pc:docMk/>
            <pc:sldMk cId="3431740700" sldId="383"/>
            <ac:spMk id="37" creationId="{BD46D08B-CDC1-40F7-B3B2-96E4746B3A1C}"/>
          </ac:spMkLst>
        </pc:spChg>
        <pc:spChg chg="add mod">
          <ac:chgData name="鈴木 秀規" userId="f68c5fd9-22d5-4c0a-9833-7fb0f5135313" providerId="ADAL" clId="{1FFDFDEC-295D-434A-B582-72A8CC8A5E88}" dt="2021-01-26T04:01:32.103" v="1068" actId="14100"/>
          <ac:spMkLst>
            <pc:docMk/>
            <pc:sldMk cId="3431740700" sldId="383"/>
            <ac:spMk id="38" creationId="{40FD59BC-B13E-4715-9DC8-5CB6A9E68577}"/>
          </ac:spMkLst>
        </pc:spChg>
        <pc:spChg chg="add del mod">
          <ac:chgData name="鈴木 秀規" userId="f68c5fd9-22d5-4c0a-9833-7fb0f5135313" providerId="ADAL" clId="{1FFDFDEC-295D-434A-B582-72A8CC8A5E88}" dt="2021-01-26T04:02:31.002" v="1073" actId="6264"/>
          <ac:spMkLst>
            <pc:docMk/>
            <pc:sldMk cId="3431740700" sldId="383"/>
            <ac:spMk id="39" creationId="{72F8AD91-8F73-4C4F-AB59-5F3FD39C1312}"/>
          </ac:spMkLst>
        </pc:spChg>
        <pc:spChg chg="add del mod">
          <ac:chgData name="鈴木 秀規" userId="f68c5fd9-22d5-4c0a-9833-7fb0f5135313" providerId="ADAL" clId="{1FFDFDEC-295D-434A-B582-72A8CC8A5E88}" dt="2021-01-26T04:02:31.002" v="1073" actId="6264"/>
          <ac:spMkLst>
            <pc:docMk/>
            <pc:sldMk cId="3431740700" sldId="383"/>
            <ac:spMk id="40" creationId="{42A095DC-2541-467D-84CE-0FD53E764CA5}"/>
          </ac:spMkLst>
        </pc:spChg>
        <pc:spChg chg="add del mod ord">
          <ac:chgData name="鈴木 秀規" userId="f68c5fd9-22d5-4c0a-9833-7fb0f5135313" providerId="ADAL" clId="{1FFDFDEC-295D-434A-B582-72A8CC8A5E88}" dt="2021-01-26T04:02:37.244" v="1074" actId="478"/>
          <ac:spMkLst>
            <pc:docMk/>
            <pc:sldMk cId="3431740700" sldId="383"/>
            <ac:spMk id="41" creationId="{EB08CBDB-7389-4C58-9794-DD4F1F3C7E58}"/>
          </ac:spMkLst>
        </pc:spChg>
        <pc:spChg chg="add mod ord">
          <ac:chgData name="鈴木 秀規" userId="f68c5fd9-22d5-4c0a-9833-7fb0f5135313" providerId="ADAL" clId="{1FFDFDEC-295D-434A-B582-72A8CC8A5E88}" dt="2021-01-26T04:10:02.911" v="1143" actId="12"/>
          <ac:spMkLst>
            <pc:docMk/>
            <pc:sldMk cId="3431740700" sldId="383"/>
            <ac:spMk id="42" creationId="{C2B7E0DC-5323-408A-937A-1D9A8EEEF045}"/>
          </ac:spMkLst>
        </pc:spChg>
        <pc:grpChg chg="add mod">
          <ac:chgData name="鈴木 秀規" userId="f68c5fd9-22d5-4c0a-9833-7fb0f5135313" providerId="ADAL" clId="{1FFDFDEC-295D-434A-B582-72A8CC8A5E88}" dt="2021-01-26T04:01:37.979" v="1069" actId="1076"/>
          <ac:grpSpMkLst>
            <pc:docMk/>
            <pc:sldMk cId="3431740700" sldId="383"/>
            <ac:grpSpMk id="27" creationId="{BEDB55EE-07B8-464D-A27C-24F43E1B2BCB}"/>
          </ac:grpSpMkLst>
        </pc:grpChg>
        <pc:picChg chg="del">
          <ac:chgData name="鈴木 秀規" userId="f68c5fd9-22d5-4c0a-9833-7fb0f5135313" providerId="ADAL" clId="{1FFDFDEC-295D-434A-B582-72A8CC8A5E88}" dt="2021-01-26T03:58:14.416" v="1010" actId="478"/>
          <ac:picMkLst>
            <pc:docMk/>
            <pc:sldMk cId="3431740700" sldId="383"/>
            <ac:picMk id="7" creationId="{ACC068A0-50E1-42AC-8287-E81E4235FF5C}"/>
          </ac:picMkLst>
        </pc:picChg>
        <pc:picChg chg="del">
          <ac:chgData name="鈴木 秀規" userId="f68c5fd9-22d5-4c0a-9833-7fb0f5135313" providerId="ADAL" clId="{1FFDFDEC-295D-434A-B582-72A8CC8A5E88}" dt="2021-01-26T03:58:14.416" v="1010" actId="478"/>
          <ac:picMkLst>
            <pc:docMk/>
            <pc:sldMk cId="3431740700" sldId="383"/>
            <ac:picMk id="8" creationId="{8D2F85B8-D0BB-4D5F-B8E8-359B9642BC18}"/>
          </ac:picMkLst>
        </pc:picChg>
        <pc:picChg chg="del">
          <ac:chgData name="鈴木 秀規" userId="f68c5fd9-22d5-4c0a-9833-7fb0f5135313" providerId="ADAL" clId="{1FFDFDEC-295D-434A-B582-72A8CC8A5E88}" dt="2021-01-26T03:58:14.416" v="1010" actId="478"/>
          <ac:picMkLst>
            <pc:docMk/>
            <pc:sldMk cId="3431740700" sldId="383"/>
            <ac:picMk id="9" creationId="{6567B165-D14C-4A46-B20C-33602CEB18CE}"/>
          </ac:picMkLst>
        </pc:picChg>
        <pc:picChg chg="del">
          <ac:chgData name="鈴木 秀規" userId="f68c5fd9-22d5-4c0a-9833-7fb0f5135313" providerId="ADAL" clId="{1FFDFDEC-295D-434A-B582-72A8CC8A5E88}" dt="2021-01-26T03:58:14.416" v="1010" actId="478"/>
          <ac:picMkLst>
            <pc:docMk/>
            <pc:sldMk cId="3431740700" sldId="383"/>
            <ac:picMk id="14" creationId="{89F5CAE8-7DD6-4E66-9E6B-8D828B62D848}"/>
          </ac:picMkLst>
        </pc:picChg>
        <pc:picChg chg="del">
          <ac:chgData name="鈴木 秀規" userId="f68c5fd9-22d5-4c0a-9833-7fb0f5135313" providerId="ADAL" clId="{1FFDFDEC-295D-434A-B582-72A8CC8A5E88}" dt="2021-01-26T03:58:14.416" v="1010" actId="478"/>
          <ac:picMkLst>
            <pc:docMk/>
            <pc:sldMk cId="3431740700" sldId="383"/>
            <ac:picMk id="17" creationId="{56C46E48-5776-47D9-8EE8-C88D764F6B56}"/>
          </ac:picMkLst>
        </pc:picChg>
        <pc:picChg chg="del">
          <ac:chgData name="鈴木 秀規" userId="f68c5fd9-22d5-4c0a-9833-7fb0f5135313" providerId="ADAL" clId="{1FFDFDEC-295D-434A-B582-72A8CC8A5E88}" dt="2021-01-26T03:58:14.416" v="1010" actId="478"/>
          <ac:picMkLst>
            <pc:docMk/>
            <pc:sldMk cId="3431740700" sldId="383"/>
            <ac:picMk id="22" creationId="{2076DD48-3ECF-49F3-93DF-4DA0CE8394BC}"/>
          </ac:picMkLst>
        </pc:picChg>
        <pc:picChg chg="del">
          <ac:chgData name="鈴木 秀規" userId="f68c5fd9-22d5-4c0a-9833-7fb0f5135313" providerId="ADAL" clId="{1FFDFDEC-295D-434A-B582-72A8CC8A5E88}" dt="2021-01-26T03:58:14.416" v="1010" actId="478"/>
          <ac:picMkLst>
            <pc:docMk/>
            <pc:sldMk cId="3431740700" sldId="383"/>
            <ac:picMk id="23" creationId="{3E2CE605-C0B8-4C18-98C1-B3840CD70767}"/>
          </ac:picMkLst>
        </pc:picChg>
        <pc:picChg chg="del">
          <ac:chgData name="鈴木 秀規" userId="f68c5fd9-22d5-4c0a-9833-7fb0f5135313" providerId="ADAL" clId="{1FFDFDEC-295D-434A-B582-72A8CC8A5E88}" dt="2021-01-26T03:58:14.416" v="1010" actId="478"/>
          <ac:picMkLst>
            <pc:docMk/>
            <pc:sldMk cId="3431740700" sldId="383"/>
            <ac:picMk id="26" creationId="{70D95F10-BF3B-4B19-9089-47831CF622D5}"/>
          </ac:picMkLst>
        </pc:picChg>
        <pc:picChg chg="add mod">
          <ac:chgData name="鈴木 秀規" userId="f68c5fd9-22d5-4c0a-9833-7fb0f5135313" providerId="ADAL" clId="{1FFDFDEC-295D-434A-B582-72A8CC8A5E88}" dt="2021-01-26T04:09:59.660" v="1135" actId="14100"/>
          <ac:picMkLst>
            <pc:docMk/>
            <pc:sldMk cId="3431740700" sldId="383"/>
            <ac:picMk id="31" creationId="{1200ADEE-A09A-459A-B06D-58A20EB6F05F}"/>
          </ac:picMkLst>
        </pc:picChg>
        <pc:picChg chg="add mod">
          <ac:chgData name="鈴木 秀規" userId="f68c5fd9-22d5-4c0a-9833-7fb0f5135313" providerId="ADAL" clId="{1FFDFDEC-295D-434A-B582-72A8CC8A5E88}" dt="2021-01-26T04:01:01.321" v="1047" actId="164"/>
          <ac:picMkLst>
            <pc:docMk/>
            <pc:sldMk cId="3431740700" sldId="383"/>
            <ac:picMk id="33" creationId="{7F719B36-A8B6-4247-8535-E1D2F51893DB}"/>
          </ac:picMkLst>
        </pc:picChg>
        <pc:cxnChg chg="del">
          <ac:chgData name="鈴木 秀規" userId="f68c5fd9-22d5-4c0a-9833-7fb0f5135313" providerId="ADAL" clId="{1FFDFDEC-295D-434A-B582-72A8CC8A5E88}" dt="2021-01-26T03:58:14.416" v="1010" actId="478"/>
          <ac:cxnSpMkLst>
            <pc:docMk/>
            <pc:sldMk cId="3431740700" sldId="383"/>
            <ac:cxnSpMk id="16" creationId="{8E32A4B4-C96D-4681-AEF9-EE7D9B309FBF}"/>
          </ac:cxnSpMkLst>
        </pc:cxnChg>
        <pc:cxnChg chg="del">
          <ac:chgData name="鈴木 秀規" userId="f68c5fd9-22d5-4c0a-9833-7fb0f5135313" providerId="ADAL" clId="{1FFDFDEC-295D-434A-B582-72A8CC8A5E88}" dt="2021-01-26T03:58:14.416" v="1010" actId="478"/>
          <ac:cxnSpMkLst>
            <pc:docMk/>
            <pc:sldMk cId="3431740700" sldId="383"/>
            <ac:cxnSpMk id="19" creationId="{F3DB8BCB-0D70-41DF-9FD3-2A8B659F17CF}"/>
          </ac:cxnSpMkLst>
        </pc:cxnChg>
        <pc:cxnChg chg="del">
          <ac:chgData name="鈴木 秀規" userId="f68c5fd9-22d5-4c0a-9833-7fb0f5135313" providerId="ADAL" clId="{1FFDFDEC-295D-434A-B582-72A8CC8A5E88}" dt="2021-01-26T03:58:14.416" v="1010" actId="478"/>
          <ac:cxnSpMkLst>
            <pc:docMk/>
            <pc:sldMk cId="3431740700" sldId="383"/>
            <ac:cxnSpMk id="20" creationId="{C35F15FD-C964-4627-B22E-64C02E3B1E13}"/>
          </ac:cxnSpMkLst>
        </pc:cxnChg>
        <pc:cxnChg chg="del">
          <ac:chgData name="鈴木 秀規" userId="f68c5fd9-22d5-4c0a-9833-7fb0f5135313" providerId="ADAL" clId="{1FFDFDEC-295D-434A-B582-72A8CC8A5E88}" dt="2021-01-26T03:58:14.416" v="1010" actId="478"/>
          <ac:cxnSpMkLst>
            <pc:docMk/>
            <pc:sldMk cId="3431740700" sldId="383"/>
            <ac:cxnSpMk id="21" creationId="{5E8CC0CA-3411-4CB6-8412-CE026E3E4961}"/>
          </ac:cxnSpMkLst>
        </pc:cxnChg>
        <pc:cxnChg chg="del">
          <ac:chgData name="鈴木 秀規" userId="f68c5fd9-22d5-4c0a-9833-7fb0f5135313" providerId="ADAL" clId="{1FFDFDEC-295D-434A-B582-72A8CC8A5E88}" dt="2021-01-26T03:58:14.416" v="1010" actId="478"/>
          <ac:cxnSpMkLst>
            <pc:docMk/>
            <pc:sldMk cId="3431740700" sldId="383"/>
            <ac:cxnSpMk id="28" creationId="{55404DBE-4FD6-4F92-8981-38B9A55EE093}"/>
          </ac:cxnSpMkLst>
        </pc:cxnChg>
        <pc:cxnChg chg="del">
          <ac:chgData name="鈴木 秀規" userId="f68c5fd9-22d5-4c0a-9833-7fb0f5135313" providerId="ADAL" clId="{1FFDFDEC-295D-434A-B582-72A8CC8A5E88}" dt="2021-01-26T03:58:14.416" v="1010" actId="478"/>
          <ac:cxnSpMkLst>
            <pc:docMk/>
            <pc:sldMk cId="3431740700" sldId="383"/>
            <ac:cxnSpMk id="30" creationId="{5862DF2C-3636-4E19-B516-9E62A13C3584}"/>
          </ac:cxnSpMkLst>
        </pc:cxnChg>
      </pc:sldChg>
      <pc:sldChg chg="addSp delSp modSp new del mod modClrScheme chgLayout">
        <pc:chgData name="鈴木 秀規" userId="f68c5fd9-22d5-4c0a-9833-7fb0f5135313" providerId="ADAL" clId="{1FFDFDEC-295D-434A-B582-72A8CC8A5E88}" dt="2021-01-26T04:09:55.234" v="1132" actId="680"/>
        <pc:sldMkLst>
          <pc:docMk/>
          <pc:sldMk cId="949411827" sldId="384"/>
        </pc:sldMkLst>
        <pc:spChg chg="add del mod ord">
          <ac:chgData name="鈴木 秀規" userId="f68c5fd9-22d5-4c0a-9833-7fb0f5135313" providerId="ADAL" clId="{1FFDFDEC-295D-434A-B582-72A8CC8A5E88}" dt="2021-01-26T04:09:54.227" v="1131" actId="700"/>
          <ac:spMkLst>
            <pc:docMk/>
            <pc:sldMk cId="949411827" sldId="384"/>
            <ac:spMk id="2" creationId="{D6F808A7-7307-4EC5-864E-FC8208B0AE46}"/>
          </ac:spMkLst>
        </pc:spChg>
        <pc:spChg chg="add del mod ord">
          <ac:chgData name="鈴木 秀規" userId="f68c5fd9-22d5-4c0a-9833-7fb0f5135313" providerId="ADAL" clId="{1FFDFDEC-295D-434A-B582-72A8CC8A5E88}" dt="2021-01-26T04:09:54.227" v="1131" actId="700"/>
          <ac:spMkLst>
            <pc:docMk/>
            <pc:sldMk cId="949411827" sldId="384"/>
            <ac:spMk id="3" creationId="{03C746A9-C96B-46DF-BD82-8B507DB22135}"/>
          </ac:spMkLst>
        </pc:spChg>
        <pc:spChg chg="mod ord">
          <ac:chgData name="鈴木 秀規" userId="f68c5fd9-22d5-4c0a-9833-7fb0f5135313" providerId="ADAL" clId="{1FFDFDEC-295D-434A-B582-72A8CC8A5E88}" dt="2021-01-26T04:09:54.227" v="1131" actId="700"/>
          <ac:spMkLst>
            <pc:docMk/>
            <pc:sldMk cId="949411827" sldId="384"/>
            <ac:spMk id="4" creationId="{2268533C-B512-4CED-9B27-7769E939632A}"/>
          </ac:spMkLst>
        </pc:spChg>
        <pc:spChg chg="mod ord">
          <ac:chgData name="鈴木 秀規" userId="f68c5fd9-22d5-4c0a-9833-7fb0f5135313" providerId="ADAL" clId="{1FFDFDEC-295D-434A-B582-72A8CC8A5E88}" dt="2021-01-26T04:09:54.227" v="1131" actId="700"/>
          <ac:spMkLst>
            <pc:docMk/>
            <pc:sldMk cId="949411827" sldId="384"/>
            <ac:spMk id="5" creationId="{F2A78FC6-8266-4153-942F-A3792617271D}"/>
          </ac:spMkLst>
        </pc:spChg>
        <pc:spChg chg="add del">
          <ac:chgData name="鈴木 秀規" userId="f68c5fd9-22d5-4c0a-9833-7fb0f5135313" providerId="ADAL" clId="{1FFDFDEC-295D-434A-B582-72A8CC8A5E88}" dt="2021-01-26T04:09:54.227" v="1131" actId="700"/>
          <ac:spMkLst>
            <pc:docMk/>
            <pc:sldMk cId="949411827" sldId="384"/>
            <ac:spMk id="6" creationId="{21B4622A-D25A-435E-B470-22F1DB6C998F}"/>
          </ac:spMkLst>
        </pc:spChg>
        <pc:spChg chg="add del mod ord">
          <ac:chgData name="鈴木 秀規" userId="f68c5fd9-22d5-4c0a-9833-7fb0f5135313" providerId="ADAL" clId="{1FFDFDEC-295D-434A-B582-72A8CC8A5E88}" dt="2021-01-26T04:09:54.227" v="1131" actId="700"/>
          <ac:spMkLst>
            <pc:docMk/>
            <pc:sldMk cId="949411827" sldId="384"/>
            <ac:spMk id="7" creationId="{0DA1857B-2EDE-4CE3-B404-59D7C225D7CB}"/>
          </ac:spMkLst>
        </pc:spChg>
        <pc:spChg chg="add del mod ord">
          <ac:chgData name="鈴木 秀規" userId="f68c5fd9-22d5-4c0a-9833-7fb0f5135313" providerId="ADAL" clId="{1FFDFDEC-295D-434A-B582-72A8CC8A5E88}" dt="2021-01-26T04:09:54.227" v="1131" actId="700"/>
          <ac:spMkLst>
            <pc:docMk/>
            <pc:sldMk cId="949411827" sldId="384"/>
            <ac:spMk id="8" creationId="{46B998EA-E1C7-43BB-B136-2B9F4052217F}"/>
          </ac:spMkLst>
        </pc:spChg>
        <pc:spChg chg="add del mod">
          <ac:chgData name="鈴木 秀規" userId="f68c5fd9-22d5-4c0a-9833-7fb0f5135313" providerId="ADAL" clId="{1FFDFDEC-295D-434A-B582-72A8CC8A5E88}" dt="2021-01-26T04:09:53.169" v="1129" actId="6264"/>
          <ac:spMkLst>
            <pc:docMk/>
            <pc:sldMk cId="949411827" sldId="384"/>
            <ac:spMk id="9" creationId="{3B461521-F8A2-4A0C-B060-3695402786D2}"/>
          </ac:spMkLst>
        </pc:spChg>
        <pc:spChg chg="add del mod">
          <ac:chgData name="鈴木 秀規" userId="f68c5fd9-22d5-4c0a-9833-7fb0f5135313" providerId="ADAL" clId="{1FFDFDEC-295D-434A-B582-72A8CC8A5E88}" dt="2021-01-26T04:09:53.169" v="1129" actId="6264"/>
          <ac:spMkLst>
            <pc:docMk/>
            <pc:sldMk cId="949411827" sldId="384"/>
            <ac:spMk id="10" creationId="{FCA127BC-C7DF-4689-87BE-C8BA567A2BBA}"/>
          </ac:spMkLst>
        </pc:spChg>
        <pc:spChg chg="add del mod">
          <ac:chgData name="鈴木 秀規" userId="f68c5fd9-22d5-4c0a-9833-7fb0f5135313" providerId="ADAL" clId="{1FFDFDEC-295D-434A-B582-72A8CC8A5E88}" dt="2021-01-26T04:09:53.169" v="1129" actId="6264"/>
          <ac:spMkLst>
            <pc:docMk/>
            <pc:sldMk cId="949411827" sldId="384"/>
            <ac:spMk id="11" creationId="{0EBDD992-35B1-4057-A6DD-F87ABE74E2B7}"/>
          </ac:spMkLst>
        </pc:spChg>
        <pc:spChg chg="add del mod ord">
          <ac:chgData name="鈴木 秀規" userId="f68c5fd9-22d5-4c0a-9833-7fb0f5135313" providerId="ADAL" clId="{1FFDFDEC-295D-434A-B582-72A8CC8A5E88}" dt="2021-01-26T04:09:53.169" v="1129" actId="6264"/>
          <ac:spMkLst>
            <pc:docMk/>
            <pc:sldMk cId="949411827" sldId="384"/>
            <ac:spMk id="12" creationId="{57D0D45A-7F80-4DF4-BA60-0514BC220F1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3715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041200" cy="3150600"/>
          </a:xfrm>
        </p:spPr>
        <p:txBody>
          <a:bodyPr/>
          <a:lstStyle/>
          <a:p>
            <a:r>
              <a:rPr lang="ja-JP" altLang="en-US" dirty="0"/>
              <a:t>コレクション</a:t>
            </a:r>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a:xfrm>
            <a:off x="3028950" y="4866125"/>
            <a:ext cx="3086100" cy="254493"/>
          </a:xfrm>
        </p:spPr>
        <p:txBody>
          <a:bodyPr/>
          <a:lstStyle/>
          <a:p>
            <a:r>
              <a:rPr lang="en-US" altLang="ja-JP" dirty="0"/>
              <a:t>copyright ©ITCollege All Rights Reserved</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p:txBody>
          <a:bodyPr vert="horz" lIns="91440" tIns="45720" rIns="91440" bIns="45720" rtlCol="0" anchor="t">
            <a:normAutofit/>
          </a:bodyPr>
          <a:lstStyle/>
          <a:p>
            <a:pPr marL="444500" indent="-342900">
              <a:buFont typeface="+mj-lt"/>
              <a:buAutoNum type="arabicPeriod"/>
            </a:pPr>
            <a:r>
              <a:rPr lang="ja-JP" altLang="en-US" dirty="0"/>
              <a:t>コレクションとはなにかの理解</a:t>
            </a:r>
            <a:endParaRPr lang="en-US" altLang="ja-JP" dirty="0"/>
          </a:p>
          <a:p>
            <a:pPr marL="444500" indent="-342900">
              <a:buFont typeface="+mj-lt"/>
              <a:buAutoNum type="arabicPeriod"/>
            </a:pPr>
            <a:r>
              <a:rPr lang="en-US" altLang="ja-JP" dirty="0" err="1"/>
              <a:t>ArrayList</a:t>
            </a:r>
            <a:r>
              <a:rPr lang="ja-JP" altLang="en-US" dirty="0"/>
              <a:t>の活用</a:t>
            </a:r>
            <a:endParaRPr lang="en-US" altLang="ja-JP" dirty="0"/>
          </a:p>
          <a:p>
            <a:pPr marL="444500" indent="-342900">
              <a:buFont typeface="+mj-lt"/>
              <a:buAutoNum type="arabicPeriod"/>
            </a:pPr>
            <a:r>
              <a:rPr lang="en-US" altLang="ja-JP" dirty="0"/>
              <a:t>HashMap</a:t>
            </a:r>
            <a:r>
              <a:rPr lang="ja-JP" altLang="en-US" dirty="0"/>
              <a:t>の活用</a:t>
            </a:r>
            <a:endParaRPr lang="en-US" altLang="ja-JP" dirty="0"/>
          </a:p>
          <a:p>
            <a:pPr marL="444500" indent="-342900">
              <a:buFont typeface="+mj-lt"/>
              <a:buAutoNum type="arabicPeriod"/>
            </a:pP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lang="ja-JP" altLang="en-US" dirty="0"/>
              <a:t>コレクションとは</a:t>
            </a:r>
            <a:endParaRPr lang="en-US" altLang="ja-JP" dirty="0"/>
          </a:p>
          <a:p>
            <a:pPr marL="444500" indent="-342900">
              <a:buFont typeface="+mj-lt"/>
              <a:buAutoNum type="arabicPeriod"/>
            </a:pPr>
            <a:r>
              <a:rPr lang="en-US" altLang="ja-JP" dirty="0" err="1"/>
              <a:t>ArrayList</a:t>
            </a:r>
            <a:r>
              <a:rPr lang="ja-JP" altLang="en-US" dirty="0"/>
              <a:t>と配列の比較</a:t>
            </a:r>
            <a:endParaRPr lang="en-US" altLang="ja-JP" dirty="0"/>
          </a:p>
          <a:p>
            <a:pPr marL="444500" indent="-342900">
              <a:buFont typeface="+mj-lt"/>
              <a:buAutoNum type="arabicPeriod"/>
            </a:pPr>
            <a:r>
              <a:rPr lang="ja-JP" altLang="en-US" dirty="0"/>
              <a:t>コレクションにできないこと</a:t>
            </a:r>
            <a:endParaRPr lang="en-US" altLang="ja-JP" dirty="0"/>
          </a:p>
          <a:p>
            <a:pPr marL="444500" indent="-342900">
              <a:buFont typeface="+mj-lt"/>
              <a:buAutoNum type="arabicPeriod"/>
            </a:pPr>
            <a:r>
              <a:rPr lang="ja-JP" altLang="en-US" dirty="0"/>
              <a:t>拡張</a:t>
            </a:r>
            <a:r>
              <a:rPr lang="en-US" altLang="ja-JP" dirty="0"/>
              <a:t>for</a:t>
            </a:r>
            <a:r>
              <a:rPr lang="ja-JP" altLang="en-US" dirty="0"/>
              <a:t>文</a:t>
            </a:r>
            <a:endParaRPr lang="en-US" altLang="ja-JP" dirty="0"/>
          </a:p>
          <a:p>
            <a:pPr marL="444500" indent="-342900">
              <a:buFont typeface="+mj-lt"/>
              <a:buAutoNum type="arabicPeriod"/>
            </a:pPr>
            <a:r>
              <a:rPr kumimoji="1" lang="en-US" altLang="ja-JP" dirty="0"/>
              <a:t>HashMap</a:t>
            </a:r>
            <a:r>
              <a:rPr kumimoji="1" lang="ja-JP" altLang="en-US" dirty="0"/>
              <a:t>の理解</a:t>
            </a:r>
            <a:endParaRPr kumimoji="1" lang="en-US" altLang="ja-JP" dirty="0"/>
          </a:p>
          <a:p>
            <a:pPr marL="96838"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2F43DD3-0418-42E8-9D03-3B480F205508}"/>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C79983C-D8FC-4693-8551-08AD543141F3}"/>
              </a:ext>
            </a:extLst>
          </p:cNvPr>
          <p:cNvSpPr>
            <a:spLocks noGrp="1"/>
          </p:cNvSpPr>
          <p:nvPr>
            <p:ph type="ctrTitle"/>
          </p:nvPr>
        </p:nvSpPr>
        <p:spPr/>
        <p:txBody>
          <a:bodyPr/>
          <a:lstStyle/>
          <a:p>
            <a:r>
              <a:rPr kumimoji="1" lang="ja-JP" altLang="en-US" dirty="0"/>
              <a:t>コレクションとは</a:t>
            </a:r>
          </a:p>
        </p:txBody>
      </p:sp>
      <p:sp>
        <p:nvSpPr>
          <p:cNvPr id="4" name="スライド番号プレースホルダー 3">
            <a:extLst>
              <a:ext uri="{FF2B5EF4-FFF2-40B4-BE49-F238E27FC236}">
                <a16:creationId xmlns:a16="http://schemas.microsoft.com/office/drawing/2014/main" id="{856AB935-007C-47FA-829A-800E0CA2AEA3}"/>
              </a:ext>
            </a:extLst>
          </p:cNvPr>
          <p:cNvSpPr>
            <a:spLocks noGrp="1"/>
          </p:cNvSpPr>
          <p:nvPr>
            <p:ph type="sldNum" sz="quarter" idx="4"/>
          </p:nvPr>
        </p:nvSpPr>
        <p:spPr/>
        <p:txBody>
          <a:bodyPr/>
          <a:lstStyle/>
          <a:p>
            <a:fld id="{00000000-1234-1234-1234-123412341234}" type="slidenum">
              <a:rPr lang="en" smtClean="0"/>
              <a:pPr/>
              <a:t>4</a:t>
            </a:fld>
            <a:endParaRPr lang="en" dirty="0">
              <a:latin typeface="+mn-ea"/>
            </a:endParaRPr>
          </a:p>
        </p:txBody>
      </p:sp>
      <p:sp>
        <p:nvSpPr>
          <p:cNvPr id="5" name="テキスト プレースホルダー 4">
            <a:extLst>
              <a:ext uri="{FF2B5EF4-FFF2-40B4-BE49-F238E27FC236}">
                <a16:creationId xmlns:a16="http://schemas.microsoft.com/office/drawing/2014/main" id="{CAE2789C-177E-49B6-BB4D-AA4767707291}"/>
              </a:ext>
            </a:extLst>
          </p:cNvPr>
          <p:cNvSpPr>
            <a:spLocks noGrp="1"/>
          </p:cNvSpPr>
          <p:nvPr>
            <p:ph type="body" sz="quarter" idx="14"/>
          </p:nvPr>
        </p:nvSpPr>
        <p:spPr/>
        <p:txBody>
          <a:bodyPr/>
          <a:lstStyle/>
          <a:p>
            <a:pPr marL="96838" indent="0">
              <a:buNone/>
            </a:pPr>
            <a:r>
              <a:rPr kumimoji="1" lang="ja-JP" altLang="en-US" dirty="0"/>
              <a:t>この単元ではコレクションというものについて学んでいきます。</a:t>
            </a:r>
            <a:endParaRPr kumimoji="1" lang="en-US" altLang="ja-JP" dirty="0"/>
          </a:p>
          <a:p>
            <a:pPr marL="96838" indent="0">
              <a:buNone/>
            </a:pPr>
            <a:r>
              <a:rPr lang="ja-JP" altLang="en-US" dirty="0"/>
              <a:t>まず頭に入れておくべき事項は、「コレクションはインスタンスを一つのデータとして管理するためのクラス」が複数用意されています。</a:t>
            </a:r>
            <a:endParaRPr lang="en-US" altLang="ja-JP" dirty="0"/>
          </a:p>
          <a:p>
            <a:pPr marL="96838" indent="0">
              <a:buNone/>
            </a:pPr>
            <a:r>
              <a:rPr lang="ja-JP" altLang="en-US" dirty="0"/>
              <a:t>「複数の値を一つのデータとして管理する」という手法は学びましたね。そう、配列です。</a:t>
            </a:r>
            <a:endParaRPr lang="en-US" altLang="ja-JP" dirty="0"/>
          </a:p>
          <a:p>
            <a:pPr marL="96838" indent="0">
              <a:buNone/>
            </a:pPr>
            <a:endParaRPr kumimoji="1" lang="en-US" altLang="ja-JP" dirty="0"/>
          </a:p>
          <a:p>
            <a:pPr marL="96838" indent="0">
              <a:buNone/>
            </a:pPr>
            <a:r>
              <a:rPr kumimoji="1" lang="ja-JP" altLang="en-US" dirty="0"/>
              <a:t>まずは配列に似たコレクションから学習してきましょう。</a:t>
            </a:r>
          </a:p>
        </p:txBody>
      </p:sp>
      <p:sp>
        <p:nvSpPr>
          <p:cNvPr id="6" name="テキスト プレースホルダー 5">
            <a:extLst>
              <a:ext uri="{FF2B5EF4-FFF2-40B4-BE49-F238E27FC236}">
                <a16:creationId xmlns:a16="http://schemas.microsoft.com/office/drawing/2014/main" id="{B0A725D4-41F6-4C87-A1CC-DF4294CC5C35}"/>
              </a:ext>
            </a:extLst>
          </p:cNvPr>
          <p:cNvSpPr>
            <a:spLocks noGrp="1"/>
          </p:cNvSpPr>
          <p:nvPr>
            <p:ph type="body" sz="quarter" idx="15"/>
          </p:nvPr>
        </p:nvSpPr>
        <p:spPr/>
        <p:txBody>
          <a:bodyPr/>
          <a:lstStyle/>
          <a:p>
            <a:r>
              <a:rPr kumimoji="1" lang="ja-JP" altLang="en-US" dirty="0"/>
              <a:t>コレクションは複数のインスタンスをまとめるためのクラス群</a:t>
            </a:r>
            <a:endParaRPr kumimoji="1" lang="en-US" altLang="ja-JP" dirty="0"/>
          </a:p>
          <a:p>
            <a:r>
              <a:rPr lang="en-US" altLang="ja-JP" dirty="0" err="1"/>
              <a:t>ArrayList</a:t>
            </a:r>
            <a:r>
              <a:rPr lang="ja-JP" altLang="en-US" dirty="0"/>
              <a:t>は横並びの箱が複数あり、配列に似ている</a:t>
            </a:r>
            <a:endParaRPr lang="en-US" altLang="ja-JP" dirty="0"/>
          </a:p>
          <a:p>
            <a:r>
              <a:rPr kumimoji="1" lang="en-US" altLang="ja-JP" dirty="0"/>
              <a:t>HashMap</a:t>
            </a:r>
            <a:r>
              <a:rPr kumimoji="1" lang="ja-JP" altLang="en-US" dirty="0"/>
              <a:t>は</a:t>
            </a:r>
            <a:r>
              <a:rPr kumimoji="1" lang="en-US" altLang="ja-JP" dirty="0"/>
              <a:t>Key</a:t>
            </a:r>
            <a:r>
              <a:rPr kumimoji="1" lang="ja-JP" altLang="en-US" dirty="0"/>
              <a:t>と</a:t>
            </a:r>
            <a:r>
              <a:rPr kumimoji="1" lang="en-US" altLang="ja-JP" dirty="0"/>
              <a:t>Value</a:t>
            </a:r>
            <a:r>
              <a:rPr kumimoji="1" lang="ja-JP" altLang="en-US" dirty="0"/>
              <a:t>という二つの値で一つのデータを管理している点に注意</a:t>
            </a:r>
          </a:p>
        </p:txBody>
      </p:sp>
      <p:sp>
        <p:nvSpPr>
          <p:cNvPr id="7" name="テキスト プレースホルダー 6">
            <a:extLst>
              <a:ext uri="{FF2B5EF4-FFF2-40B4-BE49-F238E27FC236}">
                <a16:creationId xmlns:a16="http://schemas.microsoft.com/office/drawing/2014/main" id="{CAD3891B-A912-4D85-B646-47C677AF6543}"/>
              </a:ext>
            </a:extLst>
          </p:cNvPr>
          <p:cNvSpPr>
            <a:spLocks noGrp="1"/>
          </p:cNvSpPr>
          <p:nvPr>
            <p:ph type="body" sz="quarter" idx="16"/>
          </p:nvPr>
        </p:nvSpPr>
        <p:spPr/>
        <p:txBody>
          <a:bodyPr/>
          <a:lstStyle/>
          <a:p>
            <a:endParaRPr kumimoji="1" lang="ja-JP" altLang="en-US" dirty="0"/>
          </a:p>
        </p:txBody>
      </p:sp>
    </p:spTree>
    <p:extLst>
      <p:ext uri="{BB962C8B-B14F-4D97-AF65-F5344CB8AC3E}">
        <p14:creationId xmlns:p14="http://schemas.microsoft.com/office/powerpoint/2010/main" val="3787880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a:xfrm>
            <a:off x="3028950" y="4865688"/>
            <a:ext cx="3086100" cy="255587"/>
          </a:xfrm>
        </p:spPr>
        <p:txBody>
          <a:bodyPr/>
          <a:lstStyle/>
          <a:p>
            <a:r>
              <a:rPr lang="en-US" altLang="ja-JP"/>
              <a:t>copyright ©ITCollege All Rights Reserved</a:t>
            </a:r>
            <a:endParaRPr lang="ja-JP" altLang="en-US" dirty="0"/>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a:xfrm>
            <a:off x="463550" y="119734"/>
            <a:ext cx="8216900" cy="541192"/>
          </a:xfrm>
        </p:spPr>
        <p:txBody>
          <a:bodyPr/>
          <a:lstStyle/>
          <a:p>
            <a:r>
              <a:rPr lang="en-US" altLang="ja-JP" dirty="0" err="1"/>
              <a:t>ArrayListとは</a:t>
            </a:r>
            <a:endParaRPr lang="ja-JP" altLang="en-US" dirty="0"/>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a:xfrm>
            <a:off x="217488" y="4862513"/>
            <a:ext cx="631825" cy="254000"/>
          </a:xfrm>
        </p:spPr>
        <p:txBody>
          <a:bodyPr/>
          <a:lstStyle/>
          <a:p>
            <a:fld id="{00000000-1234-1234-1234-123412341234}" type="slidenum">
              <a:rPr lang="en" smtClean="0"/>
              <a:pPr/>
              <a:t>5</a:t>
            </a:fld>
            <a:endParaRPr lang="en" dirty="0"/>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3550" y="858840"/>
            <a:ext cx="8216900" cy="613602"/>
          </a:xfrm>
        </p:spPr>
        <p:txBody>
          <a:bodyPr/>
          <a:lstStyle/>
          <a:p>
            <a:pPr marL="96838" indent="0">
              <a:buNone/>
            </a:pPr>
            <a:r>
              <a:rPr lang="ja-JP" altLang="en-US" dirty="0"/>
              <a:t>一つのクラスで、複数のインスタンスをまとめて保持するのがコレクションの役割でした。</a:t>
            </a:r>
            <a:endParaRPr lang="en-US" altLang="ja-JP" dirty="0"/>
          </a:p>
          <a:p>
            <a:pPr marL="96838" indent="0">
              <a:buNone/>
            </a:pPr>
            <a:r>
              <a:rPr lang="en-US" altLang="ja-JP" dirty="0" err="1"/>
              <a:t>ArrayList</a:t>
            </a:r>
            <a:r>
              <a:rPr lang="ja-JP" altLang="en-US" dirty="0"/>
              <a:t>はその中でもよくつかわれており、イメージは下の図のようなイメージです。</a:t>
            </a:r>
          </a:p>
        </p:txBody>
      </p:sp>
      <p:sp>
        <p:nvSpPr>
          <p:cNvPr id="38" name="Google Shape;95;p14">
            <a:extLst>
              <a:ext uri="{FF2B5EF4-FFF2-40B4-BE49-F238E27FC236}">
                <a16:creationId xmlns:a16="http://schemas.microsoft.com/office/drawing/2014/main" id="{A12A5E6F-C7E4-4697-8546-165EC56E6566}"/>
              </a:ext>
            </a:extLst>
          </p:cNvPr>
          <p:cNvSpPr/>
          <p:nvPr/>
        </p:nvSpPr>
        <p:spPr>
          <a:xfrm>
            <a:off x="2090299" y="2635286"/>
            <a:ext cx="1217301" cy="1098070"/>
          </a:xfrm>
          <a:prstGeom prst="cube">
            <a:avLst>
              <a:gd name="adj" fmla="val 25000"/>
            </a:avLst>
          </a:prstGeom>
          <a:gradFill>
            <a:gsLst>
              <a:gs pos="0">
                <a:srgbClr val="96AAEE"/>
              </a:gs>
              <a:gs pos="35000">
                <a:srgbClr val="AFBFF3"/>
              </a:gs>
              <a:gs pos="100000">
                <a:srgbClr val="D8DEF9"/>
              </a:gs>
            </a:gsLst>
            <a:lin ang="16200000" scaled="0"/>
          </a:gra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iryo"/>
              <a:ea typeface="Meiryo"/>
              <a:cs typeface="Meiryo"/>
              <a:sym typeface="Meiryo"/>
            </a:endParaRPr>
          </a:p>
        </p:txBody>
      </p:sp>
      <p:sp>
        <p:nvSpPr>
          <p:cNvPr id="39" name="Google Shape;96;p14">
            <a:extLst>
              <a:ext uri="{FF2B5EF4-FFF2-40B4-BE49-F238E27FC236}">
                <a16:creationId xmlns:a16="http://schemas.microsoft.com/office/drawing/2014/main" id="{33B10C27-85A5-4045-BE92-A3CB7BEEF598}"/>
              </a:ext>
            </a:extLst>
          </p:cNvPr>
          <p:cNvSpPr/>
          <p:nvPr/>
        </p:nvSpPr>
        <p:spPr>
          <a:xfrm>
            <a:off x="3028950" y="2633195"/>
            <a:ext cx="1217301" cy="1101399"/>
          </a:xfrm>
          <a:prstGeom prst="cube">
            <a:avLst>
              <a:gd name="adj" fmla="val 25000"/>
            </a:avLst>
          </a:prstGeom>
          <a:gradFill>
            <a:gsLst>
              <a:gs pos="0">
                <a:srgbClr val="96AAEE"/>
              </a:gs>
              <a:gs pos="35000">
                <a:srgbClr val="AFBFF3"/>
              </a:gs>
              <a:gs pos="100000">
                <a:srgbClr val="D8DEF9"/>
              </a:gs>
            </a:gsLst>
            <a:lin ang="16200000" scaled="0"/>
          </a:gra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iryo"/>
              <a:ea typeface="Meiryo"/>
              <a:cs typeface="Meiryo"/>
              <a:sym typeface="Meiryo"/>
            </a:endParaRPr>
          </a:p>
        </p:txBody>
      </p:sp>
      <p:sp>
        <p:nvSpPr>
          <p:cNvPr id="40" name="Google Shape;97;p14">
            <a:extLst>
              <a:ext uri="{FF2B5EF4-FFF2-40B4-BE49-F238E27FC236}">
                <a16:creationId xmlns:a16="http://schemas.microsoft.com/office/drawing/2014/main" id="{79454491-126E-4B94-9DD9-E12D0EDE2BD4}"/>
              </a:ext>
            </a:extLst>
          </p:cNvPr>
          <p:cNvSpPr/>
          <p:nvPr/>
        </p:nvSpPr>
        <p:spPr>
          <a:xfrm>
            <a:off x="3933883" y="2633195"/>
            <a:ext cx="1217301" cy="1102639"/>
          </a:xfrm>
          <a:prstGeom prst="cube">
            <a:avLst>
              <a:gd name="adj" fmla="val 25000"/>
            </a:avLst>
          </a:prstGeom>
          <a:gradFill>
            <a:gsLst>
              <a:gs pos="0">
                <a:srgbClr val="96AAEE"/>
              </a:gs>
              <a:gs pos="35000">
                <a:srgbClr val="AFBFF3"/>
              </a:gs>
              <a:gs pos="100000">
                <a:srgbClr val="D8DEF9"/>
              </a:gs>
            </a:gsLst>
            <a:lin ang="16200000" scaled="0"/>
          </a:gra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iryo"/>
              <a:ea typeface="Meiryo"/>
              <a:cs typeface="Meiryo"/>
              <a:sym typeface="Meiryo"/>
            </a:endParaRPr>
          </a:p>
        </p:txBody>
      </p:sp>
      <p:sp>
        <p:nvSpPr>
          <p:cNvPr id="43" name="Google Shape;98;p14">
            <a:extLst>
              <a:ext uri="{FF2B5EF4-FFF2-40B4-BE49-F238E27FC236}">
                <a16:creationId xmlns:a16="http://schemas.microsoft.com/office/drawing/2014/main" id="{ACF0ABE5-E88F-4576-9C8A-CD6B2C663A5E}"/>
              </a:ext>
            </a:extLst>
          </p:cNvPr>
          <p:cNvSpPr/>
          <p:nvPr/>
        </p:nvSpPr>
        <p:spPr>
          <a:xfrm>
            <a:off x="4883292" y="2631956"/>
            <a:ext cx="1217301" cy="1102639"/>
          </a:xfrm>
          <a:prstGeom prst="cube">
            <a:avLst>
              <a:gd name="adj" fmla="val 25000"/>
            </a:avLst>
          </a:prstGeom>
          <a:gradFill>
            <a:gsLst>
              <a:gs pos="0">
                <a:srgbClr val="96AAEE"/>
              </a:gs>
              <a:gs pos="35000">
                <a:srgbClr val="AFBFF3"/>
              </a:gs>
              <a:gs pos="100000">
                <a:srgbClr val="D8DEF9"/>
              </a:gs>
            </a:gsLst>
            <a:lin ang="16200000" scaled="0"/>
          </a:gra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iryo"/>
              <a:ea typeface="Meiryo"/>
              <a:cs typeface="Meiryo"/>
              <a:sym typeface="Meiryo"/>
            </a:endParaRPr>
          </a:p>
        </p:txBody>
      </p:sp>
      <p:sp>
        <p:nvSpPr>
          <p:cNvPr id="52" name="テキスト プレースホルダー 7">
            <a:extLst>
              <a:ext uri="{FF2B5EF4-FFF2-40B4-BE49-F238E27FC236}">
                <a16:creationId xmlns:a16="http://schemas.microsoft.com/office/drawing/2014/main" id="{7EB6D7CE-CBC4-4308-9CCC-7A819BF54889}"/>
              </a:ext>
            </a:extLst>
          </p:cNvPr>
          <p:cNvSpPr txBox="1">
            <a:spLocks/>
          </p:cNvSpPr>
          <p:nvPr/>
        </p:nvSpPr>
        <p:spPr>
          <a:xfrm>
            <a:off x="463550" y="3911330"/>
            <a:ext cx="8216900" cy="777623"/>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このように、横並びの箱がいくつもあるのが</a:t>
            </a:r>
            <a:r>
              <a:rPr lang="en-US" altLang="ja-JP" dirty="0" err="1"/>
              <a:t>ArrayList</a:t>
            </a:r>
            <a:r>
              <a:rPr lang="ja-JP" altLang="en-US" dirty="0"/>
              <a:t>です。インスタンスか値かの違いはありますが、配列によく似ているように見えますね。</a:t>
            </a:r>
          </a:p>
        </p:txBody>
      </p:sp>
      <p:pic>
        <p:nvPicPr>
          <p:cNvPr id="12" name="図 11" descr="机の上にあるおもちゃ&#10;&#10;低い精度で自動的に生成された説明">
            <a:extLst>
              <a:ext uri="{FF2B5EF4-FFF2-40B4-BE49-F238E27FC236}">
                <a16:creationId xmlns:a16="http://schemas.microsoft.com/office/drawing/2014/main" id="{79F2C055-8E27-4C47-B85E-F2D2DE5BCDBE}"/>
              </a:ext>
            </a:extLst>
          </p:cNvPr>
          <p:cNvPicPr>
            <a:picLocks noChangeAspect="1"/>
          </p:cNvPicPr>
          <p:nvPr/>
        </p:nvPicPr>
        <p:blipFill>
          <a:blip r:embed="rId2"/>
          <a:stretch>
            <a:fillRect/>
          </a:stretch>
        </p:blipFill>
        <p:spPr>
          <a:xfrm>
            <a:off x="727557" y="1670356"/>
            <a:ext cx="1232618" cy="1194099"/>
          </a:xfrm>
          <a:prstGeom prst="rect">
            <a:avLst/>
          </a:prstGeom>
        </p:spPr>
      </p:pic>
      <p:pic>
        <p:nvPicPr>
          <p:cNvPr id="26" name="図 25" descr="机の上にあるおもちゃ&#10;&#10;低い精度で自動的に生成された説明">
            <a:extLst>
              <a:ext uri="{FF2B5EF4-FFF2-40B4-BE49-F238E27FC236}">
                <a16:creationId xmlns:a16="http://schemas.microsoft.com/office/drawing/2014/main" id="{1E6E6203-0386-40FF-81FE-33DB0B5C9459}"/>
              </a:ext>
            </a:extLst>
          </p:cNvPr>
          <p:cNvPicPr>
            <a:picLocks noChangeAspect="1"/>
          </p:cNvPicPr>
          <p:nvPr/>
        </p:nvPicPr>
        <p:blipFill>
          <a:blip r:embed="rId2"/>
          <a:stretch>
            <a:fillRect/>
          </a:stretch>
        </p:blipFill>
        <p:spPr>
          <a:xfrm>
            <a:off x="2496235" y="1438050"/>
            <a:ext cx="1232618" cy="1194099"/>
          </a:xfrm>
          <a:prstGeom prst="rect">
            <a:avLst/>
          </a:prstGeom>
        </p:spPr>
      </p:pic>
      <p:pic>
        <p:nvPicPr>
          <p:cNvPr id="27" name="図 26" descr="机の上にあるおもちゃ&#10;&#10;低い精度で自動的に生成された説明">
            <a:extLst>
              <a:ext uri="{FF2B5EF4-FFF2-40B4-BE49-F238E27FC236}">
                <a16:creationId xmlns:a16="http://schemas.microsoft.com/office/drawing/2014/main" id="{947102E5-98AB-4B70-8256-4751CE75D79C}"/>
              </a:ext>
            </a:extLst>
          </p:cNvPr>
          <p:cNvPicPr>
            <a:picLocks noChangeAspect="1"/>
          </p:cNvPicPr>
          <p:nvPr/>
        </p:nvPicPr>
        <p:blipFill>
          <a:blip r:embed="rId2"/>
          <a:stretch>
            <a:fillRect/>
          </a:stretch>
        </p:blipFill>
        <p:spPr>
          <a:xfrm>
            <a:off x="4528920" y="1454530"/>
            <a:ext cx="1232618" cy="1194099"/>
          </a:xfrm>
          <a:prstGeom prst="rect">
            <a:avLst/>
          </a:prstGeom>
        </p:spPr>
      </p:pic>
      <p:pic>
        <p:nvPicPr>
          <p:cNvPr id="28" name="図 27" descr="机の上にあるおもちゃ&#10;&#10;低い精度で自動的に生成された説明">
            <a:extLst>
              <a:ext uri="{FF2B5EF4-FFF2-40B4-BE49-F238E27FC236}">
                <a16:creationId xmlns:a16="http://schemas.microsoft.com/office/drawing/2014/main" id="{E3209CC3-8F39-46B4-8D3C-9F2F7CEE6674}"/>
              </a:ext>
            </a:extLst>
          </p:cNvPr>
          <p:cNvPicPr>
            <a:picLocks noChangeAspect="1"/>
          </p:cNvPicPr>
          <p:nvPr/>
        </p:nvPicPr>
        <p:blipFill>
          <a:blip r:embed="rId2"/>
          <a:stretch>
            <a:fillRect/>
          </a:stretch>
        </p:blipFill>
        <p:spPr>
          <a:xfrm>
            <a:off x="6454965" y="1670355"/>
            <a:ext cx="1232618" cy="1194099"/>
          </a:xfrm>
          <a:prstGeom prst="rect">
            <a:avLst/>
          </a:prstGeom>
        </p:spPr>
      </p:pic>
      <p:cxnSp>
        <p:nvCxnSpPr>
          <p:cNvPr id="14" name="直線矢印コネクタ 13">
            <a:extLst>
              <a:ext uri="{FF2B5EF4-FFF2-40B4-BE49-F238E27FC236}">
                <a16:creationId xmlns:a16="http://schemas.microsoft.com/office/drawing/2014/main" id="{950480D0-DAC2-4DE5-8F83-87BFD1D43A49}"/>
              </a:ext>
            </a:extLst>
          </p:cNvPr>
          <p:cNvCxnSpPr>
            <a:stCxn id="12" idx="2"/>
          </p:cNvCxnSpPr>
          <p:nvPr/>
        </p:nvCxnSpPr>
        <p:spPr>
          <a:xfrm>
            <a:off x="1343866" y="2864455"/>
            <a:ext cx="1076605" cy="318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0C65CE4B-D8B5-472F-80EC-740967773953}"/>
              </a:ext>
            </a:extLst>
          </p:cNvPr>
          <p:cNvCxnSpPr>
            <a:cxnSpLocks/>
          </p:cNvCxnSpPr>
          <p:nvPr/>
        </p:nvCxnSpPr>
        <p:spPr>
          <a:xfrm>
            <a:off x="3218395" y="2361292"/>
            <a:ext cx="270851" cy="698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8766A406-84AB-4B8C-B6BB-BB243DEAD5F3}"/>
              </a:ext>
            </a:extLst>
          </p:cNvPr>
          <p:cNvCxnSpPr>
            <a:cxnSpLocks/>
          </p:cNvCxnSpPr>
          <p:nvPr/>
        </p:nvCxnSpPr>
        <p:spPr>
          <a:xfrm flipH="1">
            <a:off x="4394179" y="2441986"/>
            <a:ext cx="693407" cy="6578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FB0F01A2-CE69-482A-9C45-481265751D0A}"/>
              </a:ext>
            </a:extLst>
          </p:cNvPr>
          <p:cNvCxnSpPr>
            <a:cxnSpLocks/>
            <a:stCxn id="28" idx="2"/>
          </p:cNvCxnSpPr>
          <p:nvPr/>
        </p:nvCxnSpPr>
        <p:spPr>
          <a:xfrm flipH="1">
            <a:off x="5547882" y="2864454"/>
            <a:ext cx="1523392" cy="3188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1889BCCB-990D-4639-885E-A7EE7961DBC3}"/>
              </a:ext>
            </a:extLst>
          </p:cNvPr>
          <p:cNvSpPr txBox="1"/>
          <p:nvPr/>
        </p:nvSpPr>
        <p:spPr>
          <a:xfrm>
            <a:off x="277563" y="2361766"/>
            <a:ext cx="1942428" cy="289911"/>
          </a:xfrm>
          <a:prstGeom prst="rect">
            <a:avLst/>
          </a:prstGeom>
          <a:solidFill>
            <a:schemeClr val="bg1"/>
          </a:solidFill>
          <a:ln>
            <a:solidFill>
              <a:schemeClr val="tx1"/>
            </a:solidFill>
          </a:ln>
        </p:spPr>
        <p:txBody>
          <a:bodyPr wrap="square" rtlCol="0">
            <a:noAutofit/>
          </a:bodyPr>
          <a:lstStyle/>
          <a:p>
            <a:pPr algn="l"/>
            <a:r>
              <a:rPr kumimoji="1" lang="en-US" altLang="ja-JP" sz="1400" baseline="0" dirty="0">
                <a:solidFill>
                  <a:schemeClr val="tx1"/>
                </a:solidFill>
              </a:rPr>
              <a:t>Student</a:t>
            </a:r>
            <a:r>
              <a:rPr kumimoji="1" lang="ja-JP" altLang="en-US" sz="1400" baseline="0" dirty="0">
                <a:solidFill>
                  <a:schemeClr val="tx1"/>
                </a:solidFill>
              </a:rPr>
              <a:t>インスタンス</a:t>
            </a:r>
          </a:p>
        </p:txBody>
      </p:sp>
      <p:sp>
        <p:nvSpPr>
          <p:cNvPr id="42" name="テキスト ボックス 41">
            <a:extLst>
              <a:ext uri="{FF2B5EF4-FFF2-40B4-BE49-F238E27FC236}">
                <a16:creationId xmlns:a16="http://schemas.microsoft.com/office/drawing/2014/main" id="{B8E329CD-11D2-425E-A56E-D1D5961C83A4}"/>
              </a:ext>
            </a:extLst>
          </p:cNvPr>
          <p:cNvSpPr txBox="1"/>
          <p:nvPr/>
        </p:nvSpPr>
        <p:spPr>
          <a:xfrm>
            <a:off x="2247437" y="2075108"/>
            <a:ext cx="1942428" cy="289911"/>
          </a:xfrm>
          <a:prstGeom prst="rect">
            <a:avLst/>
          </a:prstGeom>
          <a:solidFill>
            <a:schemeClr val="bg1"/>
          </a:solidFill>
          <a:ln>
            <a:solidFill>
              <a:schemeClr val="tx1"/>
            </a:solidFill>
          </a:ln>
        </p:spPr>
        <p:txBody>
          <a:bodyPr wrap="square" rtlCol="0">
            <a:noAutofit/>
          </a:bodyPr>
          <a:lstStyle/>
          <a:p>
            <a:pPr algn="l"/>
            <a:r>
              <a:rPr kumimoji="1" lang="en-US" altLang="ja-JP" sz="1400" baseline="0" dirty="0">
                <a:solidFill>
                  <a:schemeClr val="tx1"/>
                </a:solidFill>
              </a:rPr>
              <a:t>Student</a:t>
            </a:r>
            <a:r>
              <a:rPr kumimoji="1" lang="ja-JP" altLang="en-US" sz="1400" baseline="0" dirty="0">
                <a:solidFill>
                  <a:schemeClr val="tx1"/>
                </a:solidFill>
              </a:rPr>
              <a:t>インスタンス</a:t>
            </a:r>
          </a:p>
        </p:txBody>
      </p:sp>
      <p:sp>
        <p:nvSpPr>
          <p:cNvPr id="53" name="テキスト ボックス 52">
            <a:extLst>
              <a:ext uri="{FF2B5EF4-FFF2-40B4-BE49-F238E27FC236}">
                <a16:creationId xmlns:a16="http://schemas.microsoft.com/office/drawing/2014/main" id="{73644BA9-FB53-4587-A9BD-E4D432E0988A}"/>
              </a:ext>
            </a:extLst>
          </p:cNvPr>
          <p:cNvSpPr txBox="1"/>
          <p:nvPr/>
        </p:nvSpPr>
        <p:spPr>
          <a:xfrm>
            <a:off x="4352173" y="2061863"/>
            <a:ext cx="1942428" cy="289911"/>
          </a:xfrm>
          <a:prstGeom prst="rect">
            <a:avLst/>
          </a:prstGeom>
          <a:solidFill>
            <a:schemeClr val="bg1"/>
          </a:solidFill>
          <a:ln>
            <a:solidFill>
              <a:schemeClr val="tx1"/>
            </a:solidFill>
          </a:ln>
        </p:spPr>
        <p:txBody>
          <a:bodyPr wrap="square" rtlCol="0">
            <a:noAutofit/>
          </a:bodyPr>
          <a:lstStyle/>
          <a:p>
            <a:pPr algn="l"/>
            <a:r>
              <a:rPr kumimoji="1" lang="en-US" altLang="ja-JP" sz="1400" baseline="0" dirty="0">
                <a:solidFill>
                  <a:schemeClr val="tx1"/>
                </a:solidFill>
              </a:rPr>
              <a:t>Student</a:t>
            </a:r>
            <a:r>
              <a:rPr kumimoji="1" lang="ja-JP" altLang="en-US" sz="1400" baseline="0" dirty="0">
                <a:solidFill>
                  <a:schemeClr val="tx1"/>
                </a:solidFill>
              </a:rPr>
              <a:t>インスタンス</a:t>
            </a:r>
          </a:p>
        </p:txBody>
      </p:sp>
      <p:sp>
        <p:nvSpPr>
          <p:cNvPr id="54" name="テキスト ボックス 53">
            <a:extLst>
              <a:ext uri="{FF2B5EF4-FFF2-40B4-BE49-F238E27FC236}">
                <a16:creationId xmlns:a16="http://schemas.microsoft.com/office/drawing/2014/main" id="{889142B7-1EB4-449B-A511-A629C25D4563}"/>
              </a:ext>
            </a:extLst>
          </p:cNvPr>
          <p:cNvSpPr txBox="1"/>
          <p:nvPr/>
        </p:nvSpPr>
        <p:spPr>
          <a:xfrm>
            <a:off x="6390706" y="2469892"/>
            <a:ext cx="1942428" cy="289911"/>
          </a:xfrm>
          <a:prstGeom prst="rect">
            <a:avLst/>
          </a:prstGeom>
          <a:solidFill>
            <a:schemeClr val="bg1"/>
          </a:solidFill>
          <a:ln>
            <a:solidFill>
              <a:schemeClr val="tx1"/>
            </a:solidFill>
          </a:ln>
        </p:spPr>
        <p:txBody>
          <a:bodyPr wrap="square" rtlCol="0">
            <a:noAutofit/>
          </a:bodyPr>
          <a:lstStyle/>
          <a:p>
            <a:pPr algn="l"/>
            <a:r>
              <a:rPr kumimoji="1" lang="en-US" altLang="ja-JP" sz="1400" baseline="0" dirty="0">
                <a:solidFill>
                  <a:schemeClr val="tx1"/>
                </a:solidFill>
              </a:rPr>
              <a:t>Student</a:t>
            </a:r>
            <a:r>
              <a:rPr kumimoji="1" lang="ja-JP" altLang="en-US" sz="1400" baseline="0" dirty="0">
                <a:solidFill>
                  <a:schemeClr val="tx1"/>
                </a:solidFill>
              </a:rPr>
              <a:t>インスタンス</a:t>
            </a:r>
          </a:p>
        </p:txBody>
      </p:sp>
      <p:sp>
        <p:nvSpPr>
          <p:cNvPr id="55" name="テキスト ボックス 54">
            <a:extLst>
              <a:ext uri="{FF2B5EF4-FFF2-40B4-BE49-F238E27FC236}">
                <a16:creationId xmlns:a16="http://schemas.microsoft.com/office/drawing/2014/main" id="{BB93BF00-412E-4F2F-A787-7FBBC161F643}"/>
              </a:ext>
            </a:extLst>
          </p:cNvPr>
          <p:cNvSpPr txBox="1"/>
          <p:nvPr/>
        </p:nvSpPr>
        <p:spPr>
          <a:xfrm>
            <a:off x="2424981" y="3358345"/>
            <a:ext cx="3157293" cy="289911"/>
          </a:xfrm>
          <a:prstGeom prst="rect">
            <a:avLst/>
          </a:prstGeom>
          <a:solidFill>
            <a:schemeClr val="bg1"/>
          </a:solidFill>
          <a:ln>
            <a:solidFill>
              <a:schemeClr val="tx1"/>
            </a:solidFill>
          </a:ln>
        </p:spPr>
        <p:txBody>
          <a:bodyPr wrap="square" rtlCol="0">
            <a:noAutofit/>
          </a:bodyPr>
          <a:lstStyle/>
          <a:p>
            <a:pPr algn="l"/>
            <a:r>
              <a:rPr kumimoji="1" lang="en-US" altLang="ja-JP" sz="1400" baseline="0" dirty="0">
                <a:solidFill>
                  <a:schemeClr val="tx1"/>
                </a:solidFill>
              </a:rPr>
              <a:t>Student</a:t>
            </a:r>
            <a:r>
              <a:rPr kumimoji="1" lang="ja-JP" altLang="en-US" sz="1400" baseline="0" dirty="0">
                <a:solidFill>
                  <a:schemeClr val="tx1"/>
                </a:solidFill>
              </a:rPr>
              <a:t>型が保持できるコレクション</a:t>
            </a:r>
          </a:p>
        </p:txBody>
      </p:sp>
    </p:spTree>
    <p:extLst>
      <p:ext uri="{BB962C8B-B14F-4D97-AF65-F5344CB8AC3E}">
        <p14:creationId xmlns:p14="http://schemas.microsoft.com/office/powerpoint/2010/main" val="2397736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AB8940BD-0E4B-441A-AF45-E40B9517A81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8F8098DF-8ADA-4D88-933C-1AD9E04BDC85}"/>
              </a:ext>
            </a:extLst>
          </p:cNvPr>
          <p:cNvSpPr>
            <a:spLocks noGrp="1"/>
          </p:cNvSpPr>
          <p:nvPr>
            <p:ph type="ctrTitle"/>
          </p:nvPr>
        </p:nvSpPr>
        <p:spPr/>
        <p:txBody>
          <a:bodyPr/>
          <a:lstStyle/>
          <a:p>
            <a:r>
              <a:rPr lang="en-US" altLang="ja-JP" dirty="0" err="1"/>
              <a:t>配列だとどうなるか</a:t>
            </a:r>
            <a:r>
              <a:rPr lang="en-US" altLang="ja-JP" dirty="0"/>
              <a:t>？</a:t>
            </a:r>
            <a:endParaRPr kumimoji="1" lang="ja-JP" altLang="en-US" dirty="0"/>
          </a:p>
        </p:txBody>
      </p:sp>
      <p:sp>
        <p:nvSpPr>
          <p:cNvPr id="4" name="スライド番号プレースホルダー 3">
            <a:extLst>
              <a:ext uri="{FF2B5EF4-FFF2-40B4-BE49-F238E27FC236}">
                <a16:creationId xmlns:a16="http://schemas.microsoft.com/office/drawing/2014/main" id="{C8F34DCA-106C-4E8B-8A12-AFFD172E8738}"/>
              </a:ext>
            </a:extLst>
          </p:cNvPr>
          <p:cNvSpPr>
            <a:spLocks noGrp="1"/>
          </p:cNvSpPr>
          <p:nvPr>
            <p:ph type="sldNum" sz="quarter" idx="4"/>
          </p:nvPr>
        </p:nvSpPr>
        <p:spPr/>
        <p:txBody>
          <a:bodyPr/>
          <a:lstStyle/>
          <a:p>
            <a:fld id="{00000000-1234-1234-1234-123412341234}" type="slidenum">
              <a:rPr lang="en" smtClean="0"/>
              <a:pPr/>
              <a:t>6</a:t>
            </a:fld>
            <a:endParaRPr lang="en" dirty="0"/>
          </a:p>
        </p:txBody>
      </p:sp>
      <p:sp>
        <p:nvSpPr>
          <p:cNvPr id="5" name="テキスト プレースホルダー 4">
            <a:extLst>
              <a:ext uri="{FF2B5EF4-FFF2-40B4-BE49-F238E27FC236}">
                <a16:creationId xmlns:a16="http://schemas.microsoft.com/office/drawing/2014/main" id="{BC30EE85-D366-4D0C-AD9C-32B3E1EBBE04}"/>
              </a:ext>
            </a:extLst>
          </p:cNvPr>
          <p:cNvSpPr>
            <a:spLocks noGrp="1"/>
          </p:cNvSpPr>
          <p:nvPr>
            <p:ph type="body" sz="quarter" idx="14"/>
          </p:nvPr>
        </p:nvSpPr>
        <p:spPr>
          <a:xfrm>
            <a:off x="462875" y="859491"/>
            <a:ext cx="8216900" cy="541192"/>
          </a:xfrm>
        </p:spPr>
        <p:txBody>
          <a:bodyPr/>
          <a:lstStyle/>
          <a:p>
            <a:pPr marL="96838" indent="0">
              <a:buNone/>
            </a:pPr>
            <a:r>
              <a:rPr kumimoji="1" lang="ja-JP" altLang="en-US" dirty="0"/>
              <a:t>配列のプログラムの処理の順序は、</a:t>
            </a:r>
          </a:p>
          <a:p>
            <a:pPr marL="96838" indent="0">
              <a:buNone/>
            </a:pPr>
            <a:r>
              <a:rPr kumimoji="1" lang="ja-JP" altLang="en-US" b="1" dirty="0">
                <a:solidFill>
                  <a:srgbClr val="FF0000"/>
                </a:solidFill>
              </a:rPr>
              <a:t>①宣言　②要素の作成　③代入　④中身を表示</a:t>
            </a:r>
          </a:p>
          <a:p>
            <a:pPr marL="96838" indent="0">
              <a:buNone/>
            </a:pPr>
            <a:endParaRPr kumimoji="1" lang="ja-JP" altLang="en-US" dirty="0"/>
          </a:p>
        </p:txBody>
      </p:sp>
      <p:sp>
        <p:nvSpPr>
          <p:cNvPr id="6" name="Google Shape;114;p15">
            <a:extLst>
              <a:ext uri="{FF2B5EF4-FFF2-40B4-BE49-F238E27FC236}">
                <a16:creationId xmlns:a16="http://schemas.microsoft.com/office/drawing/2014/main" id="{2D11B78B-DA03-4161-A355-F7531FF466A4}"/>
              </a:ext>
            </a:extLst>
          </p:cNvPr>
          <p:cNvSpPr/>
          <p:nvPr/>
        </p:nvSpPr>
        <p:spPr>
          <a:xfrm>
            <a:off x="1112520" y="1476883"/>
            <a:ext cx="6705600" cy="2439185"/>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i="0" u="none" strike="noStrike" cap="none">
                <a:solidFill>
                  <a:schemeClr val="dk1"/>
                </a:solidFill>
                <a:cs typeface="MS Gothic"/>
                <a:sym typeface="MS Gothic"/>
              </a:rPr>
              <a:t>public class Sample {</a:t>
            </a:r>
            <a:endParaRPr sz="1400"/>
          </a:p>
          <a:p>
            <a:pPr marL="0" marR="0" lvl="0" indent="0" algn="l" rtl="0">
              <a:spcBef>
                <a:spcPts val="0"/>
              </a:spcBef>
              <a:spcAft>
                <a:spcPts val="0"/>
              </a:spcAft>
              <a:buNone/>
            </a:pPr>
            <a:r>
              <a:rPr lang="en-US" sz="1400">
                <a:solidFill>
                  <a:schemeClr val="dk1"/>
                </a:solidFill>
                <a:cs typeface="MS Gothic"/>
                <a:sym typeface="MS Gothic"/>
              </a:rPr>
              <a:t>  public static void main(String[] args) {</a:t>
            </a:r>
            <a:endParaRPr sz="1400"/>
          </a:p>
          <a:p>
            <a:pPr marL="0" marR="0" lvl="0" indent="0" algn="l" rtl="0">
              <a:spcBef>
                <a:spcPts val="0"/>
              </a:spcBef>
              <a:spcAft>
                <a:spcPts val="0"/>
              </a:spcAft>
              <a:buNone/>
            </a:pPr>
            <a:r>
              <a:rPr lang="en-US" sz="1400">
                <a:solidFill>
                  <a:schemeClr val="dk1"/>
                </a:solidFill>
                <a:cs typeface="MS Gothic"/>
                <a:sym typeface="MS Gothic"/>
              </a:rPr>
              <a:t>    String[] names = new String[3];</a:t>
            </a:r>
            <a:endParaRPr sz="1400"/>
          </a:p>
          <a:p>
            <a:pPr marL="0" marR="0" lvl="0" indent="0" algn="l" rtl="0">
              <a:spcBef>
                <a:spcPts val="0"/>
              </a:spcBef>
              <a:spcAft>
                <a:spcPts val="0"/>
              </a:spcAft>
              <a:buNone/>
            </a:pPr>
            <a:r>
              <a:rPr lang="en-US" sz="1400">
                <a:solidFill>
                  <a:schemeClr val="dk1"/>
                </a:solidFill>
                <a:cs typeface="MS Gothic"/>
                <a:sym typeface="MS Gothic"/>
              </a:rPr>
              <a:t>    names[0] = "山田";</a:t>
            </a:r>
            <a:endParaRPr sz="1400"/>
          </a:p>
          <a:p>
            <a:pPr marL="0" marR="0" lvl="0" indent="0" algn="l" rtl="0">
              <a:spcBef>
                <a:spcPts val="0"/>
              </a:spcBef>
              <a:spcAft>
                <a:spcPts val="0"/>
              </a:spcAft>
              <a:buNone/>
            </a:pPr>
            <a:r>
              <a:rPr lang="en-US" sz="1400">
                <a:solidFill>
                  <a:schemeClr val="dk1"/>
                </a:solidFill>
                <a:cs typeface="MS Gothic"/>
                <a:sym typeface="MS Gothic"/>
              </a:rPr>
              <a:t>    names[1] = "小林";</a:t>
            </a:r>
            <a:endParaRPr sz="1400"/>
          </a:p>
          <a:p>
            <a:pPr marL="0" marR="0" lvl="0" indent="0" algn="l" rtl="0">
              <a:spcBef>
                <a:spcPts val="0"/>
              </a:spcBef>
              <a:spcAft>
                <a:spcPts val="0"/>
              </a:spcAft>
              <a:buNone/>
            </a:pPr>
            <a:r>
              <a:rPr lang="en-US" sz="1400">
                <a:solidFill>
                  <a:schemeClr val="dk1"/>
                </a:solidFill>
                <a:cs typeface="MS Gothic"/>
                <a:sym typeface="MS Gothic"/>
              </a:rPr>
              <a:t>    names[2] = "佐藤";</a:t>
            </a:r>
            <a:endParaRPr sz="1400"/>
          </a:p>
          <a:p>
            <a:pPr marL="0" marR="0" lvl="0" indent="0" algn="l" rtl="0">
              <a:spcBef>
                <a:spcPts val="0"/>
              </a:spcBef>
              <a:spcAft>
                <a:spcPts val="0"/>
              </a:spcAft>
              <a:buNone/>
            </a:pPr>
            <a:r>
              <a:rPr lang="en-US" sz="1400">
                <a:solidFill>
                  <a:schemeClr val="dk1"/>
                </a:solidFill>
                <a:cs typeface="MS Gothic"/>
                <a:sym typeface="MS Gothic"/>
              </a:rPr>
              <a:t>    for (int i = 0; i &lt; names.length; i++) {</a:t>
            </a:r>
            <a:endParaRPr sz="1400"/>
          </a:p>
          <a:p>
            <a:pPr marL="0" marR="0" lvl="0" indent="0" algn="l" rtl="0">
              <a:spcBef>
                <a:spcPts val="0"/>
              </a:spcBef>
              <a:spcAft>
                <a:spcPts val="0"/>
              </a:spcAft>
              <a:buNone/>
            </a:pPr>
            <a:r>
              <a:rPr lang="en-US" sz="1400">
                <a:solidFill>
                  <a:schemeClr val="dk1"/>
                </a:solidFill>
                <a:cs typeface="MS Gothic"/>
                <a:sym typeface="MS Gothic"/>
              </a:rPr>
              <a:t>      System.out.println(names[i]);</a:t>
            </a:r>
            <a:endParaRPr sz="1400"/>
          </a:p>
          <a:p>
            <a:pPr marL="0" marR="0" lvl="0" indent="0" algn="l" rtl="0">
              <a:spcBef>
                <a:spcPts val="0"/>
              </a:spcBef>
              <a:spcAft>
                <a:spcPts val="0"/>
              </a:spcAft>
              <a:buNone/>
            </a:pPr>
            <a:r>
              <a:rPr lang="en-US" sz="1400">
                <a:solidFill>
                  <a:schemeClr val="dk1"/>
                </a:solidFill>
                <a:cs typeface="MS Gothic"/>
                <a:sym typeface="MS Gothic"/>
              </a:rPr>
              <a:t>    }</a:t>
            </a:r>
            <a:endParaRPr sz="1400"/>
          </a:p>
          <a:p>
            <a:pPr marL="0" marR="0" lvl="0" indent="0" algn="l" rtl="0">
              <a:spcBef>
                <a:spcPts val="0"/>
              </a:spcBef>
              <a:spcAft>
                <a:spcPts val="0"/>
              </a:spcAft>
              <a:buNone/>
            </a:pPr>
            <a:r>
              <a:rPr lang="en-US" sz="1400">
                <a:solidFill>
                  <a:schemeClr val="dk1"/>
                </a:solidFill>
                <a:cs typeface="MS Gothic"/>
                <a:sym typeface="MS Gothic"/>
              </a:rPr>
              <a:t>  }</a:t>
            </a:r>
            <a:endParaRPr sz="1400">
              <a:solidFill>
                <a:schemeClr val="dk1"/>
              </a:solidFill>
              <a:cs typeface="MS Gothic"/>
              <a:sym typeface="MS Gothic"/>
            </a:endParaRPr>
          </a:p>
          <a:p>
            <a:pPr marL="0" marR="0" lvl="0" indent="0" algn="l" rtl="0">
              <a:spcBef>
                <a:spcPts val="0"/>
              </a:spcBef>
              <a:spcAft>
                <a:spcPts val="0"/>
              </a:spcAft>
              <a:buNone/>
            </a:pPr>
            <a:r>
              <a:rPr lang="en-US" sz="1400">
                <a:solidFill>
                  <a:schemeClr val="dk1"/>
                </a:solidFill>
                <a:cs typeface="MS Gothic"/>
                <a:sym typeface="MS Gothic"/>
              </a:rPr>
              <a:t>}</a:t>
            </a:r>
            <a:endParaRPr sz="1400">
              <a:solidFill>
                <a:schemeClr val="dk1"/>
              </a:solidFill>
              <a:cs typeface="MS Gothic"/>
              <a:sym typeface="MS Gothic"/>
            </a:endParaRPr>
          </a:p>
        </p:txBody>
      </p:sp>
    </p:spTree>
    <p:extLst>
      <p:ext uri="{BB962C8B-B14F-4D97-AF65-F5344CB8AC3E}">
        <p14:creationId xmlns:p14="http://schemas.microsoft.com/office/powerpoint/2010/main" val="3448193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AB8940BD-0E4B-441A-AF45-E40B9517A81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8F8098DF-8ADA-4D88-933C-1AD9E04BDC85}"/>
              </a:ext>
            </a:extLst>
          </p:cNvPr>
          <p:cNvSpPr>
            <a:spLocks noGrp="1"/>
          </p:cNvSpPr>
          <p:nvPr>
            <p:ph type="ctrTitle"/>
          </p:nvPr>
        </p:nvSpPr>
        <p:spPr/>
        <p:txBody>
          <a:bodyPr/>
          <a:lstStyle/>
          <a:p>
            <a:r>
              <a:rPr lang="en-US" altLang="ja-JP" dirty="0" err="1"/>
              <a:t>ArrayListだとどうなるか</a:t>
            </a:r>
            <a:r>
              <a:rPr lang="en-US" altLang="ja-JP" dirty="0"/>
              <a:t>？</a:t>
            </a:r>
            <a:endParaRPr kumimoji="1" lang="ja-JP" altLang="en-US" dirty="0"/>
          </a:p>
        </p:txBody>
      </p:sp>
      <p:sp>
        <p:nvSpPr>
          <p:cNvPr id="4" name="スライド番号プレースホルダー 3">
            <a:extLst>
              <a:ext uri="{FF2B5EF4-FFF2-40B4-BE49-F238E27FC236}">
                <a16:creationId xmlns:a16="http://schemas.microsoft.com/office/drawing/2014/main" id="{C8F34DCA-106C-4E8B-8A12-AFFD172E8738}"/>
              </a:ext>
            </a:extLst>
          </p:cNvPr>
          <p:cNvSpPr>
            <a:spLocks noGrp="1"/>
          </p:cNvSpPr>
          <p:nvPr>
            <p:ph type="sldNum" sz="quarter" idx="4"/>
          </p:nvPr>
        </p:nvSpPr>
        <p:spPr/>
        <p:txBody>
          <a:bodyPr/>
          <a:lstStyle/>
          <a:p>
            <a:fld id="{00000000-1234-1234-1234-123412341234}" type="slidenum">
              <a:rPr lang="en" smtClean="0"/>
              <a:pPr/>
              <a:t>7</a:t>
            </a:fld>
            <a:endParaRPr lang="en" dirty="0"/>
          </a:p>
        </p:txBody>
      </p:sp>
      <p:sp>
        <p:nvSpPr>
          <p:cNvPr id="5" name="テキスト プレースホルダー 4">
            <a:extLst>
              <a:ext uri="{FF2B5EF4-FFF2-40B4-BE49-F238E27FC236}">
                <a16:creationId xmlns:a16="http://schemas.microsoft.com/office/drawing/2014/main" id="{BC30EE85-D366-4D0C-AD9C-32B3E1EBBE04}"/>
              </a:ext>
            </a:extLst>
          </p:cNvPr>
          <p:cNvSpPr>
            <a:spLocks noGrp="1"/>
          </p:cNvSpPr>
          <p:nvPr>
            <p:ph type="body" sz="quarter" idx="14"/>
          </p:nvPr>
        </p:nvSpPr>
        <p:spPr>
          <a:xfrm>
            <a:off x="462875" y="859491"/>
            <a:ext cx="8216900" cy="541192"/>
          </a:xfrm>
        </p:spPr>
        <p:txBody>
          <a:bodyPr/>
          <a:lstStyle/>
          <a:p>
            <a:pPr marL="96838" indent="0">
              <a:buNone/>
            </a:pPr>
            <a:r>
              <a:rPr kumimoji="1" lang="ja-JP" altLang="en-US" dirty="0"/>
              <a:t>一方、</a:t>
            </a:r>
            <a:r>
              <a:rPr kumimoji="1" lang="en-US" altLang="ja-JP" dirty="0" err="1"/>
              <a:t>ArrayList</a:t>
            </a:r>
            <a:r>
              <a:rPr kumimoji="1" lang="ja-JP" altLang="en-US" dirty="0"/>
              <a:t>のプログラムの処理の順序は、</a:t>
            </a:r>
          </a:p>
          <a:p>
            <a:pPr marL="96838" indent="0">
              <a:buNone/>
            </a:pPr>
            <a:r>
              <a:rPr kumimoji="1" lang="ja-JP" altLang="en-US" b="1" dirty="0">
                <a:solidFill>
                  <a:srgbClr val="FF0000"/>
                </a:solidFill>
              </a:rPr>
              <a:t>①</a:t>
            </a:r>
            <a:r>
              <a:rPr kumimoji="1" lang="en-US" altLang="ja-JP" b="1" dirty="0">
                <a:solidFill>
                  <a:srgbClr val="FF0000"/>
                </a:solidFill>
              </a:rPr>
              <a:t>import</a:t>
            </a:r>
            <a:r>
              <a:rPr kumimoji="1" lang="ja-JP" altLang="en-US" b="1" dirty="0">
                <a:solidFill>
                  <a:srgbClr val="FF0000"/>
                </a:solidFill>
              </a:rPr>
              <a:t>　②宣言　③追加　④中身を表示</a:t>
            </a:r>
          </a:p>
        </p:txBody>
      </p:sp>
      <p:sp>
        <p:nvSpPr>
          <p:cNvPr id="6" name="Google Shape;114;p15">
            <a:extLst>
              <a:ext uri="{FF2B5EF4-FFF2-40B4-BE49-F238E27FC236}">
                <a16:creationId xmlns:a16="http://schemas.microsoft.com/office/drawing/2014/main" id="{2D11B78B-DA03-4161-A355-F7531FF466A4}"/>
              </a:ext>
            </a:extLst>
          </p:cNvPr>
          <p:cNvSpPr/>
          <p:nvPr/>
        </p:nvSpPr>
        <p:spPr>
          <a:xfrm>
            <a:off x="1112520" y="1476883"/>
            <a:ext cx="6705600" cy="2866517"/>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i="0" u="none" strike="noStrike" cap="none" dirty="0">
                <a:solidFill>
                  <a:schemeClr val="accent1"/>
                </a:solidFill>
                <a:cs typeface="MS Gothic"/>
                <a:sym typeface="MS Gothic"/>
              </a:rPr>
              <a:t>import </a:t>
            </a:r>
            <a:r>
              <a:rPr lang="en-US" sz="1400" b="1" i="0" u="none" strike="noStrike" cap="none" dirty="0" err="1">
                <a:solidFill>
                  <a:schemeClr val="accent1"/>
                </a:solidFill>
                <a:cs typeface="MS Gothic"/>
                <a:sym typeface="MS Gothic"/>
              </a:rPr>
              <a:t>java.util.ArrayList</a:t>
            </a:r>
            <a:r>
              <a:rPr lang="en-US" sz="1400" b="1" i="0" u="none" strike="noStrike" cap="none" dirty="0">
                <a:solidFill>
                  <a:schemeClr val="accent1"/>
                </a:solidFill>
                <a:cs typeface="MS Gothic"/>
                <a:sym typeface="MS Gothic"/>
              </a:rPr>
              <a:t>;</a:t>
            </a:r>
          </a:p>
          <a:p>
            <a:pPr marL="0" marR="0" lvl="0" indent="0" algn="l" rtl="0">
              <a:spcBef>
                <a:spcPts val="0"/>
              </a:spcBef>
              <a:spcAft>
                <a:spcPts val="0"/>
              </a:spcAft>
              <a:buNone/>
            </a:pPr>
            <a:r>
              <a:rPr lang="en-US" sz="1400" i="0" u="none" strike="noStrike" cap="none" dirty="0">
                <a:solidFill>
                  <a:schemeClr val="dk1"/>
                </a:solidFill>
                <a:cs typeface="MS Gothic"/>
                <a:sym typeface="MS Gothic"/>
              </a:rPr>
              <a:t>public class Sample {</a:t>
            </a:r>
          </a:p>
          <a:p>
            <a:pPr marL="0" marR="0" lvl="0" indent="0" algn="l" rtl="0">
              <a:spcBef>
                <a:spcPts val="0"/>
              </a:spcBef>
              <a:spcAft>
                <a:spcPts val="0"/>
              </a:spcAft>
              <a:buNone/>
            </a:pPr>
            <a:r>
              <a:rPr lang="en-US" sz="1400" i="0" u="none" strike="noStrike" cap="none" dirty="0">
                <a:solidFill>
                  <a:schemeClr val="dk1"/>
                </a:solidFill>
                <a:cs typeface="MS Gothic"/>
                <a:sym typeface="MS Gothic"/>
              </a:rPr>
              <a:t>  public static void main(String[] </a:t>
            </a:r>
            <a:r>
              <a:rPr lang="en-US" sz="1400" i="0" u="none" strike="noStrike" cap="none" dirty="0" err="1">
                <a:solidFill>
                  <a:schemeClr val="dk1"/>
                </a:solidFill>
                <a:cs typeface="MS Gothic"/>
                <a:sym typeface="MS Gothic"/>
              </a:rPr>
              <a:t>args</a:t>
            </a:r>
            <a:r>
              <a:rPr lang="en-US" sz="1400" i="0" u="none" strike="noStrike" cap="none" dirty="0">
                <a:solidFill>
                  <a:schemeClr val="dk1"/>
                </a:solidFill>
                <a:cs typeface="MS Gothic"/>
                <a:sym typeface="MS Gothic"/>
              </a:rPr>
              <a:t>) {</a:t>
            </a:r>
          </a:p>
          <a:p>
            <a:pPr marL="0" marR="0" lvl="0" indent="0" algn="l" rtl="0">
              <a:spcBef>
                <a:spcPts val="0"/>
              </a:spcBef>
              <a:spcAft>
                <a:spcPts val="0"/>
              </a:spcAft>
              <a:buNone/>
            </a:pPr>
            <a:r>
              <a:rPr lang="en-US" sz="1400" b="1" i="0" u="none" strike="noStrike" cap="none" dirty="0">
                <a:solidFill>
                  <a:schemeClr val="accent1"/>
                </a:solidFill>
                <a:cs typeface="MS Gothic"/>
                <a:sym typeface="MS Gothic"/>
              </a:rPr>
              <a:t>    </a:t>
            </a:r>
            <a:r>
              <a:rPr lang="en-US" sz="1400" b="1" i="0" u="none" strike="noStrike" cap="none" dirty="0" err="1">
                <a:solidFill>
                  <a:schemeClr val="accent1"/>
                </a:solidFill>
                <a:cs typeface="MS Gothic"/>
                <a:sym typeface="MS Gothic"/>
              </a:rPr>
              <a:t>ArrayList</a:t>
            </a:r>
            <a:r>
              <a:rPr lang="en-US" sz="1400" b="1" i="0" u="none" strike="noStrike" cap="none" dirty="0">
                <a:solidFill>
                  <a:srgbClr val="FF0000"/>
                </a:solidFill>
                <a:cs typeface="MS Gothic"/>
                <a:sym typeface="MS Gothic"/>
              </a:rPr>
              <a:t>&lt;String&gt; </a:t>
            </a:r>
            <a:r>
              <a:rPr lang="en-US" sz="1400" b="1" i="0" u="none" strike="noStrike" cap="none" dirty="0">
                <a:solidFill>
                  <a:schemeClr val="accent1"/>
                </a:solidFill>
                <a:cs typeface="MS Gothic"/>
                <a:sym typeface="MS Gothic"/>
              </a:rPr>
              <a:t>names = new </a:t>
            </a:r>
            <a:r>
              <a:rPr lang="en-US" sz="1400" b="1" i="0" u="none" strike="noStrike" cap="none" dirty="0" err="1">
                <a:solidFill>
                  <a:schemeClr val="accent1"/>
                </a:solidFill>
                <a:cs typeface="MS Gothic"/>
                <a:sym typeface="MS Gothic"/>
              </a:rPr>
              <a:t>ArrayList</a:t>
            </a:r>
            <a:r>
              <a:rPr lang="en-US" sz="1400" b="1" i="0" u="none" strike="noStrike" cap="none" dirty="0">
                <a:solidFill>
                  <a:srgbClr val="FF0000"/>
                </a:solidFill>
                <a:cs typeface="MS Gothic"/>
                <a:sym typeface="MS Gothic"/>
              </a:rPr>
              <a:t>&lt;String&gt;</a:t>
            </a:r>
            <a:r>
              <a:rPr lang="en-US" sz="1400" b="1" i="0" u="none" strike="noStrike" cap="none" dirty="0">
                <a:solidFill>
                  <a:schemeClr val="accent1"/>
                </a:solidFill>
                <a:cs typeface="MS Gothic"/>
                <a:sym typeface="MS Gothic"/>
              </a:rPr>
              <a:t>();</a:t>
            </a:r>
          </a:p>
          <a:p>
            <a:pPr marL="0" marR="0" lvl="0" indent="0" algn="l" rtl="0">
              <a:spcBef>
                <a:spcPts val="0"/>
              </a:spcBef>
              <a:spcAft>
                <a:spcPts val="0"/>
              </a:spcAft>
              <a:buNone/>
            </a:pPr>
            <a:r>
              <a:rPr lang="en-US" sz="1400" b="1" i="0" u="none" strike="noStrike" cap="none" dirty="0">
                <a:solidFill>
                  <a:schemeClr val="accent1"/>
                </a:solidFill>
                <a:cs typeface="MS Gothic"/>
                <a:sym typeface="MS Gothic"/>
              </a:rPr>
              <a:t>    </a:t>
            </a:r>
            <a:r>
              <a:rPr lang="en-US" sz="1400" b="1" i="0" u="none" strike="noStrike" cap="none" dirty="0" err="1">
                <a:solidFill>
                  <a:schemeClr val="accent1"/>
                </a:solidFill>
                <a:cs typeface="MS Gothic"/>
                <a:sym typeface="MS Gothic"/>
              </a:rPr>
              <a:t>names.add</a:t>
            </a:r>
            <a:r>
              <a:rPr lang="en-US" sz="1400" b="1" i="0" u="none" strike="noStrike" cap="none" dirty="0">
                <a:solidFill>
                  <a:schemeClr val="accent1"/>
                </a:solidFill>
                <a:cs typeface="MS Gothic"/>
                <a:sym typeface="MS Gothic"/>
              </a:rPr>
              <a:t>("</a:t>
            </a:r>
            <a:r>
              <a:rPr lang="ja-JP" altLang="en-US" sz="1400" b="1" i="0" u="none" strike="noStrike" cap="none" dirty="0">
                <a:solidFill>
                  <a:schemeClr val="accent1"/>
                </a:solidFill>
                <a:cs typeface="MS Gothic"/>
                <a:sym typeface="MS Gothic"/>
              </a:rPr>
              <a:t>山田</a:t>
            </a:r>
            <a:r>
              <a:rPr lang="en-US" altLang="ja-JP" sz="1400" b="1" i="0" u="none" strike="noStrike" cap="none" dirty="0">
                <a:solidFill>
                  <a:schemeClr val="accent1"/>
                </a:solidFill>
                <a:cs typeface="MS Gothic"/>
                <a:sym typeface="MS Gothic"/>
              </a:rPr>
              <a:t>");</a:t>
            </a:r>
          </a:p>
          <a:p>
            <a:pPr marL="0" marR="0" lvl="0" indent="0" algn="l" rtl="0">
              <a:spcBef>
                <a:spcPts val="0"/>
              </a:spcBef>
              <a:spcAft>
                <a:spcPts val="0"/>
              </a:spcAft>
              <a:buNone/>
            </a:pPr>
            <a:r>
              <a:rPr lang="en-US" altLang="ja-JP" sz="1400" b="1" i="0" u="none" strike="noStrike" cap="none" dirty="0">
                <a:solidFill>
                  <a:schemeClr val="accent1"/>
                </a:solidFill>
                <a:cs typeface="MS Gothic"/>
                <a:sym typeface="MS Gothic"/>
              </a:rPr>
              <a:t>    </a:t>
            </a:r>
            <a:r>
              <a:rPr lang="en-US" sz="1400" b="1" i="0" u="none" strike="noStrike" cap="none" dirty="0" err="1">
                <a:solidFill>
                  <a:schemeClr val="accent1"/>
                </a:solidFill>
                <a:cs typeface="MS Gothic"/>
                <a:sym typeface="MS Gothic"/>
              </a:rPr>
              <a:t>names.add</a:t>
            </a:r>
            <a:r>
              <a:rPr lang="en-US" sz="1400" b="1" i="0" u="none" strike="noStrike" cap="none" dirty="0">
                <a:solidFill>
                  <a:schemeClr val="accent1"/>
                </a:solidFill>
                <a:cs typeface="MS Gothic"/>
                <a:sym typeface="MS Gothic"/>
              </a:rPr>
              <a:t>("</a:t>
            </a:r>
            <a:r>
              <a:rPr lang="ja-JP" altLang="en-US" sz="1400" b="1" i="0" u="none" strike="noStrike" cap="none" dirty="0">
                <a:solidFill>
                  <a:schemeClr val="accent1"/>
                </a:solidFill>
                <a:cs typeface="MS Gothic"/>
                <a:sym typeface="MS Gothic"/>
              </a:rPr>
              <a:t>小林</a:t>
            </a:r>
            <a:r>
              <a:rPr lang="en-US" altLang="ja-JP" sz="1400" b="1" i="0" u="none" strike="noStrike" cap="none" dirty="0">
                <a:solidFill>
                  <a:schemeClr val="accent1"/>
                </a:solidFill>
                <a:cs typeface="MS Gothic"/>
                <a:sym typeface="MS Gothic"/>
              </a:rPr>
              <a:t>");</a:t>
            </a:r>
          </a:p>
          <a:p>
            <a:pPr marL="0" marR="0" lvl="0" indent="0" algn="l" rtl="0">
              <a:spcBef>
                <a:spcPts val="0"/>
              </a:spcBef>
              <a:spcAft>
                <a:spcPts val="0"/>
              </a:spcAft>
              <a:buNone/>
            </a:pPr>
            <a:r>
              <a:rPr lang="en-US" altLang="ja-JP" sz="1400" b="1" i="0" u="none" strike="noStrike" cap="none" dirty="0">
                <a:solidFill>
                  <a:schemeClr val="accent1"/>
                </a:solidFill>
                <a:cs typeface="MS Gothic"/>
                <a:sym typeface="MS Gothic"/>
              </a:rPr>
              <a:t>    </a:t>
            </a:r>
            <a:r>
              <a:rPr lang="en-US" sz="1400" b="1" i="0" u="none" strike="noStrike" cap="none" dirty="0" err="1">
                <a:solidFill>
                  <a:schemeClr val="accent1"/>
                </a:solidFill>
                <a:cs typeface="MS Gothic"/>
                <a:sym typeface="MS Gothic"/>
              </a:rPr>
              <a:t>names.add</a:t>
            </a:r>
            <a:r>
              <a:rPr lang="en-US" sz="1400" b="1" i="0" u="none" strike="noStrike" cap="none" dirty="0">
                <a:solidFill>
                  <a:schemeClr val="accent1"/>
                </a:solidFill>
                <a:cs typeface="MS Gothic"/>
                <a:sym typeface="MS Gothic"/>
              </a:rPr>
              <a:t>("</a:t>
            </a:r>
            <a:r>
              <a:rPr lang="ja-JP" altLang="en-US" sz="1400" b="1" i="0" u="none" strike="noStrike" cap="none" dirty="0">
                <a:solidFill>
                  <a:schemeClr val="accent1"/>
                </a:solidFill>
                <a:cs typeface="MS Gothic"/>
                <a:sym typeface="MS Gothic"/>
              </a:rPr>
              <a:t>佐藤</a:t>
            </a:r>
            <a:r>
              <a:rPr lang="en-US" altLang="ja-JP" sz="1400" b="1" i="0" u="none" strike="noStrike" cap="none" dirty="0">
                <a:solidFill>
                  <a:schemeClr val="accent1"/>
                </a:solidFill>
                <a:cs typeface="MS Gothic"/>
                <a:sym typeface="MS Gothic"/>
              </a:rPr>
              <a:t>");</a:t>
            </a:r>
          </a:p>
          <a:p>
            <a:pPr marL="0" marR="0" lvl="0" indent="0" algn="l" rtl="0">
              <a:spcBef>
                <a:spcPts val="0"/>
              </a:spcBef>
              <a:spcAft>
                <a:spcPts val="0"/>
              </a:spcAft>
              <a:buNone/>
            </a:pPr>
            <a:r>
              <a:rPr lang="en-US" altLang="ja-JP" sz="1400" i="0" u="none" strike="noStrike" cap="none" dirty="0">
                <a:solidFill>
                  <a:schemeClr val="dk1"/>
                </a:solidFill>
                <a:cs typeface="MS Gothic"/>
                <a:sym typeface="MS Gothic"/>
              </a:rPr>
              <a:t>    </a:t>
            </a:r>
            <a:r>
              <a:rPr lang="en-US" sz="1400" i="0" u="none" strike="noStrike" cap="none" dirty="0">
                <a:solidFill>
                  <a:schemeClr val="dk1"/>
                </a:solidFill>
                <a:cs typeface="MS Gothic"/>
                <a:sym typeface="MS Gothic"/>
              </a:rPr>
              <a:t>for (int </a:t>
            </a:r>
            <a:r>
              <a:rPr lang="en-US" sz="1400" i="0" u="none" strike="noStrike" cap="none" dirty="0" err="1">
                <a:solidFill>
                  <a:schemeClr val="dk1"/>
                </a:solidFill>
                <a:cs typeface="MS Gothic"/>
                <a:sym typeface="MS Gothic"/>
              </a:rPr>
              <a:t>i</a:t>
            </a:r>
            <a:r>
              <a:rPr lang="en-US" sz="1400" i="0" u="none" strike="noStrike" cap="none" dirty="0">
                <a:solidFill>
                  <a:schemeClr val="dk1"/>
                </a:solidFill>
                <a:cs typeface="MS Gothic"/>
                <a:sym typeface="MS Gothic"/>
              </a:rPr>
              <a:t> = 0; </a:t>
            </a:r>
            <a:r>
              <a:rPr lang="en-US" sz="1400" i="0" u="none" strike="noStrike" cap="none" dirty="0" err="1">
                <a:solidFill>
                  <a:schemeClr val="dk1"/>
                </a:solidFill>
                <a:cs typeface="MS Gothic"/>
                <a:sym typeface="MS Gothic"/>
              </a:rPr>
              <a:t>i</a:t>
            </a:r>
            <a:r>
              <a:rPr lang="en-US" sz="1400" i="0" u="none" strike="noStrike" cap="none" dirty="0">
                <a:solidFill>
                  <a:schemeClr val="dk1"/>
                </a:solidFill>
                <a:cs typeface="MS Gothic"/>
                <a:sym typeface="MS Gothic"/>
              </a:rPr>
              <a:t> &lt; </a:t>
            </a:r>
            <a:r>
              <a:rPr lang="en-US" sz="1400" b="1" i="0" u="none" strike="noStrike" cap="none" dirty="0" err="1">
                <a:solidFill>
                  <a:schemeClr val="accent1"/>
                </a:solidFill>
                <a:cs typeface="MS Gothic"/>
                <a:sym typeface="MS Gothic"/>
              </a:rPr>
              <a:t>names.size</a:t>
            </a:r>
            <a:r>
              <a:rPr lang="en-US" sz="1400" b="1" i="0" u="none" strike="noStrike" cap="none" dirty="0">
                <a:solidFill>
                  <a:schemeClr val="accent1"/>
                </a:solidFill>
                <a:cs typeface="MS Gothic"/>
                <a:sym typeface="MS Gothic"/>
              </a:rPr>
              <a:t>()</a:t>
            </a:r>
            <a:r>
              <a:rPr lang="en-US" sz="1400" i="0" u="none" strike="noStrike" cap="none" dirty="0">
                <a:solidFill>
                  <a:schemeClr val="dk1"/>
                </a:solidFill>
                <a:cs typeface="MS Gothic"/>
                <a:sym typeface="MS Gothic"/>
              </a:rPr>
              <a:t>; </a:t>
            </a:r>
            <a:r>
              <a:rPr lang="en-US" sz="1400" i="0" u="none" strike="noStrike" cap="none" dirty="0" err="1">
                <a:solidFill>
                  <a:schemeClr val="dk1"/>
                </a:solidFill>
                <a:cs typeface="MS Gothic"/>
                <a:sym typeface="MS Gothic"/>
              </a:rPr>
              <a:t>i</a:t>
            </a:r>
            <a:r>
              <a:rPr lang="en-US" sz="1400" i="0" u="none" strike="noStrike" cap="none" dirty="0">
                <a:solidFill>
                  <a:schemeClr val="dk1"/>
                </a:solidFill>
                <a:cs typeface="MS Gothic"/>
                <a:sym typeface="MS Gothic"/>
              </a:rPr>
              <a:t>++) {</a:t>
            </a:r>
          </a:p>
          <a:p>
            <a:pPr marL="0" marR="0" lvl="0" indent="0" algn="l" rtl="0">
              <a:spcBef>
                <a:spcPts val="0"/>
              </a:spcBef>
              <a:spcAft>
                <a:spcPts val="0"/>
              </a:spcAft>
              <a:buNone/>
            </a:pPr>
            <a:r>
              <a:rPr lang="en-US" sz="1400" i="0" u="none" strike="noStrike" cap="none" dirty="0">
                <a:solidFill>
                  <a:schemeClr val="dk1"/>
                </a:solidFill>
                <a:cs typeface="MS Gothic"/>
                <a:sym typeface="MS Gothic"/>
              </a:rPr>
              <a:t>      </a:t>
            </a:r>
            <a:r>
              <a:rPr lang="en-US" sz="1400" i="0" u="none" strike="noStrike" cap="none" dirty="0" err="1">
                <a:solidFill>
                  <a:schemeClr val="dk1"/>
                </a:solidFill>
                <a:cs typeface="MS Gothic"/>
                <a:sym typeface="MS Gothic"/>
              </a:rPr>
              <a:t>System.out.println</a:t>
            </a:r>
            <a:r>
              <a:rPr lang="en-US" sz="1400" i="0" u="none" strike="noStrike" cap="none" dirty="0">
                <a:solidFill>
                  <a:schemeClr val="dk1"/>
                </a:solidFill>
                <a:cs typeface="MS Gothic"/>
                <a:sym typeface="MS Gothic"/>
              </a:rPr>
              <a:t>(</a:t>
            </a:r>
            <a:r>
              <a:rPr lang="en-US" sz="1400" b="1" i="0" u="none" strike="noStrike" cap="none" dirty="0" err="1">
                <a:solidFill>
                  <a:schemeClr val="accent1"/>
                </a:solidFill>
                <a:cs typeface="MS Gothic"/>
                <a:sym typeface="MS Gothic"/>
              </a:rPr>
              <a:t>names.get</a:t>
            </a:r>
            <a:r>
              <a:rPr lang="en-US" sz="1400" b="1" i="0" u="none" strike="noStrike" cap="none" dirty="0">
                <a:solidFill>
                  <a:schemeClr val="accent1"/>
                </a:solidFill>
                <a:cs typeface="MS Gothic"/>
                <a:sym typeface="MS Gothic"/>
              </a:rPr>
              <a:t>(</a:t>
            </a:r>
            <a:r>
              <a:rPr lang="en-US" sz="1400" b="1" i="0" u="none" strike="noStrike" cap="none" dirty="0" err="1">
                <a:solidFill>
                  <a:schemeClr val="accent1"/>
                </a:solidFill>
                <a:cs typeface="MS Gothic"/>
                <a:sym typeface="MS Gothic"/>
              </a:rPr>
              <a:t>i</a:t>
            </a:r>
            <a:r>
              <a:rPr lang="en-US" sz="1400" b="1" i="0" u="none" strike="noStrike" cap="none" dirty="0">
                <a:solidFill>
                  <a:schemeClr val="accent1"/>
                </a:solidFill>
                <a:cs typeface="MS Gothic"/>
                <a:sym typeface="MS Gothic"/>
              </a:rPr>
              <a:t>)</a:t>
            </a:r>
            <a:r>
              <a:rPr lang="en-US" sz="1400" i="0" u="none" strike="noStrike" cap="none" dirty="0">
                <a:solidFill>
                  <a:schemeClr val="dk1"/>
                </a:solidFill>
                <a:cs typeface="MS Gothic"/>
                <a:sym typeface="MS Gothic"/>
              </a:rPr>
              <a:t>);</a:t>
            </a:r>
          </a:p>
          <a:p>
            <a:pPr marL="0" marR="0" lvl="0" indent="0" algn="l" rtl="0">
              <a:spcBef>
                <a:spcPts val="0"/>
              </a:spcBef>
              <a:spcAft>
                <a:spcPts val="0"/>
              </a:spcAft>
              <a:buNone/>
            </a:pPr>
            <a:r>
              <a:rPr lang="en-US" sz="1400" i="0" u="none" strike="noStrike" cap="none" dirty="0">
                <a:solidFill>
                  <a:schemeClr val="dk1"/>
                </a:solidFill>
                <a:cs typeface="MS Gothic"/>
                <a:sym typeface="MS Gothic"/>
              </a:rPr>
              <a:t>    }</a:t>
            </a:r>
          </a:p>
          <a:p>
            <a:pPr marL="0" marR="0" lvl="0" indent="0" algn="l" rtl="0">
              <a:spcBef>
                <a:spcPts val="0"/>
              </a:spcBef>
              <a:spcAft>
                <a:spcPts val="0"/>
              </a:spcAft>
              <a:buNone/>
            </a:pPr>
            <a:r>
              <a:rPr lang="en-US" sz="1400" i="0" u="none" strike="noStrike" cap="none" dirty="0">
                <a:solidFill>
                  <a:schemeClr val="dk1"/>
                </a:solidFill>
                <a:cs typeface="MS Gothic"/>
                <a:sym typeface="MS Gothic"/>
              </a:rPr>
              <a:t>  }</a:t>
            </a:r>
          </a:p>
          <a:p>
            <a:pPr marL="0" marR="0" lvl="0" indent="0" algn="l" rtl="0">
              <a:spcBef>
                <a:spcPts val="0"/>
              </a:spcBef>
              <a:spcAft>
                <a:spcPts val="0"/>
              </a:spcAft>
              <a:buNone/>
            </a:pPr>
            <a:r>
              <a:rPr lang="en-US" sz="1400" i="0" u="none" strike="noStrike" cap="none" dirty="0">
                <a:solidFill>
                  <a:schemeClr val="dk1"/>
                </a:solidFill>
                <a:cs typeface="MS Gothic"/>
                <a:sym typeface="MS Gothic"/>
              </a:rPr>
              <a:t>}</a:t>
            </a:r>
          </a:p>
        </p:txBody>
      </p:sp>
    </p:spTree>
    <p:extLst>
      <p:ext uri="{BB962C8B-B14F-4D97-AF65-F5344CB8AC3E}">
        <p14:creationId xmlns:p14="http://schemas.microsoft.com/office/powerpoint/2010/main" val="2764796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D897CF2-CC68-4DA7-9657-16565896635F}"/>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1EB537B3-1763-4A38-8FA2-CD96012CF1FA}"/>
              </a:ext>
            </a:extLst>
          </p:cNvPr>
          <p:cNvSpPr>
            <a:spLocks noGrp="1"/>
          </p:cNvSpPr>
          <p:nvPr>
            <p:ph type="ctrTitle"/>
          </p:nvPr>
        </p:nvSpPr>
        <p:spPr/>
        <p:txBody>
          <a:bodyPr/>
          <a:lstStyle/>
          <a:p>
            <a:r>
              <a:rPr lang="en-US" altLang="ja-JP" dirty="0" err="1"/>
              <a:t>ArrayListだとどうなるか</a:t>
            </a:r>
            <a:r>
              <a:rPr lang="en-US" altLang="ja-JP" dirty="0"/>
              <a:t>？</a:t>
            </a:r>
            <a:endParaRPr kumimoji="1" lang="ja-JP" altLang="en-US" dirty="0"/>
          </a:p>
        </p:txBody>
      </p:sp>
      <p:sp>
        <p:nvSpPr>
          <p:cNvPr id="4" name="スライド番号プレースホルダー 3">
            <a:extLst>
              <a:ext uri="{FF2B5EF4-FFF2-40B4-BE49-F238E27FC236}">
                <a16:creationId xmlns:a16="http://schemas.microsoft.com/office/drawing/2014/main" id="{19CB7DD6-AC53-4BBA-9D10-0DB0F9B9A611}"/>
              </a:ext>
            </a:extLst>
          </p:cNvPr>
          <p:cNvSpPr>
            <a:spLocks noGrp="1"/>
          </p:cNvSpPr>
          <p:nvPr>
            <p:ph type="sldNum" sz="quarter" idx="4"/>
          </p:nvPr>
        </p:nvSpPr>
        <p:spPr/>
        <p:txBody>
          <a:bodyPr/>
          <a:lstStyle/>
          <a:p>
            <a:fld id="{00000000-1234-1234-1234-123412341234}" type="slidenum">
              <a:rPr lang="en" smtClean="0"/>
              <a:pPr/>
              <a:t>8</a:t>
            </a:fld>
            <a:endParaRPr lang="en" dirty="0"/>
          </a:p>
        </p:txBody>
      </p:sp>
      <p:sp>
        <p:nvSpPr>
          <p:cNvPr id="5" name="テキスト プレースホルダー 4">
            <a:extLst>
              <a:ext uri="{FF2B5EF4-FFF2-40B4-BE49-F238E27FC236}">
                <a16:creationId xmlns:a16="http://schemas.microsoft.com/office/drawing/2014/main" id="{3E0556CE-BA73-4873-ACF2-1B717A6AA71F}"/>
              </a:ext>
            </a:extLst>
          </p:cNvPr>
          <p:cNvSpPr>
            <a:spLocks noGrp="1"/>
          </p:cNvSpPr>
          <p:nvPr>
            <p:ph type="body" sz="quarter" idx="14"/>
          </p:nvPr>
        </p:nvSpPr>
        <p:spPr/>
        <p:txBody>
          <a:bodyPr/>
          <a:lstStyle/>
          <a:p>
            <a:pPr marL="439738" indent="-342900">
              <a:buFont typeface="+mj-lt"/>
              <a:buAutoNum type="arabicPeriod"/>
            </a:pPr>
            <a:r>
              <a:rPr kumimoji="1" lang="en-US" altLang="ja-JP" b="1" dirty="0">
                <a:solidFill>
                  <a:schemeClr val="tx2"/>
                </a:solidFill>
              </a:rPr>
              <a:t>import</a:t>
            </a:r>
          </a:p>
          <a:p>
            <a:pPr marL="452438" lvl="1" indent="0">
              <a:buNone/>
            </a:pPr>
            <a:r>
              <a:rPr kumimoji="1" lang="en-US" altLang="ja-JP" dirty="0" err="1"/>
              <a:t>ArrayList</a:t>
            </a:r>
            <a:r>
              <a:rPr kumimoji="1" lang="ja-JP" altLang="en-US" dirty="0"/>
              <a:t>が所属しているパッケージは</a:t>
            </a:r>
            <a:r>
              <a:rPr kumimoji="1" lang="en-US" altLang="ja-JP" dirty="0" err="1"/>
              <a:t>java.util</a:t>
            </a:r>
            <a:r>
              <a:rPr kumimoji="1" lang="ja-JP" altLang="en-US" dirty="0"/>
              <a:t>になります。そのため、</a:t>
            </a:r>
            <a:r>
              <a:rPr kumimoji="1" lang="en-US" altLang="ja-JP" dirty="0"/>
              <a:t>import</a:t>
            </a:r>
            <a:r>
              <a:rPr kumimoji="1" lang="ja-JP" altLang="en-US" dirty="0"/>
              <a:t>をする必要があります。</a:t>
            </a:r>
          </a:p>
          <a:p>
            <a:pPr marL="439738" indent="-342900">
              <a:buFont typeface="+mj-lt"/>
              <a:buAutoNum type="arabicPeriod"/>
            </a:pPr>
            <a:endParaRPr kumimoji="1" lang="en-US" altLang="ja-JP" dirty="0"/>
          </a:p>
          <a:p>
            <a:pPr marL="439738" indent="-342900">
              <a:buFont typeface="+mj-lt"/>
              <a:buAutoNum type="arabicPeriod"/>
            </a:pPr>
            <a:r>
              <a:rPr kumimoji="1" lang="ja-JP" altLang="en-US" b="1" dirty="0">
                <a:solidFill>
                  <a:schemeClr val="tx2"/>
                </a:solidFill>
              </a:rPr>
              <a:t>宣言</a:t>
            </a:r>
          </a:p>
          <a:p>
            <a:pPr marL="452438" lvl="1" indent="0">
              <a:buNone/>
            </a:pPr>
            <a:r>
              <a:rPr kumimoji="1" lang="en-US" altLang="ja-JP" dirty="0" err="1"/>
              <a:t>ArrayList</a:t>
            </a:r>
            <a:r>
              <a:rPr kumimoji="1" lang="ja-JP" altLang="en-US" dirty="0"/>
              <a:t>宣言時にどの型のインスタンスを入れるのか指定します。今回は</a:t>
            </a:r>
            <a:r>
              <a:rPr kumimoji="1" lang="en-US" altLang="ja-JP" dirty="0"/>
              <a:t>String</a:t>
            </a:r>
            <a:r>
              <a:rPr kumimoji="1" lang="ja-JP" altLang="en-US" dirty="0"/>
              <a:t>を指定しているため、文字列インスタンスを入れています。この指定を</a:t>
            </a:r>
            <a:r>
              <a:rPr kumimoji="1" lang="ja-JP" altLang="en-US" b="1" dirty="0">
                <a:solidFill>
                  <a:srgbClr val="FF0000"/>
                </a:solidFill>
              </a:rPr>
              <a:t>ジェネリクス</a:t>
            </a:r>
            <a:r>
              <a:rPr kumimoji="1" lang="ja-JP" altLang="en-US" dirty="0"/>
              <a:t>と言います。</a:t>
            </a:r>
          </a:p>
          <a:p>
            <a:pPr marL="439738" indent="-342900">
              <a:buFont typeface="+mj-lt"/>
              <a:buAutoNum type="arabicPeriod"/>
            </a:pPr>
            <a:endParaRPr kumimoji="1" lang="en-US" altLang="ja-JP" dirty="0"/>
          </a:p>
          <a:p>
            <a:pPr marL="439738" indent="-342900">
              <a:buFont typeface="+mj-lt"/>
              <a:buAutoNum type="arabicPeriod"/>
            </a:pPr>
            <a:r>
              <a:rPr kumimoji="1" lang="ja-JP" altLang="en-US" b="1" dirty="0">
                <a:solidFill>
                  <a:schemeClr val="tx2"/>
                </a:solidFill>
              </a:rPr>
              <a:t>追加</a:t>
            </a:r>
          </a:p>
          <a:p>
            <a:pPr marL="452438" lvl="1" indent="0">
              <a:buNone/>
            </a:pPr>
            <a:r>
              <a:rPr kumimoji="1" lang="ja-JP" altLang="en-US" dirty="0"/>
              <a:t>インスタンスを追加する度に箱が増えていくため、「箱の数」を気にせず使えます。</a:t>
            </a:r>
          </a:p>
          <a:p>
            <a:pPr marL="439738" indent="-342900">
              <a:buFont typeface="+mj-lt"/>
              <a:buAutoNum type="arabicPeriod"/>
            </a:pPr>
            <a:endParaRPr kumimoji="1" lang="en-US" altLang="ja-JP" dirty="0"/>
          </a:p>
          <a:p>
            <a:pPr marL="439738" indent="-342900">
              <a:buFont typeface="+mj-lt"/>
              <a:buAutoNum type="arabicPeriod"/>
            </a:pPr>
            <a:r>
              <a:rPr kumimoji="1" lang="ja-JP" altLang="en-US" b="1" dirty="0">
                <a:solidFill>
                  <a:schemeClr val="tx2"/>
                </a:solidFill>
              </a:rPr>
              <a:t>中身を表示</a:t>
            </a:r>
          </a:p>
          <a:p>
            <a:pPr marL="452438" lvl="1" indent="0">
              <a:buNone/>
            </a:pPr>
            <a:r>
              <a:rPr kumimoji="1" lang="ja-JP" altLang="en-US" dirty="0"/>
              <a:t>メソッドを使って値を取得します。</a:t>
            </a:r>
            <a:r>
              <a:rPr kumimoji="1" lang="en-US" altLang="ja-JP" dirty="0"/>
              <a:t>get</a:t>
            </a:r>
            <a:r>
              <a:rPr kumimoji="1" lang="ja-JP" altLang="en-US" dirty="0"/>
              <a:t>メソッドで実引数として渡しているのはインデックス（添え字）になります。</a:t>
            </a: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3569274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66BB3A0-3FB9-422E-BCCB-4C247DFC3BF7}"/>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A7985ABD-3624-4976-AFFA-C1DB11EFA30D}"/>
              </a:ext>
            </a:extLst>
          </p:cNvPr>
          <p:cNvSpPr>
            <a:spLocks noGrp="1"/>
          </p:cNvSpPr>
          <p:nvPr>
            <p:ph type="ctrTitle"/>
          </p:nvPr>
        </p:nvSpPr>
        <p:spPr/>
        <p:txBody>
          <a:bodyPr/>
          <a:lstStyle/>
          <a:p>
            <a:r>
              <a:rPr lang="en-US" altLang="ja-JP" dirty="0" err="1"/>
              <a:t>コレクションにできないこと</a:t>
            </a:r>
            <a:endParaRPr kumimoji="1" lang="ja-JP" altLang="en-US" dirty="0"/>
          </a:p>
        </p:txBody>
      </p:sp>
      <p:sp>
        <p:nvSpPr>
          <p:cNvPr id="4" name="スライド番号プレースホルダー 3">
            <a:extLst>
              <a:ext uri="{FF2B5EF4-FFF2-40B4-BE49-F238E27FC236}">
                <a16:creationId xmlns:a16="http://schemas.microsoft.com/office/drawing/2014/main" id="{A3ABB258-9777-44B6-9D8B-46BF2D0C5804}"/>
              </a:ext>
            </a:extLst>
          </p:cNvPr>
          <p:cNvSpPr>
            <a:spLocks noGrp="1"/>
          </p:cNvSpPr>
          <p:nvPr>
            <p:ph type="sldNum" sz="quarter" idx="4"/>
          </p:nvPr>
        </p:nvSpPr>
        <p:spPr/>
        <p:txBody>
          <a:bodyPr/>
          <a:lstStyle/>
          <a:p>
            <a:fld id="{00000000-1234-1234-1234-123412341234}" type="slidenum">
              <a:rPr lang="en" smtClean="0"/>
              <a:pPr/>
              <a:t>9</a:t>
            </a:fld>
            <a:endParaRPr lang="en" dirty="0"/>
          </a:p>
        </p:txBody>
      </p:sp>
      <p:sp>
        <p:nvSpPr>
          <p:cNvPr id="5" name="テキスト プレースホルダー 4">
            <a:extLst>
              <a:ext uri="{FF2B5EF4-FFF2-40B4-BE49-F238E27FC236}">
                <a16:creationId xmlns:a16="http://schemas.microsoft.com/office/drawing/2014/main" id="{F940F1C5-2675-4662-871E-51789C9CD700}"/>
              </a:ext>
            </a:extLst>
          </p:cNvPr>
          <p:cNvSpPr>
            <a:spLocks noGrp="1"/>
          </p:cNvSpPr>
          <p:nvPr>
            <p:ph type="body" sz="quarter" idx="14"/>
          </p:nvPr>
        </p:nvSpPr>
        <p:spPr/>
        <p:txBody>
          <a:bodyPr/>
          <a:lstStyle/>
          <a:p>
            <a:pPr marL="96838" indent="0">
              <a:buNone/>
            </a:pPr>
            <a:r>
              <a:rPr kumimoji="1" lang="ja-JP" altLang="en-US" dirty="0"/>
              <a:t>コレクションは</a:t>
            </a:r>
            <a:r>
              <a:rPr lang="ja-JP" altLang="en-US" dirty="0"/>
              <a:t>あくまでも</a:t>
            </a:r>
            <a:r>
              <a:rPr lang="ja-JP" altLang="en-US" dirty="0">
                <a:solidFill>
                  <a:schemeClr val="tx2"/>
                </a:solidFill>
              </a:rPr>
              <a:t>複数の</a:t>
            </a:r>
            <a:r>
              <a:rPr lang="ja-JP" altLang="en-US" dirty="0">
                <a:solidFill>
                  <a:srgbClr val="FF0000"/>
                </a:solidFill>
              </a:rPr>
              <a:t>インスタンス</a:t>
            </a:r>
            <a:r>
              <a:rPr lang="ja-JP" altLang="en-US" dirty="0"/>
              <a:t>を一つの変数で扱えるようにしたものです。ですので、基本型をジェネリクスに指定して、基本型を入れることはできません。</a:t>
            </a:r>
            <a:endParaRPr kumimoji="1" lang="ja-JP" altLang="en-US" dirty="0"/>
          </a:p>
          <a:p>
            <a:pPr marL="96838" indent="0">
              <a:buNone/>
            </a:pPr>
            <a:r>
              <a:rPr kumimoji="1" lang="ja-JP" altLang="en-US" dirty="0"/>
              <a:t>例えば</a:t>
            </a:r>
          </a:p>
          <a:p>
            <a:pPr marL="452438" lvl="1" indent="0">
              <a:buNone/>
            </a:pPr>
            <a:r>
              <a:rPr kumimoji="1" lang="en-US" altLang="ja-JP" b="1" dirty="0" err="1">
                <a:solidFill>
                  <a:schemeClr val="accent1"/>
                </a:solidFill>
              </a:rPr>
              <a:t>ArrayList</a:t>
            </a:r>
            <a:r>
              <a:rPr kumimoji="1" lang="en-US" altLang="ja-JP" b="1" dirty="0">
                <a:solidFill>
                  <a:schemeClr val="accent1"/>
                </a:solidFill>
              </a:rPr>
              <a:t>&lt;int&gt; numbers = new </a:t>
            </a:r>
            <a:r>
              <a:rPr kumimoji="1" lang="en-US" altLang="ja-JP" b="1" dirty="0" err="1">
                <a:solidFill>
                  <a:schemeClr val="accent1"/>
                </a:solidFill>
              </a:rPr>
              <a:t>ArrayList</a:t>
            </a:r>
            <a:r>
              <a:rPr kumimoji="1" lang="en-US" altLang="ja-JP" b="1" dirty="0">
                <a:solidFill>
                  <a:schemeClr val="accent1"/>
                </a:solidFill>
              </a:rPr>
              <a:t>&lt;int&gt;();</a:t>
            </a:r>
          </a:p>
          <a:p>
            <a:pPr marL="96838" indent="0">
              <a:buNone/>
            </a:pPr>
            <a:endParaRPr kumimoji="1" lang="en-US" altLang="ja-JP" dirty="0"/>
          </a:p>
          <a:p>
            <a:pPr marL="96838" indent="0">
              <a:buNone/>
            </a:pPr>
            <a:r>
              <a:rPr kumimoji="1" lang="ja-JP" altLang="en-US" dirty="0"/>
              <a:t>上記は</a:t>
            </a:r>
            <a:r>
              <a:rPr kumimoji="1" lang="en-US" altLang="ja-JP" dirty="0"/>
              <a:t>NG</a:t>
            </a:r>
            <a:r>
              <a:rPr kumimoji="1" lang="ja-JP" altLang="en-US" dirty="0"/>
              <a:t>です。</a:t>
            </a:r>
          </a:p>
          <a:p>
            <a:pPr marL="96838" indent="0">
              <a:buNone/>
            </a:pPr>
            <a:r>
              <a:rPr kumimoji="1" lang="ja-JP" altLang="en-US" dirty="0"/>
              <a:t>しかし、ラッパークラスである</a:t>
            </a:r>
            <a:r>
              <a:rPr kumimoji="1" lang="en-US" altLang="ja-JP" dirty="0"/>
              <a:t>Integer</a:t>
            </a:r>
            <a:r>
              <a:rPr kumimoji="1" lang="ja-JP" altLang="en-US" dirty="0"/>
              <a:t>を使えば、</a:t>
            </a:r>
            <a:r>
              <a:rPr kumimoji="1" lang="en-US" altLang="ja-JP" dirty="0" err="1"/>
              <a:t>AutoBoxing</a:t>
            </a:r>
            <a:r>
              <a:rPr kumimoji="1" lang="ja-JP" altLang="en-US" dirty="0"/>
              <a:t>により格納が可能になります。</a:t>
            </a:r>
          </a:p>
          <a:p>
            <a:pPr marL="452438" lvl="1" indent="0">
              <a:buNone/>
            </a:pPr>
            <a:r>
              <a:rPr kumimoji="1" lang="en-US" altLang="ja-JP" b="1" dirty="0" err="1">
                <a:solidFill>
                  <a:schemeClr val="accent1"/>
                </a:solidFill>
              </a:rPr>
              <a:t>ArrayList</a:t>
            </a:r>
            <a:r>
              <a:rPr kumimoji="1" lang="en-US" altLang="ja-JP" b="1" dirty="0">
                <a:solidFill>
                  <a:schemeClr val="accent1"/>
                </a:solidFill>
              </a:rPr>
              <a:t>&lt;Integer&gt; numbers = new </a:t>
            </a:r>
            <a:r>
              <a:rPr kumimoji="1" lang="en-US" altLang="ja-JP" b="1" dirty="0" err="1">
                <a:solidFill>
                  <a:schemeClr val="accent1"/>
                </a:solidFill>
              </a:rPr>
              <a:t>ArrayList</a:t>
            </a:r>
            <a:r>
              <a:rPr kumimoji="1" lang="en-US" altLang="ja-JP" b="1" dirty="0">
                <a:solidFill>
                  <a:schemeClr val="accent1"/>
                </a:solidFill>
              </a:rPr>
              <a:t>&lt;Integer&gt;();</a:t>
            </a:r>
          </a:p>
          <a:p>
            <a:pPr marL="452438" lvl="1" indent="0">
              <a:buNone/>
            </a:pPr>
            <a:r>
              <a:rPr kumimoji="1" lang="en-US" altLang="ja-JP" b="1" dirty="0" err="1">
                <a:solidFill>
                  <a:schemeClr val="accent1"/>
                </a:solidFill>
              </a:rPr>
              <a:t>numbers.add</a:t>
            </a:r>
            <a:r>
              <a:rPr kumimoji="1" lang="en-US" altLang="ja-JP" b="1" dirty="0">
                <a:solidFill>
                  <a:schemeClr val="accent1"/>
                </a:solidFill>
              </a:rPr>
              <a:t>(10);</a:t>
            </a:r>
          </a:p>
          <a:p>
            <a:pPr marL="452438" lvl="1" indent="0">
              <a:buNone/>
            </a:pPr>
            <a:r>
              <a:rPr kumimoji="1" lang="en-US" altLang="ja-JP" b="1" dirty="0" err="1">
                <a:solidFill>
                  <a:schemeClr val="accent1"/>
                </a:solidFill>
              </a:rPr>
              <a:t>numbers.add</a:t>
            </a:r>
            <a:r>
              <a:rPr kumimoji="1" lang="en-US" altLang="ja-JP" b="1" dirty="0">
                <a:solidFill>
                  <a:schemeClr val="accent1"/>
                </a:solidFill>
              </a:rPr>
              <a:t>(20);</a:t>
            </a:r>
          </a:p>
          <a:p>
            <a:pPr marL="452438" lvl="1" indent="0">
              <a:buNone/>
            </a:pPr>
            <a:r>
              <a:rPr kumimoji="1" lang="en-US" altLang="ja-JP" b="1" dirty="0" err="1">
                <a:solidFill>
                  <a:schemeClr val="accent1"/>
                </a:solidFill>
              </a:rPr>
              <a:t>numbers.add</a:t>
            </a:r>
            <a:r>
              <a:rPr kumimoji="1" lang="en-US" altLang="ja-JP" b="1" dirty="0">
                <a:solidFill>
                  <a:schemeClr val="accent1"/>
                </a:solidFill>
              </a:rPr>
              <a:t>(200);</a:t>
            </a:r>
          </a:p>
          <a:p>
            <a:pPr marL="96838" indent="0">
              <a:buNone/>
            </a:pPr>
            <a:endParaRPr kumimoji="1" lang="ja-JP" altLang="en-US" dirty="0"/>
          </a:p>
        </p:txBody>
      </p:sp>
      <p:sp>
        <p:nvSpPr>
          <p:cNvPr id="6" name="Google Shape;138;p18">
            <a:extLst>
              <a:ext uri="{FF2B5EF4-FFF2-40B4-BE49-F238E27FC236}">
                <a16:creationId xmlns:a16="http://schemas.microsoft.com/office/drawing/2014/main" id="{1FC0C2CE-D3CD-4FBA-AA99-997D3FE53AEF}"/>
              </a:ext>
            </a:extLst>
          </p:cNvPr>
          <p:cNvSpPr/>
          <p:nvPr/>
        </p:nvSpPr>
        <p:spPr>
          <a:xfrm>
            <a:off x="3028950" y="987574"/>
            <a:ext cx="2016224" cy="1584176"/>
          </a:xfrm>
          <a:prstGeom prst="mathMultiply">
            <a:avLst>
              <a:gd name="adj1" fmla="val 15559"/>
            </a:avLst>
          </a:prstGeom>
          <a:solidFill>
            <a:srgbClr val="FF0000">
              <a:alpha val="49803"/>
            </a:srgbClr>
          </a:solidFill>
          <a:ln w="12700" cap="flat" cmpd="sng">
            <a:solidFill>
              <a:srgbClr val="DA541E"/>
            </a:solidFill>
            <a:prstDash val="solid"/>
            <a:round/>
            <a:headEnd type="none" w="sm" len="sm"/>
            <a:tailEnd type="none" w="sm" len="sm"/>
          </a:ln>
          <a:effectLst>
            <a:outerShdw blurRad="39999" dist="23000" algn="b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eiryo"/>
              <a:ea typeface="Meiryo"/>
              <a:cs typeface="Meiryo"/>
              <a:sym typeface="Meiryo"/>
            </a:endParaRPr>
          </a:p>
        </p:txBody>
      </p:sp>
    </p:spTree>
    <p:extLst>
      <p:ext uri="{BB962C8B-B14F-4D97-AF65-F5344CB8AC3E}">
        <p14:creationId xmlns:p14="http://schemas.microsoft.com/office/powerpoint/2010/main" val="758940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3D2F28E7-D1A5-4C64-A4FD-18A69D3DBBED}"/>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5EC1A1BB-1C61-44CD-A1DC-985047AB5749}"/>
              </a:ext>
            </a:extLst>
          </p:cNvPr>
          <p:cNvSpPr>
            <a:spLocks noGrp="1"/>
          </p:cNvSpPr>
          <p:nvPr>
            <p:ph type="ctrTitle"/>
          </p:nvPr>
        </p:nvSpPr>
        <p:spPr/>
        <p:txBody>
          <a:bodyPr/>
          <a:lstStyle/>
          <a:p>
            <a:r>
              <a:rPr lang="en-US" altLang="ja-JP" dirty="0" err="1"/>
              <a:t>拡張for文</a:t>
            </a:r>
            <a:endParaRPr kumimoji="1" lang="ja-JP" altLang="en-US" dirty="0"/>
          </a:p>
        </p:txBody>
      </p:sp>
      <p:sp>
        <p:nvSpPr>
          <p:cNvPr id="4" name="スライド番号プレースホルダー 3">
            <a:extLst>
              <a:ext uri="{FF2B5EF4-FFF2-40B4-BE49-F238E27FC236}">
                <a16:creationId xmlns:a16="http://schemas.microsoft.com/office/drawing/2014/main" id="{52F24AE7-AD16-4725-9088-F03523E2920F}"/>
              </a:ext>
            </a:extLst>
          </p:cNvPr>
          <p:cNvSpPr>
            <a:spLocks noGrp="1"/>
          </p:cNvSpPr>
          <p:nvPr>
            <p:ph type="sldNum" sz="quarter" idx="4"/>
          </p:nvPr>
        </p:nvSpPr>
        <p:spPr/>
        <p:txBody>
          <a:bodyPr/>
          <a:lstStyle/>
          <a:p>
            <a:fld id="{00000000-1234-1234-1234-123412341234}" type="slidenum">
              <a:rPr lang="en" smtClean="0"/>
              <a:pPr/>
              <a:t>10</a:t>
            </a:fld>
            <a:endParaRPr lang="en" dirty="0"/>
          </a:p>
        </p:txBody>
      </p:sp>
      <p:sp>
        <p:nvSpPr>
          <p:cNvPr id="5" name="テキスト プレースホルダー 4">
            <a:extLst>
              <a:ext uri="{FF2B5EF4-FFF2-40B4-BE49-F238E27FC236}">
                <a16:creationId xmlns:a16="http://schemas.microsoft.com/office/drawing/2014/main" id="{45575D0B-4421-4843-9EFF-F0965D5015E9}"/>
              </a:ext>
            </a:extLst>
          </p:cNvPr>
          <p:cNvSpPr>
            <a:spLocks noGrp="1"/>
          </p:cNvSpPr>
          <p:nvPr>
            <p:ph type="body" sz="quarter" idx="14"/>
          </p:nvPr>
        </p:nvSpPr>
        <p:spPr>
          <a:xfrm>
            <a:off x="462875" y="859491"/>
            <a:ext cx="8216900" cy="794049"/>
          </a:xfrm>
        </p:spPr>
        <p:txBody>
          <a:bodyPr/>
          <a:lstStyle/>
          <a:p>
            <a:pPr marL="96838" indent="0">
              <a:buNone/>
            </a:pPr>
            <a:r>
              <a:rPr kumimoji="1" lang="ja-JP" altLang="en-US" dirty="0"/>
              <a:t>さきほど</a:t>
            </a:r>
            <a:r>
              <a:rPr kumimoji="1" lang="en-US" altLang="ja-JP" dirty="0" err="1"/>
              <a:t>ArrayList</a:t>
            </a:r>
            <a:r>
              <a:rPr kumimoji="1" lang="ja-JP" altLang="en-US" dirty="0"/>
              <a:t>インスタンスに格納したインスタンスを見るために</a:t>
            </a:r>
            <a:r>
              <a:rPr kumimoji="1" lang="en-US" altLang="ja-JP" dirty="0"/>
              <a:t>for</a:t>
            </a:r>
            <a:r>
              <a:rPr kumimoji="1" lang="ja-JP" altLang="en-US" dirty="0"/>
              <a:t>文で色々なメソッドを使いました。</a:t>
            </a:r>
            <a:r>
              <a:rPr kumimoji="1" lang="en-US" altLang="ja-JP" dirty="0"/>
              <a:t>(size</a:t>
            </a:r>
            <a:r>
              <a:rPr kumimoji="1" lang="ja-JP" altLang="en-US" dirty="0"/>
              <a:t>メソッド、</a:t>
            </a:r>
            <a:r>
              <a:rPr kumimoji="1" lang="en-US" altLang="ja-JP" dirty="0"/>
              <a:t>get</a:t>
            </a:r>
            <a:r>
              <a:rPr kumimoji="1" lang="ja-JP" altLang="en-US" dirty="0"/>
              <a:t>メソッド</a:t>
            </a:r>
            <a:r>
              <a:rPr kumimoji="1" lang="en-US" altLang="ja-JP" dirty="0"/>
              <a:t>)</a:t>
            </a:r>
          </a:p>
          <a:p>
            <a:pPr marL="96838" indent="0">
              <a:buNone/>
            </a:pPr>
            <a:r>
              <a:rPr kumimoji="1" lang="ja-JP" altLang="en-US" dirty="0"/>
              <a:t>配列のときに学習した拡張</a:t>
            </a:r>
            <a:r>
              <a:rPr kumimoji="1" lang="en-US" altLang="ja-JP" dirty="0"/>
              <a:t>for</a:t>
            </a:r>
            <a:r>
              <a:rPr kumimoji="1" lang="ja-JP" altLang="en-US" dirty="0"/>
              <a:t>文は</a:t>
            </a:r>
            <a:r>
              <a:rPr kumimoji="1" lang="en-US" altLang="ja-JP" dirty="0" err="1"/>
              <a:t>ArrayList</a:t>
            </a:r>
            <a:r>
              <a:rPr kumimoji="1" lang="ja-JP" altLang="en-US" dirty="0"/>
              <a:t>でも使用できます。</a:t>
            </a:r>
          </a:p>
          <a:p>
            <a:pPr marL="96838" indent="0">
              <a:buNone/>
            </a:pPr>
            <a:endParaRPr kumimoji="1" lang="ja-JP" altLang="en-US" dirty="0"/>
          </a:p>
        </p:txBody>
      </p:sp>
      <p:sp>
        <p:nvSpPr>
          <p:cNvPr id="6" name="Google Shape;114;p15">
            <a:extLst>
              <a:ext uri="{FF2B5EF4-FFF2-40B4-BE49-F238E27FC236}">
                <a16:creationId xmlns:a16="http://schemas.microsoft.com/office/drawing/2014/main" id="{5287E2C4-16A1-40A6-B9F7-3BB156B6DA16}"/>
              </a:ext>
            </a:extLst>
          </p:cNvPr>
          <p:cNvSpPr/>
          <p:nvPr/>
        </p:nvSpPr>
        <p:spPr>
          <a:xfrm>
            <a:off x="1112520" y="1655109"/>
            <a:ext cx="6705600" cy="2866517"/>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i="0" u="none" strike="noStrike" cap="none" dirty="0">
                <a:solidFill>
                  <a:schemeClr val="dk1"/>
                </a:solidFill>
                <a:cs typeface="MS Gothic"/>
                <a:sym typeface="MS Gothic"/>
              </a:rPr>
              <a:t>import </a:t>
            </a:r>
            <a:r>
              <a:rPr lang="en-US" sz="1400" i="0" u="none" strike="noStrike" cap="none" dirty="0" err="1">
                <a:solidFill>
                  <a:schemeClr val="dk1"/>
                </a:solidFill>
                <a:cs typeface="MS Gothic"/>
                <a:sym typeface="MS Gothic"/>
              </a:rPr>
              <a:t>java.util.ArrayList</a:t>
            </a:r>
            <a:r>
              <a:rPr lang="en-US" sz="1400" i="0" u="none" strike="noStrike" cap="none" dirty="0">
                <a:solidFill>
                  <a:schemeClr val="dk1"/>
                </a:solidFill>
                <a:cs typeface="MS Gothic"/>
                <a:sym typeface="MS Gothic"/>
              </a:rPr>
              <a:t>;</a:t>
            </a:r>
          </a:p>
          <a:p>
            <a:pPr marL="0" marR="0" lvl="0" indent="0" algn="l" rtl="0">
              <a:spcBef>
                <a:spcPts val="0"/>
              </a:spcBef>
              <a:spcAft>
                <a:spcPts val="0"/>
              </a:spcAft>
              <a:buNone/>
            </a:pPr>
            <a:r>
              <a:rPr lang="en-US" sz="1400" i="0" u="none" strike="noStrike" cap="none" dirty="0">
                <a:solidFill>
                  <a:schemeClr val="dk1"/>
                </a:solidFill>
                <a:cs typeface="MS Gothic"/>
                <a:sym typeface="MS Gothic"/>
              </a:rPr>
              <a:t>public class Sample {</a:t>
            </a:r>
          </a:p>
          <a:p>
            <a:pPr marL="0" marR="0" lvl="0" indent="0" algn="l" rtl="0">
              <a:spcBef>
                <a:spcPts val="0"/>
              </a:spcBef>
              <a:spcAft>
                <a:spcPts val="0"/>
              </a:spcAft>
              <a:buNone/>
            </a:pPr>
            <a:r>
              <a:rPr lang="en-US" sz="1400" i="0" u="none" strike="noStrike" cap="none" dirty="0">
                <a:solidFill>
                  <a:schemeClr val="dk1"/>
                </a:solidFill>
                <a:cs typeface="MS Gothic"/>
                <a:sym typeface="MS Gothic"/>
              </a:rPr>
              <a:t>  public static void main(String[] </a:t>
            </a:r>
            <a:r>
              <a:rPr lang="en-US" sz="1400" i="0" u="none" strike="noStrike" cap="none" dirty="0" err="1">
                <a:solidFill>
                  <a:schemeClr val="dk1"/>
                </a:solidFill>
                <a:cs typeface="MS Gothic"/>
                <a:sym typeface="MS Gothic"/>
              </a:rPr>
              <a:t>args</a:t>
            </a:r>
            <a:r>
              <a:rPr lang="en-US" sz="1400" i="0" u="none" strike="noStrike" cap="none" dirty="0">
                <a:solidFill>
                  <a:schemeClr val="dk1"/>
                </a:solidFill>
                <a:cs typeface="MS Gothic"/>
                <a:sym typeface="MS Gothic"/>
              </a:rPr>
              <a:t>) {</a:t>
            </a:r>
          </a:p>
          <a:p>
            <a:pPr marL="0" marR="0" lvl="0" indent="0" algn="l" rtl="0">
              <a:spcBef>
                <a:spcPts val="0"/>
              </a:spcBef>
              <a:spcAft>
                <a:spcPts val="0"/>
              </a:spcAft>
              <a:buNone/>
            </a:pPr>
            <a:r>
              <a:rPr lang="en-US" sz="1400" i="0" u="none" strike="noStrike" cap="none" dirty="0">
                <a:solidFill>
                  <a:schemeClr val="dk1"/>
                </a:solidFill>
                <a:cs typeface="MS Gothic"/>
                <a:sym typeface="MS Gothic"/>
              </a:rPr>
              <a:t>    </a:t>
            </a:r>
            <a:r>
              <a:rPr lang="en-US" sz="1400" i="0" u="none" strike="noStrike" cap="none" dirty="0" err="1">
                <a:solidFill>
                  <a:schemeClr val="dk1"/>
                </a:solidFill>
                <a:cs typeface="MS Gothic"/>
                <a:sym typeface="MS Gothic"/>
              </a:rPr>
              <a:t>ArrayList</a:t>
            </a:r>
            <a:r>
              <a:rPr lang="en-US" sz="1400" i="0" u="none" strike="noStrike" cap="none" dirty="0">
                <a:solidFill>
                  <a:schemeClr val="dk1"/>
                </a:solidFill>
                <a:cs typeface="MS Gothic"/>
                <a:sym typeface="MS Gothic"/>
              </a:rPr>
              <a:t>&lt;String&gt; names = new </a:t>
            </a:r>
            <a:r>
              <a:rPr lang="en-US" sz="1400" i="0" u="none" strike="noStrike" cap="none" dirty="0" err="1">
                <a:solidFill>
                  <a:schemeClr val="dk1"/>
                </a:solidFill>
                <a:cs typeface="MS Gothic"/>
                <a:sym typeface="MS Gothic"/>
              </a:rPr>
              <a:t>ArrayList</a:t>
            </a:r>
            <a:r>
              <a:rPr lang="en-US" sz="1400" i="0" u="none" strike="noStrike" cap="none" dirty="0">
                <a:solidFill>
                  <a:schemeClr val="dk1"/>
                </a:solidFill>
                <a:cs typeface="MS Gothic"/>
                <a:sym typeface="MS Gothic"/>
              </a:rPr>
              <a:t>&lt;String&gt;();</a:t>
            </a:r>
          </a:p>
          <a:p>
            <a:pPr marL="0" marR="0" lvl="0" indent="0" algn="l" rtl="0">
              <a:spcBef>
                <a:spcPts val="0"/>
              </a:spcBef>
              <a:spcAft>
                <a:spcPts val="0"/>
              </a:spcAft>
              <a:buNone/>
            </a:pPr>
            <a:r>
              <a:rPr lang="en-US" sz="1400" i="0" u="none" strike="noStrike" cap="none" dirty="0">
                <a:solidFill>
                  <a:schemeClr val="dk1"/>
                </a:solidFill>
                <a:cs typeface="MS Gothic"/>
                <a:sym typeface="MS Gothic"/>
              </a:rPr>
              <a:t>    </a:t>
            </a:r>
            <a:r>
              <a:rPr lang="en-US" sz="1400" i="0" u="none" strike="noStrike" cap="none" dirty="0" err="1">
                <a:solidFill>
                  <a:schemeClr val="dk1"/>
                </a:solidFill>
                <a:cs typeface="MS Gothic"/>
                <a:sym typeface="MS Gothic"/>
              </a:rPr>
              <a:t>names.add</a:t>
            </a:r>
            <a:r>
              <a:rPr lang="en-US" sz="1400" i="0" u="none" strike="noStrike" cap="none" dirty="0">
                <a:solidFill>
                  <a:schemeClr val="dk1"/>
                </a:solidFill>
                <a:cs typeface="MS Gothic"/>
                <a:sym typeface="MS Gothic"/>
              </a:rPr>
              <a:t>("</a:t>
            </a:r>
            <a:r>
              <a:rPr lang="ja-JP" altLang="en-US" sz="1400" i="0" u="none" strike="noStrike" cap="none" dirty="0">
                <a:solidFill>
                  <a:schemeClr val="dk1"/>
                </a:solidFill>
                <a:cs typeface="MS Gothic"/>
                <a:sym typeface="MS Gothic"/>
              </a:rPr>
              <a:t>山田</a:t>
            </a:r>
            <a:r>
              <a:rPr lang="en-US" altLang="ja-JP" sz="1400" i="0" u="none" strike="noStrike" cap="none" dirty="0">
                <a:solidFill>
                  <a:schemeClr val="dk1"/>
                </a:solidFill>
                <a:cs typeface="MS Gothic"/>
                <a:sym typeface="MS Gothic"/>
              </a:rPr>
              <a:t>");</a:t>
            </a:r>
          </a:p>
          <a:p>
            <a:pPr marL="0" marR="0" lvl="0" indent="0" algn="l" rtl="0">
              <a:spcBef>
                <a:spcPts val="0"/>
              </a:spcBef>
              <a:spcAft>
                <a:spcPts val="0"/>
              </a:spcAft>
              <a:buNone/>
            </a:pPr>
            <a:r>
              <a:rPr lang="en-US" altLang="ja-JP" sz="1400" i="0" u="none" strike="noStrike" cap="none" dirty="0">
                <a:solidFill>
                  <a:schemeClr val="dk1"/>
                </a:solidFill>
                <a:cs typeface="MS Gothic"/>
                <a:sym typeface="MS Gothic"/>
              </a:rPr>
              <a:t>    </a:t>
            </a:r>
            <a:r>
              <a:rPr lang="en-US" sz="1400" i="0" u="none" strike="noStrike" cap="none" dirty="0" err="1">
                <a:solidFill>
                  <a:schemeClr val="dk1"/>
                </a:solidFill>
                <a:cs typeface="MS Gothic"/>
                <a:sym typeface="MS Gothic"/>
              </a:rPr>
              <a:t>names.add</a:t>
            </a:r>
            <a:r>
              <a:rPr lang="en-US" sz="1400" i="0" u="none" strike="noStrike" cap="none" dirty="0">
                <a:solidFill>
                  <a:schemeClr val="dk1"/>
                </a:solidFill>
                <a:cs typeface="MS Gothic"/>
                <a:sym typeface="MS Gothic"/>
              </a:rPr>
              <a:t>("</a:t>
            </a:r>
            <a:r>
              <a:rPr lang="ja-JP" altLang="en-US" sz="1400" i="0" u="none" strike="noStrike" cap="none" dirty="0">
                <a:solidFill>
                  <a:schemeClr val="dk1"/>
                </a:solidFill>
                <a:cs typeface="MS Gothic"/>
                <a:sym typeface="MS Gothic"/>
              </a:rPr>
              <a:t>小林</a:t>
            </a:r>
            <a:r>
              <a:rPr lang="en-US" altLang="ja-JP" sz="1400" i="0" u="none" strike="noStrike" cap="none" dirty="0">
                <a:solidFill>
                  <a:schemeClr val="dk1"/>
                </a:solidFill>
                <a:cs typeface="MS Gothic"/>
                <a:sym typeface="MS Gothic"/>
              </a:rPr>
              <a:t>");</a:t>
            </a:r>
          </a:p>
          <a:p>
            <a:pPr marL="0" marR="0" lvl="0" indent="0" algn="l" rtl="0">
              <a:spcBef>
                <a:spcPts val="0"/>
              </a:spcBef>
              <a:spcAft>
                <a:spcPts val="0"/>
              </a:spcAft>
              <a:buNone/>
            </a:pPr>
            <a:r>
              <a:rPr lang="en-US" altLang="ja-JP" sz="1400" i="0" u="none" strike="noStrike" cap="none" dirty="0">
                <a:solidFill>
                  <a:schemeClr val="dk1"/>
                </a:solidFill>
                <a:cs typeface="MS Gothic"/>
                <a:sym typeface="MS Gothic"/>
              </a:rPr>
              <a:t>    </a:t>
            </a:r>
            <a:r>
              <a:rPr lang="en-US" sz="1400" i="0" u="none" strike="noStrike" cap="none" dirty="0" err="1">
                <a:solidFill>
                  <a:schemeClr val="dk1"/>
                </a:solidFill>
                <a:cs typeface="MS Gothic"/>
                <a:sym typeface="MS Gothic"/>
              </a:rPr>
              <a:t>names.add</a:t>
            </a:r>
            <a:r>
              <a:rPr lang="en-US" sz="1400" i="0" u="none" strike="noStrike" cap="none" dirty="0">
                <a:solidFill>
                  <a:schemeClr val="dk1"/>
                </a:solidFill>
                <a:cs typeface="MS Gothic"/>
                <a:sym typeface="MS Gothic"/>
              </a:rPr>
              <a:t>("</a:t>
            </a:r>
            <a:r>
              <a:rPr lang="ja-JP" altLang="en-US" sz="1400" i="0" u="none" strike="noStrike" cap="none" dirty="0">
                <a:solidFill>
                  <a:schemeClr val="dk1"/>
                </a:solidFill>
                <a:cs typeface="MS Gothic"/>
                <a:sym typeface="MS Gothic"/>
              </a:rPr>
              <a:t>佐藤</a:t>
            </a:r>
            <a:r>
              <a:rPr lang="en-US" altLang="ja-JP" sz="1400" i="0" u="none" strike="noStrike" cap="none" dirty="0">
                <a:solidFill>
                  <a:schemeClr val="dk1"/>
                </a:solidFill>
                <a:cs typeface="MS Gothic"/>
                <a:sym typeface="MS Gothic"/>
              </a:rPr>
              <a:t>");</a:t>
            </a:r>
          </a:p>
          <a:p>
            <a:pPr marL="0" marR="0" lvl="0" indent="0" algn="l" rtl="0">
              <a:spcBef>
                <a:spcPts val="0"/>
              </a:spcBef>
              <a:spcAft>
                <a:spcPts val="0"/>
              </a:spcAft>
              <a:buNone/>
            </a:pPr>
            <a:r>
              <a:rPr lang="en-US" altLang="ja-JP" sz="1400" b="1" i="0" u="none" strike="noStrike" cap="none" dirty="0">
                <a:solidFill>
                  <a:schemeClr val="accent1"/>
                </a:solidFill>
                <a:cs typeface="MS Gothic"/>
                <a:sym typeface="MS Gothic"/>
              </a:rPr>
              <a:t>    </a:t>
            </a:r>
            <a:r>
              <a:rPr lang="en-US" sz="1400" b="1" i="0" u="none" strike="noStrike" cap="none" dirty="0">
                <a:solidFill>
                  <a:schemeClr val="accent1"/>
                </a:solidFill>
                <a:cs typeface="MS Gothic"/>
                <a:sym typeface="MS Gothic"/>
              </a:rPr>
              <a:t>for (String name : names) {</a:t>
            </a:r>
          </a:p>
          <a:p>
            <a:pPr marL="0" marR="0" lvl="0" indent="0" algn="l" rtl="0">
              <a:spcBef>
                <a:spcPts val="0"/>
              </a:spcBef>
              <a:spcAft>
                <a:spcPts val="0"/>
              </a:spcAft>
              <a:buNone/>
            </a:pPr>
            <a:r>
              <a:rPr lang="en-US" sz="1400" b="1" i="0" u="none" strike="noStrike" cap="none" dirty="0">
                <a:solidFill>
                  <a:schemeClr val="accent1"/>
                </a:solidFill>
                <a:cs typeface="MS Gothic"/>
                <a:sym typeface="MS Gothic"/>
              </a:rPr>
              <a:t>      </a:t>
            </a:r>
            <a:r>
              <a:rPr lang="en-US" sz="1400" b="1" i="0" u="none" strike="noStrike" cap="none" dirty="0" err="1">
                <a:solidFill>
                  <a:schemeClr val="accent1"/>
                </a:solidFill>
                <a:cs typeface="MS Gothic"/>
                <a:sym typeface="MS Gothic"/>
              </a:rPr>
              <a:t>System.out.println</a:t>
            </a:r>
            <a:r>
              <a:rPr lang="en-US" sz="1400" b="1" i="0" u="none" strike="noStrike" cap="none" dirty="0">
                <a:solidFill>
                  <a:schemeClr val="accent1"/>
                </a:solidFill>
                <a:cs typeface="MS Gothic"/>
                <a:sym typeface="MS Gothic"/>
              </a:rPr>
              <a:t>(name);</a:t>
            </a:r>
          </a:p>
          <a:p>
            <a:pPr marL="0" marR="0" lvl="0" indent="0" algn="l" rtl="0">
              <a:spcBef>
                <a:spcPts val="0"/>
              </a:spcBef>
              <a:spcAft>
                <a:spcPts val="0"/>
              </a:spcAft>
              <a:buNone/>
            </a:pPr>
            <a:r>
              <a:rPr lang="en-US" sz="1400" b="1" i="0" u="none" strike="noStrike" cap="none" dirty="0">
                <a:solidFill>
                  <a:schemeClr val="accent1"/>
                </a:solidFill>
                <a:cs typeface="MS Gothic"/>
                <a:sym typeface="MS Gothic"/>
              </a:rPr>
              <a:t>    }</a:t>
            </a:r>
          </a:p>
          <a:p>
            <a:pPr marL="0" marR="0" lvl="0" indent="0" algn="l" rtl="0">
              <a:spcBef>
                <a:spcPts val="0"/>
              </a:spcBef>
              <a:spcAft>
                <a:spcPts val="0"/>
              </a:spcAft>
              <a:buNone/>
            </a:pPr>
            <a:r>
              <a:rPr lang="en-US" sz="1400" i="0" u="none" strike="noStrike" cap="none" dirty="0">
                <a:solidFill>
                  <a:schemeClr val="dk1"/>
                </a:solidFill>
                <a:cs typeface="MS Gothic"/>
                <a:sym typeface="MS Gothic"/>
              </a:rPr>
              <a:t>  }</a:t>
            </a:r>
          </a:p>
          <a:p>
            <a:pPr marL="0" marR="0" lvl="0" indent="0" algn="l" rtl="0">
              <a:spcBef>
                <a:spcPts val="0"/>
              </a:spcBef>
              <a:spcAft>
                <a:spcPts val="0"/>
              </a:spcAft>
              <a:buNone/>
            </a:pPr>
            <a:r>
              <a:rPr lang="en-US" sz="1400" i="0" u="none" strike="noStrike" cap="none" dirty="0">
                <a:solidFill>
                  <a:schemeClr val="dk1"/>
                </a:solidFill>
                <a:cs typeface="MS Gothic"/>
                <a:sym typeface="MS Gothic"/>
              </a:rPr>
              <a:t>}</a:t>
            </a:r>
          </a:p>
        </p:txBody>
      </p:sp>
    </p:spTree>
    <p:extLst>
      <p:ext uri="{BB962C8B-B14F-4D97-AF65-F5344CB8AC3E}">
        <p14:creationId xmlns:p14="http://schemas.microsoft.com/office/powerpoint/2010/main" val="3377241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A405BC6-52B8-4CEB-902A-7A679DE52CE7}"/>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62CDEFC9-742C-44C1-A44C-2C03719B1DA4}"/>
              </a:ext>
            </a:extLst>
          </p:cNvPr>
          <p:cNvSpPr>
            <a:spLocks noGrp="1"/>
          </p:cNvSpPr>
          <p:nvPr>
            <p:ph type="ctrTitle"/>
          </p:nvPr>
        </p:nvSpPr>
        <p:spPr/>
        <p:txBody>
          <a:bodyPr/>
          <a:lstStyle/>
          <a:p>
            <a:r>
              <a:rPr kumimoji="1" lang="en-US" altLang="ja-JP" dirty="0" err="1"/>
              <a:t>ArrayList</a:t>
            </a:r>
            <a:r>
              <a:rPr kumimoji="1" lang="ja-JP" altLang="en-US" dirty="0"/>
              <a:t>の親</a:t>
            </a:r>
          </a:p>
        </p:txBody>
      </p:sp>
      <p:sp>
        <p:nvSpPr>
          <p:cNvPr id="4" name="スライド番号プレースホルダー 3">
            <a:extLst>
              <a:ext uri="{FF2B5EF4-FFF2-40B4-BE49-F238E27FC236}">
                <a16:creationId xmlns:a16="http://schemas.microsoft.com/office/drawing/2014/main" id="{006191B9-CD31-4179-A174-045C7E7F6329}"/>
              </a:ext>
            </a:extLst>
          </p:cNvPr>
          <p:cNvSpPr>
            <a:spLocks noGrp="1"/>
          </p:cNvSpPr>
          <p:nvPr>
            <p:ph type="sldNum" sz="quarter" idx="4"/>
          </p:nvPr>
        </p:nvSpPr>
        <p:spPr/>
        <p:txBody>
          <a:bodyPr/>
          <a:lstStyle/>
          <a:p>
            <a:fld id="{00000000-1234-1234-1234-123412341234}" type="slidenum">
              <a:rPr lang="en" smtClean="0"/>
              <a:pPr/>
              <a:t>11</a:t>
            </a:fld>
            <a:endParaRPr lang="en" dirty="0"/>
          </a:p>
        </p:txBody>
      </p:sp>
      <p:sp>
        <p:nvSpPr>
          <p:cNvPr id="5" name="テキスト プレースホルダー 4">
            <a:extLst>
              <a:ext uri="{FF2B5EF4-FFF2-40B4-BE49-F238E27FC236}">
                <a16:creationId xmlns:a16="http://schemas.microsoft.com/office/drawing/2014/main" id="{2DB1200D-3660-4E9F-A3E4-CF75668BA066}"/>
              </a:ext>
            </a:extLst>
          </p:cNvPr>
          <p:cNvSpPr>
            <a:spLocks noGrp="1"/>
          </p:cNvSpPr>
          <p:nvPr>
            <p:ph type="body" sz="quarter" idx="14"/>
          </p:nvPr>
        </p:nvSpPr>
        <p:spPr>
          <a:xfrm>
            <a:off x="463550" y="859491"/>
            <a:ext cx="8216900" cy="3924598"/>
          </a:xfrm>
        </p:spPr>
        <p:txBody>
          <a:bodyPr/>
          <a:lstStyle/>
          <a:p>
            <a:pPr marL="96838" indent="0">
              <a:buNone/>
            </a:pPr>
            <a:r>
              <a:rPr kumimoji="1" lang="en-US" altLang="ja-JP" dirty="0" err="1"/>
              <a:t>ArrayList</a:t>
            </a:r>
            <a:r>
              <a:rPr kumimoji="1" lang="ja-JP" altLang="en-US" dirty="0"/>
              <a:t>の親に当たるのが</a:t>
            </a:r>
            <a:r>
              <a:rPr kumimoji="1" lang="en-US" altLang="ja-JP" dirty="0"/>
              <a:t>List</a:t>
            </a:r>
            <a:r>
              <a:rPr kumimoji="1" lang="ja-JP" altLang="en-US" dirty="0"/>
              <a:t>インタフェースです。</a:t>
            </a:r>
          </a:p>
          <a:p>
            <a:pPr marL="96838" indent="0">
              <a:buNone/>
            </a:pPr>
            <a:r>
              <a:rPr kumimoji="1" lang="ja-JP" altLang="en-US" dirty="0"/>
              <a:t>コレクションクラスは前述のとおり、</a:t>
            </a:r>
            <a:r>
              <a:rPr kumimoji="1" lang="en-US" altLang="ja-JP" dirty="0" err="1"/>
              <a:t>ArrayList</a:t>
            </a:r>
            <a:r>
              <a:rPr kumimoji="1" lang="ja-JP" altLang="en-US" dirty="0"/>
              <a:t>だけでなく</a:t>
            </a:r>
            <a:r>
              <a:rPr kumimoji="1" lang="en-US" altLang="ja-JP" dirty="0"/>
              <a:t>List</a:t>
            </a:r>
            <a:r>
              <a:rPr kumimoji="1" lang="ja-JP" altLang="en-US" dirty="0"/>
              <a:t>も含めた様々なものが存在します。</a:t>
            </a:r>
          </a:p>
          <a:p>
            <a:pPr marL="439738" indent="-342900">
              <a:buFont typeface="+mj-lt"/>
              <a:buAutoNum type="arabicPeriod"/>
            </a:pPr>
            <a:r>
              <a:rPr kumimoji="1" lang="en-US" altLang="ja-JP" dirty="0">
                <a:solidFill>
                  <a:srgbClr val="FF0000"/>
                </a:solidFill>
              </a:rPr>
              <a:t>List</a:t>
            </a:r>
            <a:r>
              <a:rPr kumimoji="1" lang="ja-JP" altLang="en-US" dirty="0">
                <a:solidFill>
                  <a:srgbClr val="FF0000"/>
                </a:solidFill>
              </a:rPr>
              <a:t>系</a:t>
            </a:r>
            <a:r>
              <a:rPr kumimoji="1" lang="en-US" altLang="ja-JP" dirty="0">
                <a:solidFill>
                  <a:srgbClr val="FF0000"/>
                </a:solidFill>
              </a:rPr>
              <a:t>:</a:t>
            </a:r>
            <a:r>
              <a:rPr kumimoji="1" lang="ja-JP" altLang="en-US" dirty="0">
                <a:solidFill>
                  <a:srgbClr val="FF0000"/>
                </a:solidFill>
              </a:rPr>
              <a:t>重複許可、順序保証</a:t>
            </a:r>
            <a:endParaRPr kumimoji="1" lang="en-US" altLang="ja-JP" dirty="0">
              <a:solidFill>
                <a:srgbClr val="FF0000"/>
              </a:solidFill>
            </a:endParaRPr>
          </a:p>
          <a:p>
            <a:pPr marL="439738" indent="-342900">
              <a:buFont typeface="+mj-lt"/>
              <a:buAutoNum type="arabicPeriod"/>
            </a:pPr>
            <a:r>
              <a:rPr kumimoji="1" lang="en-US" altLang="ja-JP" dirty="0">
                <a:solidFill>
                  <a:srgbClr val="FF0000"/>
                </a:solidFill>
              </a:rPr>
              <a:t>Set</a:t>
            </a:r>
            <a:r>
              <a:rPr kumimoji="1" lang="ja-JP" altLang="en-US" dirty="0">
                <a:solidFill>
                  <a:srgbClr val="FF0000"/>
                </a:solidFill>
              </a:rPr>
              <a:t>系</a:t>
            </a:r>
            <a:r>
              <a:rPr kumimoji="1" lang="en-US" altLang="ja-JP" dirty="0">
                <a:solidFill>
                  <a:srgbClr val="FF0000"/>
                </a:solidFill>
              </a:rPr>
              <a:t>:</a:t>
            </a:r>
            <a:r>
              <a:rPr kumimoji="1" lang="ja-JP" altLang="en-US" dirty="0">
                <a:solidFill>
                  <a:srgbClr val="FF0000"/>
                </a:solidFill>
              </a:rPr>
              <a:t>重複不可、順序非保証</a:t>
            </a:r>
            <a:endParaRPr kumimoji="1" lang="en-US" altLang="ja-JP" dirty="0">
              <a:solidFill>
                <a:srgbClr val="FF0000"/>
              </a:solidFill>
            </a:endParaRPr>
          </a:p>
          <a:p>
            <a:pPr marL="439738" indent="-342900">
              <a:buFont typeface="+mj-lt"/>
              <a:buAutoNum type="arabicPeriod"/>
            </a:pPr>
            <a:r>
              <a:rPr kumimoji="1" lang="en-US" altLang="ja-JP" dirty="0">
                <a:solidFill>
                  <a:srgbClr val="FF0000"/>
                </a:solidFill>
              </a:rPr>
              <a:t>Map</a:t>
            </a:r>
            <a:r>
              <a:rPr kumimoji="1" lang="ja-JP" altLang="en-US" dirty="0">
                <a:solidFill>
                  <a:srgbClr val="FF0000"/>
                </a:solidFill>
              </a:rPr>
              <a:t>系</a:t>
            </a:r>
            <a:r>
              <a:rPr kumimoji="1" lang="en-US" altLang="ja-JP" dirty="0">
                <a:solidFill>
                  <a:srgbClr val="FF0000"/>
                </a:solidFill>
              </a:rPr>
              <a:t>:</a:t>
            </a:r>
            <a:r>
              <a:rPr kumimoji="1" lang="ja-JP" altLang="en-US" dirty="0">
                <a:solidFill>
                  <a:srgbClr val="FF0000"/>
                </a:solidFill>
              </a:rPr>
              <a:t>ペアの値を格納</a:t>
            </a:r>
          </a:p>
        </p:txBody>
      </p:sp>
      <p:sp>
        <p:nvSpPr>
          <p:cNvPr id="6" name="楕円 5">
            <a:extLst>
              <a:ext uri="{FF2B5EF4-FFF2-40B4-BE49-F238E27FC236}">
                <a16:creationId xmlns:a16="http://schemas.microsoft.com/office/drawing/2014/main" id="{08862E50-184A-4FFA-B4BF-7F783A5CDFD4}"/>
              </a:ext>
            </a:extLst>
          </p:cNvPr>
          <p:cNvSpPr/>
          <p:nvPr/>
        </p:nvSpPr>
        <p:spPr>
          <a:xfrm>
            <a:off x="649048" y="3228513"/>
            <a:ext cx="2064603" cy="987559"/>
          </a:xfrm>
          <a:prstGeom prst="ellipse">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err="1">
                <a:solidFill>
                  <a:schemeClr val="tx1"/>
                </a:solidFill>
              </a:rPr>
              <a:t>ArrayList</a:t>
            </a:r>
            <a:endParaRPr kumimoji="1" lang="en-US" altLang="ja-JP" sz="1400" dirty="0">
              <a:solidFill>
                <a:schemeClr val="tx1"/>
              </a:solidFill>
            </a:endParaRPr>
          </a:p>
          <a:p>
            <a:pPr algn="ctr"/>
            <a:r>
              <a:rPr kumimoji="1" lang="en-US" altLang="ja-JP" sz="1400" dirty="0">
                <a:solidFill>
                  <a:schemeClr val="tx1"/>
                </a:solidFill>
              </a:rPr>
              <a:t>LinkedList</a:t>
            </a:r>
            <a:endParaRPr kumimoji="1" lang="ja-JP" altLang="en-US" sz="1400" dirty="0">
              <a:solidFill>
                <a:schemeClr val="tx1"/>
              </a:solidFill>
            </a:endParaRPr>
          </a:p>
        </p:txBody>
      </p:sp>
      <p:sp>
        <p:nvSpPr>
          <p:cNvPr id="9" name="楕円 8">
            <a:extLst>
              <a:ext uri="{FF2B5EF4-FFF2-40B4-BE49-F238E27FC236}">
                <a16:creationId xmlns:a16="http://schemas.microsoft.com/office/drawing/2014/main" id="{1870F5C0-B1B9-484A-817D-B1F9A2EDF5AB}"/>
              </a:ext>
            </a:extLst>
          </p:cNvPr>
          <p:cNvSpPr/>
          <p:nvPr/>
        </p:nvSpPr>
        <p:spPr>
          <a:xfrm>
            <a:off x="3632446" y="3228512"/>
            <a:ext cx="2064604" cy="987559"/>
          </a:xfrm>
          <a:prstGeom prst="ellipse">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HashMap</a:t>
            </a:r>
          </a:p>
          <a:p>
            <a:pPr algn="ctr"/>
            <a:r>
              <a:rPr kumimoji="1" lang="en-US" altLang="ja-JP" sz="1400" dirty="0" err="1">
                <a:solidFill>
                  <a:schemeClr val="tx1"/>
                </a:solidFill>
              </a:rPr>
              <a:t>LinkedHashMap</a:t>
            </a:r>
            <a:endParaRPr kumimoji="1" lang="en-US" altLang="ja-JP" sz="1400" dirty="0">
              <a:solidFill>
                <a:schemeClr val="tx1"/>
              </a:solidFill>
            </a:endParaRPr>
          </a:p>
          <a:p>
            <a:pPr algn="ctr"/>
            <a:r>
              <a:rPr kumimoji="1" lang="en-US" altLang="ja-JP" sz="1400" dirty="0" err="1">
                <a:solidFill>
                  <a:schemeClr val="tx1"/>
                </a:solidFill>
              </a:rPr>
              <a:t>TreeMap</a:t>
            </a:r>
            <a:endParaRPr kumimoji="1" lang="ja-JP" altLang="en-US" sz="1400" dirty="0">
              <a:solidFill>
                <a:schemeClr val="tx1"/>
              </a:solidFill>
            </a:endParaRPr>
          </a:p>
        </p:txBody>
      </p:sp>
      <p:sp>
        <p:nvSpPr>
          <p:cNvPr id="10" name="楕円 9">
            <a:extLst>
              <a:ext uri="{FF2B5EF4-FFF2-40B4-BE49-F238E27FC236}">
                <a16:creationId xmlns:a16="http://schemas.microsoft.com/office/drawing/2014/main" id="{CC0AE81B-FC58-40D2-B786-A08A14436C53}"/>
              </a:ext>
            </a:extLst>
          </p:cNvPr>
          <p:cNvSpPr/>
          <p:nvPr/>
        </p:nvSpPr>
        <p:spPr>
          <a:xfrm>
            <a:off x="6430348" y="3228511"/>
            <a:ext cx="2064604" cy="987559"/>
          </a:xfrm>
          <a:prstGeom prst="ellipse">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HashSet</a:t>
            </a:r>
          </a:p>
          <a:p>
            <a:pPr algn="ctr"/>
            <a:r>
              <a:rPr kumimoji="1" lang="en-US" altLang="ja-JP" sz="1400" dirty="0" err="1">
                <a:solidFill>
                  <a:schemeClr val="tx1"/>
                </a:solidFill>
              </a:rPr>
              <a:t>LinkedSet</a:t>
            </a:r>
            <a:endParaRPr kumimoji="1" lang="en-US" altLang="ja-JP" sz="1400" dirty="0">
              <a:solidFill>
                <a:schemeClr val="tx1"/>
              </a:solidFill>
            </a:endParaRPr>
          </a:p>
          <a:p>
            <a:pPr algn="ctr"/>
            <a:r>
              <a:rPr kumimoji="1" lang="en-US" altLang="ja-JP" sz="1400" dirty="0" err="1">
                <a:solidFill>
                  <a:schemeClr val="tx1"/>
                </a:solidFill>
              </a:rPr>
              <a:t>TreeSet</a:t>
            </a:r>
            <a:endParaRPr kumimoji="1" lang="ja-JP" altLang="en-US" sz="1400" dirty="0">
              <a:solidFill>
                <a:schemeClr val="tx1"/>
              </a:solidFill>
            </a:endParaRPr>
          </a:p>
        </p:txBody>
      </p:sp>
      <p:sp>
        <p:nvSpPr>
          <p:cNvPr id="11" name="正方形/長方形 10">
            <a:extLst>
              <a:ext uri="{FF2B5EF4-FFF2-40B4-BE49-F238E27FC236}">
                <a16:creationId xmlns:a16="http://schemas.microsoft.com/office/drawing/2014/main" id="{18DC7822-FF91-4408-9423-75B7A47DB1BF}"/>
              </a:ext>
            </a:extLst>
          </p:cNvPr>
          <p:cNvSpPr/>
          <p:nvPr/>
        </p:nvSpPr>
        <p:spPr>
          <a:xfrm>
            <a:off x="983556" y="2902576"/>
            <a:ext cx="1429231" cy="487801"/>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List</a:t>
            </a:r>
            <a:r>
              <a:rPr kumimoji="1" lang="ja-JP" altLang="en-US" sz="1400" dirty="0">
                <a:solidFill>
                  <a:schemeClr val="tx1"/>
                </a:solidFill>
              </a:rPr>
              <a:t>系</a:t>
            </a:r>
            <a:endParaRPr kumimoji="1" lang="en-US" altLang="ja-JP" sz="1400" dirty="0">
              <a:solidFill>
                <a:schemeClr val="tx1"/>
              </a:solidFill>
            </a:endParaRPr>
          </a:p>
        </p:txBody>
      </p:sp>
      <p:sp>
        <p:nvSpPr>
          <p:cNvPr id="12" name="正方形/長方形 11">
            <a:extLst>
              <a:ext uri="{FF2B5EF4-FFF2-40B4-BE49-F238E27FC236}">
                <a16:creationId xmlns:a16="http://schemas.microsoft.com/office/drawing/2014/main" id="{993E5ACE-C484-44C7-AFDB-30A0D15178FA}"/>
              </a:ext>
            </a:extLst>
          </p:cNvPr>
          <p:cNvSpPr/>
          <p:nvPr/>
        </p:nvSpPr>
        <p:spPr>
          <a:xfrm>
            <a:off x="3950132" y="2902576"/>
            <a:ext cx="1429231" cy="487801"/>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Map</a:t>
            </a:r>
            <a:r>
              <a:rPr kumimoji="1" lang="ja-JP" altLang="en-US" sz="1400" dirty="0">
                <a:solidFill>
                  <a:schemeClr val="tx1"/>
                </a:solidFill>
              </a:rPr>
              <a:t>系</a:t>
            </a:r>
            <a:endParaRPr kumimoji="1" lang="en-US" altLang="ja-JP" sz="1400" dirty="0">
              <a:solidFill>
                <a:schemeClr val="tx1"/>
              </a:solidFill>
            </a:endParaRPr>
          </a:p>
        </p:txBody>
      </p:sp>
      <p:sp>
        <p:nvSpPr>
          <p:cNvPr id="13" name="正方形/長方形 12">
            <a:extLst>
              <a:ext uri="{FF2B5EF4-FFF2-40B4-BE49-F238E27FC236}">
                <a16:creationId xmlns:a16="http://schemas.microsoft.com/office/drawing/2014/main" id="{2955E2A7-E9A5-47A2-8312-85901581F6E0}"/>
              </a:ext>
            </a:extLst>
          </p:cNvPr>
          <p:cNvSpPr/>
          <p:nvPr/>
        </p:nvSpPr>
        <p:spPr>
          <a:xfrm>
            <a:off x="6748035" y="2902576"/>
            <a:ext cx="1429231" cy="487801"/>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rPr>
              <a:t>Set</a:t>
            </a:r>
            <a:r>
              <a:rPr kumimoji="1" lang="ja-JP" altLang="en-US" sz="1400">
                <a:solidFill>
                  <a:schemeClr val="tx1"/>
                </a:solidFill>
              </a:rPr>
              <a:t>系</a:t>
            </a:r>
            <a:endParaRPr kumimoji="1" lang="en-US" altLang="ja-JP" sz="1400" dirty="0">
              <a:solidFill>
                <a:schemeClr val="tx1"/>
              </a:solidFill>
            </a:endParaRPr>
          </a:p>
        </p:txBody>
      </p:sp>
    </p:spTree>
    <p:extLst>
      <p:ext uri="{BB962C8B-B14F-4D97-AF65-F5344CB8AC3E}">
        <p14:creationId xmlns:p14="http://schemas.microsoft.com/office/powerpoint/2010/main" val="2755247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2B32272-CC15-4492-AC1C-D7D8D9A65809}"/>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10" name="タイトル 9">
            <a:extLst>
              <a:ext uri="{FF2B5EF4-FFF2-40B4-BE49-F238E27FC236}">
                <a16:creationId xmlns:a16="http://schemas.microsoft.com/office/drawing/2014/main" id="{4C7118B8-0655-4DA9-91E7-9FF97ADD1558}"/>
              </a:ext>
            </a:extLst>
          </p:cNvPr>
          <p:cNvSpPr>
            <a:spLocks noGrp="1"/>
          </p:cNvSpPr>
          <p:nvPr>
            <p:ph type="ctrTitle"/>
          </p:nvPr>
        </p:nvSpPr>
        <p:spPr/>
        <p:txBody>
          <a:bodyPr/>
          <a:lstStyle/>
          <a:p>
            <a:r>
              <a:rPr lang="en-US" altLang="ja-JP" dirty="0"/>
              <a:t>HashMap</a:t>
            </a:r>
            <a:r>
              <a:rPr lang="ja-JP" altLang="en-US" dirty="0"/>
              <a:t>の利用</a:t>
            </a:r>
          </a:p>
        </p:txBody>
      </p:sp>
      <p:sp>
        <p:nvSpPr>
          <p:cNvPr id="4" name="スライド番号プレースホルダー 3">
            <a:extLst>
              <a:ext uri="{FF2B5EF4-FFF2-40B4-BE49-F238E27FC236}">
                <a16:creationId xmlns:a16="http://schemas.microsoft.com/office/drawing/2014/main" id="{FA27ED16-7D0A-4C60-8856-FB4D767AE8ED}"/>
              </a:ext>
            </a:extLst>
          </p:cNvPr>
          <p:cNvSpPr>
            <a:spLocks noGrp="1"/>
          </p:cNvSpPr>
          <p:nvPr>
            <p:ph type="sldNum" sz="quarter" idx="4"/>
          </p:nvPr>
        </p:nvSpPr>
        <p:spPr/>
        <p:txBody>
          <a:bodyPr/>
          <a:lstStyle/>
          <a:p>
            <a:fld id="{00000000-1234-1234-1234-123412341234}" type="slidenum">
              <a:rPr lang="en" smtClean="0"/>
              <a:pPr/>
              <a:t>12</a:t>
            </a:fld>
            <a:endParaRPr lang="en" dirty="0"/>
          </a:p>
        </p:txBody>
      </p:sp>
      <p:sp>
        <p:nvSpPr>
          <p:cNvPr id="11" name="テキスト プレースホルダー 10">
            <a:extLst>
              <a:ext uri="{FF2B5EF4-FFF2-40B4-BE49-F238E27FC236}">
                <a16:creationId xmlns:a16="http://schemas.microsoft.com/office/drawing/2014/main" id="{FC9597FA-8178-4EFC-9D95-698489AADEFB}"/>
              </a:ext>
            </a:extLst>
          </p:cNvPr>
          <p:cNvSpPr>
            <a:spLocks noGrp="1"/>
          </p:cNvSpPr>
          <p:nvPr>
            <p:ph type="body" sz="quarter" idx="14"/>
          </p:nvPr>
        </p:nvSpPr>
        <p:spPr/>
        <p:txBody>
          <a:bodyPr/>
          <a:lstStyle/>
          <a:p>
            <a:pPr marL="96838" indent="0">
              <a:buNone/>
            </a:pPr>
            <a:r>
              <a:rPr lang="ja-JP" altLang="en-US" dirty="0"/>
              <a:t>様々なコレクションクラスの中から、利用頻度の多さもあり</a:t>
            </a:r>
            <a:r>
              <a:rPr lang="en-US" altLang="ja-JP" dirty="0"/>
              <a:t>HashMap</a:t>
            </a:r>
            <a:r>
              <a:rPr lang="ja-JP" altLang="en-US" dirty="0"/>
              <a:t>クラスを紹介します。</a:t>
            </a:r>
            <a:r>
              <a:rPr lang="en-US" altLang="ja-JP" dirty="0"/>
              <a:t>Map</a:t>
            </a:r>
            <a:r>
              <a:rPr lang="ja-JP" altLang="en-US" dirty="0"/>
              <a:t>インタフェースに</a:t>
            </a:r>
            <a:r>
              <a:rPr lang="en-US" altLang="ja-JP" dirty="0"/>
              <a:t>HashMap</a:t>
            </a:r>
            <a:r>
              <a:rPr lang="ja-JP" altLang="en-US" dirty="0"/>
              <a:t>クラスのインスタンスを格納しています。</a:t>
            </a:r>
          </a:p>
        </p:txBody>
      </p:sp>
      <p:sp>
        <p:nvSpPr>
          <p:cNvPr id="12" name="Google Shape;114;p15">
            <a:extLst>
              <a:ext uri="{FF2B5EF4-FFF2-40B4-BE49-F238E27FC236}">
                <a16:creationId xmlns:a16="http://schemas.microsoft.com/office/drawing/2014/main" id="{5169CDA8-ABA5-4379-A67F-D10079352A3C}"/>
              </a:ext>
            </a:extLst>
          </p:cNvPr>
          <p:cNvSpPr/>
          <p:nvPr/>
        </p:nvSpPr>
        <p:spPr>
          <a:xfrm>
            <a:off x="462875" y="1334654"/>
            <a:ext cx="8216899" cy="3382126"/>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i="0" u="none" strike="noStrike" cap="none" dirty="0">
                <a:solidFill>
                  <a:schemeClr val="dk1"/>
                </a:solidFill>
                <a:cs typeface="MS Gothic"/>
                <a:sym typeface="MS Gothic"/>
              </a:rPr>
              <a:t>import </a:t>
            </a:r>
            <a:r>
              <a:rPr lang="en-US" sz="1400" i="0" u="none" strike="noStrike" cap="none" dirty="0" err="1">
                <a:solidFill>
                  <a:schemeClr val="dk1"/>
                </a:solidFill>
                <a:cs typeface="MS Gothic"/>
                <a:sym typeface="MS Gothic"/>
              </a:rPr>
              <a:t>java.util.Map</a:t>
            </a:r>
            <a:r>
              <a:rPr lang="en-US" sz="1400" i="0" u="none" strike="noStrike" cap="none" dirty="0">
                <a:solidFill>
                  <a:schemeClr val="dk1"/>
                </a:solidFill>
                <a:cs typeface="MS Gothic"/>
                <a:sym typeface="MS Gothic"/>
              </a:rPr>
              <a:t>;</a:t>
            </a:r>
          </a:p>
          <a:p>
            <a:pPr marL="0" marR="0" lvl="0" indent="0" algn="l" rtl="0">
              <a:spcBef>
                <a:spcPts val="0"/>
              </a:spcBef>
              <a:spcAft>
                <a:spcPts val="0"/>
              </a:spcAft>
              <a:buNone/>
            </a:pPr>
            <a:r>
              <a:rPr lang="en-US" sz="1400" i="0" u="none" strike="noStrike" cap="none" dirty="0">
                <a:solidFill>
                  <a:schemeClr val="dk1"/>
                </a:solidFill>
                <a:cs typeface="MS Gothic"/>
                <a:sym typeface="MS Gothic"/>
              </a:rPr>
              <a:t>import </a:t>
            </a:r>
            <a:r>
              <a:rPr lang="en-US" sz="1400" i="0" u="none" strike="noStrike" cap="none" dirty="0" err="1">
                <a:solidFill>
                  <a:schemeClr val="dk1"/>
                </a:solidFill>
                <a:cs typeface="MS Gothic"/>
                <a:sym typeface="MS Gothic"/>
              </a:rPr>
              <a:t>java.util.HashMap</a:t>
            </a:r>
            <a:r>
              <a:rPr lang="en-US" sz="1400" i="0" u="none" strike="noStrike" cap="none" dirty="0">
                <a:solidFill>
                  <a:schemeClr val="dk1"/>
                </a:solidFill>
                <a:cs typeface="MS Gothic"/>
                <a:sym typeface="MS Gothic"/>
              </a:rPr>
              <a:t>;</a:t>
            </a:r>
          </a:p>
          <a:p>
            <a:pPr marL="0" marR="0" lvl="0" indent="0" algn="l" rtl="0">
              <a:spcBef>
                <a:spcPts val="0"/>
              </a:spcBef>
              <a:spcAft>
                <a:spcPts val="0"/>
              </a:spcAft>
              <a:buNone/>
            </a:pPr>
            <a:r>
              <a:rPr lang="en-US" sz="1400" i="0" u="none" strike="noStrike" cap="none" dirty="0">
                <a:solidFill>
                  <a:schemeClr val="dk1"/>
                </a:solidFill>
                <a:cs typeface="MS Gothic"/>
                <a:sym typeface="MS Gothic"/>
              </a:rPr>
              <a:t>public class Sample{</a:t>
            </a:r>
          </a:p>
          <a:p>
            <a:pPr marL="0" marR="0" lvl="0" indent="0" algn="l" rtl="0">
              <a:spcBef>
                <a:spcPts val="0"/>
              </a:spcBef>
              <a:spcAft>
                <a:spcPts val="0"/>
              </a:spcAft>
              <a:buNone/>
            </a:pPr>
            <a:r>
              <a:rPr lang="en-US" sz="1400" i="0" u="none" strike="noStrike" cap="none" dirty="0">
                <a:solidFill>
                  <a:schemeClr val="dk1"/>
                </a:solidFill>
                <a:cs typeface="MS Gothic"/>
                <a:sym typeface="MS Gothic"/>
              </a:rPr>
              <a:t>　public static void main(String[] </a:t>
            </a:r>
            <a:r>
              <a:rPr lang="en-US" sz="1400" i="0" u="none" strike="noStrike" cap="none" dirty="0" err="1">
                <a:solidFill>
                  <a:schemeClr val="dk1"/>
                </a:solidFill>
                <a:cs typeface="MS Gothic"/>
                <a:sym typeface="MS Gothic"/>
              </a:rPr>
              <a:t>args</a:t>
            </a:r>
            <a:r>
              <a:rPr lang="en-US" sz="1400" i="0" u="none" strike="noStrike" cap="none" dirty="0">
                <a:solidFill>
                  <a:schemeClr val="dk1"/>
                </a:solidFill>
                <a:cs typeface="MS Gothic"/>
                <a:sym typeface="MS Gothic"/>
              </a:rPr>
              <a:t>){</a:t>
            </a:r>
          </a:p>
          <a:p>
            <a:pPr marL="0" marR="0" lvl="0" indent="0" algn="l" rtl="0">
              <a:spcBef>
                <a:spcPts val="0"/>
              </a:spcBef>
              <a:spcAft>
                <a:spcPts val="0"/>
              </a:spcAft>
              <a:buNone/>
            </a:pPr>
            <a:r>
              <a:rPr lang="en-US" sz="1400" i="0" u="none" strike="noStrike" cap="none" dirty="0">
                <a:solidFill>
                  <a:schemeClr val="dk1"/>
                </a:solidFill>
                <a:cs typeface="MS Gothic"/>
                <a:sym typeface="MS Gothic"/>
              </a:rPr>
              <a:t>　　</a:t>
            </a:r>
            <a:r>
              <a:rPr lang="en-US" sz="1400" i="0" u="none" strike="noStrike" cap="none" dirty="0">
                <a:solidFill>
                  <a:srgbClr val="FF0000"/>
                </a:solidFill>
                <a:cs typeface="MS Gothic"/>
                <a:sym typeface="MS Gothic"/>
              </a:rPr>
              <a:t>Map&lt;</a:t>
            </a:r>
            <a:r>
              <a:rPr lang="en-US" altLang="ja-JP" sz="1400" i="0" u="none" strike="noStrike" cap="none" dirty="0" err="1">
                <a:solidFill>
                  <a:srgbClr val="FF0000"/>
                </a:solidFill>
                <a:cs typeface="MS Gothic"/>
                <a:sym typeface="MS Gothic"/>
              </a:rPr>
              <a:t>Integer</a:t>
            </a:r>
            <a:r>
              <a:rPr lang="en-US" sz="1400" i="0" u="none" strike="noStrike" cap="none" dirty="0" err="1">
                <a:solidFill>
                  <a:srgbClr val="FF0000"/>
                </a:solidFill>
                <a:cs typeface="MS Gothic"/>
                <a:sym typeface="MS Gothic"/>
              </a:rPr>
              <a:t>,</a:t>
            </a:r>
            <a:r>
              <a:rPr lang="en-US" altLang="ja-JP" sz="1400" i="0" u="none" strike="noStrike" cap="none" dirty="0" err="1">
                <a:solidFill>
                  <a:srgbClr val="FF0000"/>
                </a:solidFill>
                <a:cs typeface="MS Gothic"/>
                <a:sym typeface="MS Gothic"/>
              </a:rPr>
              <a:t>String</a:t>
            </a:r>
            <a:r>
              <a:rPr lang="en-US" sz="1400" i="0" u="none" strike="noStrike" cap="none" dirty="0">
                <a:solidFill>
                  <a:srgbClr val="FF0000"/>
                </a:solidFill>
                <a:cs typeface="MS Gothic"/>
                <a:sym typeface="MS Gothic"/>
              </a:rPr>
              <a:t>&gt; names = new HashMap&lt;</a:t>
            </a:r>
            <a:r>
              <a:rPr lang="en-US" altLang="ja-JP" sz="1400" i="0" u="none" strike="noStrike" cap="none" dirty="0" err="1">
                <a:solidFill>
                  <a:srgbClr val="FF0000"/>
                </a:solidFill>
                <a:cs typeface="MS Gothic"/>
                <a:sym typeface="MS Gothic"/>
              </a:rPr>
              <a:t>Integer</a:t>
            </a:r>
            <a:r>
              <a:rPr lang="en-US" sz="1400" i="0" u="none" strike="noStrike" cap="none" dirty="0" err="1">
                <a:solidFill>
                  <a:srgbClr val="FF0000"/>
                </a:solidFill>
                <a:cs typeface="MS Gothic"/>
                <a:sym typeface="MS Gothic"/>
              </a:rPr>
              <a:t>,</a:t>
            </a:r>
            <a:r>
              <a:rPr lang="en-US" altLang="ja-JP" sz="1400" i="0" u="none" strike="noStrike" cap="none" dirty="0" err="1">
                <a:solidFill>
                  <a:srgbClr val="FF0000"/>
                </a:solidFill>
                <a:cs typeface="MS Gothic"/>
                <a:sym typeface="MS Gothic"/>
              </a:rPr>
              <a:t>String</a:t>
            </a:r>
            <a:r>
              <a:rPr lang="en-US" sz="1400" i="0" u="none" strike="noStrike" cap="none" dirty="0">
                <a:solidFill>
                  <a:srgbClr val="FF0000"/>
                </a:solidFill>
                <a:cs typeface="MS Gothic"/>
                <a:sym typeface="MS Gothic"/>
              </a:rPr>
              <a:t>&gt;();</a:t>
            </a:r>
          </a:p>
          <a:p>
            <a:pPr marL="0" marR="0" lvl="0" indent="0" algn="l" rtl="0">
              <a:spcBef>
                <a:spcPts val="0"/>
              </a:spcBef>
              <a:spcAft>
                <a:spcPts val="0"/>
              </a:spcAft>
              <a:buNone/>
            </a:pPr>
            <a:r>
              <a:rPr lang="en-US" sz="1400" i="0" u="none" strike="noStrike" cap="none" dirty="0">
                <a:solidFill>
                  <a:schemeClr val="dk1"/>
                </a:solidFill>
                <a:cs typeface="MS Gothic"/>
                <a:sym typeface="MS Gothic"/>
              </a:rPr>
              <a:t>　　</a:t>
            </a:r>
            <a:r>
              <a:rPr lang="en-US" sz="1400" i="0" u="none" strike="noStrike" cap="none" dirty="0" err="1">
                <a:solidFill>
                  <a:schemeClr val="dk1"/>
                </a:solidFill>
                <a:cs typeface="MS Gothic"/>
                <a:sym typeface="MS Gothic"/>
              </a:rPr>
              <a:t>names.put</a:t>
            </a:r>
            <a:r>
              <a:rPr lang="en-US" sz="1400" i="0" u="none" strike="noStrike" cap="none" dirty="0">
                <a:solidFill>
                  <a:schemeClr val="dk1"/>
                </a:solidFill>
                <a:cs typeface="MS Gothic"/>
                <a:sym typeface="MS Gothic"/>
              </a:rPr>
              <a:t>(101,"</a:t>
            </a:r>
            <a:r>
              <a:rPr lang="ja-JP" altLang="en-US" sz="1400" i="0" u="none" strike="noStrike" cap="none" dirty="0">
                <a:solidFill>
                  <a:schemeClr val="dk1"/>
                </a:solidFill>
                <a:cs typeface="MS Gothic"/>
                <a:sym typeface="MS Gothic"/>
              </a:rPr>
              <a:t>山田</a:t>
            </a:r>
            <a:r>
              <a:rPr lang="en-US" altLang="ja-JP" sz="1400" i="0" u="none" strike="noStrike" cap="none" dirty="0">
                <a:solidFill>
                  <a:schemeClr val="dk1"/>
                </a:solidFill>
                <a:cs typeface="MS Gothic"/>
                <a:sym typeface="MS Gothic"/>
              </a:rPr>
              <a:t>");</a:t>
            </a:r>
          </a:p>
          <a:p>
            <a:pPr marL="0" marR="0" lvl="0" indent="0" algn="l" rtl="0">
              <a:spcBef>
                <a:spcPts val="0"/>
              </a:spcBef>
              <a:spcAft>
                <a:spcPts val="0"/>
              </a:spcAft>
              <a:buNone/>
            </a:pPr>
            <a:r>
              <a:rPr lang="ja-JP" altLang="en-US" sz="1400" i="0" u="none" strike="noStrike" cap="none" dirty="0">
                <a:solidFill>
                  <a:schemeClr val="dk1"/>
                </a:solidFill>
                <a:cs typeface="MS Gothic"/>
                <a:sym typeface="MS Gothic"/>
              </a:rPr>
              <a:t>　　</a:t>
            </a:r>
            <a:r>
              <a:rPr lang="en-US" sz="1400" i="0" u="none" strike="noStrike" cap="none" dirty="0" err="1">
                <a:solidFill>
                  <a:schemeClr val="dk1"/>
                </a:solidFill>
                <a:cs typeface="MS Gothic"/>
                <a:sym typeface="MS Gothic"/>
              </a:rPr>
              <a:t>names.put</a:t>
            </a:r>
            <a:r>
              <a:rPr lang="en-US" sz="1400" i="0" u="none" strike="noStrike" cap="none" dirty="0">
                <a:solidFill>
                  <a:schemeClr val="dk1"/>
                </a:solidFill>
                <a:cs typeface="MS Gothic"/>
                <a:sym typeface="MS Gothic"/>
              </a:rPr>
              <a:t>(102,"</a:t>
            </a:r>
            <a:r>
              <a:rPr lang="ja-JP" altLang="en-US" sz="1400" i="0" u="none" strike="noStrike" cap="none" dirty="0">
                <a:solidFill>
                  <a:schemeClr val="dk1"/>
                </a:solidFill>
                <a:cs typeface="MS Gothic"/>
                <a:sym typeface="MS Gothic"/>
              </a:rPr>
              <a:t>佐藤</a:t>
            </a:r>
            <a:r>
              <a:rPr lang="en-US" altLang="ja-JP" sz="1400" i="0" u="none" strike="noStrike" cap="none" dirty="0">
                <a:solidFill>
                  <a:schemeClr val="dk1"/>
                </a:solidFill>
                <a:cs typeface="MS Gothic"/>
                <a:sym typeface="MS Gothic"/>
              </a:rPr>
              <a:t>");</a:t>
            </a:r>
          </a:p>
          <a:p>
            <a:pPr marL="0" marR="0" lvl="0" indent="0" algn="l" rtl="0">
              <a:spcBef>
                <a:spcPts val="0"/>
              </a:spcBef>
              <a:spcAft>
                <a:spcPts val="0"/>
              </a:spcAft>
              <a:buNone/>
            </a:pPr>
            <a:r>
              <a:rPr lang="ja-JP" altLang="en-US" sz="1400" i="0" u="none" strike="noStrike" cap="none" dirty="0">
                <a:solidFill>
                  <a:schemeClr val="dk1"/>
                </a:solidFill>
                <a:cs typeface="MS Gothic"/>
                <a:sym typeface="MS Gothic"/>
              </a:rPr>
              <a:t>　　</a:t>
            </a:r>
            <a:r>
              <a:rPr lang="en-US" sz="1400" i="0" u="none" strike="noStrike" cap="none" dirty="0" err="1">
                <a:solidFill>
                  <a:schemeClr val="dk1"/>
                </a:solidFill>
                <a:cs typeface="MS Gothic"/>
                <a:sym typeface="MS Gothic"/>
              </a:rPr>
              <a:t>names.put</a:t>
            </a:r>
            <a:r>
              <a:rPr lang="en-US" sz="1400" i="0" u="none" strike="noStrike" cap="none" dirty="0">
                <a:solidFill>
                  <a:schemeClr val="dk1"/>
                </a:solidFill>
                <a:cs typeface="MS Gothic"/>
                <a:sym typeface="MS Gothic"/>
              </a:rPr>
              <a:t>(103,"</a:t>
            </a:r>
            <a:r>
              <a:rPr lang="ja-JP" altLang="en-US" sz="1400" i="0" u="none" strike="noStrike" cap="none" dirty="0">
                <a:solidFill>
                  <a:schemeClr val="dk1"/>
                </a:solidFill>
                <a:cs typeface="MS Gothic"/>
                <a:sym typeface="MS Gothic"/>
              </a:rPr>
              <a:t>小林</a:t>
            </a:r>
            <a:r>
              <a:rPr lang="en-US" altLang="ja-JP" sz="1400" i="0" u="none" strike="noStrike" cap="none" dirty="0">
                <a:solidFill>
                  <a:schemeClr val="dk1"/>
                </a:solidFill>
                <a:cs typeface="MS Gothic"/>
                <a:sym typeface="MS Gothic"/>
              </a:rPr>
              <a:t>");</a:t>
            </a:r>
          </a:p>
          <a:p>
            <a:pPr marL="0" marR="0" lvl="0" indent="0" algn="l" rtl="0">
              <a:spcBef>
                <a:spcPts val="0"/>
              </a:spcBef>
              <a:spcAft>
                <a:spcPts val="0"/>
              </a:spcAft>
              <a:buNone/>
            </a:pPr>
            <a:endParaRPr lang="en-US" altLang="ja-JP" sz="1400" i="0" u="none" strike="noStrike" cap="none" dirty="0">
              <a:solidFill>
                <a:schemeClr val="dk1"/>
              </a:solidFill>
              <a:cs typeface="MS Gothic"/>
              <a:sym typeface="MS Gothic"/>
            </a:endParaRPr>
          </a:p>
          <a:p>
            <a:pPr marL="0" marR="0" lvl="0" indent="0" algn="l" rtl="0">
              <a:spcBef>
                <a:spcPts val="0"/>
              </a:spcBef>
              <a:spcAft>
                <a:spcPts val="0"/>
              </a:spcAft>
              <a:buNone/>
            </a:pPr>
            <a:r>
              <a:rPr lang="ja-JP" altLang="en-US" sz="1400" i="0" u="none" strike="noStrike" cap="none" dirty="0">
                <a:solidFill>
                  <a:schemeClr val="dk1"/>
                </a:solidFill>
                <a:cs typeface="MS Gothic"/>
                <a:sym typeface="MS Gothic"/>
              </a:rPr>
              <a:t>　　</a:t>
            </a:r>
            <a:r>
              <a:rPr lang="en-US" altLang="ja-JP" sz="1400" i="0" u="none" strike="noStrike" cap="none" dirty="0">
                <a:solidFill>
                  <a:schemeClr val="dk1"/>
                </a:solidFill>
                <a:cs typeface="MS Gothic"/>
                <a:sym typeface="MS Gothic"/>
              </a:rPr>
              <a:t>String</a:t>
            </a:r>
            <a:r>
              <a:rPr lang="en-US" sz="1400" i="0" u="none" strike="noStrike" cap="none" dirty="0">
                <a:solidFill>
                  <a:schemeClr val="dk1"/>
                </a:solidFill>
                <a:cs typeface="MS Gothic"/>
                <a:sym typeface="MS Gothic"/>
              </a:rPr>
              <a:t> </a:t>
            </a:r>
            <a:r>
              <a:rPr lang="en-US" sz="1400" i="0" u="none" strike="noStrike" cap="none" dirty="0" err="1">
                <a:solidFill>
                  <a:schemeClr val="dk1"/>
                </a:solidFill>
                <a:cs typeface="MS Gothic"/>
                <a:sym typeface="MS Gothic"/>
              </a:rPr>
              <a:t>userName</a:t>
            </a:r>
            <a:r>
              <a:rPr lang="en-US" sz="1400" i="0" u="none" strike="noStrike" cap="none" dirty="0">
                <a:solidFill>
                  <a:schemeClr val="dk1"/>
                </a:solidFill>
                <a:cs typeface="MS Gothic"/>
                <a:sym typeface="MS Gothic"/>
              </a:rPr>
              <a:t> = </a:t>
            </a:r>
            <a:r>
              <a:rPr lang="en-US" sz="1400" i="0" u="none" strike="noStrike" cap="none" dirty="0" err="1">
                <a:solidFill>
                  <a:schemeClr val="dk1"/>
                </a:solidFill>
                <a:cs typeface="MS Gothic"/>
                <a:sym typeface="MS Gothic"/>
              </a:rPr>
              <a:t>names.get</a:t>
            </a:r>
            <a:r>
              <a:rPr lang="en-US" sz="1400" i="0" u="none" strike="noStrike" cap="none" dirty="0">
                <a:solidFill>
                  <a:schemeClr val="dk1"/>
                </a:solidFill>
                <a:cs typeface="MS Gothic"/>
                <a:sym typeface="MS Gothic"/>
              </a:rPr>
              <a:t>(101</a:t>
            </a:r>
            <a:r>
              <a:rPr lang="en-US" altLang="ja-JP" sz="1400" i="0" u="none" strike="noStrike" cap="none" dirty="0">
                <a:solidFill>
                  <a:schemeClr val="dk1"/>
                </a:solidFill>
                <a:cs typeface="MS Gothic"/>
                <a:sym typeface="MS Gothic"/>
              </a:rPr>
              <a:t>);</a:t>
            </a:r>
          </a:p>
          <a:p>
            <a:pPr marL="0" marR="0" lvl="0" indent="0" algn="l" rtl="0">
              <a:spcBef>
                <a:spcPts val="0"/>
              </a:spcBef>
              <a:spcAft>
                <a:spcPts val="0"/>
              </a:spcAft>
              <a:buNone/>
            </a:pPr>
            <a:r>
              <a:rPr lang="ja-JP" altLang="en-US" sz="1400" i="0" u="none" strike="noStrike" cap="none" dirty="0">
                <a:solidFill>
                  <a:schemeClr val="dk1"/>
                </a:solidFill>
                <a:cs typeface="MS Gothic"/>
                <a:sym typeface="MS Gothic"/>
              </a:rPr>
              <a:t>　　</a:t>
            </a:r>
            <a:r>
              <a:rPr lang="en-US" sz="1400" i="0" u="none" strike="noStrike" cap="none" dirty="0" err="1">
                <a:solidFill>
                  <a:schemeClr val="dk1"/>
                </a:solidFill>
                <a:cs typeface="MS Gothic"/>
                <a:sym typeface="MS Gothic"/>
              </a:rPr>
              <a:t>System.out.println</a:t>
            </a:r>
            <a:r>
              <a:rPr lang="en-US" sz="1400" i="0" u="none" strike="noStrike" cap="none" dirty="0">
                <a:solidFill>
                  <a:schemeClr val="dk1"/>
                </a:solidFill>
                <a:cs typeface="MS Gothic"/>
                <a:sym typeface="MS Gothic"/>
              </a:rPr>
              <a:t>(“</a:t>
            </a:r>
            <a:r>
              <a:rPr lang="en-US" altLang="ja-JP" sz="1400" i="0" u="none" strike="noStrike" cap="none" dirty="0">
                <a:solidFill>
                  <a:schemeClr val="dk1"/>
                </a:solidFill>
                <a:cs typeface="MS Gothic"/>
                <a:sym typeface="MS Gothic"/>
              </a:rPr>
              <a:t>ID</a:t>
            </a:r>
            <a:r>
              <a:rPr lang="ja-JP" altLang="en-US" sz="1400" i="0" u="none" strike="noStrike" cap="none" dirty="0">
                <a:solidFill>
                  <a:schemeClr val="dk1"/>
                </a:solidFill>
                <a:cs typeface="MS Gothic"/>
                <a:sym typeface="MS Gothic"/>
              </a:rPr>
              <a:t>が</a:t>
            </a:r>
            <a:r>
              <a:rPr lang="en-US" altLang="ja-JP" sz="1400" i="0" u="none" strike="noStrike" cap="none" dirty="0">
                <a:solidFill>
                  <a:schemeClr val="dk1"/>
                </a:solidFill>
                <a:cs typeface="MS Gothic"/>
                <a:sym typeface="MS Gothic"/>
              </a:rPr>
              <a:t>101</a:t>
            </a:r>
            <a:r>
              <a:rPr lang="ja-JP" altLang="en-US" sz="1400" i="0" u="none" strike="noStrike" cap="none" dirty="0">
                <a:solidFill>
                  <a:schemeClr val="dk1"/>
                </a:solidFill>
                <a:cs typeface="MS Gothic"/>
                <a:sym typeface="MS Gothic"/>
              </a:rPr>
              <a:t>の</a:t>
            </a:r>
            <a:r>
              <a:rPr lang="ja-JP" altLang="en-US" sz="1400" dirty="0">
                <a:solidFill>
                  <a:schemeClr val="dk1"/>
                </a:solidFill>
                <a:cs typeface="MS Gothic"/>
                <a:sym typeface="MS Gothic"/>
              </a:rPr>
              <a:t>ユーザー名：</a:t>
            </a:r>
            <a:r>
              <a:rPr lang="en-US" altLang="ja-JP" sz="1400" i="0" u="none" strike="noStrike" cap="none" dirty="0">
                <a:solidFill>
                  <a:schemeClr val="dk1"/>
                </a:solidFill>
                <a:cs typeface="MS Gothic"/>
                <a:sym typeface="MS Gothic"/>
              </a:rPr>
              <a:t>" + </a:t>
            </a:r>
            <a:r>
              <a:rPr lang="en-US" altLang="ja-JP" sz="1400" i="0" u="none" strike="noStrike" cap="none" dirty="0" err="1">
                <a:solidFill>
                  <a:schemeClr val="dk1"/>
                </a:solidFill>
                <a:cs typeface="MS Gothic"/>
                <a:sym typeface="MS Gothic"/>
              </a:rPr>
              <a:t>userName</a:t>
            </a:r>
            <a:r>
              <a:rPr lang="en-US" sz="1400" i="0" u="none" strike="noStrike" cap="none" dirty="0">
                <a:solidFill>
                  <a:schemeClr val="dk1"/>
                </a:solidFill>
                <a:cs typeface="MS Gothic"/>
                <a:sym typeface="MS Gothic"/>
              </a:rPr>
              <a:t>);</a:t>
            </a:r>
          </a:p>
          <a:p>
            <a:pPr marL="0" marR="0" lvl="0" indent="0" algn="l" rtl="0">
              <a:spcBef>
                <a:spcPts val="0"/>
              </a:spcBef>
              <a:spcAft>
                <a:spcPts val="0"/>
              </a:spcAft>
              <a:buNone/>
            </a:pPr>
            <a:r>
              <a:rPr lang="en-US" sz="1400" i="0" u="none" strike="noStrike" cap="none" dirty="0">
                <a:solidFill>
                  <a:schemeClr val="dk1"/>
                </a:solidFill>
                <a:cs typeface="MS Gothic"/>
                <a:sym typeface="MS Gothic"/>
              </a:rPr>
              <a:t>　}</a:t>
            </a:r>
          </a:p>
          <a:p>
            <a:pPr marL="0" marR="0" lvl="0" indent="0" algn="l" rtl="0">
              <a:spcBef>
                <a:spcPts val="0"/>
              </a:spcBef>
              <a:spcAft>
                <a:spcPts val="0"/>
              </a:spcAft>
              <a:buNone/>
            </a:pPr>
            <a:r>
              <a:rPr lang="en-US" sz="1400" i="0" u="none" strike="noStrike" cap="none" dirty="0">
                <a:solidFill>
                  <a:schemeClr val="dk1"/>
                </a:solidFill>
                <a:cs typeface="MS Gothic"/>
                <a:sym typeface="MS Gothic"/>
              </a:rPr>
              <a:t>}</a:t>
            </a:r>
          </a:p>
        </p:txBody>
      </p:sp>
    </p:spTree>
    <p:extLst>
      <p:ext uri="{BB962C8B-B14F-4D97-AF65-F5344CB8AC3E}">
        <p14:creationId xmlns:p14="http://schemas.microsoft.com/office/powerpoint/2010/main" val="3266521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6D6E2EE-0DFD-46C3-8BF1-7858C4DD6C83}"/>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A530BD5-A92B-468D-9AF0-302291AF226A}"/>
              </a:ext>
            </a:extLst>
          </p:cNvPr>
          <p:cNvSpPr>
            <a:spLocks noGrp="1"/>
          </p:cNvSpPr>
          <p:nvPr>
            <p:ph type="ctrTitle"/>
          </p:nvPr>
        </p:nvSpPr>
        <p:spPr/>
        <p:txBody>
          <a:bodyPr/>
          <a:lstStyle/>
          <a:p>
            <a:r>
              <a:rPr kumimoji="1" lang="en-US" altLang="ja-JP" dirty="0"/>
              <a:t>HashMap</a:t>
            </a:r>
            <a:r>
              <a:rPr lang="ja-JP" altLang="en-US" dirty="0"/>
              <a:t>の詳細</a:t>
            </a:r>
            <a:endParaRPr kumimoji="1" lang="ja-JP" altLang="en-US" dirty="0"/>
          </a:p>
        </p:txBody>
      </p:sp>
      <p:sp>
        <p:nvSpPr>
          <p:cNvPr id="4" name="スライド番号プレースホルダー 3">
            <a:extLst>
              <a:ext uri="{FF2B5EF4-FFF2-40B4-BE49-F238E27FC236}">
                <a16:creationId xmlns:a16="http://schemas.microsoft.com/office/drawing/2014/main" id="{1E5556FF-811E-4868-A98C-F59431C93732}"/>
              </a:ext>
            </a:extLst>
          </p:cNvPr>
          <p:cNvSpPr>
            <a:spLocks noGrp="1"/>
          </p:cNvSpPr>
          <p:nvPr>
            <p:ph type="sldNum" sz="quarter" idx="4"/>
          </p:nvPr>
        </p:nvSpPr>
        <p:spPr/>
        <p:txBody>
          <a:bodyPr/>
          <a:lstStyle/>
          <a:p>
            <a:fld id="{00000000-1234-1234-1234-123412341234}" type="slidenum">
              <a:rPr lang="en" smtClean="0"/>
              <a:pPr/>
              <a:t>13</a:t>
            </a:fld>
            <a:endParaRPr lang="en" dirty="0"/>
          </a:p>
        </p:txBody>
      </p:sp>
      <p:sp>
        <p:nvSpPr>
          <p:cNvPr id="5" name="テキスト プレースホルダー 4">
            <a:extLst>
              <a:ext uri="{FF2B5EF4-FFF2-40B4-BE49-F238E27FC236}">
                <a16:creationId xmlns:a16="http://schemas.microsoft.com/office/drawing/2014/main" id="{CA01AD74-009C-4238-8798-B5372736110E}"/>
              </a:ext>
            </a:extLst>
          </p:cNvPr>
          <p:cNvSpPr>
            <a:spLocks noGrp="1"/>
          </p:cNvSpPr>
          <p:nvPr>
            <p:ph type="body" sz="quarter" idx="14"/>
          </p:nvPr>
        </p:nvSpPr>
        <p:spPr/>
        <p:txBody>
          <a:bodyPr/>
          <a:lstStyle/>
          <a:p>
            <a:pPr marL="96838" indent="0">
              <a:buNone/>
            </a:pPr>
            <a:r>
              <a:rPr kumimoji="1" lang="en-US" altLang="ja-JP" dirty="0" err="1"/>
              <a:t>ArrayList</a:t>
            </a:r>
            <a:r>
              <a:rPr kumimoji="1" lang="ja-JP" altLang="en-US" dirty="0"/>
              <a:t>は配列のように一列に箱が並んでいるイメージでした。</a:t>
            </a:r>
            <a:endParaRPr kumimoji="1" lang="en-US" altLang="ja-JP" dirty="0"/>
          </a:p>
          <a:p>
            <a:pPr marL="96838" indent="0">
              <a:buNone/>
            </a:pPr>
            <a:r>
              <a:rPr lang="ja-JP" altLang="en-US" dirty="0"/>
              <a:t>ですが</a:t>
            </a:r>
            <a:r>
              <a:rPr lang="en-US" altLang="ja-JP" dirty="0"/>
              <a:t>HashMap</a:t>
            </a:r>
            <a:r>
              <a:rPr lang="ja-JP" altLang="en-US" dirty="0"/>
              <a:t>はそのようなイメージではありません。</a:t>
            </a:r>
            <a:r>
              <a:rPr lang="en-US" altLang="ja-JP" dirty="0"/>
              <a:t>HashMap</a:t>
            </a:r>
            <a:r>
              <a:rPr lang="ja-JP" altLang="en-US" dirty="0"/>
              <a:t>で大事なのは「</a:t>
            </a:r>
            <a:r>
              <a:rPr lang="en-US" altLang="ja-JP" dirty="0">
                <a:solidFill>
                  <a:srgbClr val="FF0000"/>
                </a:solidFill>
              </a:rPr>
              <a:t>Key</a:t>
            </a:r>
            <a:r>
              <a:rPr lang="ja-JP" altLang="en-US" dirty="0"/>
              <a:t>」と「</a:t>
            </a:r>
            <a:r>
              <a:rPr lang="en-US" altLang="ja-JP" dirty="0">
                <a:solidFill>
                  <a:srgbClr val="FF0000"/>
                </a:solidFill>
              </a:rPr>
              <a:t>Value</a:t>
            </a:r>
            <a:r>
              <a:rPr lang="ja-JP" altLang="en-US" dirty="0"/>
              <a:t>」です。保持するデータに</a:t>
            </a:r>
            <a:r>
              <a:rPr lang="en-US" altLang="ja-JP" dirty="0"/>
              <a:t>Key</a:t>
            </a:r>
            <a:r>
              <a:rPr lang="ja-JP" altLang="en-US" dirty="0"/>
              <a:t>と</a:t>
            </a:r>
            <a:r>
              <a:rPr lang="en-US" altLang="ja-JP" dirty="0"/>
              <a:t>Value</a:t>
            </a:r>
            <a:r>
              <a:rPr lang="ja-JP" altLang="en-US" dirty="0"/>
              <a:t>の二つの値が存在しており、</a:t>
            </a:r>
            <a:r>
              <a:rPr lang="en-US" altLang="ja-JP" dirty="0"/>
              <a:t>Key</a:t>
            </a:r>
            <a:r>
              <a:rPr lang="ja-JP" altLang="en-US" dirty="0"/>
              <a:t>の値で</a:t>
            </a:r>
            <a:r>
              <a:rPr lang="ja-JP" altLang="en-US" dirty="0">
                <a:solidFill>
                  <a:srgbClr val="FF0000"/>
                </a:solidFill>
              </a:rPr>
              <a:t>一意性</a:t>
            </a:r>
            <a:r>
              <a:rPr lang="ja-JP" altLang="en-US" dirty="0"/>
              <a:t>を確保します。</a:t>
            </a:r>
            <a:endParaRPr lang="en-US" altLang="ja-JP" dirty="0"/>
          </a:p>
          <a:p>
            <a:pPr marL="96838" indent="0">
              <a:buNone/>
            </a:pPr>
            <a:endParaRPr lang="en-US" altLang="ja-JP" dirty="0"/>
          </a:p>
          <a:p>
            <a:pPr marL="96838" indent="0">
              <a:buNone/>
            </a:pPr>
            <a:endParaRPr lang="en-US" altLang="ja-JP" dirty="0"/>
          </a:p>
        </p:txBody>
      </p:sp>
      <p:graphicFrame>
        <p:nvGraphicFramePr>
          <p:cNvPr id="6" name="表 6">
            <a:extLst>
              <a:ext uri="{FF2B5EF4-FFF2-40B4-BE49-F238E27FC236}">
                <a16:creationId xmlns:a16="http://schemas.microsoft.com/office/drawing/2014/main" id="{5594F0FC-7468-4EF5-9FE1-C1830AB12BE5}"/>
              </a:ext>
            </a:extLst>
          </p:cNvPr>
          <p:cNvGraphicFramePr>
            <a:graphicFrameLocks noGrp="1"/>
          </p:cNvGraphicFramePr>
          <p:nvPr>
            <p:extLst>
              <p:ext uri="{D42A27DB-BD31-4B8C-83A1-F6EECF244321}">
                <p14:modId xmlns:p14="http://schemas.microsoft.com/office/powerpoint/2010/main" val="4119666873"/>
              </p:ext>
            </p:extLst>
          </p:nvPr>
        </p:nvGraphicFramePr>
        <p:xfrm>
          <a:off x="953845" y="1866900"/>
          <a:ext cx="2419350" cy="1409700"/>
        </p:xfrm>
        <a:graphic>
          <a:graphicData uri="http://schemas.openxmlformats.org/drawingml/2006/table">
            <a:tbl>
              <a:tblPr firstRow="1" bandRow="1">
                <a:tableStyleId>{5A111915-BE36-4E01-A7E5-04B1672EAD32}</a:tableStyleId>
              </a:tblPr>
              <a:tblGrid>
                <a:gridCol w="1209675">
                  <a:extLst>
                    <a:ext uri="{9D8B030D-6E8A-4147-A177-3AD203B41FA5}">
                      <a16:colId xmlns:a16="http://schemas.microsoft.com/office/drawing/2014/main" val="219172071"/>
                    </a:ext>
                  </a:extLst>
                </a:gridCol>
                <a:gridCol w="1209675">
                  <a:extLst>
                    <a:ext uri="{9D8B030D-6E8A-4147-A177-3AD203B41FA5}">
                      <a16:colId xmlns:a16="http://schemas.microsoft.com/office/drawing/2014/main" val="1576321514"/>
                    </a:ext>
                  </a:extLst>
                </a:gridCol>
              </a:tblGrid>
              <a:tr h="251310">
                <a:tc>
                  <a:txBody>
                    <a:bodyPr/>
                    <a:lstStyle/>
                    <a:p>
                      <a:pPr algn="ctr"/>
                      <a:r>
                        <a:rPr kumimoji="1" lang="en-US" altLang="ja-JP" dirty="0"/>
                        <a:t>Key</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Value</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1615969"/>
                  </a:ext>
                </a:extLst>
              </a:tr>
              <a:tr h="370840">
                <a:tc>
                  <a:txBody>
                    <a:bodyPr/>
                    <a:lstStyle/>
                    <a:p>
                      <a:pPr algn="ctr"/>
                      <a:r>
                        <a:rPr kumimoji="1" lang="en-US" altLang="ja-JP" dirty="0"/>
                        <a:t>101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山田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8522133"/>
                  </a:ext>
                </a:extLst>
              </a:tr>
              <a:tr h="370840">
                <a:tc>
                  <a:txBody>
                    <a:bodyPr/>
                    <a:lstStyle/>
                    <a:p>
                      <a:pPr algn="ctr"/>
                      <a:r>
                        <a:rPr kumimoji="1" lang="en-US" altLang="ja-JP" dirty="0"/>
                        <a:t>102</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佐藤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1222958"/>
                  </a:ext>
                </a:extLst>
              </a:tr>
              <a:tr h="370840">
                <a:tc>
                  <a:txBody>
                    <a:bodyPr/>
                    <a:lstStyle/>
                    <a:p>
                      <a:pPr algn="ctr"/>
                      <a:r>
                        <a:rPr kumimoji="1" lang="en-US" altLang="ja-JP" dirty="0"/>
                        <a:t>103</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小林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3909764"/>
                  </a:ext>
                </a:extLst>
              </a:tr>
            </a:tbl>
          </a:graphicData>
        </a:graphic>
      </p:graphicFrame>
      <p:sp>
        <p:nvSpPr>
          <p:cNvPr id="7" name="正方形/長方形 6">
            <a:extLst>
              <a:ext uri="{FF2B5EF4-FFF2-40B4-BE49-F238E27FC236}">
                <a16:creationId xmlns:a16="http://schemas.microsoft.com/office/drawing/2014/main" id="{8CC92CDE-99AF-4462-BAA4-7CB1E4C67E38}"/>
              </a:ext>
            </a:extLst>
          </p:cNvPr>
          <p:cNvSpPr/>
          <p:nvPr/>
        </p:nvSpPr>
        <p:spPr>
          <a:xfrm>
            <a:off x="1032733" y="1775011"/>
            <a:ext cx="1043492" cy="1592133"/>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8" name="吹き出し: 角を丸めた四角形 7">
            <a:extLst>
              <a:ext uri="{FF2B5EF4-FFF2-40B4-BE49-F238E27FC236}">
                <a16:creationId xmlns:a16="http://schemas.microsoft.com/office/drawing/2014/main" id="{A81A9BA6-4893-4DB3-BB79-7F39C07BE9C6}"/>
              </a:ext>
            </a:extLst>
          </p:cNvPr>
          <p:cNvSpPr/>
          <p:nvPr/>
        </p:nvSpPr>
        <p:spPr>
          <a:xfrm>
            <a:off x="602428" y="3700631"/>
            <a:ext cx="2426522" cy="582033"/>
          </a:xfrm>
          <a:prstGeom prst="wedgeRoundRectCallout">
            <a:avLst>
              <a:gd name="adj1" fmla="val -15574"/>
              <a:gd name="adj2" fmla="val -92756"/>
              <a:gd name="adj3" fmla="val 16667"/>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Key</a:t>
            </a:r>
            <a:r>
              <a:rPr kumimoji="1" lang="ja-JP" altLang="en-US" sz="1400" dirty="0">
                <a:solidFill>
                  <a:schemeClr val="tx1"/>
                </a:solidFill>
              </a:rPr>
              <a:t>の値が全部違うので</a:t>
            </a:r>
            <a:endParaRPr kumimoji="1" lang="en-US" altLang="ja-JP" sz="1400" dirty="0">
              <a:solidFill>
                <a:schemeClr val="tx1"/>
              </a:solidFill>
            </a:endParaRPr>
          </a:p>
          <a:p>
            <a:pPr algn="ctr"/>
            <a:r>
              <a:rPr kumimoji="1" lang="ja-JP" altLang="en-US" sz="1400" dirty="0">
                <a:solidFill>
                  <a:schemeClr val="tx1"/>
                </a:solidFill>
              </a:rPr>
              <a:t>データが見分けられる</a:t>
            </a:r>
          </a:p>
        </p:txBody>
      </p:sp>
      <p:graphicFrame>
        <p:nvGraphicFramePr>
          <p:cNvPr id="9" name="表 6">
            <a:extLst>
              <a:ext uri="{FF2B5EF4-FFF2-40B4-BE49-F238E27FC236}">
                <a16:creationId xmlns:a16="http://schemas.microsoft.com/office/drawing/2014/main" id="{881636A6-9363-42A6-A3AD-61B896DD41F4}"/>
              </a:ext>
            </a:extLst>
          </p:cNvPr>
          <p:cNvGraphicFramePr>
            <a:graphicFrameLocks noGrp="1"/>
          </p:cNvGraphicFramePr>
          <p:nvPr>
            <p:extLst>
              <p:ext uri="{D42A27DB-BD31-4B8C-83A1-F6EECF244321}">
                <p14:modId xmlns:p14="http://schemas.microsoft.com/office/powerpoint/2010/main" val="2447831162"/>
              </p:ext>
            </p:extLst>
          </p:nvPr>
        </p:nvGraphicFramePr>
        <p:xfrm>
          <a:off x="4255620" y="1866900"/>
          <a:ext cx="2419350" cy="1409700"/>
        </p:xfrm>
        <a:graphic>
          <a:graphicData uri="http://schemas.openxmlformats.org/drawingml/2006/table">
            <a:tbl>
              <a:tblPr firstRow="1" bandRow="1">
                <a:tableStyleId>{5A111915-BE36-4E01-A7E5-04B1672EAD32}</a:tableStyleId>
              </a:tblPr>
              <a:tblGrid>
                <a:gridCol w="1209675">
                  <a:extLst>
                    <a:ext uri="{9D8B030D-6E8A-4147-A177-3AD203B41FA5}">
                      <a16:colId xmlns:a16="http://schemas.microsoft.com/office/drawing/2014/main" val="219172071"/>
                    </a:ext>
                  </a:extLst>
                </a:gridCol>
                <a:gridCol w="1209675">
                  <a:extLst>
                    <a:ext uri="{9D8B030D-6E8A-4147-A177-3AD203B41FA5}">
                      <a16:colId xmlns:a16="http://schemas.microsoft.com/office/drawing/2014/main" val="1576321514"/>
                    </a:ext>
                  </a:extLst>
                </a:gridCol>
              </a:tblGrid>
              <a:tr h="251310">
                <a:tc>
                  <a:txBody>
                    <a:bodyPr/>
                    <a:lstStyle/>
                    <a:p>
                      <a:pPr algn="ctr"/>
                      <a:r>
                        <a:rPr kumimoji="1" lang="en-US" altLang="ja-JP" dirty="0"/>
                        <a:t>Key</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Value</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1615969"/>
                  </a:ext>
                </a:extLst>
              </a:tr>
              <a:tr h="370840">
                <a:tc>
                  <a:txBody>
                    <a:bodyPr/>
                    <a:lstStyle/>
                    <a:p>
                      <a:pPr algn="ctr"/>
                      <a:r>
                        <a:rPr kumimoji="1" lang="en-US" altLang="ja-JP" dirty="0">
                          <a:solidFill>
                            <a:srgbClr val="FF0000"/>
                          </a:solidFill>
                        </a:rPr>
                        <a:t>101</a:t>
                      </a:r>
                      <a:endParaRPr kumimoji="1" lang="ja-JP" altLang="en-US"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山田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8522133"/>
                  </a:ext>
                </a:extLst>
              </a:tr>
              <a:tr h="370840">
                <a:tc>
                  <a:txBody>
                    <a:bodyPr/>
                    <a:lstStyle/>
                    <a:p>
                      <a:pPr algn="ctr"/>
                      <a:r>
                        <a:rPr kumimoji="1" lang="en-US" altLang="ja-JP" dirty="0"/>
                        <a:t>102</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佐藤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1222958"/>
                  </a:ext>
                </a:extLst>
              </a:tr>
              <a:tr h="370840">
                <a:tc>
                  <a:txBody>
                    <a:bodyPr/>
                    <a:lstStyle/>
                    <a:p>
                      <a:pPr algn="ctr"/>
                      <a:r>
                        <a:rPr kumimoji="1" lang="en-US" altLang="ja-JP" dirty="0">
                          <a:solidFill>
                            <a:srgbClr val="FF0000"/>
                          </a:solidFill>
                        </a:rPr>
                        <a:t>101</a:t>
                      </a:r>
                      <a:endParaRPr kumimoji="1" lang="ja-JP" altLang="en-US"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小林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3909764"/>
                  </a:ext>
                </a:extLst>
              </a:tr>
            </a:tbl>
          </a:graphicData>
        </a:graphic>
      </p:graphicFrame>
      <p:sp>
        <p:nvSpPr>
          <p:cNvPr id="10" name="正方形/長方形 9">
            <a:extLst>
              <a:ext uri="{FF2B5EF4-FFF2-40B4-BE49-F238E27FC236}">
                <a16:creationId xmlns:a16="http://schemas.microsoft.com/office/drawing/2014/main" id="{1293A4CA-0249-451C-9B76-3AE3524CCF51}"/>
              </a:ext>
            </a:extLst>
          </p:cNvPr>
          <p:cNvSpPr/>
          <p:nvPr/>
        </p:nvSpPr>
        <p:spPr>
          <a:xfrm>
            <a:off x="4334508" y="1775011"/>
            <a:ext cx="1043492" cy="1592133"/>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1" name="吹き出し: 角を丸めた四角形 10">
            <a:extLst>
              <a:ext uri="{FF2B5EF4-FFF2-40B4-BE49-F238E27FC236}">
                <a16:creationId xmlns:a16="http://schemas.microsoft.com/office/drawing/2014/main" id="{FEFFB303-ECFC-43A0-9FBB-7A7E5EA16A5F}"/>
              </a:ext>
            </a:extLst>
          </p:cNvPr>
          <p:cNvSpPr/>
          <p:nvPr/>
        </p:nvSpPr>
        <p:spPr>
          <a:xfrm>
            <a:off x="4069489" y="3700630"/>
            <a:ext cx="3569746" cy="582033"/>
          </a:xfrm>
          <a:prstGeom prst="wedgeRoundRectCallout">
            <a:avLst>
              <a:gd name="adj1" fmla="val -15574"/>
              <a:gd name="adj2" fmla="val -92756"/>
              <a:gd name="adj3" fmla="val 16667"/>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赤字部分の</a:t>
            </a:r>
            <a:r>
              <a:rPr kumimoji="1" lang="en-US" altLang="ja-JP" sz="1400" dirty="0">
                <a:solidFill>
                  <a:schemeClr val="tx1"/>
                </a:solidFill>
              </a:rPr>
              <a:t>Key</a:t>
            </a:r>
            <a:r>
              <a:rPr kumimoji="1" lang="ja-JP" altLang="en-US" sz="1400" dirty="0">
                <a:solidFill>
                  <a:schemeClr val="tx1"/>
                </a:solidFill>
              </a:rPr>
              <a:t>の値が被っているため</a:t>
            </a:r>
            <a:endParaRPr kumimoji="1" lang="en-US" altLang="ja-JP" sz="1400" dirty="0">
              <a:solidFill>
                <a:schemeClr val="tx1"/>
              </a:solidFill>
            </a:endParaRPr>
          </a:p>
          <a:p>
            <a:pPr algn="ctr"/>
            <a:r>
              <a:rPr kumimoji="1" lang="ja-JP" altLang="en-US" sz="1400" dirty="0">
                <a:solidFill>
                  <a:schemeClr val="tx1"/>
                </a:solidFill>
              </a:rPr>
              <a:t>山田が上書きされてしまう</a:t>
            </a:r>
          </a:p>
        </p:txBody>
      </p:sp>
    </p:spTree>
    <p:extLst>
      <p:ext uri="{BB962C8B-B14F-4D97-AF65-F5344CB8AC3E}">
        <p14:creationId xmlns:p14="http://schemas.microsoft.com/office/powerpoint/2010/main" val="600041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楕円 15">
            <a:extLst>
              <a:ext uri="{FF2B5EF4-FFF2-40B4-BE49-F238E27FC236}">
                <a16:creationId xmlns:a16="http://schemas.microsoft.com/office/drawing/2014/main" id="{1C623CE6-F641-43CF-B086-C1FB59C7A458}"/>
              </a:ext>
            </a:extLst>
          </p:cNvPr>
          <p:cNvSpPr/>
          <p:nvPr/>
        </p:nvSpPr>
        <p:spPr>
          <a:xfrm>
            <a:off x="1629108" y="1876801"/>
            <a:ext cx="5884433" cy="2761651"/>
          </a:xfrm>
          <a:prstGeom prst="ellipse">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2" name="フッター プレースホルダー 1">
            <a:extLst>
              <a:ext uri="{FF2B5EF4-FFF2-40B4-BE49-F238E27FC236}">
                <a16:creationId xmlns:a16="http://schemas.microsoft.com/office/drawing/2014/main" id="{E6D6E2EE-0DFD-46C3-8BF1-7858C4DD6C83}"/>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A530BD5-A92B-468D-9AF0-302291AF226A}"/>
              </a:ext>
            </a:extLst>
          </p:cNvPr>
          <p:cNvSpPr>
            <a:spLocks noGrp="1"/>
          </p:cNvSpPr>
          <p:nvPr>
            <p:ph type="ctrTitle"/>
          </p:nvPr>
        </p:nvSpPr>
        <p:spPr/>
        <p:txBody>
          <a:bodyPr/>
          <a:lstStyle/>
          <a:p>
            <a:r>
              <a:rPr kumimoji="1" lang="en-US" altLang="ja-JP" dirty="0"/>
              <a:t>HashMap</a:t>
            </a:r>
            <a:r>
              <a:rPr lang="ja-JP" altLang="en-US" dirty="0"/>
              <a:t>の詳細</a:t>
            </a:r>
            <a:endParaRPr kumimoji="1" lang="ja-JP" altLang="en-US" dirty="0"/>
          </a:p>
        </p:txBody>
      </p:sp>
      <p:sp>
        <p:nvSpPr>
          <p:cNvPr id="4" name="スライド番号プレースホルダー 3">
            <a:extLst>
              <a:ext uri="{FF2B5EF4-FFF2-40B4-BE49-F238E27FC236}">
                <a16:creationId xmlns:a16="http://schemas.microsoft.com/office/drawing/2014/main" id="{1E5556FF-811E-4868-A98C-F59431C93732}"/>
              </a:ext>
            </a:extLst>
          </p:cNvPr>
          <p:cNvSpPr>
            <a:spLocks noGrp="1"/>
          </p:cNvSpPr>
          <p:nvPr>
            <p:ph type="sldNum" sz="quarter" idx="4"/>
          </p:nvPr>
        </p:nvSpPr>
        <p:spPr/>
        <p:txBody>
          <a:bodyPr/>
          <a:lstStyle/>
          <a:p>
            <a:fld id="{00000000-1234-1234-1234-123412341234}" type="slidenum">
              <a:rPr lang="en" smtClean="0"/>
              <a:pPr/>
              <a:t>14</a:t>
            </a:fld>
            <a:endParaRPr lang="en" dirty="0"/>
          </a:p>
        </p:txBody>
      </p:sp>
      <p:sp>
        <p:nvSpPr>
          <p:cNvPr id="5" name="テキスト プレースホルダー 4">
            <a:extLst>
              <a:ext uri="{FF2B5EF4-FFF2-40B4-BE49-F238E27FC236}">
                <a16:creationId xmlns:a16="http://schemas.microsoft.com/office/drawing/2014/main" id="{CA01AD74-009C-4238-8798-B5372736110E}"/>
              </a:ext>
            </a:extLst>
          </p:cNvPr>
          <p:cNvSpPr>
            <a:spLocks noGrp="1"/>
          </p:cNvSpPr>
          <p:nvPr>
            <p:ph type="body" sz="quarter" idx="14"/>
          </p:nvPr>
        </p:nvSpPr>
        <p:spPr/>
        <p:txBody>
          <a:bodyPr/>
          <a:lstStyle/>
          <a:p>
            <a:pPr marL="96838" indent="0">
              <a:buNone/>
            </a:pPr>
            <a:r>
              <a:rPr lang="en-US" altLang="ja-JP" dirty="0"/>
              <a:t>Key</a:t>
            </a:r>
            <a:r>
              <a:rPr lang="ja-JP" altLang="en-US" dirty="0"/>
              <a:t>と</a:t>
            </a:r>
            <a:r>
              <a:rPr lang="en-US" altLang="ja-JP" dirty="0"/>
              <a:t>Value</a:t>
            </a:r>
            <a:r>
              <a:rPr lang="ja-JP" altLang="en-US" dirty="0"/>
              <a:t>の関係性が理解できたら、次はどのように値が保持されているかです。</a:t>
            </a:r>
            <a:endParaRPr lang="en-US" altLang="ja-JP" dirty="0"/>
          </a:p>
          <a:p>
            <a:pPr marL="96838" indent="0">
              <a:buNone/>
            </a:pPr>
            <a:r>
              <a:rPr lang="ja-JP" altLang="en-US" dirty="0"/>
              <a:t>下の図のように、決められた保存場所に</a:t>
            </a:r>
            <a:r>
              <a:rPr lang="en-US" altLang="ja-JP" dirty="0"/>
              <a:t>Key</a:t>
            </a:r>
            <a:r>
              <a:rPr lang="ja-JP" altLang="en-US" dirty="0"/>
              <a:t>と</a:t>
            </a:r>
            <a:r>
              <a:rPr lang="en-US" altLang="ja-JP" dirty="0"/>
              <a:t>Value</a:t>
            </a:r>
            <a:r>
              <a:rPr lang="ja-JP" altLang="en-US" dirty="0"/>
              <a:t>がを両方持った状態で、保持されているイメージです。大きなビニール袋に値を放り込んでいくイメージが伝わりやすいかもしれません。</a:t>
            </a:r>
            <a:endParaRPr lang="en-US" altLang="ja-JP" dirty="0"/>
          </a:p>
          <a:p>
            <a:pPr marL="96838" indent="0">
              <a:buNone/>
            </a:pPr>
            <a:r>
              <a:rPr lang="en-US" altLang="ja-JP" dirty="0" err="1"/>
              <a:t>KeyValue</a:t>
            </a:r>
            <a:r>
              <a:rPr lang="ja-JP" altLang="en-US" dirty="0"/>
              <a:t>の考え方は今後学習を進めると必要になってくるため、今覚えてしまいましょう。</a:t>
            </a:r>
            <a:endParaRPr lang="en-US" altLang="ja-JP" dirty="0"/>
          </a:p>
          <a:p>
            <a:pPr marL="96838" indent="0">
              <a:buNone/>
            </a:pPr>
            <a:endParaRPr lang="en-US" altLang="ja-JP" dirty="0"/>
          </a:p>
        </p:txBody>
      </p:sp>
      <p:graphicFrame>
        <p:nvGraphicFramePr>
          <p:cNvPr id="13" name="表 13">
            <a:extLst>
              <a:ext uri="{FF2B5EF4-FFF2-40B4-BE49-F238E27FC236}">
                <a16:creationId xmlns:a16="http://schemas.microsoft.com/office/drawing/2014/main" id="{AE325732-B450-47FB-B5EC-736E2BA1D26A}"/>
              </a:ext>
            </a:extLst>
          </p:cNvPr>
          <p:cNvGraphicFramePr>
            <a:graphicFrameLocks noGrp="1"/>
          </p:cNvGraphicFramePr>
          <p:nvPr>
            <p:extLst>
              <p:ext uri="{D42A27DB-BD31-4B8C-83A1-F6EECF244321}">
                <p14:modId xmlns:p14="http://schemas.microsoft.com/office/powerpoint/2010/main" val="2114723674"/>
              </p:ext>
            </p:extLst>
          </p:nvPr>
        </p:nvGraphicFramePr>
        <p:xfrm>
          <a:off x="2564202" y="3072206"/>
          <a:ext cx="1649506" cy="370840"/>
        </p:xfrm>
        <a:graphic>
          <a:graphicData uri="http://schemas.openxmlformats.org/drawingml/2006/table">
            <a:tbl>
              <a:tblPr firstRow="1" bandRow="1">
                <a:tableStyleId>{CDAC1B92-06B8-4DD9-B31C-A81573C5778B}</a:tableStyleId>
              </a:tblPr>
              <a:tblGrid>
                <a:gridCol w="824753">
                  <a:extLst>
                    <a:ext uri="{9D8B030D-6E8A-4147-A177-3AD203B41FA5}">
                      <a16:colId xmlns:a16="http://schemas.microsoft.com/office/drawing/2014/main" val="2248673342"/>
                    </a:ext>
                  </a:extLst>
                </a:gridCol>
                <a:gridCol w="824753">
                  <a:extLst>
                    <a:ext uri="{9D8B030D-6E8A-4147-A177-3AD203B41FA5}">
                      <a16:colId xmlns:a16="http://schemas.microsoft.com/office/drawing/2014/main" val="3217873625"/>
                    </a:ext>
                  </a:extLst>
                </a:gridCol>
              </a:tblGrid>
              <a:tr h="370840">
                <a:tc>
                  <a:txBody>
                    <a:bodyPr/>
                    <a:lstStyle/>
                    <a:p>
                      <a:pPr algn="ctr"/>
                      <a:r>
                        <a:rPr kumimoji="1" lang="en-US" altLang="ja-JP" dirty="0"/>
                        <a:t>101</a:t>
                      </a:r>
                      <a:endParaRPr kumimoji="1" lang="ja-JP" altLang="en-US" dirty="0"/>
                    </a:p>
                  </a:txBody>
                  <a:tcPr anchor="ctr"/>
                </a:tc>
                <a:tc>
                  <a:txBody>
                    <a:bodyPr/>
                    <a:lstStyle/>
                    <a:p>
                      <a:pPr algn="ctr"/>
                      <a:r>
                        <a:rPr kumimoji="1" lang="ja-JP" altLang="en-US" dirty="0"/>
                        <a:t>山田</a:t>
                      </a:r>
                    </a:p>
                  </a:txBody>
                  <a:tcPr anchor="ctr"/>
                </a:tc>
                <a:extLst>
                  <a:ext uri="{0D108BD9-81ED-4DB2-BD59-A6C34878D82A}">
                    <a16:rowId xmlns:a16="http://schemas.microsoft.com/office/drawing/2014/main" val="172502526"/>
                  </a:ext>
                </a:extLst>
              </a:tr>
            </a:tbl>
          </a:graphicData>
        </a:graphic>
      </p:graphicFrame>
      <p:graphicFrame>
        <p:nvGraphicFramePr>
          <p:cNvPr id="14" name="表 13">
            <a:extLst>
              <a:ext uri="{FF2B5EF4-FFF2-40B4-BE49-F238E27FC236}">
                <a16:creationId xmlns:a16="http://schemas.microsoft.com/office/drawing/2014/main" id="{CF6EC5BE-F663-49BB-AE0E-770AA7C5AE4C}"/>
              </a:ext>
            </a:extLst>
          </p:cNvPr>
          <p:cNvGraphicFramePr>
            <a:graphicFrameLocks noGrp="1"/>
          </p:cNvGraphicFramePr>
          <p:nvPr>
            <p:extLst>
              <p:ext uri="{D42A27DB-BD31-4B8C-83A1-F6EECF244321}">
                <p14:modId xmlns:p14="http://schemas.microsoft.com/office/powerpoint/2010/main" val="4131837503"/>
              </p:ext>
            </p:extLst>
          </p:nvPr>
        </p:nvGraphicFramePr>
        <p:xfrm>
          <a:off x="4126676" y="3774480"/>
          <a:ext cx="1649506" cy="370840"/>
        </p:xfrm>
        <a:graphic>
          <a:graphicData uri="http://schemas.openxmlformats.org/drawingml/2006/table">
            <a:tbl>
              <a:tblPr firstRow="1" bandRow="1">
                <a:tableStyleId>{CDAC1B92-06B8-4DD9-B31C-A81573C5778B}</a:tableStyleId>
              </a:tblPr>
              <a:tblGrid>
                <a:gridCol w="824753">
                  <a:extLst>
                    <a:ext uri="{9D8B030D-6E8A-4147-A177-3AD203B41FA5}">
                      <a16:colId xmlns:a16="http://schemas.microsoft.com/office/drawing/2014/main" val="2248673342"/>
                    </a:ext>
                  </a:extLst>
                </a:gridCol>
                <a:gridCol w="824753">
                  <a:extLst>
                    <a:ext uri="{9D8B030D-6E8A-4147-A177-3AD203B41FA5}">
                      <a16:colId xmlns:a16="http://schemas.microsoft.com/office/drawing/2014/main" val="3217873625"/>
                    </a:ext>
                  </a:extLst>
                </a:gridCol>
              </a:tblGrid>
              <a:tr h="370840">
                <a:tc>
                  <a:txBody>
                    <a:bodyPr/>
                    <a:lstStyle/>
                    <a:p>
                      <a:pPr algn="ctr"/>
                      <a:r>
                        <a:rPr kumimoji="1" lang="en-US" altLang="ja-JP" dirty="0"/>
                        <a:t>102</a:t>
                      </a:r>
                      <a:endParaRPr kumimoji="1" lang="ja-JP" altLang="en-US" dirty="0"/>
                    </a:p>
                  </a:txBody>
                  <a:tcPr anchor="ctr"/>
                </a:tc>
                <a:tc>
                  <a:txBody>
                    <a:bodyPr/>
                    <a:lstStyle/>
                    <a:p>
                      <a:pPr algn="ctr"/>
                      <a:r>
                        <a:rPr kumimoji="1" lang="ja-JP" altLang="en-US" dirty="0"/>
                        <a:t>佐藤</a:t>
                      </a:r>
                    </a:p>
                  </a:txBody>
                  <a:tcPr anchor="ctr"/>
                </a:tc>
                <a:extLst>
                  <a:ext uri="{0D108BD9-81ED-4DB2-BD59-A6C34878D82A}">
                    <a16:rowId xmlns:a16="http://schemas.microsoft.com/office/drawing/2014/main" val="172502526"/>
                  </a:ext>
                </a:extLst>
              </a:tr>
            </a:tbl>
          </a:graphicData>
        </a:graphic>
      </p:graphicFrame>
      <p:graphicFrame>
        <p:nvGraphicFramePr>
          <p:cNvPr id="15" name="表 13">
            <a:extLst>
              <a:ext uri="{FF2B5EF4-FFF2-40B4-BE49-F238E27FC236}">
                <a16:creationId xmlns:a16="http://schemas.microsoft.com/office/drawing/2014/main" id="{16976980-A454-4166-A621-A9518307ACED}"/>
              </a:ext>
            </a:extLst>
          </p:cNvPr>
          <p:cNvGraphicFramePr>
            <a:graphicFrameLocks noGrp="1"/>
          </p:cNvGraphicFramePr>
          <p:nvPr>
            <p:extLst>
              <p:ext uri="{D42A27DB-BD31-4B8C-83A1-F6EECF244321}">
                <p14:modId xmlns:p14="http://schemas.microsoft.com/office/powerpoint/2010/main" val="2932992262"/>
              </p:ext>
            </p:extLst>
          </p:nvPr>
        </p:nvGraphicFramePr>
        <p:xfrm>
          <a:off x="4571324" y="2386330"/>
          <a:ext cx="1649506" cy="370840"/>
        </p:xfrm>
        <a:graphic>
          <a:graphicData uri="http://schemas.openxmlformats.org/drawingml/2006/table">
            <a:tbl>
              <a:tblPr firstRow="1" bandRow="1">
                <a:tableStyleId>{CDAC1B92-06B8-4DD9-B31C-A81573C5778B}</a:tableStyleId>
              </a:tblPr>
              <a:tblGrid>
                <a:gridCol w="824753">
                  <a:extLst>
                    <a:ext uri="{9D8B030D-6E8A-4147-A177-3AD203B41FA5}">
                      <a16:colId xmlns:a16="http://schemas.microsoft.com/office/drawing/2014/main" val="2248673342"/>
                    </a:ext>
                  </a:extLst>
                </a:gridCol>
                <a:gridCol w="824753">
                  <a:extLst>
                    <a:ext uri="{9D8B030D-6E8A-4147-A177-3AD203B41FA5}">
                      <a16:colId xmlns:a16="http://schemas.microsoft.com/office/drawing/2014/main" val="3217873625"/>
                    </a:ext>
                  </a:extLst>
                </a:gridCol>
              </a:tblGrid>
              <a:tr h="370840">
                <a:tc>
                  <a:txBody>
                    <a:bodyPr/>
                    <a:lstStyle/>
                    <a:p>
                      <a:pPr algn="ctr"/>
                      <a:r>
                        <a:rPr kumimoji="1" lang="en-US" altLang="ja-JP" dirty="0"/>
                        <a:t>103</a:t>
                      </a:r>
                      <a:endParaRPr kumimoji="1" lang="ja-JP" altLang="en-US" dirty="0"/>
                    </a:p>
                  </a:txBody>
                  <a:tcPr anchor="ctr"/>
                </a:tc>
                <a:tc>
                  <a:txBody>
                    <a:bodyPr/>
                    <a:lstStyle/>
                    <a:p>
                      <a:pPr algn="ctr"/>
                      <a:r>
                        <a:rPr kumimoji="1" lang="ja-JP" altLang="en-US" dirty="0"/>
                        <a:t>小林</a:t>
                      </a:r>
                    </a:p>
                  </a:txBody>
                  <a:tcPr anchor="ctr"/>
                </a:tc>
                <a:extLst>
                  <a:ext uri="{0D108BD9-81ED-4DB2-BD59-A6C34878D82A}">
                    <a16:rowId xmlns:a16="http://schemas.microsoft.com/office/drawing/2014/main" val="172502526"/>
                  </a:ext>
                </a:extLst>
              </a:tr>
            </a:tbl>
          </a:graphicData>
        </a:graphic>
      </p:graphicFrame>
    </p:spTree>
    <p:extLst>
      <p:ext uri="{BB962C8B-B14F-4D97-AF65-F5344CB8AC3E}">
        <p14:creationId xmlns:p14="http://schemas.microsoft.com/office/powerpoint/2010/main" val="1498739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3EC39AF7-1FBF-477E-81FA-26626FDB776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23371FD-525E-44E7-83E7-C8F4D338FEE6}"/>
              </a:ext>
            </a:extLst>
          </p:cNvPr>
          <p:cNvSpPr>
            <a:spLocks noGrp="1"/>
          </p:cNvSpPr>
          <p:nvPr>
            <p:ph type="ctrTitle"/>
          </p:nvPr>
        </p:nvSpPr>
        <p:spPr/>
        <p:txBody>
          <a:bodyPr/>
          <a:lstStyle/>
          <a:p>
            <a:r>
              <a:rPr kumimoji="1" lang="ja-JP" altLang="en-US" dirty="0"/>
              <a:t>コレクションのまとめ</a:t>
            </a:r>
          </a:p>
        </p:txBody>
      </p:sp>
      <p:sp>
        <p:nvSpPr>
          <p:cNvPr id="4" name="スライド番号プレースホルダー 3">
            <a:extLst>
              <a:ext uri="{FF2B5EF4-FFF2-40B4-BE49-F238E27FC236}">
                <a16:creationId xmlns:a16="http://schemas.microsoft.com/office/drawing/2014/main" id="{1EE664C0-FF2B-4CED-ACAC-C58EEDF8EEB5}"/>
              </a:ext>
            </a:extLst>
          </p:cNvPr>
          <p:cNvSpPr>
            <a:spLocks noGrp="1"/>
          </p:cNvSpPr>
          <p:nvPr>
            <p:ph type="sldNum" sz="quarter" idx="4"/>
          </p:nvPr>
        </p:nvSpPr>
        <p:spPr/>
        <p:txBody>
          <a:bodyPr/>
          <a:lstStyle/>
          <a:p>
            <a:fld id="{00000000-1234-1234-1234-123412341234}" type="slidenum">
              <a:rPr lang="en" smtClean="0"/>
              <a:pPr/>
              <a:t>15</a:t>
            </a:fld>
            <a:endParaRPr lang="en" dirty="0"/>
          </a:p>
        </p:txBody>
      </p:sp>
      <p:sp>
        <p:nvSpPr>
          <p:cNvPr id="5" name="テキスト プレースホルダー 4">
            <a:extLst>
              <a:ext uri="{FF2B5EF4-FFF2-40B4-BE49-F238E27FC236}">
                <a16:creationId xmlns:a16="http://schemas.microsoft.com/office/drawing/2014/main" id="{C7EB46D5-0F1B-41B7-AB74-4D289065364B}"/>
              </a:ext>
            </a:extLst>
          </p:cNvPr>
          <p:cNvSpPr>
            <a:spLocks noGrp="1"/>
          </p:cNvSpPr>
          <p:nvPr>
            <p:ph type="body" sz="quarter" idx="14"/>
          </p:nvPr>
        </p:nvSpPr>
        <p:spPr/>
        <p:txBody>
          <a:bodyPr/>
          <a:lstStyle/>
          <a:p>
            <a:pPr marL="101600" indent="0">
              <a:buNone/>
            </a:pPr>
            <a:r>
              <a:rPr lang="ja-JP" altLang="en-US" dirty="0">
                <a:solidFill>
                  <a:schemeClr val="tx2"/>
                </a:solidFill>
              </a:rPr>
              <a:t>コレクションとはなにかの理解</a:t>
            </a:r>
            <a:endParaRPr lang="en-US" altLang="ja-JP" dirty="0">
              <a:solidFill>
                <a:schemeClr val="tx2"/>
              </a:solidFill>
            </a:endParaRPr>
          </a:p>
          <a:p>
            <a:pPr marL="101600" indent="0">
              <a:buNone/>
            </a:pPr>
            <a:r>
              <a:rPr lang="ja-JP" altLang="en-US" dirty="0"/>
              <a:t>　　複数のインスタンスを一括管理するためのクラス群がコレクションと呼ばれる。コレクション</a:t>
            </a:r>
            <a:endParaRPr lang="en-US" altLang="ja-JP" dirty="0"/>
          </a:p>
          <a:p>
            <a:pPr marL="101600" indent="0">
              <a:buNone/>
            </a:pPr>
            <a:r>
              <a:rPr lang="ja-JP" altLang="en-US" dirty="0"/>
              <a:t>　　の中にはいくつかのクラスが存在する。</a:t>
            </a:r>
            <a:endParaRPr lang="en-US" altLang="ja-JP" dirty="0"/>
          </a:p>
          <a:p>
            <a:pPr marL="101600" indent="0">
              <a:buNone/>
            </a:pPr>
            <a:endParaRPr lang="en-US" altLang="ja-JP" dirty="0"/>
          </a:p>
          <a:p>
            <a:pPr marL="101600" indent="0">
              <a:buNone/>
            </a:pPr>
            <a:r>
              <a:rPr lang="en-US" altLang="ja-JP" dirty="0" err="1">
                <a:solidFill>
                  <a:schemeClr val="tx2"/>
                </a:solidFill>
              </a:rPr>
              <a:t>ArrayList</a:t>
            </a:r>
            <a:r>
              <a:rPr lang="ja-JP" altLang="en-US" dirty="0">
                <a:solidFill>
                  <a:schemeClr val="tx2"/>
                </a:solidFill>
              </a:rPr>
              <a:t>の活用</a:t>
            </a:r>
            <a:endParaRPr lang="en-US" altLang="ja-JP" dirty="0">
              <a:solidFill>
                <a:schemeClr val="tx2"/>
              </a:solidFill>
            </a:endParaRPr>
          </a:p>
          <a:p>
            <a:pPr marL="101600" indent="0">
              <a:buNone/>
            </a:pPr>
            <a:r>
              <a:rPr lang="ja-JP" altLang="en-US" dirty="0"/>
              <a:t>　　一列に箱が並んだイメージで使えるコレクションが</a:t>
            </a:r>
            <a:r>
              <a:rPr lang="en-US" altLang="ja-JP" dirty="0" err="1"/>
              <a:t>ArrayList</a:t>
            </a:r>
            <a:r>
              <a:rPr lang="ja-JP" altLang="en-US" dirty="0"/>
              <a:t>。順序保持が必要なインスタンス</a:t>
            </a:r>
            <a:endParaRPr lang="en-US" altLang="ja-JP" dirty="0"/>
          </a:p>
          <a:p>
            <a:pPr marL="101600" indent="0">
              <a:buNone/>
            </a:pPr>
            <a:r>
              <a:rPr lang="ja-JP" altLang="en-US" dirty="0"/>
              <a:t>　　群を管理する場合によく使われる。</a:t>
            </a:r>
            <a:endParaRPr lang="en-US" altLang="ja-JP" dirty="0"/>
          </a:p>
          <a:p>
            <a:pPr marL="101600" indent="0">
              <a:buNone/>
            </a:pPr>
            <a:endParaRPr lang="en-US" altLang="ja-JP" dirty="0"/>
          </a:p>
          <a:p>
            <a:pPr marL="101600" indent="0">
              <a:buNone/>
            </a:pPr>
            <a:r>
              <a:rPr lang="en-US" altLang="ja-JP" dirty="0">
                <a:solidFill>
                  <a:schemeClr val="tx2"/>
                </a:solidFill>
              </a:rPr>
              <a:t>HashMap</a:t>
            </a:r>
            <a:r>
              <a:rPr lang="ja-JP" altLang="en-US" dirty="0">
                <a:solidFill>
                  <a:schemeClr val="tx2"/>
                </a:solidFill>
              </a:rPr>
              <a:t>の活用</a:t>
            </a:r>
            <a:endParaRPr lang="en-US" altLang="ja-JP" dirty="0">
              <a:solidFill>
                <a:schemeClr val="tx2"/>
              </a:solidFill>
            </a:endParaRPr>
          </a:p>
          <a:p>
            <a:pPr marL="101600" indent="0">
              <a:buNone/>
            </a:pPr>
            <a:r>
              <a:rPr lang="ja-JP" altLang="en-US" dirty="0"/>
              <a:t>　　</a:t>
            </a:r>
            <a:r>
              <a:rPr lang="en-US" altLang="ja-JP" dirty="0"/>
              <a:t>Key</a:t>
            </a:r>
            <a:r>
              <a:rPr lang="ja-JP" altLang="en-US" dirty="0"/>
              <a:t>と</a:t>
            </a:r>
            <a:r>
              <a:rPr lang="en-US" altLang="ja-JP" dirty="0"/>
              <a:t>Value</a:t>
            </a:r>
            <a:r>
              <a:rPr lang="ja-JP" altLang="en-US" dirty="0"/>
              <a:t>という二つの値で一つのデータを管理するコレクションが</a:t>
            </a:r>
            <a:r>
              <a:rPr lang="en-US" altLang="ja-JP" dirty="0"/>
              <a:t>HashMap</a:t>
            </a:r>
            <a:r>
              <a:rPr lang="ja-JP" altLang="en-US" dirty="0"/>
              <a:t>。順序の保持は要</a:t>
            </a:r>
            <a:endParaRPr lang="en-US" altLang="ja-JP" dirty="0"/>
          </a:p>
          <a:p>
            <a:pPr marL="101600" indent="0">
              <a:buNone/>
            </a:pPr>
            <a:r>
              <a:rPr lang="ja-JP" altLang="en-US" dirty="0"/>
              <a:t>　　らないが、一意になる値を保持できるような複数データを管理する場合に使われる。</a:t>
            </a:r>
            <a:endParaRPr lang="en-US" altLang="ja-JP" dirty="0"/>
          </a:p>
        </p:txBody>
      </p:sp>
    </p:spTree>
    <p:extLst>
      <p:ext uri="{BB962C8B-B14F-4D97-AF65-F5344CB8AC3E}">
        <p14:creationId xmlns:p14="http://schemas.microsoft.com/office/powerpoint/2010/main" val="3468853419"/>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3175">
          <a:solidFill>
            <a:schemeClr val="tx1"/>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2112</TotalTime>
  <Words>1524</Words>
  <Application>Microsoft Office PowerPoint</Application>
  <PresentationFormat>画面に合わせる (16:9)</PresentationFormat>
  <Paragraphs>223</Paragraphs>
  <Slides>16</Slides>
  <Notes>1</Notes>
  <HiddenSlides>1</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16</vt:i4>
      </vt:variant>
    </vt:vector>
  </HeadingPairs>
  <TitlesOfParts>
    <vt:vector size="25" baseType="lpstr">
      <vt:lpstr>MS Gothic</vt:lpstr>
      <vt:lpstr>Gill Sans Ultra Bold</vt:lpstr>
      <vt:lpstr>MyricaM M</vt:lpstr>
      <vt:lpstr>Arial</vt:lpstr>
      <vt:lpstr>Meiryo</vt:lpstr>
      <vt:lpstr>Montserrat</vt:lpstr>
      <vt:lpstr>BIZ UDゴシック</vt:lpstr>
      <vt:lpstr>游ゴシック</vt:lpstr>
      <vt:lpstr>template</vt:lpstr>
      <vt:lpstr>改訂履歴</vt:lpstr>
      <vt:lpstr>コレクション</vt:lpstr>
      <vt:lpstr>テキストの ゴール</vt:lpstr>
      <vt:lpstr>テキストの 流れ</vt:lpstr>
      <vt:lpstr>コレクションとは</vt:lpstr>
      <vt:lpstr>ArrayListとは</vt:lpstr>
      <vt:lpstr>配列だとどうなるか？</vt:lpstr>
      <vt:lpstr>ArrayListだとどうなるか？</vt:lpstr>
      <vt:lpstr>ArrayListだとどうなるか？</vt:lpstr>
      <vt:lpstr>コレクションにできないこと</vt:lpstr>
      <vt:lpstr>拡張for文</vt:lpstr>
      <vt:lpstr>ArrayListの親</vt:lpstr>
      <vt:lpstr>HashMapの利用</vt:lpstr>
      <vt:lpstr>HashMapの詳細</vt:lpstr>
      <vt:lpstr>HashMapの詳細</vt:lpstr>
      <vt:lpstr>コレクションのまとめ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30</cp:revision>
  <dcterms:created xsi:type="dcterms:W3CDTF">2020-11-26T07:05:51Z</dcterms:created>
  <dcterms:modified xsi:type="dcterms:W3CDTF">2025-03-19T07:54:02Z</dcterms:modified>
</cp:coreProperties>
</file>