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32"/>
  </p:notesMasterIdLst>
  <p:handoutMasterIdLst>
    <p:handoutMasterId r:id="rId33"/>
  </p:handoutMasterIdLst>
  <p:sldIdLst>
    <p:sldId id="468" r:id="rId2"/>
    <p:sldId id="256" r:id="rId3"/>
    <p:sldId id="360" r:id="rId4"/>
    <p:sldId id="361" r:id="rId5"/>
    <p:sldId id="382" r:id="rId6"/>
    <p:sldId id="454" r:id="rId7"/>
    <p:sldId id="455" r:id="rId8"/>
    <p:sldId id="383" r:id="rId9"/>
    <p:sldId id="456" r:id="rId10"/>
    <p:sldId id="366" r:id="rId11"/>
    <p:sldId id="384" r:id="rId12"/>
    <p:sldId id="457" r:id="rId13"/>
    <p:sldId id="385" r:id="rId14"/>
    <p:sldId id="458" r:id="rId15"/>
    <p:sldId id="459" r:id="rId16"/>
    <p:sldId id="386" r:id="rId17"/>
    <p:sldId id="460" r:id="rId18"/>
    <p:sldId id="387" r:id="rId19"/>
    <p:sldId id="461" r:id="rId20"/>
    <p:sldId id="462" r:id="rId21"/>
    <p:sldId id="463" r:id="rId22"/>
    <p:sldId id="376" r:id="rId23"/>
    <p:sldId id="464" r:id="rId24"/>
    <p:sldId id="388" r:id="rId25"/>
    <p:sldId id="389" r:id="rId26"/>
    <p:sldId id="452" r:id="rId27"/>
    <p:sldId id="465" r:id="rId28"/>
    <p:sldId id="466" r:id="rId29"/>
    <p:sldId id="467" r:id="rId30"/>
    <p:sldId id="373" r:id="rId31"/>
  </p:sldIdLst>
  <p:sldSz cx="9144000" cy="5143500" type="screen16x9"/>
  <p:notesSz cx="6858000" cy="9144000"/>
  <p:embeddedFontLst>
    <p:embeddedFont>
      <p:font typeface="MyricaM M" panose="020B0600070205080204" charset="-128"/>
      <p:regular r:id="rId34"/>
    </p:embeddedFont>
    <p:embeddedFont>
      <p:font typeface="Meiryo" panose="020B0604030504040204" pitchFamily="50" charset="-128"/>
      <p:regular r:id="rId35"/>
      <p:bold r:id="rId36"/>
      <p:italic r:id="rId37"/>
      <p:boldItalic r:id="rId38"/>
    </p:embeddedFont>
    <p:embeddedFont>
      <p:font typeface="BIZ UDゴシック" panose="020B0400000000000000" pitchFamily="49" charset="-128"/>
      <p:regular r:id="rId39"/>
      <p:bold r:id="rId40"/>
    </p:embeddedFont>
    <p:embeddedFont>
      <p:font typeface="Gill Sans Ultra Bold" panose="020B0A02020104020203" pitchFamily="34" charset="0"/>
      <p:regular r:id="rId41"/>
    </p:embeddedFont>
    <p:embeddedFont>
      <p:font typeface="HGP創英角ﾎﾟｯﾌﾟ体" panose="040B0A00000000000000" pitchFamily="50" charset="-128"/>
      <p:regular r:id="rId42"/>
    </p:embeddedFont>
    <p:embeddedFont>
      <p:font typeface="Montserrat" panose="00000500000000000000" pitchFamily="2" charset="0"/>
      <p:regular r:id="rId43"/>
      <p:bold r:id="rId44"/>
      <p:italic r:id="rId45"/>
      <p:boldItalic r:id="rId46"/>
    </p:embeddedFont>
    <p:embeddedFont>
      <p:font typeface="游ゴシック" panose="020B0400000000000000" pitchFamily="50" charset="-128"/>
      <p:regular r:id="rId47"/>
      <p:bold r:id="rId4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000000"/>
    <a:srgbClr val="FF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49" autoAdjust="0"/>
    <p:restoredTop sz="81882" autoAdjust="0"/>
  </p:normalViewPr>
  <p:slideViewPr>
    <p:cSldViewPr snapToGrid="0">
      <p:cViewPr varScale="1">
        <p:scale>
          <a:sx n="110" d="100"/>
          <a:sy n="110" d="100"/>
        </p:scale>
        <p:origin x="372" y="90"/>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鈴木 秀規" userId="f68c5fd9-22d5-4c0a-9833-7fb0f5135313" providerId="ADAL" clId="{AE171C9D-A8B3-4AB5-91C0-52B3AD443501}"/>
    <pc:docChg chg="undo custSel addSld delSld modSld">
      <pc:chgData name="鈴木 秀規" userId="f68c5fd9-22d5-4c0a-9833-7fb0f5135313" providerId="ADAL" clId="{AE171C9D-A8B3-4AB5-91C0-52B3AD443501}" dt="2021-01-28T09:16:44.910" v="513"/>
      <pc:docMkLst>
        <pc:docMk/>
      </pc:docMkLst>
      <pc:sldChg chg="modSp mod">
        <pc:chgData name="鈴木 秀規" userId="f68c5fd9-22d5-4c0a-9833-7fb0f5135313" providerId="ADAL" clId="{AE171C9D-A8B3-4AB5-91C0-52B3AD443501}" dt="2021-01-28T08:23:28.407" v="25" actId="20577"/>
        <pc:sldMkLst>
          <pc:docMk/>
          <pc:sldMk cId="0" sldId="256"/>
        </pc:sldMkLst>
        <pc:spChg chg="mod">
          <ac:chgData name="鈴木 秀規" userId="f68c5fd9-22d5-4c0a-9833-7fb0f5135313" providerId="ADAL" clId="{AE171C9D-A8B3-4AB5-91C0-52B3AD443501}" dt="2021-01-28T08:23:28.407" v="25" actId="20577"/>
          <ac:spMkLst>
            <pc:docMk/>
            <pc:sldMk cId="0" sldId="256"/>
            <ac:spMk id="56" creationId="{00000000-0000-0000-0000-000000000000}"/>
          </ac:spMkLst>
        </pc:spChg>
      </pc:sldChg>
      <pc:sldChg chg="modSp mod">
        <pc:chgData name="鈴木 秀規" userId="f68c5fd9-22d5-4c0a-9833-7fb0f5135313" providerId="ADAL" clId="{AE171C9D-A8B3-4AB5-91C0-52B3AD443501}" dt="2021-01-28T08:24:17.040" v="33" actId="20577"/>
        <pc:sldMkLst>
          <pc:docMk/>
          <pc:sldMk cId="2397736379" sldId="363"/>
        </pc:sldMkLst>
        <pc:spChg chg="mod">
          <ac:chgData name="鈴木 秀規" userId="f68c5fd9-22d5-4c0a-9833-7fb0f5135313" providerId="ADAL" clId="{AE171C9D-A8B3-4AB5-91C0-52B3AD443501}" dt="2021-01-28T08:23:54.400" v="27"/>
          <ac:spMkLst>
            <pc:docMk/>
            <pc:sldMk cId="2397736379" sldId="363"/>
            <ac:spMk id="7" creationId="{9630AD22-E64D-4A96-B059-2AF9F6580C25}"/>
          </ac:spMkLst>
        </pc:spChg>
        <pc:spChg chg="mod">
          <ac:chgData name="鈴木 秀規" userId="f68c5fd9-22d5-4c0a-9833-7fb0f5135313" providerId="ADAL" clId="{AE171C9D-A8B3-4AB5-91C0-52B3AD443501}" dt="2021-01-28T08:24:17.040" v="33" actId="20577"/>
          <ac:spMkLst>
            <pc:docMk/>
            <pc:sldMk cId="2397736379" sldId="363"/>
            <ac:spMk id="8" creationId="{787CF02A-01AB-4517-BA3E-25572FA82648}"/>
          </ac:spMkLst>
        </pc:spChg>
      </pc:sldChg>
      <pc:sldChg chg="del">
        <pc:chgData name="鈴木 秀規" userId="f68c5fd9-22d5-4c0a-9833-7fb0f5135313" providerId="ADAL" clId="{AE171C9D-A8B3-4AB5-91C0-52B3AD443501}" dt="2021-01-28T08:23:42.589" v="26" actId="2696"/>
        <pc:sldMkLst>
          <pc:docMk/>
          <pc:sldMk cId="2018664081" sldId="364"/>
        </pc:sldMkLst>
      </pc:sldChg>
      <pc:sldChg chg="addSp modSp new mod">
        <pc:chgData name="鈴木 秀規" userId="f68c5fd9-22d5-4c0a-9833-7fb0f5135313" providerId="ADAL" clId="{AE171C9D-A8B3-4AB5-91C0-52B3AD443501}" dt="2021-01-28T08:27:29.780" v="75" actId="14100"/>
        <pc:sldMkLst>
          <pc:docMk/>
          <pc:sldMk cId="4093317005" sldId="364"/>
        </pc:sldMkLst>
        <pc:spChg chg="mod">
          <ac:chgData name="鈴木 秀規" userId="f68c5fd9-22d5-4c0a-9833-7fb0f5135313" providerId="ADAL" clId="{AE171C9D-A8B3-4AB5-91C0-52B3AD443501}" dt="2021-01-28T08:24:28.680" v="35"/>
          <ac:spMkLst>
            <pc:docMk/>
            <pc:sldMk cId="4093317005" sldId="364"/>
            <ac:spMk id="3" creationId="{08BB3CCB-9DC9-46CD-97FE-8693508D3845}"/>
          </ac:spMkLst>
        </pc:spChg>
        <pc:spChg chg="mod">
          <ac:chgData name="鈴木 秀規" userId="f68c5fd9-22d5-4c0a-9833-7fb0f5135313" providerId="ADAL" clId="{AE171C9D-A8B3-4AB5-91C0-52B3AD443501}" dt="2021-01-28T08:27:00.139" v="73" actId="14100"/>
          <ac:spMkLst>
            <pc:docMk/>
            <pc:sldMk cId="4093317005" sldId="364"/>
            <ac:spMk id="5" creationId="{EA794FCE-9C81-4322-8340-1034381E58A6}"/>
          </ac:spMkLst>
        </pc:spChg>
        <pc:spChg chg="add mod">
          <ac:chgData name="鈴木 秀規" userId="f68c5fd9-22d5-4c0a-9833-7fb0f5135313" providerId="ADAL" clId="{AE171C9D-A8B3-4AB5-91C0-52B3AD443501}" dt="2021-01-28T08:27:22.975" v="74" actId="207"/>
          <ac:spMkLst>
            <pc:docMk/>
            <pc:sldMk cId="4093317005" sldId="364"/>
            <ac:spMk id="7" creationId="{DF295B52-B56B-40AA-9B23-22243EE5B8EC}"/>
          </ac:spMkLst>
        </pc:spChg>
        <pc:spChg chg="add mod">
          <ac:chgData name="鈴木 秀規" userId="f68c5fd9-22d5-4c0a-9833-7fb0f5135313" providerId="ADAL" clId="{AE171C9D-A8B3-4AB5-91C0-52B3AD443501}" dt="2021-01-28T08:25:23.354" v="49" actId="2711"/>
          <ac:spMkLst>
            <pc:docMk/>
            <pc:sldMk cId="4093317005" sldId="364"/>
            <ac:spMk id="9" creationId="{EB779C2B-17EA-4846-B814-BD78AC31AAD2}"/>
          </ac:spMkLst>
        </pc:spChg>
        <pc:spChg chg="add mod">
          <ac:chgData name="鈴木 秀規" userId="f68c5fd9-22d5-4c0a-9833-7fb0f5135313" providerId="ADAL" clId="{AE171C9D-A8B3-4AB5-91C0-52B3AD443501}" dt="2021-01-28T08:27:29.780" v="75" actId="14100"/>
          <ac:spMkLst>
            <pc:docMk/>
            <pc:sldMk cId="4093317005" sldId="364"/>
            <ac:spMk id="10" creationId="{7B49838F-1C68-4127-94F2-D1289173D96C}"/>
          </ac:spMkLst>
        </pc:spChg>
        <pc:spChg chg="add mod">
          <ac:chgData name="鈴木 秀規" userId="f68c5fd9-22d5-4c0a-9833-7fb0f5135313" providerId="ADAL" clId="{AE171C9D-A8B3-4AB5-91C0-52B3AD443501}" dt="2021-01-28T08:25:33.024" v="51" actId="1076"/>
          <ac:spMkLst>
            <pc:docMk/>
            <pc:sldMk cId="4093317005" sldId="364"/>
            <ac:spMk id="11" creationId="{DB887FAB-7878-46C7-9D5D-CA2B3FD50494}"/>
          </ac:spMkLst>
        </pc:spChg>
        <pc:spChg chg="add mod">
          <ac:chgData name="鈴木 秀規" userId="f68c5fd9-22d5-4c0a-9833-7fb0f5135313" providerId="ADAL" clId="{AE171C9D-A8B3-4AB5-91C0-52B3AD443501}" dt="2021-01-28T08:25:57.738" v="58" actId="1076"/>
          <ac:spMkLst>
            <pc:docMk/>
            <pc:sldMk cId="4093317005" sldId="364"/>
            <ac:spMk id="14" creationId="{744644A8-1BF0-4578-A327-434DB8785A92}"/>
          </ac:spMkLst>
        </pc:spChg>
        <pc:spChg chg="add mod">
          <ac:chgData name="鈴木 秀規" userId="f68c5fd9-22d5-4c0a-9833-7fb0f5135313" providerId="ADAL" clId="{AE171C9D-A8B3-4AB5-91C0-52B3AD443501}" dt="2021-01-28T08:25:42.334" v="53" actId="1076"/>
          <ac:spMkLst>
            <pc:docMk/>
            <pc:sldMk cId="4093317005" sldId="364"/>
            <ac:spMk id="15" creationId="{C006D28C-D802-4BBA-B0A4-874A4EF5FDCA}"/>
          </ac:spMkLst>
        </pc:spChg>
        <pc:picChg chg="add mod">
          <ac:chgData name="鈴木 秀規" userId="f68c5fd9-22d5-4c0a-9833-7fb0f5135313" providerId="ADAL" clId="{AE171C9D-A8B3-4AB5-91C0-52B3AD443501}" dt="2021-01-28T08:25:37.601" v="52" actId="1076"/>
          <ac:picMkLst>
            <pc:docMk/>
            <pc:sldMk cId="4093317005" sldId="364"/>
            <ac:picMk id="6" creationId="{92186FF4-8991-43D4-A39C-36A6B263CD59}"/>
          </ac:picMkLst>
        </pc:picChg>
        <pc:picChg chg="add mod">
          <ac:chgData name="鈴木 秀規" userId="f68c5fd9-22d5-4c0a-9833-7fb0f5135313" providerId="ADAL" clId="{AE171C9D-A8B3-4AB5-91C0-52B3AD443501}" dt="2021-01-28T08:25:16.200" v="47" actId="14100"/>
          <ac:picMkLst>
            <pc:docMk/>
            <pc:sldMk cId="4093317005" sldId="364"/>
            <ac:picMk id="8" creationId="{6E5F9F94-9ED3-4391-85BC-8478C06E0056}"/>
          </ac:picMkLst>
        </pc:picChg>
        <pc:cxnChg chg="add mod">
          <ac:chgData name="鈴木 秀規" userId="f68c5fd9-22d5-4c0a-9833-7fb0f5135313" providerId="ADAL" clId="{AE171C9D-A8B3-4AB5-91C0-52B3AD443501}" dt="2021-01-28T08:27:29.780" v="75" actId="14100"/>
          <ac:cxnSpMkLst>
            <pc:docMk/>
            <pc:sldMk cId="4093317005" sldId="364"/>
            <ac:cxnSpMk id="12" creationId="{75F81B37-4E9D-44E0-82C7-0C6E7D938AC7}"/>
          </ac:cxnSpMkLst>
        </pc:cxnChg>
        <pc:cxnChg chg="add mod">
          <ac:chgData name="鈴木 秀規" userId="f68c5fd9-22d5-4c0a-9833-7fb0f5135313" providerId="ADAL" clId="{AE171C9D-A8B3-4AB5-91C0-52B3AD443501}" dt="2021-01-28T08:27:29.780" v="75" actId="14100"/>
          <ac:cxnSpMkLst>
            <pc:docMk/>
            <pc:sldMk cId="4093317005" sldId="364"/>
            <ac:cxnSpMk id="13" creationId="{0155E00A-BB51-4B1B-9724-83BC5A24DE25}"/>
          </ac:cxnSpMkLst>
        </pc:cxnChg>
      </pc:sldChg>
      <pc:sldChg chg="del">
        <pc:chgData name="鈴木 秀規" userId="f68c5fd9-22d5-4c0a-9833-7fb0f5135313" providerId="ADAL" clId="{AE171C9D-A8B3-4AB5-91C0-52B3AD443501}" dt="2021-01-28T08:23:42.589" v="26" actId="2696"/>
        <pc:sldMkLst>
          <pc:docMk/>
          <pc:sldMk cId="2019205359" sldId="365"/>
        </pc:sldMkLst>
      </pc:sldChg>
      <pc:sldChg chg="addSp modSp new mod">
        <pc:chgData name="鈴木 秀規" userId="f68c5fd9-22d5-4c0a-9833-7fb0f5135313" providerId="ADAL" clId="{AE171C9D-A8B3-4AB5-91C0-52B3AD443501}" dt="2021-01-28T08:32:50.695" v="168" actId="20577"/>
        <pc:sldMkLst>
          <pc:docMk/>
          <pc:sldMk cId="4051364436" sldId="365"/>
        </pc:sldMkLst>
        <pc:spChg chg="mod">
          <ac:chgData name="鈴木 秀規" userId="f68c5fd9-22d5-4c0a-9833-7fb0f5135313" providerId="ADAL" clId="{AE171C9D-A8B3-4AB5-91C0-52B3AD443501}" dt="2021-01-28T08:27:52.077" v="77"/>
          <ac:spMkLst>
            <pc:docMk/>
            <pc:sldMk cId="4051364436" sldId="365"/>
            <ac:spMk id="3" creationId="{DD1D9F20-25A0-486F-A436-575C206BDE31}"/>
          </ac:spMkLst>
        </pc:spChg>
        <pc:spChg chg="mod">
          <ac:chgData name="鈴木 秀規" userId="f68c5fd9-22d5-4c0a-9833-7fb0f5135313" providerId="ADAL" clId="{AE171C9D-A8B3-4AB5-91C0-52B3AD443501}" dt="2021-01-28T08:28:58.067" v="81" actId="14100"/>
          <ac:spMkLst>
            <pc:docMk/>
            <pc:sldMk cId="4051364436" sldId="365"/>
            <ac:spMk id="5" creationId="{20F1DB10-15F2-4E10-8642-58A7054567CD}"/>
          </ac:spMkLst>
        </pc:spChg>
        <pc:spChg chg="add mod">
          <ac:chgData name="鈴木 秀規" userId="f68c5fd9-22d5-4c0a-9833-7fb0f5135313" providerId="ADAL" clId="{AE171C9D-A8B3-4AB5-91C0-52B3AD443501}" dt="2021-01-28T08:31:27.282" v="117" actId="1036"/>
          <ac:spMkLst>
            <pc:docMk/>
            <pc:sldMk cId="4051364436" sldId="365"/>
            <ac:spMk id="6" creationId="{BD581E50-0CEB-437C-A8A6-7962098F3A91}"/>
          </ac:spMkLst>
        </pc:spChg>
        <pc:spChg chg="add mod">
          <ac:chgData name="鈴木 秀規" userId="f68c5fd9-22d5-4c0a-9833-7fb0f5135313" providerId="ADAL" clId="{AE171C9D-A8B3-4AB5-91C0-52B3AD443501}" dt="2021-01-28T08:31:17.203" v="105" actId="1076"/>
          <ac:spMkLst>
            <pc:docMk/>
            <pc:sldMk cId="4051364436" sldId="365"/>
            <ac:spMk id="7" creationId="{1101D08C-D10E-4BF3-8927-62F604D6885E}"/>
          </ac:spMkLst>
        </pc:spChg>
        <pc:spChg chg="add mod">
          <ac:chgData name="鈴木 秀規" userId="f68c5fd9-22d5-4c0a-9833-7fb0f5135313" providerId="ADAL" clId="{AE171C9D-A8B3-4AB5-91C0-52B3AD443501}" dt="2021-01-28T08:31:10.433" v="104" actId="1076"/>
          <ac:spMkLst>
            <pc:docMk/>
            <pc:sldMk cId="4051364436" sldId="365"/>
            <ac:spMk id="35" creationId="{FD7FEC79-1C75-471F-BAF7-FBC820361873}"/>
          </ac:spMkLst>
        </pc:spChg>
        <pc:spChg chg="add mod">
          <ac:chgData name="鈴木 秀規" userId="f68c5fd9-22d5-4c0a-9833-7fb0f5135313" providerId="ADAL" clId="{AE171C9D-A8B3-4AB5-91C0-52B3AD443501}" dt="2021-01-28T08:32:18.162" v="132" actId="1076"/>
          <ac:spMkLst>
            <pc:docMk/>
            <pc:sldMk cId="4051364436" sldId="365"/>
            <ac:spMk id="36" creationId="{61EFC22A-6F63-4605-9AC6-F19A6586E90A}"/>
          </ac:spMkLst>
        </pc:spChg>
        <pc:spChg chg="add mod">
          <ac:chgData name="鈴木 秀規" userId="f68c5fd9-22d5-4c0a-9833-7fb0f5135313" providerId="ADAL" clId="{AE171C9D-A8B3-4AB5-91C0-52B3AD443501}" dt="2021-01-28T08:32:37.121" v="158" actId="20577"/>
          <ac:spMkLst>
            <pc:docMk/>
            <pc:sldMk cId="4051364436" sldId="365"/>
            <ac:spMk id="37" creationId="{45C65D7E-5EB6-498D-BE4D-2B8A984FF9F1}"/>
          </ac:spMkLst>
        </pc:spChg>
        <pc:spChg chg="add mod">
          <ac:chgData name="鈴木 秀規" userId="f68c5fd9-22d5-4c0a-9833-7fb0f5135313" providerId="ADAL" clId="{AE171C9D-A8B3-4AB5-91C0-52B3AD443501}" dt="2021-01-28T08:32:50.695" v="168" actId="20577"/>
          <ac:spMkLst>
            <pc:docMk/>
            <pc:sldMk cId="4051364436" sldId="365"/>
            <ac:spMk id="38" creationId="{F2F8161B-5FB5-467A-B046-A20AC91BCAE8}"/>
          </ac:spMkLst>
        </pc:spChg>
        <pc:picChg chg="add mod">
          <ac:chgData name="鈴木 秀規" userId="f68c5fd9-22d5-4c0a-9833-7fb0f5135313" providerId="ADAL" clId="{AE171C9D-A8B3-4AB5-91C0-52B3AD443501}" dt="2021-01-28T08:31:17.203" v="105" actId="1076"/>
          <ac:picMkLst>
            <pc:docMk/>
            <pc:sldMk cId="4051364436" sldId="365"/>
            <ac:picMk id="8" creationId="{6757AE74-C9D7-4B3F-85E6-368DFA1CE95C}"/>
          </ac:picMkLst>
        </pc:picChg>
        <pc:picChg chg="add mod">
          <ac:chgData name="鈴木 秀規" userId="f68c5fd9-22d5-4c0a-9833-7fb0f5135313" providerId="ADAL" clId="{AE171C9D-A8B3-4AB5-91C0-52B3AD443501}" dt="2021-01-28T08:31:17.203" v="105" actId="1076"/>
          <ac:picMkLst>
            <pc:docMk/>
            <pc:sldMk cId="4051364436" sldId="365"/>
            <ac:picMk id="9" creationId="{3745FD0D-65AA-460F-9C42-28AB3BDCAC03}"/>
          </ac:picMkLst>
        </pc:picChg>
        <pc:picChg chg="add mod">
          <ac:chgData name="鈴木 秀規" userId="f68c5fd9-22d5-4c0a-9833-7fb0f5135313" providerId="ADAL" clId="{AE171C9D-A8B3-4AB5-91C0-52B3AD443501}" dt="2021-01-28T08:31:17.203" v="105" actId="1076"/>
          <ac:picMkLst>
            <pc:docMk/>
            <pc:sldMk cId="4051364436" sldId="365"/>
            <ac:picMk id="10" creationId="{A1F0C1C9-0791-46B3-9D91-332B02FFE5B1}"/>
          </ac:picMkLst>
        </pc:picChg>
        <pc:picChg chg="add mod">
          <ac:chgData name="鈴木 秀規" userId="f68c5fd9-22d5-4c0a-9833-7fb0f5135313" providerId="ADAL" clId="{AE171C9D-A8B3-4AB5-91C0-52B3AD443501}" dt="2021-01-28T08:31:17.203" v="105" actId="1076"/>
          <ac:picMkLst>
            <pc:docMk/>
            <pc:sldMk cId="4051364436" sldId="365"/>
            <ac:picMk id="11" creationId="{0327CD05-24F9-475A-9144-D36F9157CF73}"/>
          </ac:picMkLst>
        </pc:picChg>
        <pc:picChg chg="add mod">
          <ac:chgData name="鈴木 秀規" userId="f68c5fd9-22d5-4c0a-9833-7fb0f5135313" providerId="ADAL" clId="{AE171C9D-A8B3-4AB5-91C0-52B3AD443501}" dt="2021-01-28T08:31:17.203" v="105" actId="1076"/>
          <ac:picMkLst>
            <pc:docMk/>
            <pc:sldMk cId="4051364436" sldId="365"/>
            <ac:picMk id="12" creationId="{28FA140F-8A89-4721-9DC1-BE4F62536C01}"/>
          </ac:picMkLst>
        </pc:picChg>
        <pc:picChg chg="add mod">
          <ac:chgData name="鈴木 秀規" userId="f68c5fd9-22d5-4c0a-9833-7fb0f5135313" providerId="ADAL" clId="{AE171C9D-A8B3-4AB5-91C0-52B3AD443501}" dt="2021-01-28T08:31:17.203" v="105" actId="1076"/>
          <ac:picMkLst>
            <pc:docMk/>
            <pc:sldMk cId="4051364436" sldId="365"/>
            <ac:picMk id="13" creationId="{3E1FAE9A-DB2B-4996-B5E5-C917043E1CA8}"/>
          </ac:picMkLst>
        </pc:picChg>
        <pc:picChg chg="add mod">
          <ac:chgData name="鈴木 秀規" userId="f68c5fd9-22d5-4c0a-9833-7fb0f5135313" providerId="ADAL" clId="{AE171C9D-A8B3-4AB5-91C0-52B3AD443501}" dt="2021-01-28T08:31:17.203" v="105" actId="1076"/>
          <ac:picMkLst>
            <pc:docMk/>
            <pc:sldMk cId="4051364436" sldId="365"/>
            <ac:picMk id="14" creationId="{E3017BFF-2C37-43B5-B417-1BB9AEDA9F61}"/>
          </ac:picMkLst>
        </pc:picChg>
        <pc:picChg chg="add mod">
          <ac:chgData name="鈴木 秀規" userId="f68c5fd9-22d5-4c0a-9833-7fb0f5135313" providerId="ADAL" clId="{AE171C9D-A8B3-4AB5-91C0-52B3AD443501}" dt="2021-01-28T08:31:17.203" v="105" actId="1076"/>
          <ac:picMkLst>
            <pc:docMk/>
            <pc:sldMk cId="4051364436" sldId="365"/>
            <ac:picMk id="15" creationId="{0F095995-DCD2-4DEF-90DF-7D8FF89A5B01}"/>
          </ac:picMkLst>
        </pc:picChg>
        <pc:picChg chg="add mod">
          <ac:chgData name="鈴木 秀規" userId="f68c5fd9-22d5-4c0a-9833-7fb0f5135313" providerId="ADAL" clId="{AE171C9D-A8B3-4AB5-91C0-52B3AD443501}" dt="2021-01-28T08:31:17.203" v="105" actId="1076"/>
          <ac:picMkLst>
            <pc:docMk/>
            <pc:sldMk cId="4051364436" sldId="365"/>
            <ac:picMk id="23" creationId="{09120199-5C7D-4DBE-A86F-8D198A552E1B}"/>
          </ac:picMkLst>
        </pc:picChg>
        <pc:picChg chg="add mod">
          <ac:chgData name="鈴木 秀規" userId="f68c5fd9-22d5-4c0a-9833-7fb0f5135313" providerId="ADAL" clId="{AE171C9D-A8B3-4AB5-91C0-52B3AD443501}" dt="2021-01-28T08:31:17.203" v="105" actId="1076"/>
          <ac:picMkLst>
            <pc:docMk/>
            <pc:sldMk cId="4051364436" sldId="365"/>
            <ac:picMk id="24" creationId="{5ECCD504-5DE8-4222-864B-09576B70E18A}"/>
          </ac:picMkLst>
        </pc:picChg>
        <pc:cxnChg chg="add mod">
          <ac:chgData name="鈴木 秀規" userId="f68c5fd9-22d5-4c0a-9833-7fb0f5135313" providerId="ADAL" clId="{AE171C9D-A8B3-4AB5-91C0-52B3AD443501}" dt="2021-01-28T08:31:17.203" v="105" actId="1076"/>
          <ac:cxnSpMkLst>
            <pc:docMk/>
            <pc:sldMk cId="4051364436" sldId="365"/>
            <ac:cxnSpMk id="16" creationId="{2F50AB69-F748-4E43-A45E-B718F9D29062}"/>
          </ac:cxnSpMkLst>
        </pc:cxnChg>
        <pc:cxnChg chg="add mod">
          <ac:chgData name="鈴木 秀規" userId="f68c5fd9-22d5-4c0a-9833-7fb0f5135313" providerId="ADAL" clId="{AE171C9D-A8B3-4AB5-91C0-52B3AD443501}" dt="2021-01-28T08:31:17.203" v="105" actId="1076"/>
          <ac:cxnSpMkLst>
            <pc:docMk/>
            <pc:sldMk cId="4051364436" sldId="365"/>
            <ac:cxnSpMk id="17" creationId="{D657242E-F336-4D35-BDCB-333089551ADB}"/>
          </ac:cxnSpMkLst>
        </pc:cxnChg>
        <pc:cxnChg chg="add mod">
          <ac:chgData name="鈴木 秀規" userId="f68c5fd9-22d5-4c0a-9833-7fb0f5135313" providerId="ADAL" clId="{AE171C9D-A8B3-4AB5-91C0-52B3AD443501}" dt="2021-01-28T08:31:17.203" v="105" actId="1076"/>
          <ac:cxnSpMkLst>
            <pc:docMk/>
            <pc:sldMk cId="4051364436" sldId="365"/>
            <ac:cxnSpMk id="18" creationId="{F4B069B6-C343-4ABE-87A3-F79AA8BC7CAB}"/>
          </ac:cxnSpMkLst>
        </pc:cxnChg>
        <pc:cxnChg chg="add mod">
          <ac:chgData name="鈴木 秀規" userId="f68c5fd9-22d5-4c0a-9833-7fb0f5135313" providerId="ADAL" clId="{AE171C9D-A8B3-4AB5-91C0-52B3AD443501}" dt="2021-01-28T08:31:17.203" v="105" actId="1076"/>
          <ac:cxnSpMkLst>
            <pc:docMk/>
            <pc:sldMk cId="4051364436" sldId="365"/>
            <ac:cxnSpMk id="19" creationId="{6AD8403C-1012-43CA-A795-8AE2B416ADF3}"/>
          </ac:cxnSpMkLst>
        </pc:cxnChg>
        <pc:cxnChg chg="add mod">
          <ac:chgData name="鈴木 秀規" userId="f68c5fd9-22d5-4c0a-9833-7fb0f5135313" providerId="ADAL" clId="{AE171C9D-A8B3-4AB5-91C0-52B3AD443501}" dt="2021-01-28T08:31:17.203" v="105" actId="1076"/>
          <ac:cxnSpMkLst>
            <pc:docMk/>
            <pc:sldMk cId="4051364436" sldId="365"/>
            <ac:cxnSpMk id="20" creationId="{1753FEB8-BE3F-407B-8638-13B110795583}"/>
          </ac:cxnSpMkLst>
        </pc:cxnChg>
        <pc:cxnChg chg="add mod">
          <ac:chgData name="鈴木 秀規" userId="f68c5fd9-22d5-4c0a-9833-7fb0f5135313" providerId="ADAL" clId="{AE171C9D-A8B3-4AB5-91C0-52B3AD443501}" dt="2021-01-28T08:31:17.203" v="105" actId="1076"/>
          <ac:cxnSpMkLst>
            <pc:docMk/>
            <pc:sldMk cId="4051364436" sldId="365"/>
            <ac:cxnSpMk id="21" creationId="{C42B87AE-8EFC-4EE8-B657-3253402C7EDB}"/>
          </ac:cxnSpMkLst>
        </pc:cxnChg>
        <pc:cxnChg chg="add mod">
          <ac:chgData name="鈴木 秀規" userId="f68c5fd9-22d5-4c0a-9833-7fb0f5135313" providerId="ADAL" clId="{AE171C9D-A8B3-4AB5-91C0-52B3AD443501}" dt="2021-01-28T08:31:17.203" v="105" actId="1076"/>
          <ac:cxnSpMkLst>
            <pc:docMk/>
            <pc:sldMk cId="4051364436" sldId="365"/>
            <ac:cxnSpMk id="22" creationId="{6E85E05B-3728-4DFD-AF70-EA2FADB88713}"/>
          </ac:cxnSpMkLst>
        </pc:cxnChg>
      </pc:sldChg>
      <pc:sldChg chg="addSp modSp new mod">
        <pc:chgData name="鈴木 秀規" userId="f68c5fd9-22d5-4c0a-9833-7fb0f5135313" providerId="ADAL" clId="{AE171C9D-A8B3-4AB5-91C0-52B3AD443501}" dt="2021-01-28T08:34:57.216" v="193" actId="166"/>
        <pc:sldMkLst>
          <pc:docMk/>
          <pc:sldMk cId="402670913" sldId="366"/>
        </pc:sldMkLst>
        <pc:spChg chg="mod">
          <ac:chgData name="鈴木 秀規" userId="f68c5fd9-22d5-4c0a-9833-7fb0f5135313" providerId="ADAL" clId="{AE171C9D-A8B3-4AB5-91C0-52B3AD443501}" dt="2021-01-28T08:33:10.839" v="170"/>
          <ac:spMkLst>
            <pc:docMk/>
            <pc:sldMk cId="402670913" sldId="366"/>
            <ac:spMk id="3" creationId="{DEB75B83-B7B8-4FBB-A218-09F9A032C67D}"/>
          </ac:spMkLst>
        </pc:spChg>
        <pc:spChg chg="mod">
          <ac:chgData name="鈴木 秀規" userId="f68c5fd9-22d5-4c0a-9833-7fb0f5135313" providerId="ADAL" clId="{AE171C9D-A8B3-4AB5-91C0-52B3AD443501}" dt="2021-01-28T08:33:36.055" v="173" actId="14100"/>
          <ac:spMkLst>
            <pc:docMk/>
            <pc:sldMk cId="402670913" sldId="366"/>
            <ac:spMk id="5" creationId="{563CBA67-6F60-45E0-8BAE-1F37AB6818B7}"/>
          </ac:spMkLst>
        </pc:spChg>
        <pc:spChg chg="add mod">
          <ac:chgData name="鈴木 秀規" userId="f68c5fd9-22d5-4c0a-9833-7fb0f5135313" providerId="ADAL" clId="{AE171C9D-A8B3-4AB5-91C0-52B3AD443501}" dt="2021-01-28T08:34:06.862" v="182" actId="14100"/>
          <ac:spMkLst>
            <pc:docMk/>
            <pc:sldMk cId="402670913" sldId="366"/>
            <ac:spMk id="11" creationId="{CAAC33A6-05AA-4E00-ACE6-D76FD47D81FA}"/>
          </ac:spMkLst>
        </pc:spChg>
        <pc:spChg chg="add mod">
          <ac:chgData name="鈴木 秀規" userId="f68c5fd9-22d5-4c0a-9833-7fb0f5135313" providerId="ADAL" clId="{AE171C9D-A8B3-4AB5-91C0-52B3AD443501}" dt="2021-01-28T08:34:42.224" v="189" actId="14100"/>
          <ac:spMkLst>
            <pc:docMk/>
            <pc:sldMk cId="402670913" sldId="366"/>
            <ac:spMk id="12" creationId="{71C9FC6C-BF02-4FED-8561-3CF01E7E71CE}"/>
          </ac:spMkLst>
        </pc:spChg>
        <pc:spChg chg="add mod">
          <ac:chgData name="鈴木 秀規" userId="f68c5fd9-22d5-4c0a-9833-7fb0f5135313" providerId="ADAL" clId="{AE171C9D-A8B3-4AB5-91C0-52B3AD443501}" dt="2021-01-28T08:34:36.424" v="188" actId="1076"/>
          <ac:spMkLst>
            <pc:docMk/>
            <pc:sldMk cId="402670913" sldId="366"/>
            <ac:spMk id="13" creationId="{CB683AC9-9B5D-429C-AA0D-F25F4E7E948B}"/>
          </ac:spMkLst>
        </pc:spChg>
        <pc:spChg chg="add mod">
          <ac:chgData name="鈴木 秀規" userId="f68c5fd9-22d5-4c0a-9833-7fb0f5135313" providerId="ADAL" clId="{AE171C9D-A8B3-4AB5-91C0-52B3AD443501}" dt="2021-01-28T08:34:36.424" v="188" actId="1076"/>
          <ac:spMkLst>
            <pc:docMk/>
            <pc:sldMk cId="402670913" sldId="366"/>
            <ac:spMk id="15" creationId="{85CE7E34-D585-477B-AFD7-60492883D43A}"/>
          </ac:spMkLst>
        </pc:spChg>
        <pc:picChg chg="add mod ord">
          <ac:chgData name="鈴木 秀規" userId="f68c5fd9-22d5-4c0a-9833-7fb0f5135313" providerId="ADAL" clId="{AE171C9D-A8B3-4AB5-91C0-52B3AD443501}" dt="2021-01-28T08:34:57.216" v="193" actId="166"/>
          <ac:picMkLst>
            <pc:docMk/>
            <pc:sldMk cId="402670913" sldId="366"/>
            <ac:picMk id="6" creationId="{73BFAB86-C714-4EC4-B0EC-DE3BA952A103}"/>
          </ac:picMkLst>
        </pc:picChg>
        <pc:picChg chg="add mod ord">
          <ac:chgData name="鈴木 秀規" userId="f68c5fd9-22d5-4c0a-9833-7fb0f5135313" providerId="ADAL" clId="{AE171C9D-A8B3-4AB5-91C0-52B3AD443501}" dt="2021-01-28T08:34:57.216" v="193" actId="166"/>
          <ac:picMkLst>
            <pc:docMk/>
            <pc:sldMk cId="402670913" sldId="366"/>
            <ac:picMk id="7" creationId="{E394ECFE-B68E-4DF3-89F6-42FC8DC0520A}"/>
          </ac:picMkLst>
        </pc:picChg>
        <pc:picChg chg="add mod ord">
          <ac:chgData name="鈴木 秀規" userId="f68c5fd9-22d5-4c0a-9833-7fb0f5135313" providerId="ADAL" clId="{AE171C9D-A8B3-4AB5-91C0-52B3AD443501}" dt="2021-01-28T08:34:57.216" v="193" actId="166"/>
          <ac:picMkLst>
            <pc:docMk/>
            <pc:sldMk cId="402670913" sldId="366"/>
            <ac:picMk id="8" creationId="{D08BE0A6-7B0B-421D-9137-4AC4751F6B81}"/>
          </ac:picMkLst>
        </pc:picChg>
        <pc:picChg chg="add mod">
          <ac:chgData name="鈴木 秀規" userId="f68c5fd9-22d5-4c0a-9833-7fb0f5135313" providerId="ADAL" clId="{AE171C9D-A8B3-4AB5-91C0-52B3AD443501}" dt="2021-01-28T08:34:45.527" v="190" actId="1076"/>
          <ac:picMkLst>
            <pc:docMk/>
            <pc:sldMk cId="402670913" sldId="366"/>
            <ac:picMk id="14" creationId="{8E8263F5-A3DF-4B7D-988C-3E0546F266AC}"/>
          </ac:picMkLst>
        </pc:picChg>
        <pc:cxnChg chg="add mod ord">
          <ac:chgData name="鈴木 秀規" userId="f68c5fd9-22d5-4c0a-9833-7fb0f5135313" providerId="ADAL" clId="{AE171C9D-A8B3-4AB5-91C0-52B3AD443501}" dt="2021-01-28T08:34:57.216" v="193" actId="166"/>
          <ac:cxnSpMkLst>
            <pc:docMk/>
            <pc:sldMk cId="402670913" sldId="366"/>
            <ac:cxnSpMk id="9" creationId="{4F5EF88B-A41C-4C51-BB64-0646E2128409}"/>
          </ac:cxnSpMkLst>
        </pc:cxnChg>
        <pc:cxnChg chg="add mod ord">
          <ac:chgData name="鈴木 秀規" userId="f68c5fd9-22d5-4c0a-9833-7fb0f5135313" providerId="ADAL" clId="{AE171C9D-A8B3-4AB5-91C0-52B3AD443501}" dt="2021-01-28T08:34:57.216" v="193" actId="166"/>
          <ac:cxnSpMkLst>
            <pc:docMk/>
            <pc:sldMk cId="402670913" sldId="366"/>
            <ac:cxnSpMk id="10" creationId="{BD307F70-5B1F-4999-B0E3-53E5903D01C2}"/>
          </ac:cxnSpMkLst>
        </pc:cxnChg>
      </pc:sldChg>
      <pc:sldChg chg="del">
        <pc:chgData name="鈴木 秀規" userId="f68c5fd9-22d5-4c0a-9833-7fb0f5135313" providerId="ADAL" clId="{AE171C9D-A8B3-4AB5-91C0-52B3AD443501}" dt="2021-01-28T08:23:42.589" v="26" actId="2696"/>
        <pc:sldMkLst>
          <pc:docMk/>
          <pc:sldMk cId="1083425996" sldId="366"/>
        </pc:sldMkLst>
      </pc:sldChg>
      <pc:sldChg chg="del">
        <pc:chgData name="鈴木 秀規" userId="f68c5fd9-22d5-4c0a-9833-7fb0f5135313" providerId="ADAL" clId="{AE171C9D-A8B3-4AB5-91C0-52B3AD443501}" dt="2021-01-28T08:23:42.589" v="26" actId="2696"/>
        <pc:sldMkLst>
          <pc:docMk/>
          <pc:sldMk cId="2277428888" sldId="367"/>
        </pc:sldMkLst>
      </pc:sldChg>
      <pc:sldChg chg="addSp modSp new mod">
        <pc:chgData name="鈴木 秀規" userId="f68c5fd9-22d5-4c0a-9833-7fb0f5135313" providerId="ADAL" clId="{AE171C9D-A8B3-4AB5-91C0-52B3AD443501}" dt="2021-01-28T08:47:07.035" v="260" actId="207"/>
        <pc:sldMkLst>
          <pc:docMk/>
          <pc:sldMk cId="2692777715" sldId="367"/>
        </pc:sldMkLst>
        <pc:spChg chg="mod">
          <ac:chgData name="鈴木 秀規" userId="f68c5fd9-22d5-4c0a-9833-7fb0f5135313" providerId="ADAL" clId="{AE171C9D-A8B3-4AB5-91C0-52B3AD443501}" dt="2021-01-28T08:35:14.872" v="195"/>
          <ac:spMkLst>
            <pc:docMk/>
            <pc:sldMk cId="2692777715" sldId="367"/>
            <ac:spMk id="3" creationId="{77AF2515-0CCD-491D-BBD0-7CEB66F76CDE}"/>
          </ac:spMkLst>
        </pc:spChg>
        <pc:spChg chg="mod">
          <ac:chgData name="鈴木 秀規" userId="f68c5fd9-22d5-4c0a-9833-7fb0f5135313" providerId="ADAL" clId="{AE171C9D-A8B3-4AB5-91C0-52B3AD443501}" dt="2021-01-28T08:35:33.041" v="198" actId="14100"/>
          <ac:spMkLst>
            <pc:docMk/>
            <pc:sldMk cId="2692777715" sldId="367"/>
            <ac:spMk id="5" creationId="{1200EAAA-17B5-4866-BD6E-8841C66E380F}"/>
          </ac:spMkLst>
        </pc:spChg>
        <pc:spChg chg="add mod">
          <ac:chgData name="鈴木 秀規" userId="f68c5fd9-22d5-4c0a-9833-7fb0f5135313" providerId="ADAL" clId="{AE171C9D-A8B3-4AB5-91C0-52B3AD443501}" dt="2021-01-28T08:47:07.035" v="260" actId="207"/>
          <ac:spMkLst>
            <pc:docMk/>
            <pc:sldMk cId="2692777715" sldId="367"/>
            <ac:spMk id="7" creationId="{992AE1FA-00BB-48AC-8259-561C9174834A}"/>
          </ac:spMkLst>
        </pc:spChg>
        <pc:spChg chg="add mod">
          <ac:chgData name="鈴木 秀規" userId="f68c5fd9-22d5-4c0a-9833-7fb0f5135313" providerId="ADAL" clId="{AE171C9D-A8B3-4AB5-91C0-52B3AD443501}" dt="2021-01-28T08:37:04.916" v="210" actId="14100"/>
          <ac:spMkLst>
            <pc:docMk/>
            <pc:sldMk cId="2692777715" sldId="367"/>
            <ac:spMk id="8" creationId="{E191ED05-471D-4BF6-A4F6-AE5E253D0FA8}"/>
          </ac:spMkLst>
        </pc:spChg>
        <pc:picChg chg="add mod">
          <ac:chgData name="鈴木 秀規" userId="f68c5fd9-22d5-4c0a-9833-7fb0f5135313" providerId="ADAL" clId="{AE171C9D-A8B3-4AB5-91C0-52B3AD443501}" dt="2021-01-28T08:37:12.006" v="212" actId="14100"/>
          <ac:picMkLst>
            <pc:docMk/>
            <pc:sldMk cId="2692777715" sldId="367"/>
            <ac:picMk id="6" creationId="{2567EFA5-09BD-4029-876E-7B0E54694513}"/>
          </ac:picMkLst>
        </pc:picChg>
      </pc:sldChg>
      <pc:sldChg chg="del">
        <pc:chgData name="鈴木 秀規" userId="f68c5fd9-22d5-4c0a-9833-7fb0f5135313" providerId="ADAL" clId="{AE171C9D-A8B3-4AB5-91C0-52B3AD443501}" dt="2021-01-28T08:23:42.589" v="26" actId="2696"/>
        <pc:sldMkLst>
          <pc:docMk/>
          <pc:sldMk cId="368796728" sldId="368"/>
        </pc:sldMkLst>
      </pc:sldChg>
      <pc:sldChg chg="addSp modSp new mod">
        <pc:chgData name="鈴木 秀規" userId="f68c5fd9-22d5-4c0a-9833-7fb0f5135313" providerId="ADAL" clId="{AE171C9D-A8B3-4AB5-91C0-52B3AD443501}" dt="2021-01-28T08:47:03.399" v="259" actId="207"/>
        <pc:sldMkLst>
          <pc:docMk/>
          <pc:sldMk cId="1806057471" sldId="368"/>
        </pc:sldMkLst>
        <pc:spChg chg="mod">
          <ac:chgData name="鈴木 秀規" userId="f68c5fd9-22d5-4c0a-9833-7fb0f5135313" providerId="ADAL" clId="{AE171C9D-A8B3-4AB5-91C0-52B3AD443501}" dt="2021-01-28T08:41:00.423" v="231"/>
          <ac:spMkLst>
            <pc:docMk/>
            <pc:sldMk cId="1806057471" sldId="368"/>
            <ac:spMk id="3" creationId="{E0F44F00-DAFA-4C2C-8BDD-64FABF9806D8}"/>
          </ac:spMkLst>
        </pc:spChg>
        <pc:spChg chg="mod">
          <ac:chgData name="鈴木 秀規" userId="f68c5fd9-22d5-4c0a-9833-7fb0f5135313" providerId="ADAL" clId="{AE171C9D-A8B3-4AB5-91C0-52B3AD443501}" dt="2021-01-28T08:38:18.779" v="217" actId="14100"/>
          <ac:spMkLst>
            <pc:docMk/>
            <pc:sldMk cId="1806057471" sldId="368"/>
            <ac:spMk id="5" creationId="{99210BDB-90C9-4A9E-A4DF-7E3EE303809B}"/>
          </ac:spMkLst>
        </pc:spChg>
        <pc:spChg chg="add mod">
          <ac:chgData name="鈴木 秀規" userId="f68c5fd9-22d5-4c0a-9833-7fb0f5135313" providerId="ADAL" clId="{AE171C9D-A8B3-4AB5-91C0-52B3AD443501}" dt="2021-01-28T08:47:03.399" v="259" actId="207"/>
          <ac:spMkLst>
            <pc:docMk/>
            <pc:sldMk cId="1806057471" sldId="368"/>
            <ac:spMk id="6" creationId="{AB716B78-847B-48E8-B695-2A096A360E87}"/>
          </ac:spMkLst>
        </pc:spChg>
        <pc:spChg chg="add mod">
          <ac:chgData name="鈴木 秀規" userId="f68c5fd9-22d5-4c0a-9833-7fb0f5135313" providerId="ADAL" clId="{AE171C9D-A8B3-4AB5-91C0-52B3AD443501}" dt="2021-01-28T08:40:44.614" v="229" actId="14100"/>
          <ac:spMkLst>
            <pc:docMk/>
            <pc:sldMk cId="1806057471" sldId="368"/>
            <ac:spMk id="7" creationId="{318E1983-FBCA-4054-B9D4-B6E8A0700ABD}"/>
          </ac:spMkLst>
        </pc:spChg>
        <pc:picChg chg="add mod">
          <ac:chgData name="鈴木 秀規" userId="f68c5fd9-22d5-4c0a-9833-7fb0f5135313" providerId="ADAL" clId="{AE171C9D-A8B3-4AB5-91C0-52B3AD443501}" dt="2021-01-28T08:38:26.456" v="218"/>
          <ac:picMkLst>
            <pc:docMk/>
            <pc:sldMk cId="1806057471" sldId="368"/>
            <ac:picMk id="8" creationId="{2B5FA88E-1503-465D-B418-EEBFDFC3A4E3}"/>
          </ac:picMkLst>
        </pc:picChg>
      </pc:sldChg>
      <pc:sldChg chg="addSp modSp new mod">
        <pc:chgData name="鈴木 秀規" userId="f68c5fd9-22d5-4c0a-9833-7fb0f5135313" providerId="ADAL" clId="{AE171C9D-A8B3-4AB5-91C0-52B3AD443501}" dt="2021-01-28T08:46:57.266" v="258" actId="207"/>
        <pc:sldMkLst>
          <pc:docMk/>
          <pc:sldMk cId="167090370" sldId="369"/>
        </pc:sldMkLst>
        <pc:spChg chg="mod">
          <ac:chgData name="鈴木 秀規" userId="f68c5fd9-22d5-4c0a-9833-7fb0f5135313" providerId="ADAL" clId="{AE171C9D-A8B3-4AB5-91C0-52B3AD443501}" dt="2021-01-28T08:42:33.826" v="237"/>
          <ac:spMkLst>
            <pc:docMk/>
            <pc:sldMk cId="167090370" sldId="369"/>
            <ac:spMk id="3" creationId="{C0CF25BB-97D8-49D8-8FEC-F3B1E05625EF}"/>
          </ac:spMkLst>
        </pc:spChg>
        <pc:spChg chg="mod">
          <ac:chgData name="鈴木 秀規" userId="f68c5fd9-22d5-4c0a-9833-7fb0f5135313" providerId="ADAL" clId="{AE171C9D-A8B3-4AB5-91C0-52B3AD443501}" dt="2021-01-28T08:42:27.377" v="236"/>
          <ac:spMkLst>
            <pc:docMk/>
            <pc:sldMk cId="167090370" sldId="369"/>
            <ac:spMk id="5" creationId="{C9BCC8F6-7E15-49CA-8743-3E5498B6B5EB}"/>
          </ac:spMkLst>
        </pc:spChg>
        <pc:spChg chg="add mod">
          <ac:chgData name="鈴木 秀規" userId="f68c5fd9-22d5-4c0a-9833-7fb0f5135313" providerId="ADAL" clId="{AE171C9D-A8B3-4AB5-91C0-52B3AD443501}" dt="2021-01-28T08:46:57.266" v="258" actId="207"/>
          <ac:spMkLst>
            <pc:docMk/>
            <pc:sldMk cId="167090370" sldId="369"/>
            <ac:spMk id="6" creationId="{F9FEF840-8576-4ACC-9BA4-A8F33D6B15FA}"/>
          </ac:spMkLst>
        </pc:spChg>
        <pc:spChg chg="add mod">
          <ac:chgData name="鈴木 秀規" userId="f68c5fd9-22d5-4c0a-9833-7fb0f5135313" providerId="ADAL" clId="{AE171C9D-A8B3-4AB5-91C0-52B3AD443501}" dt="2021-01-28T08:45:24.818" v="250" actId="115"/>
          <ac:spMkLst>
            <pc:docMk/>
            <pc:sldMk cId="167090370" sldId="369"/>
            <ac:spMk id="7" creationId="{F00D1BD6-0D51-4A53-A1C6-EC617C53FB9F}"/>
          </ac:spMkLst>
        </pc:spChg>
        <pc:picChg chg="add mod">
          <ac:chgData name="鈴木 秀規" userId="f68c5fd9-22d5-4c0a-9833-7fb0f5135313" providerId="ADAL" clId="{AE171C9D-A8B3-4AB5-91C0-52B3AD443501}" dt="2021-01-28T08:42:05.819" v="233"/>
          <ac:picMkLst>
            <pc:docMk/>
            <pc:sldMk cId="167090370" sldId="369"/>
            <ac:picMk id="8" creationId="{81C30A9C-95CB-4555-8BCA-EC35828AB32C}"/>
          </ac:picMkLst>
        </pc:picChg>
      </pc:sldChg>
      <pc:sldChg chg="del">
        <pc:chgData name="鈴木 秀規" userId="f68c5fd9-22d5-4c0a-9833-7fb0f5135313" providerId="ADAL" clId="{AE171C9D-A8B3-4AB5-91C0-52B3AD443501}" dt="2021-01-28T08:23:42.589" v="26" actId="2696"/>
        <pc:sldMkLst>
          <pc:docMk/>
          <pc:sldMk cId="1615278593" sldId="369"/>
        </pc:sldMkLst>
      </pc:sldChg>
      <pc:sldChg chg="addSp delSp modSp new mod">
        <pc:chgData name="鈴木 秀規" userId="f68c5fd9-22d5-4c0a-9833-7fb0f5135313" providerId="ADAL" clId="{AE171C9D-A8B3-4AB5-91C0-52B3AD443501}" dt="2021-01-28T08:49:01.738" v="279" actId="403"/>
        <pc:sldMkLst>
          <pc:docMk/>
          <pc:sldMk cId="95388061" sldId="370"/>
        </pc:sldMkLst>
        <pc:spChg chg="mod">
          <ac:chgData name="鈴木 秀規" userId="f68c5fd9-22d5-4c0a-9833-7fb0f5135313" providerId="ADAL" clId="{AE171C9D-A8B3-4AB5-91C0-52B3AD443501}" dt="2021-01-28T08:46:19.459" v="252"/>
          <ac:spMkLst>
            <pc:docMk/>
            <pc:sldMk cId="95388061" sldId="370"/>
            <ac:spMk id="3" creationId="{41A3CA38-7A81-4B93-AD9D-5EAFFBEF4BC8}"/>
          </ac:spMkLst>
        </pc:spChg>
        <pc:spChg chg="mod">
          <ac:chgData name="鈴木 秀規" userId="f68c5fd9-22d5-4c0a-9833-7fb0f5135313" providerId="ADAL" clId="{AE171C9D-A8B3-4AB5-91C0-52B3AD443501}" dt="2021-01-28T08:46:30.942" v="255" actId="14100"/>
          <ac:spMkLst>
            <pc:docMk/>
            <pc:sldMk cId="95388061" sldId="370"/>
            <ac:spMk id="5" creationId="{A797BDB9-D421-4C44-82DC-45A93556DA54}"/>
          </ac:spMkLst>
        </pc:spChg>
        <pc:spChg chg="add del">
          <ac:chgData name="鈴木 秀規" userId="f68c5fd9-22d5-4c0a-9833-7fb0f5135313" providerId="ADAL" clId="{AE171C9D-A8B3-4AB5-91C0-52B3AD443501}" dt="2021-01-28T08:46:48.419" v="257" actId="22"/>
          <ac:spMkLst>
            <pc:docMk/>
            <pc:sldMk cId="95388061" sldId="370"/>
            <ac:spMk id="7" creationId="{73FBEDA8-9D71-42B1-AC52-A14BEDEFBA3B}"/>
          </ac:spMkLst>
        </pc:spChg>
        <pc:spChg chg="add mod">
          <ac:chgData name="鈴木 秀規" userId="f68c5fd9-22d5-4c0a-9833-7fb0f5135313" providerId="ADAL" clId="{AE171C9D-A8B3-4AB5-91C0-52B3AD443501}" dt="2021-01-28T08:48:38.286" v="274" actId="207"/>
          <ac:spMkLst>
            <pc:docMk/>
            <pc:sldMk cId="95388061" sldId="370"/>
            <ac:spMk id="8" creationId="{21E0FF6F-8012-4390-915C-A06A275C8A67}"/>
          </ac:spMkLst>
        </pc:spChg>
        <pc:spChg chg="add mod">
          <ac:chgData name="鈴木 秀規" userId="f68c5fd9-22d5-4c0a-9833-7fb0f5135313" providerId="ADAL" clId="{AE171C9D-A8B3-4AB5-91C0-52B3AD443501}" dt="2021-01-28T08:49:01.738" v="279" actId="403"/>
          <ac:spMkLst>
            <pc:docMk/>
            <pc:sldMk cId="95388061" sldId="370"/>
            <ac:spMk id="9" creationId="{67B04C7C-CC9F-4726-8232-6616CEA4B022}"/>
          </ac:spMkLst>
        </pc:spChg>
      </pc:sldChg>
      <pc:sldChg chg="del">
        <pc:chgData name="鈴木 秀規" userId="f68c5fd9-22d5-4c0a-9833-7fb0f5135313" providerId="ADAL" clId="{AE171C9D-A8B3-4AB5-91C0-52B3AD443501}" dt="2021-01-28T08:23:42.589" v="26" actId="2696"/>
        <pc:sldMkLst>
          <pc:docMk/>
          <pc:sldMk cId="639239015" sldId="370"/>
        </pc:sldMkLst>
      </pc:sldChg>
      <pc:sldChg chg="modSp new mod">
        <pc:chgData name="鈴木 秀規" userId="f68c5fd9-22d5-4c0a-9833-7fb0f5135313" providerId="ADAL" clId="{AE171C9D-A8B3-4AB5-91C0-52B3AD443501}" dt="2021-01-28T08:54:54.355" v="291" actId="20577"/>
        <pc:sldMkLst>
          <pc:docMk/>
          <pc:sldMk cId="853967147" sldId="371"/>
        </pc:sldMkLst>
        <pc:spChg chg="mod">
          <ac:chgData name="鈴木 秀規" userId="f68c5fd9-22d5-4c0a-9833-7fb0f5135313" providerId="ADAL" clId="{AE171C9D-A8B3-4AB5-91C0-52B3AD443501}" dt="2021-01-28T08:54:03.130" v="281"/>
          <ac:spMkLst>
            <pc:docMk/>
            <pc:sldMk cId="853967147" sldId="371"/>
            <ac:spMk id="3" creationId="{AF42E5F5-F9D0-4554-B67F-148FD8EC3105}"/>
          </ac:spMkLst>
        </pc:spChg>
        <pc:spChg chg="mod">
          <ac:chgData name="鈴木 秀規" userId="f68c5fd9-22d5-4c0a-9833-7fb0f5135313" providerId="ADAL" clId="{AE171C9D-A8B3-4AB5-91C0-52B3AD443501}" dt="2021-01-28T08:54:54.355" v="291" actId="20577"/>
          <ac:spMkLst>
            <pc:docMk/>
            <pc:sldMk cId="853967147" sldId="371"/>
            <ac:spMk id="5" creationId="{2DFC0F04-3729-49EE-A700-AC4FE7495084}"/>
          </ac:spMkLst>
        </pc:spChg>
      </pc:sldChg>
      <pc:sldChg chg="del">
        <pc:chgData name="鈴木 秀規" userId="f68c5fd9-22d5-4c0a-9833-7fb0f5135313" providerId="ADAL" clId="{AE171C9D-A8B3-4AB5-91C0-52B3AD443501}" dt="2021-01-28T08:23:42.589" v="26" actId="2696"/>
        <pc:sldMkLst>
          <pc:docMk/>
          <pc:sldMk cId="4233707676" sldId="371"/>
        </pc:sldMkLst>
      </pc:sldChg>
      <pc:sldChg chg="addSp modSp new mod">
        <pc:chgData name="鈴木 秀規" userId="f68c5fd9-22d5-4c0a-9833-7fb0f5135313" providerId="ADAL" clId="{AE171C9D-A8B3-4AB5-91C0-52B3AD443501}" dt="2021-01-28T08:56:38.127" v="307" actId="1076"/>
        <pc:sldMkLst>
          <pc:docMk/>
          <pc:sldMk cId="193662145" sldId="372"/>
        </pc:sldMkLst>
        <pc:spChg chg="mod">
          <ac:chgData name="鈴木 秀規" userId="f68c5fd9-22d5-4c0a-9833-7fb0f5135313" providerId="ADAL" clId="{AE171C9D-A8B3-4AB5-91C0-52B3AD443501}" dt="2021-01-28T08:55:37.203" v="293"/>
          <ac:spMkLst>
            <pc:docMk/>
            <pc:sldMk cId="193662145" sldId="372"/>
            <ac:spMk id="3" creationId="{E76CAEB3-49D5-46F4-A9FE-CF97174D3CA3}"/>
          </ac:spMkLst>
        </pc:spChg>
        <pc:spChg chg="mod">
          <ac:chgData name="鈴木 秀規" userId="f68c5fd9-22d5-4c0a-9833-7fb0f5135313" providerId="ADAL" clId="{AE171C9D-A8B3-4AB5-91C0-52B3AD443501}" dt="2021-01-28T08:55:55.078" v="297" actId="14100"/>
          <ac:spMkLst>
            <pc:docMk/>
            <pc:sldMk cId="193662145" sldId="372"/>
            <ac:spMk id="5" creationId="{6D7F57BB-892D-4732-A951-E66AC83B7744}"/>
          </ac:spMkLst>
        </pc:spChg>
        <pc:graphicFrameChg chg="add mod modGraphic">
          <ac:chgData name="鈴木 秀規" userId="f68c5fd9-22d5-4c0a-9833-7fb0f5135313" providerId="ADAL" clId="{AE171C9D-A8B3-4AB5-91C0-52B3AD443501}" dt="2021-01-28T08:56:38.127" v="307" actId="1076"/>
          <ac:graphicFrameMkLst>
            <pc:docMk/>
            <pc:sldMk cId="193662145" sldId="372"/>
            <ac:graphicFrameMk id="6" creationId="{E68C0511-571B-443B-A12B-7AEF1DC35017}"/>
          </ac:graphicFrameMkLst>
        </pc:graphicFrameChg>
      </pc:sldChg>
      <pc:sldChg chg="del">
        <pc:chgData name="鈴木 秀規" userId="f68c5fd9-22d5-4c0a-9833-7fb0f5135313" providerId="ADAL" clId="{AE171C9D-A8B3-4AB5-91C0-52B3AD443501}" dt="2021-01-28T08:23:42.589" v="26" actId="2696"/>
        <pc:sldMkLst>
          <pc:docMk/>
          <pc:sldMk cId="2732402478" sldId="372"/>
        </pc:sldMkLst>
      </pc:sldChg>
      <pc:sldChg chg="del">
        <pc:chgData name="鈴木 秀規" userId="f68c5fd9-22d5-4c0a-9833-7fb0f5135313" providerId="ADAL" clId="{AE171C9D-A8B3-4AB5-91C0-52B3AD443501}" dt="2021-01-28T08:23:42.589" v="26" actId="2696"/>
        <pc:sldMkLst>
          <pc:docMk/>
          <pc:sldMk cId="1848207789" sldId="373"/>
        </pc:sldMkLst>
      </pc:sldChg>
      <pc:sldChg chg="modSp new mod">
        <pc:chgData name="鈴木 秀規" userId="f68c5fd9-22d5-4c0a-9833-7fb0f5135313" providerId="ADAL" clId="{AE171C9D-A8B3-4AB5-91C0-52B3AD443501}" dt="2021-01-28T08:57:19.003" v="316" actId="20577"/>
        <pc:sldMkLst>
          <pc:docMk/>
          <pc:sldMk cId="3119782308" sldId="373"/>
        </pc:sldMkLst>
        <pc:spChg chg="mod">
          <ac:chgData name="鈴木 秀規" userId="f68c5fd9-22d5-4c0a-9833-7fb0f5135313" providerId="ADAL" clId="{AE171C9D-A8B3-4AB5-91C0-52B3AD443501}" dt="2021-01-28T08:56:49.043" v="309"/>
          <ac:spMkLst>
            <pc:docMk/>
            <pc:sldMk cId="3119782308" sldId="373"/>
            <ac:spMk id="3" creationId="{8FBD40A1-B451-47DB-8D4F-7857B7B5653E}"/>
          </ac:spMkLst>
        </pc:spChg>
        <pc:spChg chg="mod">
          <ac:chgData name="鈴木 秀規" userId="f68c5fd9-22d5-4c0a-9833-7fb0f5135313" providerId="ADAL" clId="{AE171C9D-A8B3-4AB5-91C0-52B3AD443501}" dt="2021-01-28T08:57:19.003" v="316" actId="20577"/>
          <ac:spMkLst>
            <pc:docMk/>
            <pc:sldMk cId="3119782308" sldId="373"/>
            <ac:spMk id="5" creationId="{018A7818-795C-4FD1-B23D-EAC49475BFF4}"/>
          </ac:spMkLst>
        </pc:spChg>
      </pc:sldChg>
      <pc:sldChg chg="del">
        <pc:chgData name="鈴木 秀規" userId="f68c5fd9-22d5-4c0a-9833-7fb0f5135313" providerId="ADAL" clId="{AE171C9D-A8B3-4AB5-91C0-52B3AD443501}" dt="2021-01-28T08:23:42.589" v="26" actId="2696"/>
        <pc:sldMkLst>
          <pc:docMk/>
          <pc:sldMk cId="949514721" sldId="374"/>
        </pc:sldMkLst>
      </pc:sldChg>
      <pc:sldChg chg="addSp modSp new mod">
        <pc:chgData name="鈴木 秀規" userId="f68c5fd9-22d5-4c0a-9833-7fb0f5135313" providerId="ADAL" clId="{AE171C9D-A8B3-4AB5-91C0-52B3AD443501}" dt="2021-01-28T08:58:29.788" v="328" actId="1076"/>
        <pc:sldMkLst>
          <pc:docMk/>
          <pc:sldMk cId="4094264785" sldId="374"/>
        </pc:sldMkLst>
        <pc:spChg chg="mod">
          <ac:chgData name="鈴木 秀規" userId="f68c5fd9-22d5-4c0a-9833-7fb0f5135313" providerId="ADAL" clId="{AE171C9D-A8B3-4AB5-91C0-52B3AD443501}" dt="2021-01-28T08:57:56.186" v="318"/>
          <ac:spMkLst>
            <pc:docMk/>
            <pc:sldMk cId="4094264785" sldId="374"/>
            <ac:spMk id="3" creationId="{979359D2-AA93-488C-BF59-583AB51307FB}"/>
          </ac:spMkLst>
        </pc:spChg>
        <pc:spChg chg="mod">
          <ac:chgData name="鈴木 秀規" userId="f68c5fd9-22d5-4c0a-9833-7fb0f5135313" providerId="ADAL" clId="{AE171C9D-A8B3-4AB5-91C0-52B3AD443501}" dt="2021-01-28T08:58:07.913" v="321" actId="14100"/>
          <ac:spMkLst>
            <pc:docMk/>
            <pc:sldMk cId="4094264785" sldId="374"/>
            <ac:spMk id="5" creationId="{0C2CAB17-F534-44C9-96A3-14FEC3C582C3}"/>
          </ac:spMkLst>
        </pc:spChg>
        <pc:spChg chg="add mod">
          <ac:chgData name="鈴木 秀規" userId="f68c5fd9-22d5-4c0a-9833-7fb0f5135313" providerId="ADAL" clId="{AE171C9D-A8B3-4AB5-91C0-52B3AD443501}" dt="2021-01-28T08:58:29.788" v="328" actId="1076"/>
          <ac:spMkLst>
            <pc:docMk/>
            <pc:sldMk cId="4094264785" sldId="374"/>
            <ac:spMk id="6" creationId="{4DDCF655-29CA-4C92-872A-D5013C9AA280}"/>
          </ac:spMkLst>
        </pc:spChg>
        <pc:spChg chg="add mod">
          <ac:chgData name="鈴木 秀規" userId="f68c5fd9-22d5-4c0a-9833-7fb0f5135313" providerId="ADAL" clId="{AE171C9D-A8B3-4AB5-91C0-52B3AD443501}" dt="2021-01-28T08:58:29.788" v="328" actId="1076"/>
          <ac:spMkLst>
            <pc:docMk/>
            <pc:sldMk cId="4094264785" sldId="374"/>
            <ac:spMk id="7" creationId="{5C2BB362-C6B9-44D2-90C8-09FD7AB4AC8A}"/>
          </ac:spMkLst>
        </pc:spChg>
        <pc:spChg chg="add mod">
          <ac:chgData name="鈴木 秀規" userId="f68c5fd9-22d5-4c0a-9833-7fb0f5135313" providerId="ADAL" clId="{AE171C9D-A8B3-4AB5-91C0-52B3AD443501}" dt="2021-01-28T08:58:29.788" v="328" actId="1076"/>
          <ac:spMkLst>
            <pc:docMk/>
            <pc:sldMk cId="4094264785" sldId="374"/>
            <ac:spMk id="8" creationId="{CE86CC2E-1E41-49CA-B34B-CF2E7BEE9CB9}"/>
          </ac:spMkLst>
        </pc:spChg>
      </pc:sldChg>
      <pc:sldChg chg="del">
        <pc:chgData name="鈴木 秀規" userId="f68c5fd9-22d5-4c0a-9833-7fb0f5135313" providerId="ADAL" clId="{AE171C9D-A8B3-4AB5-91C0-52B3AD443501}" dt="2021-01-28T08:23:42.589" v="26" actId="2696"/>
        <pc:sldMkLst>
          <pc:docMk/>
          <pc:sldMk cId="420561561" sldId="375"/>
        </pc:sldMkLst>
      </pc:sldChg>
      <pc:sldChg chg="addSp modSp new mod">
        <pc:chgData name="鈴木 秀規" userId="f68c5fd9-22d5-4c0a-9833-7fb0f5135313" providerId="ADAL" clId="{AE171C9D-A8B3-4AB5-91C0-52B3AD443501}" dt="2021-01-28T09:02:31.895" v="352" actId="14100"/>
        <pc:sldMkLst>
          <pc:docMk/>
          <pc:sldMk cId="1155857800" sldId="375"/>
        </pc:sldMkLst>
        <pc:spChg chg="mod">
          <ac:chgData name="鈴木 秀規" userId="f68c5fd9-22d5-4c0a-9833-7fb0f5135313" providerId="ADAL" clId="{AE171C9D-A8B3-4AB5-91C0-52B3AD443501}" dt="2021-01-28T09:00:55.370" v="330"/>
          <ac:spMkLst>
            <pc:docMk/>
            <pc:sldMk cId="1155857800" sldId="375"/>
            <ac:spMk id="3" creationId="{4BF1C48F-1D23-4F10-BF6E-83490E6C205E}"/>
          </ac:spMkLst>
        </pc:spChg>
        <pc:spChg chg="mod">
          <ac:chgData name="鈴木 秀規" userId="f68c5fd9-22d5-4c0a-9833-7fb0f5135313" providerId="ADAL" clId="{AE171C9D-A8B3-4AB5-91C0-52B3AD443501}" dt="2021-01-28T09:01:08.339" v="335" actId="14100"/>
          <ac:spMkLst>
            <pc:docMk/>
            <pc:sldMk cId="1155857800" sldId="375"/>
            <ac:spMk id="5" creationId="{A245D60A-AEFB-4A28-95C4-6A74FCB912E5}"/>
          </ac:spMkLst>
        </pc:spChg>
        <pc:spChg chg="add mod">
          <ac:chgData name="鈴木 秀規" userId="f68c5fd9-22d5-4c0a-9833-7fb0f5135313" providerId="ADAL" clId="{AE171C9D-A8B3-4AB5-91C0-52B3AD443501}" dt="2021-01-28T09:01:51.924" v="347" actId="14100"/>
          <ac:spMkLst>
            <pc:docMk/>
            <pc:sldMk cId="1155857800" sldId="375"/>
            <ac:spMk id="6" creationId="{95819D2C-6F3A-4C2F-A0F2-4F79EB8F42A8}"/>
          </ac:spMkLst>
        </pc:spChg>
        <pc:spChg chg="add mod">
          <ac:chgData name="鈴木 秀規" userId="f68c5fd9-22d5-4c0a-9833-7fb0f5135313" providerId="ADAL" clId="{AE171C9D-A8B3-4AB5-91C0-52B3AD443501}" dt="2021-01-28T09:02:31.895" v="352" actId="14100"/>
          <ac:spMkLst>
            <pc:docMk/>
            <pc:sldMk cId="1155857800" sldId="375"/>
            <ac:spMk id="7" creationId="{BBCDBBF3-AB3C-4B48-9945-FF16E18B256F}"/>
          </ac:spMkLst>
        </pc:spChg>
      </pc:sldChg>
      <pc:sldChg chg="del">
        <pc:chgData name="鈴木 秀規" userId="f68c5fd9-22d5-4c0a-9833-7fb0f5135313" providerId="ADAL" clId="{AE171C9D-A8B3-4AB5-91C0-52B3AD443501}" dt="2021-01-28T08:23:42.589" v="26" actId="2696"/>
        <pc:sldMkLst>
          <pc:docMk/>
          <pc:sldMk cId="1996051249" sldId="376"/>
        </pc:sldMkLst>
      </pc:sldChg>
      <pc:sldChg chg="addSp modSp new mod">
        <pc:chgData name="鈴木 秀規" userId="f68c5fd9-22d5-4c0a-9833-7fb0f5135313" providerId="ADAL" clId="{AE171C9D-A8B3-4AB5-91C0-52B3AD443501}" dt="2021-01-28T09:03:57.978" v="367" actId="14100"/>
        <pc:sldMkLst>
          <pc:docMk/>
          <pc:sldMk cId="2003241689" sldId="376"/>
        </pc:sldMkLst>
        <pc:spChg chg="mod">
          <ac:chgData name="鈴木 秀規" userId="f68c5fd9-22d5-4c0a-9833-7fb0f5135313" providerId="ADAL" clId="{AE171C9D-A8B3-4AB5-91C0-52B3AD443501}" dt="2021-01-28T09:02:45.116" v="354"/>
          <ac:spMkLst>
            <pc:docMk/>
            <pc:sldMk cId="2003241689" sldId="376"/>
            <ac:spMk id="3" creationId="{E4682568-1295-478A-92AE-7F84AF8BE51C}"/>
          </ac:spMkLst>
        </pc:spChg>
        <pc:spChg chg="mod">
          <ac:chgData name="鈴木 秀規" userId="f68c5fd9-22d5-4c0a-9833-7fb0f5135313" providerId="ADAL" clId="{AE171C9D-A8B3-4AB5-91C0-52B3AD443501}" dt="2021-01-28T09:02:54.761" v="357" actId="14100"/>
          <ac:spMkLst>
            <pc:docMk/>
            <pc:sldMk cId="2003241689" sldId="376"/>
            <ac:spMk id="5" creationId="{7874FB13-0033-4D65-9C4D-DABA47369DA4}"/>
          </ac:spMkLst>
        </pc:spChg>
        <pc:spChg chg="add mod">
          <ac:chgData name="鈴木 秀規" userId="f68c5fd9-22d5-4c0a-9833-7fb0f5135313" providerId="ADAL" clId="{AE171C9D-A8B3-4AB5-91C0-52B3AD443501}" dt="2021-01-28T09:03:36.246" v="364" actId="2711"/>
          <ac:spMkLst>
            <pc:docMk/>
            <pc:sldMk cId="2003241689" sldId="376"/>
            <ac:spMk id="6" creationId="{E0CEA451-5366-4ABF-AF2C-DD94507D7541}"/>
          </ac:spMkLst>
        </pc:spChg>
        <pc:spChg chg="add mod">
          <ac:chgData name="鈴木 秀規" userId="f68c5fd9-22d5-4c0a-9833-7fb0f5135313" providerId="ADAL" clId="{AE171C9D-A8B3-4AB5-91C0-52B3AD443501}" dt="2021-01-28T09:03:36.246" v="364" actId="2711"/>
          <ac:spMkLst>
            <pc:docMk/>
            <pc:sldMk cId="2003241689" sldId="376"/>
            <ac:spMk id="7" creationId="{069BADC0-893D-498B-8216-F9ED79BC3FC3}"/>
          </ac:spMkLst>
        </pc:spChg>
        <pc:spChg chg="add mod">
          <ac:chgData name="鈴木 秀規" userId="f68c5fd9-22d5-4c0a-9833-7fb0f5135313" providerId="ADAL" clId="{AE171C9D-A8B3-4AB5-91C0-52B3AD443501}" dt="2021-01-28T09:03:36.246" v="364" actId="2711"/>
          <ac:spMkLst>
            <pc:docMk/>
            <pc:sldMk cId="2003241689" sldId="376"/>
            <ac:spMk id="8" creationId="{9E501490-B036-4BD2-B832-C7CEBEA251A1}"/>
          </ac:spMkLst>
        </pc:spChg>
        <pc:spChg chg="add mod">
          <ac:chgData name="鈴木 秀規" userId="f68c5fd9-22d5-4c0a-9833-7fb0f5135313" providerId="ADAL" clId="{AE171C9D-A8B3-4AB5-91C0-52B3AD443501}" dt="2021-01-28T09:03:52.800" v="366" actId="14100"/>
          <ac:spMkLst>
            <pc:docMk/>
            <pc:sldMk cId="2003241689" sldId="376"/>
            <ac:spMk id="9" creationId="{ED7ADC8C-D7C8-497B-95F1-B64E7F57A2A6}"/>
          </ac:spMkLst>
        </pc:spChg>
        <pc:spChg chg="add mod">
          <ac:chgData name="鈴木 秀規" userId="f68c5fd9-22d5-4c0a-9833-7fb0f5135313" providerId="ADAL" clId="{AE171C9D-A8B3-4AB5-91C0-52B3AD443501}" dt="2021-01-28T09:03:57.978" v="367" actId="14100"/>
          <ac:spMkLst>
            <pc:docMk/>
            <pc:sldMk cId="2003241689" sldId="376"/>
            <ac:spMk id="10" creationId="{54DE6F70-0E7D-42E1-8A6A-C826956AF346}"/>
          </ac:spMkLst>
        </pc:spChg>
        <pc:spChg chg="add mod">
          <ac:chgData name="鈴木 秀規" userId="f68c5fd9-22d5-4c0a-9833-7fb0f5135313" providerId="ADAL" clId="{AE171C9D-A8B3-4AB5-91C0-52B3AD443501}" dt="2021-01-28T09:03:36.246" v="364" actId="2711"/>
          <ac:spMkLst>
            <pc:docMk/>
            <pc:sldMk cId="2003241689" sldId="376"/>
            <ac:spMk id="11" creationId="{DC8A545F-291D-4CEF-B1FE-B53DDD12205E}"/>
          </ac:spMkLst>
        </pc:spChg>
        <pc:spChg chg="add mod">
          <ac:chgData name="鈴木 秀規" userId="f68c5fd9-22d5-4c0a-9833-7fb0f5135313" providerId="ADAL" clId="{AE171C9D-A8B3-4AB5-91C0-52B3AD443501}" dt="2021-01-28T09:03:36.246" v="364" actId="2711"/>
          <ac:spMkLst>
            <pc:docMk/>
            <pc:sldMk cId="2003241689" sldId="376"/>
            <ac:spMk id="12" creationId="{D0EB1E79-CEB5-472C-A83F-14E2367031FE}"/>
          </ac:spMkLst>
        </pc:spChg>
        <pc:spChg chg="add mod">
          <ac:chgData name="鈴木 秀規" userId="f68c5fd9-22d5-4c0a-9833-7fb0f5135313" providerId="ADAL" clId="{AE171C9D-A8B3-4AB5-91C0-52B3AD443501}" dt="2021-01-28T09:03:36.246" v="364" actId="2711"/>
          <ac:spMkLst>
            <pc:docMk/>
            <pc:sldMk cId="2003241689" sldId="376"/>
            <ac:spMk id="13" creationId="{C5621F42-019C-4CA8-9B08-6D212CEDE0AF}"/>
          </ac:spMkLst>
        </pc:spChg>
        <pc:spChg chg="add mod">
          <ac:chgData name="鈴木 秀規" userId="f68c5fd9-22d5-4c0a-9833-7fb0f5135313" providerId="ADAL" clId="{AE171C9D-A8B3-4AB5-91C0-52B3AD443501}" dt="2021-01-28T09:03:36.246" v="364" actId="2711"/>
          <ac:spMkLst>
            <pc:docMk/>
            <pc:sldMk cId="2003241689" sldId="376"/>
            <ac:spMk id="14" creationId="{45233C8B-FAF5-48E3-A8A0-DB5ECA0DB093}"/>
          </ac:spMkLst>
        </pc:spChg>
        <pc:spChg chg="add mod">
          <ac:chgData name="鈴木 秀規" userId="f68c5fd9-22d5-4c0a-9833-7fb0f5135313" providerId="ADAL" clId="{AE171C9D-A8B3-4AB5-91C0-52B3AD443501}" dt="2021-01-28T09:03:46.484" v="365" actId="207"/>
          <ac:spMkLst>
            <pc:docMk/>
            <pc:sldMk cId="2003241689" sldId="376"/>
            <ac:spMk id="15" creationId="{06FBD471-513F-460C-855B-4E4FBEFEFEF2}"/>
          </ac:spMkLst>
        </pc:spChg>
        <pc:spChg chg="add mod">
          <ac:chgData name="鈴木 秀規" userId="f68c5fd9-22d5-4c0a-9833-7fb0f5135313" providerId="ADAL" clId="{AE171C9D-A8B3-4AB5-91C0-52B3AD443501}" dt="2021-01-28T09:03:46.484" v="365" actId="207"/>
          <ac:spMkLst>
            <pc:docMk/>
            <pc:sldMk cId="2003241689" sldId="376"/>
            <ac:spMk id="16" creationId="{5CCDC4DB-AAB7-4910-82F0-CE9C82E02D90}"/>
          </ac:spMkLst>
        </pc:spChg>
        <pc:spChg chg="add mod">
          <ac:chgData name="鈴木 秀規" userId="f68c5fd9-22d5-4c0a-9833-7fb0f5135313" providerId="ADAL" clId="{AE171C9D-A8B3-4AB5-91C0-52B3AD443501}" dt="2021-01-28T09:03:46.484" v="365" actId="207"/>
          <ac:spMkLst>
            <pc:docMk/>
            <pc:sldMk cId="2003241689" sldId="376"/>
            <ac:spMk id="17" creationId="{078697B7-F848-46FF-A6EA-57A825DDB638}"/>
          </ac:spMkLst>
        </pc:spChg>
        <pc:spChg chg="add mod">
          <ac:chgData name="鈴木 秀規" userId="f68c5fd9-22d5-4c0a-9833-7fb0f5135313" providerId="ADAL" clId="{AE171C9D-A8B3-4AB5-91C0-52B3AD443501}" dt="2021-01-28T09:03:36.246" v="364" actId="2711"/>
          <ac:spMkLst>
            <pc:docMk/>
            <pc:sldMk cId="2003241689" sldId="376"/>
            <ac:spMk id="18" creationId="{B6CF7752-F728-49E4-925A-9FA36F68C2CE}"/>
          </ac:spMkLst>
        </pc:spChg>
      </pc:sldChg>
      <pc:sldChg chg="addSp modSp new mod">
        <pc:chgData name="鈴木 秀規" userId="f68c5fd9-22d5-4c0a-9833-7fb0f5135313" providerId="ADAL" clId="{AE171C9D-A8B3-4AB5-91C0-52B3AD443501}" dt="2021-01-28T09:04:58.722" v="377" actId="2711"/>
        <pc:sldMkLst>
          <pc:docMk/>
          <pc:sldMk cId="156709775" sldId="377"/>
        </pc:sldMkLst>
        <pc:spChg chg="mod">
          <ac:chgData name="鈴木 秀規" userId="f68c5fd9-22d5-4c0a-9833-7fb0f5135313" providerId="ADAL" clId="{AE171C9D-A8B3-4AB5-91C0-52B3AD443501}" dt="2021-01-28T09:04:13.302" v="369"/>
          <ac:spMkLst>
            <pc:docMk/>
            <pc:sldMk cId="156709775" sldId="377"/>
            <ac:spMk id="3" creationId="{5401838A-E061-4A4D-BB55-65687E6E46C8}"/>
          </ac:spMkLst>
        </pc:spChg>
        <pc:spChg chg="mod">
          <ac:chgData name="鈴木 秀規" userId="f68c5fd9-22d5-4c0a-9833-7fb0f5135313" providerId="ADAL" clId="{AE171C9D-A8B3-4AB5-91C0-52B3AD443501}" dt="2021-01-28T09:04:27.592" v="372" actId="14100"/>
          <ac:spMkLst>
            <pc:docMk/>
            <pc:sldMk cId="156709775" sldId="377"/>
            <ac:spMk id="5" creationId="{66725D84-5746-4911-ADD1-DAB0568797E6}"/>
          </ac:spMkLst>
        </pc:spChg>
        <pc:spChg chg="add mod">
          <ac:chgData name="鈴木 秀規" userId="f68c5fd9-22d5-4c0a-9833-7fb0f5135313" providerId="ADAL" clId="{AE171C9D-A8B3-4AB5-91C0-52B3AD443501}" dt="2021-01-28T09:04:58.722" v="377" actId="2711"/>
          <ac:spMkLst>
            <pc:docMk/>
            <pc:sldMk cId="156709775" sldId="377"/>
            <ac:spMk id="10" creationId="{54054970-B28B-48D8-AF30-D9FEC354E0E9}"/>
          </ac:spMkLst>
        </pc:spChg>
        <pc:spChg chg="add mod">
          <ac:chgData name="鈴木 秀規" userId="f68c5fd9-22d5-4c0a-9833-7fb0f5135313" providerId="ADAL" clId="{AE171C9D-A8B3-4AB5-91C0-52B3AD443501}" dt="2021-01-28T09:04:58.722" v="377" actId="2711"/>
          <ac:spMkLst>
            <pc:docMk/>
            <pc:sldMk cId="156709775" sldId="377"/>
            <ac:spMk id="11" creationId="{6A6EEA7D-E2B1-4097-BDFC-3D35E0AF506C}"/>
          </ac:spMkLst>
        </pc:spChg>
        <pc:spChg chg="add mod">
          <ac:chgData name="鈴木 秀規" userId="f68c5fd9-22d5-4c0a-9833-7fb0f5135313" providerId="ADAL" clId="{AE171C9D-A8B3-4AB5-91C0-52B3AD443501}" dt="2021-01-28T09:04:58.722" v="377" actId="2711"/>
          <ac:spMkLst>
            <pc:docMk/>
            <pc:sldMk cId="156709775" sldId="377"/>
            <ac:spMk id="12" creationId="{76A2137A-DF78-47C6-9DFF-B0679D1E8418}"/>
          </ac:spMkLst>
        </pc:spChg>
        <pc:picChg chg="add mod">
          <ac:chgData name="鈴木 秀規" userId="f68c5fd9-22d5-4c0a-9833-7fb0f5135313" providerId="ADAL" clId="{AE171C9D-A8B3-4AB5-91C0-52B3AD443501}" dt="2021-01-28T09:04:38.940" v="374" actId="1076"/>
          <ac:picMkLst>
            <pc:docMk/>
            <pc:sldMk cId="156709775" sldId="377"/>
            <ac:picMk id="6" creationId="{F6FCFE43-A9F9-4BBA-9C74-D18910D615E9}"/>
          </ac:picMkLst>
        </pc:picChg>
        <pc:picChg chg="add mod">
          <ac:chgData name="鈴木 秀規" userId="f68c5fd9-22d5-4c0a-9833-7fb0f5135313" providerId="ADAL" clId="{AE171C9D-A8B3-4AB5-91C0-52B3AD443501}" dt="2021-01-28T09:04:38.940" v="374" actId="1076"/>
          <ac:picMkLst>
            <pc:docMk/>
            <pc:sldMk cId="156709775" sldId="377"/>
            <ac:picMk id="7" creationId="{02629BC7-352E-418B-990D-D34CA7AA0043}"/>
          </ac:picMkLst>
        </pc:picChg>
        <pc:picChg chg="add mod">
          <ac:chgData name="鈴木 秀規" userId="f68c5fd9-22d5-4c0a-9833-7fb0f5135313" providerId="ADAL" clId="{AE171C9D-A8B3-4AB5-91C0-52B3AD443501}" dt="2021-01-28T09:04:38.940" v="374" actId="1076"/>
          <ac:picMkLst>
            <pc:docMk/>
            <pc:sldMk cId="156709775" sldId="377"/>
            <ac:picMk id="8" creationId="{3BB846BF-99D7-4CD4-9777-265CFB6E5D30}"/>
          </ac:picMkLst>
        </pc:picChg>
        <pc:picChg chg="add mod">
          <ac:chgData name="鈴木 秀規" userId="f68c5fd9-22d5-4c0a-9833-7fb0f5135313" providerId="ADAL" clId="{AE171C9D-A8B3-4AB5-91C0-52B3AD443501}" dt="2021-01-28T09:04:44.274" v="375" actId="1076"/>
          <ac:picMkLst>
            <pc:docMk/>
            <pc:sldMk cId="156709775" sldId="377"/>
            <ac:picMk id="9" creationId="{2D5B8E67-14EA-4594-8CD3-8DBE5AE09A8E}"/>
          </ac:picMkLst>
        </pc:picChg>
        <pc:picChg chg="add mod">
          <ac:chgData name="鈴木 秀規" userId="f68c5fd9-22d5-4c0a-9833-7fb0f5135313" providerId="ADAL" clId="{AE171C9D-A8B3-4AB5-91C0-52B3AD443501}" dt="2021-01-28T09:04:44.274" v="375" actId="1076"/>
          <ac:picMkLst>
            <pc:docMk/>
            <pc:sldMk cId="156709775" sldId="377"/>
            <ac:picMk id="16" creationId="{A357833A-765C-45DE-9C17-AEB30756D492}"/>
          </ac:picMkLst>
        </pc:picChg>
        <pc:picChg chg="add mod">
          <ac:chgData name="鈴木 秀規" userId="f68c5fd9-22d5-4c0a-9833-7fb0f5135313" providerId="ADAL" clId="{AE171C9D-A8B3-4AB5-91C0-52B3AD443501}" dt="2021-01-28T09:04:44.274" v="375" actId="1076"/>
          <ac:picMkLst>
            <pc:docMk/>
            <pc:sldMk cId="156709775" sldId="377"/>
            <ac:picMk id="17" creationId="{72F9336A-E609-404F-97AC-64224C3EA06A}"/>
          </ac:picMkLst>
        </pc:picChg>
        <pc:cxnChg chg="add mod">
          <ac:chgData name="鈴木 秀規" userId="f68c5fd9-22d5-4c0a-9833-7fb0f5135313" providerId="ADAL" clId="{AE171C9D-A8B3-4AB5-91C0-52B3AD443501}" dt="2021-01-28T09:04:44.274" v="375" actId="1076"/>
          <ac:cxnSpMkLst>
            <pc:docMk/>
            <pc:sldMk cId="156709775" sldId="377"/>
            <ac:cxnSpMk id="13" creationId="{F587428A-4F1F-49AE-A885-2A5F2079DD79}"/>
          </ac:cxnSpMkLst>
        </pc:cxnChg>
        <pc:cxnChg chg="add mod">
          <ac:chgData name="鈴木 秀規" userId="f68c5fd9-22d5-4c0a-9833-7fb0f5135313" providerId="ADAL" clId="{AE171C9D-A8B3-4AB5-91C0-52B3AD443501}" dt="2021-01-28T09:04:44.274" v="375" actId="1076"/>
          <ac:cxnSpMkLst>
            <pc:docMk/>
            <pc:sldMk cId="156709775" sldId="377"/>
            <ac:cxnSpMk id="14" creationId="{120221B7-5B2C-4B4C-99B3-EC62053BAC57}"/>
          </ac:cxnSpMkLst>
        </pc:cxnChg>
        <pc:cxnChg chg="add mod">
          <ac:chgData name="鈴木 秀規" userId="f68c5fd9-22d5-4c0a-9833-7fb0f5135313" providerId="ADAL" clId="{AE171C9D-A8B3-4AB5-91C0-52B3AD443501}" dt="2021-01-28T09:04:44.274" v="375" actId="1076"/>
          <ac:cxnSpMkLst>
            <pc:docMk/>
            <pc:sldMk cId="156709775" sldId="377"/>
            <ac:cxnSpMk id="15" creationId="{0A02DFF5-109F-499C-BD8C-C3064660340F}"/>
          </ac:cxnSpMkLst>
        </pc:cxnChg>
      </pc:sldChg>
      <pc:sldChg chg="del">
        <pc:chgData name="鈴木 秀規" userId="f68c5fd9-22d5-4c0a-9833-7fb0f5135313" providerId="ADAL" clId="{AE171C9D-A8B3-4AB5-91C0-52B3AD443501}" dt="2021-01-28T08:23:42.589" v="26" actId="2696"/>
        <pc:sldMkLst>
          <pc:docMk/>
          <pc:sldMk cId="3493943848" sldId="377"/>
        </pc:sldMkLst>
      </pc:sldChg>
      <pc:sldChg chg="del">
        <pc:chgData name="鈴木 秀規" userId="f68c5fd9-22d5-4c0a-9833-7fb0f5135313" providerId="ADAL" clId="{AE171C9D-A8B3-4AB5-91C0-52B3AD443501}" dt="2021-01-28T08:23:42.589" v="26" actId="2696"/>
        <pc:sldMkLst>
          <pc:docMk/>
          <pc:sldMk cId="3488235805" sldId="378"/>
        </pc:sldMkLst>
      </pc:sldChg>
      <pc:sldChg chg="addSp delSp modSp new mod">
        <pc:chgData name="鈴木 秀規" userId="f68c5fd9-22d5-4c0a-9833-7fb0f5135313" providerId="ADAL" clId="{AE171C9D-A8B3-4AB5-91C0-52B3AD443501}" dt="2021-01-28T09:08:08.892" v="418" actId="207"/>
        <pc:sldMkLst>
          <pc:docMk/>
          <pc:sldMk cId="4226280389" sldId="378"/>
        </pc:sldMkLst>
        <pc:spChg chg="mod">
          <ac:chgData name="鈴木 秀規" userId="f68c5fd9-22d5-4c0a-9833-7fb0f5135313" providerId="ADAL" clId="{AE171C9D-A8B3-4AB5-91C0-52B3AD443501}" dt="2021-01-28T09:05:23.693" v="379"/>
          <ac:spMkLst>
            <pc:docMk/>
            <pc:sldMk cId="4226280389" sldId="378"/>
            <ac:spMk id="3" creationId="{3DB11A7F-4861-415A-8EF5-B13845B979BB}"/>
          </ac:spMkLst>
        </pc:spChg>
        <pc:spChg chg="mod">
          <ac:chgData name="鈴木 秀規" userId="f68c5fd9-22d5-4c0a-9833-7fb0f5135313" providerId="ADAL" clId="{AE171C9D-A8B3-4AB5-91C0-52B3AD443501}" dt="2021-01-28T09:05:43.589" v="384" actId="113"/>
          <ac:spMkLst>
            <pc:docMk/>
            <pc:sldMk cId="4226280389" sldId="378"/>
            <ac:spMk id="5" creationId="{F109021C-31B2-4C35-8FA5-D85760F72C35}"/>
          </ac:spMkLst>
        </pc:spChg>
        <pc:spChg chg="add mod">
          <ac:chgData name="鈴木 秀規" userId="f68c5fd9-22d5-4c0a-9833-7fb0f5135313" providerId="ADAL" clId="{AE171C9D-A8B3-4AB5-91C0-52B3AD443501}" dt="2021-01-28T09:06:21.557" v="391" actId="14100"/>
          <ac:spMkLst>
            <pc:docMk/>
            <pc:sldMk cId="4226280389" sldId="378"/>
            <ac:spMk id="6" creationId="{47748407-37AF-4E05-8377-82E023146AE6}"/>
          </ac:spMkLst>
        </pc:spChg>
        <pc:spChg chg="add del mod">
          <ac:chgData name="鈴木 秀規" userId="f68c5fd9-22d5-4c0a-9833-7fb0f5135313" providerId="ADAL" clId="{AE171C9D-A8B3-4AB5-91C0-52B3AD443501}" dt="2021-01-28T09:06:28.261" v="393" actId="478"/>
          <ac:spMkLst>
            <pc:docMk/>
            <pc:sldMk cId="4226280389" sldId="378"/>
            <ac:spMk id="7" creationId="{5D7C18B2-107D-41E4-8965-FAFD63F39698}"/>
          </ac:spMkLst>
        </pc:spChg>
        <pc:spChg chg="add mod">
          <ac:chgData name="鈴木 秀規" userId="f68c5fd9-22d5-4c0a-9833-7fb0f5135313" providerId="ADAL" clId="{AE171C9D-A8B3-4AB5-91C0-52B3AD443501}" dt="2021-01-28T09:06:56.283" v="399" actId="207"/>
          <ac:spMkLst>
            <pc:docMk/>
            <pc:sldMk cId="4226280389" sldId="378"/>
            <ac:spMk id="8" creationId="{41D4D3DB-7F7B-42B8-B16B-83BCBD35D8C2}"/>
          </ac:spMkLst>
        </pc:spChg>
        <pc:spChg chg="add mod">
          <ac:chgData name="鈴木 秀規" userId="f68c5fd9-22d5-4c0a-9833-7fb0f5135313" providerId="ADAL" clId="{AE171C9D-A8B3-4AB5-91C0-52B3AD443501}" dt="2021-01-28T09:07:21.737" v="407" actId="1076"/>
          <ac:spMkLst>
            <pc:docMk/>
            <pc:sldMk cId="4226280389" sldId="378"/>
            <ac:spMk id="9" creationId="{17C2C203-0B47-44BC-86E2-094C1DC9AD85}"/>
          </ac:spMkLst>
        </pc:spChg>
        <pc:spChg chg="add mod">
          <ac:chgData name="鈴木 秀規" userId="f68c5fd9-22d5-4c0a-9833-7fb0f5135313" providerId="ADAL" clId="{AE171C9D-A8B3-4AB5-91C0-52B3AD443501}" dt="2021-01-28T09:07:36.262" v="410" actId="14100"/>
          <ac:spMkLst>
            <pc:docMk/>
            <pc:sldMk cId="4226280389" sldId="378"/>
            <ac:spMk id="10" creationId="{202C18EF-6A13-457D-AF97-7C2533B5B32B}"/>
          </ac:spMkLst>
        </pc:spChg>
        <pc:spChg chg="add mod">
          <ac:chgData name="鈴木 秀規" userId="f68c5fd9-22d5-4c0a-9833-7fb0f5135313" providerId="ADAL" clId="{AE171C9D-A8B3-4AB5-91C0-52B3AD443501}" dt="2021-01-28T09:08:08.892" v="418" actId="207"/>
          <ac:spMkLst>
            <pc:docMk/>
            <pc:sldMk cId="4226280389" sldId="378"/>
            <ac:spMk id="14" creationId="{9648B3C7-6E71-4957-B3BE-854366D6D56C}"/>
          </ac:spMkLst>
        </pc:spChg>
        <pc:cxnChg chg="add mod">
          <ac:chgData name="鈴木 秀規" userId="f68c5fd9-22d5-4c0a-9833-7fb0f5135313" providerId="ADAL" clId="{AE171C9D-A8B3-4AB5-91C0-52B3AD443501}" dt="2021-01-28T09:08:05.175" v="417" actId="14100"/>
          <ac:cxnSpMkLst>
            <pc:docMk/>
            <pc:sldMk cId="4226280389" sldId="378"/>
            <ac:cxnSpMk id="11" creationId="{5E87E17D-A5F0-432E-8E96-89F2966E0183}"/>
          </ac:cxnSpMkLst>
        </pc:cxnChg>
      </pc:sldChg>
      <pc:sldChg chg="addSp modSp new mod">
        <pc:chgData name="鈴木 秀規" userId="f68c5fd9-22d5-4c0a-9833-7fb0f5135313" providerId="ADAL" clId="{AE171C9D-A8B3-4AB5-91C0-52B3AD443501}" dt="2021-01-28T09:09:47.470" v="432" actId="207"/>
        <pc:sldMkLst>
          <pc:docMk/>
          <pc:sldMk cId="687387428" sldId="379"/>
        </pc:sldMkLst>
        <pc:spChg chg="mod">
          <ac:chgData name="鈴木 秀規" userId="f68c5fd9-22d5-4c0a-9833-7fb0f5135313" providerId="ADAL" clId="{AE171C9D-A8B3-4AB5-91C0-52B3AD443501}" dt="2021-01-28T09:08:23.547" v="420"/>
          <ac:spMkLst>
            <pc:docMk/>
            <pc:sldMk cId="687387428" sldId="379"/>
            <ac:spMk id="3" creationId="{DDD6E265-8645-41BB-B3C3-86F83FC86AA0}"/>
          </ac:spMkLst>
        </pc:spChg>
        <pc:spChg chg="mod">
          <ac:chgData name="鈴木 秀規" userId="f68c5fd9-22d5-4c0a-9833-7fb0f5135313" providerId="ADAL" clId="{AE171C9D-A8B3-4AB5-91C0-52B3AD443501}" dt="2021-01-28T09:08:36.679" v="423" actId="14100"/>
          <ac:spMkLst>
            <pc:docMk/>
            <pc:sldMk cId="687387428" sldId="379"/>
            <ac:spMk id="5" creationId="{CFFB7B23-2078-4831-B2C9-3619DE2E350D}"/>
          </ac:spMkLst>
        </pc:spChg>
        <pc:spChg chg="add mod">
          <ac:chgData name="鈴木 秀規" userId="f68c5fd9-22d5-4c0a-9833-7fb0f5135313" providerId="ADAL" clId="{AE171C9D-A8B3-4AB5-91C0-52B3AD443501}" dt="2021-01-28T09:09:03.905" v="428" actId="14100"/>
          <ac:spMkLst>
            <pc:docMk/>
            <pc:sldMk cId="687387428" sldId="379"/>
            <ac:spMk id="6" creationId="{A5BB5D39-EC36-4B8B-A27D-52DBBD213A04}"/>
          </ac:spMkLst>
        </pc:spChg>
        <pc:spChg chg="add mod">
          <ac:chgData name="鈴木 秀規" userId="f68c5fd9-22d5-4c0a-9833-7fb0f5135313" providerId="ADAL" clId="{AE171C9D-A8B3-4AB5-91C0-52B3AD443501}" dt="2021-01-28T09:09:47.470" v="432" actId="207"/>
          <ac:spMkLst>
            <pc:docMk/>
            <pc:sldMk cId="687387428" sldId="379"/>
            <ac:spMk id="7" creationId="{991EBFC0-0FCA-4958-9FEA-A87AAA733828}"/>
          </ac:spMkLst>
        </pc:spChg>
      </pc:sldChg>
      <pc:sldChg chg="del">
        <pc:chgData name="鈴木 秀規" userId="f68c5fd9-22d5-4c0a-9833-7fb0f5135313" providerId="ADAL" clId="{AE171C9D-A8B3-4AB5-91C0-52B3AD443501}" dt="2021-01-28T08:23:42.589" v="26" actId="2696"/>
        <pc:sldMkLst>
          <pc:docMk/>
          <pc:sldMk cId="2796318075" sldId="379"/>
        </pc:sldMkLst>
      </pc:sldChg>
      <pc:sldChg chg="addSp modSp new mod">
        <pc:chgData name="鈴木 秀規" userId="f68c5fd9-22d5-4c0a-9833-7fb0f5135313" providerId="ADAL" clId="{AE171C9D-A8B3-4AB5-91C0-52B3AD443501}" dt="2021-01-28T09:12:08.581" v="470" actId="1076"/>
        <pc:sldMkLst>
          <pc:docMk/>
          <pc:sldMk cId="1295816778" sldId="380"/>
        </pc:sldMkLst>
        <pc:spChg chg="mod">
          <ac:chgData name="鈴木 秀規" userId="f68c5fd9-22d5-4c0a-9833-7fb0f5135313" providerId="ADAL" clId="{AE171C9D-A8B3-4AB5-91C0-52B3AD443501}" dt="2021-01-28T09:10:00.502" v="434"/>
          <ac:spMkLst>
            <pc:docMk/>
            <pc:sldMk cId="1295816778" sldId="380"/>
            <ac:spMk id="3" creationId="{9D9060F4-D23A-4002-9C27-7D636EF9922B}"/>
          </ac:spMkLst>
        </pc:spChg>
        <pc:spChg chg="mod">
          <ac:chgData name="鈴木 秀規" userId="f68c5fd9-22d5-4c0a-9833-7fb0f5135313" providerId="ADAL" clId="{AE171C9D-A8B3-4AB5-91C0-52B3AD443501}" dt="2021-01-28T09:10:24.070" v="445" actId="14100"/>
          <ac:spMkLst>
            <pc:docMk/>
            <pc:sldMk cId="1295816778" sldId="380"/>
            <ac:spMk id="5" creationId="{D12DA5E9-F3F5-4F7C-AB62-3360BA0BE6B8}"/>
          </ac:spMkLst>
        </pc:spChg>
        <pc:spChg chg="add mod">
          <ac:chgData name="鈴木 秀規" userId="f68c5fd9-22d5-4c0a-9833-7fb0f5135313" providerId="ADAL" clId="{AE171C9D-A8B3-4AB5-91C0-52B3AD443501}" dt="2021-01-28T09:10:55.099" v="451" actId="1076"/>
          <ac:spMkLst>
            <pc:docMk/>
            <pc:sldMk cId="1295816778" sldId="380"/>
            <ac:spMk id="6" creationId="{2FE73017-FDCB-40C6-854F-8FB441553F0B}"/>
          </ac:spMkLst>
        </pc:spChg>
        <pc:picChg chg="add mod">
          <ac:chgData name="鈴木 秀規" userId="f68c5fd9-22d5-4c0a-9833-7fb0f5135313" providerId="ADAL" clId="{AE171C9D-A8B3-4AB5-91C0-52B3AD443501}" dt="2021-01-28T09:12:08.581" v="470" actId="1076"/>
          <ac:picMkLst>
            <pc:docMk/>
            <pc:sldMk cId="1295816778" sldId="380"/>
            <ac:picMk id="7" creationId="{FB62679B-3CB4-4F1B-BD49-886651EEA2A4}"/>
          </ac:picMkLst>
        </pc:picChg>
      </pc:sldChg>
      <pc:sldChg chg="del">
        <pc:chgData name="鈴木 秀規" userId="f68c5fd9-22d5-4c0a-9833-7fb0f5135313" providerId="ADAL" clId="{AE171C9D-A8B3-4AB5-91C0-52B3AD443501}" dt="2021-01-28T08:23:42.589" v="26" actId="2696"/>
        <pc:sldMkLst>
          <pc:docMk/>
          <pc:sldMk cId="3487842613" sldId="380"/>
        </pc:sldMkLst>
      </pc:sldChg>
      <pc:sldChg chg="addSp modSp new mod">
        <pc:chgData name="鈴木 秀規" userId="f68c5fd9-22d5-4c0a-9833-7fb0f5135313" providerId="ADAL" clId="{AE171C9D-A8B3-4AB5-91C0-52B3AD443501}" dt="2021-01-28T09:12:45.129" v="477" actId="208"/>
        <pc:sldMkLst>
          <pc:docMk/>
          <pc:sldMk cId="1094552731" sldId="381"/>
        </pc:sldMkLst>
        <pc:spChg chg="mod">
          <ac:chgData name="鈴木 秀規" userId="f68c5fd9-22d5-4c0a-9833-7fb0f5135313" providerId="ADAL" clId="{AE171C9D-A8B3-4AB5-91C0-52B3AD443501}" dt="2021-01-28T09:11:17.507" v="457"/>
          <ac:spMkLst>
            <pc:docMk/>
            <pc:sldMk cId="1094552731" sldId="381"/>
            <ac:spMk id="3" creationId="{C6019B33-9938-44D3-8169-546A1659375A}"/>
          </ac:spMkLst>
        </pc:spChg>
        <pc:spChg chg="mod">
          <ac:chgData name="鈴木 秀規" userId="f68c5fd9-22d5-4c0a-9833-7fb0f5135313" providerId="ADAL" clId="{AE171C9D-A8B3-4AB5-91C0-52B3AD443501}" dt="2021-01-28T09:11:47.098" v="468" actId="14100"/>
          <ac:spMkLst>
            <pc:docMk/>
            <pc:sldMk cId="1094552731" sldId="381"/>
            <ac:spMk id="5" creationId="{2CC54A8B-99C7-4AB1-B5AD-00E148ACA1ED}"/>
          </ac:spMkLst>
        </pc:spChg>
        <pc:spChg chg="add mod">
          <ac:chgData name="鈴木 秀規" userId="f68c5fd9-22d5-4c0a-9833-7fb0f5135313" providerId="ADAL" clId="{AE171C9D-A8B3-4AB5-91C0-52B3AD443501}" dt="2021-01-28T09:12:03.621" v="469"/>
          <ac:spMkLst>
            <pc:docMk/>
            <pc:sldMk cId="1094552731" sldId="381"/>
            <ac:spMk id="6" creationId="{A30415AB-1285-4ABC-911C-B77ECA899127}"/>
          </ac:spMkLst>
        </pc:spChg>
        <pc:spChg chg="add mod">
          <ac:chgData name="鈴木 秀規" userId="f68c5fd9-22d5-4c0a-9833-7fb0f5135313" providerId="ADAL" clId="{AE171C9D-A8B3-4AB5-91C0-52B3AD443501}" dt="2021-01-28T09:12:23.351" v="473" actId="1076"/>
          <ac:spMkLst>
            <pc:docMk/>
            <pc:sldMk cId="1094552731" sldId="381"/>
            <ac:spMk id="8" creationId="{4EF15A16-1479-46B7-A531-AC7F379A8D09}"/>
          </ac:spMkLst>
        </pc:spChg>
        <pc:picChg chg="add mod">
          <ac:chgData name="鈴木 秀規" userId="f68c5fd9-22d5-4c0a-9833-7fb0f5135313" providerId="ADAL" clId="{AE171C9D-A8B3-4AB5-91C0-52B3AD443501}" dt="2021-01-28T09:12:11.036" v="471"/>
          <ac:picMkLst>
            <pc:docMk/>
            <pc:sldMk cId="1094552731" sldId="381"/>
            <ac:picMk id="7" creationId="{C36A14EA-A8AF-456E-94D3-533EFB48325F}"/>
          </ac:picMkLst>
        </pc:picChg>
        <pc:cxnChg chg="add mod">
          <ac:chgData name="鈴木 秀規" userId="f68c5fd9-22d5-4c0a-9833-7fb0f5135313" providerId="ADAL" clId="{AE171C9D-A8B3-4AB5-91C0-52B3AD443501}" dt="2021-01-28T09:12:45.129" v="477" actId="208"/>
          <ac:cxnSpMkLst>
            <pc:docMk/>
            <pc:sldMk cId="1094552731" sldId="381"/>
            <ac:cxnSpMk id="9" creationId="{5D963DF2-EDA9-42D9-9A2B-0D20586112D7}"/>
          </ac:cxnSpMkLst>
        </pc:cxnChg>
      </pc:sldChg>
      <pc:sldChg chg="del">
        <pc:chgData name="鈴木 秀規" userId="f68c5fd9-22d5-4c0a-9833-7fb0f5135313" providerId="ADAL" clId="{AE171C9D-A8B3-4AB5-91C0-52B3AD443501}" dt="2021-01-28T08:23:42.589" v="26" actId="2696"/>
        <pc:sldMkLst>
          <pc:docMk/>
          <pc:sldMk cId="1329678765" sldId="381"/>
        </pc:sldMkLst>
      </pc:sldChg>
      <pc:sldChg chg="del">
        <pc:chgData name="鈴木 秀規" userId="f68c5fd9-22d5-4c0a-9833-7fb0f5135313" providerId="ADAL" clId="{AE171C9D-A8B3-4AB5-91C0-52B3AD443501}" dt="2021-01-28T08:23:42.589" v="26" actId="2696"/>
        <pc:sldMkLst>
          <pc:docMk/>
          <pc:sldMk cId="1241536557" sldId="382"/>
        </pc:sldMkLst>
      </pc:sldChg>
      <pc:sldChg chg="addSp delSp modSp new mod">
        <pc:chgData name="鈴木 秀規" userId="f68c5fd9-22d5-4c0a-9833-7fb0f5135313" providerId="ADAL" clId="{AE171C9D-A8B3-4AB5-91C0-52B3AD443501}" dt="2021-01-28T09:14:11.366" v="501" actId="207"/>
        <pc:sldMkLst>
          <pc:docMk/>
          <pc:sldMk cId="3093851719" sldId="382"/>
        </pc:sldMkLst>
        <pc:spChg chg="mod">
          <ac:chgData name="鈴木 秀規" userId="f68c5fd9-22d5-4c0a-9833-7fb0f5135313" providerId="ADAL" clId="{AE171C9D-A8B3-4AB5-91C0-52B3AD443501}" dt="2021-01-28T09:13:01.717" v="479"/>
          <ac:spMkLst>
            <pc:docMk/>
            <pc:sldMk cId="3093851719" sldId="382"/>
            <ac:spMk id="3" creationId="{26542F04-7E49-4413-944A-94701047AC1D}"/>
          </ac:spMkLst>
        </pc:spChg>
        <pc:spChg chg="mod">
          <ac:chgData name="鈴木 秀規" userId="f68c5fd9-22d5-4c0a-9833-7fb0f5135313" providerId="ADAL" clId="{AE171C9D-A8B3-4AB5-91C0-52B3AD443501}" dt="2021-01-28T09:13:36.974" v="494" actId="207"/>
          <ac:spMkLst>
            <pc:docMk/>
            <pc:sldMk cId="3093851719" sldId="382"/>
            <ac:spMk id="5" creationId="{0908EEDD-676A-4B95-8E3D-23A91832AABE}"/>
          </ac:spMkLst>
        </pc:spChg>
        <pc:spChg chg="add del mod">
          <ac:chgData name="鈴木 秀規" userId="f68c5fd9-22d5-4c0a-9833-7fb0f5135313" providerId="ADAL" clId="{AE171C9D-A8B3-4AB5-91C0-52B3AD443501}" dt="2021-01-28T09:13:43.369" v="496"/>
          <ac:spMkLst>
            <pc:docMk/>
            <pc:sldMk cId="3093851719" sldId="382"/>
            <ac:spMk id="6" creationId="{06D85A39-A703-4BB4-9491-63D91E66F632}"/>
          </ac:spMkLst>
        </pc:spChg>
        <pc:spChg chg="add mod">
          <ac:chgData name="鈴木 秀規" userId="f68c5fd9-22d5-4c0a-9833-7fb0f5135313" providerId="ADAL" clId="{AE171C9D-A8B3-4AB5-91C0-52B3AD443501}" dt="2021-01-28T09:13:52.951" v="497"/>
          <ac:spMkLst>
            <pc:docMk/>
            <pc:sldMk cId="3093851719" sldId="382"/>
            <ac:spMk id="7" creationId="{CFF372B6-D1BD-4393-9D86-97422850ADD9}"/>
          </ac:spMkLst>
        </pc:spChg>
        <pc:spChg chg="add mod">
          <ac:chgData name="鈴木 秀規" userId="f68c5fd9-22d5-4c0a-9833-7fb0f5135313" providerId="ADAL" clId="{AE171C9D-A8B3-4AB5-91C0-52B3AD443501}" dt="2021-01-28T09:13:52.951" v="497"/>
          <ac:spMkLst>
            <pc:docMk/>
            <pc:sldMk cId="3093851719" sldId="382"/>
            <ac:spMk id="9" creationId="{E2074F30-F94F-4322-8528-49C0C53758CD}"/>
          </ac:spMkLst>
        </pc:spChg>
        <pc:spChg chg="add mod">
          <ac:chgData name="鈴木 秀規" userId="f68c5fd9-22d5-4c0a-9833-7fb0f5135313" providerId="ADAL" clId="{AE171C9D-A8B3-4AB5-91C0-52B3AD443501}" dt="2021-01-28T09:14:11.366" v="501" actId="207"/>
          <ac:spMkLst>
            <pc:docMk/>
            <pc:sldMk cId="3093851719" sldId="382"/>
            <ac:spMk id="11" creationId="{B194C144-DE0A-4F55-B5A6-92622E4A50E0}"/>
          </ac:spMkLst>
        </pc:spChg>
        <pc:picChg chg="add mod">
          <ac:chgData name="鈴木 秀規" userId="f68c5fd9-22d5-4c0a-9833-7fb0f5135313" providerId="ADAL" clId="{AE171C9D-A8B3-4AB5-91C0-52B3AD443501}" dt="2021-01-28T09:13:52.951" v="497"/>
          <ac:picMkLst>
            <pc:docMk/>
            <pc:sldMk cId="3093851719" sldId="382"/>
            <ac:picMk id="8" creationId="{67962541-D3A1-4BDB-BC88-F9AD3A19BEFC}"/>
          </ac:picMkLst>
        </pc:picChg>
        <pc:cxnChg chg="add mod">
          <ac:chgData name="鈴木 秀規" userId="f68c5fd9-22d5-4c0a-9833-7fb0f5135313" providerId="ADAL" clId="{AE171C9D-A8B3-4AB5-91C0-52B3AD443501}" dt="2021-01-28T09:13:52.951" v="497"/>
          <ac:cxnSpMkLst>
            <pc:docMk/>
            <pc:sldMk cId="3093851719" sldId="382"/>
            <ac:cxnSpMk id="10" creationId="{71292176-528F-4478-8BEF-F51568A0B80A}"/>
          </ac:cxnSpMkLst>
        </pc:cxnChg>
      </pc:sldChg>
      <pc:sldChg chg="modSp new mod">
        <pc:chgData name="鈴木 秀規" userId="f68c5fd9-22d5-4c0a-9833-7fb0f5135313" providerId="ADAL" clId="{AE171C9D-A8B3-4AB5-91C0-52B3AD443501}" dt="2021-01-28T09:15:17.959" v="509" actId="207"/>
        <pc:sldMkLst>
          <pc:docMk/>
          <pc:sldMk cId="248645521" sldId="383"/>
        </pc:sldMkLst>
        <pc:spChg chg="mod">
          <ac:chgData name="鈴木 秀規" userId="f68c5fd9-22d5-4c0a-9833-7fb0f5135313" providerId="ADAL" clId="{AE171C9D-A8B3-4AB5-91C0-52B3AD443501}" dt="2021-01-28T09:14:54.085" v="503"/>
          <ac:spMkLst>
            <pc:docMk/>
            <pc:sldMk cId="248645521" sldId="383"/>
            <ac:spMk id="3" creationId="{670B7E8D-23B9-4268-A58B-887164FF0E1D}"/>
          </ac:spMkLst>
        </pc:spChg>
        <pc:spChg chg="mod">
          <ac:chgData name="鈴木 秀規" userId="f68c5fd9-22d5-4c0a-9833-7fb0f5135313" providerId="ADAL" clId="{AE171C9D-A8B3-4AB5-91C0-52B3AD443501}" dt="2021-01-28T09:15:17.959" v="509" actId="207"/>
          <ac:spMkLst>
            <pc:docMk/>
            <pc:sldMk cId="248645521" sldId="383"/>
            <ac:spMk id="5" creationId="{18D844A5-7317-4367-ACA5-E591D0F8613A}"/>
          </ac:spMkLst>
        </pc:spChg>
      </pc:sldChg>
      <pc:sldChg chg="del">
        <pc:chgData name="鈴木 秀規" userId="f68c5fd9-22d5-4c0a-9833-7fb0f5135313" providerId="ADAL" clId="{AE171C9D-A8B3-4AB5-91C0-52B3AD443501}" dt="2021-01-28T08:23:42.589" v="26" actId="2696"/>
        <pc:sldMkLst>
          <pc:docMk/>
          <pc:sldMk cId="370086342" sldId="383"/>
        </pc:sldMkLst>
      </pc:sldChg>
      <pc:sldChg chg="modSp new mod">
        <pc:chgData name="鈴木 秀規" userId="f68c5fd9-22d5-4c0a-9833-7fb0f5135313" providerId="ADAL" clId="{AE171C9D-A8B3-4AB5-91C0-52B3AD443501}" dt="2021-01-28T09:16:44.910" v="513"/>
        <pc:sldMkLst>
          <pc:docMk/>
          <pc:sldMk cId="7551430" sldId="384"/>
        </pc:sldMkLst>
        <pc:spChg chg="mod">
          <ac:chgData name="鈴木 秀規" userId="f68c5fd9-22d5-4c0a-9833-7fb0f5135313" providerId="ADAL" clId="{AE171C9D-A8B3-4AB5-91C0-52B3AD443501}" dt="2021-01-28T09:16:32.144" v="511"/>
          <ac:spMkLst>
            <pc:docMk/>
            <pc:sldMk cId="7551430" sldId="384"/>
            <ac:spMk id="3" creationId="{F03498AB-4692-4037-8A47-948C7AADF903}"/>
          </ac:spMkLst>
        </pc:spChg>
        <pc:spChg chg="mod">
          <ac:chgData name="鈴木 秀規" userId="f68c5fd9-22d5-4c0a-9833-7fb0f5135313" providerId="ADAL" clId="{AE171C9D-A8B3-4AB5-91C0-52B3AD443501}" dt="2021-01-28T09:16:44.910" v="513"/>
          <ac:spMkLst>
            <pc:docMk/>
            <pc:sldMk cId="7551430" sldId="384"/>
            <ac:spMk id="5" creationId="{6A3899EF-4253-40DE-94E2-2C6A2507B6E7}"/>
          </ac:spMkLst>
        </pc:spChg>
      </pc:sldChg>
      <pc:sldChg chg="del">
        <pc:chgData name="鈴木 秀規" userId="f68c5fd9-22d5-4c0a-9833-7fb0f5135313" providerId="ADAL" clId="{AE171C9D-A8B3-4AB5-91C0-52B3AD443501}" dt="2021-01-28T08:23:42.589" v="26" actId="2696"/>
        <pc:sldMkLst>
          <pc:docMk/>
          <pc:sldMk cId="2606702251" sldId="384"/>
        </pc:sldMkLst>
      </pc:sldChg>
      <pc:sldChg chg="del">
        <pc:chgData name="鈴木 秀規" userId="f68c5fd9-22d5-4c0a-9833-7fb0f5135313" providerId="ADAL" clId="{AE171C9D-A8B3-4AB5-91C0-52B3AD443501}" dt="2021-01-28T08:23:42.589" v="26" actId="2696"/>
        <pc:sldMkLst>
          <pc:docMk/>
          <pc:sldMk cId="687702862" sldId="385"/>
        </pc:sldMkLst>
      </pc:sldChg>
      <pc:sldChg chg="del">
        <pc:chgData name="鈴木 秀規" userId="f68c5fd9-22d5-4c0a-9833-7fb0f5135313" providerId="ADAL" clId="{AE171C9D-A8B3-4AB5-91C0-52B3AD443501}" dt="2021-01-28T08:23:42.589" v="26" actId="2696"/>
        <pc:sldMkLst>
          <pc:docMk/>
          <pc:sldMk cId="1556991625" sldId="386"/>
        </pc:sldMkLst>
      </pc:sldChg>
      <pc:sldChg chg="del">
        <pc:chgData name="鈴木 秀規" userId="f68c5fd9-22d5-4c0a-9833-7fb0f5135313" providerId="ADAL" clId="{AE171C9D-A8B3-4AB5-91C0-52B3AD443501}" dt="2021-01-28T08:23:42.589" v="26" actId="2696"/>
        <pc:sldMkLst>
          <pc:docMk/>
          <pc:sldMk cId="3227213484" sldId="387"/>
        </pc:sldMkLst>
      </pc:sldChg>
      <pc:sldChg chg="del">
        <pc:chgData name="鈴木 秀規" userId="f68c5fd9-22d5-4c0a-9833-7fb0f5135313" providerId="ADAL" clId="{AE171C9D-A8B3-4AB5-91C0-52B3AD443501}" dt="2021-01-28T08:23:42.589" v="26" actId="2696"/>
        <pc:sldMkLst>
          <pc:docMk/>
          <pc:sldMk cId="2658651072" sldId="388"/>
        </pc:sldMkLst>
      </pc:sldChg>
      <pc:sldChg chg="del">
        <pc:chgData name="鈴木 秀規" userId="f68c5fd9-22d5-4c0a-9833-7fb0f5135313" providerId="ADAL" clId="{AE171C9D-A8B3-4AB5-91C0-52B3AD443501}" dt="2021-01-28T08:23:42.589" v="26" actId="2696"/>
        <pc:sldMkLst>
          <pc:docMk/>
          <pc:sldMk cId="91634463" sldId="389"/>
        </pc:sldMkLst>
      </pc:sldChg>
      <pc:sldChg chg="del">
        <pc:chgData name="鈴木 秀規" userId="f68c5fd9-22d5-4c0a-9833-7fb0f5135313" providerId="ADAL" clId="{AE171C9D-A8B3-4AB5-91C0-52B3AD443501}" dt="2021-01-28T08:23:42.589" v="26" actId="2696"/>
        <pc:sldMkLst>
          <pc:docMk/>
          <pc:sldMk cId="2320300325" sldId="390"/>
        </pc:sldMkLst>
      </pc:sldChg>
      <pc:sldChg chg="del">
        <pc:chgData name="鈴木 秀規" userId="f68c5fd9-22d5-4c0a-9833-7fb0f5135313" providerId="ADAL" clId="{AE171C9D-A8B3-4AB5-91C0-52B3AD443501}" dt="2021-01-28T08:23:42.589" v="26" actId="2696"/>
        <pc:sldMkLst>
          <pc:docMk/>
          <pc:sldMk cId="1037775335" sldId="391"/>
        </pc:sldMkLst>
      </pc:sldChg>
      <pc:sldChg chg="del">
        <pc:chgData name="鈴木 秀規" userId="f68c5fd9-22d5-4c0a-9833-7fb0f5135313" providerId="ADAL" clId="{AE171C9D-A8B3-4AB5-91C0-52B3AD443501}" dt="2021-01-28T08:23:42.589" v="26" actId="2696"/>
        <pc:sldMkLst>
          <pc:docMk/>
          <pc:sldMk cId="1989164865" sldId="392"/>
        </pc:sldMkLst>
      </pc:sldChg>
      <pc:sldChg chg="del">
        <pc:chgData name="鈴木 秀規" userId="f68c5fd9-22d5-4c0a-9833-7fb0f5135313" providerId="ADAL" clId="{AE171C9D-A8B3-4AB5-91C0-52B3AD443501}" dt="2021-01-28T08:23:42.589" v="26" actId="2696"/>
        <pc:sldMkLst>
          <pc:docMk/>
          <pc:sldMk cId="3817722397" sldId="393"/>
        </pc:sldMkLst>
      </pc:sldChg>
      <pc:sldChg chg="del">
        <pc:chgData name="鈴木 秀規" userId="f68c5fd9-22d5-4c0a-9833-7fb0f5135313" providerId="ADAL" clId="{AE171C9D-A8B3-4AB5-91C0-52B3AD443501}" dt="2021-01-28T08:23:42.589" v="26" actId="2696"/>
        <pc:sldMkLst>
          <pc:docMk/>
          <pc:sldMk cId="2635548106" sldId="394"/>
        </pc:sldMkLst>
      </pc:sldChg>
      <pc:sldChg chg="del">
        <pc:chgData name="鈴木 秀規" userId="f68c5fd9-22d5-4c0a-9833-7fb0f5135313" providerId="ADAL" clId="{AE171C9D-A8B3-4AB5-91C0-52B3AD443501}" dt="2021-01-28T08:23:42.589" v="26" actId="2696"/>
        <pc:sldMkLst>
          <pc:docMk/>
          <pc:sldMk cId="436757555" sldId="395"/>
        </pc:sldMkLst>
      </pc:sldChg>
      <pc:sldChg chg="del">
        <pc:chgData name="鈴木 秀規" userId="f68c5fd9-22d5-4c0a-9833-7fb0f5135313" providerId="ADAL" clId="{AE171C9D-A8B3-4AB5-91C0-52B3AD443501}" dt="2021-01-28T08:23:42.589" v="26" actId="2696"/>
        <pc:sldMkLst>
          <pc:docMk/>
          <pc:sldMk cId="3553494220" sldId="396"/>
        </pc:sldMkLst>
      </pc:sldChg>
    </pc:docChg>
  </pc:docChgLst>
  <pc:docChgLst>
    <pc:chgData name="鈴木 秀規" userId="f68c5fd9-22d5-4c0a-9833-7fb0f5135313" providerId="ADAL" clId="{BE39BC92-915D-4BE9-AEA4-43CFA5564052}"/>
    <pc:docChg chg="undo custSel addSld delSld modSld">
      <pc:chgData name="鈴木 秀規" userId="f68c5fd9-22d5-4c0a-9833-7fb0f5135313" providerId="ADAL" clId="{BE39BC92-915D-4BE9-AEA4-43CFA5564052}" dt="2021-01-28T04:49:57.117" v="1481" actId="2696"/>
      <pc:docMkLst>
        <pc:docMk/>
      </pc:docMkLst>
      <pc:sldChg chg="modSp mod">
        <pc:chgData name="鈴木 秀規" userId="f68c5fd9-22d5-4c0a-9833-7fb0f5135313" providerId="ADAL" clId="{BE39BC92-915D-4BE9-AEA4-43CFA5564052}" dt="2021-01-28T02:07:33.365" v="8" actId="20577"/>
        <pc:sldMkLst>
          <pc:docMk/>
          <pc:sldMk cId="0" sldId="256"/>
        </pc:sldMkLst>
        <pc:spChg chg="mod">
          <ac:chgData name="鈴木 秀規" userId="f68c5fd9-22d5-4c0a-9833-7fb0f5135313" providerId="ADAL" clId="{BE39BC92-915D-4BE9-AEA4-43CFA5564052}" dt="2021-01-28T02:07:33.365" v="8" actId="20577"/>
          <ac:spMkLst>
            <pc:docMk/>
            <pc:sldMk cId="0" sldId="256"/>
            <ac:spMk id="56" creationId="{00000000-0000-0000-0000-000000000000}"/>
          </ac:spMkLst>
        </pc:spChg>
      </pc:sldChg>
      <pc:sldChg chg="del">
        <pc:chgData name="鈴木 秀規" userId="f68c5fd9-22d5-4c0a-9833-7fb0f5135313" providerId="ADAL" clId="{BE39BC92-915D-4BE9-AEA4-43CFA5564052}" dt="2021-01-28T02:09:51.679" v="33" actId="2696"/>
        <pc:sldMkLst>
          <pc:docMk/>
          <pc:sldMk cId="1859091905" sldId="362"/>
        </pc:sldMkLst>
      </pc:sldChg>
      <pc:sldChg chg="del">
        <pc:chgData name="鈴木 秀規" userId="f68c5fd9-22d5-4c0a-9833-7fb0f5135313" providerId="ADAL" clId="{BE39BC92-915D-4BE9-AEA4-43CFA5564052}" dt="2021-01-28T02:07:53.316" v="9" actId="2696"/>
        <pc:sldMkLst>
          <pc:docMk/>
          <pc:sldMk cId="2294830573" sldId="363"/>
        </pc:sldMkLst>
      </pc:sldChg>
      <pc:sldChg chg="addSp delSp modSp new mod modClrScheme chgLayout">
        <pc:chgData name="鈴木 秀規" userId="f68c5fd9-22d5-4c0a-9833-7fb0f5135313" providerId="ADAL" clId="{BE39BC92-915D-4BE9-AEA4-43CFA5564052}" dt="2021-01-28T02:09:40.539" v="32" actId="207"/>
        <pc:sldMkLst>
          <pc:docMk/>
          <pc:sldMk cId="2397736379" sldId="363"/>
        </pc:sldMkLst>
        <pc:spChg chg="del mod ord">
          <ac:chgData name="鈴木 秀規" userId="f68c5fd9-22d5-4c0a-9833-7fb0f5135313" providerId="ADAL" clId="{BE39BC92-915D-4BE9-AEA4-43CFA5564052}" dt="2021-01-28T02:08:17.136" v="11" actId="700"/>
          <ac:spMkLst>
            <pc:docMk/>
            <pc:sldMk cId="2397736379" sldId="363"/>
            <ac:spMk id="2" creationId="{ECF94125-F70F-4DFD-9A24-1605B41C084D}"/>
          </ac:spMkLst>
        </pc:spChg>
        <pc:spChg chg="del mod ord">
          <ac:chgData name="鈴木 秀規" userId="f68c5fd9-22d5-4c0a-9833-7fb0f5135313" providerId="ADAL" clId="{BE39BC92-915D-4BE9-AEA4-43CFA5564052}" dt="2021-01-28T02:08:17.136" v="11" actId="700"/>
          <ac:spMkLst>
            <pc:docMk/>
            <pc:sldMk cId="2397736379" sldId="363"/>
            <ac:spMk id="3" creationId="{D95523EC-6C8F-490C-93CB-26DFD358471E}"/>
          </ac:spMkLst>
        </pc:spChg>
        <pc:spChg chg="mod ord">
          <ac:chgData name="鈴木 秀規" userId="f68c5fd9-22d5-4c0a-9833-7fb0f5135313" providerId="ADAL" clId="{BE39BC92-915D-4BE9-AEA4-43CFA5564052}" dt="2021-01-28T02:08:17.136" v="11" actId="700"/>
          <ac:spMkLst>
            <pc:docMk/>
            <pc:sldMk cId="2397736379" sldId="363"/>
            <ac:spMk id="4" creationId="{DE764CD8-0B12-484E-890C-8A5A26296D13}"/>
          </ac:spMkLst>
        </pc:spChg>
        <pc:spChg chg="mod ord">
          <ac:chgData name="鈴木 秀規" userId="f68c5fd9-22d5-4c0a-9833-7fb0f5135313" providerId="ADAL" clId="{BE39BC92-915D-4BE9-AEA4-43CFA5564052}" dt="2021-01-28T02:08:17.136" v="11" actId="700"/>
          <ac:spMkLst>
            <pc:docMk/>
            <pc:sldMk cId="2397736379" sldId="363"/>
            <ac:spMk id="5" creationId="{433B62C4-B6B9-4622-B802-69C25D6F2A49}"/>
          </ac:spMkLst>
        </pc:spChg>
        <pc:spChg chg="del">
          <ac:chgData name="鈴木 秀規" userId="f68c5fd9-22d5-4c0a-9833-7fb0f5135313" providerId="ADAL" clId="{BE39BC92-915D-4BE9-AEA4-43CFA5564052}" dt="2021-01-28T02:08:17.136" v="11" actId="700"/>
          <ac:spMkLst>
            <pc:docMk/>
            <pc:sldMk cId="2397736379" sldId="363"/>
            <ac:spMk id="6" creationId="{AB0A71B5-7DD3-4736-905A-46EED9A1D167}"/>
          </ac:spMkLst>
        </pc:spChg>
        <pc:spChg chg="add mod ord">
          <ac:chgData name="鈴木 秀規" userId="f68c5fd9-22d5-4c0a-9833-7fb0f5135313" providerId="ADAL" clId="{BE39BC92-915D-4BE9-AEA4-43CFA5564052}" dt="2021-01-28T02:08:25.553" v="12"/>
          <ac:spMkLst>
            <pc:docMk/>
            <pc:sldMk cId="2397736379" sldId="363"/>
            <ac:spMk id="7" creationId="{9630AD22-E64D-4A96-B059-2AF9F6580C25}"/>
          </ac:spMkLst>
        </pc:spChg>
        <pc:spChg chg="add mod ord">
          <ac:chgData name="鈴木 秀規" userId="f68c5fd9-22d5-4c0a-9833-7fb0f5135313" providerId="ADAL" clId="{BE39BC92-915D-4BE9-AEA4-43CFA5564052}" dt="2021-01-28T02:09:40.539" v="32" actId="207"/>
          <ac:spMkLst>
            <pc:docMk/>
            <pc:sldMk cId="2397736379" sldId="363"/>
            <ac:spMk id="8" creationId="{787CF02A-01AB-4517-BA3E-25572FA82648}"/>
          </ac:spMkLst>
        </pc:spChg>
      </pc:sldChg>
      <pc:sldChg chg="addSp modSp new mod">
        <pc:chgData name="鈴木 秀規" userId="f68c5fd9-22d5-4c0a-9833-7fb0f5135313" providerId="ADAL" clId="{BE39BC92-915D-4BE9-AEA4-43CFA5564052}" dt="2021-01-28T02:12:44.068" v="68" actId="207"/>
        <pc:sldMkLst>
          <pc:docMk/>
          <pc:sldMk cId="655144691" sldId="364"/>
        </pc:sldMkLst>
        <pc:spChg chg="mod">
          <ac:chgData name="鈴木 秀規" userId="f68c5fd9-22d5-4c0a-9833-7fb0f5135313" providerId="ADAL" clId="{BE39BC92-915D-4BE9-AEA4-43CFA5564052}" dt="2021-01-28T02:10:01.652" v="35"/>
          <ac:spMkLst>
            <pc:docMk/>
            <pc:sldMk cId="655144691" sldId="364"/>
            <ac:spMk id="3" creationId="{54E60DEB-3CF0-4D89-AB0B-045AFE2F15B2}"/>
          </ac:spMkLst>
        </pc:spChg>
        <pc:spChg chg="mod">
          <ac:chgData name="鈴木 秀規" userId="f68c5fd9-22d5-4c0a-9833-7fb0f5135313" providerId="ADAL" clId="{BE39BC92-915D-4BE9-AEA4-43CFA5564052}" dt="2021-01-28T02:11:56.237" v="60" actId="14100"/>
          <ac:spMkLst>
            <pc:docMk/>
            <pc:sldMk cId="655144691" sldId="364"/>
            <ac:spMk id="5" creationId="{D4511741-E9E3-4257-8CFE-534B1CA03E7B}"/>
          </ac:spMkLst>
        </pc:spChg>
        <pc:spChg chg="mod">
          <ac:chgData name="鈴木 秀規" userId="f68c5fd9-22d5-4c0a-9833-7fb0f5135313" providerId="ADAL" clId="{BE39BC92-915D-4BE9-AEA4-43CFA5564052}" dt="2021-01-28T02:10:35.039" v="42" actId="2711"/>
          <ac:spMkLst>
            <pc:docMk/>
            <pc:sldMk cId="655144691" sldId="364"/>
            <ac:spMk id="7" creationId="{6DCB21D9-A62A-455C-BDC9-4D9B5095E8ED}"/>
          </ac:spMkLst>
        </pc:spChg>
        <pc:spChg chg="mod">
          <ac:chgData name="鈴木 秀規" userId="f68c5fd9-22d5-4c0a-9833-7fb0f5135313" providerId="ADAL" clId="{BE39BC92-915D-4BE9-AEA4-43CFA5564052}" dt="2021-01-28T02:10:35.039" v="42" actId="2711"/>
          <ac:spMkLst>
            <pc:docMk/>
            <pc:sldMk cId="655144691" sldId="364"/>
            <ac:spMk id="8" creationId="{23C05CFD-5519-42FD-9E09-8924C155AA3B}"/>
          </ac:spMkLst>
        </pc:spChg>
        <pc:spChg chg="mod">
          <ac:chgData name="鈴木 秀規" userId="f68c5fd9-22d5-4c0a-9833-7fb0f5135313" providerId="ADAL" clId="{BE39BC92-915D-4BE9-AEA4-43CFA5564052}" dt="2021-01-28T02:10:35.039" v="42" actId="2711"/>
          <ac:spMkLst>
            <pc:docMk/>
            <pc:sldMk cId="655144691" sldId="364"/>
            <ac:spMk id="9" creationId="{AF9DA8F2-FC02-49C9-9EED-291488A6FDAC}"/>
          </ac:spMkLst>
        </pc:spChg>
        <pc:spChg chg="mod">
          <ac:chgData name="鈴木 秀規" userId="f68c5fd9-22d5-4c0a-9833-7fb0f5135313" providerId="ADAL" clId="{BE39BC92-915D-4BE9-AEA4-43CFA5564052}" dt="2021-01-28T02:10:35.039" v="42" actId="2711"/>
          <ac:spMkLst>
            <pc:docMk/>
            <pc:sldMk cId="655144691" sldId="364"/>
            <ac:spMk id="10" creationId="{F162C742-F2D1-4E3F-B9B5-1B59E1BAF548}"/>
          </ac:spMkLst>
        </pc:spChg>
        <pc:spChg chg="mod">
          <ac:chgData name="鈴木 秀規" userId="f68c5fd9-22d5-4c0a-9833-7fb0f5135313" providerId="ADAL" clId="{BE39BC92-915D-4BE9-AEA4-43CFA5564052}" dt="2021-01-28T02:10:35.039" v="42" actId="2711"/>
          <ac:spMkLst>
            <pc:docMk/>
            <pc:sldMk cId="655144691" sldId="364"/>
            <ac:spMk id="11" creationId="{7F343D24-C241-43FF-85F4-AFF6B6B72916}"/>
          </ac:spMkLst>
        </pc:spChg>
        <pc:spChg chg="mod">
          <ac:chgData name="鈴木 秀規" userId="f68c5fd9-22d5-4c0a-9833-7fb0f5135313" providerId="ADAL" clId="{BE39BC92-915D-4BE9-AEA4-43CFA5564052}" dt="2021-01-28T02:10:35.039" v="42" actId="2711"/>
          <ac:spMkLst>
            <pc:docMk/>
            <pc:sldMk cId="655144691" sldId="364"/>
            <ac:spMk id="12" creationId="{56B27176-02CE-41EA-8E3D-CB068F79DFE4}"/>
          </ac:spMkLst>
        </pc:spChg>
        <pc:spChg chg="mod">
          <ac:chgData name="鈴木 秀規" userId="f68c5fd9-22d5-4c0a-9833-7fb0f5135313" providerId="ADAL" clId="{BE39BC92-915D-4BE9-AEA4-43CFA5564052}" dt="2021-01-28T02:10:35.039" v="42" actId="2711"/>
          <ac:spMkLst>
            <pc:docMk/>
            <pc:sldMk cId="655144691" sldId="364"/>
            <ac:spMk id="13" creationId="{BE7959ED-1898-4CA0-98A9-01976F9401FE}"/>
          </ac:spMkLst>
        </pc:spChg>
        <pc:spChg chg="add mod">
          <ac:chgData name="鈴木 秀規" userId="f68c5fd9-22d5-4c0a-9833-7fb0f5135313" providerId="ADAL" clId="{BE39BC92-915D-4BE9-AEA4-43CFA5564052}" dt="2021-01-28T02:11:49.243" v="58" actId="164"/>
          <ac:spMkLst>
            <pc:docMk/>
            <pc:sldMk cId="655144691" sldId="364"/>
            <ac:spMk id="14" creationId="{115BB9DC-9006-42FC-89B8-95AD8402514F}"/>
          </ac:spMkLst>
        </pc:spChg>
        <pc:spChg chg="add mod">
          <ac:chgData name="鈴木 秀規" userId="f68c5fd9-22d5-4c0a-9833-7fb0f5135313" providerId="ADAL" clId="{BE39BC92-915D-4BE9-AEA4-43CFA5564052}" dt="2021-01-28T02:11:49.243" v="58" actId="164"/>
          <ac:spMkLst>
            <pc:docMk/>
            <pc:sldMk cId="655144691" sldId="364"/>
            <ac:spMk id="15" creationId="{F5252EAB-166B-4928-B8DF-79EE13DE20C2}"/>
          </ac:spMkLst>
        </pc:spChg>
        <pc:spChg chg="add mod">
          <ac:chgData name="鈴木 秀規" userId="f68c5fd9-22d5-4c0a-9833-7fb0f5135313" providerId="ADAL" clId="{BE39BC92-915D-4BE9-AEA4-43CFA5564052}" dt="2021-01-28T02:11:49.243" v="58" actId="164"/>
          <ac:spMkLst>
            <pc:docMk/>
            <pc:sldMk cId="655144691" sldId="364"/>
            <ac:spMk id="16" creationId="{1EBB0533-3B6B-4153-99FF-60DA3A5C87FE}"/>
          </ac:spMkLst>
        </pc:spChg>
        <pc:spChg chg="add mod">
          <ac:chgData name="鈴木 秀規" userId="f68c5fd9-22d5-4c0a-9833-7fb0f5135313" providerId="ADAL" clId="{BE39BC92-915D-4BE9-AEA4-43CFA5564052}" dt="2021-01-28T02:11:49.243" v="58" actId="164"/>
          <ac:spMkLst>
            <pc:docMk/>
            <pc:sldMk cId="655144691" sldId="364"/>
            <ac:spMk id="17" creationId="{E2E073F8-32E6-4D79-8C97-BAB3A6BFE6F8}"/>
          </ac:spMkLst>
        </pc:spChg>
        <pc:spChg chg="add mod">
          <ac:chgData name="鈴木 秀規" userId="f68c5fd9-22d5-4c0a-9833-7fb0f5135313" providerId="ADAL" clId="{BE39BC92-915D-4BE9-AEA4-43CFA5564052}" dt="2021-01-28T02:11:49.243" v="58" actId="164"/>
          <ac:spMkLst>
            <pc:docMk/>
            <pc:sldMk cId="655144691" sldId="364"/>
            <ac:spMk id="18" creationId="{3015448E-7458-44DA-8693-648E12BF0C31}"/>
          </ac:spMkLst>
        </pc:spChg>
        <pc:spChg chg="add mod">
          <ac:chgData name="鈴木 秀規" userId="f68c5fd9-22d5-4c0a-9833-7fb0f5135313" providerId="ADAL" clId="{BE39BC92-915D-4BE9-AEA4-43CFA5564052}" dt="2021-01-28T02:11:49.243" v="58" actId="164"/>
          <ac:spMkLst>
            <pc:docMk/>
            <pc:sldMk cId="655144691" sldId="364"/>
            <ac:spMk id="19" creationId="{3005D83C-B7EC-4DA8-8ECE-3DE2BE5A30E3}"/>
          </ac:spMkLst>
        </pc:spChg>
        <pc:spChg chg="add mod ord">
          <ac:chgData name="鈴木 秀規" userId="f68c5fd9-22d5-4c0a-9833-7fb0f5135313" providerId="ADAL" clId="{BE39BC92-915D-4BE9-AEA4-43CFA5564052}" dt="2021-01-28T02:11:49.243" v="58" actId="164"/>
          <ac:spMkLst>
            <pc:docMk/>
            <pc:sldMk cId="655144691" sldId="364"/>
            <ac:spMk id="20" creationId="{794B0652-4AF5-4519-B01F-F5AE0D5AB1CA}"/>
          </ac:spMkLst>
        </pc:spChg>
        <pc:spChg chg="add mod">
          <ac:chgData name="鈴木 秀規" userId="f68c5fd9-22d5-4c0a-9833-7fb0f5135313" providerId="ADAL" clId="{BE39BC92-915D-4BE9-AEA4-43CFA5564052}" dt="2021-01-28T02:12:44.068" v="68" actId="207"/>
          <ac:spMkLst>
            <pc:docMk/>
            <pc:sldMk cId="655144691" sldId="364"/>
            <ac:spMk id="22" creationId="{6269760F-A874-4513-8213-97598B0F505A}"/>
          </ac:spMkLst>
        </pc:spChg>
        <pc:grpChg chg="add mod">
          <ac:chgData name="鈴木 秀規" userId="f68c5fd9-22d5-4c0a-9833-7fb0f5135313" providerId="ADAL" clId="{BE39BC92-915D-4BE9-AEA4-43CFA5564052}" dt="2021-01-28T02:11:49.243" v="58" actId="164"/>
          <ac:grpSpMkLst>
            <pc:docMk/>
            <pc:sldMk cId="655144691" sldId="364"/>
            <ac:grpSpMk id="6" creationId="{1024C8AB-1378-4703-8FB6-E8F322F41B16}"/>
          </ac:grpSpMkLst>
        </pc:grpChg>
        <pc:grpChg chg="add mod">
          <ac:chgData name="鈴木 秀規" userId="f68c5fd9-22d5-4c0a-9833-7fb0f5135313" providerId="ADAL" clId="{BE39BC92-915D-4BE9-AEA4-43CFA5564052}" dt="2021-01-28T02:11:52.630" v="59" actId="1076"/>
          <ac:grpSpMkLst>
            <pc:docMk/>
            <pc:sldMk cId="655144691" sldId="364"/>
            <ac:grpSpMk id="21" creationId="{7A7ACBB5-4C1B-46A7-927D-81EB144B3E37}"/>
          </ac:grpSpMkLst>
        </pc:grpChg>
      </pc:sldChg>
      <pc:sldChg chg="del">
        <pc:chgData name="鈴木 秀規" userId="f68c5fd9-22d5-4c0a-9833-7fb0f5135313" providerId="ADAL" clId="{BE39BC92-915D-4BE9-AEA4-43CFA5564052}" dt="2021-01-28T02:07:53.316" v="9" actId="2696"/>
        <pc:sldMkLst>
          <pc:docMk/>
          <pc:sldMk cId="1110472243" sldId="364"/>
        </pc:sldMkLst>
      </pc:sldChg>
      <pc:sldChg chg="del">
        <pc:chgData name="鈴木 秀規" userId="f68c5fd9-22d5-4c0a-9833-7fb0f5135313" providerId="ADAL" clId="{BE39BC92-915D-4BE9-AEA4-43CFA5564052}" dt="2021-01-28T02:07:53.316" v="9" actId="2696"/>
        <pc:sldMkLst>
          <pc:docMk/>
          <pc:sldMk cId="2023125260" sldId="365"/>
        </pc:sldMkLst>
      </pc:sldChg>
      <pc:sldChg chg="addSp modSp new mod">
        <pc:chgData name="鈴木 秀規" userId="f68c5fd9-22d5-4c0a-9833-7fb0f5135313" providerId="ADAL" clId="{BE39BC92-915D-4BE9-AEA4-43CFA5564052}" dt="2021-01-28T02:18:54.305" v="324" actId="12385"/>
        <pc:sldMkLst>
          <pc:docMk/>
          <pc:sldMk cId="3025764782" sldId="365"/>
        </pc:sldMkLst>
        <pc:spChg chg="mod">
          <ac:chgData name="鈴木 秀規" userId="f68c5fd9-22d5-4c0a-9833-7fb0f5135313" providerId="ADAL" clId="{BE39BC92-915D-4BE9-AEA4-43CFA5564052}" dt="2021-01-28T02:13:06.887" v="70"/>
          <ac:spMkLst>
            <pc:docMk/>
            <pc:sldMk cId="3025764782" sldId="365"/>
            <ac:spMk id="3" creationId="{6B20F84A-74E9-4AE6-9643-9ED31F4B5BFB}"/>
          </ac:spMkLst>
        </pc:spChg>
        <pc:spChg chg="mod">
          <ac:chgData name="鈴木 秀規" userId="f68c5fd9-22d5-4c0a-9833-7fb0f5135313" providerId="ADAL" clId="{BE39BC92-915D-4BE9-AEA4-43CFA5564052}" dt="2021-01-28T02:14:02.162" v="83" actId="14100"/>
          <ac:spMkLst>
            <pc:docMk/>
            <pc:sldMk cId="3025764782" sldId="365"/>
            <ac:spMk id="5" creationId="{62359AF8-7954-46A8-94DD-32F6059CB2B7}"/>
          </ac:spMkLst>
        </pc:spChg>
        <pc:spChg chg="add mod">
          <ac:chgData name="鈴木 秀規" userId="f68c5fd9-22d5-4c0a-9833-7fb0f5135313" providerId="ADAL" clId="{BE39BC92-915D-4BE9-AEA4-43CFA5564052}" dt="2021-01-28T02:18:20.274" v="323" actId="207"/>
          <ac:spMkLst>
            <pc:docMk/>
            <pc:sldMk cId="3025764782" sldId="365"/>
            <ac:spMk id="7" creationId="{4BB5458C-2295-4333-908D-3684DE458D08}"/>
          </ac:spMkLst>
        </pc:spChg>
        <pc:spChg chg="add mod">
          <ac:chgData name="鈴木 秀規" userId="f68c5fd9-22d5-4c0a-9833-7fb0f5135313" providerId="ADAL" clId="{BE39BC92-915D-4BE9-AEA4-43CFA5564052}" dt="2021-01-28T02:18:20.274" v="323" actId="207"/>
          <ac:spMkLst>
            <pc:docMk/>
            <pc:sldMk cId="3025764782" sldId="365"/>
            <ac:spMk id="8" creationId="{6B2668E2-1D6A-42ED-904A-CC96DFD8A4FA}"/>
          </ac:spMkLst>
        </pc:spChg>
        <pc:spChg chg="add mod">
          <ac:chgData name="鈴木 秀規" userId="f68c5fd9-22d5-4c0a-9833-7fb0f5135313" providerId="ADAL" clId="{BE39BC92-915D-4BE9-AEA4-43CFA5564052}" dt="2021-01-28T02:18:20.274" v="323" actId="207"/>
          <ac:spMkLst>
            <pc:docMk/>
            <pc:sldMk cId="3025764782" sldId="365"/>
            <ac:spMk id="9" creationId="{5A2F7215-6636-4AE3-AE50-5A3767DA50CC}"/>
          </ac:spMkLst>
        </pc:spChg>
        <pc:spChg chg="add mod">
          <ac:chgData name="鈴木 秀規" userId="f68c5fd9-22d5-4c0a-9833-7fb0f5135313" providerId="ADAL" clId="{BE39BC92-915D-4BE9-AEA4-43CFA5564052}" dt="2021-01-28T02:18:20.274" v="323" actId="207"/>
          <ac:spMkLst>
            <pc:docMk/>
            <pc:sldMk cId="3025764782" sldId="365"/>
            <ac:spMk id="10" creationId="{B9A49085-154E-4FAB-9546-485C6C12A9DC}"/>
          </ac:spMkLst>
        </pc:spChg>
        <pc:graphicFrameChg chg="add mod modGraphic">
          <ac:chgData name="鈴木 秀規" userId="f68c5fd9-22d5-4c0a-9833-7fb0f5135313" providerId="ADAL" clId="{BE39BC92-915D-4BE9-AEA4-43CFA5564052}" dt="2021-01-28T02:18:54.305" v="324" actId="12385"/>
          <ac:graphicFrameMkLst>
            <pc:docMk/>
            <pc:sldMk cId="3025764782" sldId="365"/>
            <ac:graphicFrameMk id="6" creationId="{44380A86-AA42-4DB7-A671-620E8EF972B8}"/>
          </ac:graphicFrameMkLst>
        </pc:graphicFrameChg>
      </pc:sldChg>
      <pc:sldChg chg="del">
        <pc:chgData name="鈴木 秀規" userId="f68c5fd9-22d5-4c0a-9833-7fb0f5135313" providerId="ADAL" clId="{BE39BC92-915D-4BE9-AEA4-43CFA5564052}" dt="2021-01-28T02:07:53.316" v="9" actId="2696"/>
        <pc:sldMkLst>
          <pc:docMk/>
          <pc:sldMk cId="597858556" sldId="366"/>
        </pc:sldMkLst>
      </pc:sldChg>
      <pc:sldChg chg="addSp modSp new mod">
        <pc:chgData name="鈴木 秀規" userId="f68c5fd9-22d5-4c0a-9833-7fb0f5135313" providerId="ADAL" clId="{BE39BC92-915D-4BE9-AEA4-43CFA5564052}" dt="2021-01-28T02:21:18.459" v="349" actId="2711"/>
        <pc:sldMkLst>
          <pc:docMk/>
          <pc:sldMk cId="4018965676" sldId="366"/>
        </pc:sldMkLst>
        <pc:spChg chg="mod">
          <ac:chgData name="鈴木 秀規" userId="f68c5fd9-22d5-4c0a-9833-7fb0f5135313" providerId="ADAL" clId="{BE39BC92-915D-4BE9-AEA4-43CFA5564052}" dt="2021-01-28T02:20:00.769" v="326"/>
          <ac:spMkLst>
            <pc:docMk/>
            <pc:sldMk cId="4018965676" sldId="366"/>
            <ac:spMk id="3" creationId="{6065C671-29C1-42DC-9C1E-A88CECEB07A6}"/>
          </ac:spMkLst>
        </pc:spChg>
        <pc:spChg chg="mod">
          <ac:chgData name="鈴木 秀規" userId="f68c5fd9-22d5-4c0a-9833-7fb0f5135313" providerId="ADAL" clId="{BE39BC92-915D-4BE9-AEA4-43CFA5564052}" dt="2021-01-28T02:21:12.195" v="346" actId="14100"/>
          <ac:spMkLst>
            <pc:docMk/>
            <pc:sldMk cId="4018965676" sldId="366"/>
            <ac:spMk id="5" creationId="{35CC0BAD-936C-4EB6-92E1-56B969F9F1E7}"/>
          </ac:spMkLst>
        </pc:spChg>
        <pc:spChg chg="add mod">
          <ac:chgData name="鈴木 秀規" userId="f68c5fd9-22d5-4c0a-9833-7fb0f5135313" providerId="ADAL" clId="{BE39BC92-915D-4BE9-AEA4-43CFA5564052}" dt="2021-01-28T02:21:18.459" v="349" actId="2711"/>
          <ac:spMkLst>
            <pc:docMk/>
            <pc:sldMk cId="4018965676" sldId="366"/>
            <ac:spMk id="6" creationId="{2221DFF8-72C3-4060-B108-4E7A7779EDF8}"/>
          </ac:spMkLst>
        </pc:spChg>
      </pc:sldChg>
      <pc:sldChg chg="addSp delSp modSp new mod">
        <pc:chgData name="鈴木 秀規" userId="f68c5fd9-22d5-4c0a-9833-7fb0f5135313" providerId="ADAL" clId="{BE39BC92-915D-4BE9-AEA4-43CFA5564052}" dt="2021-01-28T03:28:53.898" v="519" actId="207"/>
        <pc:sldMkLst>
          <pc:docMk/>
          <pc:sldMk cId="2327445248" sldId="367"/>
        </pc:sldMkLst>
        <pc:spChg chg="mod">
          <ac:chgData name="鈴木 秀規" userId="f68c5fd9-22d5-4c0a-9833-7fb0f5135313" providerId="ADAL" clId="{BE39BC92-915D-4BE9-AEA4-43CFA5564052}" dt="2021-01-28T02:21:33.854" v="351"/>
          <ac:spMkLst>
            <pc:docMk/>
            <pc:sldMk cId="2327445248" sldId="367"/>
            <ac:spMk id="3" creationId="{DC9775AD-DF08-487A-8150-66A5547804BA}"/>
          </ac:spMkLst>
        </pc:spChg>
        <pc:spChg chg="add del mod">
          <ac:chgData name="鈴木 秀規" userId="f68c5fd9-22d5-4c0a-9833-7fb0f5135313" providerId="ADAL" clId="{BE39BC92-915D-4BE9-AEA4-43CFA5564052}" dt="2021-01-28T02:27:12.713" v="463" actId="1076"/>
          <ac:spMkLst>
            <pc:docMk/>
            <pc:sldMk cId="2327445248" sldId="367"/>
            <ac:spMk id="5" creationId="{F6F2B032-1854-426E-853D-2DDB691ABD42}"/>
          </ac:spMkLst>
        </pc:spChg>
        <pc:spChg chg="add del mod">
          <ac:chgData name="鈴木 秀規" userId="f68c5fd9-22d5-4c0a-9833-7fb0f5135313" providerId="ADAL" clId="{BE39BC92-915D-4BE9-AEA4-43CFA5564052}" dt="2021-01-28T02:23:28.422" v="393" actId="21"/>
          <ac:spMkLst>
            <pc:docMk/>
            <pc:sldMk cId="2327445248" sldId="367"/>
            <ac:spMk id="7" creationId="{2C8121B7-7B73-4CF8-9B38-1985AD6689A3}"/>
          </ac:spMkLst>
        </pc:spChg>
        <pc:spChg chg="add del mod">
          <ac:chgData name="鈴木 秀規" userId="f68c5fd9-22d5-4c0a-9833-7fb0f5135313" providerId="ADAL" clId="{BE39BC92-915D-4BE9-AEA4-43CFA5564052}" dt="2021-01-28T02:23:34.979" v="396"/>
          <ac:spMkLst>
            <pc:docMk/>
            <pc:sldMk cId="2327445248" sldId="367"/>
            <ac:spMk id="8" creationId="{BA8392B6-C7A7-411F-8F37-EA78C90F9C2A}"/>
          </ac:spMkLst>
        </pc:spChg>
        <pc:spChg chg="add mod">
          <ac:chgData name="鈴木 秀規" userId="f68c5fd9-22d5-4c0a-9833-7fb0f5135313" providerId="ADAL" clId="{BE39BC92-915D-4BE9-AEA4-43CFA5564052}" dt="2021-01-28T02:25:33.653" v="447" actId="404"/>
          <ac:spMkLst>
            <pc:docMk/>
            <pc:sldMk cId="2327445248" sldId="367"/>
            <ac:spMk id="9" creationId="{4CD9BE09-5129-4C3B-A4FE-048849E95693}"/>
          </ac:spMkLst>
        </pc:spChg>
        <pc:spChg chg="add mod">
          <ac:chgData name="鈴木 秀規" userId="f68c5fd9-22d5-4c0a-9833-7fb0f5135313" providerId="ADAL" clId="{BE39BC92-915D-4BE9-AEA4-43CFA5564052}" dt="2021-01-28T02:25:33.653" v="447" actId="404"/>
          <ac:spMkLst>
            <pc:docMk/>
            <pc:sldMk cId="2327445248" sldId="367"/>
            <ac:spMk id="10" creationId="{62E7CF24-56CC-47C3-98B0-A46BE86CF153}"/>
          </ac:spMkLst>
        </pc:spChg>
        <pc:spChg chg="add mod">
          <ac:chgData name="鈴木 秀規" userId="f68c5fd9-22d5-4c0a-9833-7fb0f5135313" providerId="ADAL" clId="{BE39BC92-915D-4BE9-AEA4-43CFA5564052}" dt="2021-01-28T02:25:33.653" v="447" actId="404"/>
          <ac:spMkLst>
            <pc:docMk/>
            <pc:sldMk cId="2327445248" sldId="367"/>
            <ac:spMk id="11" creationId="{3FF84382-C8EB-42C6-A379-F156E0D315E0}"/>
          </ac:spMkLst>
        </pc:spChg>
        <pc:spChg chg="add del mod">
          <ac:chgData name="鈴木 秀規" userId="f68c5fd9-22d5-4c0a-9833-7fb0f5135313" providerId="ADAL" clId="{BE39BC92-915D-4BE9-AEA4-43CFA5564052}" dt="2021-01-28T02:24:03.238" v="399" actId="478"/>
          <ac:spMkLst>
            <pc:docMk/>
            <pc:sldMk cId="2327445248" sldId="367"/>
            <ac:spMk id="12" creationId="{9D56C091-0C55-4440-9277-678FBEDFEE53}"/>
          </ac:spMkLst>
        </pc:spChg>
        <pc:spChg chg="add del mod">
          <ac:chgData name="鈴木 秀規" userId="f68c5fd9-22d5-4c0a-9833-7fb0f5135313" providerId="ADAL" clId="{BE39BC92-915D-4BE9-AEA4-43CFA5564052}" dt="2021-01-28T02:24:03.238" v="399" actId="478"/>
          <ac:spMkLst>
            <pc:docMk/>
            <pc:sldMk cId="2327445248" sldId="367"/>
            <ac:spMk id="13" creationId="{41C9036D-466D-473F-9CBD-EF7336C0B96B}"/>
          </ac:spMkLst>
        </pc:spChg>
        <pc:spChg chg="add del mod">
          <ac:chgData name="鈴木 秀規" userId="f68c5fd9-22d5-4c0a-9833-7fb0f5135313" providerId="ADAL" clId="{BE39BC92-915D-4BE9-AEA4-43CFA5564052}" dt="2021-01-28T02:24:03.238" v="399" actId="478"/>
          <ac:spMkLst>
            <pc:docMk/>
            <pc:sldMk cId="2327445248" sldId="367"/>
            <ac:spMk id="14" creationId="{C85FBBCE-6672-47F7-ABB4-F250306F30B3}"/>
          </ac:spMkLst>
        </pc:spChg>
        <pc:spChg chg="add mod">
          <ac:chgData name="鈴木 秀規" userId="f68c5fd9-22d5-4c0a-9833-7fb0f5135313" providerId="ADAL" clId="{BE39BC92-915D-4BE9-AEA4-43CFA5564052}" dt="2021-01-28T02:25:36.319" v="448" actId="20577"/>
          <ac:spMkLst>
            <pc:docMk/>
            <pc:sldMk cId="2327445248" sldId="367"/>
            <ac:spMk id="15" creationId="{06BC60B0-1315-4548-80FD-D156800B6A3C}"/>
          </ac:spMkLst>
        </pc:spChg>
        <pc:spChg chg="add mod">
          <ac:chgData name="鈴木 秀規" userId="f68c5fd9-22d5-4c0a-9833-7fb0f5135313" providerId="ADAL" clId="{BE39BC92-915D-4BE9-AEA4-43CFA5564052}" dt="2021-01-28T03:28:03.464" v="503" actId="1076"/>
          <ac:spMkLst>
            <pc:docMk/>
            <pc:sldMk cId="2327445248" sldId="367"/>
            <ac:spMk id="16" creationId="{324C1AE3-2904-4520-828A-7F5E0D2E112C}"/>
          </ac:spMkLst>
        </pc:spChg>
        <pc:spChg chg="add del mod">
          <ac:chgData name="鈴木 秀規" userId="f68c5fd9-22d5-4c0a-9833-7fb0f5135313" providerId="ADAL" clId="{BE39BC92-915D-4BE9-AEA4-43CFA5564052}" dt="2021-01-28T03:27:55.954" v="502" actId="478"/>
          <ac:spMkLst>
            <pc:docMk/>
            <pc:sldMk cId="2327445248" sldId="367"/>
            <ac:spMk id="17" creationId="{D290F318-A1F7-4790-B832-EEA027B26901}"/>
          </ac:spMkLst>
        </pc:spChg>
        <pc:spChg chg="add mod">
          <ac:chgData name="鈴木 秀規" userId="f68c5fd9-22d5-4c0a-9833-7fb0f5135313" providerId="ADAL" clId="{BE39BC92-915D-4BE9-AEA4-43CFA5564052}" dt="2021-01-28T03:28:53.898" v="519" actId="207"/>
          <ac:spMkLst>
            <pc:docMk/>
            <pc:sldMk cId="2327445248" sldId="367"/>
            <ac:spMk id="18" creationId="{01407575-3DFD-4109-94C2-A5F86AC9B86C}"/>
          </ac:spMkLst>
        </pc:spChg>
      </pc:sldChg>
      <pc:sldChg chg="del">
        <pc:chgData name="鈴木 秀規" userId="f68c5fd9-22d5-4c0a-9833-7fb0f5135313" providerId="ADAL" clId="{BE39BC92-915D-4BE9-AEA4-43CFA5564052}" dt="2021-01-28T02:07:53.316" v="9" actId="2696"/>
        <pc:sldMkLst>
          <pc:docMk/>
          <pc:sldMk cId="3532048317" sldId="367"/>
        </pc:sldMkLst>
      </pc:sldChg>
      <pc:sldChg chg="addSp modSp new mod">
        <pc:chgData name="鈴木 秀規" userId="f68c5fd9-22d5-4c0a-9833-7fb0f5135313" providerId="ADAL" clId="{BE39BC92-915D-4BE9-AEA4-43CFA5564052}" dt="2021-01-28T03:30:10.927" v="537" actId="1076"/>
        <pc:sldMkLst>
          <pc:docMk/>
          <pc:sldMk cId="19046241" sldId="368"/>
        </pc:sldMkLst>
        <pc:spChg chg="mod">
          <ac:chgData name="鈴木 秀規" userId="f68c5fd9-22d5-4c0a-9833-7fb0f5135313" providerId="ADAL" clId="{BE39BC92-915D-4BE9-AEA4-43CFA5564052}" dt="2021-01-28T02:27:52.380" v="467"/>
          <ac:spMkLst>
            <pc:docMk/>
            <pc:sldMk cId="19046241" sldId="368"/>
            <ac:spMk id="3" creationId="{FC9C1281-C10D-4E7F-9AF6-89FF603B4C74}"/>
          </ac:spMkLst>
        </pc:spChg>
        <pc:spChg chg="mod">
          <ac:chgData name="鈴木 秀規" userId="f68c5fd9-22d5-4c0a-9833-7fb0f5135313" providerId="ADAL" clId="{BE39BC92-915D-4BE9-AEA4-43CFA5564052}" dt="2021-01-28T02:29:30.132" v="499" actId="14100"/>
          <ac:spMkLst>
            <pc:docMk/>
            <pc:sldMk cId="19046241" sldId="368"/>
            <ac:spMk id="5" creationId="{AB608DCD-A62C-492B-9BD6-076E4C270D07}"/>
          </ac:spMkLst>
        </pc:spChg>
        <pc:spChg chg="add mod">
          <ac:chgData name="鈴木 秀規" userId="f68c5fd9-22d5-4c0a-9833-7fb0f5135313" providerId="ADAL" clId="{BE39BC92-915D-4BE9-AEA4-43CFA5564052}" dt="2021-01-28T03:29:06.399" v="520"/>
          <ac:spMkLst>
            <pc:docMk/>
            <pc:sldMk cId="19046241" sldId="368"/>
            <ac:spMk id="6" creationId="{4A907D25-C3F3-4AC4-87A1-486B8B2AD49A}"/>
          </ac:spMkLst>
        </pc:spChg>
        <pc:spChg chg="add mod">
          <ac:chgData name="鈴木 秀規" userId="f68c5fd9-22d5-4c0a-9833-7fb0f5135313" providerId="ADAL" clId="{BE39BC92-915D-4BE9-AEA4-43CFA5564052}" dt="2021-01-28T03:29:06.399" v="520"/>
          <ac:spMkLst>
            <pc:docMk/>
            <pc:sldMk cId="19046241" sldId="368"/>
            <ac:spMk id="7" creationId="{811BFB9F-6064-4F41-AF6E-1F3F16C39BAB}"/>
          </ac:spMkLst>
        </pc:spChg>
        <pc:spChg chg="add mod">
          <ac:chgData name="鈴木 秀規" userId="f68c5fd9-22d5-4c0a-9833-7fb0f5135313" providerId="ADAL" clId="{BE39BC92-915D-4BE9-AEA4-43CFA5564052}" dt="2021-01-28T03:29:06.399" v="520"/>
          <ac:spMkLst>
            <pc:docMk/>
            <pc:sldMk cId="19046241" sldId="368"/>
            <ac:spMk id="8" creationId="{A2238F6F-B629-40F1-AFFC-F83AFCF0A03E}"/>
          </ac:spMkLst>
        </pc:spChg>
        <pc:spChg chg="add mod">
          <ac:chgData name="鈴木 秀規" userId="f68c5fd9-22d5-4c0a-9833-7fb0f5135313" providerId="ADAL" clId="{BE39BC92-915D-4BE9-AEA4-43CFA5564052}" dt="2021-01-28T03:29:06.399" v="520"/>
          <ac:spMkLst>
            <pc:docMk/>
            <pc:sldMk cId="19046241" sldId="368"/>
            <ac:spMk id="9" creationId="{C72FE042-B436-4C24-96D7-09A90D6817E1}"/>
          </ac:spMkLst>
        </pc:spChg>
        <pc:spChg chg="add mod">
          <ac:chgData name="鈴木 秀規" userId="f68c5fd9-22d5-4c0a-9833-7fb0f5135313" providerId="ADAL" clId="{BE39BC92-915D-4BE9-AEA4-43CFA5564052}" dt="2021-01-28T03:29:06.399" v="520"/>
          <ac:spMkLst>
            <pc:docMk/>
            <pc:sldMk cId="19046241" sldId="368"/>
            <ac:spMk id="10" creationId="{3C3D1B91-4159-44EA-8500-9DEE12086EEF}"/>
          </ac:spMkLst>
        </pc:spChg>
        <pc:spChg chg="add mod">
          <ac:chgData name="鈴木 秀規" userId="f68c5fd9-22d5-4c0a-9833-7fb0f5135313" providerId="ADAL" clId="{BE39BC92-915D-4BE9-AEA4-43CFA5564052}" dt="2021-01-28T03:29:06.399" v="520"/>
          <ac:spMkLst>
            <pc:docMk/>
            <pc:sldMk cId="19046241" sldId="368"/>
            <ac:spMk id="11" creationId="{3BF806A8-C064-4CFC-BC1C-692B306EB673}"/>
          </ac:spMkLst>
        </pc:spChg>
        <pc:spChg chg="add mod">
          <ac:chgData name="鈴木 秀規" userId="f68c5fd9-22d5-4c0a-9833-7fb0f5135313" providerId="ADAL" clId="{BE39BC92-915D-4BE9-AEA4-43CFA5564052}" dt="2021-01-28T03:29:51.219" v="531" actId="1076"/>
          <ac:spMkLst>
            <pc:docMk/>
            <pc:sldMk cId="19046241" sldId="368"/>
            <ac:spMk id="12" creationId="{EE3B6725-EF61-4BAF-B319-7E7756E54D92}"/>
          </ac:spMkLst>
        </pc:spChg>
        <pc:spChg chg="add mod">
          <ac:chgData name="鈴木 秀規" userId="f68c5fd9-22d5-4c0a-9833-7fb0f5135313" providerId="ADAL" clId="{BE39BC92-915D-4BE9-AEA4-43CFA5564052}" dt="2021-01-28T03:30:10.927" v="537" actId="1076"/>
          <ac:spMkLst>
            <pc:docMk/>
            <pc:sldMk cId="19046241" sldId="368"/>
            <ac:spMk id="13" creationId="{DB8999FD-C198-4B59-8093-E336EA6D9961}"/>
          </ac:spMkLst>
        </pc:spChg>
      </pc:sldChg>
      <pc:sldChg chg="del">
        <pc:chgData name="鈴木 秀規" userId="f68c5fd9-22d5-4c0a-9833-7fb0f5135313" providerId="ADAL" clId="{BE39BC92-915D-4BE9-AEA4-43CFA5564052}" dt="2021-01-28T02:07:53.316" v="9" actId="2696"/>
        <pc:sldMkLst>
          <pc:docMk/>
          <pc:sldMk cId="1946457624" sldId="368"/>
        </pc:sldMkLst>
      </pc:sldChg>
      <pc:sldChg chg="addSp modSp new mod">
        <pc:chgData name="鈴木 秀規" userId="f68c5fd9-22d5-4c0a-9833-7fb0f5135313" providerId="ADAL" clId="{BE39BC92-915D-4BE9-AEA4-43CFA5564052}" dt="2021-01-28T03:33:18.002" v="572" actId="2085"/>
        <pc:sldMkLst>
          <pc:docMk/>
          <pc:sldMk cId="1634234875" sldId="369"/>
        </pc:sldMkLst>
        <pc:spChg chg="mod">
          <ac:chgData name="鈴木 秀規" userId="f68c5fd9-22d5-4c0a-9833-7fb0f5135313" providerId="ADAL" clId="{BE39BC92-915D-4BE9-AEA4-43CFA5564052}" dt="2021-01-28T03:30:30.967" v="539"/>
          <ac:spMkLst>
            <pc:docMk/>
            <pc:sldMk cId="1634234875" sldId="369"/>
            <ac:spMk id="3" creationId="{369F2C59-9C4F-4D1E-A16E-5DA411534166}"/>
          </ac:spMkLst>
        </pc:spChg>
        <pc:spChg chg="mod">
          <ac:chgData name="鈴木 秀規" userId="f68c5fd9-22d5-4c0a-9833-7fb0f5135313" providerId="ADAL" clId="{BE39BC92-915D-4BE9-AEA4-43CFA5564052}" dt="2021-01-28T03:31:04.668" v="547" actId="207"/>
          <ac:spMkLst>
            <pc:docMk/>
            <pc:sldMk cId="1634234875" sldId="369"/>
            <ac:spMk id="5" creationId="{098CDAD6-FA90-48E9-B182-AA7C0CD3A137}"/>
          </ac:spMkLst>
        </pc:spChg>
        <pc:spChg chg="add mod">
          <ac:chgData name="鈴木 秀規" userId="f68c5fd9-22d5-4c0a-9833-7fb0f5135313" providerId="ADAL" clId="{BE39BC92-915D-4BE9-AEA4-43CFA5564052}" dt="2021-01-28T03:31:21.876" v="549" actId="1076"/>
          <ac:spMkLst>
            <pc:docMk/>
            <pc:sldMk cId="1634234875" sldId="369"/>
            <ac:spMk id="6" creationId="{3E01E329-2738-42A5-8FF4-5B7EBA58EC55}"/>
          </ac:spMkLst>
        </pc:spChg>
        <pc:spChg chg="add mod">
          <ac:chgData name="鈴木 秀規" userId="f68c5fd9-22d5-4c0a-9833-7fb0f5135313" providerId="ADAL" clId="{BE39BC92-915D-4BE9-AEA4-43CFA5564052}" dt="2021-01-28T03:31:21.876" v="549" actId="1076"/>
          <ac:spMkLst>
            <pc:docMk/>
            <pc:sldMk cId="1634234875" sldId="369"/>
            <ac:spMk id="7" creationId="{5B9AD53B-6CEC-4F36-9321-E13020D82304}"/>
          </ac:spMkLst>
        </pc:spChg>
        <pc:spChg chg="add mod">
          <ac:chgData name="鈴木 秀規" userId="f68c5fd9-22d5-4c0a-9833-7fb0f5135313" providerId="ADAL" clId="{BE39BC92-915D-4BE9-AEA4-43CFA5564052}" dt="2021-01-28T03:31:21.876" v="549" actId="1076"/>
          <ac:spMkLst>
            <pc:docMk/>
            <pc:sldMk cId="1634234875" sldId="369"/>
            <ac:spMk id="8" creationId="{964239B4-F145-43F4-B627-067A33FB9E97}"/>
          </ac:spMkLst>
        </pc:spChg>
        <pc:spChg chg="add mod">
          <ac:chgData name="鈴木 秀規" userId="f68c5fd9-22d5-4c0a-9833-7fb0f5135313" providerId="ADAL" clId="{BE39BC92-915D-4BE9-AEA4-43CFA5564052}" dt="2021-01-28T03:31:21.876" v="549" actId="1076"/>
          <ac:spMkLst>
            <pc:docMk/>
            <pc:sldMk cId="1634234875" sldId="369"/>
            <ac:spMk id="9" creationId="{FE42A2C2-EB89-46D7-B9EE-6692EED9C6CC}"/>
          </ac:spMkLst>
        </pc:spChg>
        <pc:spChg chg="add mod">
          <ac:chgData name="鈴木 秀規" userId="f68c5fd9-22d5-4c0a-9833-7fb0f5135313" providerId="ADAL" clId="{BE39BC92-915D-4BE9-AEA4-43CFA5564052}" dt="2021-01-28T03:31:21.876" v="549" actId="1076"/>
          <ac:spMkLst>
            <pc:docMk/>
            <pc:sldMk cId="1634234875" sldId="369"/>
            <ac:spMk id="10" creationId="{37D45E4F-836C-479A-8ABF-FFB655B3CE29}"/>
          </ac:spMkLst>
        </pc:spChg>
        <pc:spChg chg="add mod">
          <ac:chgData name="鈴木 秀規" userId="f68c5fd9-22d5-4c0a-9833-7fb0f5135313" providerId="ADAL" clId="{BE39BC92-915D-4BE9-AEA4-43CFA5564052}" dt="2021-01-28T03:31:21.876" v="549" actId="1076"/>
          <ac:spMkLst>
            <pc:docMk/>
            <pc:sldMk cId="1634234875" sldId="369"/>
            <ac:spMk id="11" creationId="{497CE668-D349-4D89-AE31-FFABE8A54804}"/>
          </ac:spMkLst>
        </pc:spChg>
        <pc:spChg chg="add mod">
          <ac:chgData name="鈴木 秀規" userId="f68c5fd9-22d5-4c0a-9833-7fb0f5135313" providerId="ADAL" clId="{BE39BC92-915D-4BE9-AEA4-43CFA5564052}" dt="2021-01-28T03:31:21.876" v="549" actId="1076"/>
          <ac:spMkLst>
            <pc:docMk/>
            <pc:sldMk cId="1634234875" sldId="369"/>
            <ac:spMk id="12" creationId="{0A5F0D82-F981-4288-9DE4-78893C76B455}"/>
          </ac:spMkLst>
        </pc:spChg>
        <pc:spChg chg="add mod">
          <ac:chgData name="鈴木 秀規" userId="f68c5fd9-22d5-4c0a-9833-7fb0f5135313" providerId="ADAL" clId="{BE39BC92-915D-4BE9-AEA4-43CFA5564052}" dt="2021-01-28T03:31:21.876" v="549" actId="1076"/>
          <ac:spMkLst>
            <pc:docMk/>
            <pc:sldMk cId="1634234875" sldId="369"/>
            <ac:spMk id="13" creationId="{005E43D2-C1DF-41B3-A878-A79AEEDFA23B}"/>
          </ac:spMkLst>
        </pc:spChg>
        <pc:spChg chg="add mod">
          <ac:chgData name="鈴木 秀規" userId="f68c5fd9-22d5-4c0a-9833-7fb0f5135313" providerId="ADAL" clId="{BE39BC92-915D-4BE9-AEA4-43CFA5564052}" dt="2021-01-28T03:33:18.002" v="572" actId="2085"/>
          <ac:spMkLst>
            <pc:docMk/>
            <pc:sldMk cId="1634234875" sldId="369"/>
            <ac:spMk id="16" creationId="{5E12762F-BFC4-4700-934C-7B5033C83A64}"/>
          </ac:spMkLst>
        </pc:spChg>
        <pc:picChg chg="add mod">
          <ac:chgData name="鈴木 秀規" userId="f68c5fd9-22d5-4c0a-9833-7fb0f5135313" providerId="ADAL" clId="{BE39BC92-915D-4BE9-AEA4-43CFA5564052}" dt="2021-01-28T03:33:07.338" v="570" actId="207"/>
          <ac:picMkLst>
            <pc:docMk/>
            <pc:sldMk cId="1634234875" sldId="369"/>
            <ac:picMk id="15" creationId="{495CBC68-4B2C-4DD5-8B0D-0BC0470142E0}"/>
          </ac:picMkLst>
        </pc:picChg>
      </pc:sldChg>
      <pc:sldChg chg="del">
        <pc:chgData name="鈴木 秀規" userId="f68c5fd9-22d5-4c0a-9833-7fb0f5135313" providerId="ADAL" clId="{BE39BC92-915D-4BE9-AEA4-43CFA5564052}" dt="2021-01-28T02:07:53.316" v="9" actId="2696"/>
        <pc:sldMkLst>
          <pc:docMk/>
          <pc:sldMk cId="2558863877" sldId="369"/>
        </pc:sldMkLst>
      </pc:sldChg>
      <pc:sldChg chg="del">
        <pc:chgData name="鈴木 秀規" userId="f68c5fd9-22d5-4c0a-9833-7fb0f5135313" providerId="ADAL" clId="{BE39BC92-915D-4BE9-AEA4-43CFA5564052}" dt="2021-01-28T02:07:53.316" v="9" actId="2696"/>
        <pc:sldMkLst>
          <pc:docMk/>
          <pc:sldMk cId="1008659216" sldId="370"/>
        </pc:sldMkLst>
      </pc:sldChg>
      <pc:sldChg chg="addSp modSp new mod">
        <pc:chgData name="鈴木 秀規" userId="f68c5fd9-22d5-4c0a-9833-7fb0f5135313" providerId="ADAL" clId="{BE39BC92-915D-4BE9-AEA4-43CFA5564052}" dt="2021-01-28T03:36:42.206" v="626" actId="1076"/>
        <pc:sldMkLst>
          <pc:docMk/>
          <pc:sldMk cId="1288993640" sldId="370"/>
        </pc:sldMkLst>
        <pc:spChg chg="mod">
          <ac:chgData name="鈴木 秀規" userId="f68c5fd9-22d5-4c0a-9833-7fb0f5135313" providerId="ADAL" clId="{BE39BC92-915D-4BE9-AEA4-43CFA5564052}" dt="2021-01-28T03:33:37.456" v="574"/>
          <ac:spMkLst>
            <pc:docMk/>
            <pc:sldMk cId="1288993640" sldId="370"/>
            <ac:spMk id="3" creationId="{35721FFA-D1D7-45CF-AF1C-6ADEC50BF982}"/>
          </ac:spMkLst>
        </pc:spChg>
        <pc:spChg chg="mod">
          <ac:chgData name="鈴木 秀規" userId="f68c5fd9-22d5-4c0a-9833-7fb0f5135313" providerId="ADAL" clId="{BE39BC92-915D-4BE9-AEA4-43CFA5564052}" dt="2021-01-28T03:34:54.173" v="597" actId="14100"/>
          <ac:spMkLst>
            <pc:docMk/>
            <pc:sldMk cId="1288993640" sldId="370"/>
            <ac:spMk id="5" creationId="{1ECE987E-1BA6-4C52-A3AE-C83F2C85D3C8}"/>
          </ac:spMkLst>
        </pc:spChg>
        <pc:spChg chg="add mod">
          <ac:chgData name="鈴木 秀規" userId="f68c5fd9-22d5-4c0a-9833-7fb0f5135313" providerId="ADAL" clId="{BE39BC92-915D-4BE9-AEA4-43CFA5564052}" dt="2021-01-28T03:36:35.975" v="625" actId="207"/>
          <ac:spMkLst>
            <pc:docMk/>
            <pc:sldMk cId="1288993640" sldId="370"/>
            <ac:spMk id="7" creationId="{F872DE77-6502-48CB-A358-D937CA5BE6BE}"/>
          </ac:spMkLst>
        </pc:spChg>
        <pc:graphicFrameChg chg="add mod modGraphic">
          <ac:chgData name="鈴木 秀規" userId="f68c5fd9-22d5-4c0a-9833-7fb0f5135313" providerId="ADAL" clId="{BE39BC92-915D-4BE9-AEA4-43CFA5564052}" dt="2021-01-28T03:36:42.206" v="626" actId="1076"/>
          <ac:graphicFrameMkLst>
            <pc:docMk/>
            <pc:sldMk cId="1288993640" sldId="370"/>
            <ac:graphicFrameMk id="6" creationId="{A46328A8-4387-401E-8457-B9D2F8695792}"/>
          </ac:graphicFrameMkLst>
        </pc:graphicFrameChg>
      </pc:sldChg>
      <pc:sldChg chg="addSp delSp modSp new mod">
        <pc:chgData name="鈴木 秀規" userId="f68c5fd9-22d5-4c0a-9833-7fb0f5135313" providerId="ADAL" clId="{BE39BC92-915D-4BE9-AEA4-43CFA5564052}" dt="2021-01-28T03:41:56.755" v="690" actId="1036"/>
        <pc:sldMkLst>
          <pc:docMk/>
          <pc:sldMk cId="269703063" sldId="371"/>
        </pc:sldMkLst>
        <pc:spChg chg="mod">
          <ac:chgData name="鈴木 秀規" userId="f68c5fd9-22d5-4c0a-9833-7fb0f5135313" providerId="ADAL" clId="{BE39BC92-915D-4BE9-AEA4-43CFA5564052}" dt="2021-01-28T03:36:56.465" v="628"/>
          <ac:spMkLst>
            <pc:docMk/>
            <pc:sldMk cId="269703063" sldId="371"/>
            <ac:spMk id="3" creationId="{F28C555D-7085-4A91-ACBC-9F093652BD57}"/>
          </ac:spMkLst>
        </pc:spChg>
        <pc:spChg chg="mod">
          <ac:chgData name="鈴木 秀規" userId="f68c5fd9-22d5-4c0a-9833-7fb0f5135313" providerId="ADAL" clId="{BE39BC92-915D-4BE9-AEA4-43CFA5564052}" dt="2021-01-28T03:37:42.784" v="637" actId="12"/>
          <ac:spMkLst>
            <pc:docMk/>
            <pc:sldMk cId="269703063" sldId="371"/>
            <ac:spMk id="5" creationId="{78D1BDF9-E38D-422F-BA46-821E29D129FB}"/>
          </ac:spMkLst>
        </pc:spChg>
        <pc:spChg chg="add mod">
          <ac:chgData name="鈴木 秀規" userId="f68c5fd9-22d5-4c0a-9833-7fb0f5135313" providerId="ADAL" clId="{BE39BC92-915D-4BE9-AEA4-43CFA5564052}" dt="2021-01-28T03:39:10.765" v="653" actId="1076"/>
          <ac:spMkLst>
            <pc:docMk/>
            <pc:sldMk cId="269703063" sldId="371"/>
            <ac:spMk id="7" creationId="{88A6D309-1FBE-4767-97A5-7F4841AF68E4}"/>
          </ac:spMkLst>
        </pc:spChg>
        <pc:graphicFrameChg chg="add mod modGraphic">
          <ac:chgData name="鈴木 秀規" userId="f68c5fd9-22d5-4c0a-9833-7fb0f5135313" providerId="ADAL" clId="{BE39BC92-915D-4BE9-AEA4-43CFA5564052}" dt="2021-01-28T03:39:05.224" v="652" actId="14100"/>
          <ac:graphicFrameMkLst>
            <pc:docMk/>
            <pc:sldMk cId="269703063" sldId="371"/>
            <ac:graphicFrameMk id="6" creationId="{7DFD3F1E-EB5D-45EC-A16F-D2C68B5B57D5}"/>
          </ac:graphicFrameMkLst>
        </pc:graphicFrameChg>
        <pc:graphicFrameChg chg="add del mod">
          <ac:chgData name="鈴木 秀規" userId="f68c5fd9-22d5-4c0a-9833-7fb0f5135313" providerId="ADAL" clId="{BE39BC92-915D-4BE9-AEA4-43CFA5564052}" dt="2021-01-28T03:38:34.587" v="644" actId="478"/>
          <ac:graphicFrameMkLst>
            <pc:docMk/>
            <pc:sldMk cId="269703063" sldId="371"/>
            <ac:graphicFrameMk id="8" creationId="{E74ECA25-8C4B-403B-BE43-67D2CDCA7083}"/>
          </ac:graphicFrameMkLst>
        </pc:graphicFrameChg>
        <pc:graphicFrameChg chg="add mod modGraphic">
          <ac:chgData name="鈴木 秀規" userId="f68c5fd9-22d5-4c0a-9833-7fb0f5135313" providerId="ADAL" clId="{BE39BC92-915D-4BE9-AEA4-43CFA5564052}" dt="2021-01-28T03:40:41.912" v="677" actId="207"/>
          <ac:graphicFrameMkLst>
            <pc:docMk/>
            <pc:sldMk cId="269703063" sldId="371"/>
            <ac:graphicFrameMk id="9" creationId="{BAC907AF-2C33-4AB2-91B8-BCEAA25ADC4E}"/>
          </ac:graphicFrameMkLst>
        </pc:graphicFrameChg>
        <pc:graphicFrameChg chg="add mod modGraphic">
          <ac:chgData name="鈴木 秀規" userId="f68c5fd9-22d5-4c0a-9833-7fb0f5135313" providerId="ADAL" clId="{BE39BC92-915D-4BE9-AEA4-43CFA5564052}" dt="2021-01-28T03:41:56.755" v="690" actId="1036"/>
          <ac:graphicFrameMkLst>
            <pc:docMk/>
            <pc:sldMk cId="269703063" sldId="371"/>
            <ac:graphicFrameMk id="10" creationId="{2D38E5AD-F13D-4928-BE97-51DCF54ED4D1}"/>
          </ac:graphicFrameMkLst>
        </pc:graphicFrameChg>
      </pc:sldChg>
      <pc:sldChg chg="del">
        <pc:chgData name="鈴木 秀規" userId="f68c5fd9-22d5-4c0a-9833-7fb0f5135313" providerId="ADAL" clId="{BE39BC92-915D-4BE9-AEA4-43CFA5564052}" dt="2021-01-28T02:07:53.316" v="9" actId="2696"/>
        <pc:sldMkLst>
          <pc:docMk/>
          <pc:sldMk cId="3350652435" sldId="371"/>
        </pc:sldMkLst>
      </pc:sldChg>
      <pc:sldChg chg="addSp delSp modSp new mod modClrScheme chgLayout">
        <pc:chgData name="鈴木 秀規" userId="f68c5fd9-22d5-4c0a-9833-7fb0f5135313" providerId="ADAL" clId="{BE39BC92-915D-4BE9-AEA4-43CFA5564052}" dt="2021-01-28T03:47:33.636" v="981" actId="113"/>
        <pc:sldMkLst>
          <pc:docMk/>
          <pc:sldMk cId="2141290884" sldId="372"/>
        </pc:sldMkLst>
        <pc:spChg chg="mod ord">
          <ac:chgData name="鈴木 秀規" userId="f68c5fd9-22d5-4c0a-9833-7fb0f5135313" providerId="ADAL" clId="{BE39BC92-915D-4BE9-AEA4-43CFA5564052}" dt="2021-01-28T03:42:15.366" v="727" actId="700"/>
          <ac:spMkLst>
            <pc:docMk/>
            <pc:sldMk cId="2141290884" sldId="372"/>
            <ac:spMk id="2" creationId="{6A046B87-A81E-4C22-8387-16143B6E20B9}"/>
          </ac:spMkLst>
        </pc:spChg>
        <pc:spChg chg="mod ord">
          <ac:chgData name="鈴木 秀規" userId="f68c5fd9-22d5-4c0a-9833-7fb0f5135313" providerId="ADAL" clId="{BE39BC92-915D-4BE9-AEA4-43CFA5564052}" dt="2021-01-28T03:42:15.366" v="727" actId="700"/>
          <ac:spMkLst>
            <pc:docMk/>
            <pc:sldMk cId="2141290884" sldId="372"/>
            <ac:spMk id="3" creationId="{E9F5DE10-FC9D-4093-A7C7-7D8DAF229C20}"/>
          </ac:spMkLst>
        </pc:spChg>
        <pc:spChg chg="mod ord">
          <ac:chgData name="鈴木 秀規" userId="f68c5fd9-22d5-4c0a-9833-7fb0f5135313" providerId="ADAL" clId="{BE39BC92-915D-4BE9-AEA4-43CFA5564052}" dt="2021-01-28T03:42:15.366" v="727" actId="700"/>
          <ac:spMkLst>
            <pc:docMk/>
            <pc:sldMk cId="2141290884" sldId="372"/>
            <ac:spMk id="4" creationId="{E55A8B9C-9FFF-451E-9382-C1B3EA752028}"/>
          </ac:spMkLst>
        </pc:spChg>
        <pc:spChg chg="del mod ord">
          <ac:chgData name="鈴木 秀規" userId="f68c5fd9-22d5-4c0a-9833-7fb0f5135313" providerId="ADAL" clId="{BE39BC92-915D-4BE9-AEA4-43CFA5564052}" dt="2021-01-28T03:42:15.366" v="727" actId="700"/>
          <ac:spMkLst>
            <pc:docMk/>
            <pc:sldMk cId="2141290884" sldId="372"/>
            <ac:spMk id="5" creationId="{7B9BDC31-9DCA-4560-8DC7-651E5FB7EF63}"/>
          </ac:spMkLst>
        </pc:spChg>
        <pc:spChg chg="add mod ord">
          <ac:chgData name="鈴木 秀規" userId="f68c5fd9-22d5-4c0a-9833-7fb0f5135313" providerId="ADAL" clId="{BE39BC92-915D-4BE9-AEA4-43CFA5564052}" dt="2021-01-28T03:42:55.706" v="819" actId="20577"/>
          <ac:spMkLst>
            <pc:docMk/>
            <pc:sldMk cId="2141290884" sldId="372"/>
            <ac:spMk id="6" creationId="{7EB8D24C-BA49-4E35-9008-7EA7A9DA9F7D}"/>
          </ac:spMkLst>
        </pc:spChg>
        <pc:spChg chg="add mod ord">
          <ac:chgData name="鈴木 秀規" userId="f68c5fd9-22d5-4c0a-9833-7fb0f5135313" providerId="ADAL" clId="{BE39BC92-915D-4BE9-AEA4-43CFA5564052}" dt="2021-01-28T03:47:33.636" v="981" actId="113"/>
          <ac:spMkLst>
            <pc:docMk/>
            <pc:sldMk cId="2141290884" sldId="372"/>
            <ac:spMk id="7" creationId="{BE7D8EEA-841B-4634-959A-C8CF290A3A97}"/>
          </ac:spMkLst>
        </pc:spChg>
      </pc:sldChg>
      <pc:sldChg chg="del">
        <pc:chgData name="鈴木 秀規" userId="f68c5fd9-22d5-4c0a-9833-7fb0f5135313" providerId="ADAL" clId="{BE39BC92-915D-4BE9-AEA4-43CFA5564052}" dt="2021-01-28T02:07:53.316" v="9" actId="2696"/>
        <pc:sldMkLst>
          <pc:docMk/>
          <pc:sldMk cId="3443851444" sldId="372"/>
        </pc:sldMkLst>
      </pc:sldChg>
      <pc:sldChg chg="addSp delSp modSp new mod modClrScheme chgLayout">
        <pc:chgData name="鈴木 秀規" userId="f68c5fd9-22d5-4c0a-9833-7fb0f5135313" providerId="ADAL" clId="{BE39BC92-915D-4BE9-AEA4-43CFA5564052}" dt="2021-01-28T03:53:29.399" v="1069" actId="14100"/>
        <pc:sldMkLst>
          <pc:docMk/>
          <pc:sldMk cId="1104417737" sldId="373"/>
        </pc:sldMkLst>
        <pc:spChg chg="del mod ord">
          <ac:chgData name="鈴木 秀規" userId="f68c5fd9-22d5-4c0a-9833-7fb0f5135313" providerId="ADAL" clId="{BE39BC92-915D-4BE9-AEA4-43CFA5564052}" dt="2021-01-28T03:47:41.928" v="983" actId="700"/>
          <ac:spMkLst>
            <pc:docMk/>
            <pc:sldMk cId="1104417737" sldId="373"/>
            <ac:spMk id="2" creationId="{F626FF5B-9363-415F-ACB2-CFCBB7500313}"/>
          </ac:spMkLst>
        </pc:spChg>
        <pc:spChg chg="mod ord">
          <ac:chgData name="鈴木 秀規" userId="f68c5fd9-22d5-4c0a-9833-7fb0f5135313" providerId="ADAL" clId="{BE39BC92-915D-4BE9-AEA4-43CFA5564052}" dt="2021-01-28T03:47:41.928" v="983" actId="700"/>
          <ac:spMkLst>
            <pc:docMk/>
            <pc:sldMk cId="1104417737" sldId="373"/>
            <ac:spMk id="3" creationId="{305B29A1-0D3C-4926-A08E-218D94F73216}"/>
          </ac:spMkLst>
        </pc:spChg>
        <pc:spChg chg="mod ord">
          <ac:chgData name="鈴木 秀規" userId="f68c5fd9-22d5-4c0a-9833-7fb0f5135313" providerId="ADAL" clId="{BE39BC92-915D-4BE9-AEA4-43CFA5564052}" dt="2021-01-28T03:47:41.928" v="983" actId="700"/>
          <ac:spMkLst>
            <pc:docMk/>
            <pc:sldMk cId="1104417737" sldId="373"/>
            <ac:spMk id="4" creationId="{C94A89B8-7177-4C8A-8497-091DB549B056}"/>
          </ac:spMkLst>
        </pc:spChg>
        <pc:spChg chg="del mod ord">
          <ac:chgData name="鈴木 秀規" userId="f68c5fd9-22d5-4c0a-9833-7fb0f5135313" providerId="ADAL" clId="{BE39BC92-915D-4BE9-AEA4-43CFA5564052}" dt="2021-01-28T03:47:41.928" v="983" actId="700"/>
          <ac:spMkLst>
            <pc:docMk/>
            <pc:sldMk cId="1104417737" sldId="373"/>
            <ac:spMk id="5" creationId="{F8F83B5F-F112-4970-9755-FDA964D52B65}"/>
          </ac:spMkLst>
        </pc:spChg>
        <pc:spChg chg="del">
          <ac:chgData name="鈴木 秀規" userId="f68c5fd9-22d5-4c0a-9833-7fb0f5135313" providerId="ADAL" clId="{BE39BC92-915D-4BE9-AEA4-43CFA5564052}" dt="2021-01-28T03:47:41.928" v="983" actId="700"/>
          <ac:spMkLst>
            <pc:docMk/>
            <pc:sldMk cId="1104417737" sldId="373"/>
            <ac:spMk id="6" creationId="{0CD9AB3B-7C50-4E91-80FB-21D985E640FD}"/>
          </ac:spMkLst>
        </pc:spChg>
        <pc:spChg chg="add mod ord">
          <ac:chgData name="鈴木 秀規" userId="f68c5fd9-22d5-4c0a-9833-7fb0f5135313" providerId="ADAL" clId="{BE39BC92-915D-4BE9-AEA4-43CFA5564052}" dt="2021-01-28T03:47:52.381" v="984"/>
          <ac:spMkLst>
            <pc:docMk/>
            <pc:sldMk cId="1104417737" sldId="373"/>
            <ac:spMk id="7" creationId="{A76FA9C6-E58A-46C8-B4B5-8FB30264AB7D}"/>
          </ac:spMkLst>
        </pc:spChg>
        <pc:spChg chg="add mod ord">
          <ac:chgData name="鈴木 秀規" userId="f68c5fd9-22d5-4c0a-9833-7fb0f5135313" providerId="ADAL" clId="{BE39BC92-915D-4BE9-AEA4-43CFA5564052}" dt="2021-01-28T03:48:15.156" v="991" actId="20577"/>
          <ac:spMkLst>
            <pc:docMk/>
            <pc:sldMk cId="1104417737" sldId="373"/>
            <ac:spMk id="8" creationId="{2109464F-0FD1-4D4D-8CC3-59AC3574FB22}"/>
          </ac:spMkLst>
        </pc:spChg>
        <pc:spChg chg="add mod">
          <ac:chgData name="鈴木 秀規" userId="f68c5fd9-22d5-4c0a-9833-7fb0f5135313" providerId="ADAL" clId="{BE39BC92-915D-4BE9-AEA4-43CFA5564052}" dt="2021-01-28T03:53:29.399" v="1069" actId="14100"/>
          <ac:spMkLst>
            <pc:docMk/>
            <pc:sldMk cId="1104417737" sldId="373"/>
            <ac:spMk id="11" creationId="{F6C5540E-A21C-4E81-823D-AB2C6B0D5F29}"/>
          </ac:spMkLst>
        </pc:spChg>
        <pc:graphicFrameChg chg="add del mod modGraphic">
          <ac:chgData name="鈴木 秀規" userId="f68c5fd9-22d5-4c0a-9833-7fb0f5135313" providerId="ADAL" clId="{BE39BC92-915D-4BE9-AEA4-43CFA5564052}" dt="2021-01-28T03:49:25.804" v="999" actId="478"/>
          <ac:graphicFrameMkLst>
            <pc:docMk/>
            <pc:sldMk cId="1104417737" sldId="373"/>
            <ac:graphicFrameMk id="9" creationId="{B3B1568C-5F61-4D9D-9CDC-F44407006EDB}"/>
          </ac:graphicFrameMkLst>
        </pc:graphicFrameChg>
        <pc:graphicFrameChg chg="add mod modGraphic">
          <ac:chgData name="鈴木 秀規" userId="f68c5fd9-22d5-4c0a-9833-7fb0f5135313" providerId="ADAL" clId="{BE39BC92-915D-4BE9-AEA4-43CFA5564052}" dt="2021-01-28T03:52:04.846" v="1047" actId="313"/>
          <ac:graphicFrameMkLst>
            <pc:docMk/>
            <pc:sldMk cId="1104417737" sldId="373"/>
            <ac:graphicFrameMk id="10" creationId="{43D73CE5-CFDC-4FC7-9060-87C9D18AFD0E}"/>
          </ac:graphicFrameMkLst>
        </pc:graphicFrameChg>
      </pc:sldChg>
      <pc:sldChg chg="del">
        <pc:chgData name="鈴木 秀規" userId="f68c5fd9-22d5-4c0a-9833-7fb0f5135313" providerId="ADAL" clId="{BE39BC92-915D-4BE9-AEA4-43CFA5564052}" dt="2021-01-28T02:07:53.316" v="9" actId="2696"/>
        <pc:sldMkLst>
          <pc:docMk/>
          <pc:sldMk cId="2536938731" sldId="373"/>
        </pc:sldMkLst>
      </pc:sldChg>
      <pc:sldChg chg="del">
        <pc:chgData name="鈴木 秀規" userId="f68c5fd9-22d5-4c0a-9833-7fb0f5135313" providerId="ADAL" clId="{BE39BC92-915D-4BE9-AEA4-43CFA5564052}" dt="2021-01-28T02:07:53.316" v="9" actId="2696"/>
        <pc:sldMkLst>
          <pc:docMk/>
          <pc:sldMk cId="3337611443" sldId="374"/>
        </pc:sldMkLst>
      </pc:sldChg>
      <pc:sldChg chg="addSp modSp new mod">
        <pc:chgData name="鈴木 秀規" userId="f68c5fd9-22d5-4c0a-9833-7fb0f5135313" providerId="ADAL" clId="{BE39BC92-915D-4BE9-AEA4-43CFA5564052}" dt="2021-01-28T03:58:46.283" v="1127" actId="20577"/>
        <pc:sldMkLst>
          <pc:docMk/>
          <pc:sldMk cId="3417266570" sldId="374"/>
        </pc:sldMkLst>
        <pc:spChg chg="mod">
          <ac:chgData name="鈴木 秀規" userId="f68c5fd9-22d5-4c0a-9833-7fb0f5135313" providerId="ADAL" clId="{BE39BC92-915D-4BE9-AEA4-43CFA5564052}" dt="2021-01-28T03:54:41.607" v="1071"/>
          <ac:spMkLst>
            <pc:docMk/>
            <pc:sldMk cId="3417266570" sldId="374"/>
            <ac:spMk id="3" creationId="{C9DA2D84-A78B-4723-B005-A44B1AF31487}"/>
          </ac:spMkLst>
        </pc:spChg>
        <pc:spChg chg="mod">
          <ac:chgData name="鈴木 秀規" userId="f68c5fd9-22d5-4c0a-9833-7fb0f5135313" providerId="ADAL" clId="{BE39BC92-915D-4BE9-AEA4-43CFA5564052}" dt="2021-01-28T03:55:11.327" v="1078" actId="14100"/>
          <ac:spMkLst>
            <pc:docMk/>
            <pc:sldMk cId="3417266570" sldId="374"/>
            <ac:spMk id="5" creationId="{D345FCF4-B188-436C-9FB4-5149C3180134}"/>
          </ac:spMkLst>
        </pc:spChg>
        <pc:spChg chg="add mod">
          <ac:chgData name="鈴木 秀規" userId="f68c5fd9-22d5-4c0a-9833-7fb0f5135313" providerId="ADAL" clId="{BE39BC92-915D-4BE9-AEA4-43CFA5564052}" dt="2021-01-28T03:58:46.283" v="1127" actId="20577"/>
          <ac:spMkLst>
            <pc:docMk/>
            <pc:sldMk cId="3417266570" sldId="374"/>
            <ac:spMk id="7" creationId="{8129B86A-332A-48A1-A39B-A2FF311F1205}"/>
          </ac:spMkLst>
        </pc:spChg>
        <pc:graphicFrameChg chg="add mod modGraphic">
          <ac:chgData name="鈴木 秀規" userId="f68c5fd9-22d5-4c0a-9833-7fb0f5135313" providerId="ADAL" clId="{BE39BC92-915D-4BE9-AEA4-43CFA5564052}" dt="2021-01-28T03:58:02.067" v="1121" actId="14734"/>
          <ac:graphicFrameMkLst>
            <pc:docMk/>
            <pc:sldMk cId="3417266570" sldId="374"/>
            <ac:graphicFrameMk id="6" creationId="{88E6580C-D2B8-4568-A1AF-041FFE84BA33}"/>
          </ac:graphicFrameMkLst>
        </pc:graphicFrameChg>
      </pc:sldChg>
      <pc:sldChg chg="del">
        <pc:chgData name="鈴木 秀規" userId="f68c5fd9-22d5-4c0a-9833-7fb0f5135313" providerId="ADAL" clId="{BE39BC92-915D-4BE9-AEA4-43CFA5564052}" dt="2021-01-28T02:07:53.316" v="9" actId="2696"/>
        <pc:sldMkLst>
          <pc:docMk/>
          <pc:sldMk cId="571433644" sldId="375"/>
        </pc:sldMkLst>
      </pc:sldChg>
      <pc:sldChg chg="modSp new mod">
        <pc:chgData name="鈴木 秀規" userId="f68c5fd9-22d5-4c0a-9833-7fb0f5135313" providerId="ADAL" clId="{BE39BC92-915D-4BE9-AEA4-43CFA5564052}" dt="2021-01-28T04:21:58.281" v="1158" actId="207"/>
        <pc:sldMkLst>
          <pc:docMk/>
          <pc:sldMk cId="3525173344" sldId="375"/>
        </pc:sldMkLst>
        <pc:spChg chg="mod">
          <ac:chgData name="鈴木 秀規" userId="f68c5fd9-22d5-4c0a-9833-7fb0f5135313" providerId="ADAL" clId="{BE39BC92-915D-4BE9-AEA4-43CFA5564052}" dt="2021-01-28T03:59:20.523" v="1129"/>
          <ac:spMkLst>
            <pc:docMk/>
            <pc:sldMk cId="3525173344" sldId="375"/>
            <ac:spMk id="3" creationId="{CFF83AF9-23FD-409D-BA32-6E187A1AD0E5}"/>
          </ac:spMkLst>
        </pc:spChg>
        <pc:spChg chg="mod">
          <ac:chgData name="鈴木 秀規" userId="f68c5fd9-22d5-4c0a-9833-7fb0f5135313" providerId="ADAL" clId="{BE39BC92-915D-4BE9-AEA4-43CFA5564052}" dt="2021-01-28T04:21:58.281" v="1158" actId="207"/>
          <ac:spMkLst>
            <pc:docMk/>
            <pc:sldMk cId="3525173344" sldId="375"/>
            <ac:spMk id="5" creationId="{2D51B0E8-E569-42F7-AADB-343F9AB29447}"/>
          </ac:spMkLst>
        </pc:spChg>
      </pc:sldChg>
      <pc:sldChg chg="del">
        <pc:chgData name="鈴木 秀規" userId="f68c5fd9-22d5-4c0a-9833-7fb0f5135313" providerId="ADAL" clId="{BE39BC92-915D-4BE9-AEA4-43CFA5564052}" dt="2021-01-28T02:07:53.316" v="9" actId="2696"/>
        <pc:sldMkLst>
          <pc:docMk/>
          <pc:sldMk cId="941335972" sldId="376"/>
        </pc:sldMkLst>
      </pc:sldChg>
      <pc:sldChg chg="addSp modSp new mod">
        <pc:chgData name="鈴木 秀規" userId="f68c5fd9-22d5-4c0a-9833-7fb0f5135313" providerId="ADAL" clId="{BE39BC92-915D-4BE9-AEA4-43CFA5564052}" dt="2021-01-28T04:35:20.492" v="1252" actId="1076"/>
        <pc:sldMkLst>
          <pc:docMk/>
          <pc:sldMk cId="3171014613" sldId="376"/>
        </pc:sldMkLst>
        <pc:spChg chg="mod">
          <ac:chgData name="鈴木 秀規" userId="f68c5fd9-22d5-4c0a-9833-7fb0f5135313" providerId="ADAL" clId="{BE39BC92-915D-4BE9-AEA4-43CFA5564052}" dt="2021-01-28T04:23:20.752" v="1160"/>
          <ac:spMkLst>
            <pc:docMk/>
            <pc:sldMk cId="3171014613" sldId="376"/>
            <ac:spMk id="3" creationId="{311F91AF-7155-4B82-88B3-F4166C8BEA1E}"/>
          </ac:spMkLst>
        </pc:spChg>
        <pc:spChg chg="mod">
          <ac:chgData name="鈴木 秀規" userId="f68c5fd9-22d5-4c0a-9833-7fb0f5135313" providerId="ADAL" clId="{BE39BC92-915D-4BE9-AEA4-43CFA5564052}" dt="2021-01-28T04:24:34.991" v="1171" actId="14100"/>
          <ac:spMkLst>
            <pc:docMk/>
            <pc:sldMk cId="3171014613" sldId="376"/>
            <ac:spMk id="5" creationId="{9C3F9CCC-831D-4CC8-95B8-42081476B942}"/>
          </ac:spMkLst>
        </pc:spChg>
        <pc:spChg chg="add mod">
          <ac:chgData name="鈴木 秀規" userId="f68c5fd9-22d5-4c0a-9833-7fb0f5135313" providerId="ADAL" clId="{BE39BC92-915D-4BE9-AEA4-43CFA5564052}" dt="2021-01-28T04:24:23.069" v="1170" actId="1076"/>
          <ac:spMkLst>
            <pc:docMk/>
            <pc:sldMk cId="3171014613" sldId="376"/>
            <ac:spMk id="6" creationId="{1AD082C2-24CD-44FE-AFEE-ACDEF88A2638}"/>
          </ac:spMkLst>
        </pc:spChg>
        <pc:spChg chg="add mod">
          <ac:chgData name="鈴木 秀規" userId="f68c5fd9-22d5-4c0a-9833-7fb0f5135313" providerId="ADAL" clId="{BE39BC92-915D-4BE9-AEA4-43CFA5564052}" dt="2021-01-28T04:24:23.069" v="1170" actId="1076"/>
          <ac:spMkLst>
            <pc:docMk/>
            <pc:sldMk cId="3171014613" sldId="376"/>
            <ac:spMk id="7" creationId="{0EE56090-810D-489D-9DE6-238965FD723D}"/>
          </ac:spMkLst>
        </pc:spChg>
        <pc:spChg chg="add mod">
          <ac:chgData name="鈴木 秀規" userId="f68c5fd9-22d5-4c0a-9833-7fb0f5135313" providerId="ADAL" clId="{BE39BC92-915D-4BE9-AEA4-43CFA5564052}" dt="2021-01-28T04:24:23.069" v="1170" actId="1076"/>
          <ac:spMkLst>
            <pc:docMk/>
            <pc:sldMk cId="3171014613" sldId="376"/>
            <ac:spMk id="8" creationId="{37E56712-A8C9-4619-BAA5-91CCF58E7A92}"/>
          </ac:spMkLst>
        </pc:spChg>
        <pc:spChg chg="add mod">
          <ac:chgData name="鈴木 秀規" userId="f68c5fd9-22d5-4c0a-9833-7fb0f5135313" providerId="ADAL" clId="{BE39BC92-915D-4BE9-AEA4-43CFA5564052}" dt="2021-01-28T04:24:23.069" v="1170" actId="1076"/>
          <ac:spMkLst>
            <pc:docMk/>
            <pc:sldMk cId="3171014613" sldId="376"/>
            <ac:spMk id="9" creationId="{037B035B-AB2C-4218-B9F0-DF203CEA7AB8}"/>
          </ac:spMkLst>
        </pc:spChg>
        <pc:spChg chg="add mod">
          <ac:chgData name="鈴木 秀規" userId="f68c5fd9-22d5-4c0a-9833-7fb0f5135313" providerId="ADAL" clId="{BE39BC92-915D-4BE9-AEA4-43CFA5564052}" dt="2021-01-28T04:24:23.069" v="1170" actId="1076"/>
          <ac:spMkLst>
            <pc:docMk/>
            <pc:sldMk cId="3171014613" sldId="376"/>
            <ac:spMk id="10" creationId="{61678391-7104-4373-AB29-825F1F76A3AF}"/>
          </ac:spMkLst>
        </pc:spChg>
        <pc:spChg chg="add mod">
          <ac:chgData name="鈴木 秀規" userId="f68c5fd9-22d5-4c0a-9833-7fb0f5135313" providerId="ADAL" clId="{BE39BC92-915D-4BE9-AEA4-43CFA5564052}" dt="2021-01-28T04:24:23.069" v="1170" actId="1076"/>
          <ac:spMkLst>
            <pc:docMk/>
            <pc:sldMk cId="3171014613" sldId="376"/>
            <ac:spMk id="11" creationId="{20ACFF16-E5BB-4679-A508-A320003142A7}"/>
          </ac:spMkLst>
        </pc:spChg>
        <pc:spChg chg="add mod">
          <ac:chgData name="鈴木 秀規" userId="f68c5fd9-22d5-4c0a-9833-7fb0f5135313" providerId="ADAL" clId="{BE39BC92-915D-4BE9-AEA4-43CFA5564052}" dt="2021-01-28T04:25:33.536" v="1182" actId="207"/>
          <ac:spMkLst>
            <pc:docMk/>
            <pc:sldMk cId="3171014613" sldId="376"/>
            <ac:spMk id="12" creationId="{4F80E6C8-F746-4D16-B77C-625BBF73EE36}"/>
          </ac:spMkLst>
        </pc:spChg>
        <pc:spChg chg="add mod">
          <ac:chgData name="鈴木 秀規" userId="f68c5fd9-22d5-4c0a-9833-7fb0f5135313" providerId="ADAL" clId="{BE39BC92-915D-4BE9-AEA4-43CFA5564052}" dt="2021-01-28T04:26:17.325" v="1189" actId="1076"/>
          <ac:spMkLst>
            <pc:docMk/>
            <pc:sldMk cId="3171014613" sldId="376"/>
            <ac:spMk id="13" creationId="{3D868C90-9825-42D3-8248-08A224DD70E5}"/>
          </ac:spMkLst>
        </pc:spChg>
        <pc:spChg chg="add mod">
          <ac:chgData name="鈴木 秀規" userId="f68c5fd9-22d5-4c0a-9833-7fb0f5135313" providerId="ADAL" clId="{BE39BC92-915D-4BE9-AEA4-43CFA5564052}" dt="2021-01-28T04:33:26.591" v="1225" actId="1076"/>
          <ac:spMkLst>
            <pc:docMk/>
            <pc:sldMk cId="3171014613" sldId="376"/>
            <ac:spMk id="14" creationId="{331F7C47-3702-4546-960B-C87C50225A10}"/>
          </ac:spMkLst>
        </pc:spChg>
        <pc:spChg chg="add mod">
          <ac:chgData name="鈴木 秀規" userId="f68c5fd9-22d5-4c0a-9833-7fb0f5135313" providerId="ADAL" clId="{BE39BC92-915D-4BE9-AEA4-43CFA5564052}" dt="2021-01-28T04:33:22.423" v="1224" actId="571"/>
          <ac:spMkLst>
            <pc:docMk/>
            <pc:sldMk cId="3171014613" sldId="376"/>
            <ac:spMk id="15" creationId="{9ECC0DDA-255E-495F-9AC7-A5960E56213B}"/>
          </ac:spMkLst>
        </pc:spChg>
        <pc:spChg chg="add mod">
          <ac:chgData name="鈴木 秀規" userId="f68c5fd9-22d5-4c0a-9833-7fb0f5135313" providerId="ADAL" clId="{BE39BC92-915D-4BE9-AEA4-43CFA5564052}" dt="2021-01-28T04:33:22.423" v="1224" actId="571"/>
          <ac:spMkLst>
            <pc:docMk/>
            <pc:sldMk cId="3171014613" sldId="376"/>
            <ac:spMk id="16" creationId="{10A648DB-B60E-411C-8BE7-DC3558918CDE}"/>
          </ac:spMkLst>
        </pc:spChg>
        <pc:spChg chg="add mod">
          <ac:chgData name="鈴木 秀規" userId="f68c5fd9-22d5-4c0a-9833-7fb0f5135313" providerId="ADAL" clId="{BE39BC92-915D-4BE9-AEA4-43CFA5564052}" dt="2021-01-28T04:33:22.423" v="1224" actId="571"/>
          <ac:spMkLst>
            <pc:docMk/>
            <pc:sldMk cId="3171014613" sldId="376"/>
            <ac:spMk id="17" creationId="{F1541D18-CF5A-4ADD-91A6-6A9C7418E8BD}"/>
          </ac:spMkLst>
        </pc:spChg>
        <pc:spChg chg="add mod">
          <ac:chgData name="鈴木 秀規" userId="f68c5fd9-22d5-4c0a-9833-7fb0f5135313" providerId="ADAL" clId="{BE39BC92-915D-4BE9-AEA4-43CFA5564052}" dt="2021-01-28T04:33:22.423" v="1224" actId="571"/>
          <ac:spMkLst>
            <pc:docMk/>
            <pc:sldMk cId="3171014613" sldId="376"/>
            <ac:spMk id="18" creationId="{1EFCEC40-F035-48F5-B711-D6B5968BDDFB}"/>
          </ac:spMkLst>
        </pc:spChg>
        <pc:spChg chg="add mod">
          <ac:chgData name="鈴木 秀規" userId="f68c5fd9-22d5-4c0a-9833-7fb0f5135313" providerId="ADAL" clId="{BE39BC92-915D-4BE9-AEA4-43CFA5564052}" dt="2021-01-28T04:34:06.673" v="1238" actId="20577"/>
          <ac:spMkLst>
            <pc:docMk/>
            <pc:sldMk cId="3171014613" sldId="376"/>
            <ac:spMk id="19" creationId="{624A6EBF-3B70-4889-A5A2-71F0D6A2C19C}"/>
          </ac:spMkLst>
        </pc:spChg>
        <pc:spChg chg="add mod">
          <ac:chgData name="鈴木 秀規" userId="f68c5fd9-22d5-4c0a-9833-7fb0f5135313" providerId="ADAL" clId="{BE39BC92-915D-4BE9-AEA4-43CFA5564052}" dt="2021-01-28T04:33:47.718" v="1227" actId="14100"/>
          <ac:spMkLst>
            <pc:docMk/>
            <pc:sldMk cId="3171014613" sldId="376"/>
            <ac:spMk id="20" creationId="{784ABAB6-C536-4062-A6EB-3F4F2C6612FB}"/>
          </ac:spMkLst>
        </pc:spChg>
        <pc:spChg chg="add mod">
          <ac:chgData name="鈴木 秀規" userId="f68c5fd9-22d5-4c0a-9833-7fb0f5135313" providerId="ADAL" clId="{BE39BC92-915D-4BE9-AEA4-43CFA5564052}" dt="2021-01-28T04:34:02.552" v="1229" actId="571"/>
          <ac:spMkLst>
            <pc:docMk/>
            <pc:sldMk cId="3171014613" sldId="376"/>
            <ac:spMk id="21" creationId="{9516A39C-5C5D-4DAB-B566-8C09DC3790CE}"/>
          </ac:spMkLst>
        </pc:spChg>
        <pc:spChg chg="add mod">
          <ac:chgData name="鈴木 秀規" userId="f68c5fd9-22d5-4c0a-9833-7fb0f5135313" providerId="ADAL" clId="{BE39BC92-915D-4BE9-AEA4-43CFA5564052}" dt="2021-01-28T04:35:20.492" v="1252" actId="1076"/>
          <ac:spMkLst>
            <pc:docMk/>
            <pc:sldMk cId="3171014613" sldId="376"/>
            <ac:spMk id="22" creationId="{245B9BBB-B2D6-4FE4-B3E6-8DD29E586E35}"/>
          </ac:spMkLst>
        </pc:spChg>
      </pc:sldChg>
      <pc:sldChg chg="del">
        <pc:chgData name="鈴木 秀規" userId="f68c5fd9-22d5-4c0a-9833-7fb0f5135313" providerId="ADAL" clId="{BE39BC92-915D-4BE9-AEA4-43CFA5564052}" dt="2021-01-28T02:07:53.316" v="9" actId="2696"/>
        <pc:sldMkLst>
          <pc:docMk/>
          <pc:sldMk cId="2664152079" sldId="377"/>
        </pc:sldMkLst>
      </pc:sldChg>
      <pc:sldChg chg="modSp new mod">
        <pc:chgData name="鈴木 秀規" userId="f68c5fd9-22d5-4c0a-9833-7fb0f5135313" providerId="ADAL" clId="{BE39BC92-915D-4BE9-AEA4-43CFA5564052}" dt="2021-01-28T04:37:09.418" v="1295" actId="207"/>
        <pc:sldMkLst>
          <pc:docMk/>
          <pc:sldMk cId="2808150330" sldId="377"/>
        </pc:sldMkLst>
        <pc:spChg chg="mod">
          <ac:chgData name="鈴木 秀規" userId="f68c5fd9-22d5-4c0a-9833-7fb0f5135313" providerId="ADAL" clId="{BE39BC92-915D-4BE9-AEA4-43CFA5564052}" dt="2021-01-28T04:35:35.804" v="1254"/>
          <ac:spMkLst>
            <pc:docMk/>
            <pc:sldMk cId="2808150330" sldId="377"/>
            <ac:spMk id="3" creationId="{FA6E5A94-9424-40DF-95D5-1E582A92AD4E}"/>
          </ac:spMkLst>
        </pc:spChg>
        <pc:spChg chg="mod">
          <ac:chgData name="鈴木 秀規" userId="f68c5fd9-22d5-4c0a-9833-7fb0f5135313" providerId="ADAL" clId="{BE39BC92-915D-4BE9-AEA4-43CFA5564052}" dt="2021-01-28T04:37:09.418" v="1295" actId="207"/>
          <ac:spMkLst>
            <pc:docMk/>
            <pc:sldMk cId="2808150330" sldId="377"/>
            <ac:spMk id="5" creationId="{A6E94E8B-D0B0-497E-A46A-3DCC8B1724F0}"/>
          </ac:spMkLst>
        </pc:spChg>
      </pc:sldChg>
      <pc:sldChg chg="addSp delSp modSp new mod modClrScheme chgLayout">
        <pc:chgData name="鈴木 秀規" userId="f68c5fd9-22d5-4c0a-9833-7fb0f5135313" providerId="ADAL" clId="{BE39BC92-915D-4BE9-AEA4-43CFA5564052}" dt="2021-01-28T04:42:36.164" v="1404" actId="1076"/>
        <pc:sldMkLst>
          <pc:docMk/>
          <pc:sldMk cId="406741734" sldId="378"/>
        </pc:sldMkLst>
        <pc:spChg chg="mod ord">
          <ac:chgData name="鈴木 秀規" userId="f68c5fd9-22d5-4c0a-9833-7fb0f5135313" providerId="ADAL" clId="{BE39BC92-915D-4BE9-AEA4-43CFA5564052}" dt="2021-01-28T04:38:21.059" v="1299" actId="700"/>
          <ac:spMkLst>
            <pc:docMk/>
            <pc:sldMk cId="406741734" sldId="378"/>
            <ac:spMk id="2" creationId="{B983ECB7-4070-4EB9-A9BA-BFD5F1988C69}"/>
          </ac:spMkLst>
        </pc:spChg>
        <pc:spChg chg="mod ord">
          <ac:chgData name="鈴木 秀規" userId="f68c5fd9-22d5-4c0a-9833-7fb0f5135313" providerId="ADAL" clId="{BE39BC92-915D-4BE9-AEA4-43CFA5564052}" dt="2021-01-28T04:40:20.312" v="1317" actId="1076"/>
          <ac:spMkLst>
            <pc:docMk/>
            <pc:sldMk cId="406741734" sldId="378"/>
            <ac:spMk id="3" creationId="{9E5F0CA8-9D1E-4BA6-AA47-DFA3DA17C06B}"/>
          </ac:spMkLst>
        </pc:spChg>
        <pc:spChg chg="mod ord">
          <ac:chgData name="鈴木 秀規" userId="f68c5fd9-22d5-4c0a-9833-7fb0f5135313" providerId="ADAL" clId="{BE39BC92-915D-4BE9-AEA4-43CFA5564052}" dt="2021-01-28T04:38:21.059" v="1299" actId="700"/>
          <ac:spMkLst>
            <pc:docMk/>
            <pc:sldMk cId="406741734" sldId="378"/>
            <ac:spMk id="4" creationId="{2F4457EF-D67C-4FA9-B013-3F9413BB0472}"/>
          </ac:spMkLst>
        </pc:spChg>
        <pc:spChg chg="del">
          <ac:chgData name="鈴木 秀規" userId="f68c5fd9-22d5-4c0a-9833-7fb0f5135313" providerId="ADAL" clId="{BE39BC92-915D-4BE9-AEA4-43CFA5564052}" dt="2021-01-28T04:38:17.817" v="1298" actId="700"/>
          <ac:spMkLst>
            <pc:docMk/>
            <pc:sldMk cId="406741734" sldId="378"/>
            <ac:spMk id="5" creationId="{39835A23-ACE9-407B-BD13-6F0664EF72B1}"/>
          </ac:spMkLst>
        </pc:spChg>
        <pc:spChg chg="add mod">
          <ac:chgData name="鈴木 秀規" userId="f68c5fd9-22d5-4c0a-9833-7fb0f5135313" providerId="ADAL" clId="{BE39BC92-915D-4BE9-AEA4-43CFA5564052}" dt="2021-01-28T04:42:36.164" v="1404" actId="1076"/>
          <ac:spMkLst>
            <pc:docMk/>
            <pc:sldMk cId="406741734" sldId="378"/>
            <ac:spMk id="7" creationId="{94428383-BDF5-4327-8C83-2EE0C9C9692C}"/>
          </ac:spMkLst>
        </pc:spChg>
        <pc:spChg chg="add mod">
          <ac:chgData name="鈴木 秀規" userId="f68c5fd9-22d5-4c0a-9833-7fb0f5135313" providerId="ADAL" clId="{BE39BC92-915D-4BE9-AEA4-43CFA5564052}" dt="2021-01-28T04:42:32.443" v="1403" actId="1076"/>
          <ac:spMkLst>
            <pc:docMk/>
            <pc:sldMk cId="406741734" sldId="378"/>
            <ac:spMk id="8" creationId="{50AEFE30-CA90-4A91-8BBA-A90D9AA4059A}"/>
          </ac:spMkLst>
        </pc:spChg>
        <pc:spChg chg="add mod">
          <ac:chgData name="鈴木 秀規" userId="f68c5fd9-22d5-4c0a-9833-7fb0f5135313" providerId="ADAL" clId="{BE39BC92-915D-4BE9-AEA4-43CFA5564052}" dt="2021-01-28T04:42:21.954" v="1402" actId="1076"/>
          <ac:spMkLst>
            <pc:docMk/>
            <pc:sldMk cId="406741734" sldId="378"/>
            <ac:spMk id="9" creationId="{EA5DEEDD-3C91-4255-B05B-D564E1CD681A}"/>
          </ac:spMkLst>
        </pc:spChg>
        <pc:spChg chg="add mod">
          <ac:chgData name="鈴木 秀規" userId="f68c5fd9-22d5-4c0a-9833-7fb0f5135313" providerId="ADAL" clId="{BE39BC92-915D-4BE9-AEA4-43CFA5564052}" dt="2021-01-28T04:42:21.954" v="1402" actId="1076"/>
          <ac:spMkLst>
            <pc:docMk/>
            <pc:sldMk cId="406741734" sldId="378"/>
            <ac:spMk id="10" creationId="{1E98B982-C49F-4BBF-9AD0-E6648175CFC9}"/>
          </ac:spMkLst>
        </pc:spChg>
        <pc:graphicFrameChg chg="add mod modGraphic">
          <ac:chgData name="鈴木 秀規" userId="f68c5fd9-22d5-4c0a-9833-7fb0f5135313" providerId="ADAL" clId="{BE39BC92-915D-4BE9-AEA4-43CFA5564052}" dt="2021-01-28T04:42:14.357" v="1401" actId="14100"/>
          <ac:graphicFrameMkLst>
            <pc:docMk/>
            <pc:sldMk cId="406741734" sldId="378"/>
            <ac:graphicFrameMk id="6" creationId="{80DEDF5B-A980-4B9F-9ADB-8AA360C0AEF0}"/>
          </ac:graphicFrameMkLst>
        </pc:graphicFrameChg>
      </pc:sldChg>
      <pc:sldChg chg="del">
        <pc:chgData name="鈴木 秀規" userId="f68c5fd9-22d5-4c0a-9833-7fb0f5135313" providerId="ADAL" clId="{BE39BC92-915D-4BE9-AEA4-43CFA5564052}" dt="2021-01-28T02:07:53.316" v="9" actId="2696"/>
        <pc:sldMkLst>
          <pc:docMk/>
          <pc:sldMk cId="3649152916" sldId="378"/>
        </pc:sldMkLst>
      </pc:sldChg>
      <pc:sldChg chg="addSp modSp new mod">
        <pc:chgData name="鈴木 秀規" userId="f68c5fd9-22d5-4c0a-9833-7fb0f5135313" providerId="ADAL" clId="{BE39BC92-915D-4BE9-AEA4-43CFA5564052}" dt="2021-01-28T04:46:54.998" v="1436"/>
        <pc:sldMkLst>
          <pc:docMk/>
          <pc:sldMk cId="449625136" sldId="379"/>
        </pc:sldMkLst>
        <pc:spChg chg="mod">
          <ac:chgData name="鈴木 秀規" userId="f68c5fd9-22d5-4c0a-9833-7fb0f5135313" providerId="ADAL" clId="{BE39BC92-915D-4BE9-AEA4-43CFA5564052}" dt="2021-01-28T04:42:58.492" v="1408"/>
          <ac:spMkLst>
            <pc:docMk/>
            <pc:sldMk cId="449625136" sldId="379"/>
            <ac:spMk id="3" creationId="{F055CD44-65FB-4F1A-A80A-8052AB76E1C3}"/>
          </ac:spMkLst>
        </pc:spChg>
        <pc:spChg chg="add mod">
          <ac:chgData name="鈴木 秀規" userId="f68c5fd9-22d5-4c0a-9833-7fb0f5135313" providerId="ADAL" clId="{BE39BC92-915D-4BE9-AEA4-43CFA5564052}" dt="2021-01-28T04:43:12.026" v="1409"/>
          <ac:spMkLst>
            <pc:docMk/>
            <pc:sldMk cId="449625136" sldId="379"/>
            <ac:spMk id="5" creationId="{1BC739A0-353C-4E4D-A084-FEFFEBC71AAE}"/>
          </ac:spMkLst>
        </pc:spChg>
        <pc:spChg chg="add mod">
          <ac:chgData name="鈴木 秀規" userId="f68c5fd9-22d5-4c0a-9833-7fb0f5135313" providerId="ADAL" clId="{BE39BC92-915D-4BE9-AEA4-43CFA5564052}" dt="2021-01-28T04:46:31.885" v="1430" actId="1076"/>
          <ac:spMkLst>
            <pc:docMk/>
            <pc:sldMk cId="449625136" sldId="379"/>
            <ac:spMk id="7" creationId="{52DA9BAD-191D-4E9C-8997-20F7DC6FE161}"/>
          </ac:spMkLst>
        </pc:spChg>
        <pc:spChg chg="add mod">
          <ac:chgData name="鈴木 秀規" userId="f68c5fd9-22d5-4c0a-9833-7fb0f5135313" providerId="ADAL" clId="{BE39BC92-915D-4BE9-AEA4-43CFA5564052}" dt="2021-01-28T04:46:54.998" v="1436"/>
          <ac:spMkLst>
            <pc:docMk/>
            <pc:sldMk cId="449625136" sldId="379"/>
            <ac:spMk id="9" creationId="{79B170A4-53A6-4074-BFDF-AEEF03E95FEF}"/>
          </ac:spMkLst>
        </pc:spChg>
        <pc:graphicFrameChg chg="add mod modGraphic">
          <ac:chgData name="鈴木 秀規" userId="f68c5fd9-22d5-4c0a-9833-7fb0f5135313" providerId="ADAL" clId="{BE39BC92-915D-4BE9-AEA4-43CFA5564052}" dt="2021-01-28T04:43:58.487" v="1418"/>
          <ac:graphicFrameMkLst>
            <pc:docMk/>
            <pc:sldMk cId="449625136" sldId="379"/>
            <ac:graphicFrameMk id="6" creationId="{7BB308BA-B6BB-4022-85FB-9F8CBC0A9380}"/>
          </ac:graphicFrameMkLst>
        </pc:graphicFrameChg>
        <pc:graphicFrameChg chg="add mod modGraphic">
          <ac:chgData name="鈴木 秀規" userId="f68c5fd9-22d5-4c0a-9833-7fb0f5135313" providerId="ADAL" clId="{BE39BC92-915D-4BE9-AEA4-43CFA5564052}" dt="2021-01-28T04:46:27.080" v="1429" actId="1076"/>
          <ac:graphicFrameMkLst>
            <pc:docMk/>
            <pc:sldMk cId="449625136" sldId="379"/>
            <ac:graphicFrameMk id="8" creationId="{356FF9CD-B1B8-4CAE-85F0-424105CA5266}"/>
          </ac:graphicFrameMkLst>
        </pc:graphicFrameChg>
      </pc:sldChg>
      <pc:sldChg chg="del">
        <pc:chgData name="鈴木 秀規" userId="f68c5fd9-22d5-4c0a-9833-7fb0f5135313" providerId="ADAL" clId="{BE39BC92-915D-4BE9-AEA4-43CFA5564052}" dt="2021-01-28T02:07:53.316" v="9" actId="2696"/>
        <pc:sldMkLst>
          <pc:docMk/>
          <pc:sldMk cId="4159378562" sldId="379"/>
        </pc:sldMkLst>
      </pc:sldChg>
      <pc:sldChg chg="addSp modSp new mod modClrScheme chgLayout">
        <pc:chgData name="鈴木 秀規" userId="f68c5fd9-22d5-4c0a-9833-7fb0f5135313" providerId="ADAL" clId="{BE39BC92-915D-4BE9-AEA4-43CFA5564052}" dt="2021-01-28T04:48:00.821" v="1456" actId="207"/>
        <pc:sldMkLst>
          <pc:docMk/>
          <pc:sldMk cId="1911761034" sldId="380"/>
        </pc:sldMkLst>
        <pc:spChg chg="mod ord">
          <ac:chgData name="鈴木 秀規" userId="f68c5fd9-22d5-4c0a-9833-7fb0f5135313" providerId="ADAL" clId="{BE39BC92-915D-4BE9-AEA4-43CFA5564052}" dt="2021-01-28T04:47:20.854" v="1439" actId="700"/>
          <ac:spMkLst>
            <pc:docMk/>
            <pc:sldMk cId="1911761034" sldId="380"/>
            <ac:spMk id="2" creationId="{78E8D6A0-DB0C-4C22-837A-F24B180D3594}"/>
          </ac:spMkLst>
        </pc:spChg>
        <pc:spChg chg="mod ord">
          <ac:chgData name="鈴木 秀規" userId="f68c5fd9-22d5-4c0a-9833-7fb0f5135313" providerId="ADAL" clId="{BE39BC92-915D-4BE9-AEA4-43CFA5564052}" dt="2021-01-28T04:47:20.854" v="1439" actId="700"/>
          <ac:spMkLst>
            <pc:docMk/>
            <pc:sldMk cId="1911761034" sldId="380"/>
            <ac:spMk id="3" creationId="{1677D9CC-C96D-4EC5-9CAF-1D23C4A74CAC}"/>
          </ac:spMkLst>
        </pc:spChg>
        <pc:spChg chg="mod ord">
          <ac:chgData name="鈴木 秀規" userId="f68c5fd9-22d5-4c0a-9833-7fb0f5135313" providerId="ADAL" clId="{BE39BC92-915D-4BE9-AEA4-43CFA5564052}" dt="2021-01-28T04:47:20.854" v="1439" actId="700"/>
          <ac:spMkLst>
            <pc:docMk/>
            <pc:sldMk cId="1911761034" sldId="380"/>
            <ac:spMk id="4" creationId="{77559BE6-10B7-41C4-B3DE-D23B901449A0}"/>
          </ac:spMkLst>
        </pc:spChg>
        <pc:spChg chg="add mod ord">
          <ac:chgData name="鈴木 秀規" userId="f68c5fd9-22d5-4c0a-9833-7fb0f5135313" providerId="ADAL" clId="{BE39BC92-915D-4BE9-AEA4-43CFA5564052}" dt="2021-01-28T04:48:00.821" v="1456" actId="207"/>
          <ac:spMkLst>
            <pc:docMk/>
            <pc:sldMk cId="1911761034" sldId="380"/>
            <ac:spMk id="5" creationId="{B9147090-D778-4370-9F20-03AC80ADDE74}"/>
          </ac:spMkLst>
        </pc:spChg>
      </pc:sldChg>
      <pc:sldChg chg="del">
        <pc:chgData name="鈴木 秀規" userId="f68c5fd9-22d5-4c0a-9833-7fb0f5135313" providerId="ADAL" clId="{BE39BC92-915D-4BE9-AEA4-43CFA5564052}" dt="2021-01-28T02:07:53.316" v="9" actId="2696"/>
        <pc:sldMkLst>
          <pc:docMk/>
          <pc:sldMk cId="2745502941" sldId="380"/>
        </pc:sldMkLst>
      </pc:sldChg>
      <pc:sldChg chg="del">
        <pc:chgData name="鈴木 秀規" userId="f68c5fd9-22d5-4c0a-9833-7fb0f5135313" providerId="ADAL" clId="{BE39BC92-915D-4BE9-AEA4-43CFA5564052}" dt="2021-01-28T02:07:53.316" v="9" actId="2696"/>
        <pc:sldMkLst>
          <pc:docMk/>
          <pc:sldMk cId="301528646" sldId="381"/>
        </pc:sldMkLst>
      </pc:sldChg>
      <pc:sldChg chg="modSp new mod">
        <pc:chgData name="鈴木 秀規" userId="f68c5fd9-22d5-4c0a-9833-7fb0f5135313" providerId="ADAL" clId="{BE39BC92-915D-4BE9-AEA4-43CFA5564052}" dt="2021-01-28T04:49:32.770" v="1479" actId="207"/>
        <pc:sldMkLst>
          <pc:docMk/>
          <pc:sldMk cId="2111497926" sldId="381"/>
        </pc:sldMkLst>
        <pc:spChg chg="mod">
          <ac:chgData name="鈴木 秀規" userId="f68c5fd9-22d5-4c0a-9833-7fb0f5135313" providerId="ADAL" clId="{BE39BC92-915D-4BE9-AEA4-43CFA5564052}" dt="2021-01-28T04:48:32.954" v="1458"/>
          <ac:spMkLst>
            <pc:docMk/>
            <pc:sldMk cId="2111497926" sldId="381"/>
            <ac:spMk id="3" creationId="{A606E178-846D-4A22-AF83-37B3AE1BDFFF}"/>
          </ac:spMkLst>
        </pc:spChg>
        <pc:spChg chg="mod">
          <ac:chgData name="鈴木 秀規" userId="f68c5fd9-22d5-4c0a-9833-7fb0f5135313" providerId="ADAL" clId="{BE39BC92-915D-4BE9-AEA4-43CFA5564052}" dt="2021-01-28T04:49:32.770" v="1479" actId="207"/>
          <ac:spMkLst>
            <pc:docMk/>
            <pc:sldMk cId="2111497926" sldId="381"/>
            <ac:spMk id="5" creationId="{97FF8E1B-6515-4505-A6A5-65F15F62F25E}"/>
          </ac:spMkLst>
        </pc:spChg>
      </pc:sldChg>
      <pc:sldChg chg="new del">
        <pc:chgData name="鈴木 秀規" userId="f68c5fd9-22d5-4c0a-9833-7fb0f5135313" providerId="ADAL" clId="{BE39BC92-915D-4BE9-AEA4-43CFA5564052}" dt="2021-01-28T04:49:57.117" v="1481" actId="2696"/>
        <pc:sldMkLst>
          <pc:docMk/>
          <pc:sldMk cId="3242223749" sldId="382"/>
        </pc:sldMkLst>
      </pc:sldChg>
      <pc:sldChg chg="del">
        <pc:chgData name="鈴木 秀規" userId="f68c5fd9-22d5-4c0a-9833-7fb0f5135313" providerId="ADAL" clId="{BE39BC92-915D-4BE9-AEA4-43CFA5564052}" dt="2021-01-28T02:07:53.316" v="9" actId="2696"/>
        <pc:sldMkLst>
          <pc:docMk/>
          <pc:sldMk cId="3737758823" sldId="382"/>
        </pc:sldMkLst>
      </pc:sldChg>
      <pc:sldChg chg="del">
        <pc:chgData name="鈴木 秀規" userId="f68c5fd9-22d5-4c0a-9833-7fb0f5135313" providerId="ADAL" clId="{BE39BC92-915D-4BE9-AEA4-43CFA5564052}" dt="2021-01-28T02:07:53.316" v="9" actId="2696"/>
        <pc:sldMkLst>
          <pc:docMk/>
          <pc:sldMk cId="1383500861" sldId="383"/>
        </pc:sldMkLst>
      </pc:sldChg>
      <pc:sldChg chg="del">
        <pc:chgData name="鈴木 秀規" userId="f68c5fd9-22d5-4c0a-9833-7fb0f5135313" providerId="ADAL" clId="{BE39BC92-915D-4BE9-AEA4-43CFA5564052}" dt="2021-01-28T02:07:53.316" v="9" actId="2696"/>
        <pc:sldMkLst>
          <pc:docMk/>
          <pc:sldMk cId="1710849802" sldId="384"/>
        </pc:sldMkLst>
      </pc:sldChg>
      <pc:sldChg chg="del">
        <pc:chgData name="鈴木 秀規" userId="f68c5fd9-22d5-4c0a-9833-7fb0f5135313" providerId="ADAL" clId="{BE39BC92-915D-4BE9-AEA4-43CFA5564052}" dt="2021-01-28T02:07:53.316" v="9" actId="2696"/>
        <pc:sldMkLst>
          <pc:docMk/>
          <pc:sldMk cId="3198427957" sldId="385"/>
        </pc:sldMkLst>
      </pc:sldChg>
      <pc:sldChg chg="del">
        <pc:chgData name="鈴木 秀規" userId="f68c5fd9-22d5-4c0a-9833-7fb0f5135313" providerId="ADAL" clId="{BE39BC92-915D-4BE9-AEA4-43CFA5564052}" dt="2021-01-28T02:07:53.316" v="9" actId="2696"/>
        <pc:sldMkLst>
          <pc:docMk/>
          <pc:sldMk cId="2401145918" sldId="386"/>
        </pc:sldMkLst>
      </pc:sldChg>
      <pc:sldChg chg="del">
        <pc:chgData name="鈴木 秀規" userId="f68c5fd9-22d5-4c0a-9833-7fb0f5135313" providerId="ADAL" clId="{BE39BC92-915D-4BE9-AEA4-43CFA5564052}" dt="2021-01-28T02:07:53.316" v="9" actId="2696"/>
        <pc:sldMkLst>
          <pc:docMk/>
          <pc:sldMk cId="3730994383" sldId="387"/>
        </pc:sldMkLst>
      </pc:sldChg>
      <pc:sldChg chg="del">
        <pc:chgData name="鈴木 秀規" userId="f68c5fd9-22d5-4c0a-9833-7fb0f5135313" providerId="ADAL" clId="{BE39BC92-915D-4BE9-AEA4-43CFA5564052}" dt="2021-01-28T02:07:53.316" v="9" actId="2696"/>
        <pc:sldMkLst>
          <pc:docMk/>
          <pc:sldMk cId="218868488" sldId="388"/>
        </pc:sldMkLst>
      </pc:sldChg>
      <pc:sldChg chg="del">
        <pc:chgData name="鈴木 秀規" userId="f68c5fd9-22d5-4c0a-9833-7fb0f5135313" providerId="ADAL" clId="{BE39BC92-915D-4BE9-AEA4-43CFA5564052}" dt="2021-01-28T02:07:53.316" v="9" actId="2696"/>
        <pc:sldMkLst>
          <pc:docMk/>
          <pc:sldMk cId="2271233834" sldId="389"/>
        </pc:sldMkLst>
      </pc:sldChg>
      <pc:sldChg chg="del">
        <pc:chgData name="鈴木 秀規" userId="f68c5fd9-22d5-4c0a-9833-7fb0f5135313" providerId="ADAL" clId="{BE39BC92-915D-4BE9-AEA4-43CFA5564052}" dt="2021-01-28T02:07:53.316" v="9" actId="2696"/>
        <pc:sldMkLst>
          <pc:docMk/>
          <pc:sldMk cId="613103497" sldId="390"/>
        </pc:sldMkLst>
      </pc:sldChg>
      <pc:sldChg chg="del">
        <pc:chgData name="鈴木 秀規" userId="f68c5fd9-22d5-4c0a-9833-7fb0f5135313" providerId="ADAL" clId="{BE39BC92-915D-4BE9-AEA4-43CFA5564052}" dt="2021-01-28T02:07:53.316" v="9" actId="2696"/>
        <pc:sldMkLst>
          <pc:docMk/>
          <pc:sldMk cId="2862026351" sldId="391"/>
        </pc:sldMkLst>
      </pc:sldChg>
      <pc:sldChg chg="del">
        <pc:chgData name="鈴木 秀規" userId="f68c5fd9-22d5-4c0a-9833-7fb0f5135313" providerId="ADAL" clId="{BE39BC92-915D-4BE9-AEA4-43CFA5564052}" dt="2021-01-28T02:07:53.316" v="9" actId="2696"/>
        <pc:sldMkLst>
          <pc:docMk/>
          <pc:sldMk cId="539211239" sldId="392"/>
        </pc:sldMkLst>
      </pc:sldChg>
      <pc:sldChg chg="del">
        <pc:chgData name="鈴木 秀規" userId="f68c5fd9-22d5-4c0a-9833-7fb0f5135313" providerId="ADAL" clId="{BE39BC92-915D-4BE9-AEA4-43CFA5564052}" dt="2021-01-28T02:07:53.316" v="9" actId="2696"/>
        <pc:sldMkLst>
          <pc:docMk/>
          <pc:sldMk cId="382950322" sldId="393"/>
        </pc:sldMkLst>
      </pc:sldChg>
      <pc:sldChg chg="del">
        <pc:chgData name="鈴木 秀規" userId="f68c5fd9-22d5-4c0a-9833-7fb0f5135313" providerId="ADAL" clId="{BE39BC92-915D-4BE9-AEA4-43CFA5564052}" dt="2021-01-28T02:07:53.316" v="9" actId="2696"/>
        <pc:sldMkLst>
          <pc:docMk/>
          <pc:sldMk cId="2892649949" sldId="394"/>
        </pc:sldMkLst>
      </pc:sldChg>
      <pc:sldChg chg="del">
        <pc:chgData name="鈴木 秀規" userId="f68c5fd9-22d5-4c0a-9833-7fb0f5135313" providerId="ADAL" clId="{BE39BC92-915D-4BE9-AEA4-43CFA5564052}" dt="2021-01-28T02:07:53.316" v="9" actId="2696"/>
        <pc:sldMkLst>
          <pc:docMk/>
          <pc:sldMk cId="3667572454" sldId="395"/>
        </pc:sldMkLst>
      </pc:sldChg>
      <pc:sldChg chg="del">
        <pc:chgData name="鈴木 秀規" userId="f68c5fd9-22d5-4c0a-9833-7fb0f5135313" providerId="ADAL" clId="{BE39BC92-915D-4BE9-AEA4-43CFA5564052}" dt="2021-01-28T02:07:53.316" v="9" actId="2696"/>
        <pc:sldMkLst>
          <pc:docMk/>
          <pc:sldMk cId="3508846154" sldId="396"/>
        </pc:sldMkLst>
      </pc:sldChg>
      <pc:sldChg chg="del">
        <pc:chgData name="鈴木 秀規" userId="f68c5fd9-22d5-4c0a-9833-7fb0f5135313" providerId="ADAL" clId="{BE39BC92-915D-4BE9-AEA4-43CFA5564052}" dt="2021-01-28T02:07:53.316" v="9" actId="2696"/>
        <pc:sldMkLst>
          <pc:docMk/>
          <pc:sldMk cId="2748557657" sldId="397"/>
        </pc:sldMkLst>
      </pc:sldChg>
      <pc:sldChg chg="del">
        <pc:chgData name="鈴木 秀規" userId="f68c5fd9-22d5-4c0a-9833-7fb0f5135313" providerId="ADAL" clId="{BE39BC92-915D-4BE9-AEA4-43CFA5564052}" dt="2021-01-28T02:07:53.316" v="9" actId="2696"/>
        <pc:sldMkLst>
          <pc:docMk/>
          <pc:sldMk cId="2605664090" sldId="398"/>
        </pc:sldMkLst>
      </pc:sldChg>
      <pc:sldChg chg="del">
        <pc:chgData name="鈴木 秀規" userId="f68c5fd9-22d5-4c0a-9833-7fb0f5135313" providerId="ADAL" clId="{BE39BC92-915D-4BE9-AEA4-43CFA5564052}" dt="2021-01-28T02:07:53.316" v="9" actId="2696"/>
        <pc:sldMkLst>
          <pc:docMk/>
          <pc:sldMk cId="4011058669" sldId="399"/>
        </pc:sldMkLst>
      </pc:sldChg>
    </pc:docChg>
  </pc:docChgLst>
  <pc:docChgLst>
    <pc:chgData name="稔章 今野" userId="9659808f-245f-46a7-991e-983cdf43b7a2" providerId="ADAL" clId="{49FE8403-4D58-4404-9901-BADA30626FAA}"/>
    <pc:docChg chg="undo custSel modSld">
      <pc:chgData name="稔章 今野" userId="9659808f-245f-46a7-991e-983cdf43b7a2" providerId="ADAL" clId="{49FE8403-4D58-4404-9901-BADA30626FAA}" dt="2021-12-20T04:26:29.987" v="112" actId="14100"/>
      <pc:docMkLst>
        <pc:docMk/>
      </pc:docMkLst>
      <pc:sldChg chg="modSp mod">
        <pc:chgData name="稔章 今野" userId="9659808f-245f-46a7-991e-983cdf43b7a2" providerId="ADAL" clId="{49FE8403-4D58-4404-9901-BADA30626FAA}" dt="2021-12-20T04:26:29.987" v="112" actId="14100"/>
        <pc:sldMkLst>
          <pc:docMk/>
          <pc:sldMk cId="892564702" sldId="364"/>
        </pc:sldMkLst>
        <pc:spChg chg="mod">
          <ac:chgData name="稔章 今野" userId="9659808f-245f-46a7-991e-983cdf43b7a2" providerId="ADAL" clId="{49FE8403-4D58-4404-9901-BADA30626FAA}" dt="2021-12-20T04:26:29.987" v="112" actId="14100"/>
          <ac:spMkLst>
            <pc:docMk/>
            <pc:sldMk cId="892564702" sldId="364"/>
            <ac:spMk id="6" creationId="{FE65D27D-0149-42B1-B588-6237B78EC52D}"/>
          </ac:spMkLst>
        </pc:spChg>
      </pc:sldChg>
    </pc:docChg>
  </pc:docChgLst>
  <pc:docChgLst>
    <pc:chgData name="営業サーバ" userId="c35045ed-c185-45de-8f58-be20a28877d8" providerId="ADAL" clId="{07CA6D1A-4D83-4287-BAC8-3395B4D7599B}"/>
    <pc:docChg chg="modSld">
      <pc:chgData name="営業サーバ" userId="c35045ed-c185-45de-8f58-be20a28877d8" providerId="ADAL" clId="{07CA6D1A-4D83-4287-BAC8-3395B4D7599B}" dt="2021-03-30T23:55:09.216" v="5" actId="20577"/>
      <pc:docMkLst>
        <pc:docMk/>
      </pc:docMkLst>
      <pc:sldChg chg="modSp mod">
        <pc:chgData name="営業サーバ" userId="c35045ed-c185-45de-8f58-be20a28877d8" providerId="ADAL" clId="{07CA6D1A-4D83-4287-BAC8-3395B4D7599B}" dt="2021-03-30T23:55:09.216" v="5" actId="20577"/>
        <pc:sldMkLst>
          <pc:docMk/>
          <pc:sldMk cId="377703482" sldId="366"/>
        </pc:sldMkLst>
        <pc:spChg chg="mod">
          <ac:chgData name="営業サーバ" userId="c35045ed-c185-45de-8f58-be20a28877d8" providerId="ADAL" clId="{07CA6D1A-4D83-4287-BAC8-3395B4D7599B}" dt="2021-03-30T23:55:09.216" v="5" actId="20577"/>
          <ac:spMkLst>
            <pc:docMk/>
            <pc:sldMk cId="377703482" sldId="366"/>
            <ac:spMk id="7" creationId="{6A1013CB-F8F1-4365-9E51-38F0211BDFB9}"/>
          </ac:spMkLst>
        </pc:spChg>
      </pc:sldChg>
    </pc:docChg>
  </pc:docChgLst>
  <pc:docChgLst>
    <pc:chgData name="半田 拓哉" userId="1e4433e6-5c02-4084-a745-ce0b57f2b267" providerId="ADAL" clId="{32423188-DB14-425B-A75A-4FB0CF729DD6}"/>
    <pc:docChg chg="modSld">
      <pc:chgData name="半田 拓哉" userId="1e4433e6-5c02-4084-a745-ce0b57f2b267" providerId="ADAL" clId="{32423188-DB14-425B-A75A-4FB0CF729DD6}" dt="2022-04-27T07:28:25.338" v="0" actId="20577"/>
      <pc:docMkLst>
        <pc:docMk/>
      </pc:docMkLst>
      <pc:sldChg chg="modSp mod">
        <pc:chgData name="半田 拓哉" userId="1e4433e6-5c02-4084-a745-ce0b57f2b267" providerId="ADAL" clId="{32423188-DB14-425B-A75A-4FB0CF729DD6}" dt="2022-04-27T07:28:25.338" v="0" actId="20577"/>
        <pc:sldMkLst>
          <pc:docMk/>
          <pc:sldMk cId="3582910149" sldId="460"/>
        </pc:sldMkLst>
        <pc:spChg chg="mod">
          <ac:chgData name="半田 拓哉" userId="1e4433e6-5c02-4084-a745-ce0b57f2b267" providerId="ADAL" clId="{32423188-DB14-425B-A75A-4FB0CF729DD6}" dt="2022-04-27T07:28:25.338" v="0" actId="20577"/>
          <ac:spMkLst>
            <pc:docMk/>
            <pc:sldMk cId="3582910149" sldId="460"/>
            <ac:spMk id="9" creationId="{201B2836-6CC9-4371-AB79-98A2322D4FA4}"/>
          </ac:spMkLst>
        </pc:spChg>
      </pc:sldChg>
    </pc:docChg>
  </pc:docChgLst>
  <pc:docChgLst>
    <pc:chgData name="鈴木 秀規" userId="f68c5fd9-22d5-4c0a-9833-7fb0f5135313" providerId="ADAL" clId="{C48D08EA-87AE-42E8-BBEE-EAFFD27F622E}"/>
    <pc:docChg chg="undo custSel addSld delSld modSld">
      <pc:chgData name="鈴木 秀規" userId="f68c5fd9-22d5-4c0a-9833-7fb0f5135313" providerId="ADAL" clId="{C48D08EA-87AE-42E8-BBEE-EAFFD27F622E}" dt="2021-01-29T02:13:33.664" v="359" actId="403"/>
      <pc:docMkLst>
        <pc:docMk/>
      </pc:docMkLst>
      <pc:sldChg chg="modSp mod">
        <pc:chgData name="鈴木 秀規" userId="f68c5fd9-22d5-4c0a-9833-7fb0f5135313" providerId="ADAL" clId="{C48D08EA-87AE-42E8-BBEE-EAFFD27F622E}" dt="2021-01-29T01:42:00.706" v="19" actId="20577"/>
        <pc:sldMkLst>
          <pc:docMk/>
          <pc:sldMk cId="0" sldId="256"/>
        </pc:sldMkLst>
        <pc:spChg chg="mod">
          <ac:chgData name="鈴木 秀規" userId="f68c5fd9-22d5-4c0a-9833-7fb0f5135313" providerId="ADAL" clId="{C48D08EA-87AE-42E8-BBEE-EAFFD27F622E}" dt="2021-01-29T01:42:00.706" v="19" actId="20577"/>
          <ac:spMkLst>
            <pc:docMk/>
            <pc:sldMk cId="0" sldId="256"/>
            <ac:spMk id="56" creationId="{00000000-0000-0000-0000-000000000000}"/>
          </ac:spMkLst>
        </pc:spChg>
      </pc:sldChg>
      <pc:sldChg chg="addSp delSp modSp mod">
        <pc:chgData name="鈴木 秀規" userId="f68c5fd9-22d5-4c0a-9833-7fb0f5135313" providerId="ADAL" clId="{C48D08EA-87AE-42E8-BBEE-EAFFD27F622E}" dt="2021-01-29T01:44:30.942" v="40" actId="12"/>
        <pc:sldMkLst>
          <pc:docMk/>
          <pc:sldMk cId="2397736379" sldId="363"/>
        </pc:sldMkLst>
        <pc:spChg chg="mod">
          <ac:chgData name="鈴木 秀規" userId="f68c5fd9-22d5-4c0a-9833-7fb0f5135313" providerId="ADAL" clId="{C48D08EA-87AE-42E8-BBEE-EAFFD27F622E}" dt="2021-01-29T01:42:36.385" v="21"/>
          <ac:spMkLst>
            <pc:docMk/>
            <pc:sldMk cId="2397736379" sldId="363"/>
            <ac:spMk id="7" creationId="{9630AD22-E64D-4A96-B059-2AF9F6580C25}"/>
          </ac:spMkLst>
        </pc:spChg>
        <pc:spChg chg="mod">
          <ac:chgData name="鈴木 秀規" userId="f68c5fd9-22d5-4c0a-9833-7fb0f5135313" providerId="ADAL" clId="{C48D08EA-87AE-42E8-BBEE-EAFFD27F622E}" dt="2021-01-29T01:43:13.936" v="32" actId="12"/>
          <ac:spMkLst>
            <pc:docMk/>
            <pc:sldMk cId="2397736379" sldId="363"/>
            <ac:spMk id="8" creationId="{787CF02A-01AB-4517-BA3E-25572FA82648}"/>
          </ac:spMkLst>
        </pc:spChg>
        <pc:spChg chg="del">
          <ac:chgData name="鈴木 秀規" userId="f68c5fd9-22d5-4c0a-9833-7fb0f5135313" providerId="ADAL" clId="{C48D08EA-87AE-42E8-BBEE-EAFFD27F622E}" dt="2021-01-29T01:42:40.720" v="22" actId="478"/>
          <ac:spMkLst>
            <pc:docMk/>
            <pc:sldMk cId="2397736379" sldId="363"/>
            <ac:spMk id="10" creationId="{911442F2-F4B8-4099-A8A6-599A6EDD893E}"/>
          </ac:spMkLst>
        </pc:spChg>
        <pc:spChg chg="del">
          <ac:chgData name="鈴木 秀規" userId="f68c5fd9-22d5-4c0a-9833-7fb0f5135313" providerId="ADAL" clId="{C48D08EA-87AE-42E8-BBEE-EAFFD27F622E}" dt="2021-01-29T01:42:40.720" v="22" actId="478"/>
          <ac:spMkLst>
            <pc:docMk/>
            <pc:sldMk cId="2397736379" sldId="363"/>
            <ac:spMk id="13" creationId="{23E592F8-E3F8-4B51-85D4-196586C25C17}"/>
          </ac:spMkLst>
        </pc:spChg>
        <pc:spChg chg="del">
          <ac:chgData name="鈴木 秀規" userId="f68c5fd9-22d5-4c0a-9833-7fb0f5135313" providerId="ADAL" clId="{C48D08EA-87AE-42E8-BBEE-EAFFD27F622E}" dt="2021-01-29T01:42:40.720" v="22" actId="478"/>
          <ac:spMkLst>
            <pc:docMk/>
            <pc:sldMk cId="2397736379" sldId="363"/>
            <ac:spMk id="15" creationId="{E93D3E84-AF14-45FD-A18C-1157A824A4F2}"/>
          </ac:spMkLst>
        </pc:spChg>
        <pc:spChg chg="del">
          <ac:chgData name="鈴木 秀規" userId="f68c5fd9-22d5-4c0a-9833-7fb0f5135313" providerId="ADAL" clId="{C48D08EA-87AE-42E8-BBEE-EAFFD27F622E}" dt="2021-01-29T01:42:40.720" v="22" actId="478"/>
          <ac:spMkLst>
            <pc:docMk/>
            <pc:sldMk cId="2397736379" sldId="363"/>
            <ac:spMk id="16" creationId="{72D53803-E65D-438C-ADC1-E600E85FFC40}"/>
          </ac:spMkLst>
        </pc:spChg>
        <pc:spChg chg="del">
          <ac:chgData name="鈴木 秀規" userId="f68c5fd9-22d5-4c0a-9833-7fb0f5135313" providerId="ADAL" clId="{C48D08EA-87AE-42E8-BBEE-EAFFD27F622E}" dt="2021-01-29T01:42:40.720" v="22" actId="478"/>
          <ac:spMkLst>
            <pc:docMk/>
            <pc:sldMk cId="2397736379" sldId="363"/>
            <ac:spMk id="17" creationId="{E68CE154-3E64-4D25-BE5B-BDCDB382FBBC}"/>
          </ac:spMkLst>
        </pc:spChg>
        <pc:spChg chg="del">
          <ac:chgData name="鈴木 秀規" userId="f68c5fd9-22d5-4c0a-9833-7fb0f5135313" providerId="ADAL" clId="{C48D08EA-87AE-42E8-BBEE-EAFFD27F622E}" dt="2021-01-29T01:42:40.720" v="22" actId="478"/>
          <ac:spMkLst>
            <pc:docMk/>
            <pc:sldMk cId="2397736379" sldId="363"/>
            <ac:spMk id="18" creationId="{8A195237-21F3-4DFB-95FE-39AC02A46D75}"/>
          </ac:spMkLst>
        </pc:spChg>
        <pc:spChg chg="del">
          <ac:chgData name="鈴木 秀規" userId="f68c5fd9-22d5-4c0a-9833-7fb0f5135313" providerId="ADAL" clId="{C48D08EA-87AE-42E8-BBEE-EAFFD27F622E}" dt="2021-01-29T01:42:40.720" v="22" actId="478"/>
          <ac:spMkLst>
            <pc:docMk/>
            <pc:sldMk cId="2397736379" sldId="363"/>
            <ac:spMk id="20" creationId="{D20D5368-51BF-4D9C-9BF0-657E18487D90}"/>
          </ac:spMkLst>
        </pc:spChg>
        <pc:spChg chg="del">
          <ac:chgData name="鈴木 秀規" userId="f68c5fd9-22d5-4c0a-9833-7fb0f5135313" providerId="ADAL" clId="{C48D08EA-87AE-42E8-BBEE-EAFFD27F622E}" dt="2021-01-29T01:42:40.720" v="22" actId="478"/>
          <ac:spMkLst>
            <pc:docMk/>
            <pc:sldMk cId="2397736379" sldId="363"/>
            <ac:spMk id="21" creationId="{D2C1CCFA-0795-496F-B2DD-3DADD560165B}"/>
          </ac:spMkLst>
        </pc:spChg>
        <pc:spChg chg="add mod">
          <ac:chgData name="鈴木 秀規" userId="f68c5fd9-22d5-4c0a-9833-7fb0f5135313" providerId="ADAL" clId="{C48D08EA-87AE-42E8-BBEE-EAFFD27F622E}" dt="2021-01-29T01:44:18.993" v="38" actId="1076"/>
          <ac:spMkLst>
            <pc:docMk/>
            <pc:sldMk cId="2397736379" sldId="363"/>
            <ac:spMk id="25" creationId="{6F73D290-1A37-4666-AE4E-056CFDBF2963}"/>
          </ac:spMkLst>
        </pc:spChg>
        <pc:spChg chg="add mod">
          <ac:chgData name="鈴木 秀規" userId="f68c5fd9-22d5-4c0a-9833-7fb0f5135313" providerId="ADAL" clId="{C48D08EA-87AE-42E8-BBEE-EAFFD27F622E}" dt="2021-01-29T01:44:30.942" v="40" actId="12"/>
          <ac:spMkLst>
            <pc:docMk/>
            <pc:sldMk cId="2397736379" sldId="363"/>
            <ac:spMk id="26" creationId="{D8B69E42-1911-4122-BBB0-EB93A222E3E7}"/>
          </ac:spMkLst>
        </pc:spChg>
        <pc:picChg chg="del">
          <ac:chgData name="鈴木 秀規" userId="f68c5fd9-22d5-4c0a-9833-7fb0f5135313" providerId="ADAL" clId="{C48D08EA-87AE-42E8-BBEE-EAFFD27F622E}" dt="2021-01-29T01:42:40.720" v="22" actId="478"/>
          <ac:picMkLst>
            <pc:docMk/>
            <pc:sldMk cId="2397736379" sldId="363"/>
            <ac:picMk id="11" creationId="{D2DDAA77-A5AC-429F-86FF-4F0146721908}"/>
          </ac:picMkLst>
        </pc:picChg>
        <pc:picChg chg="del">
          <ac:chgData name="鈴木 秀規" userId="f68c5fd9-22d5-4c0a-9833-7fb0f5135313" providerId="ADAL" clId="{C48D08EA-87AE-42E8-BBEE-EAFFD27F622E}" dt="2021-01-29T01:42:40.720" v="22" actId="478"/>
          <ac:picMkLst>
            <pc:docMk/>
            <pc:sldMk cId="2397736379" sldId="363"/>
            <ac:picMk id="12" creationId="{2199B8D1-CAE6-4898-BB1D-07D67193F2D1}"/>
          </ac:picMkLst>
        </pc:picChg>
        <pc:picChg chg="del">
          <ac:chgData name="鈴木 秀規" userId="f68c5fd9-22d5-4c0a-9833-7fb0f5135313" providerId="ADAL" clId="{C48D08EA-87AE-42E8-BBEE-EAFFD27F622E}" dt="2021-01-29T01:42:40.720" v="22" actId="478"/>
          <ac:picMkLst>
            <pc:docMk/>
            <pc:sldMk cId="2397736379" sldId="363"/>
            <ac:picMk id="14" creationId="{7BDAE766-1B33-4F9F-A358-B6E02E845A73}"/>
          </ac:picMkLst>
        </pc:picChg>
        <pc:picChg chg="add mod">
          <ac:chgData name="鈴木 秀規" userId="f68c5fd9-22d5-4c0a-9833-7fb0f5135313" providerId="ADAL" clId="{C48D08EA-87AE-42E8-BBEE-EAFFD27F622E}" dt="2021-01-29T01:44:18.993" v="38" actId="1076"/>
          <ac:picMkLst>
            <pc:docMk/>
            <pc:sldMk cId="2397736379" sldId="363"/>
            <ac:picMk id="22" creationId="{EBCFE6B6-3674-4542-897A-054F57AF9940}"/>
          </ac:picMkLst>
        </pc:picChg>
        <pc:picChg chg="add mod">
          <ac:chgData name="鈴木 秀規" userId="f68c5fd9-22d5-4c0a-9833-7fb0f5135313" providerId="ADAL" clId="{C48D08EA-87AE-42E8-BBEE-EAFFD27F622E}" dt="2021-01-29T01:44:18.993" v="38" actId="1076"/>
          <ac:picMkLst>
            <pc:docMk/>
            <pc:sldMk cId="2397736379" sldId="363"/>
            <ac:picMk id="23" creationId="{50430609-0E30-4E04-A0AB-4BEFD5706BAC}"/>
          </ac:picMkLst>
        </pc:picChg>
        <pc:cxnChg chg="del mod">
          <ac:chgData name="鈴木 秀規" userId="f68c5fd9-22d5-4c0a-9833-7fb0f5135313" providerId="ADAL" clId="{C48D08EA-87AE-42E8-BBEE-EAFFD27F622E}" dt="2021-01-29T01:42:40.720" v="22" actId="478"/>
          <ac:cxnSpMkLst>
            <pc:docMk/>
            <pc:sldMk cId="2397736379" sldId="363"/>
            <ac:cxnSpMk id="19" creationId="{16079599-50A7-49A6-83C1-B3323B66C70B}"/>
          </ac:cxnSpMkLst>
        </pc:cxnChg>
        <pc:cxnChg chg="add mod">
          <ac:chgData name="鈴木 秀規" userId="f68c5fd9-22d5-4c0a-9833-7fb0f5135313" providerId="ADAL" clId="{C48D08EA-87AE-42E8-BBEE-EAFFD27F622E}" dt="2021-01-29T01:44:18.993" v="38" actId="1076"/>
          <ac:cxnSpMkLst>
            <pc:docMk/>
            <pc:sldMk cId="2397736379" sldId="363"/>
            <ac:cxnSpMk id="24" creationId="{2971CE02-4FF4-45F7-8B9C-E59D75CEAF1D}"/>
          </ac:cxnSpMkLst>
        </pc:cxnChg>
      </pc:sldChg>
      <pc:sldChg chg="addSp modSp new mod">
        <pc:chgData name="鈴木 秀規" userId="f68c5fd9-22d5-4c0a-9833-7fb0f5135313" providerId="ADAL" clId="{C48D08EA-87AE-42E8-BBEE-EAFFD27F622E}" dt="2021-01-29T01:48:10.263" v="72" actId="207"/>
        <pc:sldMkLst>
          <pc:docMk/>
          <pc:sldMk cId="1491796703" sldId="364"/>
        </pc:sldMkLst>
        <pc:spChg chg="mod">
          <ac:chgData name="鈴木 秀規" userId="f68c5fd9-22d5-4c0a-9833-7fb0f5135313" providerId="ADAL" clId="{C48D08EA-87AE-42E8-BBEE-EAFFD27F622E}" dt="2021-01-29T01:44:44.348" v="42"/>
          <ac:spMkLst>
            <pc:docMk/>
            <pc:sldMk cId="1491796703" sldId="364"/>
            <ac:spMk id="3" creationId="{7792D0C0-CA82-473E-95FC-0F27B3EAC620}"/>
          </ac:spMkLst>
        </pc:spChg>
        <pc:spChg chg="mod">
          <ac:chgData name="鈴木 秀規" userId="f68c5fd9-22d5-4c0a-9833-7fb0f5135313" providerId="ADAL" clId="{C48D08EA-87AE-42E8-BBEE-EAFFD27F622E}" dt="2021-01-29T01:45:07.217" v="46" actId="14100"/>
          <ac:spMkLst>
            <pc:docMk/>
            <pc:sldMk cId="1491796703" sldId="364"/>
            <ac:spMk id="5" creationId="{0E555CD9-10A0-4852-932D-CCBC906DD192}"/>
          </ac:spMkLst>
        </pc:spChg>
        <pc:spChg chg="add mod">
          <ac:chgData name="鈴木 秀規" userId="f68c5fd9-22d5-4c0a-9833-7fb0f5135313" providerId="ADAL" clId="{C48D08EA-87AE-42E8-BBEE-EAFFD27F622E}" dt="2021-01-29T01:46:03.669" v="59" actId="14100"/>
          <ac:spMkLst>
            <pc:docMk/>
            <pc:sldMk cId="1491796703" sldId="364"/>
            <ac:spMk id="7" creationId="{131FE02A-70CC-40DF-9182-018F6982F20F}"/>
          </ac:spMkLst>
        </pc:spChg>
        <pc:spChg chg="add mod">
          <ac:chgData name="鈴木 秀規" userId="f68c5fd9-22d5-4c0a-9833-7fb0f5135313" providerId="ADAL" clId="{C48D08EA-87AE-42E8-BBEE-EAFFD27F622E}" dt="2021-01-29T01:48:10.263" v="72" actId="207"/>
          <ac:spMkLst>
            <pc:docMk/>
            <pc:sldMk cId="1491796703" sldId="364"/>
            <ac:spMk id="8" creationId="{48831A36-9810-407D-ADD4-926B54DA7678}"/>
          </ac:spMkLst>
        </pc:spChg>
        <pc:graphicFrameChg chg="add mod modGraphic">
          <ac:chgData name="鈴木 秀規" userId="f68c5fd9-22d5-4c0a-9833-7fb0f5135313" providerId="ADAL" clId="{C48D08EA-87AE-42E8-BBEE-EAFFD27F622E}" dt="2021-01-29T01:45:55.199" v="56" actId="12385"/>
          <ac:graphicFrameMkLst>
            <pc:docMk/>
            <pc:sldMk cId="1491796703" sldId="364"/>
            <ac:graphicFrameMk id="6" creationId="{DDCE8367-7279-4C22-95C0-573968E8B81E}"/>
          </ac:graphicFrameMkLst>
        </pc:graphicFrameChg>
      </pc:sldChg>
      <pc:sldChg chg="del">
        <pc:chgData name="鈴木 秀規" userId="f68c5fd9-22d5-4c0a-9833-7fb0f5135313" providerId="ADAL" clId="{C48D08EA-87AE-42E8-BBEE-EAFFD27F622E}" dt="2021-01-29T01:42:20.133" v="20" actId="2696"/>
        <pc:sldMkLst>
          <pc:docMk/>
          <pc:sldMk cId="3552865651" sldId="364"/>
        </pc:sldMkLst>
      </pc:sldChg>
      <pc:sldChg chg="del">
        <pc:chgData name="鈴木 秀規" userId="f68c5fd9-22d5-4c0a-9833-7fb0f5135313" providerId="ADAL" clId="{C48D08EA-87AE-42E8-BBEE-EAFFD27F622E}" dt="2021-01-29T01:42:20.133" v="20" actId="2696"/>
        <pc:sldMkLst>
          <pc:docMk/>
          <pc:sldMk cId="478947157" sldId="365"/>
        </pc:sldMkLst>
      </pc:sldChg>
      <pc:sldChg chg="addSp modSp new mod">
        <pc:chgData name="鈴木 秀規" userId="f68c5fd9-22d5-4c0a-9833-7fb0f5135313" providerId="ADAL" clId="{C48D08EA-87AE-42E8-BBEE-EAFFD27F622E}" dt="2021-01-29T01:51:01.956" v="111" actId="207"/>
        <pc:sldMkLst>
          <pc:docMk/>
          <pc:sldMk cId="2862888682" sldId="365"/>
        </pc:sldMkLst>
        <pc:spChg chg="mod">
          <ac:chgData name="鈴木 秀規" userId="f68c5fd9-22d5-4c0a-9833-7fb0f5135313" providerId="ADAL" clId="{C48D08EA-87AE-42E8-BBEE-EAFFD27F622E}" dt="2021-01-29T01:48:22.105" v="74"/>
          <ac:spMkLst>
            <pc:docMk/>
            <pc:sldMk cId="2862888682" sldId="365"/>
            <ac:spMk id="3" creationId="{1360C785-92EB-490D-A206-5FE9C8C4ACBF}"/>
          </ac:spMkLst>
        </pc:spChg>
        <pc:spChg chg="mod">
          <ac:chgData name="鈴木 秀規" userId="f68c5fd9-22d5-4c0a-9833-7fb0f5135313" providerId="ADAL" clId="{C48D08EA-87AE-42E8-BBEE-EAFFD27F622E}" dt="2021-01-29T01:48:43.788" v="78" actId="14100"/>
          <ac:spMkLst>
            <pc:docMk/>
            <pc:sldMk cId="2862888682" sldId="365"/>
            <ac:spMk id="5" creationId="{E2A04A57-AF9A-4B40-94FD-2A99CAF0FF6A}"/>
          </ac:spMkLst>
        </pc:spChg>
        <pc:spChg chg="add mod">
          <ac:chgData name="鈴木 秀規" userId="f68c5fd9-22d5-4c0a-9833-7fb0f5135313" providerId="ADAL" clId="{C48D08EA-87AE-42E8-BBEE-EAFFD27F622E}" dt="2021-01-29T01:51:01.956" v="111" actId="207"/>
          <ac:spMkLst>
            <pc:docMk/>
            <pc:sldMk cId="2862888682" sldId="365"/>
            <ac:spMk id="6" creationId="{52355757-E974-491E-8854-A7999A0DC253}"/>
          </ac:spMkLst>
        </pc:spChg>
      </pc:sldChg>
      <pc:sldChg chg="modSp add mod">
        <pc:chgData name="鈴木 秀規" userId="f68c5fd9-22d5-4c0a-9833-7fb0f5135313" providerId="ADAL" clId="{C48D08EA-87AE-42E8-BBEE-EAFFD27F622E}" dt="2021-01-29T01:51:55.876" v="116" actId="14100"/>
        <pc:sldMkLst>
          <pc:docMk/>
          <pc:sldMk cId="805013935" sldId="366"/>
        </pc:sldMkLst>
        <pc:spChg chg="mod">
          <ac:chgData name="鈴木 秀規" userId="f68c5fd9-22d5-4c0a-9833-7fb0f5135313" providerId="ADAL" clId="{C48D08EA-87AE-42E8-BBEE-EAFFD27F622E}" dt="2021-01-29T01:51:55.876" v="116" actId="14100"/>
          <ac:spMkLst>
            <pc:docMk/>
            <pc:sldMk cId="805013935" sldId="366"/>
            <ac:spMk id="6" creationId="{52355757-E974-491E-8854-A7999A0DC253}"/>
          </ac:spMkLst>
        </pc:spChg>
      </pc:sldChg>
      <pc:sldChg chg="del">
        <pc:chgData name="鈴木 秀規" userId="f68c5fd9-22d5-4c0a-9833-7fb0f5135313" providerId="ADAL" clId="{C48D08EA-87AE-42E8-BBEE-EAFFD27F622E}" dt="2021-01-29T01:42:20.133" v="20" actId="2696"/>
        <pc:sldMkLst>
          <pc:docMk/>
          <pc:sldMk cId="1806702686" sldId="366"/>
        </pc:sldMkLst>
      </pc:sldChg>
      <pc:sldChg chg="addSp modSp new mod">
        <pc:chgData name="鈴木 秀規" userId="f68c5fd9-22d5-4c0a-9833-7fb0f5135313" providerId="ADAL" clId="{C48D08EA-87AE-42E8-BBEE-EAFFD27F622E}" dt="2021-01-29T01:55:14.503" v="147" actId="1035"/>
        <pc:sldMkLst>
          <pc:docMk/>
          <pc:sldMk cId="1837428979" sldId="367"/>
        </pc:sldMkLst>
        <pc:spChg chg="mod">
          <ac:chgData name="鈴木 秀規" userId="f68c5fd9-22d5-4c0a-9833-7fb0f5135313" providerId="ADAL" clId="{C48D08EA-87AE-42E8-BBEE-EAFFD27F622E}" dt="2021-01-29T01:52:13.256" v="118"/>
          <ac:spMkLst>
            <pc:docMk/>
            <pc:sldMk cId="1837428979" sldId="367"/>
            <ac:spMk id="3" creationId="{978495FD-E0C5-42E9-A314-83ACF573D4BE}"/>
          </ac:spMkLst>
        </pc:spChg>
        <pc:spChg chg="mod">
          <ac:chgData name="鈴木 秀規" userId="f68c5fd9-22d5-4c0a-9833-7fb0f5135313" providerId="ADAL" clId="{C48D08EA-87AE-42E8-BBEE-EAFFD27F622E}" dt="2021-01-29T01:53:56.217" v="128" actId="14100"/>
          <ac:spMkLst>
            <pc:docMk/>
            <pc:sldMk cId="1837428979" sldId="367"/>
            <ac:spMk id="5" creationId="{8CEA63F3-D054-42AC-90C1-5FA6170C17B2}"/>
          </ac:spMkLst>
        </pc:spChg>
        <pc:spChg chg="add mod">
          <ac:chgData name="鈴木 秀規" userId="f68c5fd9-22d5-4c0a-9833-7fb0f5135313" providerId="ADAL" clId="{C48D08EA-87AE-42E8-BBEE-EAFFD27F622E}" dt="2021-01-29T01:55:08.905" v="144" actId="1035"/>
          <ac:spMkLst>
            <pc:docMk/>
            <pc:sldMk cId="1837428979" sldId="367"/>
            <ac:spMk id="6" creationId="{FAA5C2C9-5976-4AE6-ACBA-782CDA112D8D}"/>
          </ac:spMkLst>
        </pc:spChg>
        <pc:spChg chg="add mod">
          <ac:chgData name="鈴木 秀規" userId="f68c5fd9-22d5-4c0a-9833-7fb0f5135313" providerId="ADAL" clId="{C48D08EA-87AE-42E8-BBEE-EAFFD27F622E}" dt="2021-01-29T01:54:41.630" v="135" actId="2711"/>
          <ac:spMkLst>
            <pc:docMk/>
            <pc:sldMk cId="1837428979" sldId="367"/>
            <ac:spMk id="7" creationId="{0EB9DE99-767C-4362-8484-92D83744470B}"/>
          </ac:spMkLst>
        </pc:spChg>
        <pc:spChg chg="add mod">
          <ac:chgData name="鈴木 秀規" userId="f68c5fd9-22d5-4c0a-9833-7fb0f5135313" providerId="ADAL" clId="{C48D08EA-87AE-42E8-BBEE-EAFFD27F622E}" dt="2021-01-29T01:55:14.503" v="147" actId="1035"/>
          <ac:spMkLst>
            <pc:docMk/>
            <pc:sldMk cId="1837428979" sldId="367"/>
            <ac:spMk id="8" creationId="{D2126064-D7FB-447A-B0FF-145ED0B54FFD}"/>
          </ac:spMkLst>
        </pc:spChg>
      </pc:sldChg>
      <pc:sldChg chg="del">
        <pc:chgData name="鈴木 秀規" userId="f68c5fd9-22d5-4c0a-9833-7fb0f5135313" providerId="ADAL" clId="{C48D08EA-87AE-42E8-BBEE-EAFFD27F622E}" dt="2021-01-29T01:42:20.133" v="20" actId="2696"/>
        <pc:sldMkLst>
          <pc:docMk/>
          <pc:sldMk cId="2356507688" sldId="367"/>
        </pc:sldMkLst>
      </pc:sldChg>
      <pc:sldChg chg="addSp modSp new mod">
        <pc:chgData name="鈴木 秀規" userId="f68c5fd9-22d5-4c0a-9833-7fb0f5135313" providerId="ADAL" clId="{C48D08EA-87AE-42E8-BBEE-EAFFD27F622E}" dt="2021-01-29T01:58:19" v="220" actId="693"/>
        <pc:sldMkLst>
          <pc:docMk/>
          <pc:sldMk cId="1713287924" sldId="368"/>
        </pc:sldMkLst>
        <pc:spChg chg="mod">
          <ac:chgData name="鈴木 秀規" userId="f68c5fd9-22d5-4c0a-9833-7fb0f5135313" providerId="ADAL" clId="{C48D08EA-87AE-42E8-BBEE-EAFFD27F622E}" dt="2021-01-29T01:55:26.247" v="149"/>
          <ac:spMkLst>
            <pc:docMk/>
            <pc:sldMk cId="1713287924" sldId="368"/>
            <ac:spMk id="3" creationId="{9661A668-DD37-439B-ACDF-417309CE2BED}"/>
          </ac:spMkLst>
        </pc:spChg>
        <pc:spChg chg="mod">
          <ac:chgData name="鈴木 秀規" userId="f68c5fd9-22d5-4c0a-9833-7fb0f5135313" providerId="ADAL" clId="{C48D08EA-87AE-42E8-BBEE-EAFFD27F622E}" dt="2021-01-29T01:55:33.864" v="151"/>
          <ac:spMkLst>
            <pc:docMk/>
            <pc:sldMk cId="1713287924" sldId="368"/>
            <ac:spMk id="5" creationId="{5A15B9D0-4F4E-42B4-B01F-A2116727B752}"/>
          </ac:spMkLst>
        </pc:spChg>
        <pc:spChg chg="add mod">
          <ac:chgData name="鈴木 秀規" userId="f68c5fd9-22d5-4c0a-9833-7fb0f5135313" providerId="ADAL" clId="{C48D08EA-87AE-42E8-BBEE-EAFFD27F622E}" dt="2021-01-29T01:57:33.062" v="212" actId="14100"/>
          <ac:spMkLst>
            <pc:docMk/>
            <pc:sldMk cId="1713287924" sldId="368"/>
            <ac:spMk id="6" creationId="{27D288CC-DC7B-43CB-BE82-65B8A8FC66A8}"/>
          </ac:spMkLst>
        </pc:spChg>
        <pc:spChg chg="add mod">
          <ac:chgData name="鈴木 秀規" userId="f68c5fd9-22d5-4c0a-9833-7fb0f5135313" providerId="ADAL" clId="{C48D08EA-87AE-42E8-BBEE-EAFFD27F622E}" dt="2021-01-29T01:57:27.684" v="210" actId="571"/>
          <ac:spMkLst>
            <pc:docMk/>
            <pc:sldMk cId="1713287924" sldId="368"/>
            <ac:spMk id="7" creationId="{5A3F6696-A796-46DB-B92C-6A1E50DDCD7B}"/>
          </ac:spMkLst>
        </pc:spChg>
        <pc:spChg chg="add mod">
          <ac:chgData name="鈴木 秀規" userId="f68c5fd9-22d5-4c0a-9833-7fb0f5135313" providerId="ADAL" clId="{C48D08EA-87AE-42E8-BBEE-EAFFD27F622E}" dt="2021-01-29T01:57:41.822" v="214"/>
          <ac:spMkLst>
            <pc:docMk/>
            <pc:sldMk cId="1713287924" sldId="368"/>
            <ac:spMk id="8" creationId="{2BAC002D-400A-4640-82BC-83F23DA52987}"/>
          </ac:spMkLst>
        </pc:spChg>
        <pc:cxnChg chg="add mod">
          <ac:chgData name="鈴木 秀規" userId="f68c5fd9-22d5-4c0a-9833-7fb0f5135313" providerId="ADAL" clId="{C48D08EA-87AE-42E8-BBEE-EAFFD27F622E}" dt="2021-01-29T01:58:19" v="220" actId="693"/>
          <ac:cxnSpMkLst>
            <pc:docMk/>
            <pc:sldMk cId="1713287924" sldId="368"/>
            <ac:cxnSpMk id="10" creationId="{EEE9455F-E370-4E54-8FE3-1C29FE245664}"/>
          </ac:cxnSpMkLst>
        </pc:cxnChg>
      </pc:sldChg>
      <pc:sldChg chg="del">
        <pc:chgData name="鈴木 秀規" userId="f68c5fd9-22d5-4c0a-9833-7fb0f5135313" providerId="ADAL" clId="{C48D08EA-87AE-42E8-BBEE-EAFFD27F622E}" dt="2021-01-29T01:42:20.133" v="20" actId="2696"/>
        <pc:sldMkLst>
          <pc:docMk/>
          <pc:sldMk cId="3408830695" sldId="368"/>
        </pc:sldMkLst>
      </pc:sldChg>
      <pc:sldChg chg="addSp delSp modSp new mod">
        <pc:chgData name="鈴木 秀規" userId="f68c5fd9-22d5-4c0a-9833-7fb0f5135313" providerId="ADAL" clId="{C48D08EA-87AE-42E8-BBEE-EAFFD27F622E}" dt="2021-01-29T02:01:13.217" v="245" actId="1076"/>
        <pc:sldMkLst>
          <pc:docMk/>
          <pc:sldMk cId="2427838374" sldId="369"/>
        </pc:sldMkLst>
        <pc:spChg chg="mod">
          <ac:chgData name="鈴木 秀規" userId="f68c5fd9-22d5-4c0a-9833-7fb0f5135313" providerId="ADAL" clId="{C48D08EA-87AE-42E8-BBEE-EAFFD27F622E}" dt="2021-01-29T01:59:08.178" v="222"/>
          <ac:spMkLst>
            <pc:docMk/>
            <pc:sldMk cId="2427838374" sldId="369"/>
            <ac:spMk id="3" creationId="{5F3CF279-F6DF-412A-A369-C8AF3B4BD74C}"/>
          </ac:spMkLst>
        </pc:spChg>
        <pc:spChg chg="mod">
          <ac:chgData name="鈴木 秀規" userId="f68c5fd9-22d5-4c0a-9833-7fb0f5135313" providerId="ADAL" clId="{C48D08EA-87AE-42E8-BBEE-EAFFD27F622E}" dt="2021-01-29T01:59:25.087" v="225" actId="14100"/>
          <ac:spMkLst>
            <pc:docMk/>
            <pc:sldMk cId="2427838374" sldId="369"/>
            <ac:spMk id="5" creationId="{823413F9-1D7B-4446-A19F-D31D713846D2}"/>
          </ac:spMkLst>
        </pc:spChg>
        <pc:spChg chg="add mod">
          <ac:chgData name="鈴木 秀規" userId="f68c5fd9-22d5-4c0a-9833-7fb0f5135313" providerId="ADAL" clId="{C48D08EA-87AE-42E8-BBEE-EAFFD27F622E}" dt="2021-01-29T02:01:13.217" v="245" actId="1076"/>
          <ac:spMkLst>
            <pc:docMk/>
            <pc:sldMk cId="2427838374" sldId="369"/>
            <ac:spMk id="6" creationId="{F9089E6D-8895-4170-B5FD-8ABE44ECFA95}"/>
          </ac:spMkLst>
        </pc:spChg>
        <pc:spChg chg="add del mod">
          <ac:chgData name="鈴木 秀規" userId="f68c5fd9-22d5-4c0a-9833-7fb0f5135313" providerId="ADAL" clId="{C48D08EA-87AE-42E8-BBEE-EAFFD27F622E}" dt="2021-01-29T02:00:59.330" v="241" actId="478"/>
          <ac:spMkLst>
            <pc:docMk/>
            <pc:sldMk cId="2427838374" sldId="369"/>
            <ac:spMk id="7" creationId="{9AB81213-5131-41F9-B159-D81949CE8D9C}"/>
          </ac:spMkLst>
        </pc:spChg>
        <pc:spChg chg="add del mod">
          <ac:chgData name="鈴木 秀規" userId="f68c5fd9-22d5-4c0a-9833-7fb0f5135313" providerId="ADAL" clId="{C48D08EA-87AE-42E8-BBEE-EAFFD27F622E}" dt="2021-01-29T02:00:56.148" v="240"/>
          <ac:spMkLst>
            <pc:docMk/>
            <pc:sldMk cId="2427838374" sldId="369"/>
            <ac:spMk id="8" creationId="{820E8CA3-4EF3-4DA6-96DC-6AE5B7E82D17}"/>
          </ac:spMkLst>
        </pc:spChg>
        <pc:spChg chg="add del mod">
          <ac:chgData name="鈴木 秀規" userId="f68c5fd9-22d5-4c0a-9833-7fb0f5135313" providerId="ADAL" clId="{C48D08EA-87AE-42E8-BBEE-EAFFD27F622E}" dt="2021-01-29T02:00:56.148" v="240"/>
          <ac:spMkLst>
            <pc:docMk/>
            <pc:sldMk cId="2427838374" sldId="369"/>
            <ac:spMk id="9" creationId="{D8971F1A-05AB-43A4-A200-3B0EFC173A3A}"/>
          </ac:spMkLst>
        </pc:spChg>
      </pc:sldChg>
      <pc:sldChg chg="del">
        <pc:chgData name="鈴木 秀規" userId="f68c5fd9-22d5-4c0a-9833-7fb0f5135313" providerId="ADAL" clId="{C48D08EA-87AE-42E8-BBEE-EAFFD27F622E}" dt="2021-01-29T01:42:20.133" v="20" actId="2696"/>
        <pc:sldMkLst>
          <pc:docMk/>
          <pc:sldMk cId="2975628319" sldId="369"/>
        </pc:sldMkLst>
      </pc:sldChg>
      <pc:sldChg chg="addSp modSp new mod">
        <pc:chgData name="鈴木 秀規" userId="f68c5fd9-22d5-4c0a-9833-7fb0f5135313" providerId="ADAL" clId="{C48D08EA-87AE-42E8-BBEE-EAFFD27F622E}" dt="2021-01-29T02:03:38.403" v="272" actId="207"/>
        <pc:sldMkLst>
          <pc:docMk/>
          <pc:sldMk cId="1375847763" sldId="370"/>
        </pc:sldMkLst>
        <pc:spChg chg="mod">
          <ac:chgData name="鈴木 秀規" userId="f68c5fd9-22d5-4c0a-9833-7fb0f5135313" providerId="ADAL" clId="{C48D08EA-87AE-42E8-BBEE-EAFFD27F622E}" dt="2021-01-29T02:01:36.101" v="247"/>
          <ac:spMkLst>
            <pc:docMk/>
            <pc:sldMk cId="1375847763" sldId="370"/>
            <ac:spMk id="3" creationId="{257599A0-BD8E-43B6-893F-D3BD14BA35D3}"/>
          </ac:spMkLst>
        </pc:spChg>
        <pc:spChg chg="mod">
          <ac:chgData name="鈴木 秀規" userId="f68c5fd9-22d5-4c0a-9833-7fb0f5135313" providerId="ADAL" clId="{C48D08EA-87AE-42E8-BBEE-EAFFD27F622E}" dt="2021-01-29T02:01:55.592" v="251" actId="14100"/>
          <ac:spMkLst>
            <pc:docMk/>
            <pc:sldMk cId="1375847763" sldId="370"/>
            <ac:spMk id="5" creationId="{54EA06F8-723C-4C46-95CE-E7F36487A76B}"/>
          </ac:spMkLst>
        </pc:spChg>
        <pc:spChg chg="add mod">
          <ac:chgData name="鈴木 秀規" userId="f68c5fd9-22d5-4c0a-9833-7fb0f5135313" providerId="ADAL" clId="{C48D08EA-87AE-42E8-BBEE-EAFFD27F622E}" dt="2021-01-29T02:03:26.436" v="268" actId="207"/>
          <ac:spMkLst>
            <pc:docMk/>
            <pc:sldMk cId="1375847763" sldId="370"/>
            <ac:spMk id="6" creationId="{EDC03A83-EF88-45D1-9AA5-7EFBD979ACE9}"/>
          </ac:spMkLst>
        </pc:spChg>
        <pc:spChg chg="add mod">
          <ac:chgData name="鈴木 秀規" userId="f68c5fd9-22d5-4c0a-9833-7fb0f5135313" providerId="ADAL" clId="{C48D08EA-87AE-42E8-BBEE-EAFFD27F622E}" dt="2021-01-29T02:03:38.403" v="272" actId="207"/>
          <ac:spMkLst>
            <pc:docMk/>
            <pc:sldMk cId="1375847763" sldId="370"/>
            <ac:spMk id="7" creationId="{8D2A60D8-5FC3-4EE1-8F58-4DDBB91C99FE}"/>
          </ac:spMkLst>
        </pc:spChg>
      </pc:sldChg>
      <pc:sldChg chg="del">
        <pc:chgData name="鈴木 秀規" userId="f68c5fd9-22d5-4c0a-9833-7fb0f5135313" providerId="ADAL" clId="{C48D08EA-87AE-42E8-BBEE-EAFFD27F622E}" dt="2021-01-29T01:42:20.133" v="20" actId="2696"/>
        <pc:sldMkLst>
          <pc:docMk/>
          <pc:sldMk cId="3073446168" sldId="370"/>
        </pc:sldMkLst>
      </pc:sldChg>
      <pc:sldChg chg="modSp new mod">
        <pc:chgData name="鈴木 秀規" userId="f68c5fd9-22d5-4c0a-9833-7fb0f5135313" providerId="ADAL" clId="{C48D08EA-87AE-42E8-BBEE-EAFFD27F622E}" dt="2021-01-29T02:05:13.104" v="295" actId="207"/>
        <pc:sldMkLst>
          <pc:docMk/>
          <pc:sldMk cId="88774120" sldId="371"/>
        </pc:sldMkLst>
        <pc:spChg chg="mod">
          <ac:chgData name="鈴木 秀規" userId="f68c5fd9-22d5-4c0a-9833-7fb0f5135313" providerId="ADAL" clId="{C48D08EA-87AE-42E8-BBEE-EAFFD27F622E}" dt="2021-01-29T02:03:53.582" v="274"/>
          <ac:spMkLst>
            <pc:docMk/>
            <pc:sldMk cId="88774120" sldId="371"/>
            <ac:spMk id="3" creationId="{BACB9769-04E3-428B-8379-D0ACEE653078}"/>
          </ac:spMkLst>
        </pc:spChg>
        <pc:spChg chg="mod">
          <ac:chgData name="鈴木 秀規" userId="f68c5fd9-22d5-4c0a-9833-7fb0f5135313" providerId="ADAL" clId="{C48D08EA-87AE-42E8-BBEE-EAFFD27F622E}" dt="2021-01-29T02:05:13.104" v="295" actId="207"/>
          <ac:spMkLst>
            <pc:docMk/>
            <pc:sldMk cId="88774120" sldId="371"/>
            <ac:spMk id="5" creationId="{DA849902-FDBE-46E8-B518-154E3E8604A2}"/>
          </ac:spMkLst>
        </pc:spChg>
      </pc:sldChg>
      <pc:sldChg chg="del">
        <pc:chgData name="鈴木 秀規" userId="f68c5fd9-22d5-4c0a-9833-7fb0f5135313" providerId="ADAL" clId="{C48D08EA-87AE-42E8-BBEE-EAFFD27F622E}" dt="2021-01-29T01:42:20.133" v="20" actId="2696"/>
        <pc:sldMkLst>
          <pc:docMk/>
          <pc:sldMk cId="1539385395" sldId="371"/>
        </pc:sldMkLst>
      </pc:sldChg>
      <pc:sldChg chg="del">
        <pc:chgData name="鈴木 秀規" userId="f68c5fd9-22d5-4c0a-9833-7fb0f5135313" providerId="ADAL" clId="{C48D08EA-87AE-42E8-BBEE-EAFFD27F622E}" dt="2021-01-29T01:42:20.133" v="20" actId="2696"/>
        <pc:sldMkLst>
          <pc:docMk/>
          <pc:sldMk cId="246066953" sldId="372"/>
        </pc:sldMkLst>
      </pc:sldChg>
      <pc:sldChg chg="addSp delSp modSp new mod">
        <pc:chgData name="鈴木 秀規" userId="f68c5fd9-22d5-4c0a-9833-7fb0f5135313" providerId="ADAL" clId="{C48D08EA-87AE-42E8-BBEE-EAFFD27F622E}" dt="2021-01-29T02:08:14.840" v="321" actId="207"/>
        <pc:sldMkLst>
          <pc:docMk/>
          <pc:sldMk cId="1789203375" sldId="372"/>
        </pc:sldMkLst>
        <pc:spChg chg="mod">
          <ac:chgData name="鈴木 秀規" userId="f68c5fd9-22d5-4c0a-9833-7fb0f5135313" providerId="ADAL" clId="{C48D08EA-87AE-42E8-BBEE-EAFFD27F622E}" dt="2021-01-29T02:05:41.688" v="297"/>
          <ac:spMkLst>
            <pc:docMk/>
            <pc:sldMk cId="1789203375" sldId="372"/>
            <ac:spMk id="3" creationId="{B99B4DE4-67BC-4A7A-ADCF-37CD1D992E62}"/>
          </ac:spMkLst>
        </pc:spChg>
        <pc:spChg chg="mod">
          <ac:chgData name="鈴木 秀規" userId="f68c5fd9-22d5-4c0a-9833-7fb0f5135313" providerId="ADAL" clId="{C48D08EA-87AE-42E8-BBEE-EAFFD27F622E}" dt="2021-01-29T02:05:55.383" v="301" actId="14100"/>
          <ac:spMkLst>
            <pc:docMk/>
            <pc:sldMk cId="1789203375" sldId="372"/>
            <ac:spMk id="5" creationId="{6787D70C-FE95-4CAB-8B0F-363F2A30CB34}"/>
          </ac:spMkLst>
        </pc:spChg>
        <pc:spChg chg="add del mod">
          <ac:chgData name="鈴木 秀規" userId="f68c5fd9-22d5-4c0a-9833-7fb0f5135313" providerId="ADAL" clId="{C48D08EA-87AE-42E8-BBEE-EAFFD27F622E}" dt="2021-01-29T02:06:32.498" v="305" actId="478"/>
          <ac:spMkLst>
            <pc:docMk/>
            <pc:sldMk cId="1789203375" sldId="372"/>
            <ac:spMk id="6" creationId="{8416AC4B-B52B-43D7-B6BD-92A2BEA738E5}"/>
          </ac:spMkLst>
        </pc:spChg>
        <pc:spChg chg="add mod">
          <ac:chgData name="鈴木 秀規" userId="f68c5fd9-22d5-4c0a-9833-7fb0f5135313" providerId="ADAL" clId="{C48D08EA-87AE-42E8-BBEE-EAFFD27F622E}" dt="2021-01-29T02:07:46.481" v="318" actId="404"/>
          <ac:spMkLst>
            <pc:docMk/>
            <pc:sldMk cId="1789203375" sldId="372"/>
            <ac:spMk id="7" creationId="{0FC30C39-EBE8-47E3-AA9D-4A7EEC4F3583}"/>
          </ac:spMkLst>
        </pc:spChg>
        <pc:spChg chg="add mod">
          <ac:chgData name="鈴木 秀規" userId="f68c5fd9-22d5-4c0a-9833-7fb0f5135313" providerId="ADAL" clId="{C48D08EA-87AE-42E8-BBEE-EAFFD27F622E}" dt="2021-01-29T02:08:14.840" v="321" actId="207"/>
          <ac:spMkLst>
            <pc:docMk/>
            <pc:sldMk cId="1789203375" sldId="372"/>
            <ac:spMk id="8" creationId="{85232EF7-B812-4733-96CD-E0C14B596787}"/>
          </ac:spMkLst>
        </pc:spChg>
      </pc:sldChg>
      <pc:sldChg chg="modSp new mod">
        <pc:chgData name="鈴木 秀規" userId="f68c5fd9-22d5-4c0a-9833-7fb0f5135313" providerId="ADAL" clId="{C48D08EA-87AE-42E8-BBEE-EAFFD27F622E}" dt="2021-01-29T02:11:38.441" v="342" actId="207"/>
        <pc:sldMkLst>
          <pc:docMk/>
          <pc:sldMk cId="2979480215" sldId="373"/>
        </pc:sldMkLst>
        <pc:spChg chg="mod">
          <ac:chgData name="鈴木 秀規" userId="f68c5fd9-22d5-4c0a-9833-7fb0f5135313" providerId="ADAL" clId="{C48D08EA-87AE-42E8-BBEE-EAFFD27F622E}" dt="2021-01-29T02:08:43.068" v="325"/>
          <ac:spMkLst>
            <pc:docMk/>
            <pc:sldMk cId="2979480215" sldId="373"/>
            <ac:spMk id="3" creationId="{890D4FF1-CE17-468D-A94B-0EA4BDC9102B}"/>
          </ac:spMkLst>
        </pc:spChg>
        <pc:spChg chg="mod">
          <ac:chgData name="鈴木 秀規" userId="f68c5fd9-22d5-4c0a-9833-7fb0f5135313" providerId="ADAL" clId="{C48D08EA-87AE-42E8-BBEE-EAFFD27F622E}" dt="2021-01-29T02:11:38.441" v="342" actId="207"/>
          <ac:spMkLst>
            <pc:docMk/>
            <pc:sldMk cId="2979480215" sldId="373"/>
            <ac:spMk id="5" creationId="{133F1DED-CA16-4302-9912-4B561EF34336}"/>
          </ac:spMkLst>
        </pc:spChg>
      </pc:sldChg>
      <pc:sldChg chg="del">
        <pc:chgData name="鈴木 秀規" userId="f68c5fd9-22d5-4c0a-9833-7fb0f5135313" providerId="ADAL" clId="{C48D08EA-87AE-42E8-BBEE-EAFFD27F622E}" dt="2021-01-29T01:42:20.133" v="20" actId="2696"/>
        <pc:sldMkLst>
          <pc:docMk/>
          <pc:sldMk cId="4083622006" sldId="373"/>
        </pc:sldMkLst>
      </pc:sldChg>
      <pc:sldChg chg="del">
        <pc:chgData name="鈴木 秀規" userId="f68c5fd9-22d5-4c0a-9833-7fb0f5135313" providerId="ADAL" clId="{C48D08EA-87AE-42E8-BBEE-EAFFD27F622E}" dt="2021-01-29T01:42:20.133" v="20" actId="2696"/>
        <pc:sldMkLst>
          <pc:docMk/>
          <pc:sldMk cId="2781282954" sldId="374"/>
        </pc:sldMkLst>
      </pc:sldChg>
      <pc:sldChg chg="modSp new mod">
        <pc:chgData name="鈴木 秀規" userId="f68c5fd9-22d5-4c0a-9833-7fb0f5135313" providerId="ADAL" clId="{C48D08EA-87AE-42E8-BBEE-EAFFD27F622E}" dt="2021-01-29T02:13:33.664" v="359" actId="403"/>
        <pc:sldMkLst>
          <pc:docMk/>
          <pc:sldMk cId="3198692090" sldId="374"/>
        </pc:sldMkLst>
        <pc:spChg chg="mod">
          <ac:chgData name="鈴木 秀規" userId="f68c5fd9-22d5-4c0a-9833-7fb0f5135313" providerId="ADAL" clId="{C48D08EA-87AE-42E8-BBEE-EAFFD27F622E}" dt="2021-01-29T02:12:33.205" v="344"/>
          <ac:spMkLst>
            <pc:docMk/>
            <pc:sldMk cId="3198692090" sldId="374"/>
            <ac:spMk id="3" creationId="{0CBA9451-9B8C-49D7-B8FB-5032ADFEDA5C}"/>
          </ac:spMkLst>
        </pc:spChg>
        <pc:spChg chg="mod">
          <ac:chgData name="鈴木 秀規" userId="f68c5fd9-22d5-4c0a-9833-7fb0f5135313" providerId="ADAL" clId="{C48D08EA-87AE-42E8-BBEE-EAFFD27F622E}" dt="2021-01-29T02:13:33.664" v="359" actId="403"/>
          <ac:spMkLst>
            <pc:docMk/>
            <pc:sldMk cId="3198692090" sldId="374"/>
            <ac:spMk id="5" creationId="{7F65644E-FBC6-4A1E-B850-1C7A92F05619}"/>
          </ac:spMkLst>
        </pc:spChg>
      </pc:sldChg>
      <pc:sldChg chg="del">
        <pc:chgData name="鈴木 秀規" userId="f68c5fd9-22d5-4c0a-9833-7fb0f5135313" providerId="ADAL" clId="{C48D08EA-87AE-42E8-BBEE-EAFFD27F622E}" dt="2021-01-29T01:42:20.133" v="20" actId="2696"/>
        <pc:sldMkLst>
          <pc:docMk/>
          <pc:sldMk cId="4224040465" sldId="375"/>
        </pc:sldMkLst>
      </pc:sldChg>
      <pc:sldChg chg="del">
        <pc:chgData name="鈴木 秀規" userId="f68c5fd9-22d5-4c0a-9833-7fb0f5135313" providerId="ADAL" clId="{C48D08EA-87AE-42E8-BBEE-EAFFD27F622E}" dt="2021-01-29T01:42:20.133" v="20" actId="2696"/>
        <pc:sldMkLst>
          <pc:docMk/>
          <pc:sldMk cId="3538855573" sldId="376"/>
        </pc:sldMkLst>
      </pc:sldChg>
      <pc:sldChg chg="del">
        <pc:chgData name="鈴木 秀規" userId="f68c5fd9-22d5-4c0a-9833-7fb0f5135313" providerId="ADAL" clId="{C48D08EA-87AE-42E8-BBEE-EAFFD27F622E}" dt="2021-01-29T01:42:20.133" v="20" actId="2696"/>
        <pc:sldMkLst>
          <pc:docMk/>
          <pc:sldMk cId="3864834617" sldId="377"/>
        </pc:sldMkLst>
      </pc:sldChg>
      <pc:sldChg chg="del">
        <pc:chgData name="鈴木 秀規" userId="f68c5fd9-22d5-4c0a-9833-7fb0f5135313" providerId="ADAL" clId="{C48D08EA-87AE-42E8-BBEE-EAFFD27F622E}" dt="2021-01-29T01:42:20.133" v="20" actId="2696"/>
        <pc:sldMkLst>
          <pc:docMk/>
          <pc:sldMk cId="2148979236" sldId="378"/>
        </pc:sldMkLst>
      </pc:sldChg>
      <pc:sldChg chg="del">
        <pc:chgData name="鈴木 秀規" userId="f68c5fd9-22d5-4c0a-9833-7fb0f5135313" providerId="ADAL" clId="{C48D08EA-87AE-42E8-BBEE-EAFFD27F622E}" dt="2021-01-29T01:42:20.133" v="20" actId="2696"/>
        <pc:sldMkLst>
          <pc:docMk/>
          <pc:sldMk cId="1522789995" sldId="379"/>
        </pc:sldMkLst>
      </pc:sldChg>
      <pc:sldChg chg="del">
        <pc:chgData name="鈴木 秀規" userId="f68c5fd9-22d5-4c0a-9833-7fb0f5135313" providerId="ADAL" clId="{C48D08EA-87AE-42E8-BBEE-EAFFD27F622E}" dt="2021-01-29T01:42:20.133" v="20" actId="2696"/>
        <pc:sldMkLst>
          <pc:docMk/>
          <pc:sldMk cId="3157073252" sldId="380"/>
        </pc:sldMkLst>
      </pc:sldChg>
      <pc:sldChg chg="del">
        <pc:chgData name="鈴木 秀規" userId="f68c5fd9-22d5-4c0a-9833-7fb0f5135313" providerId="ADAL" clId="{C48D08EA-87AE-42E8-BBEE-EAFFD27F622E}" dt="2021-01-29T01:42:20.133" v="20" actId="2696"/>
        <pc:sldMkLst>
          <pc:docMk/>
          <pc:sldMk cId="3693878349" sldId="381"/>
        </pc:sldMkLst>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f68c5fd9-22d5-4c0a-9833-7fb0f5135313" providerId="ADAL" clId="{1E1EFADE-4A0B-47B8-8EF8-2E15F0F63983}"/>
    <pc:docChg chg="undo custSel addSld delSld modSld">
      <pc:chgData name="鈴木 秀規" userId="f68c5fd9-22d5-4c0a-9833-7fb0f5135313" providerId="ADAL" clId="{1E1EFADE-4A0B-47B8-8EF8-2E15F0F63983}" dt="2021-01-29T01:40:32.688" v="690" actId="207"/>
      <pc:docMkLst>
        <pc:docMk/>
      </pc:docMkLst>
      <pc:sldChg chg="modSp mod">
        <pc:chgData name="鈴木 秀規" userId="f68c5fd9-22d5-4c0a-9833-7fb0f5135313" providerId="ADAL" clId="{1E1EFADE-4A0B-47B8-8EF8-2E15F0F63983}" dt="2021-01-29T00:11:07.964" v="26" actId="20577"/>
        <pc:sldMkLst>
          <pc:docMk/>
          <pc:sldMk cId="0" sldId="256"/>
        </pc:sldMkLst>
        <pc:spChg chg="mod">
          <ac:chgData name="鈴木 秀規" userId="f68c5fd9-22d5-4c0a-9833-7fb0f5135313" providerId="ADAL" clId="{1E1EFADE-4A0B-47B8-8EF8-2E15F0F63983}" dt="2021-01-29T00:11:07.964" v="26" actId="20577"/>
          <ac:spMkLst>
            <pc:docMk/>
            <pc:sldMk cId="0" sldId="256"/>
            <ac:spMk id="56" creationId="{00000000-0000-0000-0000-000000000000}"/>
          </ac:spMkLst>
        </pc:spChg>
      </pc:sldChg>
      <pc:sldChg chg="addSp delSp modSp mod chgLayout">
        <pc:chgData name="鈴木 秀規" userId="f68c5fd9-22d5-4c0a-9833-7fb0f5135313" providerId="ADAL" clId="{1E1EFADE-4A0B-47B8-8EF8-2E15F0F63983}" dt="2021-01-29T00:15:27.767" v="67" actId="2711"/>
        <pc:sldMkLst>
          <pc:docMk/>
          <pc:sldMk cId="2397736379" sldId="363"/>
        </pc:sldMkLst>
        <pc:spChg chg="add del mod">
          <ac:chgData name="鈴木 秀規" userId="f68c5fd9-22d5-4c0a-9833-7fb0f5135313" providerId="ADAL" clId="{1E1EFADE-4A0B-47B8-8EF8-2E15F0F63983}" dt="2021-01-29T00:12:33.077" v="30" actId="6264"/>
          <ac:spMkLst>
            <pc:docMk/>
            <pc:sldMk cId="2397736379" sldId="363"/>
            <ac:spMk id="2" creationId="{086544AC-6F2D-452C-86AF-7D6A0FE64739}"/>
          </ac:spMkLst>
        </pc:spChg>
        <pc:spChg chg="add del mod">
          <ac:chgData name="鈴木 秀規" userId="f68c5fd9-22d5-4c0a-9833-7fb0f5135313" providerId="ADAL" clId="{1E1EFADE-4A0B-47B8-8EF8-2E15F0F63983}" dt="2021-01-29T00:12:33.077" v="30" actId="6264"/>
          <ac:spMkLst>
            <pc:docMk/>
            <pc:sldMk cId="2397736379" sldId="363"/>
            <ac:spMk id="3" creationId="{0AAE972C-8306-4668-8679-58F910537D90}"/>
          </ac:spMkLst>
        </pc:spChg>
        <pc:spChg chg="mod ord">
          <ac:chgData name="鈴木 秀規" userId="f68c5fd9-22d5-4c0a-9833-7fb0f5135313" providerId="ADAL" clId="{1E1EFADE-4A0B-47B8-8EF8-2E15F0F63983}" dt="2021-01-29T00:13:14.803" v="39" actId="1076"/>
          <ac:spMkLst>
            <pc:docMk/>
            <pc:sldMk cId="2397736379" sldId="363"/>
            <ac:spMk id="4" creationId="{DE764CD8-0B12-484E-890C-8A5A26296D13}"/>
          </ac:spMkLst>
        </pc:spChg>
        <pc:spChg chg="mod ord">
          <ac:chgData name="鈴木 秀規" userId="f68c5fd9-22d5-4c0a-9833-7fb0f5135313" providerId="ADAL" clId="{1E1EFADE-4A0B-47B8-8EF8-2E15F0F63983}" dt="2021-01-29T00:13:07.251" v="37" actId="1076"/>
          <ac:spMkLst>
            <pc:docMk/>
            <pc:sldMk cId="2397736379" sldId="363"/>
            <ac:spMk id="5" creationId="{433B62C4-B6B9-4622-B802-69C25D6F2A49}"/>
          </ac:spMkLst>
        </pc:spChg>
        <pc:spChg chg="add del mod">
          <ac:chgData name="鈴木 秀規" userId="f68c5fd9-22d5-4c0a-9833-7fb0f5135313" providerId="ADAL" clId="{1E1EFADE-4A0B-47B8-8EF8-2E15F0F63983}" dt="2021-01-29T00:12:33.077" v="30" actId="6264"/>
          <ac:spMkLst>
            <pc:docMk/>
            <pc:sldMk cId="2397736379" sldId="363"/>
            <ac:spMk id="6" creationId="{064D4E1C-BCD9-47F4-BA6D-7856B8880AAF}"/>
          </ac:spMkLst>
        </pc:spChg>
        <pc:spChg chg="mod ord">
          <ac:chgData name="鈴木 秀規" userId="f68c5fd9-22d5-4c0a-9833-7fb0f5135313" providerId="ADAL" clId="{1E1EFADE-4A0B-47B8-8EF8-2E15F0F63983}" dt="2021-01-29T00:12:33.077" v="30" actId="6264"/>
          <ac:spMkLst>
            <pc:docMk/>
            <pc:sldMk cId="2397736379" sldId="363"/>
            <ac:spMk id="7" creationId="{9630AD22-E64D-4A96-B059-2AF9F6580C25}"/>
          </ac:spMkLst>
        </pc:spChg>
        <pc:spChg chg="mod ord">
          <ac:chgData name="鈴木 秀規" userId="f68c5fd9-22d5-4c0a-9833-7fb0f5135313" providerId="ADAL" clId="{1E1EFADE-4A0B-47B8-8EF8-2E15F0F63983}" dt="2021-01-29T00:12:42.244" v="34" actId="14100"/>
          <ac:spMkLst>
            <pc:docMk/>
            <pc:sldMk cId="2397736379" sldId="363"/>
            <ac:spMk id="8" creationId="{787CF02A-01AB-4517-BA3E-25572FA82648}"/>
          </ac:spMkLst>
        </pc:spChg>
        <pc:spChg chg="add del mod">
          <ac:chgData name="鈴木 秀規" userId="f68c5fd9-22d5-4c0a-9833-7fb0f5135313" providerId="ADAL" clId="{1E1EFADE-4A0B-47B8-8EF8-2E15F0F63983}" dt="2021-01-29T00:12:33.077" v="30" actId="6264"/>
          <ac:spMkLst>
            <pc:docMk/>
            <pc:sldMk cId="2397736379" sldId="363"/>
            <ac:spMk id="9" creationId="{AE78809C-402B-4897-A97B-02ED57AE97BA}"/>
          </ac:spMkLst>
        </pc:spChg>
        <pc:spChg chg="add mod">
          <ac:chgData name="鈴木 秀規" userId="f68c5fd9-22d5-4c0a-9833-7fb0f5135313" providerId="ADAL" clId="{1E1EFADE-4A0B-47B8-8EF8-2E15F0F63983}" dt="2021-01-29T00:13:40.265" v="43" actId="2711"/>
          <ac:spMkLst>
            <pc:docMk/>
            <pc:sldMk cId="2397736379" sldId="363"/>
            <ac:spMk id="10" creationId="{911442F2-F4B8-4099-A8A6-599A6EDD893E}"/>
          </ac:spMkLst>
        </pc:spChg>
        <pc:spChg chg="add mod">
          <ac:chgData name="鈴木 秀規" userId="f68c5fd9-22d5-4c0a-9833-7fb0f5135313" providerId="ADAL" clId="{1E1EFADE-4A0B-47B8-8EF8-2E15F0F63983}" dt="2021-01-29T00:14:19.435" v="51" actId="1076"/>
          <ac:spMkLst>
            <pc:docMk/>
            <pc:sldMk cId="2397736379" sldId="363"/>
            <ac:spMk id="13" creationId="{23E592F8-E3F8-4B51-85D4-196586C25C17}"/>
          </ac:spMkLst>
        </pc:spChg>
        <pc:spChg chg="add mod">
          <ac:chgData name="鈴木 秀規" userId="f68c5fd9-22d5-4c0a-9833-7fb0f5135313" providerId="ADAL" clId="{1E1EFADE-4A0B-47B8-8EF8-2E15F0F63983}" dt="2021-01-29T00:13:40.265" v="43" actId="2711"/>
          <ac:spMkLst>
            <pc:docMk/>
            <pc:sldMk cId="2397736379" sldId="363"/>
            <ac:spMk id="15" creationId="{E93D3E84-AF14-45FD-A18C-1157A824A4F2}"/>
          </ac:spMkLst>
        </pc:spChg>
        <pc:spChg chg="add mod">
          <ac:chgData name="鈴木 秀規" userId="f68c5fd9-22d5-4c0a-9833-7fb0f5135313" providerId="ADAL" clId="{1E1EFADE-4A0B-47B8-8EF8-2E15F0F63983}" dt="2021-01-29T00:14:41.458" v="58" actId="1038"/>
          <ac:spMkLst>
            <pc:docMk/>
            <pc:sldMk cId="2397736379" sldId="363"/>
            <ac:spMk id="16" creationId="{72D53803-E65D-438C-ADC1-E600E85FFC40}"/>
          </ac:spMkLst>
        </pc:spChg>
        <pc:spChg chg="add mod">
          <ac:chgData name="鈴木 秀規" userId="f68c5fd9-22d5-4c0a-9833-7fb0f5135313" providerId="ADAL" clId="{1E1EFADE-4A0B-47B8-8EF8-2E15F0F63983}" dt="2021-01-29T00:15:15.402" v="65" actId="2711"/>
          <ac:spMkLst>
            <pc:docMk/>
            <pc:sldMk cId="2397736379" sldId="363"/>
            <ac:spMk id="17" creationId="{E68CE154-3E64-4D25-BE5B-BDCDB382FBBC}"/>
          </ac:spMkLst>
        </pc:spChg>
        <pc:spChg chg="add mod">
          <ac:chgData name="鈴木 秀規" userId="f68c5fd9-22d5-4c0a-9833-7fb0f5135313" providerId="ADAL" clId="{1E1EFADE-4A0B-47B8-8EF8-2E15F0F63983}" dt="2021-01-29T00:15:27.767" v="67" actId="2711"/>
          <ac:spMkLst>
            <pc:docMk/>
            <pc:sldMk cId="2397736379" sldId="363"/>
            <ac:spMk id="18" creationId="{8A195237-21F3-4DFB-95FE-39AC02A46D75}"/>
          </ac:spMkLst>
        </pc:spChg>
        <pc:spChg chg="add mod">
          <ac:chgData name="鈴木 秀規" userId="f68c5fd9-22d5-4c0a-9833-7fb0f5135313" providerId="ADAL" clId="{1E1EFADE-4A0B-47B8-8EF8-2E15F0F63983}" dt="2021-01-29T00:14:09.110" v="47" actId="1076"/>
          <ac:spMkLst>
            <pc:docMk/>
            <pc:sldMk cId="2397736379" sldId="363"/>
            <ac:spMk id="20" creationId="{D20D5368-51BF-4D9C-9BF0-657E18487D90}"/>
          </ac:spMkLst>
        </pc:spChg>
        <pc:spChg chg="add mod">
          <ac:chgData name="鈴木 秀規" userId="f68c5fd9-22d5-4c0a-9833-7fb0f5135313" providerId="ADAL" clId="{1E1EFADE-4A0B-47B8-8EF8-2E15F0F63983}" dt="2021-01-29T00:14:03.197" v="46" actId="207"/>
          <ac:spMkLst>
            <pc:docMk/>
            <pc:sldMk cId="2397736379" sldId="363"/>
            <ac:spMk id="21" creationId="{D2C1CCFA-0795-496F-B2DD-3DADD560165B}"/>
          </ac:spMkLst>
        </pc:spChg>
        <pc:picChg chg="add mod">
          <ac:chgData name="鈴木 秀規" userId="f68c5fd9-22d5-4c0a-9833-7fb0f5135313" providerId="ADAL" clId="{1E1EFADE-4A0B-47B8-8EF8-2E15F0F63983}" dt="2021-01-29T00:13:28.248" v="41" actId="1076"/>
          <ac:picMkLst>
            <pc:docMk/>
            <pc:sldMk cId="2397736379" sldId="363"/>
            <ac:picMk id="11" creationId="{D2DDAA77-A5AC-429F-86FF-4F0146721908}"/>
          </ac:picMkLst>
        </pc:picChg>
        <pc:picChg chg="add mod">
          <ac:chgData name="鈴木 秀規" userId="f68c5fd9-22d5-4c0a-9833-7fb0f5135313" providerId="ADAL" clId="{1E1EFADE-4A0B-47B8-8EF8-2E15F0F63983}" dt="2021-01-29T00:13:28.248" v="41" actId="1076"/>
          <ac:picMkLst>
            <pc:docMk/>
            <pc:sldMk cId="2397736379" sldId="363"/>
            <ac:picMk id="12" creationId="{2199B8D1-CAE6-4898-BB1D-07D67193F2D1}"/>
          </ac:picMkLst>
        </pc:picChg>
        <pc:picChg chg="add mod">
          <ac:chgData name="鈴木 秀規" userId="f68c5fd9-22d5-4c0a-9833-7fb0f5135313" providerId="ADAL" clId="{1E1EFADE-4A0B-47B8-8EF8-2E15F0F63983}" dt="2021-01-29T00:15:01.627" v="62" actId="1076"/>
          <ac:picMkLst>
            <pc:docMk/>
            <pc:sldMk cId="2397736379" sldId="363"/>
            <ac:picMk id="14" creationId="{7BDAE766-1B33-4F9F-A358-B6E02E845A73}"/>
          </ac:picMkLst>
        </pc:picChg>
        <pc:cxnChg chg="add mod">
          <ac:chgData name="鈴木 秀規" userId="f68c5fd9-22d5-4c0a-9833-7fb0f5135313" providerId="ADAL" clId="{1E1EFADE-4A0B-47B8-8EF8-2E15F0F63983}" dt="2021-01-29T00:14:49.865" v="60" actId="14100"/>
          <ac:cxnSpMkLst>
            <pc:docMk/>
            <pc:sldMk cId="2397736379" sldId="363"/>
            <ac:cxnSpMk id="19" creationId="{16079599-50A7-49A6-83C1-B3323B66C70B}"/>
          </ac:cxnSpMkLst>
        </pc:cxnChg>
      </pc:sldChg>
      <pc:sldChg chg="addSp modSp new mod">
        <pc:chgData name="鈴木 秀規" userId="f68c5fd9-22d5-4c0a-9833-7fb0f5135313" providerId="ADAL" clId="{1E1EFADE-4A0B-47B8-8EF8-2E15F0F63983}" dt="2021-01-29T00:17:54.169" v="88" actId="207"/>
        <pc:sldMkLst>
          <pc:docMk/>
          <pc:sldMk cId="3552865651" sldId="364"/>
        </pc:sldMkLst>
        <pc:spChg chg="mod">
          <ac:chgData name="鈴木 秀規" userId="f68c5fd9-22d5-4c0a-9833-7fb0f5135313" providerId="ADAL" clId="{1E1EFADE-4A0B-47B8-8EF8-2E15F0F63983}" dt="2021-01-29T00:15:46.890" v="69"/>
          <ac:spMkLst>
            <pc:docMk/>
            <pc:sldMk cId="3552865651" sldId="364"/>
            <ac:spMk id="3" creationId="{FC52C045-AF5D-4177-9686-6E3B1C56B3F2}"/>
          </ac:spMkLst>
        </pc:spChg>
        <pc:spChg chg="mod">
          <ac:chgData name="鈴木 秀規" userId="f68c5fd9-22d5-4c0a-9833-7fb0f5135313" providerId="ADAL" clId="{1E1EFADE-4A0B-47B8-8EF8-2E15F0F63983}" dt="2021-01-29T00:16:16.284" v="72" actId="14100"/>
          <ac:spMkLst>
            <pc:docMk/>
            <pc:sldMk cId="3552865651" sldId="364"/>
            <ac:spMk id="5" creationId="{38478430-D2D2-43E8-A544-59DBCE7B0C19}"/>
          </ac:spMkLst>
        </pc:spChg>
        <pc:spChg chg="add mod">
          <ac:chgData name="鈴木 秀規" userId="f68c5fd9-22d5-4c0a-9833-7fb0f5135313" providerId="ADAL" clId="{1E1EFADE-4A0B-47B8-8EF8-2E15F0F63983}" dt="2021-01-29T00:16:49.748" v="80" actId="1076"/>
          <ac:spMkLst>
            <pc:docMk/>
            <pc:sldMk cId="3552865651" sldId="364"/>
            <ac:spMk id="7" creationId="{C159160E-4B2B-478E-90BA-A131502546F4}"/>
          </ac:spMkLst>
        </pc:spChg>
        <pc:spChg chg="add mod">
          <ac:chgData name="鈴木 秀規" userId="f68c5fd9-22d5-4c0a-9833-7fb0f5135313" providerId="ADAL" clId="{1E1EFADE-4A0B-47B8-8EF8-2E15F0F63983}" dt="2021-01-29T00:17:11.352" v="81" actId="1076"/>
          <ac:spMkLst>
            <pc:docMk/>
            <pc:sldMk cId="3552865651" sldId="364"/>
            <ac:spMk id="8" creationId="{A32681F3-C3D9-4D89-B637-8B2D707EFF92}"/>
          </ac:spMkLst>
        </pc:spChg>
        <pc:spChg chg="add mod">
          <ac:chgData name="鈴木 秀規" userId="f68c5fd9-22d5-4c0a-9833-7fb0f5135313" providerId="ADAL" clId="{1E1EFADE-4A0B-47B8-8EF8-2E15F0F63983}" dt="2021-01-29T00:16:37.970" v="76" actId="2711"/>
          <ac:spMkLst>
            <pc:docMk/>
            <pc:sldMk cId="3552865651" sldId="364"/>
            <ac:spMk id="9" creationId="{DF4D1573-B46C-4F53-8B4F-50B71C8695D0}"/>
          </ac:spMkLst>
        </pc:spChg>
        <pc:spChg chg="add mod">
          <ac:chgData name="鈴木 秀規" userId="f68c5fd9-22d5-4c0a-9833-7fb0f5135313" providerId="ADAL" clId="{1E1EFADE-4A0B-47B8-8EF8-2E15F0F63983}" dt="2021-01-29T00:16:43.799" v="78" actId="1076"/>
          <ac:spMkLst>
            <pc:docMk/>
            <pc:sldMk cId="3552865651" sldId="364"/>
            <ac:spMk id="10" creationId="{A2715024-2A30-4871-83CE-5E1B628AB951}"/>
          </ac:spMkLst>
        </pc:spChg>
        <pc:spChg chg="add mod">
          <ac:chgData name="鈴木 秀規" userId="f68c5fd9-22d5-4c0a-9833-7fb0f5135313" providerId="ADAL" clId="{1E1EFADE-4A0B-47B8-8EF8-2E15F0F63983}" dt="2021-01-29T00:16:37.970" v="76" actId="2711"/>
          <ac:spMkLst>
            <pc:docMk/>
            <pc:sldMk cId="3552865651" sldId="364"/>
            <ac:spMk id="11" creationId="{957EF89D-824F-4299-9510-836CB7D8B8AB}"/>
          </ac:spMkLst>
        </pc:spChg>
        <pc:spChg chg="add mod">
          <ac:chgData name="鈴木 秀規" userId="f68c5fd9-22d5-4c0a-9833-7fb0f5135313" providerId="ADAL" clId="{1E1EFADE-4A0B-47B8-8EF8-2E15F0F63983}" dt="2021-01-29T00:17:15.476" v="82" actId="1076"/>
          <ac:spMkLst>
            <pc:docMk/>
            <pc:sldMk cId="3552865651" sldId="364"/>
            <ac:spMk id="12" creationId="{0C196E43-D0B6-4405-BA52-3FF0A595B5BB}"/>
          </ac:spMkLst>
        </pc:spChg>
        <pc:spChg chg="add mod">
          <ac:chgData name="鈴木 秀規" userId="f68c5fd9-22d5-4c0a-9833-7fb0f5135313" providerId="ADAL" clId="{1E1EFADE-4A0B-47B8-8EF8-2E15F0F63983}" dt="2021-01-29T00:17:54.169" v="88" actId="207"/>
          <ac:spMkLst>
            <pc:docMk/>
            <pc:sldMk cId="3552865651" sldId="364"/>
            <ac:spMk id="13" creationId="{D010DC61-83FD-4AC6-A2F6-5A72C825C88E}"/>
          </ac:spMkLst>
        </pc:spChg>
        <pc:picChg chg="add mod">
          <ac:chgData name="鈴木 秀規" userId="f68c5fd9-22d5-4c0a-9833-7fb0f5135313" providerId="ADAL" clId="{1E1EFADE-4A0B-47B8-8EF8-2E15F0F63983}" dt="2021-01-29T00:16:41.263" v="77" actId="1076"/>
          <ac:picMkLst>
            <pc:docMk/>
            <pc:sldMk cId="3552865651" sldId="364"/>
            <ac:picMk id="6" creationId="{B9D08F32-181C-403D-BEFE-EE927CE95728}"/>
          </ac:picMkLst>
        </pc:picChg>
      </pc:sldChg>
      <pc:sldChg chg="del">
        <pc:chgData name="鈴木 秀規" userId="f68c5fd9-22d5-4c0a-9833-7fb0f5135313" providerId="ADAL" clId="{1E1EFADE-4A0B-47B8-8EF8-2E15F0F63983}" dt="2021-01-29T00:11:30.439" v="27" actId="2696"/>
        <pc:sldMkLst>
          <pc:docMk/>
          <pc:sldMk cId="4093317005" sldId="364"/>
        </pc:sldMkLst>
      </pc:sldChg>
      <pc:sldChg chg="addSp delSp modSp new mod">
        <pc:chgData name="鈴木 秀規" userId="f68c5fd9-22d5-4c0a-9833-7fb0f5135313" providerId="ADAL" clId="{1E1EFADE-4A0B-47B8-8EF8-2E15F0F63983}" dt="2021-01-29T00:21:18.916" v="118" actId="1076"/>
        <pc:sldMkLst>
          <pc:docMk/>
          <pc:sldMk cId="478947157" sldId="365"/>
        </pc:sldMkLst>
        <pc:spChg chg="mod">
          <ac:chgData name="鈴木 秀規" userId="f68c5fd9-22d5-4c0a-9833-7fb0f5135313" providerId="ADAL" clId="{1E1EFADE-4A0B-47B8-8EF8-2E15F0F63983}" dt="2021-01-29T00:18:08.592" v="90"/>
          <ac:spMkLst>
            <pc:docMk/>
            <pc:sldMk cId="478947157" sldId="365"/>
            <ac:spMk id="3" creationId="{55A91000-E304-4E3B-B21E-A9B2535AC37F}"/>
          </ac:spMkLst>
        </pc:spChg>
        <pc:spChg chg="mod">
          <ac:chgData name="鈴木 秀規" userId="f68c5fd9-22d5-4c0a-9833-7fb0f5135313" providerId="ADAL" clId="{1E1EFADE-4A0B-47B8-8EF8-2E15F0F63983}" dt="2021-01-29T00:18:35.633" v="95" actId="14100"/>
          <ac:spMkLst>
            <pc:docMk/>
            <pc:sldMk cId="478947157" sldId="365"/>
            <ac:spMk id="5" creationId="{492852D1-6D33-4A32-AC28-D16FBBFBFB33}"/>
          </ac:spMkLst>
        </pc:spChg>
        <pc:spChg chg="add mod">
          <ac:chgData name="鈴木 秀規" userId="f68c5fd9-22d5-4c0a-9833-7fb0f5135313" providerId="ADAL" clId="{1E1EFADE-4A0B-47B8-8EF8-2E15F0F63983}" dt="2021-01-29T00:20:36.025" v="111" actId="1076"/>
          <ac:spMkLst>
            <pc:docMk/>
            <pc:sldMk cId="478947157" sldId="365"/>
            <ac:spMk id="6" creationId="{2857B8C7-D270-4718-905A-870624CA1351}"/>
          </ac:spMkLst>
        </pc:spChg>
        <pc:spChg chg="add del mod">
          <ac:chgData name="鈴木 秀規" userId="f68c5fd9-22d5-4c0a-9833-7fb0f5135313" providerId="ADAL" clId="{1E1EFADE-4A0B-47B8-8EF8-2E15F0F63983}" dt="2021-01-29T00:20:11.616" v="108" actId="478"/>
          <ac:spMkLst>
            <pc:docMk/>
            <pc:sldMk cId="478947157" sldId="365"/>
            <ac:spMk id="8" creationId="{94F2CBA2-D710-4703-B40E-4BB158BAD515}"/>
          </ac:spMkLst>
        </pc:spChg>
        <pc:spChg chg="add del mod">
          <ac:chgData name="鈴木 秀規" userId="f68c5fd9-22d5-4c0a-9833-7fb0f5135313" providerId="ADAL" clId="{1E1EFADE-4A0B-47B8-8EF8-2E15F0F63983}" dt="2021-01-29T00:20:11.616" v="108" actId="478"/>
          <ac:spMkLst>
            <pc:docMk/>
            <pc:sldMk cId="478947157" sldId="365"/>
            <ac:spMk id="9" creationId="{B217B3F4-D28A-4EDC-9BD0-D842EABEF1C8}"/>
          </ac:spMkLst>
        </pc:spChg>
        <pc:spChg chg="add mod">
          <ac:chgData name="鈴木 秀規" userId="f68c5fd9-22d5-4c0a-9833-7fb0f5135313" providerId="ADAL" clId="{1E1EFADE-4A0B-47B8-8EF8-2E15F0F63983}" dt="2021-01-29T00:20:36.025" v="111" actId="1076"/>
          <ac:spMkLst>
            <pc:docMk/>
            <pc:sldMk cId="478947157" sldId="365"/>
            <ac:spMk id="10" creationId="{E7DC8134-5B93-4206-9644-7BB0C6A04CC7}"/>
          </ac:spMkLst>
        </pc:spChg>
        <pc:spChg chg="add mod">
          <ac:chgData name="鈴木 秀規" userId="f68c5fd9-22d5-4c0a-9833-7fb0f5135313" providerId="ADAL" clId="{1E1EFADE-4A0B-47B8-8EF8-2E15F0F63983}" dt="2021-01-29T00:20:36.025" v="111" actId="1076"/>
          <ac:spMkLst>
            <pc:docMk/>
            <pc:sldMk cId="478947157" sldId="365"/>
            <ac:spMk id="11" creationId="{FDB29A7C-90B5-4225-8E07-4CBB61C64EEB}"/>
          </ac:spMkLst>
        </pc:spChg>
        <pc:spChg chg="add mod">
          <ac:chgData name="鈴木 秀規" userId="f68c5fd9-22d5-4c0a-9833-7fb0f5135313" providerId="ADAL" clId="{1E1EFADE-4A0B-47B8-8EF8-2E15F0F63983}" dt="2021-01-29T00:20:36.025" v="111" actId="1076"/>
          <ac:spMkLst>
            <pc:docMk/>
            <pc:sldMk cId="478947157" sldId="365"/>
            <ac:spMk id="12" creationId="{29D7918E-DF3D-4424-BD97-339EE186D0D2}"/>
          </ac:spMkLst>
        </pc:spChg>
        <pc:spChg chg="add mod">
          <ac:chgData name="鈴木 秀規" userId="f68c5fd9-22d5-4c0a-9833-7fb0f5135313" providerId="ADAL" clId="{1E1EFADE-4A0B-47B8-8EF8-2E15F0F63983}" dt="2021-01-29T00:20:36.025" v="111" actId="1076"/>
          <ac:spMkLst>
            <pc:docMk/>
            <pc:sldMk cId="478947157" sldId="365"/>
            <ac:spMk id="13" creationId="{8C91B8B2-EE5B-4682-848C-1AF71B2202B8}"/>
          </ac:spMkLst>
        </pc:spChg>
        <pc:spChg chg="add del mod">
          <ac:chgData name="鈴木 秀規" userId="f68c5fd9-22d5-4c0a-9833-7fb0f5135313" providerId="ADAL" clId="{1E1EFADE-4A0B-47B8-8EF8-2E15F0F63983}" dt="2021-01-29T00:20:11.616" v="108" actId="478"/>
          <ac:spMkLst>
            <pc:docMk/>
            <pc:sldMk cId="478947157" sldId="365"/>
            <ac:spMk id="14" creationId="{9E924238-8A8A-41A6-BD83-E6A64B48686F}"/>
          </ac:spMkLst>
        </pc:spChg>
        <pc:spChg chg="add del mod">
          <ac:chgData name="鈴木 秀規" userId="f68c5fd9-22d5-4c0a-9833-7fb0f5135313" providerId="ADAL" clId="{1E1EFADE-4A0B-47B8-8EF8-2E15F0F63983}" dt="2021-01-29T00:20:11.616" v="108" actId="478"/>
          <ac:spMkLst>
            <pc:docMk/>
            <pc:sldMk cId="478947157" sldId="365"/>
            <ac:spMk id="15" creationId="{7A9B927C-A2B4-4E58-B018-5A920F9C2D77}"/>
          </ac:spMkLst>
        </pc:spChg>
        <pc:spChg chg="add mod">
          <ac:chgData name="鈴木 秀規" userId="f68c5fd9-22d5-4c0a-9833-7fb0f5135313" providerId="ADAL" clId="{1E1EFADE-4A0B-47B8-8EF8-2E15F0F63983}" dt="2021-01-29T00:20:44.452" v="112" actId="1076"/>
          <ac:spMkLst>
            <pc:docMk/>
            <pc:sldMk cId="478947157" sldId="365"/>
            <ac:spMk id="17" creationId="{BDAFCB0D-0C14-4215-8A3C-3040003AA548}"/>
          </ac:spMkLst>
        </pc:spChg>
        <pc:spChg chg="add mod">
          <ac:chgData name="鈴木 秀規" userId="f68c5fd9-22d5-4c0a-9833-7fb0f5135313" providerId="ADAL" clId="{1E1EFADE-4A0B-47B8-8EF8-2E15F0F63983}" dt="2021-01-29T00:20:36.025" v="111" actId="1076"/>
          <ac:spMkLst>
            <pc:docMk/>
            <pc:sldMk cId="478947157" sldId="365"/>
            <ac:spMk id="18" creationId="{088D3CDF-989C-498A-B80E-3CB4B496F3C5}"/>
          </ac:spMkLst>
        </pc:spChg>
        <pc:spChg chg="add mod">
          <ac:chgData name="鈴木 秀規" userId="f68c5fd9-22d5-4c0a-9833-7fb0f5135313" providerId="ADAL" clId="{1E1EFADE-4A0B-47B8-8EF8-2E15F0F63983}" dt="2021-01-29T00:20:24.172" v="110" actId="1076"/>
          <ac:spMkLst>
            <pc:docMk/>
            <pc:sldMk cId="478947157" sldId="365"/>
            <ac:spMk id="19" creationId="{D25713F8-6146-49E0-A735-09721CFA4A98}"/>
          </ac:spMkLst>
        </pc:spChg>
        <pc:spChg chg="add mod">
          <ac:chgData name="鈴木 秀規" userId="f68c5fd9-22d5-4c0a-9833-7fb0f5135313" providerId="ADAL" clId="{1E1EFADE-4A0B-47B8-8EF8-2E15F0F63983}" dt="2021-01-29T00:20:24.172" v="110" actId="1076"/>
          <ac:spMkLst>
            <pc:docMk/>
            <pc:sldMk cId="478947157" sldId="365"/>
            <ac:spMk id="20" creationId="{4C0EC915-C419-46B7-96B5-711718CC2C84}"/>
          </ac:spMkLst>
        </pc:spChg>
        <pc:spChg chg="add mod">
          <ac:chgData name="鈴木 秀規" userId="f68c5fd9-22d5-4c0a-9833-7fb0f5135313" providerId="ADAL" clId="{1E1EFADE-4A0B-47B8-8EF8-2E15F0F63983}" dt="2021-01-29T00:20:24.172" v="110" actId="1076"/>
          <ac:spMkLst>
            <pc:docMk/>
            <pc:sldMk cId="478947157" sldId="365"/>
            <ac:spMk id="21" creationId="{F6044186-11D9-49E3-9DD6-DC282A53ADBF}"/>
          </ac:spMkLst>
        </pc:spChg>
        <pc:spChg chg="add mod">
          <ac:chgData name="鈴木 秀規" userId="f68c5fd9-22d5-4c0a-9833-7fb0f5135313" providerId="ADAL" clId="{1E1EFADE-4A0B-47B8-8EF8-2E15F0F63983}" dt="2021-01-29T00:20:24.172" v="110" actId="1076"/>
          <ac:spMkLst>
            <pc:docMk/>
            <pc:sldMk cId="478947157" sldId="365"/>
            <ac:spMk id="22" creationId="{11EEBDF1-14AF-48ED-835F-0F7CA0C73440}"/>
          </ac:spMkLst>
        </pc:spChg>
        <pc:spChg chg="add mod">
          <ac:chgData name="鈴木 秀規" userId="f68c5fd9-22d5-4c0a-9833-7fb0f5135313" providerId="ADAL" clId="{1E1EFADE-4A0B-47B8-8EF8-2E15F0F63983}" dt="2021-01-29T00:21:14.039" v="117" actId="1076"/>
          <ac:spMkLst>
            <pc:docMk/>
            <pc:sldMk cId="478947157" sldId="365"/>
            <ac:spMk id="23" creationId="{8CB1395C-7EBE-4320-87AD-7BBB3C16ECF5}"/>
          </ac:spMkLst>
        </pc:spChg>
        <pc:spChg chg="add mod">
          <ac:chgData name="鈴木 秀規" userId="f68c5fd9-22d5-4c0a-9833-7fb0f5135313" providerId="ADAL" clId="{1E1EFADE-4A0B-47B8-8EF8-2E15F0F63983}" dt="2021-01-29T00:21:10.475" v="115" actId="1076"/>
          <ac:spMkLst>
            <pc:docMk/>
            <pc:sldMk cId="478947157" sldId="365"/>
            <ac:spMk id="24" creationId="{E0265E26-824B-486F-B55D-71F36465C974}"/>
          </ac:spMkLst>
        </pc:spChg>
        <pc:picChg chg="add mod">
          <ac:chgData name="鈴木 秀規" userId="f68c5fd9-22d5-4c0a-9833-7fb0f5135313" providerId="ADAL" clId="{1E1EFADE-4A0B-47B8-8EF8-2E15F0F63983}" dt="2021-01-29T00:20:36.025" v="111" actId="1076"/>
          <ac:picMkLst>
            <pc:docMk/>
            <pc:sldMk cId="478947157" sldId="365"/>
            <ac:picMk id="7" creationId="{A4793A49-F322-4ECE-8EED-B8A304F4B1ED}"/>
          </ac:picMkLst>
        </pc:picChg>
        <pc:picChg chg="add mod">
          <ac:chgData name="鈴木 秀規" userId="f68c5fd9-22d5-4c0a-9833-7fb0f5135313" providerId="ADAL" clId="{1E1EFADE-4A0B-47B8-8EF8-2E15F0F63983}" dt="2021-01-29T00:21:18.916" v="118" actId="1076"/>
          <ac:picMkLst>
            <pc:docMk/>
            <pc:sldMk cId="478947157" sldId="365"/>
            <ac:picMk id="25" creationId="{4A40F5CB-6A01-4FC4-9AA4-7EFD7846DA36}"/>
          </ac:picMkLst>
        </pc:picChg>
        <pc:cxnChg chg="add del mod">
          <ac:chgData name="鈴木 秀規" userId="f68c5fd9-22d5-4c0a-9833-7fb0f5135313" providerId="ADAL" clId="{1E1EFADE-4A0B-47B8-8EF8-2E15F0F63983}" dt="2021-01-29T00:20:11.616" v="108" actId="478"/>
          <ac:cxnSpMkLst>
            <pc:docMk/>
            <pc:sldMk cId="478947157" sldId="365"/>
            <ac:cxnSpMk id="16" creationId="{233AC4A5-1530-4DE3-BF91-A16E54620E23}"/>
          </ac:cxnSpMkLst>
        </pc:cxnChg>
        <pc:cxnChg chg="add mod">
          <ac:chgData name="鈴木 秀規" userId="f68c5fd9-22d5-4c0a-9833-7fb0f5135313" providerId="ADAL" clId="{1E1EFADE-4A0B-47B8-8EF8-2E15F0F63983}" dt="2021-01-29T00:21:18.916" v="118" actId="1076"/>
          <ac:cxnSpMkLst>
            <pc:docMk/>
            <pc:sldMk cId="478947157" sldId="365"/>
            <ac:cxnSpMk id="26" creationId="{B74B2C69-099F-40FB-A841-1A1F497335F0}"/>
          </ac:cxnSpMkLst>
        </pc:cxnChg>
      </pc:sldChg>
      <pc:sldChg chg="del">
        <pc:chgData name="鈴木 秀規" userId="f68c5fd9-22d5-4c0a-9833-7fb0f5135313" providerId="ADAL" clId="{1E1EFADE-4A0B-47B8-8EF8-2E15F0F63983}" dt="2021-01-29T00:11:30.439" v="27" actId="2696"/>
        <pc:sldMkLst>
          <pc:docMk/>
          <pc:sldMk cId="4051364436" sldId="365"/>
        </pc:sldMkLst>
      </pc:sldChg>
      <pc:sldChg chg="del">
        <pc:chgData name="鈴木 秀規" userId="f68c5fd9-22d5-4c0a-9833-7fb0f5135313" providerId="ADAL" clId="{1E1EFADE-4A0B-47B8-8EF8-2E15F0F63983}" dt="2021-01-29T00:11:30.439" v="27" actId="2696"/>
        <pc:sldMkLst>
          <pc:docMk/>
          <pc:sldMk cId="402670913" sldId="366"/>
        </pc:sldMkLst>
      </pc:sldChg>
      <pc:sldChg chg="addSp modSp new mod">
        <pc:chgData name="鈴木 秀規" userId="f68c5fd9-22d5-4c0a-9833-7fb0f5135313" providerId="ADAL" clId="{1E1EFADE-4A0B-47B8-8EF8-2E15F0F63983}" dt="2021-01-29T00:24:02.675" v="142" actId="1076"/>
        <pc:sldMkLst>
          <pc:docMk/>
          <pc:sldMk cId="1806702686" sldId="366"/>
        </pc:sldMkLst>
        <pc:spChg chg="mod">
          <ac:chgData name="鈴木 秀規" userId="f68c5fd9-22d5-4c0a-9833-7fb0f5135313" providerId="ADAL" clId="{1E1EFADE-4A0B-47B8-8EF8-2E15F0F63983}" dt="2021-01-29T00:21:49.332" v="120"/>
          <ac:spMkLst>
            <pc:docMk/>
            <pc:sldMk cId="1806702686" sldId="366"/>
            <ac:spMk id="3" creationId="{478D5FEB-5EE5-415B-924C-7E522D578338}"/>
          </ac:spMkLst>
        </pc:spChg>
        <pc:spChg chg="mod">
          <ac:chgData name="鈴木 秀規" userId="f68c5fd9-22d5-4c0a-9833-7fb0f5135313" providerId="ADAL" clId="{1E1EFADE-4A0B-47B8-8EF8-2E15F0F63983}" dt="2021-01-29T00:21:59.962" v="123" actId="14100"/>
          <ac:spMkLst>
            <pc:docMk/>
            <pc:sldMk cId="1806702686" sldId="366"/>
            <ac:spMk id="5" creationId="{91E750B5-0B27-4A32-9B71-66D6F1EEDD23}"/>
          </ac:spMkLst>
        </pc:spChg>
        <pc:spChg chg="add mod">
          <ac:chgData name="鈴木 秀規" userId="f68c5fd9-22d5-4c0a-9833-7fb0f5135313" providerId="ADAL" clId="{1E1EFADE-4A0B-47B8-8EF8-2E15F0F63983}" dt="2021-01-29T00:22:43.055" v="128" actId="14100"/>
          <ac:spMkLst>
            <pc:docMk/>
            <pc:sldMk cId="1806702686" sldId="366"/>
            <ac:spMk id="6" creationId="{946AA50B-FE07-4E8F-8FDA-3A5F47202D23}"/>
          </ac:spMkLst>
        </pc:spChg>
        <pc:spChg chg="add mod">
          <ac:chgData name="鈴木 秀規" userId="f68c5fd9-22d5-4c0a-9833-7fb0f5135313" providerId="ADAL" clId="{1E1EFADE-4A0B-47B8-8EF8-2E15F0F63983}" dt="2021-01-29T00:23:47.497" v="138" actId="207"/>
          <ac:spMkLst>
            <pc:docMk/>
            <pc:sldMk cId="1806702686" sldId="366"/>
            <ac:spMk id="7" creationId="{9A2EEBBE-CBB4-459D-B99F-4E7092FE48A6}"/>
          </ac:spMkLst>
        </pc:spChg>
        <pc:spChg chg="add mod">
          <ac:chgData name="鈴木 秀規" userId="f68c5fd9-22d5-4c0a-9833-7fb0f5135313" providerId="ADAL" clId="{1E1EFADE-4A0B-47B8-8EF8-2E15F0F63983}" dt="2021-01-29T00:23:56.399" v="140" actId="208"/>
          <ac:spMkLst>
            <pc:docMk/>
            <pc:sldMk cId="1806702686" sldId="366"/>
            <ac:spMk id="8" creationId="{202270CD-5579-4447-9B39-D6DE540299FE}"/>
          </ac:spMkLst>
        </pc:spChg>
        <pc:spChg chg="add mod">
          <ac:chgData name="鈴木 秀規" userId="f68c5fd9-22d5-4c0a-9833-7fb0f5135313" providerId="ADAL" clId="{1E1EFADE-4A0B-47B8-8EF8-2E15F0F63983}" dt="2021-01-29T00:23:47.497" v="138" actId="207"/>
          <ac:spMkLst>
            <pc:docMk/>
            <pc:sldMk cId="1806702686" sldId="366"/>
            <ac:spMk id="9" creationId="{F7C3B88A-B02A-4601-B9DB-74D8E9938E79}"/>
          </ac:spMkLst>
        </pc:spChg>
        <pc:spChg chg="add mod">
          <ac:chgData name="鈴木 秀規" userId="f68c5fd9-22d5-4c0a-9833-7fb0f5135313" providerId="ADAL" clId="{1E1EFADE-4A0B-47B8-8EF8-2E15F0F63983}" dt="2021-01-29T00:23:56.399" v="140" actId="208"/>
          <ac:spMkLst>
            <pc:docMk/>
            <pc:sldMk cId="1806702686" sldId="366"/>
            <ac:spMk id="10" creationId="{99193524-9B19-46D9-8F43-E02C1ACCD91D}"/>
          </ac:spMkLst>
        </pc:spChg>
        <pc:spChg chg="add mod">
          <ac:chgData name="鈴木 秀規" userId="f68c5fd9-22d5-4c0a-9833-7fb0f5135313" providerId="ADAL" clId="{1E1EFADE-4A0B-47B8-8EF8-2E15F0F63983}" dt="2021-01-29T00:24:00.781" v="141" actId="14100"/>
          <ac:spMkLst>
            <pc:docMk/>
            <pc:sldMk cId="1806702686" sldId="366"/>
            <ac:spMk id="11" creationId="{19500425-6D4D-4CBE-AE0D-89C85F1F9887}"/>
          </ac:spMkLst>
        </pc:spChg>
        <pc:picChg chg="add mod">
          <ac:chgData name="鈴木 秀規" userId="f68c5fd9-22d5-4c0a-9833-7fb0f5135313" providerId="ADAL" clId="{1E1EFADE-4A0B-47B8-8EF8-2E15F0F63983}" dt="2021-01-29T00:24:02.675" v="142" actId="1076"/>
          <ac:picMkLst>
            <pc:docMk/>
            <pc:sldMk cId="1806702686" sldId="366"/>
            <ac:picMk id="12" creationId="{F67D739C-D20B-4873-B1B4-A9B89C0D28E0}"/>
          </ac:picMkLst>
        </pc:picChg>
        <pc:cxnChg chg="add mod">
          <ac:chgData name="鈴木 秀規" userId="f68c5fd9-22d5-4c0a-9833-7fb0f5135313" providerId="ADAL" clId="{1E1EFADE-4A0B-47B8-8EF8-2E15F0F63983}" dt="2021-01-29T00:24:00.781" v="141" actId="14100"/>
          <ac:cxnSpMkLst>
            <pc:docMk/>
            <pc:sldMk cId="1806702686" sldId="366"/>
            <ac:cxnSpMk id="13" creationId="{DD752717-DB6F-4730-A497-ADC757BB4030}"/>
          </ac:cxnSpMkLst>
        </pc:cxnChg>
        <pc:cxnChg chg="add mod">
          <ac:chgData name="鈴木 秀規" userId="f68c5fd9-22d5-4c0a-9833-7fb0f5135313" providerId="ADAL" clId="{1E1EFADE-4A0B-47B8-8EF8-2E15F0F63983}" dt="2021-01-29T00:24:00.781" v="141" actId="14100"/>
          <ac:cxnSpMkLst>
            <pc:docMk/>
            <pc:sldMk cId="1806702686" sldId="366"/>
            <ac:cxnSpMk id="14" creationId="{4ED2DF65-5E86-4838-82AF-A9A1ACFAD0AF}"/>
          </ac:cxnSpMkLst>
        </pc:cxnChg>
      </pc:sldChg>
      <pc:sldChg chg="addSp delSp modSp new mod">
        <pc:chgData name="鈴木 秀規" userId="f68c5fd9-22d5-4c0a-9833-7fb0f5135313" providerId="ADAL" clId="{1E1EFADE-4A0B-47B8-8EF8-2E15F0F63983}" dt="2021-01-29T00:26:53.462" v="166" actId="1076"/>
        <pc:sldMkLst>
          <pc:docMk/>
          <pc:sldMk cId="2356507688" sldId="367"/>
        </pc:sldMkLst>
        <pc:spChg chg="mod">
          <ac:chgData name="鈴木 秀規" userId="f68c5fd9-22d5-4c0a-9833-7fb0f5135313" providerId="ADAL" clId="{1E1EFADE-4A0B-47B8-8EF8-2E15F0F63983}" dt="2021-01-29T00:24:28.545" v="144"/>
          <ac:spMkLst>
            <pc:docMk/>
            <pc:sldMk cId="2356507688" sldId="367"/>
            <ac:spMk id="3" creationId="{0DE09D4B-8ECC-485D-854D-A36CE5482C07}"/>
          </ac:spMkLst>
        </pc:spChg>
        <pc:spChg chg="mod">
          <ac:chgData name="鈴木 秀規" userId="f68c5fd9-22d5-4c0a-9833-7fb0f5135313" providerId="ADAL" clId="{1E1EFADE-4A0B-47B8-8EF8-2E15F0F63983}" dt="2021-01-29T00:24:39.921" v="147" actId="14100"/>
          <ac:spMkLst>
            <pc:docMk/>
            <pc:sldMk cId="2356507688" sldId="367"/>
            <ac:spMk id="5" creationId="{51231486-4CBE-4132-965E-C9524B3FA99D}"/>
          </ac:spMkLst>
        </pc:spChg>
        <pc:spChg chg="add mod">
          <ac:chgData name="鈴木 秀規" userId="f68c5fd9-22d5-4c0a-9833-7fb0f5135313" providerId="ADAL" clId="{1E1EFADE-4A0B-47B8-8EF8-2E15F0F63983}" dt="2021-01-29T00:24:50.811" v="148"/>
          <ac:spMkLst>
            <pc:docMk/>
            <pc:sldMk cId="2356507688" sldId="367"/>
            <ac:spMk id="6" creationId="{46BCE499-E819-4F5B-AF05-DA6F9D7AD143}"/>
          </ac:spMkLst>
        </pc:spChg>
        <pc:spChg chg="add mod">
          <ac:chgData name="鈴木 秀規" userId="f68c5fd9-22d5-4c0a-9833-7fb0f5135313" providerId="ADAL" clId="{1E1EFADE-4A0B-47B8-8EF8-2E15F0F63983}" dt="2021-01-29T00:25:00.828" v="149"/>
          <ac:spMkLst>
            <pc:docMk/>
            <pc:sldMk cId="2356507688" sldId="367"/>
            <ac:spMk id="7" creationId="{3DB0F0C6-20BD-43A2-AA00-5B25B82B4EB5}"/>
          </ac:spMkLst>
        </pc:spChg>
        <pc:spChg chg="add del mod">
          <ac:chgData name="鈴木 秀規" userId="f68c5fd9-22d5-4c0a-9833-7fb0f5135313" providerId="ADAL" clId="{1E1EFADE-4A0B-47B8-8EF8-2E15F0F63983}" dt="2021-01-29T00:25:14.082" v="152" actId="478"/>
          <ac:spMkLst>
            <pc:docMk/>
            <pc:sldMk cId="2356507688" sldId="367"/>
            <ac:spMk id="8" creationId="{F665F38A-60DE-4380-906F-F34E040AEAF4}"/>
          </ac:spMkLst>
        </pc:spChg>
        <pc:spChg chg="add mod">
          <ac:chgData name="鈴木 秀規" userId="f68c5fd9-22d5-4c0a-9833-7fb0f5135313" providerId="ADAL" clId="{1E1EFADE-4A0B-47B8-8EF8-2E15F0F63983}" dt="2021-01-29T00:25:00.828" v="149"/>
          <ac:spMkLst>
            <pc:docMk/>
            <pc:sldMk cId="2356507688" sldId="367"/>
            <ac:spMk id="9" creationId="{032B6714-2A1A-4B36-B8AE-B51C0E205C20}"/>
          </ac:spMkLst>
        </pc:spChg>
        <pc:spChg chg="add del mod">
          <ac:chgData name="鈴木 秀規" userId="f68c5fd9-22d5-4c0a-9833-7fb0f5135313" providerId="ADAL" clId="{1E1EFADE-4A0B-47B8-8EF8-2E15F0F63983}" dt="2021-01-29T00:25:14.082" v="152" actId="478"/>
          <ac:spMkLst>
            <pc:docMk/>
            <pc:sldMk cId="2356507688" sldId="367"/>
            <ac:spMk id="10" creationId="{602B420D-5A58-4266-94BB-6603D0434598}"/>
          </ac:spMkLst>
        </pc:spChg>
        <pc:spChg chg="add mod">
          <ac:chgData name="鈴木 秀規" userId="f68c5fd9-22d5-4c0a-9833-7fb0f5135313" providerId="ADAL" clId="{1E1EFADE-4A0B-47B8-8EF8-2E15F0F63983}" dt="2021-01-29T00:26:50.141" v="165" actId="14100"/>
          <ac:spMkLst>
            <pc:docMk/>
            <pc:sldMk cId="2356507688" sldId="367"/>
            <ac:spMk id="17" creationId="{470B463F-E13A-4FDF-B207-7C5A728B470F}"/>
          </ac:spMkLst>
        </pc:spChg>
        <pc:spChg chg="add mod">
          <ac:chgData name="鈴木 秀規" userId="f68c5fd9-22d5-4c0a-9833-7fb0f5135313" providerId="ADAL" clId="{1E1EFADE-4A0B-47B8-8EF8-2E15F0F63983}" dt="2021-01-29T00:26:53.462" v="166" actId="1076"/>
          <ac:spMkLst>
            <pc:docMk/>
            <pc:sldMk cId="2356507688" sldId="367"/>
            <ac:spMk id="18" creationId="{320C75C0-F5F8-446F-BF74-5B4E73387296}"/>
          </ac:spMkLst>
        </pc:spChg>
        <pc:picChg chg="add mod">
          <ac:chgData name="鈴木 秀規" userId="f68c5fd9-22d5-4c0a-9833-7fb0f5135313" providerId="ADAL" clId="{1E1EFADE-4A0B-47B8-8EF8-2E15F0F63983}" dt="2021-01-29T00:25:23.056" v="155" actId="1076"/>
          <ac:picMkLst>
            <pc:docMk/>
            <pc:sldMk cId="2356507688" sldId="367"/>
            <ac:picMk id="12" creationId="{C70641FD-7903-4900-8E39-CA553D7F3823}"/>
          </ac:picMkLst>
        </pc:picChg>
        <pc:picChg chg="add mod">
          <ac:chgData name="鈴木 秀規" userId="f68c5fd9-22d5-4c0a-9833-7fb0f5135313" providerId="ADAL" clId="{1E1EFADE-4A0B-47B8-8EF8-2E15F0F63983}" dt="2021-01-29T00:25:27.741" v="157" actId="1076"/>
          <ac:picMkLst>
            <pc:docMk/>
            <pc:sldMk cId="2356507688" sldId="367"/>
            <ac:picMk id="13" creationId="{60B6B710-DB15-4C3C-BCB7-3FAC5F21BC0F}"/>
          </ac:picMkLst>
        </pc:picChg>
        <pc:cxnChg chg="add del mod">
          <ac:chgData name="鈴木 秀規" userId="f68c5fd9-22d5-4c0a-9833-7fb0f5135313" providerId="ADAL" clId="{1E1EFADE-4A0B-47B8-8EF8-2E15F0F63983}" dt="2021-01-29T00:25:11.148" v="151" actId="478"/>
          <ac:cxnSpMkLst>
            <pc:docMk/>
            <pc:sldMk cId="2356507688" sldId="367"/>
            <ac:cxnSpMk id="11" creationId="{5A1B983F-586B-467D-9534-5D27D97D3B7C}"/>
          </ac:cxnSpMkLst>
        </pc:cxnChg>
        <pc:cxnChg chg="add mod">
          <ac:chgData name="鈴木 秀規" userId="f68c5fd9-22d5-4c0a-9833-7fb0f5135313" providerId="ADAL" clId="{1E1EFADE-4A0B-47B8-8EF8-2E15F0F63983}" dt="2021-01-29T00:26:21.303" v="160" actId="14100"/>
          <ac:cxnSpMkLst>
            <pc:docMk/>
            <pc:sldMk cId="2356507688" sldId="367"/>
            <ac:cxnSpMk id="14" creationId="{B9F2AB8E-1FFD-4B85-8EB7-1D06FFA6A247}"/>
          </ac:cxnSpMkLst>
        </pc:cxnChg>
      </pc:sldChg>
      <pc:sldChg chg="del">
        <pc:chgData name="鈴木 秀規" userId="f68c5fd9-22d5-4c0a-9833-7fb0f5135313" providerId="ADAL" clId="{1E1EFADE-4A0B-47B8-8EF8-2E15F0F63983}" dt="2021-01-29T00:11:30.439" v="27" actId="2696"/>
        <pc:sldMkLst>
          <pc:docMk/>
          <pc:sldMk cId="2692777715" sldId="367"/>
        </pc:sldMkLst>
      </pc:sldChg>
      <pc:sldChg chg="del">
        <pc:chgData name="鈴木 秀規" userId="f68c5fd9-22d5-4c0a-9833-7fb0f5135313" providerId="ADAL" clId="{1E1EFADE-4A0B-47B8-8EF8-2E15F0F63983}" dt="2021-01-29T00:11:30.439" v="27" actId="2696"/>
        <pc:sldMkLst>
          <pc:docMk/>
          <pc:sldMk cId="1806057471" sldId="368"/>
        </pc:sldMkLst>
      </pc:sldChg>
      <pc:sldChg chg="addSp modSp new mod">
        <pc:chgData name="鈴木 秀規" userId="f68c5fd9-22d5-4c0a-9833-7fb0f5135313" providerId="ADAL" clId="{1E1EFADE-4A0B-47B8-8EF8-2E15F0F63983}" dt="2021-01-29T00:29:06.235" v="178" actId="2711"/>
        <pc:sldMkLst>
          <pc:docMk/>
          <pc:sldMk cId="3408830695" sldId="368"/>
        </pc:sldMkLst>
        <pc:spChg chg="mod">
          <ac:chgData name="鈴木 秀規" userId="f68c5fd9-22d5-4c0a-9833-7fb0f5135313" providerId="ADAL" clId="{1E1EFADE-4A0B-47B8-8EF8-2E15F0F63983}" dt="2021-01-29T00:27:09.349" v="168"/>
          <ac:spMkLst>
            <pc:docMk/>
            <pc:sldMk cId="3408830695" sldId="368"/>
            <ac:spMk id="3" creationId="{5002EC92-ECB0-4095-B87E-7353CFD451D2}"/>
          </ac:spMkLst>
        </pc:spChg>
        <pc:spChg chg="mod">
          <ac:chgData name="鈴木 秀規" userId="f68c5fd9-22d5-4c0a-9833-7fb0f5135313" providerId="ADAL" clId="{1E1EFADE-4A0B-47B8-8EF8-2E15F0F63983}" dt="2021-01-29T00:27:22.242" v="170"/>
          <ac:spMkLst>
            <pc:docMk/>
            <pc:sldMk cId="3408830695" sldId="368"/>
            <ac:spMk id="5" creationId="{9CDC0925-A0B8-49EF-9C8F-7D47661320B2}"/>
          </ac:spMkLst>
        </pc:spChg>
        <pc:spChg chg="add mod">
          <ac:chgData name="鈴木 秀規" userId="f68c5fd9-22d5-4c0a-9833-7fb0f5135313" providerId="ADAL" clId="{1E1EFADE-4A0B-47B8-8EF8-2E15F0F63983}" dt="2021-01-29T00:28:04.022" v="172"/>
          <ac:spMkLst>
            <pc:docMk/>
            <pc:sldMk cId="3408830695" sldId="368"/>
            <ac:spMk id="6" creationId="{C199E4C4-F474-45E4-A38F-D73B24A85B3D}"/>
          </ac:spMkLst>
        </pc:spChg>
        <pc:spChg chg="add mod">
          <ac:chgData name="鈴木 秀規" userId="f68c5fd9-22d5-4c0a-9833-7fb0f5135313" providerId="ADAL" clId="{1E1EFADE-4A0B-47B8-8EF8-2E15F0F63983}" dt="2021-01-29T00:28:37.537" v="174" actId="1076"/>
          <ac:spMkLst>
            <pc:docMk/>
            <pc:sldMk cId="3408830695" sldId="368"/>
            <ac:spMk id="7" creationId="{684AACA2-9E41-4BA9-8A44-B8AE4109B60B}"/>
          </ac:spMkLst>
        </pc:spChg>
        <pc:spChg chg="add mod">
          <ac:chgData name="鈴木 秀規" userId="f68c5fd9-22d5-4c0a-9833-7fb0f5135313" providerId="ADAL" clId="{1E1EFADE-4A0B-47B8-8EF8-2E15F0F63983}" dt="2021-01-29T00:28:37.537" v="174" actId="1076"/>
          <ac:spMkLst>
            <pc:docMk/>
            <pc:sldMk cId="3408830695" sldId="368"/>
            <ac:spMk id="8" creationId="{B9084E7E-BA6E-4FB6-AA7C-B29BBC5F994B}"/>
          </ac:spMkLst>
        </pc:spChg>
        <pc:spChg chg="add mod">
          <ac:chgData name="鈴木 秀規" userId="f68c5fd9-22d5-4c0a-9833-7fb0f5135313" providerId="ADAL" clId="{1E1EFADE-4A0B-47B8-8EF8-2E15F0F63983}" dt="2021-01-29T00:28:37.537" v="174" actId="1076"/>
          <ac:spMkLst>
            <pc:docMk/>
            <pc:sldMk cId="3408830695" sldId="368"/>
            <ac:spMk id="9" creationId="{612AE2C2-DF1A-4293-8451-3E407649007F}"/>
          </ac:spMkLst>
        </pc:spChg>
        <pc:spChg chg="add mod">
          <ac:chgData name="鈴木 秀規" userId="f68c5fd9-22d5-4c0a-9833-7fb0f5135313" providerId="ADAL" clId="{1E1EFADE-4A0B-47B8-8EF8-2E15F0F63983}" dt="2021-01-29T00:28:37.537" v="174" actId="1076"/>
          <ac:spMkLst>
            <pc:docMk/>
            <pc:sldMk cId="3408830695" sldId="368"/>
            <ac:spMk id="10" creationId="{A9D0696B-B52B-4F23-A957-3875CAC47AE4}"/>
          </ac:spMkLst>
        </pc:spChg>
        <pc:spChg chg="add mod">
          <ac:chgData name="鈴木 秀規" userId="f68c5fd9-22d5-4c0a-9833-7fb0f5135313" providerId="ADAL" clId="{1E1EFADE-4A0B-47B8-8EF8-2E15F0F63983}" dt="2021-01-29T00:28:29.667" v="173"/>
          <ac:spMkLst>
            <pc:docMk/>
            <pc:sldMk cId="3408830695" sldId="368"/>
            <ac:spMk id="11" creationId="{66C77213-170E-4095-8AE4-1FC8D21DF5CC}"/>
          </ac:spMkLst>
        </pc:spChg>
        <pc:spChg chg="add mod">
          <ac:chgData name="鈴木 秀規" userId="f68c5fd9-22d5-4c0a-9833-7fb0f5135313" providerId="ADAL" clId="{1E1EFADE-4A0B-47B8-8EF8-2E15F0F63983}" dt="2021-01-29T00:29:06.235" v="178" actId="2711"/>
          <ac:spMkLst>
            <pc:docMk/>
            <pc:sldMk cId="3408830695" sldId="368"/>
            <ac:spMk id="17" creationId="{77850B7C-3631-4CE8-8A23-17E422245A56}"/>
          </ac:spMkLst>
        </pc:spChg>
        <pc:picChg chg="add mod">
          <ac:chgData name="鈴木 秀規" userId="f68c5fd9-22d5-4c0a-9833-7fb0f5135313" providerId="ADAL" clId="{1E1EFADE-4A0B-47B8-8EF8-2E15F0F63983}" dt="2021-01-29T00:28:29.667" v="173"/>
          <ac:picMkLst>
            <pc:docMk/>
            <pc:sldMk cId="3408830695" sldId="368"/>
            <ac:picMk id="12" creationId="{B20C8027-4969-418A-A683-31AD9ADF4C1F}"/>
          </ac:picMkLst>
        </pc:picChg>
        <pc:cxnChg chg="add mod">
          <ac:chgData name="鈴木 秀規" userId="f68c5fd9-22d5-4c0a-9833-7fb0f5135313" providerId="ADAL" clId="{1E1EFADE-4A0B-47B8-8EF8-2E15F0F63983}" dt="2021-01-29T00:28:37.537" v="174" actId="1076"/>
          <ac:cxnSpMkLst>
            <pc:docMk/>
            <pc:sldMk cId="3408830695" sldId="368"/>
            <ac:cxnSpMk id="13" creationId="{C91DFC57-AEAC-4B79-9E83-9DBA2D653386}"/>
          </ac:cxnSpMkLst>
        </pc:cxnChg>
        <pc:cxnChg chg="add mod">
          <ac:chgData name="鈴木 秀規" userId="f68c5fd9-22d5-4c0a-9833-7fb0f5135313" providerId="ADAL" clId="{1E1EFADE-4A0B-47B8-8EF8-2E15F0F63983}" dt="2021-01-29T00:28:37.537" v="174" actId="1076"/>
          <ac:cxnSpMkLst>
            <pc:docMk/>
            <pc:sldMk cId="3408830695" sldId="368"/>
            <ac:cxnSpMk id="14" creationId="{BEAC50D5-109F-4C9E-8A58-1E09C0F915DC}"/>
          </ac:cxnSpMkLst>
        </pc:cxnChg>
      </pc:sldChg>
      <pc:sldChg chg="del">
        <pc:chgData name="鈴木 秀規" userId="f68c5fd9-22d5-4c0a-9833-7fb0f5135313" providerId="ADAL" clId="{1E1EFADE-4A0B-47B8-8EF8-2E15F0F63983}" dt="2021-01-29T00:11:30.439" v="27" actId="2696"/>
        <pc:sldMkLst>
          <pc:docMk/>
          <pc:sldMk cId="167090370" sldId="369"/>
        </pc:sldMkLst>
      </pc:sldChg>
      <pc:sldChg chg="addSp modSp new mod">
        <pc:chgData name="鈴木 秀規" userId="f68c5fd9-22d5-4c0a-9833-7fb0f5135313" providerId="ADAL" clId="{1E1EFADE-4A0B-47B8-8EF8-2E15F0F63983}" dt="2021-01-29T00:31:14.826" v="196" actId="1076"/>
        <pc:sldMkLst>
          <pc:docMk/>
          <pc:sldMk cId="2975628319" sldId="369"/>
        </pc:sldMkLst>
        <pc:spChg chg="mod">
          <ac:chgData name="鈴木 秀規" userId="f68c5fd9-22d5-4c0a-9833-7fb0f5135313" providerId="ADAL" clId="{1E1EFADE-4A0B-47B8-8EF8-2E15F0F63983}" dt="2021-01-29T00:29:37.243" v="180"/>
          <ac:spMkLst>
            <pc:docMk/>
            <pc:sldMk cId="2975628319" sldId="369"/>
            <ac:spMk id="3" creationId="{11C7B0E6-254D-450A-8B22-DB7F224B9997}"/>
          </ac:spMkLst>
        </pc:spChg>
        <pc:spChg chg="mod">
          <ac:chgData name="鈴木 秀規" userId="f68c5fd9-22d5-4c0a-9833-7fb0f5135313" providerId="ADAL" clId="{1E1EFADE-4A0B-47B8-8EF8-2E15F0F63983}" dt="2021-01-29T00:29:51.901" v="184" actId="14100"/>
          <ac:spMkLst>
            <pc:docMk/>
            <pc:sldMk cId="2975628319" sldId="369"/>
            <ac:spMk id="5" creationId="{0E4B8641-2D26-4EAE-BE48-46B87CC5C967}"/>
          </ac:spMkLst>
        </pc:spChg>
        <pc:spChg chg="add mod">
          <ac:chgData name="鈴木 秀規" userId="f68c5fd9-22d5-4c0a-9833-7fb0f5135313" providerId="ADAL" clId="{1E1EFADE-4A0B-47B8-8EF8-2E15F0F63983}" dt="2021-01-29T00:31:14.826" v="196" actId="1076"/>
          <ac:spMkLst>
            <pc:docMk/>
            <pc:sldMk cId="2975628319" sldId="369"/>
            <ac:spMk id="6" creationId="{5D70D932-7707-4BA7-B6B5-F5C2C40FA71B}"/>
          </ac:spMkLst>
        </pc:spChg>
        <pc:spChg chg="add mod">
          <ac:chgData name="鈴木 秀規" userId="f68c5fd9-22d5-4c0a-9833-7fb0f5135313" providerId="ADAL" clId="{1E1EFADE-4A0B-47B8-8EF8-2E15F0F63983}" dt="2021-01-29T00:31:14.826" v="196" actId="1076"/>
          <ac:spMkLst>
            <pc:docMk/>
            <pc:sldMk cId="2975628319" sldId="369"/>
            <ac:spMk id="7" creationId="{4D5905BD-9D68-4848-83C6-B81F0E749708}"/>
          </ac:spMkLst>
        </pc:spChg>
      </pc:sldChg>
      <pc:sldChg chg="del">
        <pc:chgData name="鈴木 秀規" userId="f68c5fd9-22d5-4c0a-9833-7fb0f5135313" providerId="ADAL" clId="{1E1EFADE-4A0B-47B8-8EF8-2E15F0F63983}" dt="2021-01-29T00:11:30.439" v="27" actId="2696"/>
        <pc:sldMkLst>
          <pc:docMk/>
          <pc:sldMk cId="95388061" sldId="370"/>
        </pc:sldMkLst>
      </pc:sldChg>
      <pc:sldChg chg="addSp delSp modSp new mod">
        <pc:chgData name="鈴木 秀規" userId="f68c5fd9-22d5-4c0a-9833-7fb0f5135313" providerId="ADAL" clId="{1E1EFADE-4A0B-47B8-8EF8-2E15F0F63983}" dt="2021-01-29T00:38:17.434" v="317" actId="1076"/>
        <pc:sldMkLst>
          <pc:docMk/>
          <pc:sldMk cId="3073446168" sldId="370"/>
        </pc:sldMkLst>
        <pc:spChg chg="mod">
          <ac:chgData name="鈴木 秀規" userId="f68c5fd9-22d5-4c0a-9833-7fb0f5135313" providerId="ADAL" clId="{1E1EFADE-4A0B-47B8-8EF8-2E15F0F63983}" dt="2021-01-29T00:31:57.124" v="198"/>
          <ac:spMkLst>
            <pc:docMk/>
            <pc:sldMk cId="3073446168" sldId="370"/>
            <ac:spMk id="3" creationId="{8928170B-299F-43CA-B096-212503F24494}"/>
          </ac:spMkLst>
        </pc:spChg>
        <pc:spChg chg="mod">
          <ac:chgData name="鈴木 秀規" userId="f68c5fd9-22d5-4c0a-9833-7fb0f5135313" providerId="ADAL" clId="{1E1EFADE-4A0B-47B8-8EF8-2E15F0F63983}" dt="2021-01-29T00:32:16.061" v="201" actId="14100"/>
          <ac:spMkLst>
            <pc:docMk/>
            <pc:sldMk cId="3073446168" sldId="370"/>
            <ac:spMk id="5" creationId="{017D2A7A-839D-429B-BC25-FFEC4EF05E6B}"/>
          </ac:spMkLst>
        </pc:spChg>
        <pc:spChg chg="add mod">
          <ac:chgData name="鈴木 秀規" userId="f68c5fd9-22d5-4c0a-9833-7fb0f5135313" providerId="ADAL" clId="{1E1EFADE-4A0B-47B8-8EF8-2E15F0F63983}" dt="2021-01-29T00:33:14.549" v="208" actId="14100"/>
          <ac:spMkLst>
            <pc:docMk/>
            <pc:sldMk cId="3073446168" sldId="370"/>
            <ac:spMk id="6" creationId="{F19FE679-1845-4BF9-8935-2EC6E24B1D35}"/>
          </ac:spMkLst>
        </pc:spChg>
        <pc:spChg chg="add mod">
          <ac:chgData name="鈴木 秀規" userId="f68c5fd9-22d5-4c0a-9833-7fb0f5135313" providerId="ADAL" clId="{1E1EFADE-4A0B-47B8-8EF8-2E15F0F63983}" dt="2021-01-29T00:33:36.377" v="211" actId="1076"/>
          <ac:spMkLst>
            <pc:docMk/>
            <pc:sldMk cId="3073446168" sldId="370"/>
            <ac:spMk id="7" creationId="{4CB2807D-BA86-43CE-BE24-C22A484FF75B}"/>
          </ac:spMkLst>
        </pc:spChg>
        <pc:spChg chg="add mod">
          <ac:chgData name="鈴木 秀規" userId="f68c5fd9-22d5-4c0a-9833-7fb0f5135313" providerId="ADAL" clId="{1E1EFADE-4A0B-47B8-8EF8-2E15F0F63983}" dt="2021-01-29T00:33:36.377" v="211" actId="1076"/>
          <ac:spMkLst>
            <pc:docMk/>
            <pc:sldMk cId="3073446168" sldId="370"/>
            <ac:spMk id="8" creationId="{10D600DA-6874-4913-A1B1-270865584FD0}"/>
          </ac:spMkLst>
        </pc:spChg>
        <pc:spChg chg="add mod ord">
          <ac:chgData name="鈴木 秀規" userId="f68c5fd9-22d5-4c0a-9833-7fb0f5135313" providerId="ADAL" clId="{1E1EFADE-4A0B-47B8-8EF8-2E15F0F63983}" dt="2021-01-29T00:36:18.814" v="239" actId="1076"/>
          <ac:spMkLst>
            <pc:docMk/>
            <pc:sldMk cId="3073446168" sldId="370"/>
            <ac:spMk id="9" creationId="{7DD721DE-4909-4A5B-A925-FE0C78E59C9C}"/>
          </ac:spMkLst>
        </pc:spChg>
        <pc:spChg chg="add mod">
          <ac:chgData name="鈴木 秀規" userId="f68c5fd9-22d5-4c0a-9833-7fb0f5135313" providerId="ADAL" clId="{1E1EFADE-4A0B-47B8-8EF8-2E15F0F63983}" dt="2021-01-29T00:34:32.213" v="225" actId="1076"/>
          <ac:spMkLst>
            <pc:docMk/>
            <pc:sldMk cId="3073446168" sldId="370"/>
            <ac:spMk id="11" creationId="{A68EA743-B3D5-4228-920E-1591DDA12E3B}"/>
          </ac:spMkLst>
        </pc:spChg>
        <pc:spChg chg="add mod">
          <ac:chgData name="鈴木 秀規" userId="f68c5fd9-22d5-4c0a-9833-7fb0f5135313" providerId="ADAL" clId="{1E1EFADE-4A0B-47B8-8EF8-2E15F0F63983}" dt="2021-01-29T00:35:18.184" v="234" actId="14100"/>
          <ac:spMkLst>
            <pc:docMk/>
            <pc:sldMk cId="3073446168" sldId="370"/>
            <ac:spMk id="15" creationId="{09A4077E-6C3B-48A1-8BD4-549510DEA0CF}"/>
          </ac:spMkLst>
        </pc:spChg>
        <pc:spChg chg="add mod">
          <ac:chgData name="鈴木 秀規" userId="f68c5fd9-22d5-4c0a-9833-7fb0f5135313" providerId="ADAL" clId="{1E1EFADE-4A0B-47B8-8EF8-2E15F0F63983}" dt="2021-01-29T00:36:58.101" v="259" actId="20577"/>
          <ac:spMkLst>
            <pc:docMk/>
            <pc:sldMk cId="3073446168" sldId="370"/>
            <ac:spMk id="17" creationId="{E7421695-51FC-461A-B83F-F1004AF86A1B}"/>
          </ac:spMkLst>
        </pc:spChg>
        <pc:spChg chg="add mod">
          <ac:chgData name="鈴木 秀規" userId="f68c5fd9-22d5-4c0a-9833-7fb0f5135313" providerId="ADAL" clId="{1E1EFADE-4A0B-47B8-8EF8-2E15F0F63983}" dt="2021-01-29T00:37:06.328" v="261" actId="1076"/>
          <ac:spMkLst>
            <pc:docMk/>
            <pc:sldMk cId="3073446168" sldId="370"/>
            <ac:spMk id="18" creationId="{352D9822-B9AA-4465-9CC5-15B7CA8E90B5}"/>
          </ac:spMkLst>
        </pc:spChg>
        <pc:spChg chg="add del mod">
          <ac:chgData name="鈴木 秀規" userId="f68c5fd9-22d5-4c0a-9833-7fb0f5135313" providerId="ADAL" clId="{1E1EFADE-4A0B-47B8-8EF8-2E15F0F63983}" dt="2021-01-29T00:37:29.152" v="266"/>
          <ac:spMkLst>
            <pc:docMk/>
            <pc:sldMk cId="3073446168" sldId="370"/>
            <ac:spMk id="22" creationId="{25680C18-2D75-4DA4-B2D0-0F1FB35E4569}"/>
          </ac:spMkLst>
        </pc:spChg>
        <pc:spChg chg="add mod">
          <ac:chgData name="鈴木 秀規" userId="f68c5fd9-22d5-4c0a-9833-7fb0f5135313" providerId="ADAL" clId="{1E1EFADE-4A0B-47B8-8EF8-2E15F0F63983}" dt="2021-01-29T00:38:17.434" v="317" actId="1076"/>
          <ac:spMkLst>
            <pc:docMk/>
            <pc:sldMk cId="3073446168" sldId="370"/>
            <ac:spMk id="23" creationId="{C46DA2E4-1ED3-46D3-A289-D27DC1D5D1AD}"/>
          </ac:spMkLst>
        </pc:spChg>
        <pc:picChg chg="add mod ord">
          <ac:chgData name="鈴木 秀規" userId="f68c5fd9-22d5-4c0a-9833-7fb0f5135313" providerId="ADAL" clId="{1E1EFADE-4A0B-47B8-8EF8-2E15F0F63983}" dt="2021-01-29T00:36:10.360" v="237" actId="1076"/>
          <ac:picMkLst>
            <pc:docMk/>
            <pc:sldMk cId="3073446168" sldId="370"/>
            <ac:picMk id="10" creationId="{A80FE6E2-D221-4EBC-AD12-C5FE5D3CFC20}"/>
          </ac:picMkLst>
        </pc:picChg>
        <pc:picChg chg="add mod">
          <ac:chgData name="鈴木 秀規" userId="f68c5fd9-22d5-4c0a-9833-7fb0f5135313" providerId="ADAL" clId="{1E1EFADE-4A0B-47B8-8EF8-2E15F0F63983}" dt="2021-01-29T00:36:34.375" v="241" actId="1076"/>
          <ac:picMkLst>
            <pc:docMk/>
            <pc:sldMk cId="3073446168" sldId="370"/>
            <ac:picMk id="16" creationId="{2237D39A-7C2B-4B69-8480-840DABA1498C}"/>
          </ac:picMkLst>
        </pc:picChg>
        <pc:cxnChg chg="add mod">
          <ac:chgData name="鈴木 秀規" userId="f68c5fd9-22d5-4c0a-9833-7fb0f5135313" providerId="ADAL" clId="{1E1EFADE-4A0B-47B8-8EF8-2E15F0F63983}" dt="2021-01-29T00:34:53.851" v="229" actId="14100"/>
          <ac:cxnSpMkLst>
            <pc:docMk/>
            <pc:sldMk cId="3073446168" sldId="370"/>
            <ac:cxnSpMk id="12" creationId="{43FD7EC9-36C4-479B-BB1A-43108A31706F}"/>
          </ac:cxnSpMkLst>
        </pc:cxnChg>
        <pc:cxnChg chg="add mod">
          <ac:chgData name="鈴木 秀規" userId="f68c5fd9-22d5-4c0a-9833-7fb0f5135313" providerId="ADAL" clId="{1E1EFADE-4A0B-47B8-8EF8-2E15F0F63983}" dt="2021-01-29T00:37:15.541" v="264" actId="14100"/>
          <ac:cxnSpMkLst>
            <pc:docMk/>
            <pc:sldMk cId="3073446168" sldId="370"/>
            <ac:cxnSpMk id="19" creationId="{3E8DEDEC-50A5-44A1-8D62-8FD7B73EF21B}"/>
          </ac:cxnSpMkLst>
        </pc:cxnChg>
      </pc:sldChg>
      <pc:sldChg chg="del">
        <pc:chgData name="鈴木 秀規" userId="f68c5fd9-22d5-4c0a-9833-7fb0f5135313" providerId="ADAL" clId="{1E1EFADE-4A0B-47B8-8EF8-2E15F0F63983}" dt="2021-01-29T00:11:30.439" v="27" actId="2696"/>
        <pc:sldMkLst>
          <pc:docMk/>
          <pc:sldMk cId="853967147" sldId="371"/>
        </pc:sldMkLst>
      </pc:sldChg>
      <pc:sldChg chg="addSp modSp new mod">
        <pc:chgData name="鈴木 秀規" userId="f68c5fd9-22d5-4c0a-9833-7fb0f5135313" providerId="ADAL" clId="{1E1EFADE-4A0B-47B8-8EF8-2E15F0F63983}" dt="2021-01-29T00:40:29.979" v="342" actId="207"/>
        <pc:sldMkLst>
          <pc:docMk/>
          <pc:sldMk cId="1539385395" sldId="371"/>
        </pc:sldMkLst>
        <pc:spChg chg="mod">
          <ac:chgData name="鈴木 秀規" userId="f68c5fd9-22d5-4c0a-9833-7fb0f5135313" providerId="ADAL" clId="{1E1EFADE-4A0B-47B8-8EF8-2E15F0F63983}" dt="2021-01-29T00:38:35.296" v="319"/>
          <ac:spMkLst>
            <pc:docMk/>
            <pc:sldMk cId="1539385395" sldId="371"/>
            <ac:spMk id="3" creationId="{35492F31-2E8E-4E6E-9D2D-57CD34DFD451}"/>
          </ac:spMkLst>
        </pc:spChg>
        <pc:spChg chg="mod">
          <ac:chgData name="鈴木 秀規" userId="f68c5fd9-22d5-4c0a-9833-7fb0f5135313" providerId="ADAL" clId="{1E1EFADE-4A0B-47B8-8EF8-2E15F0F63983}" dt="2021-01-29T00:39:44.175" v="332" actId="20577"/>
          <ac:spMkLst>
            <pc:docMk/>
            <pc:sldMk cId="1539385395" sldId="371"/>
            <ac:spMk id="5" creationId="{040C932B-92A8-42D9-A58D-5864E59F180E}"/>
          </ac:spMkLst>
        </pc:spChg>
        <pc:spChg chg="add mod">
          <ac:chgData name="鈴木 秀規" userId="f68c5fd9-22d5-4c0a-9833-7fb0f5135313" providerId="ADAL" clId="{1E1EFADE-4A0B-47B8-8EF8-2E15F0F63983}" dt="2021-01-29T00:40:29.979" v="342" actId="207"/>
          <ac:spMkLst>
            <pc:docMk/>
            <pc:sldMk cId="1539385395" sldId="371"/>
            <ac:spMk id="6" creationId="{195E4A04-E536-47DC-B362-E15527D48178}"/>
          </ac:spMkLst>
        </pc:spChg>
        <pc:spChg chg="add mod">
          <ac:chgData name="鈴木 秀規" userId="f68c5fd9-22d5-4c0a-9833-7fb0f5135313" providerId="ADAL" clId="{1E1EFADE-4A0B-47B8-8EF8-2E15F0F63983}" dt="2021-01-29T00:40:16.912" v="340" actId="207"/>
          <ac:spMkLst>
            <pc:docMk/>
            <pc:sldMk cId="1539385395" sldId="371"/>
            <ac:spMk id="7" creationId="{C9F61678-5188-49FB-8B4B-E010C538D503}"/>
          </ac:spMkLst>
        </pc:spChg>
      </pc:sldChg>
      <pc:sldChg chg="del">
        <pc:chgData name="鈴木 秀規" userId="f68c5fd9-22d5-4c0a-9833-7fb0f5135313" providerId="ADAL" clId="{1E1EFADE-4A0B-47B8-8EF8-2E15F0F63983}" dt="2021-01-29T00:11:30.439" v="27" actId="2696"/>
        <pc:sldMkLst>
          <pc:docMk/>
          <pc:sldMk cId="193662145" sldId="372"/>
        </pc:sldMkLst>
      </pc:sldChg>
      <pc:sldChg chg="modSp new mod">
        <pc:chgData name="鈴木 秀規" userId="f68c5fd9-22d5-4c0a-9833-7fb0f5135313" providerId="ADAL" clId="{1E1EFADE-4A0B-47B8-8EF8-2E15F0F63983}" dt="2021-01-29T00:43:14.174" v="363" actId="20577"/>
        <pc:sldMkLst>
          <pc:docMk/>
          <pc:sldMk cId="246066953" sldId="372"/>
        </pc:sldMkLst>
        <pc:spChg chg="mod">
          <ac:chgData name="鈴木 秀規" userId="f68c5fd9-22d5-4c0a-9833-7fb0f5135313" providerId="ADAL" clId="{1E1EFADE-4A0B-47B8-8EF8-2E15F0F63983}" dt="2021-01-29T00:41:10.716" v="344"/>
          <ac:spMkLst>
            <pc:docMk/>
            <pc:sldMk cId="246066953" sldId="372"/>
            <ac:spMk id="3" creationId="{4A5311DD-D1AE-4581-BCDC-28EA63DA8C66}"/>
          </ac:spMkLst>
        </pc:spChg>
        <pc:spChg chg="mod">
          <ac:chgData name="鈴木 秀規" userId="f68c5fd9-22d5-4c0a-9833-7fb0f5135313" providerId="ADAL" clId="{1E1EFADE-4A0B-47B8-8EF8-2E15F0F63983}" dt="2021-01-29T00:43:14.174" v="363" actId="20577"/>
          <ac:spMkLst>
            <pc:docMk/>
            <pc:sldMk cId="246066953" sldId="372"/>
            <ac:spMk id="5" creationId="{C7BF8EB5-F4C0-4DBD-AD94-86BA96E96FC9}"/>
          </ac:spMkLst>
        </pc:spChg>
      </pc:sldChg>
      <pc:sldChg chg="del">
        <pc:chgData name="鈴木 秀規" userId="f68c5fd9-22d5-4c0a-9833-7fb0f5135313" providerId="ADAL" clId="{1E1EFADE-4A0B-47B8-8EF8-2E15F0F63983}" dt="2021-01-29T00:11:30.439" v="27" actId="2696"/>
        <pc:sldMkLst>
          <pc:docMk/>
          <pc:sldMk cId="3119782308" sldId="373"/>
        </pc:sldMkLst>
      </pc:sldChg>
      <pc:sldChg chg="addSp modSp new mod">
        <pc:chgData name="鈴木 秀規" userId="f68c5fd9-22d5-4c0a-9833-7fb0f5135313" providerId="ADAL" clId="{1E1EFADE-4A0B-47B8-8EF8-2E15F0F63983}" dt="2021-01-29T00:46:51.414" v="416" actId="1076"/>
        <pc:sldMkLst>
          <pc:docMk/>
          <pc:sldMk cId="4083622006" sldId="373"/>
        </pc:sldMkLst>
        <pc:spChg chg="mod">
          <ac:chgData name="鈴木 秀規" userId="f68c5fd9-22d5-4c0a-9833-7fb0f5135313" providerId="ADAL" clId="{1E1EFADE-4A0B-47B8-8EF8-2E15F0F63983}" dt="2021-01-29T00:43:26.237" v="365"/>
          <ac:spMkLst>
            <pc:docMk/>
            <pc:sldMk cId="4083622006" sldId="373"/>
            <ac:spMk id="3" creationId="{F21EF2BC-ACDB-4D26-A58E-3F69FB7B51A6}"/>
          </ac:spMkLst>
        </pc:spChg>
        <pc:spChg chg="mod">
          <ac:chgData name="鈴木 秀規" userId="f68c5fd9-22d5-4c0a-9833-7fb0f5135313" providerId="ADAL" clId="{1E1EFADE-4A0B-47B8-8EF8-2E15F0F63983}" dt="2021-01-29T00:43:49.809" v="381" actId="20577"/>
          <ac:spMkLst>
            <pc:docMk/>
            <pc:sldMk cId="4083622006" sldId="373"/>
            <ac:spMk id="5" creationId="{08AB8E15-1470-4368-AEA8-A657AFDBA915}"/>
          </ac:spMkLst>
        </pc:spChg>
        <pc:spChg chg="add mod">
          <ac:chgData name="鈴木 秀規" userId="f68c5fd9-22d5-4c0a-9833-7fb0f5135313" providerId="ADAL" clId="{1E1EFADE-4A0B-47B8-8EF8-2E15F0F63983}" dt="2021-01-29T00:46:37.865" v="412" actId="1076"/>
          <ac:spMkLst>
            <pc:docMk/>
            <pc:sldMk cId="4083622006" sldId="373"/>
            <ac:spMk id="6" creationId="{E2AC2086-AA04-447D-9465-2095E883D066}"/>
          </ac:spMkLst>
        </pc:spChg>
        <pc:spChg chg="add mod">
          <ac:chgData name="鈴木 秀規" userId="f68c5fd9-22d5-4c0a-9833-7fb0f5135313" providerId="ADAL" clId="{1E1EFADE-4A0B-47B8-8EF8-2E15F0F63983}" dt="2021-01-29T00:46:19.243" v="408" actId="1076"/>
          <ac:spMkLst>
            <pc:docMk/>
            <pc:sldMk cId="4083622006" sldId="373"/>
            <ac:spMk id="7" creationId="{562E9016-E9F0-4156-9DE1-2CC13EB323D8}"/>
          </ac:spMkLst>
        </pc:spChg>
        <pc:spChg chg="add mod">
          <ac:chgData name="鈴木 秀規" userId="f68c5fd9-22d5-4c0a-9833-7fb0f5135313" providerId="ADAL" clId="{1E1EFADE-4A0B-47B8-8EF8-2E15F0F63983}" dt="2021-01-29T00:46:19.243" v="408" actId="1076"/>
          <ac:spMkLst>
            <pc:docMk/>
            <pc:sldMk cId="4083622006" sldId="373"/>
            <ac:spMk id="8" creationId="{ABE3379B-C467-4CB9-8985-D62E00F34271}"/>
          </ac:spMkLst>
        </pc:spChg>
        <pc:spChg chg="add mod">
          <ac:chgData name="鈴木 秀規" userId="f68c5fd9-22d5-4c0a-9833-7fb0f5135313" providerId="ADAL" clId="{1E1EFADE-4A0B-47B8-8EF8-2E15F0F63983}" dt="2021-01-29T00:45:48.905" v="402" actId="1076"/>
          <ac:spMkLst>
            <pc:docMk/>
            <pc:sldMk cId="4083622006" sldId="373"/>
            <ac:spMk id="10" creationId="{E0BA7A6A-FD58-43AB-8181-20311D803686}"/>
          </ac:spMkLst>
        </pc:spChg>
        <pc:spChg chg="add mod">
          <ac:chgData name="鈴木 秀規" userId="f68c5fd9-22d5-4c0a-9833-7fb0f5135313" providerId="ADAL" clId="{1E1EFADE-4A0B-47B8-8EF8-2E15F0F63983}" dt="2021-01-29T00:46:51.414" v="416" actId="1076"/>
          <ac:spMkLst>
            <pc:docMk/>
            <pc:sldMk cId="4083622006" sldId="373"/>
            <ac:spMk id="17" creationId="{15D6BA6B-6A6A-4565-9C23-E0DCA4829241}"/>
          </ac:spMkLst>
        </pc:spChg>
        <pc:picChg chg="add mod ord">
          <ac:chgData name="鈴木 秀規" userId="f68c5fd9-22d5-4c0a-9833-7fb0f5135313" providerId="ADAL" clId="{1E1EFADE-4A0B-47B8-8EF8-2E15F0F63983}" dt="2021-01-29T00:45:58.142" v="403" actId="166"/>
          <ac:picMkLst>
            <pc:docMk/>
            <pc:sldMk cId="4083622006" sldId="373"/>
            <ac:picMk id="9" creationId="{DF4077C8-F3E5-4561-98AD-28F370FA61AE}"/>
          </ac:picMkLst>
        </pc:picChg>
        <pc:cxnChg chg="add mod">
          <ac:chgData name="鈴木 秀規" userId="f68c5fd9-22d5-4c0a-9833-7fb0f5135313" providerId="ADAL" clId="{1E1EFADE-4A0B-47B8-8EF8-2E15F0F63983}" dt="2021-01-29T00:46:21.196" v="409" actId="14100"/>
          <ac:cxnSpMkLst>
            <pc:docMk/>
            <pc:sldMk cId="4083622006" sldId="373"/>
            <ac:cxnSpMk id="11" creationId="{63FADA74-AFE4-436A-8041-104A159CA0DE}"/>
          </ac:cxnSpMkLst>
        </pc:cxnChg>
      </pc:sldChg>
      <pc:sldChg chg="addSp modSp new mod">
        <pc:chgData name="鈴木 秀規" userId="f68c5fd9-22d5-4c0a-9833-7fb0f5135313" providerId="ADAL" clId="{1E1EFADE-4A0B-47B8-8EF8-2E15F0F63983}" dt="2021-01-29T00:48:57.582" v="436" actId="207"/>
        <pc:sldMkLst>
          <pc:docMk/>
          <pc:sldMk cId="2781282954" sldId="374"/>
        </pc:sldMkLst>
        <pc:spChg chg="mod">
          <ac:chgData name="鈴木 秀規" userId="f68c5fd9-22d5-4c0a-9833-7fb0f5135313" providerId="ADAL" clId="{1E1EFADE-4A0B-47B8-8EF8-2E15F0F63983}" dt="2021-01-29T00:47:04.055" v="418"/>
          <ac:spMkLst>
            <pc:docMk/>
            <pc:sldMk cId="2781282954" sldId="374"/>
            <ac:spMk id="3" creationId="{FC2892DB-D72F-492C-B449-90F96BA5973A}"/>
          </ac:spMkLst>
        </pc:spChg>
        <pc:spChg chg="mod">
          <ac:chgData name="鈴木 秀規" userId="f68c5fd9-22d5-4c0a-9833-7fb0f5135313" providerId="ADAL" clId="{1E1EFADE-4A0B-47B8-8EF8-2E15F0F63983}" dt="2021-01-29T00:47:17.927" v="421" actId="20577"/>
          <ac:spMkLst>
            <pc:docMk/>
            <pc:sldMk cId="2781282954" sldId="374"/>
            <ac:spMk id="5" creationId="{BDC9C904-5D31-41FC-8B13-9BE5C512630D}"/>
          </ac:spMkLst>
        </pc:spChg>
        <pc:spChg chg="add mod">
          <ac:chgData name="鈴木 秀規" userId="f68c5fd9-22d5-4c0a-9833-7fb0f5135313" providerId="ADAL" clId="{1E1EFADE-4A0B-47B8-8EF8-2E15F0F63983}" dt="2021-01-29T00:48:18.932" v="431" actId="14100"/>
          <ac:spMkLst>
            <pc:docMk/>
            <pc:sldMk cId="2781282954" sldId="374"/>
            <ac:spMk id="6" creationId="{8C66F86B-53DB-41C4-ABBF-025E60039E3A}"/>
          </ac:spMkLst>
        </pc:spChg>
        <pc:spChg chg="add mod">
          <ac:chgData name="鈴木 秀規" userId="f68c5fd9-22d5-4c0a-9833-7fb0f5135313" providerId="ADAL" clId="{1E1EFADE-4A0B-47B8-8EF8-2E15F0F63983}" dt="2021-01-29T00:48:57.582" v="436" actId="207"/>
          <ac:spMkLst>
            <pc:docMk/>
            <pc:sldMk cId="2781282954" sldId="374"/>
            <ac:spMk id="7" creationId="{DD33C7F7-AAF0-4232-A95F-84031FE4AE56}"/>
          </ac:spMkLst>
        </pc:spChg>
      </pc:sldChg>
      <pc:sldChg chg="del">
        <pc:chgData name="鈴木 秀規" userId="f68c5fd9-22d5-4c0a-9833-7fb0f5135313" providerId="ADAL" clId="{1E1EFADE-4A0B-47B8-8EF8-2E15F0F63983}" dt="2021-01-29T00:11:30.439" v="27" actId="2696"/>
        <pc:sldMkLst>
          <pc:docMk/>
          <pc:sldMk cId="4094264785" sldId="374"/>
        </pc:sldMkLst>
      </pc:sldChg>
      <pc:sldChg chg="del">
        <pc:chgData name="鈴木 秀規" userId="f68c5fd9-22d5-4c0a-9833-7fb0f5135313" providerId="ADAL" clId="{1E1EFADE-4A0B-47B8-8EF8-2E15F0F63983}" dt="2021-01-29T00:11:30.439" v="27" actId="2696"/>
        <pc:sldMkLst>
          <pc:docMk/>
          <pc:sldMk cId="1155857800" sldId="375"/>
        </pc:sldMkLst>
      </pc:sldChg>
      <pc:sldChg chg="modSp new mod">
        <pc:chgData name="鈴木 秀規" userId="f68c5fd9-22d5-4c0a-9833-7fb0f5135313" providerId="ADAL" clId="{1E1EFADE-4A0B-47B8-8EF8-2E15F0F63983}" dt="2021-01-29T00:51:21.464" v="482" actId="20577"/>
        <pc:sldMkLst>
          <pc:docMk/>
          <pc:sldMk cId="4224040465" sldId="375"/>
        </pc:sldMkLst>
        <pc:spChg chg="mod">
          <ac:chgData name="鈴木 秀規" userId="f68c5fd9-22d5-4c0a-9833-7fb0f5135313" providerId="ADAL" clId="{1E1EFADE-4A0B-47B8-8EF8-2E15F0F63983}" dt="2021-01-29T00:49:15.791" v="438"/>
          <ac:spMkLst>
            <pc:docMk/>
            <pc:sldMk cId="4224040465" sldId="375"/>
            <ac:spMk id="3" creationId="{EEEBA06C-5CD2-484F-9A98-6DEECAEA740D}"/>
          </ac:spMkLst>
        </pc:spChg>
        <pc:spChg chg="mod">
          <ac:chgData name="鈴木 秀規" userId="f68c5fd9-22d5-4c0a-9833-7fb0f5135313" providerId="ADAL" clId="{1E1EFADE-4A0B-47B8-8EF8-2E15F0F63983}" dt="2021-01-29T00:51:21.464" v="482" actId="20577"/>
          <ac:spMkLst>
            <pc:docMk/>
            <pc:sldMk cId="4224040465" sldId="375"/>
            <ac:spMk id="5" creationId="{3B0BE475-13B7-4FD9-80F3-A4AD35C5F7BA}"/>
          </ac:spMkLst>
        </pc:spChg>
      </pc:sldChg>
      <pc:sldChg chg="del">
        <pc:chgData name="鈴木 秀規" userId="f68c5fd9-22d5-4c0a-9833-7fb0f5135313" providerId="ADAL" clId="{1E1EFADE-4A0B-47B8-8EF8-2E15F0F63983}" dt="2021-01-29T00:11:30.439" v="27" actId="2696"/>
        <pc:sldMkLst>
          <pc:docMk/>
          <pc:sldMk cId="2003241689" sldId="376"/>
        </pc:sldMkLst>
      </pc:sldChg>
      <pc:sldChg chg="addSp modSp new mod">
        <pc:chgData name="鈴木 秀規" userId="f68c5fd9-22d5-4c0a-9833-7fb0f5135313" providerId="ADAL" clId="{1E1EFADE-4A0B-47B8-8EF8-2E15F0F63983}" dt="2021-01-29T01:28:23.635" v="573" actId="113"/>
        <pc:sldMkLst>
          <pc:docMk/>
          <pc:sldMk cId="3538855573" sldId="376"/>
        </pc:sldMkLst>
        <pc:spChg chg="mod">
          <ac:chgData name="鈴木 秀規" userId="f68c5fd9-22d5-4c0a-9833-7fb0f5135313" providerId="ADAL" clId="{1E1EFADE-4A0B-47B8-8EF8-2E15F0F63983}" dt="2021-01-29T00:51:34.495" v="484"/>
          <ac:spMkLst>
            <pc:docMk/>
            <pc:sldMk cId="3538855573" sldId="376"/>
            <ac:spMk id="3" creationId="{9795DA74-CAD5-4B93-B279-D0D71DC9441E}"/>
          </ac:spMkLst>
        </pc:spChg>
        <pc:spChg chg="mod">
          <ac:chgData name="鈴木 秀規" userId="f68c5fd9-22d5-4c0a-9833-7fb0f5135313" providerId="ADAL" clId="{1E1EFADE-4A0B-47B8-8EF8-2E15F0F63983}" dt="2021-01-29T00:51:49.926" v="488" actId="14100"/>
          <ac:spMkLst>
            <pc:docMk/>
            <pc:sldMk cId="3538855573" sldId="376"/>
            <ac:spMk id="5" creationId="{586A08B6-18B2-4C56-BE32-ACE3FEB82851}"/>
          </ac:spMkLst>
        </pc:spChg>
        <pc:spChg chg="add mod">
          <ac:chgData name="鈴木 秀規" userId="f68c5fd9-22d5-4c0a-9833-7fb0f5135313" providerId="ADAL" clId="{1E1EFADE-4A0B-47B8-8EF8-2E15F0F63983}" dt="2021-01-29T01:28:23.635" v="573" actId="113"/>
          <ac:spMkLst>
            <pc:docMk/>
            <pc:sldMk cId="3538855573" sldId="376"/>
            <ac:spMk id="6" creationId="{C2E863CB-E594-44F0-8462-E663F348DA19}"/>
          </ac:spMkLst>
        </pc:spChg>
        <pc:spChg chg="add mod">
          <ac:chgData name="鈴木 秀規" userId="f68c5fd9-22d5-4c0a-9833-7fb0f5135313" providerId="ADAL" clId="{1E1EFADE-4A0B-47B8-8EF8-2E15F0F63983}" dt="2021-01-29T01:28:23.635" v="573" actId="113"/>
          <ac:spMkLst>
            <pc:docMk/>
            <pc:sldMk cId="3538855573" sldId="376"/>
            <ac:spMk id="7" creationId="{34EF60CC-078A-43FC-9E46-B4753FA49BB6}"/>
          </ac:spMkLst>
        </pc:spChg>
        <pc:spChg chg="add mod">
          <ac:chgData name="鈴木 秀規" userId="f68c5fd9-22d5-4c0a-9833-7fb0f5135313" providerId="ADAL" clId="{1E1EFADE-4A0B-47B8-8EF8-2E15F0F63983}" dt="2021-01-29T01:22:49.908" v="506" actId="1035"/>
          <ac:spMkLst>
            <pc:docMk/>
            <pc:sldMk cId="3538855573" sldId="376"/>
            <ac:spMk id="8" creationId="{370B556E-A8C0-45EA-824C-7CBD4272B44A}"/>
          </ac:spMkLst>
        </pc:spChg>
        <pc:spChg chg="add mod">
          <ac:chgData name="鈴木 秀規" userId="f68c5fd9-22d5-4c0a-9833-7fb0f5135313" providerId="ADAL" clId="{1E1EFADE-4A0B-47B8-8EF8-2E15F0F63983}" dt="2021-01-29T01:23:06.346" v="522" actId="1036"/>
          <ac:spMkLst>
            <pc:docMk/>
            <pc:sldMk cId="3538855573" sldId="376"/>
            <ac:spMk id="9" creationId="{FF72E8B0-61A0-41AB-B46E-5C9262C087BB}"/>
          </ac:spMkLst>
        </pc:spChg>
        <pc:spChg chg="add mod">
          <ac:chgData name="鈴木 秀規" userId="f68c5fd9-22d5-4c0a-9833-7fb0f5135313" providerId="ADAL" clId="{1E1EFADE-4A0B-47B8-8EF8-2E15F0F63983}" dt="2021-01-29T01:23:24.182" v="527" actId="1035"/>
          <ac:spMkLst>
            <pc:docMk/>
            <pc:sldMk cId="3538855573" sldId="376"/>
            <ac:spMk id="10" creationId="{FF6645CC-B7BF-4581-B747-5B1FB92F1344}"/>
          </ac:spMkLst>
        </pc:spChg>
        <pc:spChg chg="add mod">
          <ac:chgData name="鈴木 秀規" userId="f68c5fd9-22d5-4c0a-9833-7fb0f5135313" providerId="ADAL" clId="{1E1EFADE-4A0B-47B8-8EF8-2E15F0F63983}" dt="2021-01-29T01:23:41.112" v="532" actId="14100"/>
          <ac:spMkLst>
            <pc:docMk/>
            <pc:sldMk cId="3538855573" sldId="376"/>
            <ac:spMk id="11" creationId="{16C6C4A7-3C0A-408E-B656-F26C28D9D447}"/>
          </ac:spMkLst>
        </pc:spChg>
        <pc:cxnChg chg="add mod">
          <ac:chgData name="鈴木 秀規" userId="f68c5fd9-22d5-4c0a-9833-7fb0f5135313" providerId="ADAL" clId="{1E1EFADE-4A0B-47B8-8EF8-2E15F0F63983}" dt="2021-01-29T01:24:05.045" v="535" actId="208"/>
          <ac:cxnSpMkLst>
            <pc:docMk/>
            <pc:sldMk cId="3538855573" sldId="376"/>
            <ac:cxnSpMk id="13" creationId="{ACFE229B-A65E-4658-A0B5-22883AB5AA15}"/>
          </ac:cxnSpMkLst>
        </pc:cxnChg>
        <pc:cxnChg chg="add mod">
          <ac:chgData name="鈴木 秀規" userId="f68c5fd9-22d5-4c0a-9833-7fb0f5135313" providerId="ADAL" clId="{1E1EFADE-4A0B-47B8-8EF8-2E15F0F63983}" dt="2021-01-29T01:24:27.875" v="538" actId="1582"/>
          <ac:cxnSpMkLst>
            <pc:docMk/>
            <pc:sldMk cId="3538855573" sldId="376"/>
            <ac:cxnSpMk id="15" creationId="{03CDE00F-E256-4A5A-89B9-AC67844B27FD}"/>
          </ac:cxnSpMkLst>
        </pc:cxnChg>
      </pc:sldChg>
      <pc:sldChg chg="del">
        <pc:chgData name="鈴木 秀規" userId="f68c5fd9-22d5-4c0a-9833-7fb0f5135313" providerId="ADAL" clId="{1E1EFADE-4A0B-47B8-8EF8-2E15F0F63983}" dt="2021-01-29T00:11:30.439" v="27" actId="2696"/>
        <pc:sldMkLst>
          <pc:docMk/>
          <pc:sldMk cId="156709775" sldId="377"/>
        </pc:sldMkLst>
      </pc:sldChg>
      <pc:sldChg chg="addSp modSp new mod">
        <pc:chgData name="鈴木 秀規" userId="f68c5fd9-22d5-4c0a-9833-7fb0f5135313" providerId="ADAL" clId="{1E1EFADE-4A0B-47B8-8EF8-2E15F0F63983}" dt="2021-01-29T01:26:51.694" v="567" actId="1076"/>
        <pc:sldMkLst>
          <pc:docMk/>
          <pc:sldMk cId="3864834617" sldId="377"/>
        </pc:sldMkLst>
        <pc:spChg chg="mod">
          <ac:chgData name="鈴木 秀規" userId="f68c5fd9-22d5-4c0a-9833-7fb0f5135313" providerId="ADAL" clId="{1E1EFADE-4A0B-47B8-8EF8-2E15F0F63983}" dt="2021-01-29T01:24:46.904" v="540"/>
          <ac:spMkLst>
            <pc:docMk/>
            <pc:sldMk cId="3864834617" sldId="377"/>
            <ac:spMk id="3" creationId="{5FC908F1-3CA6-4749-AB73-4E0F9FDACCE6}"/>
          </ac:spMkLst>
        </pc:spChg>
        <pc:spChg chg="mod">
          <ac:chgData name="鈴木 秀規" userId="f68c5fd9-22d5-4c0a-9833-7fb0f5135313" providerId="ADAL" clId="{1E1EFADE-4A0B-47B8-8EF8-2E15F0F63983}" dt="2021-01-29T01:26:24.913" v="562" actId="207"/>
          <ac:spMkLst>
            <pc:docMk/>
            <pc:sldMk cId="3864834617" sldId="377"/>
            <ac:spMk id="5" creationId="{6B3A2C87-6FE9-4895-A119-D260DD4D7A1B}"/>
          </ac:spMkLst>
        </pc:spChg>
        <pc:spChg chg="add mod">
          <ac:chgData name="鈴木 秀規" userId="f68c5fd9-22d5-4c0a-9833-7fb0f5135313" providerId="ADAL" clId="{1E1EFADE-4A0B-47B8-8EF8-2E15F0F63983}" dt="2021-01-29T01:26:51.694" v="567" actId="1076"/>
          <ac:spMkLst>
            <pc:docMk/>
            <pc:sldMk cId="3864834617" sldId="377"/>
            <ac:spMk id="6" creationId="{C9B127B3-0188-4427-B2B2-503F806D8A50}"/>
          </ac:spMkLst>
        </pc:spChg>
        <pc:spChg chg="add mod">
          <ac:chgData name="鈴木 秀規" userId="f68c5fd9-22d5-4c0a-9833-7fb0f5135313" providerId="ADAL" clId="{1E1EFADE-4A0B-47B8-8EF8-2E15F0F63983}" dt="2021-01-29T01:26:48.190" v="566" actId="1076"/>
          <ac:spMkLst>
            <pc:docMk/>
            <pc:sldMk cId="3864834617" sldId="377"/>
            <ac:spMk id="7" creationId="{9DE8C91E-1B75-4A17-9563-1E97102B648E}"/>
          </ac:spMkLst>
        </pc:spChg>
      </pc:sldChg>
      <pc:sldChg chg="addSp modSp new mod">
        <pc:chgData name="鈴木 秀規" userId="f68c5fd9-22d5-4c0a-9833-7fb0f5135313" providerId="ADAL" clId="{1E1EFADE-4A0B-47B8-8EF8-2E15F0F63983}" dt="2021-01-29T01:30:19.140" v="599" actId="14100"/>
        <pc:sldMkLst>
          <pc:docMk/>
          <pc:sldMk cId="2148979236" sldId="378"/>
        </pc:sldMkLst>
        <pc:spChg chg="mod">
          <ac:chgData name="鈴木 秀規" userId="f68c5fd9-22d5-4c0a-9833-7fb0f5135313" providerId="ADAL" clId="{1E1EFADE-4A0B-47B8-8EF8-2E15F0F63983}" dt="2021-01-29T01:27:56.919" v="569"/>
          <ac:spMkLst>
            <pc:docMk/>
            <pc:sldMk cId="2148979236" sldId="378"/>
            <ac:spMk id="3" creationId="{788D51D2-24DD-4DC2-BB19-DB05A02F27EE}"/>
          </ac:spMkLst>
        </pc:spChg>
        <pc:spChg chg="mod">
          <ac:chgData name="鈴木 秀規" userId="f68c5fd9-22d5-4c0a-9833-7fb0f5135313" providerId="ADAL" clId="{1E1EFADE-4A0B-47B8-8EF8-2E15F0F63983}" dt="2021-01-29T01:28:16.592" v="572" actId="14100"/>
          <ac:spMkLst>
            <pc:docMk/>
            <pc:sldMk cId="2148979236" sldId="378"/>
            <ac:spMk id="5" creationId="{58D32313-7879-47C7-BFBF-C9125D0447B6}"/>
          </ac:spMkLst>
        </pc:spChg>
        <pc:spChg chg="add mod">
          <ac:chgData name="鈴木 秀規" userId="f68c5fd9-22d5-4c0a-9833-7fb0f5135313" providerId="ADAL" clId="{1E1EFADE-4A0B-47B8-8EF8-2E15F0F63983}" dt="2021-01-29T01:29:20.146" v="581" actId="14100"/>
          <ac:spMkLst>
            <pc:docMk/>
            <pc:sldMk cId="2148979236" sldId="378"/>
            <ac:spMk id="6" creationId="{7E5937BB-02E9-444C-BB60-5B9D39B085CF}"/>
          </ac:spMkLst>
        </pc:spChg>
        <pc:spChg chg="add mod">
          <ac:chgData name="鈴木 秀規" userId="f68c5fd9-22d5-4c0a-9833-7fb0f5135313" providerId="ADAL" clId="{1E1EFADE-4A0B-47B8-8EF8-2E15F0F63983}" dt="2021-01-29T01:30:08.696" v="598" actId="207"/>
          <ac:spMkLst>
            <pc:docMk/>
            <pc:sldMk cId="2148979236" sldId="378"/>
            <ac:spMk id="7" creationId="{8D2C7143-A461-4E9E-89AD-0E47C7AADDD2}"/>
          </ac:spMkLst>
        </pc:spChg>
        <pc:spChg chg="add mod">
          <ac:chgData name="鈴木 秀規" userId="f68c5fd9-22d5-4c0a-9833-7fb0f5135313" providerId="ADAL" clId="{1E1EFADE-4A0B-47B8-8EF8-2E15F0F63983}" dt="2021-01-29T01:30:19.140" v="599" actId="14100"/>
          <ac:spMkLst>
            <pc:docMk/>
            <pc:sldMk cId="2148979236" sldId="378"/>
            <ac:spMk id="8" creationId="{1F3DC4C2-8CFD-43BC-B2AE-DC992FAAF3BB}"/>
          </ac:spMkLst>
        </pc:spChg>
      </pc:sldChg>
      <pc:sldChg chg="del">
        <pc:chgData name="鈴木 秀規" userId="f68c5fd9-22d5-4c0a-9833-7fb0f5135313" providerId="ADAL" clId="{1E1EFADE-4A0B-47B8-8EF8-2E15F0F63983}" dt="2021-01-29T00:11:30.439" v="27" actId="2696"/>
        <pc:sldMkLst>
          <pc:docMk/>
          <pc:sldMk cId="4226280389" sldId="378"/>
        </pc:sldMkLst>
      </pc:sldChg>
      <pc:sldChg chg="del">
        <pc:chgData name="鈴木 秀規" userId="f68c5fd9-22d5-4c0a-9833-7fb0f5135313" providerId="ADAL" clId="{1E1EFADE-4A0B-47B8-8EF8-2E15F0F63983}" dt="2021-01-29T00:11:30.439" v="27" actId="2696"/>
        <pc:sldMkLst>
          <pc:docMk/>
          <pc:sldMk cId="687387428" sldId="379"/>
        </pc:sldMkLst>
      </pc:sldChg>
      <pc:sldChg chg="addSp modSp new mod">
        <pc:chgData name="鈴木 秀規" userId="f68c5fd9-22d5-4c0a-9833-7fb0f5135313" providerId="ADAL" clId="{1E1EFADE-4A0B-47B8-8EF8-2E15F0F63983}" dt="2021-01-29T01:32:38.398" v="623"/>
        <pc:sldMkLst>
          <pc:docMk/>
          <pc:sldMk cId="1522789995" sldId="379"/>
        </pc:sldMkLst>
        <pc:spChg chg="mod">
          <ac:chgData name="鈴木 秀規" userId="f68c5fd9-22d5-4c0a-9833-7fb0f5135313" providerId="ADAL" clId="{1E1EFADE-4A0B-47B8-8EF8-2E15F0F63983}" dt="2021-01-29T01:30:37.349" v="601"/>
          <ac:spMkLst>
            <pc:docMk/>
            <pc:sldMk cId="1522789995" sldId="379"/>
            <ac:spMk id="3" creationId="{04B14AED-343E-40B0-A4BC-729E82A9F10E}"/>
          </ac:spMkLst>
        </pc:spChg>
        <pc:spChg chg="mod">
          <ac:chgData name="鈴木 秀規" userId="f68c5fd9-22d5-4c0a-9833-7fb0f5135313" providerId="ADAL" clId="{1E1EFADE-4A0B-47B8-8EF8-2E15F0F63983}" dt="2021-01-29T01:30:56.618" v="604" actId="14100"/>
          <ac:spMkLst>
            <pc:docMk/>
            <pc:sldMk cId="1522789995" sldId="379"/>
            <ac:spMk id="5" creationId="{4D82A19B-11CC-476B-A084-E9D266DCCF99}"/>
          </ac:spMkLst>
        </pc:spChg>
        <pc:spChg chg="add mod">
          <ac:chgData name="鈴木 秀規" userId="f68c5fd9-22d5-4c0a-9833-7fb0f5135313" providerId="ADAL" clId="{1E1EFADE-4A0B-47B8-8EF8-2E15F0F63983}" dt="2021-01-29T01:31:45.055" v="609" actId="1076"/>
          <ac:spMkLst>
            <pc:docMk/>
            <pc:sldMk cId="1522789995" sldId="379"/>
            <ac:spMk id="13" creationId="{942FC57E-0FC2-4A6B-9F60-41DCADFC40A9}"/>
          </ac:spMkLst>
        </pc:spChg>
        <pc:spChg chg="add mod">
          <ac:chgData name="鈴木 秀規" userId="f68c5fd9-22d5-4c0a-9833-7fb0f5135313" providerId="ADAL" clId="{1E1EFADE-4A0B-47B8-8EF8-2E15F0F63983}" dt="2021-01-29T01:31:49.296" v="610" actId="1076"/>
          <ac:spMkLst>
            <pc:docMk/>
            <pc:sldMk cId="1522789995" sldId="379"/>
            <ac:spMk id="14" creationId="{F69A5210-906C-4694-AD6E-DAADF838F47A}"/>
          </ac:spMkLst>
        </pc:spChg>
        <pc:spChg chg="add mod">
          <ac:chgData name="鈴木 秀規" userId="f68c5fd9-22d5-4c0a-9833-7fb0f5135313" providerId="ADAL" clId="{1E1EFADE-4A0B-47B8-8EF8-2E15F0F63983}" dt="2021-01-29T01:31:52.960" v="611" actId="1076"/>
          <ac:spMkLst>
            <pc:docMk/>
            <pc:sldMk cId="1522789995" sldId="379"/>
            <ac:spMk id="15" creationId="{762712C4-BC2F-4282-B22F-E5CE54681559}"/>
          </ac:spMkLst>
        </pc:spChg>
        <pc:spChg chg="add mod">
          <ac:chgData name="鈴木 秀規" userId="f68c5fd9-22d5-4c0a-9833-7fb0f5135313" providerId="ADAL" clId="{1E1EFADE-4A0B-47B8-8EF8-2E15F0F63983}" dt="2021-01-29T01:32:20.799" v="619" actId="1076"/>
          <ac:spMkLst>
            <pc:docMk/>
            <pc:sldMk cId="1522789995" sldId="379"/>
            <ac:spMk id="16" creationId="{DE3FBAE5-8A35-440E-BC89-CE2828832936}"/>
          </ac:spMkLst>
        </pc:spChg>
        <pc:spChg chg="add mod">
          <ac:chgData name="鈴木 秀規" userId="f68c5fd9-22d5-4c0a-9833-7fb0f5135313" providerId="ADAL" clId="{1E1EFADE-4A0B-47B8-8EF8-2E15F0F63983}" dt="2021-01-29T01:32:11.303" v="616" actId="1076"/>
          <ac:spMkLst>
            <pc:docMk/>
            <pc:sldMk cId="1522789995" sldId="379"/>
            <ac:spMk id="17" creationId="{D259DEEE-A991-4AA8-ADC8-09C916640E1B}"/>
          </ac:spMkLst>
        </pc:spChg>
        <pc:spChg chg="add mod">
          <ac:chgData name="鈴木 秀規" userId="f68c5fd9-22d5-4c0a-9833-7fb0f5135313" providerId="ADAL" clId="{1E1EFADE-4A0B-47B8-8EF8-2E15F0F63983}" dt="2021-01-29T01:32:16.581" v="618" actId="1076"/>
          <ac:spMkLst>
            <pc:docMk/>
            <pc:sldMk cId="1522789995" sldId="379"/>
            <ac:spMk id="18" creationId="{68A74AF8-2900-430E-B204-614735D97CBB}"/>
          </ac:spMkLst>
        </pc:spChg>
        <pc:spChg chg="add mod">
          <ac:chgData name="鈴木 秀規" userId="f68c5fd9-22d5-4c0a-9833-7fb0f5135313" providerId="ADAL" clId="{1E1EFADE-4A0B-47B8-8EF8-2E15F0F63983}" dt="2021-01-29T01:32:38.398" v="623"/>
          <ac:spMkLst>
            <pc:docMk/>
            <pc:sldMk cId="1522789995" sldId="379"/>
            <ac:spMk id="25" creationId="{B80B0339-DE18-4B43-A984-DE50986C9340}"/>
          </ac:spMkLst>
        </pc:spChg>
        <pc:picChg chg="add mod">
          <ac:chgData name="鈴木 秀規" userId="f68c5fd9-22d5-4c0a-9833-7fb0f5135313" providerId="ADAL" clId="{1E1EFADE-4A0B-47B8-8EF8-2E15F0F63983}" dt="2021-01-29T01:31:56.654" v="612" actId="1076"/>
          <ac:picMkLst>
            <pc:docMk/>
            <pc:sldMk cId="1522789995" sldId="379"/>
            <ac:picMk id="6" creationId="{2A849C32-692A-4772-B21D-88A2ACB6D4A5}"/>
          </ac:picMkLst>
        </pc:picChg>
        <pc:picChg chg="add mod">
          <ac:chgData name="鈴木 秀規" userId="f68c5fd9-22d5-4c0a-9833-7fb0f5135313" providerId="ADAL" clId="{1E1EFADE-4A0B-47B8-8EF8-2E15F0F63983}" dt="2021-01-29T01:31:45.055" v="609" actId="1076"/>
          <ac:picMkLst>
            <pc:docMk/>
            <pc:sldMk cId="1522789995" sldId="379"/>
            <ac:picMk id="7" creationId="{5B8D53DE-5E89-492C-AB3F-992EDF533246}"/>
          </ac:picMkLst>
        </pc:picChg>
        <pc:picChg chg="add mod">
          <ac:chgData name="鈴木 秀規" userId="f68c5fd9-22d5-4c0a-9833-7fb0f5135313" providerId="ADAL" clId="{1E1EFADE-4A0B-47B8-8EF8-2E15F0F63983}" dt="2021-01-29T01:31:45.055" v="609" actId="1076"/>
          <ac:picMkLst>
            <pc:docMk/>
            <pc:sldMk cId="1522789995" sldId="379"/>
            <ac:picMk id="8" creationId="{6886DC06-D860-429F-AF57-23F706114EF2}"/>
          </ac:picMkLst>
        </pc:picChg>
        <pc:picChg chg="add mod">
          <ac:chgData name="鈴木 秀規" userId="f68c5fd9-22d5-4c0a-9833-7fb0f5135313" providerId="ADAL" clId="{1E1EFADE-4A0B-47B8-8EF8-2E15F0F63983}" dt="2021-01-29T01:31:45.055" v="609" actId="1076"/>
          <ac:picMkLst>
            <pc:docMk/>
            <pc:sldMk cId="1522789995" sldId="379"/>
            <ac:picMk id="9" creationId="{E7973784-610E-4D2C-90D5-65D99D3BEAD7}"/>
          </ac:picMkLst>
        </pc:picChg>
        <pc:cxnChg chg="add mod">
          <ac:chgData name="鈴木 秀規" userId="f68c5fd9-22d5-4c0a-9833-7fb0f5135313" providerId="ADAL" clId="{1E1EFADE-4A0B-47B8-8EF8-2E15F0F63983}" dt="2021-01-29T01:31:56.654" v="612" actId="1076"/>
          <ac:cxnSpMkLst>
            <pc:docMk/>
            <pc:sldMk cId="1522789995" sldId="379"/>
            <ac:cxnSpMk id="10" creationId="{9FD8A83F-0C7B-4386-9431-8CBC5A6D624A}"/>
          </ac:cxnSpMkLst>
        </pc:cxnChg>
        <pc:cxnChg chg="add mod">
          <ac:chgData name="鈴木 秀規" userId="f68c5fd9-22d5-4c0a-9833-7fb0f5135313" providerId="ADAL" clId="{1E1EFADE-4A0B-47B8-8EF8-2E15F0F63983}" dt="2021-01-29T01:31:56.654" v="612" actId="1076"/>
          <ac:cxnSpMkLst>
            <pc:docMk/>
            <pc:sldMk cId="1522789995" sldId="379"/>
            <ac:cxnSpMk id="11" creationId="{03496B72-C39A-4F65-937D-ADFDADC91199}"/>
          </ac:cxnSpMkLst>
        </pc:cxnChg>
        <pc:cxnChg chg="add mod">
          <ac:chgData name="鈴木 秀規" userId="f68c5fd9-22d5-4c0a-9833-7fb0f5135313" providerId="ADAL" clId="{1E1EFADE-4A0B-47B8-8EF8-2E15F0F63983}" dt="2021-01-29T01:31:56.654" v="612" actId="1076"/>
          <ac:cxnSpMkLst>
            <pc:docMk/>
            <pc:sldMk cId="1522789995" sldId="379"/>
            <ac:cxnSpMk id="12" creationId="{FD33321A-A1F1-4A21-9655-8480DD7F1288}"/>
          </ac:cxnSpMkLst>
        </pc:cxnChg>
      </pc:sldChg>
      <pc:sldChg chg="del">
        <pc:chgData name="鈴木 秀規" userId="f68c5fd9-22d5-4c0a-9833-7fb0f5135313" providerId="ADAL" clId="{1E1EFADE-4A0B-47B8-8EF8-2E15F0F63983}" dt="2021-01-29T00:11:30.439" v="27" actId="2696"/>
        <pc:sldMkLst>
          <pc:docMk/>
          <pc:sldMk cId="1295816778" sldId="380"/>
        </pc:sldMkLst>
      </pc:sldChg>
      <pc:sldChg chg="addSp modSp new mod">
        <pc:chgData name="鈴木 秀規" userId="f68c5fd9-22d5-4c0a-9833-7fb0f5135313" providerId="ADAL" clId="{1E1EFADE-4A0B-47B8-8EF8-2E15F0F63983}" dt="2021-01-29T01:38:44.510" v="671" actId="207"/>
        <pc:sldMkLst>
          <pc:docMk/>
          <pc:sldMk cId="3157073252" sldId="380"/>
        </pc:sldMkLst>
        <pc:spChg chg="mod">
          <ac:chgData name="鈴木 秀規" userId="f68c5fd9-22d5-4c0a-9833-7fb0f5135313" providerId="ADAL" clId="{1E1EFADE-4A0B-47B8-8EF8-2E15F0F63983}" dt="2021-01-29T01:32:55.606" v="625"/>
          <ac:spMkLst>
            <pc:docMk/>
            <pc:sldMk cId="3157073252" sldId="380"/>
            <ac:spMk id="3" creationId="{26A2C7A4-585F-42BD-BB49-B81AA12576C7}"/>
          </ac:spMkLst>
        </pc:spChg>
        <pc:spChg chg="mod">
          <ac:chgData name="鈴木 秀規" userId="f68c5fd9-22d5-4c0a-9833-7fb0f5135313" providerId="ADAL" clId="{1E1EFADE-4A0B-47B8-8EF8-2E15F0F63983}" dt="2021-01-29T01:34:26.445" v="629" actId="14100"/>
          <ac:spMkLst>
            <pc:docMk/>
            <pc:sldMk cId="3157073252" sldId="380"/>
            <ac:spMk id="5" creationId="{C2FAA142-CEE0-4D0B-B85B-5F9B477E6726}"/>
          </ac:spMkLst>
        </pc:spChg>
        <pc:spChg chg="add mod">
          <ac:chgData name="鈴木 秀規" userId="f68c5fd9-22d5-4c0a-9833-7fb0f5135313" providerId="ADAL" clId="{1E1EFADE-4A0B-47B8-8EF8-2E15F0F63983}" dt="2021-01-29T01:36:22.602" v="639" actId="20577"/>
          <ac:spMkLst>
            <pc:docMk/>
            <pc:sldMk cId="3157073252" sldId="380"/>
            <ac:spMk id="13" creationId="{D0595172-2769-43DE-A2C2-94996B5F1E88}"/>
          </ac:spMkLst>
        </pc:spChg>
        <pc:spChg chg="add mod">
          <ac:chgData name="鈴木 秀規" userId="f68c5fd9-22d5-4c0a-9833-7fb0f5135313" providerId="ADAL" clId="{1E1EFADE-4A0B-47B8-8EF8-2E15F0F63983}" dt="2021-01-29T01:36:25.495" v="640" actId="20577"/>
          <ac:spMkLst>
            <pc:docMk/>
            <pc:sldMk cId="3157073252" sldId="380"/>
            <ac:spMk id="14" creationId="{7200324B-7306-4747-B0EE-19EC9A436340}"/>
          </ac:spMkLst>
        </pc:spChg>
        <pc:spChg chg="add mod">
          <ac:chgData name="鈴木 秀規" userId="f68c5fd9-22d5-4c0a-9833-7fb0f5135313" providerId="ADAL" clId="{1E1EFADE-4A0B-47B8-8EF8-2E15F0F63983}" dt="2021-01-29T01:36:30.401" v="641" actId="20577"/>
          <ac:spMkLst>
            <pc:docMk/>
            <pc:sldMk cId="3157073252" sldId="380"/>
            <ac:spMk id="15" creationId="{F93E6F49-0FA4-45D6-AC25-2EE73AE0CA77}"/>
          </ac:spMkLst>
        </pc:spChg>
        <pc:spChg chg="add mod">
          <ac:chgData name="鈴木 秀規" userId="f68c5fd9-22d5-4c0a-9833-7fb0f5135313" providerId="ADAL" clId="{1E1EFADE-4A0B-47B8-8EF8-2E15F0F63983}" dt="2021-01-29T01:35:07.532" v="630"/>
          <ac:spMkLst>
            <pc:docMk/>
            <pc:sldMk cId="3157073252" sldId="380"/>
            <ac:spMk id="16" creationId="{B463895B-AE89-43EC-A968-4281BD9962F3}"/>
          </ac:spMkLst>
        </pc:spChg>
        <pc:spChg chg="add mod">
          <ac:chgData name="鈴木 秀規" userId="f68c5fd9-22d5-4c0a-9833-7fb0f5135313" providerId="ADAL" clId="{1E1EFADE-4A0B-47B8-8EF8-2E15F0F63983}" dt="2021-01-29T01:35:07.532" v="630"/>
          <ac:spMkLst>
            <pc:docMk/>
            <pc:sldMk cId="3157073252" sldId="380"/>
            <ac:spMk id="17" creationId="{090DD37D-7CDD-47E3-8444-E2254EFDBD2E}"/>
          </ac:spMkLst>
        </pc:spChg>
        <pc:spChg chg="add mod">
          <ac:chgData name="鈴木 秀規" userId="f68c5fd9-22d5-4c0a-9833-7fb0f5135313" providerId="ADAL" clId="{1E1EFADE-4A0B-47B8-8EF8-2E15F0F63983}" dt="2021-01-29T01:35:07.532" v="630"/>
          <ac:spMkLst>
            <pc:docMk/>
            <pc:sldMk cId="3157073252" sldId="380"/>
            <ac:spMk id="18" creationId="{FABF4ED0-41B7-4565-9892-8451B641DE4C}"/>
          </ac:spMkLst>
        </pc:spChg>
        <pc:spChg chg="add mod">
          <ac:chgData name="鈴木 秀規" userId="f68c5fd9-22d5-4c0a-9833-7fb0f5135313" providerId="ADAL" clId="{1E1EFADE-4A0B-47B8-8EF8-2E15F0F63983}" dt="2021-01-29T01:36:13.186" v="638" actId="14100"/>
          <ac:spMkLst>
            <pc:docMk/>
            <pc:sldMk cId="3157073252" sldId="380"/>
            <ac:spMk id="23" creationId="{C0DF2BD5-DE84-431F-89AE-08BF547400A9}"/>
          </ac:spMkLst>
        </pc:spChg>
        <pc:spChg chg="add mod">
          <ac:chgData name="鈴木 秀規" userId="f68c5fd9-22d5-4c0a-9833-7fb0f5135313" providerId="ADAL" clId="{1E1EFADE-4A0B-47B8-8EF8-2E15F0F63983}" dt="2021-01-29T01:37:31.322" v="653" actId="1076"/>
          <ac:spMkLst>
            <pc:docMk/>
            <pc:sldMk cId="3157073252" sldId="380"/>
            <ac:spMk id="24" creationId="{36A059BB-03B2-4594-B5A8-FBD4EEBF99A6}"/>
          </ac:spMkLst>
        </pc:spChg>
        <pc:spChg chg="add mod">
          <ac:chgData name="鈴木 秀規" userId="f68c5fd9-22d5-4c0a-9833-7fb0f5135313" providerId="ADAL" clId="{1E1EFADE-4A0B-47B8-8EF8-2E15F0F63983}" dt="2021-01-29T01:38:44.510" v="671" actId="207"/>
          <ac:spMkLst>
            <pc:docMk/>
            <pc:sldMk cId="3157073252" sldId="380"/>
            <ac:spMk id="29" creationId="{3BC98EFC-4B0D-4C39-AEB8-43529F519F78}"/>
          </ac:spMkLst>
        </pc:spChg>
        <pc:spChg chg="add mod">
          <ac:chgData name="鈴木 秀規" userId="f68c5fd9-22d5-4c0a-9833-7fb0f5135313" providerId="ADAL" clId="{1E1EFADE-4A0B-47B8-8EF8-2E15F0F63983}" dt="2021-01-29T01:38:21.644" v="666" actId="14100"/>
          <ac:spMkLst>
            <pc:docMk/>
            <pc:sldMk cId="3157073252" sldId="380"/>
            <ac:spMk id="30" creationId="{E81DC852-DA8C-4A04-8DB3-EF648B498E05}"/>
          </ac:spMkLst>
        </pc:spChg>
        <pc:picChg chg="add mod">
          <ac:chgData name="鈴木 秀規" userId="f68c5fd9-22d5-4c0a-9833-7fb0f5135313" providerId="ADAL" clId="{1E1EFADE-4A0B-47B8-8EF8-2E15F0F63983}" dt="2021-01-29T01:35:46.377" v="632" actId="1076"/>
          <ac:picMkLst>
            <pc:docMk/>
            <pc:sldMk cId="3157073252" sldId="380"/>
            <ac:picMk id="6" creationId="{52E4BB51-51E0-4750-900F-52D204DBC981}"/>
          </ac:picMkLst>
        </pc:picChg>
        <pc:picChg chg="add mod">
          <ac:chgData name="鈴木 秀規" userId="f68c5fd9-22d5-4c0a-9833-7fb0f5135313" providerId="ADAL" clId="{1E1EFADE-4A0B-47B8-8EF8-2E15F0F63983}" dt="2021-01-29T01:35:16.474" v="631" actId="1076"/>
          <ac:picMkLst>
            <pc:docMk/>
            <pc:sldMk cId="3157073252" sldId="380"/>
            <ac:picMk id="7" creationId="{79C8835B-185C-42B3-B6AD-4C0F91BDCDAC}"/>
          </ac:picMkLst>
        </pc:picChg>
        <pc:picChg chg="add mod">
          <ac:chgData name="鈴木 秀規" userId="f68c5fd9-22d5-4c0a-9833-7fb0f5135313" providerId="ADAL" clId="{1E1EFADE-4A0B-47B8-8EF8-2E15F0F63983}" dt="2021-01-29T01:35:07.532" v="630"/>
          <ac:picMkLst>
            <pc:docMk/>
            <pc:sldMk cId="3157073252" sldId="380"/>
            <ac:picMk id="8" creationId="{E71AB80C-D78C-4FEE-B8AB-A84D0C4B86CA}"/>
          </ac:picMkLst>
        </pc:picChg>
        <pc:picChg chg="add mod">
          <ac:chgData name="鈴木 秀規" userId="f68c5fd9-22d5-4c0a-9833-7fb0f5135313" providerId="ADAL" clId="{1E1EFADE-4A0B-47B8-8EF8-2E15F0F63983}" dt="2021-01-29T01:35:07.532" v="630"/>
          <ac:picMkLst>
            <pc:docMk/>
            <pc:sldMk cId="3157073252" sldId="380"/>
            <ac:picMk id="9" creationId="{D4B0B635-23DD-499E-BE8F-6306533ACB5F}"/>
          </ac:picMkLst>
        </pc:picChg>
        <pc:cxnChg chg="add mod">
          <ac:chgData name="鈴木 秀規" userId="f68c5fd9-22d5-4c0a-9833-7fb0f5135313" providerId="ADAL" clId="{1E1EFADE-4A0B-47B8-8EF8-2E15F0F63983}" dt="2021-01-29T01:35:46.377" v="632" actId="1076"/>
          <ac:cxnSpMkLst>
            <pc:docMk/>
            <pc:sldMk cId="3157073252" sldId="380"/>
            <ac:cxnSpMk id="10" creationId="{4143D2CB-3498-4BD1-A424-5B86192F18C9}"/>
          </ac:cxnSpMkLst>
        </pc:cxnChg>
        <pc:cxnChg chg="add mod">
          <ac:chgData name="鈴木 秀規" userId="f68c5fd9-22d5-4c0a-9833-7fb0f5135313" providerId="ADAL" clId="{1E1EFADE-4A0B-47B8-8EF8-2E15F0F63983}" dt="2021-01-29T01:35:46.377" v="632" actId="1076"/>
          <ac:cxnSpMkLst>
            <pc:docMk/>
            <pc:sldMk cId="3157073252" sldId="380"/>
            <ac:cxnSpMk id="11" creationId="{2486108F-1E2D-4254-BA54-8976C5C43691}"/>
          </ac:cxnSpMkLst>
        </pc:cxnChg>
        <pc:cxnChg chg="add mod">
          <ac:chgData name="鈴木 秀規" userId="f68c5fd9-22d5-4c0a-9833-7fb0f5135313" providerId="ADAL" clId="{1E1EFADE-4A0B-47B8-8EF8-2E15F0F63983}" dt="2021-01-29T01:35:46.377" v="632" actId="1076"/>
          <ac:cxnSpMkLst>
            <pc:docMk/>
            <pc:sldMk cId="3157073252" sldId="380"/>
            <ac:cxnSpMk id="12" creationId="{09A01396-16C3-4941-8DBB-855F823E2F76}"/>
          </ac:cxnSpMkLst>
        </pc:cxnChg>
        <pc:cxnChg chg="add mod">
          <ac:chgData name="鈴木 秀規" userId="f68c5fd9-22d5-4c0a-9833-7fb0f5135313" providerId="ADAL" clId="{1E1EFADE-4A0B-47B8-8EF8-2E15F0F63983}" dt="2021-01-29T01:37:23.515" v="652" actId="14100"/>
          <ac:cxnSpMkLst>
            <pc:docMk/>
            <pc:sldMk cId="3157073252" sldId="380"/>
            <ac:cxnSpMk id="25" creationId="{EE6A11BA-A89E-4537-866B-E7C3C52F89B8}"/>
          </ac:cxnSpMkLst>
        </pc:cxnChg>
      </pc:sldChg>
      <pc:sldChg chg="del">
        <pc:chgData name="鈴木 秀規" userId="f68c5fd9-22d5-4c0a-9833-7fb0f5135313" providerId="ADAL" clId="{1E1EFADE-4A0B-47B8-8EF8-2E15F0F63983}" dt="2021-01-29T00:11:30.439" v="27" actId="2696"/>
        <pc:sldMkLst>
          <pc:docMk/>
          <pc:sldMk cId="1094552731" sldId="381"/>
        </pc:sldMkLst>
      </pc:sldChg>
      <pc:sldChg chg="modSp new mod">
        <pc:chgData name="鈴木 秀規" userId="f68c5fd9-22d5-4c0a-9833-7fb0f5135313" providerId="ADAL" clId="{1E1EFADE-4A0B-47B8-8EF8-2E15F0F63983}" dt="2021-01-29T01:40:32.688" v="690" actId="207"/>
        <pc:sldMkLst>
          <pc:docMk/>
          <pc:sldMk cId="3693878349" sldId="381"/>
        </pc:sldMkLst>
        <pc:spChg chg="mod">
          <ac:chgData name="鈴木 秀規" userId="f68c5fd9-22d5-4c0a-9833-7fb0f5135313" providerId="ADAL" clId="{1E1EFADE-4A0B-47B8-8EF8-2E15F0F63983}" dt="2021-01-29T01:39:34.266" v="673"/>
          <ac:spMkLst>
            <pc:docMk/>
            <pc:sldMk cId="3693878349" sldId="381"/>
            <ac:spMk id="3" creationId="{715AA506-91D5-4D88-9A4D-8AE60D368292}"/>
          </ac:spMkLst>
        </pc:spChg>
        <pc:spChg chg="mod">
          <ac:chgData name="鈴木 秀規" userId="f68c5fd9-22d5-4c0a-9833-7fb0f5135313" providerId="ADAL" clId="{1E1EFADE-4A0B-47B8-8EF8-2E15F0F63983}" dt="2021-01-29T01:40:32.688" v="690" actId="207"/>
          <ac:spMkLst>
            <pc:docMk/>
            <pc:sldMk cId="3693878349" sldId="381"/>
            <ac:spMk id="5" creationId="{AD3928C4-C2BF-49D4-A2FF-CDBD28F19883}"/>
          </ac:spMkLst>
        </pc:spChg>
      </pc:sldChg>
      <pc:sldChg chg="del">
        <pc:chgData name="鈴木 秀規" userId="f68c5fd9-22d5-4c0a-9833-7fb0f5135313" providerId="ADAL" clId="{1E1EFADE-4A0B-47B8-8EF8-2E15F0F63983}" dt="2021-01-29T00:11:30.439" v="27" actId="2696"/>
        <pc:sldMkLst>
          <pc:docMk/>
          <pc:sldMk cId="3093851719" sldId="382"/>
        </pc:sldMkLst>
      </pc:sldChg>
      <pc:sldChg chg="del">
        <pc:chgData name="鈴木 秀規" userId="f68c5fd9-22d5-4c0a-9833-7fb0f5135313" providerId="ADAL" clId="{1E1EFADE-4A0B-47B8-8EF8-2E15F0F63983}" dt="2021-01-29T00:11:30.439" v="27" actId="2696"/>
        <pc:sldMkLst>
          <pc:docMk/>
          <pc:sldMk cId="248645521" sldId="383"/>
        </pc:sldMkLst>
      </pc:sldChg>
      <pc:sldChg chg="del">
        <pc:chgData name="鈴木 秀規" userId="f68c5fd9-22d5-4c0a-9833-7fb0f5135313" providerId="ADAL" clId="{1E1EFADE-4A0B-47B8-8EF8-2E15F0F63983}" dt="2021-01-29T00:11:30.439" v="27" actId="2696"/>
        <pc:sldMkLst>
          <pc:docMk/>
          <pc:sldMk cId="7551430" sldId="384"/>
        </pc:sldMkLst>
      </pc:sldChg>
    </pc:docChg>
  </pc:docChgLst>
  <pc:docChgLst>
    <pc:chgData name="鈴木 秀規" userId="f68c5fd9-22d5-4c0a-9833-7fb0f5135313" providerId="ADAL" clId="{F575BF5D-9AAF-4582-948B-24FD2BFE6BEB}"/>
    <pc:docChg chg="undo custSel addSld delSld modSld">
      <pc:chgData name="鈴木 秀規" userId="f68c5fd9-22d5-4c0a-9833-7fb0f5135313" providerId="ADAL" clId="{F575BF5D-9AAF-4582-948B-24FD2BFE6BEB}" dt="2021-01-29T04:31:07.658" v="563" actId="12"/>
      <pc:docMkLst>
        <pc:docMk/>
      </pc:docMkLst>
      <pc:sldChg chg="modSp mod">
        <pc:chgData name="鈴木 秀規" userId="f68c5fd9-22d5-4c0a-9833-7fb0f5135313" providerId="ADAL" clId="{F575BF5D-9AAF-4582-948B-24FD2BFE6BEB}" dt="2021-01-29T03:53:09.400" v="17" actId="20577"/>
        <pc:sldMkLst>
          <pc:docMk/>
          <pc:sldMk cId="0" sldId="256"/>
        </pc:sldMkLst>
        <pc:spChg chg="mod">
          <ac:chgData name="鈴木 秀規" userId="f68c5fd9-22d5-4c0a-9833-7fb0f5135313" providerId="ADAL" clId="{F575BF5D-9AAF-4582-948B-24FD2BFE6BEB}" dt="2021-01-29T03:53:09.400" v="17" actId="20577"/>
          <ac:spMkLst>
            <pc:docMk/>
            <pc:sldMk cId="0" sldId="256"/>
            <ac:spMk id="56" creationId="{00000000-0000-0000-0000-000000000000}"/>
          </ac:spMkLst>
        </pc:spChg>
      </pc:sldChg>
      <pc:sldChg chg="addSp delSp modSp mod">
        <pc:chgData name="鈴木 秀規" userId="f68c5fd9-22d5-4c0a-9833-7fb0f5135313" providerId="ADAL" clId="{F575BF5D-9AAF-4582-948B-24FD2BFE6BEB}" dt="2021-01-29T03:57:52.873" v="187" actId="1076"/>
        <pc:sldMkLst>
          <pc:docMk/>
          <pc:sldMk cId="2397736379" sldId="363"/>
        </pc:sldMkLst>
        <pc:spChg chg="mod">
          <ac:chgData name="鈴木 秀規" userId="f68c5fd9-22d5-4c0a-9833-7fb0f5135313" providerId="ADAL" clId="{F575BF5D-9AAF-4582-948B-24FD2BFE6BEB}" dt="2021-01-29T03:53:38.253" v="18"/>
          <ac:spMkLst>
            <pc:docMk/>
            <pc:sldMk cId="2397736379" sldId="363"/>
            <ac:spMk id="7" creationId="{9630AD22-E64D-4A96-B059-2AF9F6580C25}"/>
          </ac:spMkLst>
        </pc:spChg>
        <pc:spChg chg="mod">
          <ac:chgData name="鈴木 秀規" userId="f68c5fd9-22d5-4c0a-9833-7fb0f5135313" providerId="ADAL" clId="{F575BF5D-9AAF-4582-948B-24FD2BFE6BEB}" dt="2021-01-29T03:54:14.140" v="23" actId="14100"/>
          <ac:spMkLst>
            <pc:docMk/>
            <pc:sldMk cId="2397736379" sldId="363"/>
            <ac:spMk id="8" creationId="{787CF02A-01AB-4517-BA3E-25572FA82648}"/>
          </ac:spMkLst>
        </pc:spChg>
        <pc:spChg chg="del">
          <ac:chgData name="鈴木 秀規" userId="f68c5fd9-22d5-4c0a-9833-7fb0f5135313" providerId="ADAL" clId="{F575BF5D-9AAF-4582-948B-24FD2BFE6BEB}" dt="2021-01-29T03:53:51.006" v="20" actId="478"/>
          <ac:spMkLst>
            <pc:docMk/>
            <pc:sldMk cId="2397736379" sldId="363"/>
            <ac:spMk id="13" creationId="{C4AF9A3A-8E4D-4361-A0C9-F0B17B39BF47}"/>
          </ac:spMkLst>
        </pc:spChg>
        <pc:spChg chg="add mod">
          <ac:chgData name="鈴木 秀規" userId="f68c5fd9-22d5-4c0a-9833-7fb0f5135313" providerId="ADAL" clId="{F575BF5D-9AAF-4582-948B-24FD2BFE6BEB}" dt="2021-01-29T03:57:31.891" v="185" actId="1036"/>
          <ac:spMkLst>
            <pc:docMk/>
            <pc:sldMk cId="2397736379" sldId="363"/>
            <ac:spMk id="20" creationId="{6A1F2DC2-FEFB-4B55-B9A8-804C2356BC0A}"/>
          </ac:spMkLst>
        </pc:spChg>
        <pc:spChg chg="add mod">
          <ac:chgData name="鈴木 秀規" userId="f68c5fd9-22d5-4c0a-9833-7fb0f5135313" providerId="ADAL" clId="{F575BF5D-9AAF-4582-948B-24FD2BFE6BEB}" dt="2021-01-29T03:57:26.033" v="180" actId="1037"/>
          <ac:spMkLst>
            <pc:docMk/>
            <pc:sldMk cId="2397736379" sldId="363"/>
            <ac:spMk id="24" creationId="{61AABCE4-8C06-4464-A1FE-C5479533A73A}"/>
          </ac:spMkLst>
        </pc:spChg>
        <pc:spChg chg="add mod">
          <ac:chgData name="鈴木 秀規" userId="f68c5fd9-22d5-4c0a-9833-7fb0f5135313" providerId="ADAL" clId="{F575BF5D-9AAF-4582-948B-24FD2BFE6BEB}" dt="2021-01-29T03:56:54.594" v="109" actId="1036"/>
          <ac:spMkLst>
            <pc:docMk/>
            <pc:sldMk cId="2397736379" sldId="363"/>
            <ac:spMk id="25" creationId="{677A1649-EFA4-4EA5-8C5D-068AF05E4B79}"/>
          </ac:spMkLst>
        </pc:spChg>
        <pc:spChg chg="add mod">
          <ac:chgData name="鈴木 秀規" userId="f68c5fd9-22d5-4c0a-9833-7fb0f5135313" providerId="ADAL" clId="{F575BF5D-9AAF-4582-948B-24FD2BFE6BEB}" dt="2021-01-29T03:57:52.873" v="187" actId="1076"/>
          <ac:spMkLst>
            <pc:docMk/>
            <pc:sldMk cId="2397736379" sldId="363"/>
            <ac:spMk id="26" creationId="{253EF062-A8F9-4BBC-BDA6-D5B078E1987D}"/>
          </ac:spMkLst>
        </pc:spChg>
        <pc:spChg chg="add mod">
          <ac:chgData name="鈴木 秀規" userId="f68c5fd9-22d5-4c0a-9833-7fb0f5135313" providerId="ADAL" clId="{F575BF5D-9AAF-4582-948B-24FD2BFE6BEB}" dt="2021-01-29T03:57:40.399" v="186" actId="1076"/>
          <ac:spMkLst>
            <pc:docMk/>
            <pc:sldMk cId="2397736379" sldId="363"/>
            <ac:spMk id="27" creationId="{6A1432DB-78A9-4BE3-A629-23DE9FE630BF}"/>
          </ac:spMkLst>
        </pc:spChg>
        <pc:spChg chg="add mod">
          <ac:chgData name="鈴木 秀規" userId="f68c5fd9-22d5-4c0a-9833-7fb0f5135313" providerId="ADAL" clId="{F575BF5D-9AAF-4582-948B-24FD2BFE6BEB}" dt="2021-01-29T03:54:57.394" v="32" actId="1076"/>
          <ac:spMkLst>
            <pc:docMk/>
            <pc:sldMk cId="2397736379" sldId="363"/>
            <ac:spMk id="28" creationId="{08A8B2D8-85EE-40F4-B59A-3B08250F23C2}"/>
          </ac:spMkLst>
        </pc:spChg>
        <pc:picChg chg="add mod">
          <ac:chgData name="鈴木 秀規" userId="f68c5fd9-22d5-4c0a-9833-7fb0f5135313" providerId="ADAL" clId="{F575BF5D-9AAF-4582-948B-24FD2BFE6BEB}" dt="2021-01-29T03:56:48.472" v="98" actId="1037"/>
          <ac:picMkLst>
            <pc:docMk/>
            <pc:sldMk cId="2397736379" sldId="363"/>
            <ac:picMk id="9" creationId="{5D4595B8-BA8B-4104-A32F-708AA3722776}"/>
          </ac:picMkLst>
        </pc:picChg>
        <pc:picChg chg="add mod">
          <ac:chgData name="鈴木 秀規" userId="f68c5fd9-22d5-4c0a-9833-7fb0f5135313" providerId="ADAL" clId="{F575BF5D-9AAF-4582-948B-24FD2BFE6BEB}" dt="2021-01-29T03:54:50.950" v="30" actId="1076"/>
          <ac:picMkLst>
            <pc:docMk/>
            <pc:sldMk cId="2397736379" sldId="363"/>
            <ac:picMk id="10" creationId="{9C10110C-4318-4828-9309-07270703879C}"/>
          </ac:picMkLst>
        </pc:picChg>
        <pc:picChg chg="del">
          <ac:chgData name="鈴木 秀規" userId="f68c5fd9-22d5-4c0a-9833-7fb0f5135313" providerId="ADAL" clId="{F575BF5D-9AAF-4582-948B-24FD2BFE6BEB}" dt="2021-01-29T03:53:51.006" v="20" actId="478"/>
          <ac:picMkLst>
            <pc:docMk/>
            <pc:sldMk cId="2397736379" sldId="363"/>
            <ac:picMk id="11" creationId="{F9049B9F-DE3A-4846-B27B-333755B11A36}"/>
          </ac:picMkLst>
        </pc:picChg>
        <pc:picChg chg="del">
          <ac:chgData name="鈴木 秀規" userId="f68c5fd9-22d5-4c0a-9833-7fb0f5135313" providerId="ADAL" clId="{F575BF5D-9AAF-4582-948B-24FD2BFE6BEB}" dt="2021-01-29T03:53:51.006" v="20" actId="478"/>
          <ac:picMkLst>
            <pc:docMk/>
            <pc:sldMk cId="2397736379" sldId="363"/>
            <ac:picMk id="12" creationId="{4794F4AC-6B8F-4B15-AB6F-B06FD356050F}"/>
          </ac:picMkLst>
        </pc:picChg>
        <pc:picChg chg="add mod">
          <ac:chgData name="鈴木 秀規" userId="f68c5fd9-22d5-4c0a-9833-7fb0f5135313" providerId="ADAL" clId="{F575BF5D-9AAF-4582-948B-24FD2BFE6BEB}" dt="2021-01-29T03:56:54.594" v="109" actId="1036"/>
          <ac:picMkLst>
            <pc:docMk/>
            <pc:sldMk cId="2397736379" sldId="363"/>
            <ac:picMk id="14" creationId="{43CCCDA8-5505-4805-9C7F-C752E5EBE1F2}"/>
          </ac:picMkLst>
        </pc:picChg>
        <pc:picChg chg="add mod">
          <ac:chgData name="鈴木 秀規" userId="f68c5fd9-22d5-4c0a-9833-7fb0f5135313" providerId="ADAL" clId="{F575BF5D-9AAF-4582-948B-24FD2BFE6BEB}" dt="2021-01-29T03:56:54.594" v="109" actId="1036"/>
          <ac:picMkLst>
            <pc:docMk/>
            <pc:sldMk cId="2397736379" sldId="363"/>
            <ac:picMk id="17" creationId="{B36B4205-DF15-42AC-A2A3-723FFAEE6AEC}"/>
          </ac:picMkLst>
        </pc:picChg>
        <pc:picChg chg="add mod">
          <ac:chgData name="鈴木 秀規" userId="f68c5fd9-22d5-4c0a-9833-7fb0f5135313" providerId="ADAL" clId="{F575BF5D-9AAF-4582-948B-24FD2BFE6BEB}" dt="2021-01-29T03:55:00.868" v="33" actId="1076"/>
          <ac:picMkLst>
            <pc:docMk/>
            <pc:sldMk cId="2397736379" sldId="363"/>
            <ac:picMk id="18" creationId="{17935D42-2E25-4D1B-B497-6E4A51F12C93}"/>
          </ac:picMkLst>
        </pc:picChg>
        <pc:picChg chg="add mod">
          <ac:chgData name="鈴木 秀規" userId="f68c5fd9-22d5-4c0a-9833-7fb0f5135313" providerId="ADAL" clId="{F575BF5D-9AAF-4582-948B-24FD2BFE6BEB}" dt="2021-01-29T03:57:01.593" v="126" actId="1036"/>
          <ac:picMkLst>
            <pc:docMk/>
            <pc:sldMk cId="2397736379" sldId="363"/>
            <ac:picMk id="23" creationId="{46268FDB-CE61-4EF9-86B3-DF2D58C588E0}"/>
          </ac:picMkLst>
        </pc:picChg>
        <pc:cxnChg chg="add mod">
          <ac:chgData name="鈴木 秀規" userId="f68c5fd9-22d5-4c0a-9833-7fb0f5135313" providerId="ADAL" clId="{F575BF5D-9AAF-4582-948B-24FD2BFE6BEB}" dt="2021-01-29T03:56:54.594" v="109" actId="1036"/>
          <ac:cxnSpMkLst>
            <pc:docMk/>
            <pc:sldMk cId="2397736379" sldId="363"/>
            <ac:cxnSpMk id="15" creationId="{7C29249F-F388-4808-BA65-4C232F1BAE0E}"/>
          </ac:cxnSpMkLst>
        </pc:cxnChg>
        <pc:cxnChg chg="add mod">
          <ac:chgData name="鈴木 秀規" userId="f68c5fd9-22d5-4c0a-9833-7fb0f5135313" providerId="ADAL" clId="{F575BF5D-9AAF-4582-948B-24FD2BFE6BEB}" dt="2021-01-29T03:56:54.594" v="109" actId="1036"/>
          <ac:cxnSpMkLst>
            <pc:docMk/>
            <pc:sldMk cId="2397736379" sldId="363"/>
            <ac:cxnSpMk id="16" creationId="{337FCC9E-C631-4412-B174-1C6680E7F517}"/>
          </ac:cxnSpMkLst>
        </pc:cxnChg>
        <pc:cxnChg chg="add mod">
          <ac:chgData name="鈴木 秀規" userId="f68c5fd9-22d5-4c0a-9833-7fb0f5135313" providerId="ADAL" clId="{F575BF5D-9AAF-4582-948B-24FD2BFE6BEB}" dt="2021-01-29T03:57:01.593" v="126" actId="1036"/>
          <ac:cxnSpMkLst>
            <pc:docMk/>
            <pc:sldMk cId="2397736379" sldId="363"/>
            <ac:cxnSpMk id="19" creationId="{8C0777B4-17C4-482E-A9A7-55B472CCB402}"/>
          </ac:cxnSpMkLst>
        </pc:cxnChg>
        <pc:cxnChg chg="add mod">
          <ac:chgData name="鈴木 秀規" userId="f68c5fd9-22d5-4c0a-9833-7fb0f5135313" providerId="ADAL" clId="{F575BF5D-9AAF-4582-948B-24FD2BFE6BEB}" dt="2021-01-29T03:56:54.594" v="109" actId="1036"/>
          <ac:cxnSpMkLst>
            <pc:docMk/>
            <pc:sldMk cId="2397736379" sldId="363"/>
            <ac:cxnSpMk id="21" creationId="{360F1E30-C410-4664-A44C-D76CDE558B86}"/>
          </ac:cxnSpMkLst>
        </pc:cxnChg>
        <pc:cxnChg chg="add mod">
          <ac:chgData name="鈴木 秀規" userId="f68c5fd9-22d5-4c0a-9833-7fb0f5135313" providerId="ADAL" clId="{F575BF5D-9AAF-4582-948B-24FD2BFE6BEB}" dt="2021-01-29T03:55:00.868" v="33" actId="1076"/>
          <ac:cxnSpMkLst>
            <pc:docMk/>
            <pc:sldMk cId="2397736379" sldId="363"/>
            <ac:cxnSpMk id="22" creationId="{D8D0C633-EA00-468C-BF8F-D1BE99765D8F}"/>
          </ac:cxnSpMkLst>
        </pc:cxnChg>
      </pc:sldChg>
      <pc:sldChg chg="del">
        <pc:chgData name="鈴木 秀規" userId="f68c5fd9-22d5-4c0a-9833-7fb0f5135313" providerId="ADAL" clId="{F575BF5D-9AAF-4582-948B-24FD2BFE6BEB}" dt="2021-01-29T03:53:45.227" v="19" actId="2696"/>
        <pc:sldMkLst>
          <pc:docMk/>
          <pc:sldMk cId="1780867631" sldId="364"/>
        </pc:sldMkLst>
      </pc:sldChg>
      <pc:sldChg chg="addSp modSp new mod">
        <pc:chgData name="鈴木 秀規" userId="f68c5fd9-22d5-4c0a-9833-7fb0f5135313" providerId="ADAL" clId="{F575BF5D-9AAF-4582-948B-24FD2BFE6BEB}" dt="2021-01-29T04:00:27.336" v="250" actId="1036"/>
        <pc:sldMkLst>
          <pc:docMk/>
          <pc:sldMk cId="1835643292" sldId="364"/>
        </pc:sldMkLst>
        <pc:spChg chg="mod">
          <ac:chgData name="鈴木 秀規" userId="f68c5fd9-22d5-4c0a-9833-7fb0f5135313" providerId="ADAL" clId="{F575BF5D-9AAF-4582-948B-24FD2BFE6BEB}" dt="2021-01-29T03:58:06.499" v="189"/>
          <ac:spMkLst>
            <pc:docMk/>
            <pc:sldMk cId="1835643292" sldId="364"/>
            <ac:spMk id="3" creationId="{06EF8FDA-99E5-46E1-96FB-8B2F2813B31F}"/>
          </ac:spMkLst>
        </pc:spChg>
        <pc:spChg chg="mod">
          <ac:chgData name="鈴木 秀規" userId="f68c5fd9-22d5-4c0a-9833-7fb0f5135313" providerId="ADAL" clId="{F575BF5D-9AAF-4582-948B-24FD2BFE6BEB}" dt="2021-01-29T03:58:14.786" v="191"/>
          <ac:spMkLst>
            <pc:docMk/>
            <pc:sldMk cId="1835643292" sldId="364"/>
            <ac:spMk id="5" creationId="{09D91883-349E-4379-B8C7-570CD62FCA31}"/>
          </ac:spMkLst>
        </pc:spChg>
        <pc:spChg chg="add mod">
          <ac:chgData name="鈴木 秀規" userId="f68c5fd9-22d5-4c0a-9833-7fb0f5135313" providerId="ADAL" clId="{F575BF5D-9AAF-4582-948B-24FD2BFE6BEB}" dt="2021-01-29T04:00:19.869" v="247" actId="207"/>
          <ac:spMkLst>
            <pc:docMk/>
            <pc:sldMk cId="1835643292" sldId="364"/>
            <ac:spMk id="9" creationId="{7B05CDF5-A4E6-4BB3-97AA-9D5FB3E5EB9F}"/>
          </ac:spMkLst>
        </pc:spChg>
        <pc:spChg chg="add mod">
          <ac:chgData name="鈴木 秀規" userId="f68c5fd9-22d5-4c0a-9833-7fb0f5135313" providerId="ADAL" clId="{F575BF5D-9AAF-4582-948B-24FD2BFE6BEB}" dt="2021-01-29T04:00:19.869" v="247" actId="207"/>
          <ac:spMkLst>
            <pc:docMk/>
            <pc:sldMk cId="1835643292" sldId="364"/>
            <ac:spMk id="10" creationId="{061A445F-942A-48C3-ADAC-419889055630}"/>
          </ac:spMkLst>
        </pc:spChg>
        <pc:spChg chg="add mod">
          <ac:chgData name="鈴木 秀規" userId="f68c5fd9-22d5-4c0a-9833-7fb0f5135313" providerId="ADAL" clId="{F575BF5D-9AAF-4582-948B-24FD2BFE6BEB}" dt="2021-01-29T04:00:15.037" v="246" actId="207"/>
          <ac:spMkLst>
            <pc:docMk/>
            <pc:sldMk cId="1835643292" sldId="364"/>
            <ac:spMk id="13" creationId="{B1EAB290-EBD3-43CC-8A86-3583A7A02F59}"/>
          </ac:spMkLst>
        </pc:spChg>
        <pc:spChg chg="add mod">
          <ac:chgData name="鈴木 秀規" userId="f68c5fd9-22d5-4c0a-9833-7fb0f5135313" providerId="ADAL" clId="{F575BF5D-9AAF-4582-948B-24FD2BFE6BEB}" dt="2021-01-29T04:00:27.336" v="250" actId="1036"/>
          <ac:spMkLst>
            <pc:docMk/>
            <pc:sldMk cId="1835643292" sldId="364"/>
            <ac:spMk id="14" creationId="{E89F0D49-DCFC-4238-874F-9EB95E96CFF9}"/>
          </ac:spMkLst>
        </pc:spChg>
        <pc:spChg chg="add mod">
          <ac:chgData name="鈴木 秀規" userId="f68c5fd9-22d5-4c0a-9833-7fb0f5135313" providerId="ADAL" clId="{F575BF5D-9AAF-4582-948B-24FD2BFE6BEB}" dt="2021-01-29T04:00:19.869" v="247" actId="207"/>
          <ac:spMkLst>
            <pc:docMk/>
            <pc:sldMk cId="1835643292" sldId="364"/>
            <ac:spMk id="15" creationId="{7302AFCA-DE7B-4A6C-B043-3F42F1209AD9}"/>
          </ac:spMkLst>
        </pc:spChg>
        <pc:picChg chg="add mod">
          <ac:chgData name="鈴木 秀規" userId="f68c5fd9-22d5-4c0a-9833-7fb0f5135313" providerId="ADAL" clId="{F575BF5D-9AAF-4582-948B-24FD2BFE6BEB}" dt="2021-01-29T04:00:07.352" v="244" actId="1035"/>
          <ac:picMkLst>
            <pc:docMk/>
            <pc:sldMk cId="1835643292" sldId="364"/>
            <ac:picMk id="6" creationId="{74A68859-B0EF-42BC-8488-AACBB2EBCAE5}"/>
          </ac:picMkLst>
        </pc:picChg>
        <pc:picChg chg="add mod">
          <ac:chgData name="鈴木 秀規" userId="f68c5fd9-22d5-4c0a-9833-7fb0f5135313" providerId="ADAL" clId="{F575BF5D-9AAF-4582-948B-24FD2BFE6BEB}" dt="2021-01-29T04:00:07.352" v="244" actId="1035"/>
          <ac:picMkLst>
            <pc:docMk/>
            <pc:sldMk cId="1835643292" sldId="364"/>
            <ac:picMk id="7" creationId="{FFF1A7B1-508D-4A90-897D-3AEF77EDC208}"/>
          </ac:picMkLst>
        </pc:picChg>
        <pc:picChg chg="add mod">
          <ac:chgData name="鈴木 秀規" userId="f68c5fd9-22d5-4c0a-9833-7fb0f5135313" providerId="ADAL" clId="{F575BF5D-9AAF-4582-948B-24FD2BFE6BEB}" dt="2021-01-29T04:00:07.352" v="244" actId="1035"/>
          <ac:picMkLst>
            <pc:docMk/>
            <pc:sldMk cId="1835643292" sldId="364"/>
            <ac:picMk id="11" creationId="{C584244A-1702-48E7-AB5A-AC04C5558AC6}"/>
          </ac:picMkLst>
        </pc:picChg>
        <pc:picChg chg="add mod">
          <ac:chgData name="鈴木 秀規" userId="f68c5fd9-22d5-4c0a-9833-7fb0f5135313" providerId="ADAL" clId="{F575BF5D-9AAF-4582-948B-24FD2BFE6BEB}" dt="2021-01-29T04:00:27.336" v="250" actId="1036"/>
          <ac:picMkLst>
            <pc:docMk/>
            <pc:sldMk cId="1835643292" sldId="364"/>
            <ac:picMk id="12" creationId="{D21C9FCE-1C6B-47AD-8163-16B600D72E4B}"/>
          </ac:picMkLst>
        </pc:picChg>
        <pc:picChg chg="add mod">
          <ac:chgData name="鈴木 秀規" userId="f68c5fd9-22d5-4c0a-9833-7fb0f5135313" providerId="ADAL" clId="{F575BF5D-9AAF-4582-948B-24FD2BFE6BEB}" dt="2021-01-29T04:00:07.352" v="244" actId="1035"/>
          <ac:picMkLst>
            <pc:docMk/>
            <pc:sldMk cId="1835643292" sldId="364"/>
            <ac:picMk id="18" creationId="{D92ABB49-C22A-484B-BA3A-DD0255A1967B}"/>
          </ac:picMkLst>
        </pc:picChg>
        <pc:picChg chg="add mod">
          <ac:chgData name="鈴木 秀規" userId="f68c5fd9-22d5-4c0a-9833-7fb0f5135313" providerId="ADAL" clId="{F575BF5D-9AAF-4582-948B-24FD2BFE6BEB}" dt="2021-01-29T04:00:07.352" v="244" actId="1035"/>
          <ac:picMkLst>
            <pc:docMk/>
            <pc:sldMk cId="1835643292" sldId="364"/>
            <ac:picMk id="19" creationId="{833D0E5C-1A69-4D0C-924F-FB9DA81E7623}"/>
          </ac:picMkLst>
        </pc:picChg>
        <pc:cxnChg chg="add mod">
          <ac:chgData name="鈴木 秀規" userId="f68c5fd9-22d5-4c0a-9833-7fb0f5135313" providerId="ADAL" clId="{F575BF5D-9AAF-4582-948B-24FD2BFE6BEB}" dt="2021-01-29T04:00:07.352" v="244" actId="1035"/>
          <ac:cxnSpMkLst>
            <pc:docMk/>
            <pc:sldMk cId="1835643292" sldId="364"/>
            <ac:cxnSpMk id="8" creationId="{B6ECDDAE-0B9A-4E1C-9082-8BA927633D5F}"/>
          </ac:cxnSpMkLst>
        </pc:cxnChg>
        <pc:cxnChg chg="add mod">
          <ac:chgData name="鈴木 秀規" userId="f68c5fd9-22d5-4c0a-9833-7fb0f5135313" providerId="ADAL" clId="{F575BF5D-9AAF-4582-948B-24FD2BFE6BEB}" dt="2021-01-29T04:00:07.352" v="244" actId="1035"/>
          <ac:cxnSpMkLst>
            <pc:docMk/>
            <pc:sldMk cId="1835643292" sldId="364"/>
            <ac:cxnSpMk id="16" creationId="{6ADC0FCC-7CFF-478E-A3E2-4C6704FBE753}"/>
          </ac:cxnSpMkLst>
        </pc:cxnChg>
        <pc:cxnChg chg="add mod">
          <ac:chgData name="鈴木 秀規" userId="f68c5fd9-22d5-4c0a-9833-7fb0f5135313" providerId="ADAL" clId="{F575BF5D-9AAF-4582-948B-24FD2BFE6BEB}" dt="2021-01-29T04:00:27.336" v="250" actId="1036"/>
          <ac:cxnSpMkLst>
            <pc:docMk/>
            <pc:sldMk cId="1835643292" sldId="364"/>
            <ac:cxnSpMk id="17" creationId="{F9DDC079-CC82-4D22-9B06-9C0284214E27}"/>
          </ac:cxnSpMkLst>
        </pc:cxnChg>
      </pc:sldChg>
      <pc:sldChg chg="addSp modSp new mod">
        <pc:chgData name="鈴木 秀規" userId="f68c5fd9-22d5-4c0a-9833-7fb0f5135313" providerId="ADAL" clId="{F575BF5D-9AAF-4582-948B-24FD2BFE6BEB}" dt="2021-01-29T04:01:32.930" v="264" actId="207"/>
        <pc:sldMkLst>
          <pc:docMk/>
          <pc:sldMk cId="1277167566" sldId="365"/>
        </pc:sldMkLst>
        <pc:spChg chg="mod">
          <ac:chgData name="鈴木 秀規" userId="f68c5fd9-22d5-4c0a-9833-7fb0f5135313" providerId="ADAL" clId="{F575BF5D-9AAF-4582-948B-24FD2BFE6BEB}" dt="2021-01-29T04:00:44.314" v="252"/>
          <ac:spMkLst>
            <pc:docMk/>
            <pc:sldMk cId="1277167566" sldId="365"/>
            <ac:spMk id="3" creationId="{1F1E3EE4-E367-4019-8666-AC013DECCA39}"/>
          </ac:spMkLst>
        </pc:spChg>
        <pc:spChg chg="mod">
          <ac:chgData name="鈴木 秀規" userId="f68c5fd9-22d5-4c0a-9833-7fb0f5135313" providerId="ADAL" clId="{F575BF5D-9AAF-4582-948B-24FD2BFE6BEB}" dt="2021-01-29T04:01:32.930" v="264" actId="207"/>
          <ac:spMkLst>
            <pc:docMk/>
            <pc:sldMk cId="1277167566" sldId="365"/>
            <ac:spMk id="5" creationId="{6994C8CA-0BE1-4319-A8F8-EA45D6CAEB97}"/>
          </ac:spMkLst>
        </pc:spChg>
        <pc:spChg chg="add mod">
          <ac:chgData name="鈴木 秀規" userId="f68c5fd9-22d5-4c0a-9833-7fb0f5135313" providerId="ADAL" clId="{F575BF5D-9AAF-4582-948B-24FD2BFE6BEB}" dt="2021-01-29T04:01:07.222" v="257" actId="1076"/>
          <ac:spMkLst>
            <pc:docMk/>
            <pc:sldMk cId="1277167566" sldId="365"/>
            <ac:spMk id="8" creationId="{AF06CAC8-3477-46A8-92CE-3FCE1A9C4118}"/>
          </ac:spMkLst>
        </pc:spChg>
        <pc:picChg chg="add mod">
          <ac:chgData name="鈴木 秀規" userId="f68c5fd9-22d5-4c0a-9833-7fb0f5135313" providerId="ADAL" clId="{F575BF5D-9AAF-4582-948B-24FD2BFE6BEB}" dt="2021-01-29T04:01:07.222" v="257" actId="1076"/>
          <ac:picMkLst>
            <pc:docMk/>
            <pc:sldMk cId="1277167566" sldId="365"/>
            <ac:picMk id="6" creationId="{238C6003-B98F-42C0-A4C4-299E97BC232B}"/>
          </ac:picMkLst>
        </pc:picChg>
        <pc:picChg chg="add mod">
          <ac:chgData name="鈴木 秀規" userId="f68c5fd9-22d5-4c0a-9833-7fb0f5135313" providerId="ADAL" clId="{F575BF5D-9AAF-4582-948B-24FD2BFE6BEB}" dt="2021-01-29T04:01:07.222" v="257" actId="1076"/>
          <ac:picMkLst>
            <pc:docMk/>
            <pc:sldMk cId="1277167566" sldId="365"/>
            <ac:picMk id="7" creationId="{1A06B121-EDB1-4B0A-B3A2-1CA0E06FC10A}"/>
          </ac:picMkLst>
        </pc:picChg>
      </pc:sldChg>
      <pc:sldChg chg="del">
        <pc:chgData name="鈴木 秀規" userId="f68c5fd9-22d5-4c0a-9833-7fb0f5135313" providerId="ADAL" clId="{F575BF5D-9AAF-4582-948B-24FD2BFE6BEB}" dt="2021-01-29T03:53:45.227" v="19" actId="2696"/>
        <pc:sldMkLst>
          <pc:docMk/>
          <pc:sldMk cId="3777598103" sldId="365"/>
        </pc:sldMkLst>
      </pc:sldChg>
      <pc:sldChg chg="del">
        <pc:chgData name="鈴木 秀規" userId="f68c5fd9-22d5-4c0a-9833-7fb0f5135313" providerId="ADAL" clId="{F575BF5D-9AAF-4582-948B-24FD2BFE6BEB}" dt="2021-01-29T03:53:45.227" v="19" actId="2696"/>
        <pc:sldMkLst>
          <pc:docMk/>
          <pc:sldMk cId="2854614525" sldId="366"/>
        </pc:sldMkLst>
      </pc:sldChg>
      <pc:sldChg chg="addSp modSp new mod">
        <pc:chgData name="鈴木 秀規" userId="f68c5fd9-22d5-4c0a-9833-7fb0f5135313" providerId="ADAL" clId="{F575BF5D-9AAF-4582-948B-24FD2BFE6BEB}" dt="2021-01-29T04:04:26.657" v="289" actId="1076"/>
        <pc:sldMkLst>
          <pc:docMk/>
          <pc:sldMk cId="3202997917" sldId="366"/>
        </pc:sldMkLst>
        <pc:spChg chg="mod">
          <ac:chgData name="鈴木 秀規" userId="f68c5fd9-22d5-4c0a-9833-7fb0f5135313" providerId="ADAL" clId="{F575BF5D-9AAF-4582-948B-24FD2BFE6BEB}" dt="2021-01-29T04:03:14.964" v="266"/>
          <ac:spMkLst>
            <pc:docMk/>
            <pc:sldMk cId="3202997917" sldId="366"/>
            <ac:spMk id="3" creationId="{84CB9A3C-E606-4B3E-BB9D-AD20A42EB867}"/>
          </ac:spMkLst>
        </pc:spChg>
        <pc:spChg chg="mod">
          <ac:chgData name="鈴木 秀規" userId="f68c5fd9-22d5-4c0a-9833-7fb0f5135313" providerId="ADAL" clId="{F575BF5D-9AAF-4582-948B-24FD2BFE6BEB}" dt="2021-01-29T04:04:14.397" v="285" actId="207"/>
          <ac:spMkLst>
            <pc:docMk/>
            <pc:sldMk cId="3202997917" sldId="366"/>
            <ac:spMk id="5" creationId="{BBD7BA7D-5971-4D72-9993-A03A70C1A4E8}"/>
          </ac:spMkLst>
        </pc:spChg>
        <pc:picChg chg="add mod">
          <ac:chgData name="鈴木 秀規" userId="f68c5fd9-22d5-4c0a-9833-7fb0f5135313" providerId="ADAL" clId="{F575BF5D-9AAF-4582-948B-24FD2BFE6BEB}" dt="2021-01-29T04:04:26.657" v="289" actId="1076"/>
          <ac:picMkLst>
            <pc:docMk/>
            <pc:sldMk cId="3202997917" sldId="366"/>
            <ac:picMk id="6" creationId="{0044A0DD-6747-475C-A8CC-67C415036C65}"/>
          </ac:picMkLst>
        </pc:picChg>
      </pc:sldChg>
      <pc:sldChg chg="modSp new mod">
        <pc:chgData name="鈴木 秀規" userId="f68c5fd9-22d5-4c0a-9833-7fb0f5135313" providerId="ADAL" clId="{F575BF5D-9AAF-4582-948B-24FD2BFE6BEB}" dt="2021-01-29T04:06:02.943" v="311" actId="12"/>
        <pc:sldMkLst>
          <pc:docMk/>
          <pc:sldMk cId="1111243588" sldId="367"/>
        </pc:sldMkLst>
        <pc:spChg chg="mod">
          <ac:chgData name="鈴木 秀規" userId="f68c5fd9-22d5-4c0a-9833-7fb0f5135313" providerId="ADAL" clId="{F575BF5D-9AAF-4582-948B-24FD2BFE6BEB}" dt="2021-01-29T04:04:53.642" v="291"/>
          <ac:spMkLst>
            <pc:docMk/>
            <pc:sldMk cId="1111243588" sldId="367"/>
            <ac:spMk id="3" creationId="{3532F861-E7B1-4B2B-97BD-6DE98627E1F1}"/>
          </ac:spMkLst>
        </pc:spChg>
        <pc:spChg chg="mod">
          <ac:chgData name="鈴木 秀規" userId="f68c5fd9-22d5-4c0a-9833-7fb0f5135313" providerId="ADAL" clId="{F575BF5D-9AAF-4582-948B-24FD2BFE6BEB}" dt="2021-01-29T04:06:02.943" v="311" actId="12"/>
          <ac:spMkLst>
            <pc:docMk/>
            <pc:sldMk cId="1111243588" sldId="367"/>
            <ac:spMk id="5" creationId="{1395E66A-BAA2-4267-A007-E01128823ECA}"/>
          </ac:spMkLst>
        </pc:spChg>
      </pc:sldChg>
      <pc:sldChg chg="del">
        <pc:chgData name="鈴木 秀規" userId="f68c5fd9-22d5-4c0a-9833-7fb0f5135313" providerId="ADAL" clId="{F575BF5D-9AAF-4582-948B-24FD2BFE6BEB}" dt="2021-01-29T03:53:45.227" v="19" actId="2696"/>
        <pc:sldMkLst>
          <pc:docMk/>
          <pc:sldMk cId="2453149005" sldId="367"/>
        </pc:sldMkLst>
      </pc:sldChg>
      <pc:sldChg chg="modSp new mod">
        <pc:chgData name="鈴木 秀規" userId="f68c5fd9-22d5-4c0a-9833-7fb0f5135313" providerId="ADAL" clId="{F575BF5D-9AAF-4582-948B-24FD2BFE6BEB}" dt="2021-01-29T04:09:38.411" v="323" actId="20577"/>
        <pc:sldMkLst>
          <pc:docMk/>
          <pc:sldMk cId="456779390" sldId="368"/>
        </pc:sldMkLst>
        <pc:spChg chg="mod">
          <ac:chgData name="鈴木 秀規" userId="f68c5fd9-22d5-4c0a-9833-7fb0f5135313" providerId="ADAL" clId="{F575BF5D-9AAF-4582-948B-24FD2BFE6BEB}" dt="2021-01-29T04:08:37.280" v="313"/>
          <ac:spMkLst>
            <pc:docMk/>
            <pc:sldMk cId="456779390" sldId="368"/>
            <ac:spMk id="3" creationId="{4189AC14-084C-4852-A4AD-81F5A902D092}"/>
          </ac:spMkLst>
        </pc:spChg>
        <pc:spChg chg="mod">
          <ac:chgData name="鈴木 秀規" userId="f68c5fd9-22d5-4c0a-9833-7fb0f5135313" providerId="ADAL" clId="{F575BF5D-9AAF-4582-948B-24FD2BFE6BEB}" dt="2021-01-29T04:09:38.411" v="323" actId="20577"/>
          <ac:spMkLst>
            <pc:docMk/>
            <pc:sldMk cId="456779390" sldId="368"/>
            <ac:spMk id="5" creationId="{FAF1A558-FF89-4EE5-8096-45D587714621}"/>
          </ac:spMkLst>
        </pc:spChg>
      </pc:sldChg>
      <pc:sldChg chg="del">
        <pc:chgData name="鈴木 秀規" userId="f68c5fd9-22d5-4c0a-9833-7fb0f5135313" providerId="ADAL" clId="{F575BF5D-9AAF-4582-948B-24FD2BFE6BEB}" dt="2021-01-29T03:53:45.227" v="19" actId="2696"/>
        <pc:sldMkLst>
          <pc:docMk/>
          <pc:sldMk cId="2090493252" sldId="368"/>
        </pc:sldMkLst>
      </pc:sldChg>
      <pc:sldChg chg="addSp modSp new del mod">
        <pc:chgData name="鈴木 秀規" userId="f68c5fd9-22d5-4c0a-9833-7fb0f5135313" providerId="ADAL" clId="{F575BF5D-9AAF-4582-948B-24FD2BFE6BEB}" dt="2021-01-29T04:16:21.766" v="432" actId="2696"/>
        <pc:sldMkLst>
          <pc:docMk/>
          <pc:sldMk cId="108376523" sldId="369"/>
        </pc:sldMkLst>
        <pc:spChg chg="mod">
          <ac:chgData name="鈴木 秀規" userId="f68c5fd9-22d5-4c0a-9833-7fb0f5135313" providerId="ADAL" clId="{F575BF5D-9AAF-4582-948B-24FD2BFE6BEB}" dt="2021-01-29T04:09:51.266" v="325"/>
          <ac:spMkLst>
            <pc:docMk/>
            <pc:sldMk cId="108376523" sldId="369"/>
            <ac:spMk id="3" creationId="{07B7EB16-27E1-4752-8A64-68D7E922DC06}"/>
          </ac:spMkLst>
        </pc:spChg>
        <pc:spChg chg="mod">
          <ac:chgData name="鈴木 秀規" userId="f68c5fd9-22d5-4c0a-9833-7fb0f5135313" providerId="ADAL" clId="{F575BF5D-9AAF-4582-948B-24FD2BFE6BEB}" dt="2021-01-29T04:10:09.837" v="328" actId="14100"/>
          <ac:spMkLst>
            <pc:docMk/>
            <pc:sldMk cId="108376523" sldId="369"/>
            <ac:spMk id="5" creationId="{71E29695-2D44-4290-87C6-573F744A95BA}"/>
          </ac:spMkLst>
        </pc:spChg>
        <pc:spChg chg="add mod">
          <ac:chgData name="鈴木 秀規" userId="f68c5fd9-22d5-4c0a-9833-7fb0f5135313" providerId="ADAL" clId="{F575BF5D-9AAF-4582-948B-24FD2BFE6BEB}" dt="2021-01-29T04:14:26.868" v="377" actId="14100"/>
          <ac:spMkLst>
            <pc:docMk/>
            <pc:sldMk cId="108376523" sldId="369"/>
            <ac:spMk id="6" creationId="{4BED9817-3563-49D2-92A2-D911F3A5C48B}"/>
          </ac:spMkLst>
        </pc:spChg>
        <pc:spChg chg="add mod">
          <ac:chgData name="鈴木 秀規" userId="f68c5fd9-22d5-4c0a-9833-7fb0f5135313" providerId="ADAL" clId="{F575BF5D-9AAF-4582-948B-24FD2BFE6BEB}" dt="2021-01-29T04:13:00.824" v="366" actId="14100"/>
          <ac:spMkLst>
            <pc:docMk/>
            <pc:sldMk cId="108376523" sldId="369"/>
            <ac:spMk id="7" creationId="{A02CE9B6-FCE5-4ABA-A722-7C024D06DC20}"/>
          </ac:spMkLst>
        </pc:spChg>
        <pc:spChg chg="add mod">
          <ac:chgData name="鈴木 秀規" userId="f68c5fd9-22d5-4c0a-9833-7fb0f5135313" providerId="ADAL" clId="{F575BF5D-9AAF-4582-948B-24FD2BFE6BEB}" dt="2021-01-29T04:13:08.777" v="368" actId="14100"/>
          <ac:spMkLst>
            <pc:docMk/>
            <pc:sldMk cId="108376523" sldId="369"/>
            <ac:spMk id="8" creationId="{776AC007-C5E9-481E-8D1C-5BF1AEC1EBA0}"/>
          </ac:spMkLst>
        </pc:spChg>
      </pc:sldChg>
      <pc:sldChg chg="del">
        <pc:chgData name="鈴木 秀規" userId="f68c5fd9-22d5-4c0a-9833-7fb0f5135313" providerId="ADAL" clId="{F575BF5D-9AAF-4582-948B-24FD2BFE6BEB}" dt="2021-01-29T03:53:45.227" v="19" actId="2696"/>
        <pc:sldMkLst>
          <pc:docMk/>
          <pc:sldMk cId="1828494026" sldId="369"/>
        </pc:sldMkLst>
      </pc:sldChg>
      <pc:sldChg chg="addSp modSp new add del mod">
        <pc:chgData name="鈴木 秀規" userId="f68c5fd9-22d5-4c0a-9833-7fb0f5135313" providerId="ADAL" clId="{F575BF5D-9AAF-4582-948B-24FD2BFE6BEB}" dt="2021-01-29T04:16:30.594" v="434" actId="2696"/>
        <pc:sldMkLst>
          <pc:docMk/>
          <pc:sldMk cId="626248736" sldId="370"/>
        </pc:sldMkLst>
        <pc:spChg chg="mod">
          <ac:chgData name="鈴木 秀規" userId="f68c5fd9-22d5-4c0a-9833-7fb0f5135313" providerId="ADAL" clId="{F575BF5D-9AAF-4582-948B-24FD2BFE6BEB}" dt="2021-01-29T04:14:23.169" v="376"/>
          <ac:spMkLst>
            <pc:docMk/>
            <pc:sldMk cId="626248736" sldId="370"/>
            <ac:spMk id="3" creationId="{CC9F3572-63AE-4507-8DBD-68D54706735C}"/>
          </ac:spMkLst>
        </pc:spChg>
        <pc:spChg chg="mod">
          <ac:chgData name="鈴木 秀規" userId="f68c5fd9-22d5-4c0a-9833-7fb0f5135313" providerId="ADAL" clId="{F575BF5D-9AAF-4582-948B-24FD2BFE6BEB}" dt="2021-01-29T04:14:19.187" v="375" actId="14100"/>
          <ac:spMkLst>
            <pc:docMk/>
            <pc:sldMk cId="626248736" sldId="370"/>
            <ac:spMk id="5" creationId="{40A7AB8E-C31C-4632-93DE-B085A6C87B3F}"/>
          </ac:spMkLst>
        </pc:spChg>
        <pc:spChg chg="add mod">
          <ac:chgData name="鈴木 秀規" userId="f68c5fd9-22d5-4c0a-9833-7fb0f5135313" providerId="ADAL" clId="{F575BF5D-9AAF-4582-948B-24FD2BFE6BEB}" dt="2021-01-29T04:16:18.382" v="431" actId="1076"/>
          <ac:spMkLst>
            <pc:docMk/>
            <pc:sldMk cId="626248736" sldId="370"/>
            <ac:spMk id="6" creationId="{B4D44712-3924-4D02-B8CE-80C40F83BE37}"/>
          </ac:spMkLst>
        </pc:spChg>
        <pc:spChg chg="add mod">
          <ac:chgData name="鈴木 秀規" userId="f68c5fd9-22d5-4c0a-9833-7fb0f5135313" providerId="ADAL" clId="{F575BF5D-9AAF-4582-948B-24FD2BFE6BEB}" dt="2021-01-29T04:16:18.382" v="431" actId="1076"/>
          <ac:spMkLst>
            <pc:docMk/>
            <pc:sldMk cId="626248736" sldId="370"/>
            <ac:spMk id="7" creationId="{B9E4A589-99ED-4E4B-9E3D-FE43FDF20147}"/>
          </ac:spMkLst>
        </pc:spChg>
        <pc:spChg chg="add mod">
          <ac:chgData name="鈴木 秀規" userId="f68c5fd9-22d5-4c0a-9833-7fb0f5135313" providerId="ADAL" clId="{F575BF5D-9AAF-4582-948B-24FD2BFE6BEB}" dt="2021-01-29T04:16:18.382" v="431" actId="1076"/>
          <ac:spMkLst>
            <pc:docMk/>
            <pc:sldMk cId="626248736" sldId="370"/>
            <ac:spMk id="8" creationId="{E6A16668-7D2E-4A55-9DF5-E63E6934B6BF}"/>
          </ac:spMkLst>
        </pc:spChg>
      </pc:sldChg>
      <pc:sldChg chg="del">
        <pc:chgData name="鈴木 秀規" userId="f68c5fd9-22d5-4c0a-9833-7fb0f5135313" providerId="ADAL" clId="{F575BF5D-9AAF-4582-948B-24FD2BFE6BEB}" dt="2021-01-29T03:53:45.227" v="19" actId="2696"/>
        <pc:sldMkLst>
          <pc:docMk/>
          <pc:sldMk cId="1301075000" sldId="370"/>
        </pc:sldMkLst>
      </pc:sldChg>
      <pc:sldChg chg="del">
        <pc:chgData name="鈴木 秀規" userId="f68c5fd9-22d5-4c0a-9833-7fb0f5135313" providerId="ADAL" clId="{F575BF5D-9AAF-4582-948B-24FD2BFE6BEB}" dt="2021-01-29T03:53:45.227" v="19" actId="2696"/>
        <pc:sldMkLst>
          <pc:docMk/>
          <pc:sldMk cId="1939820756" sldId="371"/>
        </pc:sldMkLst>
      </pc:sldChg>
      <pc:sldChg chg="addSp modSp add mod">
        <pc:chgData name="鈴木 秀規" userId="f68c5fd9-22d5-4c0a-9833-7fb0f5135313" providerId="ADAL" clId="{F575BF5D-9AAF-4582-948B-24FD2BFE6BEB}" dt="2021-01-29T04:18:08.322" v="470" actId="1037"/>
        <pc:sldMkLst>
          <pc:docMk/>
          <pc:sldMk cId="2430396932" sldId="371"/>
        </pc:sldMkLst>
        <pc:spChg chg="mod">
          <ac:chgData name="鈴木 秀規" userId="f68c5fd9-22d5-4c0a-9833-7fb0f5135313" providerId="ADAL" clId="{F575BF5D-9AAF-4582-948B-24FD2BFE6BEB}" dt="2021-01-29T04:16:56.059" v="438" actId="207"/>
          <ac:spMkLst>
            <pc:docMk/>
            <pc:sldMk cId="2430396932" sldId="371"/>
            <ac:spMk id="5" creationId="{40A7AB8E-C31C-4632-93DE-B085A6C87B3F}"/>
          </ac:spMkLst>
        </pc:spChg>
        <pc:spChg chg="mod">
          <ac:chgData name="鈴木 秀規" userId="f68c5fd9-22d5-4c0a-9833-7fb0f5135313" providerId="ADAL" clId="{F575BF5D-9AAF-4582-948B-24FD2BFE6BEB}" dt="2021-01-29T04:17:09.661" v="443" actId="1076"/>
          <ac:spMkLst>
            <pc:docMk/>
            <pc:sldMk cId="2430396932" sldId="371"/>
            <ac:spMk id="7" creationId="{B9E4A589-99ED-4E4B-9E3D-FE43FDF20147}"/>
          </ac:spMkLst>
        </pc:spChg>
        <pc:spChg chg="add mod">
          <ac:chgData name="鈴木 秀規" userId="f68c5fd9-22d5-4c0a-9833-7fb0f5135313" providerId="ADAL" clId="{F575BF5D-9AAF-4582-948B-24FD2BFE6BEB}" dt="2021-01-29T04:18:03.879" v="469" actId="207"/>
          <ac:spMkLst>
            <pc:docMk/>
            <pc:sldMk cId="2430396932" sldId="371"/>
            <ac:spMk id="9" creationId="{7069D539-FAB0-424C-B1F8-7C9469D6F7CE}"/>
          </ac:spMkLst>
        </pc:spChg>
        <pc:spChg chg="add mod">
          <ac:chgData name="鈴木 秀規" userId="f68c5fd9-22d5-4c0a-9833-7fb0f5135313" providerId="ADAL" clId="{F575BF5D-9AAF-4582-948B-24FD2BFE6BEB}" dt="2021-01-29T04:17:46.516" v="454" actId="14100"/>
          <ac:spMkLst>
            <pc:docMk/>
            <pc:sldMk cId="2430396932" sldId="371"/>
            <ac:spMk id="10" creationId="{C08BA81F-012B-49D9-9621-6D7150662906}"/>
          </ac:spMkLst>
        </pc:spChg>
        <pc:spChg chg="add mod">
          <ac:chgData name="鈴木 秀規" userId="f68c5fd9-22d5-4c0a-9833-7fb0f5135313" providerId="ADAL" clId="{F575BF5D-9AAF-4582-948B-24FD2BFE6BEB}" dt="2021-01-29T04:18:08.322" v="470" actId="1037"/>
          <ac:spMkLst>
            <pc:docMk/>
            <pc:sldMk cId="2430396932" sldId="371"/>
            <ac:spMk id="11" creationId="{58313332-362A-42E0-A7DF-1682283099C1}"/>
          </ac:spMkLst>
        </pc:spChg>
      </pc:sldChg>
      <pc:sldChg chg="addSp modSp new mod">
        <pc:chgData name="鈴木 秀規" userId="f68c5fd9-22d5-4c0a-9833-7fb0f5135313" providerId="ADAL" clId="{F575BF5D-9AAF-4582-948B-24FD2BFE6BEB}" dt="2021-01-29T04:26:44.882" v="502" actId="207"/>
        <pc:sldMkLst>
          <pc:docMk/>
          <pc:sldMk cId="2092557008" sldId="372"/>
        </pc:sldMkLst>
        <pc:spChg chg="mod">
          <ac:chgData name="鈴木 秀規" userId="f68c5fd9-22d5-4c0a-9833-7fb0f5135313" providerId="ADAL" clId="{F575BF5D-9AAF-4582-948B-24FD2BFE6BEB}" dt="2021-01-29T04:18:37.638" v="472"/>
          <ac:spMkLst>
            <pc:docMk/>
            <pc:sldMk cId="2092557008" sldId="372"/>
            <ac:spMk id="3" creationId="{9C12B630-5626-4346-8946-72FBF2065713}"/>
          </ac:spMkLst>
        </pc:spChg>
        <pc:spChg chg="mod">
          <ac:chgData name="鈴木 秀規" userId="f68c5fd9-22d5-4c0a-9833-7fb0f5135313" providerId="ADAL" clId="{F575BF5D-9AAF-4582-948B-24FD2BFE6BEB}" dt="2021-01-29T04:26:44.882" v="502" actId="207"/>
          <ac:spMkLst>
            <pc:docMk/>
            <pc:sldMk cId="2092557008" sldId="372"/>
            <ac:spMk id="5" creationId="{A2F9C608-6A87-46A5-A1F9-4A1E5C7619D6}"/>
          </ac:spMkLst>
        </pc:spChg>
        <pc:spChg chg="add mod">
          <ac:chgData name="鈴木 秀規" userId="f68c5fd9-22d5-4c0a-9833-7fb0f5135313" providerId="ADAL" clId="{F575BF5D-9AAF-4582-948B-24FD2BFE6BEB}" dt="2021-01-29T04:26:39.910" v="501" actId="207"/>
          <ac:spMkLst>
            <pc:docMk/>
            <pc:sldMk cId="2092557008" sldId="372"/>
            <ac:spMk id="6" creationId="{17E26B0D-4309-4529-8CD2-2FE5CF4FAC6E}"/>
          </ac:spMkLst>
        </pc:spChg>
        <pc:spChg chg="add mod">
          <ac:chgData name="鈴木 秀規" userId="f68c5fd9-22d5-4c0a-9833-7fb0f5135313" providerId="ADAL" clId="{F575BF5D-9AAF-4582-948B-24FD2BFE6BEB}" dt="2021-01-29T04:26:05.844" v="494" actId="1076"/>
          <ac:spMkLst>
            <pc:docMk/>
            <pc:sldMk cId="2092557008" sldId="372"/>
            <ac:spMk id="7" creationId="{5305D873-7A4A-46FC-8C8D-53578AB2C64C}"/>
          </ac:spMkLst>
        </pc:spChg>
        <pc:spChg chg="add mod">
          <ac:chgData name="鈴木 秀規" userId="f68c5fd9-22d5-4c0a-9833-7fb0f5135313" providerId="ADAL" clId="{F575BF5D-9AAF-4582-948B-24FD2BFE6BEB}" dt="2021-01-29T04:26:20.660" v="498" actId="207"/>
          <ac:spMkLst>
            <pc:docMk/>
            <pc:sldMk cId="2092557008" sldId="372"/>
            <ac:spMk id="8" creationId="{0DAF38C4-7040-482D-935A-69A3EAAC76CE}"/>
          </ac:spMkLst>
        </pc:spChg>
      </pc:sldChg>
      <pc:sldChg chg="del">
        <pc:chgData name="鈴木 秀規" userId="f68c5fd9-22d5-4c0a-9833-7fb0f5135313" providerId="ADAL" clId="{F575BF5D-9AAF-4582-948B-24FD2BFE6BEB}" dt="2021-01-29T03:53:45.227" v="19" actId="2696"/>
        <pc:sldMkLst>
          <pc:docMk/>
          <pc:sldMk cId="3679262217" sldId="372"/>
        </pc:sldMkLst>
      </pc:sldChg>
      <pc:sldChg chg="del">
        <pc:chgData name="鈴木 秀規" userId="f68c5fd9-22d5-4c0a-9833-7fb0f5135313" providerId="ADAL" clId="{F575BF5D-9AAF-4582-948B-24FD2BFE6BEB}" dt="2021-01-29T03:53:45.227" v="19" actId="2696"/>
        <pc:sldMkLst>
          <pc:docMk/>
          <pc:sldMk cId="295493128" sldId="373"/>
        </pc:sldMkLst>
      </pc:sldChg>
      <pc:sldChg chg="modSp new mod">
        <pc:chgData name="鈴木 秀規" userId="f68c5fd9-22d5-4c0a-9833-7fb0f5135313" providerId="ADAL" clId="{F575BF5D-9AAF-4582-948B-24FD2BFE6BEB}" dt="2021-01-29T04:29:03.150" v="530" actId="207"/>
        <pc:sldMkLst>
          <pc:docMk/>
          <pc:sldMk cId="360899116" sldId="373"/>
        </pc:sldMkLst>
        <pc:spChg chg="mod">
          <ac:chgData name="鈴木 秀規" userId="f68c5fd9-22d5-4c0a-9833-7fb0f5135313" providerId="ADAL" clId="{F575BF5D-9AAF-4582-948B-24FD2BFE6BEB}" dt="2021-01-29T04:26:57.530" v="504"/>
          <ac:spMkLst>
            <pc:docMk/>
            <pc:sldMk cId="360899116" sldId="373"/>
            <ac:spMk id="3" creationId="{7D8E6E7E-E819-4301-AB90-D1B730D07DB8}"/>
          </ac:spMkLst>
        </pc:spChg>
        <pc:spChg chg="mod">
          <ac:chgData name="鈴木 秀規" userId="f68c5fd9-22d5-4c0a-9833-7fb0f5135313" providerId="ADAL" clId="{F575BF5D-9AAF-4582-948B-24FD2BFE6BEB}" dt="2021-01-29T04:29:03.150" v="530" actId="207"/>
          <ac:spMkLst>
            <pc:docMk/>
            <pc:sldMk cId="360899116" sldId="373"/>
            <ac:spMk id="5" creationId="{EE252208-B370-41F9-B76C-E8E90FE44219}"/>
          </ac:spMkLst>
        </pc:spChg>
      </pc:sldChg>
      <pc:sldChg chg="modSp new mod">
        <pc:chgData name="鈴木 秀規" userId="f68c5fd9-22d5-4c0a-9833-7fb0f5135313" providerId="ADAL" clId="{F575BF5D-9AAF-4582-948B-24FD2BFE6BEB}" dt="2021-01-29T04:30:09.066" v="548" actId="207"/>
        <pc:sldMkLst>
          <pc:docMk/>
          <pc:sldMk cId="1052588155" sldId="374"/>
        </pc:sldMkLst>
        <pc:spChg chg="mod">
          <ac:chgData name="鈴木 秀規" userId="f68c5fd9-22d5-4c0a-9833-7fb0f5135313" providerId="ADAL" clId="{F575BF5D-9AAF-4582-948B-24FD2BFE6BEB}" dt="2021-01-29T04:29:15.980" v="532"/>
          <ac:spMkLst>
            <pc:docMk/>
            <pc:sldMk cId="1052588155" sldId="374"/>
            <ac:spMk id="3" creationId="{1719FC50-025D-41A0-B13D-8813F7A3D89E}"/>
          </ac:spMkLst>
        </pc:spChg>
        <pc:spChg chg="mod">
          <ac:chgData name="鈴木 秀規" userId="f68c5fd9-22d5-4c0a-9833-7fb0f5135313" providerId="ADAL" clId="{F575BF5D-9AAF-4582-948B-24FD2BFE6BEB}" dt="2021-01-29T04:30:09.066" v="548" actId="207"/>
          <ac:spMkLst>
            <pc:docMk/>
            <pc:sldMk cId="1052588155" sldId="374"/>
            <ac:spMk id="5" creationId="{2244E8A3-F648-4B7C-BD0C-260FE6A1C10D}"/>
          </ac:spMkLst>
        </pc:spChg>
      </pc:sldChg>
      <pc:sldChg chg="del">
        <pc:chgData name="鈴木 秀規" userId="f68c5fd9-22d5-4c0a-9833-7fb0f5135313" providerId="ADAL" clId="{F575BF5D-9AAF-4582-948B-24FD2BFE6BEB}" dt="2021-01-29T03:53:45.227" v="19" actId="2696"/>
        <pc:sldMkLst>
          <pc:docMk/>
          <pc:sldMk cId="1376688274" sldId="374"/>
        </pc:sldMkLst>
      </pc:sldChg>
      <pc:sldChg chg="modSp new mod">
        <pc:chgData name="鈴木 秀規" userId="f68c5fd9-22d5-4c0a-9833-7fb0f5135313" providerId="ADAL" clId="{F575BF5D-9AAF-4582-948B-24FD2BFE6BEB}" dt="2021-01-29T04:31:07.658" v="563" actId="12"/>
        <pc:sldMkLst>
          <pc:docMk/>
          <pc:sldMk cId="31669137" sldId="375"/>
        </pc:sldMkLst>
        <pc:spChg chg="mod">
          <ac:chgData name="鈴木 秀規" userId="f68c5fd9-22d5-4c0a-9833-7fb0f5135313" providerId="ADAL" clId="{F575BF5D-9AAF-4582-948B-24FD2BFE6BEB}" dt="2021-01-29T04:30:22.070" v="550"/>
          <ac:spMkLst>
            <pc:docMk/>
            <pc:sldMk cId="31669137" sldId="375"/>
            <ac:spMk id="3" creationId="{330077B5-BD01-4783-B4AA-22BEF0D1C698}"/>
          </ac:spMkLst>
        </pc:spChg>
        <pc:spChg chg="mod">
          <ac:chgData name="鈴木 秀規" userId="f68c5fd9-22d5-4c0a-9833-7fb0f5135313" providerId="ADAL" clId="{F575BF5D-9AAF-4582-948B-24FD2BFE6BEB}" dt="2021-01-29T04:31:07.658" v="563" actId="12"/>
          <ac:spMkLst>
            <pc:docMk/>
            <pc:sldMk cId="31669137" sldId="375"/>
            <ac:spMk id="5" creationId="{B1D8D607-F4E5-4397-820F-736FF41DC082}"/>
          </ac:spMkLst>
        </pc:spChg>
      </pc:sldChg>
      <pc:sldChg chg="del">
        <pc:chgData name="鈴木 秀規" userId="f68c5fd9-22d5-4c0a-9833-7fb0f5135313" providerId="ADAL" clId="{F575BF5D-9AAF-4582-948B-24FD2BFE6BEB}" dt="2021-01-29T03:53:45.227" v="19" actId="2696"/>
        <pc:sldMkLst>
          <pc:docMk/>
          <pc:sldMk cId="1089892823" sldId="375"/>
        </pc:sldMkLst>
      </pc:sldChg>
      <pc:sldChg chg="del">
        <pc:chgData name="鈴木 秀規" userId="f68c5fd9-22d5-4c0a-9833-7fb0f5135313" providerId="ADAL" clId="{F575BF5D-9AAF-4582-948B-24FD2BFE6BEB}" dt="2021-01-29T03:53:45.227" v="19" actId="2696"/>
        <pc:sldMkLst>
          <pc:docMk/>
          <pc:sldMk cId="2589480947" sldId="376"/>
        </pc:sldMkLst>
      </pc:sldChg>
      <pc:sldChg chg="del">
        <pc:chgData name="鈴木 秀規" userId="f68c5fd9-22d5-4c0a-9833-7fb0f5135313" providerId="ADAL" clId="{F575BF5D-9AAF-4582-948B-24FD2BFE6BEB}" dt="2021-01-29T03:53:45.227" v="19" actId="2696"/>
        <pc:sldMkLst>
          <pc:docMk/>
          <pc:sldMk cId="546674919" sldId="377"/>
        </pc:sldMkLst>
      </pc:sldChg>
      <pc:sldChg chg="del">
        <pc:chgData name="鈴木 秀規" userId="f68c5fd9-22d5-4c0a-9833-7fb0f5135313" providerId="ADAL" clId="{F575BF5D-9AAF-4582-948B-24FD2BFE6BEB}" dt="2021-01-29T03:53:45.227" v="19" actId="2696"/>
        <pc:sldMkLst>
          <pc:docMk/>
          <pc:sldMk cId="1244196573" sldId="378"/>
        </pc:sldMkLst>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鈴木 秀規" userId="f68c5fd9-22d5-4c0a-9833-7fb0f5135313" providerId="ADAL" clId="{B1941030-844F-49C0-8176-6B84A3851D11}"/>
    <pc:docChg chg="custSel addSld delSld modSld">
      <pc:chgData name="鈴木 秀規" userId="f68c5fd9-22d5-4c0a-9833-7fb0f5135313" providerId="ADAL" clId="{B1941030-844F-49C0-8176-6B84A3851D11}" dt="2021-01-29T05:02:32.735" v="329" actId="1076"/>
      <pc:docMkLst>
        <pc:docMk/>
      </pc:docMkLst>
      <pc:sldChg chg="modSp mod">
        <pc:chgData name="鈴木 秀規" userId="f68c5fd9-22d5-4c0a-9833-7fb0f5135313" providerId="ADAL" clId="{B1941030-844F-49C0-8176-6B84A3851D11}" dt="2021-01-29T04:32:43.061" v="9" actId="20577"/>
        <pc:sldMkLst>
          <pc:docMk/>
          <pc:sldMk cId="0" sldId="256"/>
        </pc:sldMkLst>
        <pc:spChg chg="mod">
          <ac:chgData name="鈴木 秀規" userId="f68c5fd9-22d5-4c0a-9833-7fb0f5135313" providerId="ADAL" clId="{B1941030-844F-49C0-8176-6B84A3851D11}" dt="2021-01-29T04:32:43.061" v="9" actId="20577"/>
          <ac:spMkLst>
            <pc:docMk/>
            <pc:sldMk cId="0" sldId="256"/>
            <ac:spMk id="56" creationId="{00000000-0000-0000-0000-000000000000}"/>
          </ac:spMkLst>
        </pc:spChg>
      </pc:sldChg>
      <pc:sldChg chg="addSp delSp modSp mod">
        <pc:chgData name="鈴木 秀規" userId="f68c5fd9-22d5-4c0a-9833-7fb0f5135313" providerId="ADAL" clId="{B1941030-844F-49C0-8176-6B84A3851D11}" dt="2021-01-29T04:34:25.052" v="28" actId="1582"/>
        <pc:sldMkLst>
          <pc:docMk/>
          <pc:sldMk cId="2397736379" sldId="363"/>
        </pc:sldMkLst>
        <pc:spChg chg="mod">
          <ac:chgData name="鈴木 秀規" userId="f68c5fd9-22d5-4c0a-9833-7fb0f5135313" providerId="ADAL" clId="{B1941030-844F-49C0-8176-6B84A3851D11}" dt="2021-01-29T04:33:35.753" v="16"/>
          <ac:spMkLst>
            <pc:docMk/>
            <pc:sldMk cId="2397736379" sldId="363"/>
            <ac:spMk id="7" creationId="{9630AD22-E64D-4A96-B059-2AF9F6580C25}"/>
          </ac:spMkLst>
        </pc:spChg>
        <pc:spChg chg="mod">
          <ac:chgData name="鈴木 秀規" userId="f68c5fd9-22d5-4c0a-9833-7fb0f5135313" providerId="ADAL" clId="{B1941030-844F-49C0-8176-6B84A3851D11}" dt="2021-01-29T04:33:28.224" v="15" actId="14100"/>
          <ac:spMkLst>
            <pc:docMk/>
            <pc:sldMk cId="2397736379" sldId="363"/>
            <ac:spMk id="8" creationId="{787CF02A-01AB-4517-BA3E-25572FA82648}"/>
          </ac:spMkLst>
        </pc:spChg>
        <pc:spChg chg="del">
          <ac:chgData name="鈴木 秀規" userId="f68c5fd9-22d5-4c0a-9833-7fb0f5135313" providerId="ADAL" clId="{B1941030-844F-49C0-8176-6B84A3851D11}" dt="2021-01-29T04:33:02.439" v="11" actId="478"/>
          <ac:spMkLst>
            <pc:docMk/>
            <pc:sldMk cId="2397736379" sldId="363"/>
            <ac:spMk id="20" creationId="{6A1F2DC2-FEFB-4B55-B9A8-804C2356BC0A}"/>
          </ac:spMkLst>
        </pc:spChg>
        <pc:spChg chg="del">
          <ac:chgData name="鈴木 秀規" userId="f68c5fd9-22d5-4c0a-9833-7fb0f5135313" providerId="ADAL" clId="{B1941030-844F-49C0-8176-6B84A3851D11}" dt="2021-01-29T04:33:02.439" v="11" actId="478"/>
          <ac:spMkLst>
            <pc:docMk/>
            <pc:sldMk cId="2397736379" sldId="363"/>
            <ac:spMk id="24" creationId="{61AABCE4-8C06-4464-A1FE-C5479533A73A}"/>
          </ac:spMkLst>
        </pc:spChg>
        <pc:spChg chg="del">
          <ac:chgData name="鈴木 秀規" userId="f68c5fd9-22d5-4c0a-9833-7fb0f5135313" providerId="ADAL" clId="{B1941030-844F-49C0-8176-6B84A3851D11}" dt="2021-01-29T04:33:02.439" v="11" actId="478"/>
          <ac:spMkLst>
            <pc:docMk/>
            <pc:sldMk cId="2397736379" sldId="363"/>
            <ac:spMk id="25" creationId="{677A1649-EFA4-4EA5-8C5D-068AF05E4B79}"/>
          </ac:spMkLst>
        </pc:spChg>
        <pc:spChg chg="del">
          <ac:chgData name="鈴木 秀規" userId="f68c5fd9-22d5-4c0a-9833-7fb0f5135313" providerId="ADAL" clId="{B1941030-844F-49C0-8176-6B84A3851D11}" dt="2021-01-29T04:33:02.439" v="11" actId="478"/>
          <ac:spMkLst>
            <pc:docMk/>
            <pc:sldMk cId="2397736379" sldId="363"/>
            <ac:spMk id="26" creationId="{253EF062-A8F9-4BBC-BDA6-D5B078E1987D}"/>
          </ac:spMkLst>
        </pc:spChg>
        <pc:spChg chg="del">
          <ac:chgData name="鈴木 秀規" userId="f68c5fd9-22d5-4c0a-9833-7fb0f5135313" providerId="ADAL" clId="{B1941030-844F-49C0-8176-6B84A3851D11}" dt="2021-01-29T04:33:02.439" v="11" actId="478"/>
          <ac:spMkLst>
            <pc:docMk/>
            <pc:sldMk cId="2397736379" sldId="363"/>
            <ac:spMk id="27" creationId="{6A1432DB-78A9-4BE3-A629-23DE9FE630BF}"/>
          </ac:spMkLst>
        </pc:spChg>
        <pc:spChg chg="del">
          <ac:chgData name="鈴木 秀規" userId="f68c5fd9-22d5-4c0a-9833-7fb0f5135313" providerId="ADAL" clId="{B1941030-844F-49C0-8176-6B84A3851D11}" dt="2021-01-29T04:33:02.439" v="11" actId="478"/>
          <ac:spMkLst>
            <pc:docMk/>
            <pc:sldMk cId="2397736379" sldId="363"/>
            <ac:spMk id="28" creationId="{08A8B2D8-85EE-40F4-B59A-3B08250F23C2}"/>
          </ac:spMkLst>
        </pc:spChg>
        <pc:spChg chg="add mod">
          <ac:chgData name="鈴木 秀規" userId="f68c5fd9-22d5-4c0a-9833-7fb0f5135313" providerId="ADAL" clId="{B1941030-844F-49C0-8176-6B84A3851D11}" dt="2021-01-29T04:34:15.472" v="26" actId="1076"/>
          <ac:spMkLst>
            <pc:docMk/>
            <pc:sldMk cId="2397736379" sldId="363"/>
            <ac:spMk id="34" creationId="{1C06E9C8-223A-47F7-8B68-D146EC444E50}"/>
          </ac:spMkLst>
        </pc:spChg>
        <pc:picChg chg="del">
          <ac:chgData name="鈴木 秀規" userId="f68c5fd9-22d5-4c0a-9833-7fb0f5135313" providerId="ADAL" clId="{B1941030-844F-49C0-8176-6B84A3851D11}" dt="2021-01-29T04:33:02.439" v="11" actId="478"/>
          <ac:picMkLst>
            <pc:docMk/>
            <pc:sldMk cId="2397736379" sldId="363"/>
            <ac:picMk id="9" creationId="{5D4595B8-BA8B-4104-A32F-708AA3722776}"/>
          </ac:picMkLst>
        </pc:picChg>
        <pc:picChg chg="del">
          <ac:chgData name="鈴木 秀規" userId="f68c5fd9-22d5-4c0a-9833-7fb0f5135313" providerId="ADAL" clId="{B1941030-844F-49C0-8176-6B84A3851D11}" dt="2021-01-29T04:33:02.439" v="11" actId="478"/>
          <ac:picMkLst>
            <pc:docMk/>
            <pc:sldMk cId="2397736379" sldId="363"/>
            <ac:picMk id="10" creationId="{9C10110C-4318-4828-9309-07270703879C}"/>
          </ac:picMkLst>
        </pc:picChg>
        <pc:picChg chg="del">
          <ac:chgData name="鈴木 秀規" userId="f68c5fd9-22d5-4c0a-9833-7fb0f5135313" providerId="ADAL" clId="{B1941030-844F-49C0-8176-6B84A3851D11}" dt="2021-01-29T04:33:02.439" v="11" actId="478"/>
          <ac:picMkLst>
            <pc:docMk/>
            <pc:sldMk cId="2397736379" sldId="363"/>
            <ac:picMk id="14" creationId="{43CCCDA8-5505-4805-9C7F-C752E5EBE1F2}"/>
          </ac:picMkLst>
        </pc:picChg>
        <pc:picChg chg="del">
          <ac:chgData name="鈴木 秀規" userId="f68c5fd9-22d5-4c0a-9833-7fb0f5135313" providerId="ADAL" clId="{B1941030-844F-49C0-8176-6B84A3851D11}" dt="2021-01-29T04:33:02.439" v="11" actId="478"/>
          <ac:picMkLst>
            <pc:docMk/>
            <pc:sldMk cId="2397736379" sldId="363"/>
            <ac:picMk id="17" creationId="{B36B4205-DF15-42AC-A2A3-723FFAEE6AEC}"/>
          </ac:picMkLst>
        </pc:picChg>
        <pc:picChg chg="del">
          <ac:chgData name="鈴木 秀規" userId="f68c5fd9-22d5-4c0a-9833-7fb0f5135313" providerId="ADAL" clId="{B1941030-844F-49C0-8176-6B84A3851D11}" dt="2021-01-29T04:33:02.439" v="11" actId="478"/>
          <ac:picMkLst>
            <pc:docMk/>
            <pc:sldMk cId="2397736379" sldId="363"/>
            <ac:picMk id="18" creationId="{17935D42-2E25-4D1B-B497-6E4A51F12C93}"/>
          </ac:picMkLst>
        </pc:picChg>
        <pc:picChg chg="del">
          <ac:chgData name="鈴木 秀規" userId="f68c5fd9-22d5-4c0a-9833-7fb0f5135313" providerId="ADAL" clId="{B1941030-844F-49C0-8176-6B84A3851D11}" dt="2021-01-29T04:33:04.755" v="12" actId="478"/>
          <ac:picMkLst>
            <pc:docMk/>
            <pc:sldMk cId="2397736379" sldId="363"/>
            <ac:picMk id="23" creationId="{46268FDB-CE61-4EF9-86B3-DF2D58C588E0}"/>
          </ac:picMkLst>
        </pc:picChg>
        <pc:picChg chg="add mod">
          <ac:chgData name="鈴木 秀規" userId="f68c5fd9-22d5-4c0a-9833-7fb0f5135313" providerId="ADAL" clId="{B1941030-844F-49C0-8176-6B84A3851D11}" dt="2021-01-29T04:33:47.393" v="18" actId="1076"/>
          <ac:picMkLst>
            <pc:docMk/>
            <pc:sldMk cId="2397736379" sldId="363"/>
            <ac:picMk id="29" creationId="{80E7F3C6-5DC7-463C-A0EF-8573F737A9D1}"/>
          </ac:picMkLst>
        </pc:picChg>
        <pc:picChg chg="add mod">
          <ac:chgData name="鈴木 秀規" userId="f68c5fd9-22d5-4c0a-9833-7fb0f5135313" providerId="ADAL" clId="{B1941030-844F-49C0-8176-6B84A3851D11}" dt="2021-01-29T04:33:47.393" v="18" actId="1076"/>
          <ac:picMkLst>
            <pc:docMk/>
            <pc:sldMk cId="2397736379" sldId="363"/>
            <ac:picMk id="30" creationId="{7643834D-6A1C-462B-B036-0560B2F07007}"/>
          </ac:picMkLst>
        </pc:picChg>
        <pc:picChg chg="add mod">
          <ac:chgData name="鈴木 秀規" userId="f68c5fd9-22d5-4c0a-9833-7fb0f5135313" providerId="ADAL" clId="{B1941030-844F-49C0-8176-6B84A3851D11}" dt="2021-01-29T04:33:47.393" v="18" actId="1076"/>
          <ac:picMkLst>
            <pc:docMk/>
            <pc:sldMk cId="2397736379" sldId="363"/>
            <ac:picMk id="35" creationId="{628A3F31-8B36-4855-8C45-D2424F78FCE2}"/>
          </ac:picMkLst>
        </pc:picChg>
        <pc:cxnChg chg="del mod">
          <ac:chgData name="鈴木 秀規" userId="f68c5fd9-22d5-4c0a-9833-7fb0f5135313" providerId="ADAL" clId="{B1941030-844F-49C0-8176-6B84A3851D11}" dt="2021-01-29T04:33:02.439" v="11" actId="478"/>
          <ac:cxnSpMkLst>
            <pc:docMk/>
            <pc:sldMk cId="2397736379" sldId="363"/>
            <ac:cxnSpMk id="15" creationId="{7C29249F-F388-4808-BA65-4C232F1BAE0E}"/>
          </ac:cxnSpMkLst>
        </pc:cxnChg>
        <pc:cxnChg chg="del mod">
          <ac:chgData name="鈴木 秀規" userId="f68c5fd9-22d5-4c0a-9833-7fb0f5135313" providerId="ADAL" clId="{B1941030-844F-49C0-8176-6B84A3851D11}" dt="2021-01-29T04:33:02.439" v="11" actId="478"/>
          <ac:cxnSpMkLst>
            <pc:docMk/>
            <pc:sldMk cId="2397736379" sldId="363"/>
            <ac:cxnSpMk id="16" creationId="{337FCC9E-C631-4412-B174-1C6680E7F517}"/>
          </ac:cxnSpMkLst>
        </pc:cxnChg>
        <pc:cxnChg chg="del mod">
          <ac:chgData name="鈴木 秀規" userId="f68c5fd9-22d5-4c0a-9833-7fb0f5135313" providerId="ADAL" clId="{B1941030-844F-49C0-8176-6B84A3851D11}" dt="2021-01-29T04:33:02.439" v="11" actId="478"/>
          <ac:cxnSpMkLst>
            <pc:docMk/>
            <pc:sldMk cId="2397736379" sldId="363"/>
            <ac:cxnSpMk id="19" creationId="{8C0777B4-17C4-482E-A9A7-55B472CCB402}"/>
          </ac:cxnSpMkLst>
        </pc:cxnChg>
        <pc:cxnChg chg="del mod">
          <ac:chgData name="鈴木 秀規" userId="f68c5fd9-22d5-4c0a-9833-7fb0f5135313" providerId="ADAL" clId="{B1941030-844F-49C0-8176-6B84A3851D11}" dt="2021-01-29T04:33:02.439" v="11" actId="478"/>
          <ac:cxnSpMkLst>
            <pc:docMk/>
            <pc:sldMk cId="2397736379" sldId="363"/>
            <ac:cxnSpMk id="21" creationId="{360F1E30-C410-4664-A44C-D76CDE558B86}"/>
          </ac:cxnSpMkLst>
        </pc:cxnChg>
        <pc:cxnChg chg="del mod">
          <ac:chgData name="鈴木 秀規" userId="f68c5fd9-22d5-4c0a-9833-7fb0f5135313" providerId="ADAL" clId="{B1941030-844F-49C0-8176-6B84A3851D11}" dt="2021-01-29T04:33:02.439" v="11" actId="478"/>
          <ac:cxnSpMkLst>
            <pc:docMk/>
            <pc:sldMk cId="2397736379" sldId="363"/>
            <ac:cxnSpMk id="22" creationId="{D8D0C633-EA00-468C-BF8F-D1BE99765D8F}"/>
          </ac:cxnSpMkLst>
        </pc:cxnChg>
        <pc:cxnChg chg="add mod">
          <ac:chgData name="鈴木 秀規" userId="f68c5fd9-22d5-4c0a-9833-7fb0f5135313" providerId="ADAL" clId="{B1941030-844F-49C0-8176-6B84A3851D11}" dt="2021-01-29T04:34:25.052" v="28" actId="1582"/>
          <ac:cxnSpMkLst>
            <pc:docMk/>
            <pc:sldMk cId="2397736379" sldId="363"/>
            <ac:cxnSpMk id="31" creationId="{8F947215-C8CC-41B9-8A27-03D5881027A1}"/>
          </ac:cxnSpMkLst>
        </pc:cxnChg>
        <pc:cxnChg chg="add mod">
          <ac:chgData name="鈴木 秀規" userId="f68c5fd9-22d5-4c0a-9833-7fb0f5135313" providerId="ADAL" clId="{B1941030-844F-49C0-8176-6B84A3851D11}" dt="2021-01-29T04:34:25.052" v="28" actId="1582"/>
          <ac:cxnSpMkLst>
            <pc:docMk/>
            <pc:sldMk cId="2397736379" sldId="363"/>
            <ac:cxnSpMk id="32" creationId="{5D6F1C64-5153-471D-8D40-1FA6BCFD2CFA}"/>
          </ac:cxnSpMkLst>
        </pc:cxnChg>
        <pc:cxnChg chg="add mod">
          <ac:chgData name="鈴木 秀規" userId="f68c5fd9-22d5-4c0a-9833-7fb0f5135313" providerId="ADAL" clId="{B1941030-844F-49C0-8176-6B84A3851D11}" dt="2021-01-29T04:34:25.052" v="28" actId="1582"/>
          <ac:cxnSpMkLst>
            <pc:docMk/>
            <pc:sldMk cId="2397736379" sldId="363"/>
            <ac:cxnSpMk id="33" creationId="{F9768C17-188C-41E2-BC18-CE589979801B}"/>
          </ac:cxnSpMkLst>
        </pc:cxnChg>
      </pc:sldChg>
      <pc:sldChg chg="del">
        <pc:chgData name="鈴木 秀規" userId="f68c5fd9-22d5-4c0a-9833-7fb0f5135313" providerId="ADAL" clId="{B1941030-844F-49C0-8176-6B84A3851D11}" dt="2021-01-29T04:32:56.477" v="10" actId="2696"/>
        <pc:sldMkLst>
          <pc:docMk/>
          <pc:sldMk cId="1835643292" sldId="364"/>
        </pc:sldMkLst>
      </pc:sldChg>
      <pc:sldChg chg="addSp modSp new mod">
        <pc:chgData name="鈴木 秀規" userId="f68c5fd9-22d5-4c0a-9833-7fb0f5135313" providerId="ADAL" clId="{B1941030-844F-49C0-8176-6B84A3851D11}" dt="2021-01-29T04:36:11.453" v="53" actId="14100"/>
        <pc:sldMkLst>
          <pc:docMk/>
          <pc:sldMk cId="3656570752" sldId="364"/>
        </pc:sldMkLst>
        <pc:spChg chg="mod">
          <ac:chgData name="鈴木 秀規" userId="f68c5fd9-22d5-4c0a-9833-7fb0f5135313" providerId="ADAL" clId="{B1941030-844F-49C0-8176-6B84A3851D11}" dt="2021-01-29T04:34:49.281" v="30"/>
          <ac:spMkLst>
            <pc:docMk/>
            <pc:sldMk cId="3656570752" sldId="364"/>
            <ac:spMk id="3" creationId="{E7A34BD7-0B67-44D2-AC7F-EAEB23F455A9}"/>
          </ac:spMkLst>
        </pc:spChg>
        <pc:spChg chg="mod">
          <ac:chgData name="鈴木 秀規" userId="f68c5fd9-22d5-4c0a-9833-7fb0f5135313" providerId="ADAL" clId="{B1941030-844F-49C0-8176-6B84A3851D11}" dt="2021-01-29T04:35:05.253" v="34" actId="14100"/>
          <ac:spMkLst>
            <pc:docMk/>
            <pc:sldMk cId="3656570752" sldId="364"/>
            <ac:spMk id="5" creationId="{8839F937-886E-403A-9D9F-10CE6CEE1622}"/>
          </ac:spMkLst>
        </pc:spChg>
        <pc:spChg chg="add mod">
          <ac:chgData name="鈴木 秀規" userId="f68c5fd9-22d5-4c0a-9833-7fb0f5135313" providerId="ADAL" clId="{B1941030-844F-49C0-8176-6B84A3851D11}" dt="2021-01-29T04:35:19.128" v="37" actId="207"/>
          <ac:spMkLst>
            <pc:docMk/>
            <pc:sldMk cId="3656570752" sldId="364"/>
            <ac:spMk id="7" creationId="{16DB3080-3F9B-440F-93CC-791BF79AFAFD}"/>
          </ac:spMkLst>
        </pc:spChg>
        <pc:spChg chg="add mod">
          <ac:chgData name="鈴木 秀規" userId="f68c5fd9-22d5-4c0a-9833-7fb0f5135313" providerId="ADAL" clId="{B1941030-844F-49C0-8176-6B84A3851D11}" dt="2021-01-29T04:36:11.453" v="53" actId="14100"/>
          <ac:spMkLst>
            <pc:docMk/>
            <pc:sldMk cId="3656570752" sldId="364"/>
            <ac:spMk id="9" creationId="{809F64C8-9946-4BE0-84FE-7595C38DC268}"/>
          </ac:spMkLst>
        </pc:spChg>
        <pc:picChg chg="add mod">
          <ac:chgData name="鈴木 秀規" userId="f68c5fd9-22d5-4c0a-9833-7fb0f5135313" providerId="ADAL" clId="{B1941030-844F-49C0-8176-6B84A3851D11}" dt="2021-01-29T04:35:13.788" v="36" actId="1076"/>
          <ac:picMkLst>
            <pc:docMk/>
            <pc:sldMk cId="3656570752" sldId="364"/>
            <ac:picMk id="6" creationId="{32754BFD-1651-4694-86E4-BF8110A3AF7E}"/>
          </ac:picMkLst>
        </pc:picChg>
        <pc:cxnChg chg="add mod">
          <ac:chgData name="鈴木 秀規" userId="f68c5fd9-22d5-4c0a-9833-7fb0f5135313" providerId="ADAL" clId="{B1941030-844F-49C0-8176-6B84A3851D11}" dt="2021-01-29T04:35:13.788" v="36" actId="1076"/>
          <ac:cxnSpMkLst>
            <pc:docMk/>
            <pc:sldMk cId="3656570752" sldId="364"/>
            <ac:cxnSpMk id="8" creationId="{67739BA0-05C5-4431-BD0A-E88CED578282}"/>
          </ac:cxnSpMkLst>
        </pc:cxnChg>
      </pc:sldChg>
      <pc:sldChg chg="addSp modSp new mod">
        <pc:chgData name="鈴木 秀規" userId="f68c5fd9-22d5-4c0a-9833-7fb0f5135313" providerId="ADAL" clId="{B1941030-844F-49C0-8176-6B84A3851D11}" dt="2021-01-29T04:39:09.482" v="76" actId="207"/>
        <pc:sldMkLst>
          <pc:docMk/>
          <pc:sldMk cId="803925699" sldId="365"/>
        </pc:sldMkLst>
        <pc:spChg chg="mod">
          <ac:chgData name="鈴木 秀規" userId="f68c5fd9-22d5-4c0a-9833-7fb0f5135313" providerId="ADAL" clId="{B1941030-844F-49C0-8176-6B84A3851D11}" dt="2021-01-29T04:36:29.654" v="55"/>
          <ac:spMkLst>
            <pc:docMk/>
            <pc:sldMk cId="803925699" sldId="365"/>
            <ac:spMk id="3" creationId="{35FF79BE-3181-4F0C-95F8-A36C8472501D}"/>
          </ac:spMkLst>
        </pc:spChg>
        <pc:spChg chg="mod">
          <ac:chgData name="鈴木 秀規" userId="f68c5fd9-22d5-4c0a-9833-7fb0f5135313" providerId="ADAL" clId="{B1941030-844F-49C0-8176-6B84A3851D11}" dt="2021-01-29T04:37:44.657" v="59" actId="14100"/>
          <ac:spMkLst>
            <pc:docMk/>
            <pc:sldMk cId="803925699" sldId="365"/>
            <ac:spMk id="5" creationId="{758FB996-0B31-407F-B995-F9C4E9CE07AD}"/>
          </ac:spMkLst>
        </pc:spChg>
        <pc:spChg chg="add mod">
          <ac:chgData name="鈴木 秀規" userId="f68c5fd9-22d5-4c0a-9833-7fb0f5135313" providerId="ADAL" clId="{B1941030-844F-49C0-8176-6B84A3851D11}" dt="2021-01-29T04:38:42.635" v="69" actId="1076"/>
          <ac:spMkLst>
            <pc:docMk/>
            <pc:sldMk cId="803925699" sldId="365"/>
            <ac:spMk id="6" creationId="{A3773D9E-5C9A-433D-9BF3-C408AB5B0D9D}"/>
          </ac:spMkLst>
        </pc:spChg>
        <pc:spChg chg="add mod">
          <ac:chgData name="鈴木 秀規" userId="f68c5fd9-22d5-4c0a-9833-7fb0f5135313" providerId="ADAL" clId="{B1941030-844F-49C0-8176-6B84A3851D11}" dt="2021-01-29T04:38:36.093" v="67" actId="14100"/>
          <ac:spMkLst>
            <pc:docMk/>
            <pc:sldMk cId="803925699" sldId="365"/>
            <ac:spMk id="8" creationId="{85950DD6-933B-4F9B-A4B0-9A0EECED1164}"/>
          </ac:spMkLst>
        </pc:spChg>
        <pc:spChg chg="add mod">
          <ac:chgData name="鈴木 秀規" userId="f68c5fd9-22d5-4c0a-9833-7fb0f5135313" providerId="ADAL" clId="{B1941030-844F-49C0-8176-6B84A3851D11}" dt="2021-01-29T04:38:32.746" v="66" actId="14100"/>
          <ac:spMkLst>
            <pc:docMk/>
            <pc:sldMk cId="803925699" sldId="365"/>
            <ac:spMk id="9" creationId="{43BF35A5-2940-4C84-A271-A984049173E9}"/>
          </ac:spMkLst>
        </pc:spChg>
        <pc:spChg chg="add mod">
          <ac:chgData name="鈴木 秀規" userId="f68c5fd9-22d5-4c0a-9833-7fb0f5135313" providerId="ADAL" clId="{B1941030-844F-49C0-8176-6B84A3851D11}" dt="2021-01-29T04:39:09.482" v="76" actId="207"/>
          <ac:spMkLst>
            <pc:docMk/>
            <pc:sldMk cId="803925699" sldId="365"/>
            <ac:spMk id="10" creationId="{E71A9877-6BF1-403D-B11D-E9C97F7AAA30}"/>
          </ac:spMkLst>
        </pc:spChg>
        <pc:cxnChg chg="add mod">
          <ac:chgData name="鈴木 秀規" userId="f68c5fd9-22d5-4c0a-9833-7fb0f5135313" providerId="ADAL" clId="{B1941030-844F-49C0-8176-6B84A3851D11}" dt="2021-01-29T04:38:42.635" v="69" actId="1076"/>
          <ac:cxnSpMkLst>
            <pc:docMk/>
            <pc:sldMk cId="803925699" sldId="365"/>
            <ac:cxnSpMk id="7" creationId="{11B15088-48EB-412D-87B1-CF70EA9E58AF}"/>
          </ac:cxnSpMkLst>
        </pc:cxnChg>
      </pc:sldChg>
      <pc:sldChg chg="del">
        <pc:chgData name="鈴木 秀規" userId="f68c5fd9-22d5-4c0a-9833-7fb0f5135313" providerId="ADAL" clId="{B1941030-844F-49C0-8176-6B84A3851D11}" dt="2021-01-29T04:32:56.477" v="10" actId="2696"/>
        <pc:sldMkLst>
          <pc:docMk/>
          <pc:sldMk cId="1277167566" sldId="365"/>
        </pc:sldMkLst>
      </pc:sldChg>
      <pc:sldChg chg="addSp modSp new mod">
        <pc:chgData name="鈴木 秀規" userId="f68c5fd9-22d5-4c0a-9833-7fb0f5135313" providerId="ADAL" clId="{B1941030-844F-49C0-8176-6B84A3851D11}" dt="2021-01-29T04:42:18.327" v="114" actId="207"/>
        <pc:sldMkLst>
          <pc:docMk/>
          <pc:sldMk cId="2587155910" sldId="366"/>
        </pc:sldMkLst>
        <pc:spChg chg="mod">
          <ac:chgData name="鈴木 秀規" userId="f68c5fd9-22d5-4c0a-9833-7fb0f5135313" providerId="ADAL" clId="{B1941030-844F-49C0-8176-6B84A3851D11}" dt="2021-01-29T04:40:23.057" v="78"/>
          <ac:spMkLst>
            <pc:docMk/>
            <pc:sldMk cId="2587155910" sldId="366"/>
            <ac:spMk id="3" creationId="{9729685D-75BD-4E16-B040-6B8F3803FD94}"/>
          </ac:spMkLst>
        </pc:spChg>
        <pc:spChg chg="mod">
          <ac:chgData name="鈴木 秀規" userId="f68c5fd9-22d5-4c0a-9833-7fb0f5135313" providerId="ADAL" clId="{B1941030-844F-49C0-8176-6B84A3851D11}" dt="2021-01-29T04:40:55.148" v="86" actId="207"/>
          <ac:spMkLst>
            <pc:docMk/>
            <pc:sldMk cId="2587155910" sldId="366"/>
            <ac:spMk id="5" creationId="{24F84416-527E-4DDF-9128-A102A8D1E173}"/>
          </ac:spMkLst>
        </pc:spChg>
        <pc:spChg chg="add mod">
          <ac:chgData name="鈴木 秀規" userId="f68c5fd9-22d5-4c0a-9833-7fb0f5135313" providerId="ADAL" clId="{B1941030-844F-49C0-8176-6B84A3851D11}" dt="2021-01-29T04:41:46.363" v="103" actId="207"/>
          <ac:spMkLst>
            <pc:docMk/>
            <pc:sldMk cId="2587155910" sldId="366"/>
            <ac:spMk id="6" creationId="{DB7CE7C8-6A31-4E41-A456-54318A701731}"/>
          </ac:spMkLst>
        </pc:spChg>
        <pc:spChg chg="add mod">
          <ac:chgData name="鈴木 秀規" userId="f68c5fd9-22d5-4c0a-9833-7fb0f5135313" providerId="ADAL" clId="{B1941030-844F-49C0-8176-6B84A3851D11}" dt="2021-01-29T04:41:51.728" v="104" actId="207"/>
          <ac:spMkLst>
            <pc:docMk/>
            <pc:sldMk cId="2587155910" sldId="366"/>
            <ac:spMk id="8" creationId="{91A49978-A71D-46D7-A954-C876A5F08E5B}"/>
          </ac:spMkLst>
        </pc:spChg>
        <pc:spChg chg="add mod">
          <ac:chgData name="鈴木 秀規" userId="f68c5fd9-22d5-4c0a-9833-7fb0f5135313" providerId="ADAL" clId="{B1941030-844F-49C0-8176-6B84A3851D11}" dt="2021-01-29T04:41:27.768" v="92" actId="2711"/>
          <ac:spMkLst>
            <pc:docMk/>
            <pc:sldMk cId="2587155910" sldId="366"/>
            <ac:spMk id="9" creationId="{72054600-A83D-4029-A3CF-2D5E967528AD}"/>
          </ac:spMkLst>
        </pc:spChg>
        <pc:spChg chg="add mod">
          <ac:chgData name="鈴木 秀規" userId="f68c5fd9-22d5-4c0a-9833-7fb0f5135313" providerId="ADAL" clId="{B1941030-844F-49C0-8176-6B84A3851D11}" dt="2021-01-29T04:41:27.768" v="92" actId="2711"/>
          <ac:spMkLst>
            <pc:docMk/>
            <pc:sldMk cId="2587155910" sldId="366"/>
            <ac:spMk id="10" creationId="{0C5F4B85-189E-4135-B6B3-BB6B9E289C9F}"/>
          </ac:spMkLst>
        </pc:spChg>
        <pc:spChg chg="add mod">
          <ac:chgData name="鈴木 秀規" userId="f68c5fd9-22d5-4c0a-9833-7fb0f5135313" providerId="ADAL" clId="{B1941030-844F-49C0-8176-6B84A3851D11}" dt="2021-01-29T04:42:10.699" v="112" actId="207"/>
          <ac:spMkLst>
            <pc:docMk/>
            <pc:sldMk cId="2587155910" sldId="366"/>
            <ac:spMk id="11" creationId="{D3D587A0-0DFE-4902-AA54-A283C7FA73A2}"/>
          </ac:spMkLst>
        </pc:spChg>
        <pc:spChg chg="add mod">
          <ac:chgData name="鈴木 秀規" userId="f68c5fd9-22d5-4c0a-9833-7fb0f5135313" providerId="ADAL" clId="{B1941030-844F-49C0-8176-6B84A3851D11}" dt="2021-01-29T04:42:18.327" v="114" actId="207"/>
          <ac:spMkLst>
            <pc:docMk/>
            <pc:sldMk cId="2587155910" sldId="366"/>
            <ac:spMk id="12" creationId="{BBE22E54-744F-493D-82EB-677D9EC69218}"/>
          </ac:spMkLst>
        </pc:spChg>
        <pc:spChg chg="add mod">
          <ac:chgData name="鈴木 秀規" userId="f68c5fd9-22d5-4c0a-9833-7fb0f5135313" providerId="ADAL" clId="{B1941030-844F-49C0-8176-6B84A3851D11}" dt="2021-01-29T04:42:15.017" v="113" actId="207"/>
          <ac:spMkLst>
            <pc:docMk/>
            <pc:sldMk cId="2587155910" sldId="366"/>
            <ac:spMk id="13" creationId="{FC9FD184-A6DA-4BE2-868D-9EB445A5F842}"/>
          </ac:spMkLst>
        </pc:spChg>
        <pc:spChg chg="add mod">
          <ac:chgData name="鈴木 秀規" userId="f68c5fd9-22d5-4c0a-9833-7fb0f5135313" providerId="ADAL" clId="{B1941030-844F-49C0-8176-6B84A3851D11}" dt="2021-01-29T04:42:01" v="111" actId="1038"/>
          <ac:spMkLst>
            <pc:docMk/>
            <pc:sldMk cId="2587155910" sldId="366"/>
            <ac:spMk id="14" creationId="{898B0CBA-5301-4755-8360-3C2F8F8B3BA7}"/>
          </ac:spMkLst>
        </pc:spChg>
        <pc:cxnChg chg="add mod">
          <ac:chgData name="鈴木 秀規" userId="f68c5fd9-22d5-4c0a-9833-7fb0f5135313" providerId="ADAL" clId="{B1941030-844F-49C0-8176-6B84A3851D11}" dt="2021-01-29T04:41:38.823" v="102" actId="1037"/>
          <ac:cxnSpMkLst>
            <pc:docMk/>
            <pc:sldMk cId="2587155910" sldId="366"/>
            <ac:cxnSpMk id="7" creationId="{207C225F-1F7B-4FBB-AC66-96F0CDFCBBCF}"/>
          </ac:cxnSpMkLst>
        </pc:cxnChg>
        <pc:cxnChg chg="add mod">
          <ac:chgData name="鈴木 秀規" userId="f68c5fd9-22d5-4c0a-9833-7fb0f5135313" providerId="ADAL" clId="{B1941030-844F-49C0-8176-6B84A3851D11}" dt="2021-01-29T04:41:14.965" v="89" actId="14100"/>
          <ac:cxnSpMkLst>
            <pc:docMk/>
            <pc:sldMk cId="2587155910" sldId="366"/>
            <ac:cxnSpMk id="15" creationId="{DEF88B7D-06B4-4E17-994A-54572C5B5416}"/>
          </ac:cxnSpMkLst>
        </pc:cxnChg>
      </pc:sldChg>
      <pc:sldChg chg="del">
        <pc:chgData name="鈴木 秀規" userId="f68c5fd9-22d5-4c0a-9833-7fb0f5135313" providerId="ADAL" clId="{B1941030-844F-49C0-8176-6B84A3851D11}" dt="2021-01-29T04:32:56.477" v="10" actId="2696"/>
        <pc:sldMkLst>
          <pc:docMk/>
          <pc:sldMk cId="3202997917" sldId="366"/>
        </pc:sldMkLst>
      </pc:sldChg>
      <pc:sldChg chg="del">
        <pc:chgData name="鈴木 秀規" userId="f68c5fd9-22d5-4c0a-9833-7fb0f5135313" providerId="ADAL" clId="{B1941030-844F-49C0-8176-6B84A3851D11}" dt="2021-01-29T04:32:56.477" v="10" actId="2696"/>
        <pc:sldMkLst>
          <pc:docMk/>
          <pc:sldMk cId="1111243588" sldId="367"/>
        </pc:sldMkLst>
      </pc:sldChg>
      <pc:sldChg chg="modSp new mod">
        <pc:chgData name="鈴木 秀規" userId="f68c5fd9-22d5-4c0a-9833-7fb0f5135313" providerId="ADAL" clId="{B1941030-844F-49C0-8176-6B84A3851D11}" dt="2021-01-29T04:43:33.885" v="128" actId="207"/>
        <pc:sldMkLst>
          <pc:docMk/>
          <pc:sldMk cId="2894058037" sldId="367"/>
        </pc:sldMkLst>
        <pc:spChg chg="mod">
          <ac:chgData name="鈴木 秀規" userId="f68c5fd9-22d5-4c0a-9833-7fb0f5135313" providerId="ADAL" clId="{B1941030-844F-49C0-8176-6B84A3851D11}" dt="2021-01-29T04:42:32.638" v="116"/>
          <ac:spMkLst>
            <pc:docMk/>
            <pc:sldMk cId="2894058037" sldId="367"/>
            <ac:spMk id="3" creationId="{6FB07722-94F1-42C6-812B-FF5800DB0794}"/>
          </ac:spMkLst>
        </pc:spChg>
        <pc:spChg chg="mod">
          <ac:chgData name="鈴木 秀規" userId="f68c5fd9-22d5-4c0a-9833-7fb0f5135313" providerId="ADAL" clId="{B1941030-844F-49C0-8176-6B84A3851D11}" dt="2021-01-29T04:43:33.885" v="128" actId="207"/>
          <ac:spMkLst>
            <pc:docMk/>
            <pc:sldMk cId="2894058037" sldId="367"/>
            <ac:spMk id="5" creationId="{A647997F-BE6E-4DA2-B66F-8086795CD439}"/>
          </ac:spMkLst>
        </pc:spChg>
      </pc:sldChg>
      <pc:sldChg chg="del">
        <pc:chgData name="鈴木 秀規" userId="f68c5fd9-22d5-4c0a-9833-7fb0f5135313" providerId="ADAL" clId="{B1941030-844F-49C0-8176-6B84A3851D11}" dt="2021-01-29T04:32:56.477" v="10" actId="2696"/>
        <pc:sldMkLst>
          <pc:docMk/>
          <pc:sldMk cId="456779390" sldId="368"/>
        </pc:sldMkLst>
      </pc:sldChg>
      <pc:sldChg chg="addSp modSp new mod">
        <pc:chgData name="鈴木 秀規" userId="f68c5fd9-22d5-4c0a-9833-7fb0f5135313" providerId="ADAL" clId="{B1941030-844F-49C0-8176-6B84A3851D11}" dt="2021-01-29T04:47:19.783" v="187" actId="1076"/>
        <pc:sldMkLst>
          <pc:docMk/>
          <pc:sldMk cId="2878348738" sldId="368"/>
        </pc:sldMkLst>
        <pc:spChg chg="mod">
          <ac:chgData name="鈴木 秀規" userId="f68c5fd9-22d5-4c0a-9833-7fb0f5135313" providerId="ADAL" clId="{B1941030-844F-49C0-8176-6B84A3851D11}" dt="2021-01-29T04:43:52.910" v="130"/>
          <ac:spMkLst>
            <pc:docMk/>
            <pc:sldMk cId="2878348738" sldId="368"/>
            <ac:spMk id="3" creationId="{C9C2170A-495C-470F-A6BF-0F600FE15AEB}"/>
          </ac:spMkLst>
        </pc:spChg>
        <pc:spChg chg="mod">
          <ac:chgData name="鈴木 秀規" userId="f68c5fd9-22d5-4c0a-9833-7fb0f5135313" providerId="ADAL" clId="{B1941030-844F-49C0-8176-6B84A3851D11}" dt="2021-01-29T04:44:16.357" v="136" actId="14100"/>
          <ac:spMkLst>
            <pc:docMk/>
            <pc:sldMk cId="2878348738" sldId="368"/>
            <ac:spMk id="5" creationId="{DCC07C12-3A67-4E82-B3CE-E6ADEFE8C655}"/>
          </ac:spMkLst>
        </pc:spChg>
        <pc:spChg chg="add mod">
          <ac:chgData name="鈴木 秀規" userId="f68c5fd9-22d5-4c0a-9833-7fb0f5135313" providerId="ADAL" clId="{B1941030-844F-49C0-8176-6B84A3851D11}" dt="2021-01-29T04:46:45.038" v="179" actId="1076"/>
          <ac:spMkLst>
            <pc:docMk/>
            <pc:sldMk cId="2878348738" sldId="368"/>
            <ac:spMk id="6" creationId="{8A87698A-6CBA-475E-AF31-B3DBC697A5ED}"/>
          </ac:spMkLst>
        </pc:spChg>
        <pc:spChg chg="add mod">
          <ac:chgData name="鈴木 秀規" userId="f68c5fd9-22d5-4c0a-9833-7fb0f5135313" providerId="ADAL" clId="{B1941030-844F-49C0-8176-6B84A3851D11}" dt="2021-01-29T04:46:45.038" v="179" actId="1076"/>
          <ac:spMkLst>
            <pc:docMk/>
            <pc:sldMk cId="2878348738" sldId="368"/>
            <ac:spMk id="7" creationId="{E90D5458-8595-4189-8EAA-7C4F79C79390}"/>
          </ac:spMkLst>
        </pc:spChg>
        <pc:spChg chg="add mod">
          <ac:chgData name="鈴木 秀規" userId="f68c5fd9-22d5-4c0a-9833-7fb0f5135313" providerId="ADAL" clId="{B1941030-844F-49C0-8176-6B84A3851D11}" dt="2021-01-29T04:46:45.038" v="179" actId="1076"/>
          <ac:spMkLst>
            <pc:docMk/>
            <pc:sldMk cId="2878348738" sldId="368"/>
            <ac:spMk id="8" creationId="{E31986FB-D036-41FE-8DC1-5EA4CE2605B9}"/>
          </ac:spMkLst>
        </pc:spChg>
        <pc:spChg chg="add mod">
          <ac:chgData name="鈴木 秀規" userId="f68c5fd9-22d5-4c0a-9833-7fb0f5135313" providerId="ADAL" clId="{B1941030-844F-49C0-8176-6B84A3851D11}" dt="2021-01-29T04:46:45.038" v="179" actId="1076"/>
          <ac:spMkLst>
            <pc:docMk/>
            <pc:sldMk cId="2878348738" sldId="368"/>
            <ac:spMk id="9" creationId="{138FBC47-714C-4122-BDFA-66E3CF43D307}"/>
          </ac:spMkLst>
        </pc:spChg>
        <pc:spChg chg="add mod">
          <ac:chgData name="鈴木 秀規" userId="f68c5fd9-22d5-4c0a-9833-7fb0f5135313" providerId="ADAL" clId="{B1941030-844F-49C0-8176-6B84A3851D11}" dt="2021-01-29T04:47:19.783" v="187" actId="1076"/>
          <ac:spMkLst>
            <pc:docMk/>
            <pc:sldMk cId="2878348738" sldId="368"/>
            <ac:spMk id="10" creationId="{53A2F49A-37A2-4BA3-B466-F1948CDFB3D6}"/>
          </ac:spMkLst>
        </pc:spChg>
      </pc:sldChg>
      <pc:sldChg chg="addSp modSp new mod">
        <pc:chgData name="鈴木 秀規" userId="f68c5fd9-22d5-4c0a-9833-7fb0f5135313" providerId="ADAL" clId="{B1941030-844F-49C0-8176-6B84A3851D11}" dt="2021-01-29T04:53:48.273" v="240" actId="1035"/>
        <pc:sldMkLst>
          <pc:docMk/>
          <pc:sldMk cId="36233667" sldId="369"/>
        </pc:sldMkLst>
        <pc:spChg chg="mod">
          <ac:chgData name="鈴木 秀規" userId="f68c5fd9-22d5-4c0a-9833-7fb0f5135313" providerId="ADAL" clId="{B1941030-844F-49C0-8176-6B84A3851D11}" dt="2021-01-29T04:48:13.303" v="190"/>
          <ac:spMkLst>
            <pc:docMk/>
            <pc:sldMk cId="36233667" sldId="369"/>
            <ac:spMk id="3" creationId="{B2185212-E85A-4AB2-89AC-876C7AD006BD}"/>
          </ac:spMkLst>
        </pc:spChg>
        <pc:spChg chg="mod">
          <ac:chgData name="鈴木 秀規" userId="f68c5fd9-22d5-4c0a-9833-7fb0f5135313" providerId="ADAL" clId="{B1941030-844F-49C0-8176-6B84A3851D11}" dt="2021-01-29T04:53:43.832" v="234" actId="20577"/>
          <ac:spMkLst>
            <pc:docMk/>
            <pc:sldMk cId="36233667" sldId="369"/>
            <ac:spMk id="5" creationId="{64C8375D-887C-4D77-9784-62155D090015}"/>
          </ac:spMkLst>
        </pc:spChg>
        <pc:spChg chg="add mod">
          <ac:chgData name="鈴木 秀規" userId="f68c5fd9-22d5-4c0a-9833-7fb0f5135313" providerId="ADAL" clId="{B1941030-844F-49C0-8176-6B84A3851D11}" dt="2021-01-29T04:53:48.273" v="240" actId="1035"/>
          <ac:spMkLst>
            <pc:docMk/>
            <pc:sldMk cId="36233667" sldId="369"/>
            <ac:spMk id="6" creationId="{E9A5E7DC-4965-4A98-AEC1-73346F46DD98}"/>
          </ac:spMkLst>
        </pc:spChg>
        <pc:spChg chg="add mod">
          <ac:chgData name="鈴木 秀規" userId="f68c5fd9-22d5-4c0a-9833-7fb0f5135313" providerId="ADAL" clId="{B1941030-844F-49C0-8176-6B84A3851D11}" dt="2021-01-29T04:53:48.273" v="240" actId="1035"/>
          <ac:spMkLst>
            <pc:docMk/>
            <pc:sldMk cId="36233667" sldId="369"/>
            <ac:spMk id="7" creationId="{25941947-7AA7-445F-A1F0-030C4A6C2C83}"/>
          </ac:spMkLst>
        </pc:spChg>
        <pc:spChg chg="add mod">
          <ac:chgData name="鈴木 秀規" userId="f68c5fd9-22d5-4c0a-9833-7fb0f5135313" providerId="ADAL" clId="{B1941030-844F-49C0-8176-6B84A3851D11}" dt="2021-01-29T04:53:48.273" v="240" actId="1035"/>
          <ac:spMkLst>
            <pc:docMk/>
            <pc:sldMk cId="36233667" sldId="369"/>
            <ac:spMk id="8" creationId="{200813EB-9CA7-4C5C-AEC9-71D69F32D85F}"/>
          </ac:spMkLst>
        </pc:spChg>
      </pc:sldChg>
      <pc:sldChg chg="del">
        <pc:chgData name="鈴木 秀規" userId="f68c5fd9-22d5-4c0a-9833-7fb0f5135313" providerId="ADAL" clId="{B1941030-844F-49C0-8176-6B84A3851D11}" dt="2021-01-29T04:32:56.477" v="10" actId="2696"/>
        <pc:sldMkLst>
          <pc:docMk/>
          <pc:sldMk cId="626248736" sldId="370"/>
        </pc:sldMkLst>
      </pc:sldChg>
      <pc:sldChg chg="addSp modSp new mod">
        <pc:chgData name="鈴木 秀規" userId="f68c5fd9-22d5-4c0a-9833-7fb0f5135313" providerId="ADAL" clId="{B1941030-844F-49C0-8176-6B84A3851D11}" dt="2021-01-29T04:58:13.143" v="277" actId="1036"/>
        <pc:sldMkLst>
          <pc:docMk/>
          <pc:sldMk cId="3279262032" sldId="370"/>
        </pc:sldMkLst>
        <pc:spChg chg="mod">
          <ac:chgData name="鈴木 秀規" userId="f68c5fd9-22d5-4c0a-9833-7fb0f5135313" providerId="ADAL" clId="{B1941030-844F-49C0-8176-6B84A3851D11}" dt="2021-01-29T04:51:53.344" v="223"/>
          <ac:spMkLst>
            <pc:docMk/>
            <pc:sldMk cId="3279262032" sldId="370"/>
            <ac:spMk id="3" creationId="{F0A9B0F2-95E9-4694-9890-156E9D963498}"/>
          </ac:spMkLst>
        </pc:spChg>
        <pc:spChg chg="mod">
          <ac:chgData name="鈴木 秀規" userId="f68c5fd9-22d5-4c0a-9833-7fb0f5135313" providerId="ADAL" clId="{B1941030-844F-49C0-8176-6B84A3851D11}" dt="2021-01-29T04:52:09.323" v="227" actId="14100"/>
          <ac:spMkLst>
            <pc:docMk/>
            <pc:sldMk cId="3279262032" sldId="370"/>
            <ac:spMk id="5" creationId="{5D32B261-C1D5-42A1-841A-E71B9F1AF7EB}"/>
          </ac:spMkLst>
        </pc:spChg>
        <pc:spChg chg="add mod">
          <ac:chgData name="鈴木 秀規" userId="f68c5fd9-22d5-4c0a-9833-7fb0f5135313" providerId="ADAL" clId="{B1941030-844F-49C0-8176-6B84A3851D11}" dt="2021-01-29T04:57:55.779" v="264" actId="14100"/>
          <ac:spMkLst>
            <pc:docMk/>
            <pc:sldMk cId="3279262032" sldId="370"/>
            <ac:spMk id="6" creationId="{9933ADFF-8902-4437-9933-7CA1DCCB5639}"/>
          </ac:spMkLst>
        </pc:spChg>
        <pc:spChg chg="add mod">
          <ac:chgData name="鈴木 秀規" userId="f68c5fd9-22d5-4c0a-9833-7fb0f5135313" providerId="ADAL" clId="{B1941030-844F-49C0-8176-6B84A3851D11}" dt="2021-01-29T04:58:08.871" v="271" actId="1036"/>
          <ac:spMkLst>
            <pc:docMk/>
            <pc:sldMk cId="3279262032" sldId="370"/>
            <ac:spMk id="7" creationId="{48886F9A-F627-4BD8-90B7-6A89AB182ED9}"/>
          </ac:spMkLst>
        </pc:spChg>
        <pc:spChg chg="add mod">
          <ac:chgData name="鈴木 秀規" userId="f68c5fd9-22d5-4c0a-9833-7fb0f5135313" providerId="ADAL" clId="{B1941030-844F-49C0-8176-6B84A3851D11}" dt="2021-01-29T04:58:13.143" v="277" actId="1036"/>
          <ac:spMkLst>
            <pc:docMk/>
            <pc:sldMk cId="3279262032" sldId="370"/>
            <ac:spMk id="8" creationId="{A810F367-15B6-4369-BFC4-B0E8163B9935}"/>
          </ac:spMkLst>
        </pc:spChg>
        <pc:spChg chg="add mod">
          <ac:chgData name="鈴木 秀規" userId="f68c5fd9-22d5-4c0a-9833-7fb0f5135313" providerId="ADAL" clId="{B1941030-844F-49C0-8176-6B84A3851D11}" dt="2021-01-29T04:58:13.143" v="277" actId="1036"/>
          <ac:spMkLst>
            <pc:docMk/>
            <pc:sldMk cId="3279262032" sldId="370"/>
            <ac:spMk id="9" creationId="{B48928C1-746B-48FE-A44F-9DA888AA7931}"/>
          </ac:spMkLst>
        </pc:spChg>
      </pc:sldChg>
      <pc:sldChg chg="addSp modSp new mod">
        <pc:chgData name="鈴木 秀規" userId="f68c5fd9-22d5-4c0a-9833-7fb0f5135313" providerId="ADAL" clId="{B1941030-844F-49C0-8176-6B84A3851D11}" dt="2021-01-29T04:59:58.673" v="297" actId="20577"/>
        <pc:sldMkLst>
          <pc:docMk/>
          <pc:sldMk cId="1944304840" sldId="371"/>
        </pc:sldMkLst>
        <pc:spChg chg="mod">
          <ac:chgData name="鈴木 秀規" userId="f68c5fd9-22d5-4c0a-9833-7fb0f5135313" providerId="ADAL" clId="{B1941030-844F-49C0-8176-6B84A3851D11}" dt="2021-01-29T04:58:29.450" v="279"/>
          <ac:spMkLst>
            <pc:docMk/>
            <pc:sldMk cId="1944304840" sldId="371"/>
            <ac:spMk id="3" creationId="{B178443A-0174-4CE5-BFC8-9F1EAE1E64EA}"/>
          </ac:spMkLst>
        </pc:spChg>
        <pc:spChg chg="mod">
          <ac:chgData name="鈴木 秀規" userId="f68c5fd9-22d5-4c0a-9833-7fb0f5135313" providerId="ADAL" clId="{B1941030-844F-49C0-8176-6B84A3851D11}" dt="2021-01-29T04:58:40.675" v="283" actId="14100"/>
          <ac:spMkLst>
            <pc:docMk/>
            <pc:sldMk cId="1944304840" sldId="371"/>
            <ac:spMk id="5" creationId="{444E21AB-9103-41B5-BC7A-F4FA729983FF}"/>
          </ac:spMkLst>
        </pc:spChg>
        <pc:spChg chg="add mod">
          <ac:chgData name="鈴木 秀規" userId="f68c5fd9-22d5-4c0a-9833-7fb0f5135313" providerId="ADAL" clId="{B1941030-844F-49C0-8176-6B84A3851D11}" dt="2021-01-29T04:59:26.380" v="291" actId="207"/>
          <ac:spMkLst>
            <pc:docMk/>
            <pc:sldMk cId="1944304840" sldId="371"/>
            <ac:spMk id="6" creationId="{6B93690F-C3A0-4233-AD86-5C66FE167541}"/>
          </ac:spMkLst>
        </pc:spChg>
        <pc:spChg chg="add mod">
          <ac:chgData name="鈴木 秀規" userId="f68c5fd9-22d5-4c0a-9833-7fb0f5135313" providerId="ADAL" clId="{B1941030-844F-49C0-8176-6B84A3851D11}" dt="2021-01-29T04:59:58.673" v="297" actId="20577"/>
          <ac:spMkLst>
            <pc:docMk/>
            <pc:sldMk cId="1944304840" sldId="371"/>
            <ac:spMk id="7" creationId="{69868DCD-7386-4C99-ACE7-D84C66035A42}"/>
          </ac:spMkLst>
        </pc:spChg>
      </pc:sldChg>
      <pc:sldChg chg="del">
        <pc:chgData name="鈴木 秀規" userId="f68c5fd9-22d5-4c0a-9833-7fb0f5135313" providerId="ADAL" clId="{B1941030-844F-49C0-8176-6B84A3851D11}" dt="2021-01-29T04:32:56.477" v="10" actId="2696"/>
        <pc:sldMkLst>
          <pc:docMk/>
          <pc:sldMk cId="2430396932" sldId="371"/>
        </pc:sldMkLst>
      </pc:sldChg>
      <pc:sldChg chg="addSp modSp new mod">
        <pc:chgData name="鈴木 秀規" userId="f68c5fd9-22d5-4c0a-9833-7fb0f5135313" providerId="ADAL" clId="{B1941030-844F-49C0-8176-6B84A3851D11}" dt="2021-01-29T05:02:32.735" v="329" actId="1076"/>
        <pc:sldMkLst>
          <pc:docMk/>
          <pc:sldMk cId="266285334" sldId="372"/>
        </pc:sldMkLst>
        <pc:spChg chg="mod">
          <ac:chgData name="鈴木 秀規" userId="f68c5fd9-22d5-4c0a-9833-7fb0f5135313" providerId="ADAL" clId="{B1941030-844F-49C0-8176-6B84A3851D11}" dt="2021-01-29T05:00:08.808" v="299"/>
          <ac:spMkLst>
            <pc:docMk/>
            <pc:sldMk cId="266285334" sldId="372"/>
            <ac:spMk id="3" creationId="{6900C04E-5E05-43A5-860E-A7DAF534B056}"/>
          </ac:spMkLst>
        </pc:spChg>
        <pc:spChg chg="mod">
          <ac:chgData name="鈴木 秀規" userId="f68c5fd9-22d5-4c0a-9833-7fb0f5135313" providerId="ADAL" clId="{B1941030-844F-49C0-8176-6B84A3851D11}" dt="2021-01-29T05:01:34.888" v="315" actId="207"/>
          <ac:spMkLst>
            <pc:docMk/>
            <pc:sldMk cId="266285334" sldId="372"/>
            <ac:spMk id="5" creationId="{9877612E-74EE-4115-BC1E-E0CF3FFCCA59}"/>
          </ac:spMkLst>
        </pc:spChg>
        <pc:spChg chg="add mod">
          <ac:chgData name="鈴木 秀規" userId="f68c5fd9-22d5-4c0a-9833-7fb0f5135313" providerId="ADAL" clId="{B1941030-844F-49C0-8176-6B84A3851D11}" dt="2021-01-29T05:02:32.735" v="329" actId="1076"/>
          <ac:spMkLst>
            <pc:docMk/>
            <pc:sldMk cId="266285334" sldId="372"/>
            <ac:spMk id="6" creationId="{343E0368-256F-4A61-908A-413304D52929}"/>
          </ac:spMkLst>
        </pc:spChg>
        <pc:spChg chg="add mod">
          <ac:chgData name="鈴木 秀規" userId="f68c5fd9-22d5-4c0a-9833-7fb0f5135313" providerId="ADAL" clId="{B1941030-844F-49C0-8176-6B84A3851D11}" dt="2021-01-29T05:02:32.735" v="329" actId="1076"/>
          <ac:spMkLst>
            <pc:docMk/>
            <pc:sldMk cId="266285334" sldId="372"/>
            <ac:spMk id="7" creationId="{98A88DE6-9BB6-4229-8CC7-11C91689EC13}"/>
          </ac:spMkLst>
        </pc:spChg>
      </pc:sldChg>
      <pc:sldChg chg="del">
        <pc:chgData name="鈴木 秀規" userId="f68c5fd9-22d5-4c0a-9833-7fb0f5135313" providerId="ADAL" clId="{B1941030-844F-49C0-8176-6B84A3851D11}" dt="2021-01-29T04:32:56.477" v="10" actId="2696"/>
        <pc:sldMkLst>
          <pc:docMk/>
          <pc:sldMk cId="2092557008" sldId="372"/>
        </pc:sldMkLst>
      </pc:sldChg>
      <pc:sldChg chg="add del">
        <pc:chgData name="鈴木 秀規" userId="f68c5fd9-22d5-4c0a-9833-7fb0f5135313" providerId="ADAL" clId="{B1941030-844F-49C0-8176-6B84A3851D11}" dt="2021-01-29T04:59:01.325" v="285"/>
        <pc:sldMkLst>
          <pc:docMk/>
          <pc:sldMk cId="3668625027" sldId="372"/>
        </pc:sldMkLst>
      </pc:sldChg>
      <pc:sldChg chg="del">
        <pc:chgData name="鈴木 秀規" userId="f68c5fd9-22d5-4c0a-9833-7fb0f5135313" providerId="ADAL" clId="{B1941030-844F-49C0-8176-6B84A3851D11}" dt="2021-01-29T04:32:56.477" v="10" actId="2696"/>
        <pc:sldMkLst>
          <pc:docMk/>
          <pc:sldMk cId="360899116" sldId="373"/>
        </pc:sldMkLst>
      </pc:sldChg>
      <pc:sldChg chg="del">
        <pc:chgData name="鈴木 秀規" userId="f68c5fd9-22d5-4c0a-9833-7fb0f5135313" providerId="ADAL" clId="{B1941030-844F-49C0-8176-6B84A3851D11}" dt="2021-01-29T04:32:56.477" v="10" actId="2696"/>
        <pc:sldMkLst>
          <pc:docMk/>
          <pc:sldMk cId="1052588155" sldId="374"/>
        </pc:sldMkLst>
      </pc:sldChg>
      <pc:sldChg chg="del">
        <pc:chgData name="鈴木 秀規" userId="f68c5fd9-22d5-4c0a-9833-7fb0f5135313" providerId="ADAL" clId="{B1941030-844F-49C0-8176-6B84A3851D11}" dt="2021-01-29T04:32:56.477" v="10" actId="2696"/>
        <pc:sldMkLst>
          <pc:docMk/>
          <pc:sldMk cId="31669137" sldId="375"/>
        </pc:sldMkLst>
      </pc:sldChg>
    </pc:docChg>
  </pc:docChgLst>
  <pc:docChgLst>
    <pc:chgData name="鈴木 秀規" userId="f68c5fd9-22d5-4c0a-9833-7fb0f5135313" providerId="ADAL" clId="{DB432BB3-FDEE-4FBA-8D1C-FD0D78E4DD8C}"/>
    <pc:docChg chg="undo custSel addSld delSld modSld">
      <pc:chgData name="鈴木 秀規" userId="f68c5fd9-22d5-4c0a-9833-7fb0f5135313" providerId="ADAL" clId="{DB432BB3-FDEE-4FBA-8D1C-FD0D78E4DD8C}" dt="2021-01-29T05:52:25.042" v="426" actId="6549"/>
      <pc:docMkLst>
        <pc:docMk/>
      </pc:docMkLst>
      <pc:sldChg chg="modSp mod">
        <pc:chgData name="鈴木 秀規" userId="f68c5fd9-22d5-4c0a-9833-7fb0f5135313" providerId="ADAL" clId="{DB432BB3-FDEE-4FBA-8D1C-FD0D78E4DD8C}" dt="2021-01-29T05:04:19.537" v="1" actId="20577"/>
        <pc:sldMkLst>
          <pc:docMk/>
          <pc:sldMk cId="0" sldId="256"/>
        </pc:sldMkLst>
        <pc:spChg chg="mod">
          <ac:chgData name="鈴木 秀規" userId="f68c5fd9-22d5-4c0a-9833-7fb0f5135313" providerId="ADAL" clId="{DB432BB3-FDEE-4FBA-8D1C-FD0D78E4DD8C}" dt="2021-01-29T05:04:19.537" v="1" actId="20577"/>
          <ac:spMkLst>
            <pc:docMk/>
            <pc:sldMk cId="0" sldId="256"/>
            <ac:spMk id="56" creationId="{00000000-0000-0000-0000-000000000000}"/>
          </ac:spMkLst>
        </pc:spChg>
      </pc:sldChg>
      <pc:sldChg chg="addSp delSp modSp mod">
        <pc:chgData name="鈴木 秀規" userId="f68c5fd9-22d5-4c0a-9833-7fb0f5135313" providerId="ADAL" clId="{DB432BB3-FDEE-4FBA-8D1C-FD0D78E4DD8C}" dt="2021-01-29T05:05:27.386" v="17" actId="1076"/>
        <pc:sldMkLst>
          <pc:docMk/>
          <pc:sldMk cId="2397736379" sldId="363"/>
        </pc:sldMkLst>
        <pc:spChg chg="mod">
          <ac:chgData name="鈴木 秀規" userId="f68c5fd9-22d5-4c0a-9833-7fb0f5135313" providerId="ADAL" clId="{DB432BB3-FDEE-4FBA-8D1C-FD0D78E4DD8C}" dt="2021-01-29T05:04:41.920" v="3"/>
          <ac:spMkLst>
            <pc:docMk/>
            <pc:sldMk cId="2397736379" sldId="363"/>
            <ac:spMk id="7" creationId="{9630AD22-E64D-4A96-B059-2AF9F6580C25}"/>
          </ac:spMkLst>
        </pc:spChg>
        <pc:spChg chg="mod">
          <ac:chgData name="鈴木 秀規" userId="f68c5fd9-22d5-4c0a-9833-7fb0f5135313" providerId="ADAL" clId="{DB432BB3-FDEE-4FBA-8D1C-FD0D78E4DD8C}" dt="2021-01-29T05:05:14.347" v="11" actId="207"/>
          <ac:spMkLst>
            <pc:docMk/>
            <pc:sldMk cId="2397736379" sldId="363"/>
            <ac:spMk id="8" creationId="{787CF02A-01AB-4517-BA3E-25572FA82648}"/>
          </ac:spMkLst>
        </pc:spChg>
        <pc:spChg chg="del">
          <ac:chgData name="鈴木 秀規" userId="f68c5fd9-22d5-4c0a-9833-7fb0f5135313" providerId="ADAL" clId="{DB432BB3-FDEE-4FBA-8D1C-FD0D78E4DD8C}" dt="2021-01-29T05:04:55.509" v="5" actId="478"/>
          <ac:spMkLst>
            <pc:docMk/>
            <pc:sldMk cId="2397736379" sldId="363"/>
            <ac:spMk id="34" creationId="{1C06E9C8-223A-47F7-8B68-D146EC444E50}"/>
          </ac:spMkLst>
        </pc:spChg>
        <pc:picChg chg="add mod">
          <ac:chgData name="鈴木 秀規" userId="f68c5fd9-22d5-4c0a-9833-7fb0f5135313" providerId="ADAL" clId="{DB432BB3-FDEE-4FBA-8D1C-FD0D78E4DD8C}" dt="2021-01-29T05:05:27.386" v="17" actId="1076"/>
          <ac:picMkLst>
            <pc:docMk/>
            <pc:sldMk cId="2397736379" sldId="363"/>
            <ac:picMk id="13" creationId="{AFECEB6F-9A85-4FBA-A728-91A16F11502C}"/>
          </ac:picMkLst>
        </pc:picChg>
        <pc:picChg chg="del">
          <ac:chgData name="鈴木 秀規" userId="f68c5fd9-22d5-4c0a-9833-7fb0f5135313" providerId="ADAL" clId="{DB432BB3-FDEE-4FBA-8D1C-FD0D78E4DD8C}" dt="2021-01-29T05:04:55.509" v="5" actId="478"/>
          <ac:picMkLst>
            <pc:docMk/>
            <pc:sldMk cId="2397736379" sldId="363"/>
            <ac:picMk id="29" creationId="{80E7F3C6-5DC7-463C-A0EF-8573F737A9D1}"/>
          </ac:picMkLst>
        </pc:picChg>
        <pc:picChg chg="del">
          <ac:chgData name="鈴木 秀規" userId="f68c5fd9-22d5-4c0a-9833-7fb0f5135313" providerId="ADAL" clId="{DB432BB3-FDEE-4FBA-8D1C-FD0D78E4DD8C}" dt="2021-01-29T05:04:55.509" v="5" actId="478"/>
          <ac:picMkLst>
            <pc:docMk/>
            <pc:sldMk cId="2397736379" sldId="363"/>
            <ac:picMk id="30" creationId="{7643834D-6A1C-462B-B036-0560B2F07007}"/>
          </ac:picMkLst>
        </pc:picChg>
        <pc:picChg chg="del">
          <ac:chgData name="鈴木 秀規" userId="f68c5fd9-22d5-4c0a-9833-7fb0f5135313" providerId="ADAL" clId="{DB432BB3-FDEE-4FBA-8D1C-FD0D78E4DD8C}" dt="2021-01-29T05:04:57.337" v="6" actId="478"/>
          <ac:picMkLst>
            <pc:docMk/>
            <pc:sldMk cId="2397736379" sldId="363"/>
            <ac:picMk id="35" creationId="{628A3F31-8B36-4855-8C45-D2424F78FCE2}"/>
          </ac:picMkLst>
        </pc:picChg>
        <pc:cxnChg chg="del mod">
          <ac:chgData name="鈴木 秀規" userId="f68c5fd9-22d5-4c0a-9833-7fb0f5135313" providerId="ADAL" clId="{DB432BB3-FDEE-4FBA-8D1C-FD0D78E4DD8C}" dt="2021-01-29T05:04:55.509" v="5" actId="478"/>
          <ac:cxnSpMkLst>
            <pc:docMk/>
            <pc:sldMk cId="2397736379" sldId="363"/>
            <ac:cxnSpMk id="31" creationId="{8F947215-C8CC-41B9-8A27-03D5881027A1}"/>
          </ac:cxnSpMkLst>
        </pc:cxnChg>
        <pc:cxnChg chg="del mod">
          <ac:chgData name="鈴木 秀規" userId="f68c5fd9-22d5-4c0a-9833-7fb0f5135313" providerId="ADAL" clId="{DB432BB3-FDEE-4FBA-8D1C-FD0D78E4DD8C}" dt="2021-01-29T05:04:55.509" v="5" actId="478"/>
          <ac:cxnSpMkLst>
            <pc:docMk/>
            <pc:sldMk cId="2397736379" sldId="363"/>
            <ac:cxnSpMk id="32" creationId="{5D6F1C64-5153-471D-8D40-1FA6BCFD2CFA}"/>
          </ac:cxnSpMkLst>
        </pc:cxnChg>
        <pc:cxnChg chg="del mod">
          <ac:chgData name="鈴木 秀規" userId="f68c5fd9-22d5-4c0a-9833-7fb0f5135313" providerId="ADAL" clId="{DB432BB3-FDEE-4FBA-8D1C-FD0D78E4DD8C}" dt="2021-01-29T05:04:55.509" v="5" actId="478"/>
          <ac:cxnSpMkLst>
            <pc:docMk/>
            <pc:sldMk cId="2397736379" sldId="363"/>
            <ac:cxnSpMk id="33" creationId="{F9768C17-188C-41E2-BC18-CE589979801B}"/>
          </ac:cxnSpMkLst>
        </pc:cxnChg>
      </pc:sldChg>
      <pc:sldChg chg="modSp new mod">
        <pc:chgData name="鈴木 秀規" userId="f68c5fd9-22d5-4c0a-9833-7fb0f5135313" providerId="ADAL" clId="{DB432BB3-FDEE-4FBA-8D1C-FD0D78E4DD8C}" dt="2021-01-29T05:06:46.478" v="39" actId="207"/>
        <pc:sldMkLst>
          <pc:docMk/>
          <pc:sldMk cId="2546841439" sldId="364"/>
        </pc:sldMkLst>
        <pc:spChg chg="mod">
          <ac:chgData name="鈴木 秀規" userId="f68c5fd9-22d5-4c0a-9833-7fb0f5135313" providerId="ADAL" clId="{DB432BB3-FDEE-4FBA-8D1C-FD0D78E4DD8C}" dt="2021-01-29T05:05:36.979" v="19"/>
          <ac:spMkLst>
            <pc:docMk/>
            <pc:sldMk cId="2546841439" sldId="364"/>
            <ac:spMk id="3" creationId="{42867393-5B64-4B5A-998A-498C939019DC}"/>
          </ac:spMkLst>
        </pc:spChg>
        <pc:spChg chg="mod">
          <ac:chgData name="鈴木 秀規" userId="f68c5fd9-22d5-4c0a-9833-7fb0f5135313" providerId="ADAL" clId="{DB432BB3-FDEE-4FBA-8D1C-FD0D78E4DD8C}" dt="2021-01-29T05:06:46.478" v="39" actId="207"/>
          <ac:spMkLst>
            <pc:docMk/>
            <pc:sldMk cId="2546841439" sldId="364"/>
            <ac:spMk id="5" creationId="{44D78387-7316-4A97-BCD5-9E58D1BD0D27}"/>
          </ac:spMkLst>
        </pc:spChg>
      </pc:sldChg>
      <pc:sldChg chg="del">
        <pc:chgData name="鈴木 秀規" userId="f68c5fd9-22d5-4c0a-9833-7fb0f5135313" providerId="ADAL" clId="{DB432BB3-FDEE-4FBA-8D1C-FD0D78E4DD8C}" dt="2021-01-29T05:04:38.268" v="2" actId="2696"/>
        <pc:sldMkLst>
          <pc:docMk/>
          <pc:sldMk cId="3656570752" sldId="364"/>
        </pc:sldMkLst>
      </pc:sldChg>
      <pc:sldChg chg="del">
        <pc:chgData name="鈴木 秀規" userId="f68c5fd9-22d5-4c0a-9833-7fb0f5135313" providerId="ADAL" clId="{DB432BB3-FDEE-4FBA-8D1C-FD0D78E4DD8C}" dt="2021-01-29T05:04:38.268" v="2" actId="2696"/>
        <pc:sldMkLst>
          <pc:docMk/>
          <pc:sldMk cId="803925699" sldId="365"/>
        </pc:sldMkLst>
      </pc:sldChg>
      <pc:sldChg chg="addSp modSp new mod">
        <pc:chgData name="鈴木 秀規" userId="f68c5fd9-22d5-4c0a-9833-7fb0f5135313" providerId="ADAL" clId="{DB432BB3-FDEE-4FBA-8D1C-FD0D78E4DD8C}" dt="2021-01-29T05:15:39.143" v="95" actId="1076"/>
        <pc:sldMkLst>
          <pc:docMk/>
          <pc:sldMk cId="3132048954" sldId="365"/>
        </pc:sldMkLst>
        <pc:spChg chg="mod">
          <ac:chgData name="鈴木 秀規" userId="f68c5fd9-22d5-4c0a-9833-7fb0f5135313" providerId="ADAL" clId="{DB432BB3-FDEE-4FBA-8D1C-FD0D78E4DD8C}" dt="2021-01-29T05:06:59.290" v="41"/>
          <ac:spMkLst>
            <pc:docMk/>
            <pc:sldMk cId="3132048954" sldId="365"/>
            <ac:spMk id="3" creationId="{0F9E0484-B998-46FC-8259-A6D3AB83A443}"/>
          </ac:spMkLst>
        </pc:spChg>
        <pc:spChg chg="mod">
          <ac:chgData name="鈴木 秀規" userId="f68c5fd9-22d5-4c0a-9833-7fb0f5135313" providerId="ADAL" clId="{DB432BB3-FDEE-4FBA-8D1C-FD0D78E4DD8C}" dt="2021-01-29T05:07:14.298" v="46" actId="14100"/>
          <ac:spMkLst>
            <pc:docMk/>
            <pc:sldMk cId="3132048954" sldId="365"/>
            <ac:spMk id="5" creationId="{DC43F25C-434F-4818-B3E6-FD3F5CAC70A8}"/>
          </ac:spMkLst>
        </pc:spChg>
        <pc:spChg chg="add mod">
          <ac:chgData name="鈴木 秀規" userId="f68c5fd9-22d5-4c0a-9833-7fb0f5135313" providerId="ADAL" clId="{DB432BB3-FDEE-4FBA-8D1C-FD0D78E4DD8C}" dt="2021-01-29T05:11:26.770" v="78" actId="113"/>
          <ac:spMkLst>
            <pc:docMk/>
            <pc:sldMk cId="3132048954" sldId="365"/>
            <ac:spMk id="6" creationId="{C57EEBD2-4D72-43BA-B92B-74B6016B8BF0}"/>
          </ac:spMkLst>
        </pc:spChg>
        <pc:spChg chg="add mod">
          <ac:chgData name="鈴木 秀規" userId="f68c5fd9-22d5-4c0a-9833-7fb0f5135313" providerId="ADAL" clId="{DB432BB3-FDEE-4FBA-8D1C-FD0D78E4DD8C}" dt="2021-01-29T05:15:35.732" v="94" actId="1076"/>
          <ac:spMkLst>
            <pc:docMk/>
            <pc:sldMk cId="3132048954" sldId="365"/>
            <ac:spMk id="7" creationId="{869A7519-C570-4451-A88D-56A966C891FA}"/>
          </ac:spMkLst>
        </pc:spChg>
        <pc:spChg chg="add mod">
          <ac:chgData name="鈴木 秀規" userId="f68c5fd9-22d5-4c0a-9833-7fb0f5135313" providerId="ADAL" clId="{DB432BB3-FDEE-4FBA-8D1C-FD0D78E4DD8C}" dt="2021-01-29T05:15:39.143" v="95" actId="1076"/>
          <ac:spMkLst>
            <pc:docMk/>
            <pc:sldMk cId="3132048954" sldId="365"/>
            <ac:spMk id="8" creationId="{0196EBEB-0249-4704-83D8-3890EAC3D4E2}"/>
          </ac:spMkLst>
        </pc:spChg>
        <pc:spChg chg="add mod">
          <ac:chgData name="鈴木 秀規" userId="f68c5fd9-22d5-4c0a-9833-7fb0f5135313" providerId="ADAL" clId="{DB432BB3-FDEE-4FBA-8D1C-FD0D78E4DD8C}" dt="2021-01-29T05:10:44.604" v="74" actId="1076"/>
          <ac:spMkLst>
            <pc:docMk/>
            <pc:sldMk cId="3132048954" sldId="365"/>
            <ac:spMk id="11" creationId="{B2D152C0-AC13-4E26-B565-2B2542EACD3E}"/>
          </ac:spMkLst>
        </pc:spChg>
        <pc:spChg chg="add mod">
          <ac:chgData name="鈴木 秀規" userId="f68c5fd9-22d5-4c0a-9833-7fb0f5135313" providerId="ADAL" clId="{DB432BB3-FDEE-4FBA-8D1C-FD0D78E4DD8C}" dt="2021-01-29T05:10:13.162" v="67" actId="1076"/>
          <ac:spMkLst>
            <pc:docMk/>
            <pc:sldMk cId="3132048954" sldId="365"/>
            <ac:spMk id="12" creationId="{548BAB67-794A-45C8-A244-8F82AE573A1F}"/>
          </ac:spMkLst>
        </pc:spChg>
        <pc:cxnChg chg="add mod">
          <ac:chgData name="鈴木 秀規" userId="f68c5fd9-22d5-4c0a-9833-7fb0f5135313" providerId="ADAL" clId="{DB432BB3-FDEE-4FBA-8D1C-FD0D78E4DD8C}" dt="2021-01-29T05:15:39.143" v="95" actId="1076"/>
          <ac:cxnSpMkLst>
            <pc:docMk/>
            <pc:sldMk cId="3132048954" sldId="365"/>
            <ac:cxnSpMk id="9" creationId="{9EC9DF08-109B-4C5B-88D8-B7E3D1A91E43}"/>
          </ac:cxnSpMkLst>
        </pc:cxnChg>
        <pc:cxnChg chg="add mod">
          <ac:chgData name="鈴木 秀規" userId="f68c5fd9-22d5-4c0a-9833-7fb0f5135313" providerId="ADAL" clId="{DB432BB3-FDEE-4FBA-8D1C-FD0D78E4DD8C}" dt="2021-01-29T05:15:39.143" v="95" actId="1076"/>
          <ac:cxnSpMkLst>
            <pc:docMk/>
            <pc:sldMk cId="3132048954" sldId="365"/>
            <ac:cxnSpMk id="10" creationId="{8EF2545A-71E4-4FD8-AA3F-9D1CCDB5BCCB}"/>
          </ac:cxnSpMkLst>
        </pc:cxnChg>
      </pc:sldChg>
      <pc:sldChg chg="del">
        <pc:chgData name="鈴木 秀規" userId="f68c5fd9-22d5-4c0a-9833-7fb0f5135313" providerId="ADAL" clId="{DB432BB3-FDEE-4FBA-8D1C-FD0D78E4DD8C}" dt="2021-01-29T05:04:38.268" v="2" actId="2696"/>
        <pc:sldMkLst>
          <pc:docMk/>
          <pc:sldMk cId="2587155910" sldId="366"/>
        </pc:sldMkLst>
      </pc:sldChg>
      <pc:sldChg chg="addSp modSp new mod">
        <pc:chgData name="鈴木 秀規" userId="f68c5fd9-22d5-4c0a-9833-7fb0f5135313" providerId="ADAL" clId="{DB432BB3-FDEE-4FBA-8D1C-FD0D78E4DD8C}" dt="2021-01-29T05:23:18.569" v="132" actId="1076"/>
        <pc:sldMkLst>
          <pc:docMk/>
          <pc:sldMk cId="3547344613" sldId="366"/>
        </pc:sldMkLst>
        <pc:spChg chg="mod">
          <ac:chgData name="鈴木 秀規" userId="f68c5fd9-22d5-4c0a-9833-7fb0f5135313" providerId="ADAL" clId="{DB432BB3-FDEE-4FBA-8D1C-FD0D78E4DD8C}" dt="2021-01-29T05:13:04.277" v="80"/>
          <ac:spMkLst>
            <pc:docMk/>
            <pc:sldMk cId="3547344613" sldId="366"/>
            <ac:spMk id="3" creationId="{27671F2D-AB01-4658-953F-2A36343D8D88}"/>
          </ac:spMkLst>
        </pc:spChg>
        <pc:spChg chg="mod">
          <ac:chgData name="鈴木 秀規" userId="f68c5fd9-22d5-4c0a-9833-7fb0f5135313" providerId="ADAL" clId="{DB432BB3-FDEE-4FBA-8D1C-FD0D78E4DD8C}" dt="2021-01-29T05:15:57.508" v="98" actId="14100"/>
          <ac:spMkLst>
            <pc:docMk/>
            <pc:sldMk cId="3547344613" sldId="366"/>
            <ac:spMk id="5" creationId="{7CC8800E-E723-455C-81F8-54FD5FB64738}"/>
          </ac:spMkLst>
        </pc:spChg>
        <pc:spChg chg="add mod">
          <ac:chgData name="鈴木 秀規" userId="f68c5fd9-22d5-4c0a-9833-7fb0f5135313" providerId="ADAL" clId="{DB432BB3-FDEE-4FBA-8D1C-FD0D78E4DD8C}" dt="2021-01-29T05:23:18.569" v="132" actId="1076"/>
          <ac:spMkLst>
            <pc:docMk/>
            <pc:sldMk cId="3547344613" sldId="366"/>
            <ac:spMk id="6" creationId="{6B0DFDA4-B9A7-4F6C-B241-D47E2CA692E5}"/>
          </ac:spMkLst>
        </pc:spChg>
        <pc:spChg chg="add mod">
          <ac:chgData name="鈴木 秀規" userId="f68c5fd9-22d5-4c0a-9833-7fb0f5135313" providerId="ADAL" clId="{DB432BB3-FDEE-4FBA-8D1C-FD0D78E4DD8C}" dt="2021-01-29T05:23:18.569" v="132" actId="1076"/>
          <ac:spMkLst>
            <pc:docMk/>
            <pc:sldMk cId="3547344613" sldId="366"/>
            <ac:spMk id="7" creationId="{8FDA7C6D-D71C-4EC5-8997-BE9DF2F8DDBB}"/>
          </ac:spMkLst>
        </pc:spChg>
        <pc:spChg chg="add mod">
          <ac:chgData name="鈴木 秀規" userId="f68c5fd9-22d5-4c0a-9833-7fb0f5135313" providerId="ADAL" clId="{DB432BB3-FDEE-4FBA-8D1C-FD0D78E4DD8C}" dt="2021-01-29T05:23:18.569" v="132" actId="1076"/>
          <ac:spMkLst>
            <pc:docMk/>
            <pc:sldMk cId="3547344613" sldId="366"/>
            <ac:spMk id="10" creationId="{D2EC44C4-F147-4C2A-82EB-61E64F6C630F}"/>
          </ac:spMkLst>
        </pc:spChg>
        <pc:spChg chg="add mod">
          <ac:chgData name="鈴木 秀規" userId="f68c5fd9-22d5-4c0a-9833-7fb0f5135313" providerId="ADAL" clId="{DB432BB3-FDEE-4FBA-8D1C-FD0D78E4DD8C}" dt="2021-01-29T05:23:18.569" v="132" actId="1076"/>
          <ac:spMkLst>
            <pc:docMk/>
            <pc:sldMk cId="3547344613" sldId="366"/>
            <ac:spMk id="11" creationId="{0FD6F459-0AE2-4FEC-ACA2-A6E6D718B157}"/>
          </ac:spMkLst>
        </pc:spChg>
        <pc:spChg chg="add mod">
          <ac:chgData name="鈴木 秀規" userId="f68c5fd9-22d5-4c0a-9833-7fb0f5135313" providerId="ADAL" clId="{DB432BB3-FDEE-4FBA-8D1C-FD0D78E4DD8C}" dt="2021-01-29T05:23:18.569" v="132" actId="1076"/>
          <ac:spMkLst>
            <pc:docMk/>
            <pc:sldMk cId="3547344613" sldId="366"/>
            <ac:spMk id="12" creationId="{D0F769C6-2568-481A-83B9-8284B1EF0911}"/>
          </ac:spMkLst>
        </pc:spChg>
        <pc:spChg chg="add mod">
          <ac:chgData name="鈴木 秀規" userId="f68c5fd9-22d5-4c0a-9833-7fb0f5135313" providerId="ADAL" clId="{DB432BB3-FDEE-4FBA-8D1C-FD0D78E4DD8C}" dt="2021-01-29T05:23:18.569" v="132" actId="1076"/>
          <ac:spMkLst>
            <pc:docMk/>
            <pc:sldMk cId="3547344613" sldId="366"/>
            <ac:spMk id="13" creationId="{0FB95A1C-A351-4DD3-AABA-114B56A2A85E}"/>
          </ac:spMkLst>
        </pc:spChg>
        <pc:spChg chg="add mod">
          <ac:chgData name="鈴木 秀規" userId="f68c5fd9-22d5-4c0a-9833-7fb0f5135313" providerId="ADAL" clId="{DB432BB3-FDEE-4FBA-8D1C-FD0D78E4DD8C}" dt="2021-01-29T05:23:18.569" v="132" actId="1076"/>
          <ac:spMkLst>
            <pc:docMk/>
            <pc:sldMk cId="3547344613" sldId="366"/>
            <ac:spMk id="20" creationId="{251D4368-0943-4E9B-91F3-552D6A10BE84}"/>
          </ac:spMkLst>
        </pc:spChg>
        <pc:spChg chg="add mod">
          <ac:chgData name="鈴木 秀規" userId="f68c5fd9-22d5-4c0a-9833-7fb0f5135313" providerId="ADAL" clId="{DB432BB3-FDEE-4FBA-8D1C-FD0D78E4DD8C}" dt="2021-01-29T05:23:18.569" v="132" actId="1076"/>
          <ac:spMkLst>
            <pc:docMk/>
            <pc:sldMk cId="3547344613" sldId="366"/>
            <ac:spMk id="21" creationId="{FF4AAB56-0B78-4CC3-8AA1-D40286FEEDEE}"/>
          </ac:spMkLst>
        </pc:spChg>
        <pc:cxnChg chg="add mod">
          <ac:chgData name="鈴木 秀規" userId="f68c5fd9-22d5-4c0a-9833-7fb0f5135313" providerId="ADAL" clId="{DB432BB3-FDEE-4FBA-8D1C-FD0D78E4DD8C}" dt="2021-01-29T05:23:18.569" v="132" actId="1076"/>
          <ac:cxnSpMkLst>
            <pc:docMk/>
            <pc:sldMk cId="3547344613" sldId="366"/>
            <ac:cxnSpMk id="8" creationId="{FA81E702-99C5-44A1-8A6C-20E00F35D9F2}"/>
          </ac:cxnSpMkLst>
        </pc:cxnChg>
        <pc:cxnChg chg="add mod">
          <ac:chgData name="鈴木 秀規" userId="f68c5fd9-22d5-4c0a-9833-7fb0f5135313" providerId="ADAL" clId="{DB432BB3-FDEE-4FBA-8D1C-FD0D78E4DD8C}" dt="2021-01-29T05:23:18.569" v="132" actId="1076"/>
          <ac:cxnSpMkLst>
            <pc:docMk/>
            <pc:sldMk cId="3547344613" sldId="366"/>
            <ac:cxnSpMk id="9" creationId="{E463F2FA-1D68-4057-864C-2F5C4867D936}"/>
          </ac:cxnSpMkLst>
        </pc:cxnChg>
        <pc:cxnChg chg="add mod">
          <ac:chgData name="鈴木 秀規" userId="f68c5fd9-22d5-4c0a-9833-7fb0f5135313" providerId="ADAL" clId="{DB432BB3-FDEE-4FBA-8D1C-FD0D78E4DD8C}" dt="2021-01-29T05:23:18.569" v="132" actId="1076"/>
          <ac:cxnSpMkLst>
            <pc:docMk/>
            <pc:sldMk cId="3547344613" sldId="366"/>
            <ac:cxnSpMk id="14" creationId="{7F9892F8-E633-4D0E-8E01-8B5AFDA4C024}"/>
          </ac:cxnSpMkLst>
        </pc:cxnChg>
        <pc:cxnChg chg="add mod">
          <ac:chgData name="鈴木 秀規" userId="f68c5fd9-22d5-4c0a-9833-7fb0f5135313" providerId="ADAL" clId="{DB432BB3-FDEE-4FBA-8D1C-FD0D78E4DD8C}" dt="2021-01-29T05:23:18.569" v="132" actId="1076"/>
          <ac:cxnSpMkLst>
            <pc:docMk/>
            <pc:sldMk cId="3547344613" sldId="366"/>
            <ac:cxnSpMk id="17" creationId="{E2ACFA5A-6001-417D-AC87-6172481849A6}"/>
          </ac:cxnSpMkLst>
        </pc:cxnChg>
      </pc:sldChg>
      <pc:sldChg chg="modSp new mod">
        <pc:chgData name="鈴木 秀規" userId="f68c5fd9-22d5-4c0a-9833-7fb0f5135313" providerId="ADAL" clId="{DB432BB3-FDEE-4FBA-8D1C-FD0D78E4DD8C}" dt="2021-01-29T05:24:00.837" v="141" actId="207"/>
        <pc:sldMkLst>
          <pc:docMk/>
          <pc:sldMk cId="1081764745" sldId="367"/>
        </pc:sldMkLst>
        <pc:spChg chg="mod">
          <ac:chgData name="鈴木 秀規" userId="f68c5fd9-22d5-4c0a-9833-7fb0f5135313" providerId="ADAL" clId="{DB432BB3-FDEE-4FBA-8D1C-FD0D78E4DD8C}" dt="2021-01-29T05:23:28.825" v="134"/>
          <ac:spMkLst>
            <pc:docMk/>
            <pc:sldMk cId="1081764745" sldId="367"/>
            <ac:spMk id="3" creationId="{BEE6BC14-C5B6-4F88-9D10-F1B9758C48C6}"/>
          </ac:spMkLst>
        </pc:spChg>
        <pc:spChg chg="mod">
          <ac:chgData name="鈴木 秀規" userId="f68c5fd9-22d5-4c0a-9833-7fb0f5135313" providerId="ADAL" clId="{DB432BB3-FDEE-4FBA-8D1C-FD0D78E4DD8C}" dt="2021-01-29T05:24:00.837" v="141" actId="207"/>
          <ac:spMkLst>
            <pc:docMk/>
            <pc:sldMk cId="1081764745" sldId="367"/>
            <ac:spMk id="5" creationId="{E03A89D4-8681-423D-AE92-65DAB22E68DE}"/>
          </ac:spMkLst>
        </pc:spChg>
      </pc:sldChg>
      <pc:sldChg chg="del">
        <pc:chgData name="鈴木 秀規" userId="f68c5fd9-22d5-4c0a-9833-7fb0f5135313" providerId="ADAL" clId="{DB432BB3-FDEE-4FBA-8D1C-FD0D78E4DD8C}" dt="2021-01-29T05:04:38.268" v="2" actId="2696"/>
        <pc:sldMkLst>
          <pc:docMk/>
          <pc:sldMk cId="2894058037" sldId="367"/>
        </pc:sldMkLst>
      </pc:sldChg>
      <pc:sldChg chg="addSp modSp new mod">
        <pc:chgData name="鈴木 秀規" userId="f68c5fd9-22d5-4c0a-9833-7fb0f5135313" providerId="ADAL" clId="{DB432BB3-FDEE-4FBA-8D1C-FD0D78E4DD8C}" dt="2021-01-29T05:26:03.274" v="161" actId="12385"/>
        <pc:sldMkLst>
          <pc:docMk/>
          <pc:sldMk cId="47343938" sldId="368"/>
        </pc:sldMkLst>
        <pc:spChg chg="mod">
          <ac:chgData name="鈴木 秀規" userId="f68c5fd9-22d5-4c0a-9833-7fb0f5135313" providerId="ADAL" clId="{DB432BB3-FDEE-4FBA-8D1C-FD0D78E4DD8C}" dt="2021-01-29T05:24:32.301" v="143"/>
          <ac:spMkLst>
            <pc:docMk/>
            <pc:sldMk cId="47343938" sldId="368"/>
            <ac:spMk id="3" creationId="{AFFFFD8D-E323-43F7-8241-818684FB11FA}"/>
          </ac:spMkLst>
        </pc:spChg>
        <pc:spChg chg="mod">
          <ac:chgData name="鈴木 秀規" userId="f68c5fd9-22d5-4c0a-9833-7fb0f5135313" providerId="ADAL" clId="{DB432BB3-FDEE-4FBA-8D1C-FD0D78E4DD8C}" dt="2021-01-29T05:25:25.329" v="154" actId="14100"/>
          <ac:spMkLst>
            <pc:docMk/>
            <pc:sldMk cId="47343938" sldId="368"/>
            <ac:spMk id="5" creationId="{D83F637A-3447-4A73-B16C-70E45276B0EB}"/>
          </ac:spMkLst>
        </pc:spChg>
        <pc:graphicFrameChg chg="add mod modGraphic">
          <ac:chgData name="鈴木 秀規" userId="f68c5fd9-22d5-4c0a-9833-7fb0f5135313" providerId="ADAL" clId="{DB432BB3-FDEE-4FBA-8D1C-FD0D78E4DD8C}" dt="2021-01-29T05:26:03.274" v="161" actId="12385"/>
          <ac:graphicFrameMkLst>
            <pc:docMk/>
            <pc:sldMk cId="47343938" sldId="368"/>
            <ac:graphicFrameMk id="6" creationId="{C100E4D4-72EA-4488-BD95-AA35E3548276}"/>
          </ac:graphicFrameMkLst>
        </pc:graphicFrameChg>
      </pc:sldChg>
      <pc:sldChg chg="del">
        <pc:chgData name="鈴木 秀規" userId="f68c5fd9-22d5-4c0a-9833-7fb0f5135313" providerId="ADAL" clId="{DB432BB3-FDEE-4FBA-8D1C-FD0D78E4DD8C}" dt="2021-01-29T05:04:38.268" v="2" actId="2696"/>
        <pc:sldMkLst>
          <pc:docMk/>
          <pc:sldMk cId="2878348738" sldId="368"/>
        </pc:sldMkLst>
      </pc:sldChg>
      <pc:sldChg chg="del">
        <pc:chgData name="鈴木 秀規" userId="f68c5fd9-22d5-4c0a-9833-7fb0f5135313" providerId="ADAL" clId="{DB432BB3-FDEE-4FBA-8D1C-FD0D78E4DD8C}" dt="2021-01-29T05:04:38.268" v="2" actId="2696"/>
        <pc:sldMkLst>
          <pc:docMk/>
          <pc:sldMk cId="36233667" sldId="369"/>
        </pc:sldMkLst>
      </pc:sldChg>
      <pc:sldChg chg="addSp delSp modSp new mod">
        <pc:chgData name="鈴木 秀規" userId="f68c5fd9-22d5-4c0a-9833-7fb0f5135313" providerId="ADAL" clId="{DB432BB3-FDEE-4FBA-8D1C-FD0D78E4DD8C}" dt="2021-01-29T05:30:51.476" v="180" actId="478"/>
        <pc:sldMkLst>
          <pc:docMk/>
          <pc:sldMk cId="782233904" sldId="369"/>
        </pc:sldMkLst>
        <pc:spChg chg="mod">
          <ac:chgData name="鈴木 秀規" userId="f68c5fd9-22d5-4c0a-9833-7fb0f5135313" providerId="ADAL" clId="{DB432BB3-FDEE-4FBA-8D1C-FD0D78E4DD8C}" dt="2021-01-29T05:26:58.402" v="163"/>
          <ac:spMkLst>
            <pc:docMk/>
            <pc:sldMk cId="782233904" sldId="369"/>
            <ac:spMk id="3" creationId="{495416A4-F520-4E36-9497-49DEAAC3581D}"/>
          </ac:spMkLst>
        </pc:spChg>
        <pc:spChg chg="mod">
          <ac:chgData name="鈴木 秀規" userId="f68c5fd9-22d5-4c0a-9833-7fb0f5135313" providerId="ADAL" clId="{DB432BB3-FDEE-4FBA-8D1C-FD0D78E4DD8C}" dt="2021-01-29T05:27:17.744" v="167" actId="14100"/>
          <ac:spMkLst>
            <pc:docMk/>
            <pc:sldMk cId="782233904" sldId="369"/>
            <ac:spMk id="5" creationId="{0EAF823F-3D63-4873-AF1C-478A5E6B854B}"/>
          </ac:spMkLst>
        </pc:spChg>
        <pc:spChg chg="add mod">
          <ac:chgData name="鈴木 秀規" userId="f68c5fd9-22d5-4c0a-9833-7fb0f5135313" providerId="ADAL" clId="{DB432BB3-FDEE-4FBA-8D1C-FD0D78E4DD8C}" dt="2021-01-29T05:27:54.709" v="176" actId="207"/>
          <ac:spMkLst>
            <pc:docMk/>
            <pc:sldMk cId="782233904" sldId="369"/>
            <ac:spMk id="6" creationId="{7E91C1A6-3808-4E43-87AF-CE95D75AFE29}"/>
          </ac:spMkLst>
        </pc:spChg>
        <pc:spChg chg="add del mod">
          <ac:chgData name="鈴木 秀規" userId="f68c5fd9-22d5-4c0a-9833-7fb0f5135313" providerId="ADAL" clId="{DB432BB3-FDEE-4FBA-8D1C-FD0D78E4DD8C}" dt="2021-01-29T05:30:51.476" v="180" actId="478"/>
          <ac:spMkLst>
            <pc:docMk/>
            <pc:sldMk cId="782233904" sldId="369"/>
            <ac:spMk id="7" creationId="{29747825-0104-4A7B-AA4D-02AB6A3D1BCF}"/>
          </ac:spMkLst>
        </pc:spChg>
        <pc:spChg chg="add del mod">
          <ac:chgData name="鈴木 秀規" userId="f68c5fd9-22d5-4c0a-9833-7fb0f5135313" providerId="ADAL" clId="{DB432BB3-FDEE-4FBA-8D1C-FD0D78E4DD8C}" dt="2021-01-29T05:30:51.476" v="180" actId="478"/>
          <ac:spMkLst>
            <pc:docMk/>
            <pc:sldMk cId="782233904" sldId="369"/>
            <ac:spMk id="8" creationId="{2C11455E-730B-43AF-8796-4611E817A637}"/>
          </ac:spMkLst>
        </pc:spChg>
        <pc:spChg chg="add del mod">
          <ac:chgData name="鈴木 秀規" userId="f68c5fd9-22d5-4c0a-9833-7fb0f5135313" providerId="ADAL" clId="{DB432BB3-FDEE-4FBA-8D1C-FD0D78E4DD8C}" dt="2021-01-29T05:30:51.476" v="180" actId="478"/>
          <ac:spMkLst>
            <pc:docMk/>
            <pc:sldMk cId="782233904" sldId="369"/>
            <ac:spMk id="11" creationId="{6E8794DD-7268-4B4C-8CE9-EB3884CAF55A}"/>
          </ac:spMkLst>
        </pc:spChg>
        <pc:spChg chg="add del mod">
          <ac:chgData name="鈴木 秀規" userId="f68c5fd9-22d5-4c0a-9833-7fb0f5135313" providerId="ADAL" clId="{DB432BB3-FDEE-4FBA-8D1C-FD0D78E4DD8C}" dt="2021-01-29T05:30:51.476" v="180" actId="478"/>
          <ac:spMkLst>
            <pc:docMk/>
            <pc:sldMk cId="782233904" sldId="369"/>
            <ac:spMk id="12" creationId="{FB21264C-BFD9-4A38-A232-315996615901}"/>
          </ac:spMkLst>
        </pc:spChg>
        <pc:cxnChg chg="add del mod">
          <ac:chgData name="鈴木 秀規" userId="f68c5fd9-22d5-4c0a-9833-7fb0f5135313" providerId="ADAL" clId="{DB432BB3-FDEE-4FBA-8D1C-FD0D78E4DD8C}" dt="2021-01-29T05:30:51.476" v="180" actId="478"/>
          <ac:cxnSpMkLst>
            <pc:docMk/>
            <pc:sldMk cId="782233904" sldId="369"/>
            <ac:cxnSpMk id="9" creationId="{2DE22BC8-837A-48DD-B160-68F5B9390879}"/>
          </ac:cxnSpMkLst>
        </pc:cxnChg>
        <pc:cxnChg chg="add del mod">
          <ac:chgData name="鈴木 秀規" userId="f68c5fd9-22d5-4c0a-9833-7fb0f5135313" providerId="ADAL" clId="{DB432BB3-FDEE-4FBA-8D1C-FD0D78E4DD8C}" dt="2021-01-29T05:30:51.476" v="180" actId="478"/>
          <ac:cxnSpMkLst>
            <pc:docMk/>
            <pc:sldMk cId="782233904" sldId="369"/>
            <ac:cxnSpMk id="10" creationId="{B7751DBE-239A-4820-BE67-A422F505A407}"/>
          </ac:cxnSpMkLst>
        </pc:cxnChg>
      </pc:sldChg>
      <pc:sldChg chg="addSp modSp new mod">
        <pc:chgData name="鈴木 秀規" userId="f68c5fd9-22d5-4c0a-9833-7fb0f5135313" providerId="ADAL" clId="{DB432BB3-FDEE-4FBA-8D1C-FD0D78E4DD8C}" dt="2021-01-29T05:33:25.967" v="213" actId="207"/>
        <pc:sldMkLst>
          <pc:docMk/>
          <pc:sldMk cId="1737792014" sldId="370"/>
        </pc:sldMkLst>
        <pc:spChg chg="mod">
          <ac:chgData name="鈴木 秀規" userId="f68c5fd9-22d5-4c0a-9833-7fb0f5135313" providerId="ADAL" clId="{DB432BB3-FDEE-4FBA-8D1C-FD0D78E4DD8C}" dt="2021-01-29T05:31:33.543" v="181"/>
          <ac:spMkLst>
            <pc:docMk/>
            <pc:sldMk cId="1737792014" sldId="370"/>
            <ac:spMk id="3" creationId="{E0AAD46C-E691-4BC7-9048-40BF92C11C09}"/>
          </ac:spMkLst>
        </pc:spChg>
        <pc:spChg chg="mod">
          <ac:chgData name="鈴木 秀規" userId="f68c5fd9-22d5-4c0a-9833-7fb0f5135313" providerId="ADAL" clId="{DB432BB3-FDEE-4FBA-8D1C-FD0D78E4DD8C}" dt="2021-01-29T05:32:20.865" v="189" actId="14100"/>
          <ac:spMkLst>
            <pc:docMk/>
            <pc:sldMk cId="1737792014" sldId="370"/>
            <ac:spMk id="5" creationId="{0486243C-EF04-4A71-9532-6A74B5EBDF69}"/>
          </ac:spMkLst>
        </pc:spChg>
        <pc:spChg chg="add mod">
          <ac:chgData name="鈴木 秀規" userId="f68c5fd9-22d5-4c0a-9833-7fb0f5135313" providerId="ADAL" clId="{DB432BB3-FDEE-4FBA-8D1C-FD0D78E4DD8C}" dt="2021-01-29T05:32:13.412" v="188" actId="14100"/>
          <ac:spMkLst>
            <pc:docMk/>
            <pc:sldMk cId="1737792014" sldId="370"/>
            <ac:spMk id="6" creationId="{3AE039A5-FCCD-4FE0-8AEB-7D1B306E4E11}"/>
          </ac:spMkLst>
        </pc:spChg>
        <pc:spChg chg="add mod">
          <ac:chgData name="鈴木 秀規" userId="f68c5fd9-22d5-4c0a-9833-7fb0f5135313" providerId="ADAL" clId="{DB432BB3-FDEE-4FBA-8D1C-FD0D78E4DD8C}" dt="2021-01-29T05:32:36.092" v="202" actId="14100"/>
          <ac:spMkLst>
            <pc:docMk/>
            <pc:sldMk cId="1737792014" sldId="370"/>
            <ac:spMk id="7" creationId="{E3399015-1D4D-465C-88A3-5C5681DAFE5E}"/>
          </ac:spMkLst>
        </pc:spChg>
        <pc:spChg chg="add mod">
          <ac:chgData name="鈴木 秀規" userId="f68c5fd9-22d5-4c0a-9833-7fb0f5135313" providerId="ADAL" clId="{DB432BB3-FDEE-4FBA-8D1C-FD0D78E4DD8C}" dt="2021-01-29T05:33:01.298" v="208" actId="207"/>
          <ac:spMkLst>
            <pc:docMk/>
            <pc:sldMk cId="1737792014" sldId="370"/>
            <ac:spMk id="8" creationId="{FCCEA2E3-9A05-42E9-A5C8-11521BD50B77}"/>
          </ac:spMkLst>
        </pc:spChg>
        <pc:spChg chg="add mod">
          <ac:chgData name="鈴木 秀規" userId="f68c5fd9-22d5-4c0a-9833-7fb0f5135313" providerId="ADAL" clId="{DB432BB3-FDEE-4FBA-8D1C-FD0D78E4DD8C}" dt="2021-01-29T05:33:25.967" v="213" actId="207"/>
          <ac:spMkLst>
            <pc:docMk/>
            <pc:sldMk cId="1737792014" sldId="370"/>
            <ac:spMk id="9" creationId="{70DF5C5F-B970-4B00-A841-02D8C578289D}"/>
          </ac:spMkLst>
        </pc:spChg>
      </pc:sldChg>
      <pc:sldChg chg="del">
        <pc:chgData name="鈴木 秀規" userId="f68c5fd9-22d5-4c0a-9833-7fb0f5135313" providerId="ADAL" clId="{DB432BB3-FDEE-4FBA-8D1C-FD0D78E4DD8C}" dt="2021-01-29T05:04:38.268" v="2" actId="2696"/>
        <pc:sldMkLst>
          <pc:docMk/>
          <pc:sldMk cId="3279262032" sldId="370"/>
        </pc:sldMkLst>
      </pc:sldChg>
      <pc:sldChg chg="del">
        <pc:chgData name="鈴木 秀規" userId="f68c5fd9-22d5-4c0a-9833-7fb0f5135313" providerId="ADAL" clId="{DB432BB3-FDEE-4FBA-8D1C-FD0D78E4DD8C}" dt="2021-01-29T05:04:38.268" v="2" actId="2696"/>
        <pc:sldMkLst>
          <pc:docMk/>
          <pc:sldMk cId="1944304840" sldId="371"/>
        </pc:sldMkLst>
      </pc:sldChg>
      <pc:sldChg chg="addSp modSp new mod">
        <pc:chgData name="鈴木 秀規" userId="f68c5fd9-22d5-4c0a-9833-7fb0f5135313" providerId="ADAL" clId="{DB432BB3-FDEE-4FBA-8D1C-FD0D78E4DD8C}" dt="2021-01-29T05:37:36.982" v="275" actId="14100"/>
        <pc:sldMkLst>
          <pc:docMk/>
          <pc:sldMk cId="2455826938" sldId="371"/>
        </pc:sldMkLst>
        <pc:spChg chg="mod">
          <ac:chgData name="鈴木 秀規" userId="f68c5fd9-22d5-4c0a-9833-7fb0f5135313" providerId="ADAL" clId="{DB432BB3-FDEE-4FBA-8D1C-FD0D78E4DD8C}" dt="2021-01-29T05:33:53.037" v="215"/>
          <ac:spMkLst>
            <pc:docMk/>
            <pc:sldMk cId="2455826938" sldId="371"/>
            <ac:spMk id="3" creationId="{1AD5C23C-B005-4C8D-81B4-35029C390C71}"/>
          </ac:spMkLst>
        </pc:spChg>
        <pc:spChg chg="mod">
          <ac:chgData name="鈴木 秀規" userId="f68c5fd9-22d5-4c0a-9833-7fb0f5135313" providerId="ADAL" clId="{DB432BB3-FDEE-4FBA-8D1C-FD0D78E4DD8C}" dt="2021-01-29T05:34:30.067" v="222" actId="14100"/>
          <ac:spMkLst>
            <pc:docMk/>
            <pc:sldMk cId="2455826938" sldId="371"/>
            <ac:spMk id="5" creationId="{A3199AFB-613F-4B3C-9122-E63651660BDF}"/>
          </ac:spMkLst>
        </pc:spChg>
        <pc:spChg chg="add mod">
          <ac:chgData name="鈴木 秀規" userId="f68c5fd9-22d5-4c0a-9833-7fb0f5135313" providerId="ADAL" clId="{DB432BB3-FDEE-4FBA-8D1C-FD0D78E4DD8C}" dt="2021-01-29T05:35:40.698" v="242" actId="1076"/>
          <ac:spMkLst>
            <pc:docMk/>
            <pc:sldMk cId="2455826938" sldId="371"/>
            <ac:spMk id="6" creationId="{54DCB293-B2A3-44F4-AC0F-B9E6561DCC1F}"/>
          </ac:spMkLst>
        </pc:spChg>
        <pc:spChg chg="add mod">
          <ac:chgData name="鈴木 秀規" userId="f68c5fd9-22d5-4c0a-9833-7fb0f5135313" providerId="ADAL" clId="{DB432BB3-FDEE-4FBA-8D1C-FD0D78E4DD8C}" dt="2021-01-29T05:35:29.399" v="238" actId="1076"/>
          <ac:spMkLst>
            <pc:docMk/>
            <pc:sldMk cId="2455826938" sldId="371"/>
            <ac:spMk id="7" creationId="{5D9A6AD8-1F5E-49EE-9B95-F0F8ECB2F985}"/>
          </ac:spMkLst>
        </pc:spChg>
        <pc:spChg chg="add mod">
          <ac:chgData name="鈴木 秀規" userId="f68c5fd9-22d5-4c0a-9833-7fb0f5135313" providerId="ADAL" clId="{DB432BB3-FDEE-4FBA-8D1C-FD0D78E4DD8C}" dt="2021-01-29T05:35:53.720" v="249" actId="20577"/>
          <ac:spMkLst>
            <pc:docMk/>
            <pc:sldMk cId="2455826938" sldId="371"/>
            <ac:spMk id="8" creationId="{3006B7FE-D325-4C49-9E3D-F1728C021A27}"/>
          </ac:spMkLst>
        </pc:spChg>
        <pc:spChg chg="add mod">
          <ac:chgData name="鈴木 秀規" userId="f68c5fd9-22d5-4c0a-9833-7fb0f5135313" providerId="ADAL" clId="{DB432BB3-FDEE-4FBA-8D1C-FD0D78E4DD8C}" dt="2021-01-29T05:35:59.701" v="254" actId="20577"/>
          <ac:spMkLst>
            <pc:docMk/>
            <pc:sldMk cId="2455826938" sldId="371"/>
            <ac:spMk id="9" creationId="{60C5571B-DB79-46AF-A9D9-D844C8780873}"/>
          </ac:spMkLst>
        </pc:spChg>
        <pc:spChg chg="add mod">
          <ac:chgData name="鈴木 秀規" userId="f68c5fd9-22d5-4c0a-9833-7fb0f5135313" providerId="ADAL" clId="{DB432BB3-FDEE-4FBA-8D1C-FD0D78E4DD8C}" dt="2021-01-29T05:37:36.982" v="275" actId="14100"/>
          <ac:spMkLst>
            <pc:docMk/>
            <pc:sldMk cId="2455826938" sldId="371"/>
            <ac:spMk id="18" creationId="{FA026018-EF62-46B9-BE02-731A37D9403A}"/>
          </ac:spMkLst>
        </pc:spChg>
        <pc:cxnChg chg="add mod">
          <ac:chgData name="鈴木 秀規" userId="f68c5fd9-22d5-4c0a-9833-7fb0f5135313" providerId="ADAL" clId="{DB432BB3-FDEE-4FBA-8D1C-FD0D78E4DD8C}" dt="2021-01-29T05:36:47.771" v="262" actId="1582"/>
          <ac:cxnSpMkLst>
            <pc:docMk/>
            <pc:sldMk cId="2455826938" sldId="371"/>
            <ac:cxnSpMk id="11" creationId="{B502B5E2-4283-4AFB-A165-A6E8ACC46F64}"/>
          </ac:cxnSpMkLst>
        </pc:cxnChg>
        <pc:cxnChg chg="add mod">
          <ac:chgData name="鈴木 秀規" userId="f68c5fd9-22d5-4c0a-9833-7fb0f5135313" providerId="ADAL" clId="{DB432BB3-FDEE-4FBA-8D1C-FD0D78E4DD8C}" dt="2021-01-29T05:36:47.771" v="262" actId="1582"/>
          <ac:cxnSpMkLst>
            <pc:docMk/>
            <pc:sldMk cId="2455826938" sldId="371"/>
            <ac:cxnSpMk id="13" creationId="{29E26D68-6985-4BFB-BBFA-409684373882}"/>
          </ac:cxnSpMkLst>
        </pc:cxnChg>
        <pc:cxnChg chg="add mod">
          <ac:chgData name="鈴木 秀規" userId="f68c5fd9-22d5-4c0a-9833-7fb0f5135313" providerId="ADAL" clId="{DB432BB3-FDEE-4FBA-8D1C-FD0D78E4DD8C}" dt="2021-01-29T05:36:47.771" v="262" actId="1582"/>
          <ac:cxnSpMkLst>
            <pc:docMk/>
            <pc:sldMk cId="2455826938" sldId="371"/>
            <ac:cxnSpMk id="17" creationId="{AE3B5ED6-AB17-4929-B720-B589EAD7FDA2}"/>
          </ac:cxnSpMkLst>
        </pc:cxnChg>
      </pc:sldChg>
      <pc:sldChg chg="del">
        <pc:chgData name="鈴木 秀規" userId="f68c5fd9-22d5-4c0a-9833-7fb0f5135313" providerId="ADAL" clId="{DB432BB3-FDEE-4FBA-8D1C-FD0D78E4DD8C}" dt="2021-01-29T05:04:38.268" v="2" actId="2696"/>
        <pc:sldMkLst>
          <pc:docMk/>
          <pc:sldMk cId="266285334" sldId="372"/>
        </pc:sldMkLst>
      </pc:sldChg>
      <pc:sldChg chg="addSp modSp new mod">
        <pc:chgData name="鈴木 秀規" userId="f68c5fd9-22d5-4c0a-9833-7fb0f5135313" providerId="ADAL" clId="{DB432BB3-FDEE-4FBA-8D1C-FD0D78E4DD8C}" dt="2021-01-29T05:39:29.443" v="294" actId="207"/>
        <pc:sldMkLst>
          <pc:docMk/>
          <pc:sldMk cId="1391664772" sldId="372"/>
        </pc:sldMkLst>
        <pc:spChg chg="mod">
          <ac:chgData name="鈴木 秀規" userId="f68c5fd9-22d5-4c0a-9833-7fb0f5135313" providerId="ADAL" clId="{DB432BB3-FDEE-4FBA-8D1C-FD0D78E4DD8C}" dt="2021-01-29T05:37:48.493" v="277"/>
          <ac:spMkLst>
            <pc:docMk/>
            <pc:sldMk cId="1391664772" sldId="372"/>
            <ac:spMk id="3" creationId="{3A132253-9F07-4A48-ACB5-0476FEF5D81E}"/>
          </ac:spMkLst>
        </pc:spChg>
        <pc:spChg chg="mod">
          <ac:chgData name="鈴木 秀規" userId="f68c5fd9-22d5-4c0a-9833-7fb0f5135313" providerId="ADAL" clId="{DB432BB3-FDEE-4FBA-8D1C-FD0D78E4DD8C}" dt="2021-01-29T05:38:03.424" v="281" actId="14100"/>
          <ac:spMkLst>
            <pc:docMk/>
            <pc:sldMk cId="1391664772" sldId="372"/>
            <ac:spMk id="5" creationId="{22F501FF-9916-451B-ABB1-F649178EE7BF}"/>
          </ac:spMkLst>
        </pc:spChg>
        <pc:spChg chg="add mod">
          <ac:chgData name="鈴木 秀規" userId="f68c5fd9-22d5-4c0a-9833-7fb0f5135313" providerId="ADAL" clId="{DB432BB3-FDEE-4FBA-8D1C-FD0D78E4DD8C}" dt="2021-01-29T05:38:20.915" v="284" actId="14100"/>
          <ac:spMkLst>
            <pc:docMk/>
            <pc:sldMk cId="1391664772" sldId="372"/>
            <ac:spMk id="6" creationId="{7AC1C33E-C262-48EA-889B-8F1AF8B23DDB}"/>
          </ac:spMkLst>
        </pc:spChg>
        <pc:spChg chg="add mod">
          <ac:chgData name="鈴木 秀規" userId="f68c5fd9-22d5-4c0a-9833-7fb0f5135313" providerId="ADAL" clId="{DB432BB3-FDEE-4FBA-8D1C-FD0D78E4DD8C}" dt="2021-01-29T05:39:29.443" v="294" actId="207"/>
          <ac:spMkLst>
            <pc:docMk/>
            <pc:sldMk cId="1391664772" sldId="372"/>
            <ac:spMk id="7" creationId="{2B736A55-7D5E-4427-B31B-084CDCE7572F}"/>
          </ac:spMkLst>
        </pc:spChg>
        <pc:spChg chg="add mod">
          <ac:chgData name="鈴木 秀規" userId="f68c5fd9-22d5-4c0a-9833-7fb0f5135313" providerId="ADAL" clId="{DB432BB3-FDEE-4FBA-8D1C-FD0D78E4DD8C}" dt="2021-01-29T05:38:51.367" v="290" actId="14100"/>
          <ac:spMkLst>
            <pc:docMk/>
            <pc:sldMk cId="1391664772" sldId="372"/>
            <ac:spMk id="8" creationId="{788DD199-01D9-44FB-88AB-2A8BA62A7A07}"/>
          </ac:spMkLst>
        </pc:spChg>
      </pc:sldChg>
      <pc:sldChg chg="addSp modSp new mod">
        <pc:chgData name="鈴木 秀規" userId="f68c5fd9-22d5-4c0a-9833-7fb0f5135313" providerId="ADAL" clId="{DB432BB3-FDEE-4FBA-8D1C-FD0D78E4DD8C}" dt="2021-01-29T05:40:36.350" v="306" actId="207"/>
        <pc:sldMkLst>
          <pc:docMk/>
          <pc:sldMk cId="3705183717" sldId="373"/>
        </pc:sldMkLst>
        <pc:spChg chg="mod">
          <ac:chgData name="鈴木 秀規" userId="f68c5fd9-22d5-4c0a-9833-7fb0f5135313" providerId="ADAL" clId="{DB432BB3-FDEE-4FBA-8D1C-FD0D78E4DD8C}" dt="2021-01-29T05:39:46.488" v="296"/>
          <ac:spMkLst>
            <pc:docMk/>
            <pc:sldMk cId="3705183717" sldId="373"/>
            <ac:spMk id="3" creationId="{7365F174-5FBC-4DD9-9948-59F773CCDDB2}"/>
          </ac:spMkLst>
        </pc:spChg>
        <pc:spChg chg="mod">
          <ac:chgData name="鈴木 秀規" userId="f68c5fd9-22d5-4c0a-9833-7fb0f5135313" providerId="ADAL" clId="{DB432BB3-FDEE-4FBA-8D1C-FD0D78E4DD8C}" dt="2021-01-29T05:40:01.338" v="299" actId="14100"/>
          <ac:spMkLst>
            <pc:docMk/>
            <pc:sldMk cId="3705183717" sldId="373"/>
            <ac:spMk id="5" creationId="{BEE8D780-59FA-48B1-997F-AF7C2ED0F6AD}"/>
          </ac:spMkLst>
        </pc:spChg>
        <pc:spChg chg="add mod">
          <ac:chgData name="鈴木 秀規" userId="f68c5fd9-22d5-4c0a-9833-7fb0f5135313" providerId="ADAL" clId="{DB432BB3-FDEE-4FBA-8D1C-FD0D78E4DD8C}" dt="2021-01-29T05:40:36.350" v="306" actId="207"/>
          <ac:spMkLst>
            <pc:docMk/>
            <pc:sldMk cId="3705183717" sldId="373"/>
            <ac:spMk id="6" creationId="{1EE159D3-F4D4-4D98-8150-2CE0B5E52E9E}"/>
          </ac:spMkLst>
        </pc:spChg>
      </pc:sldChg>
      <pc:sldChg chg="addSp modSp new mod">
        <pc:chgData name="鈴木 秀規" userId="f68c5fd9-22d5-4c0a-9833-7fb0f5135313" providerId="ADAL" clId="{DB432BB3-FDEE-4FBA-8D1C-FD0D78E4DD8C}" dt="2021-01-29T05:42:48.308" v="322" actId="12385"/>
        <pc:sldMkLst>
          <pc:docMk/>
          <pc:sldMk cId="2354486160" sldId="374"/>
        </pc:sldMkLst>
        <pc:spChg chg="mod">
          <ac:chgData name="鈴木 秀規" userId="f68c5fd9-22d5-4c0a-9833-7fb0f5135313" providerId="ADAL" clId="{DB432BB3-FDEE-4FBA-8D1C-FD0D78E4DD8C}" dt="2021-01-29T05:41:37.631" v="308"/>
          <ac:spMkLst>
            <pc:docMk/>
            <pc:sldMk cId="2354486160" sldId="374"/>
            <ac:spMk id="3" creationId="{BBCD852E-6D3F-4225-8505-8F857171C028}"/>
          </ac:spMkLst>
        </pc:spChg>
        <pc:spChg chg="mod">
          <ac:chgData name="鈴木 秀規" userId="f68c5fd9-22d5-4c0a-9833-7fb0f5135313" providerId="ADAL" clId="{DB432BB3-FDEE-4FBA-8D1C-FD0D78E4DD8C}" dt="2021-01-29T05:42:06.755" v="312" actId="14100"/>
          <ac:spMkLst>
            <pc:docMk/>
            <pc:sldMk cId="2354486160" sldId="374"/>
            <ac:spMk id="5" creationId="{0911996D-F7E3-45D4-80DA-0884510BC9DE}"/>
          </ac:spMkLst>
        </pc:spChg>
        <pc:graphicFrameChg chg="add mod modGraphic">
          <ac:chgData name="鈴木 秀規" userId="f68c5fd9-22d5-4c0a-9833-7fb0f5135313" providerId="ADAL" clId="{DB432BB3-FDEE-4FBA-8D1C-FD0D78E4DD8C}" dt="2021-01-29T05:42:48.308" v="322" actId="12385"/>
          <ac:graphicFrameMkLst>
            <pc:docMk/>
            <pc:sldMk cId="2354486160" sldId="374"/>
            <ac:graphicFrameMk id="6" creationId="{49E3433F-252B-48EE-9F58-4D9D617F9D5C}"/>
          </ac:graphicFrameMkLst>
        </pc:graphicFrameChg>
      </pc:sldChg>
      <pc:sldChg chg="modSp new mod">
        <pc:chgData name="鈴木 秀規" userId="f68c5fd9-22d5-4c0a-9833-7fb0f5135313" providerId="ADAL" clId="{DB432BB3-FDEE-4FBA-8D1C-FD0D78E4DD8C}" dt="2021-01-29T05:47:31.707" v="361" actId="6549"/>
        <pc:sldMkLst>
          <pc:docMk/>
          <pc:sldMk cId="1909491314" sldId="375"/>
        </pc:sldMkLst>
        <pc:spChg chg="mod">
          <ac:chgData name="鈴木 秀規" userId="f68c5fd9-22d5-4c0a-9833-7fb0f5135313" providerId="ADAL" clId="{DB432BB3-FDEE-4FBA-8D1C-FD0D78E4DD8C}" dt="2021-01-29T05:43:03.309" v="324"/>
          <ac:spMkLst>
            <pc:docMk/>
            <pc:sldMk cId="1909491314" sldId="375"/>
            <ac:spMk id="3" creationId="{87365B4C-CE15-43AF-94F3-5D195C249F07}"/>
          </ac:spMkLst>
        </pc:spChg>
        <pc:spChg chg="mod">
          <ac:chgData name="鈴木 秀規" userId="f68c5fd9-22d5-4c0a-9833-7fb0f5135313" providerId="ADAL" clId="{DB432BB3-FDEE-4FBA-8D1C-FD0D78E4DD8C}" dt="2021-01-29T05:47:31.707" v="361" actId="6549"/>
          <ac:spMkLst>
            <pc:docMk/>
            <pc:sldMk cId="1909491314" sldId="375"/>
            <ac:spMk id="5" creationId="{D97C5F0E-4810-4773-89E1-5D7BF0C5D209}"/>
          </ac:spMkLst>
        </pc:spChg>
      </pc:sldChg>
      <pc:sldChg chg="addSp modSp new mod">
        <pc:chgData name="鈴木 秀規" userId="f68c5fd9-22d5-4c0a-9833-7fb0f5135313" providerId="ADAL" clId="{DB432BB3-FDEE-4FBA-8D1C-FD0D78E4DD8C}" dt="2021-01-29T05:49:21.366" v="385" actId="14100"/>
        <pc:sldMkLst>
          <pc:docMk/>
          <pc:sldMk cId="976327208" sldId="376"/>
        </pc:sldMkLst>
        <pc:spChg chg="mod">
          <ac:chgData name="鈴木 秀規" userId="f68c5fd9-22d5-4c0a-9833-7fb0f5135313" providerId="ADAL" clId="{DB432BB3-FDEE-4FBA-8D1C-FD0D78E4DD8C}" dt="2021-01-29T05:47:52.688" v="363"/>
          <ac:spMkLst>
            <pc:docMk/>
            <pc:sldMk cId="976327208" sldId="376"/>
            <ac:spMk id="3" creationId="{36E714A2-F5B3-40AF-BE59-21096808AE8C}"/>
          </ac:spMkLst>
        </pc:spChg>
        <pc:spChg chg="mod">
          <ac:chgData name="鈴木 秀規" userId="f68c5fd9-22d5-4c0a-9833-7fb0f5135313" providerId="ADAL" clId="{DB432BB3-FDEE-4FBA-8D1C-FD0D78E4DD8C}" dt="2021-01-29T05:48:59.652" v="379" actId="14100"/>
          <ac:spMkLst>
            <pc:docMk/>
            <pc:sldMk cId="976327208" sldId="376"/>
            <ac:spMk id="5" creationId="{A47E207A-E369-4491-987F-8B9A6C720134}"/>
          </ac:spMkLst>
        </pc:spChg>
        <pc:spChg chg="add mod">
          <ac:chgData name="鈴木 秀規" userId="f68c5fd9-22d5-4c0a-9833-7fb0f5135313" providerId="ADAL" clId="{DB432BB3-FDEE-4FBA-8D1C-FD0D78E4DD8C}" dt="2021-01-29T05:49:01.504" v="380" actId="1076"/>
          <ac:spMkLst>
            <pc:docMk/>
            <pc:sldMk cId="976327208" sldId="376"/>
            <ac:spMk id="6" creationId="{2445B583-2B82-4005-A8AE-A3A61FB7AD35}"/>
          </ac:spMkLst>
        </pc:spChg>
        <pc:spChg chg="add mod">
          <ac:chgData name="鈴木 秀規" userId="f68c5fd9-22d5-4c0a-9833-7fb0f5135313" providerId="ADAL" clId="{DB432BB3-FDEE-4FBA-8D1C-FD0D78E4DD8C}" dt="2021-01-29T05:49:21.366" v="385" actId="14100"/>
          <ac:spMkLst>
            <pc:docMk/>
            <pc:sldMk cId="976327208" sldId="376"/>
            <ac:spMk id="7" creationId="{868C05B3-9476-426C-9B95-35AB8EF05B0E}"/>
          </ac:spMkLst>
        </pc:spChg>
      </pc:sldChg>
      <pc:sldChg chg="modSp new mod">
        <pc:chgData name="鈴木 秀規" userId="f68c5fd9-22d5-4c0a-9833-7fb0f5135313" providerId="ADAL" clId="{DB432BB3-FDEE-4FBA-8D1C-FD0D78E4DD8C}" dt="2021-01-29T05:50:45.714" v="404" actId="20577"/>
        <pc:sldMkLst>
          <pc:docMk/>
          <pc:sldMk cId="2448739060" sldId="377"/>
        </pc:sldMkLst>
        <pc:spChg chg="mod">
          <ac:chgData name="鈴木 秀規" userId="f68c5fd9-22d5-4c0a-9833-7fb0f5135313" providerId="ADAL" clId="{DB432BB3-FDEE-4FBA-8D1C-FD0D78E4DD8C}" dt="2021-01-29T05:49:53.574" v="387"/>
          <ac:spMkLst>
            <pc:docMk/>
            <pc:sldMk cId="2448739060" sldId="377"/>
            <ac:spMk id="3" creationId="{6C1924C2-1CA9-41CF-8774-DCFC6236CE5C}"/>
          </ac:spMkLst>
        </pc:spChg>
        <pc:spChg chg="mod">
          <ac:chgData name="鈴木 秀規" userId="f68c5fd9-22d5-4c0a-9833-7fb0f5135313" providerId="ADAL" clId="{DB432BB3-FDEE-4FBA-8D1C-FD0D78E4DD8C}" dt="2021-01-29T05:50:45.714" v="404" actId="20577"/>
          <ac:spMkLst>
            <pc:docMk/>
            <pc:sldMk cId="2448739060" sldId="377"/>
            <ac:spMk id="5" creationId="{6638F186-29D0-41BB-A9BB-77655A718835}"/>
          </ac:spMkLst>
        </pc:spChg>
      </pc:sldChg>
      <pc:sldChg chg="modSp new mod">
        <pc:chgData name="鈴木 秀規" userId="f68c5fd9-22d5-4c0a-9833-7fb0f5135313" providerId="ADAL" clId="{DB432BB3-FDEE-4FBA-8D1C-FD0D78E4DD8C}" dt="2021-01-29T05:52:25.042" v="426" actId="6549"/>
        <pc:sldMkLst>
          <pc:docMk/>
          <pc:sldMk cId="1911133861" sldId="378"/>
        </pc:sldMkLst>
        <pc:spChg chg="mod">
          <ac:chgData name="鈴木 秀規" userId="f68c5fd9-22d5-4c0a-9833-7fb0f5135313" providerId="ADAL" clId="{DB432BB3-FDEE-4FBA-8D1C-FD0D78E4DD8C}" dt="2021-01-29T05:51:09.964" v="406"/>
          <ac:spMkLst>
            <pc:docMk/>
            <pc:sldMk cId="1911133861" sldId="378"/>
            <ac:spMk id="3" creationId="{FF7E2322-4B0F-400F-8655-0ECB59ACB5FA}"/>
          </ac:spMkLst>
        </pc:spChg>
        <pc:spChg chg="mod">
          <ac:chgData name="鈴木 秀規" userId="f68c5fd9-22d5-4c0a-9833-7fb0f5135313" providerId="ADAL" clId="{DB432BB3-FDEE-4FBA-8D1C-FD0D78E4DD8C}" dt="2021-01-29T05:52:25.042" v="426" actId="6549"/>
          <ac:spMkLst>
            <pc:docMk/>
            <pc:sldMk cId="1911133861" sldId="378"/>
            <ac:spMk id="5" creationId="{7E51E901-8F58-4551-A7CF-32C25B37845C}"/>
          </ac:spMkLst>
        </pc:spChg>
      </pc:sldChg>
    </pc:docChg>
  </pc:docChgLst>
  <pc:docChgLst>
    <pc:chgData name="今野 稔章" userId="9659808f-245f-46a7-991e-983cdf43b7a2" providerId="ADAL" clId="{ACDD22FB-E505-4BB7-8B70-C2384A409416}"/>
    <pc:docChg chg="undo custSel addSld delSld modSld sldOrd">
      <pc:chgData name="今野 稔章" userId="9659808f-245f-46a7-991e-983cdf43b7a2" providerId="ADAL" clId="{ACDD22FB-E505-4BB7-8B70-C2384A409416}" dt="2022-03-18T06:31:49.781" v="14296" actId="2696"/>
      <pc:docMkLst>
        <pc:docMk/>
      </pc:docMkLst>
      <pc:sldChg chg="del mod modShow">
        <pc:chgData name="今野 稔章" userId="9659808f-245f-46a7-991e-983cdf43b7a2" providerId="ADAL" clId="{ACDD22FB-E505-4BB7-8B70-C2384A409416}" dt="2022-03-16T07:20:59.860" v="5882" actId="2696"/>
        <pc:sldMkLst>
          <pc:docMk/>
          <pc:sldMk cId="2397736379" sldId="363"/>
        </pc:sldMkLst>
      </pc:sldChg>
      <pc:sldChg chg="modSp del mod">
        <pc:chgData name="今野 稔章" userId="9659808f-245f-46a7-991e-983cdf43b7a2" providerId="ADAL" clId="{ACDD22FB-E505-4BB7-8B70-C2384A409416}" dt="2022-03-14T08:31:13.544" v="2319" actId="2696"/>
        <pc:sldMkLst>
          <pc:docMk/>
          <pc:sldMk cId="892564702" sldId="364"/>
        </pc:sldMkLst>
        <pc:spChg chg="mod">
          <ac:chgData name="今野 稔章" userId="9659808f-245f-46a7-991e-983cdf43b7a2" providerId="ADAL" clId="{ACDD22FB-E505-4BB7-8B70-C2384A409416}" dt="2022-03-14T07:35:48.416" v="1116" actId="20577"/>
          <ac:spMkLst>
            <pc:docMk/>
            <pc:sldMk cId="892564702" sldId="364"/>
            <ac:spMk id="5" creationId="{819D4C79-32BF-41A8-B225-0B92E67D9875}"/>
          </ac:spMkLst>
        </pc:spChg>
        <pc:spChg chg="mod">
          <ac:chgData name="今野 稔章" userId="9659808f-245f-46a7-991e-983cdf43b7a2" providerId="ADAL" clId="{ACDD22FB-E505-4BB7-8B70-C2384A409416}" dt="2022-03-14T07:35:58.167" v="1117" actId="14100"/>
          <ac:spMkLst>
            <pc:docMk/>
            <pc:sldMk cId="892564702" sldId="364"/>
            <ac:spMk id="6" creationId="{FE65D27D-0149-42B1-B588-6237B78EC52D}"/>
          </ac:spMkLst>
        </pc:spChg>
        <pc:spChg chg="mod">
          <ac:chgData name="今野 稔章" userId="9659808f-245f-46a7-991e-983cdf43b7a2" providerId="ADAL" clId="{ACDD22FB-E505-4BB7-8B70-C2384A409416}" dt="2022-03-14T07:28:23.083" v="920" actId="20577"/>
          <ac:spMkLst>
            <pc:docMk/>
            <pc:sldMk cId="892564702" sldId="364"/>
            <ac:spMk id="7" creationId="{133C47F1-0D9E-40E0-BA22-E522F9103CF1}"/>
          </ac:spMkLst>
        </pc:spChg>
      </pc:sldChg>
      <pc:sldChg chg="modSp del mod modShow">
        <pc:chgData name="今野 稔章" userId="9659808f-245f-46a7-991e-983cdf43b7a2" providerId="ADAL" clId="{ACDD22FB-E505-4BB7-8B70-C2384A409416}" dt="2022-03-16T07:21:12.522" v="5884" actId="2696"/>
        <pc:sldMkLst>
          <pc:docMk/>
          <pc:sldMk cId="3822348332" sldId="365"/>
        </pc:sldMkLst>
        <pc:grpChg chg="mod">
          <ac:chgData name="今野 稔章" userId="9659808f-245f-46a7-991e-983cdf43b7a2" providerId="ADAL" clId="{ACDD22FB-E505-4BB7-8B70-C2384A409416}" dt="2022-03-14T08:25:15.641" v="1963" actId="1076"/>
          <ac:grpSpMkLst>
            <pc:docMk/>
            <pc:sldMk cId="3822348332" sldId="365"/>
            <ac:grpSpMk id="10" creationId="{A06DC2AB-AC51-45B7-B569-001F18F729BD}"/>
          </ac:grpSpMkLst>
        </pc:grpChg>
        <pc:cxnChg chg="mod">
          <ac:chgData name="今野 稔章" userId="9659808f-245f-46a7-991e-983cdf43b7a2" providerId="ADAL" clId="{ACDD22FB-E505-4BB7-8B70-C2384A409416}" dt="2022-03-14T08:25:15.641" v="1963" actId="1076"/>
          <ac:cxnSpMkLst>
            <pc:docMk/>
            <pc:sldMk cId="3822348332" sldId="365"/>
            <ac:cxnSpMk id="13" creationId="{175FD6CE-3C35-4731-AB5A-1C67DE40E2B5}"/>
          </ac:cxnSpMkLst>
        </pc:cxnChg>
      </pc:sldChg>
      <pc:sldChg chg="modSp mod">
        <pc:chgData name="今野 稔章" userId="9659808f-245f-46a7-991e-983cdf43b7a2" providerId="ADAL" clId="{ACDD22FB-E505-4BB7-8B70-C2384A409416}" dt="2022-03-18T02:08:36.818" v="10099" actId="20577"/>
        <pc:sldMkLst>
          <pc:docMk/>
          <pc:sldMk cId="377703482" sldId="366"/>
        </pc:sldMkLst>
        <pc:spChg chg="mod">
          <ac:chgData name="今野 稔章" userId="9659808f-245f-46a7-991e-983cdf43b7a2" providerId="ADAL" clId="{ACDD22FB-E505-4BB7-8B70-C2384A409416}" dt="2022-03-15T08:39:50.262" v="3548" actId="20577"/>
          <ac:spMkLst>
            <pc:docMk/>
            <pc:sldMk cId="377703482" sldId="366"/>
            <ac:spMk id="5" creationId="{9453BF00-BB17-4F8A-BD25-263839A7512C}"/>
          </ac:spMkLst>
        </pc:spChg>
        <pc:spChg chg="mod">
          <ac:chgData name="今野 稔章" userId="9659808f-245f-46a7-991e-983cdf43b7a2" providerId="ADAL" clId="{ACDD22FB-E505-4BB7-8B70-C2384A409416}" dt="2022-03-18T02:07:26.281" v="10097" actId="1582"/>
          <ac:spMkLst>
            <pc:docMk/>
            <pc:sldMk cId="377703482" sldId="366"/>
            <ac:spMk id="9" creationId="{C6620FA7-5B9D-4561-99D9-FEC4C6CA6C22}"/>
          </ac:spMkLst>
        </pc:spChg>
        <pc:spChg chg="mod">
          <ac:chgData name="今野 稔章" userId="9659808f-245f-46a7-991e-983cdf43b7a2" providerId="ADAL" clId="{ACDD22FB-E505-4BB7-8B70-C2384A409416}" dt="2022-03-18T02:07:20.858" v="10096" actId="1582"/>
          <ac:spMkLst>
            <pc:docMk/>
            <pc:sldMk cId="377703482" sldId="366"/>
            <ac:spMk id="11" creationId="{E82B9D73-4EF8-403B-A546-087B6E4808C3}"/>
          </ac:spMkLst>
        </pc:spChg>
        <pc:spChg chg="mod">
          <ac:chgData name="今野 稔章" userId="9659808f-245f-46a7-991e-983cdf43b7a2" providerId="ADAL" clId="{ACDD22FB-E505-4BB7-8B70-C2384A409416}" dt="2022-03-18T02:08:36.818" v="10099" actId="20577"/>
          <ac:spMkLst>
            <pc:docMk/>
            <pc:sldMk cId="377703482" sldId="366"/>
            <ac:spMk id="13" creationId="{653E5CF3-0FF0-4F33-B724-022BC50F02C7}"/>
          </ac:spMkLst>
        </pc:spChg>
        <pc:spChg chg="mod">
          <ac:chgData name="今野 稔章" userId="9659808f-245f-46a7-991e-983cdf43b7a2" providerId="ADAL" clId="{ACDD22FB-E505-4BB7-8B70-C2384A409416}" dt="2022-03-18T02:07:33.437" v="10098" actId="1582"/>
          <ac:spMkLst>
            <pc:docMk/>
            <pc:sldMk cId="377703482" sldId="366"/>
            <ac:spMk id="14" creationId="{5AC4A130-D9FD-4BF3-83CE-8FC630E45CA2}"/>
          </ac:spMkLst>
        </pc:spChg>
        <pc:spChg chg="mod">
          <ac:chgData name="今野 稔章" userId="9659808f-245f-46a7-991e-983cdf43b7a2" providerId="ADAL" clId="{ACDD22FB-E505-4BB7-8B70-C2384A409416}" dt="2022-03-15T08:43:19.124" v="3633" actId="1037"/>
          <ac:spMkLst>
            <pc:docMk/>
            <pc:sldMk cId="377703482" sldId="366"/>
            <ac:spMk id="21" creationId="{46546F44-FBDD-4036-830E-0FDEB11911C3}"/>
          </ac:spMkLst>
        </pc:spChg>
        <pc:cxnChg chg="mod">
          <ac:chgData name="今野 稔章" userId="9659808f-245f-46a7-991e-983cdf43b7a2" providerId="ADAL" clId="{ACDD22FB-E505-4BB7-8B70-C2384A409416}" dt="2022-03-15T08:43:19.124" v="3633" actId="1037"/>
          <ac:cxnSpMkLst>
            <pc:docMk/>
            <pc:sldMk cId="377703482" sldId="366"/>
            <ac:cxnSpMk id="28" creationId="{75655755-D485-47D9-B10F-CD3C18CE2EF5}"/>
          </ac:cxnSpMkLst>
        </pc:cxnChg>
        <pc:cxnChg chg="mod">
          <ac:chgData name="今野 稔章" userId="9659808f-245f-46a7-991e-983cdf43b7a2" providerId="ADAL" clId="{ACDD22FB-E505-4BB7-8B70-C2384A409416}" dt="2022-03-15T08:43:19.124" v="3633" actId="1037"/>
          <ac:cxnSpMkLst>
            <pc:docMk/>
            <pc:sldMk cId="377703482" sldId="366"/>
            <ac:cxnSpMk id="32" creationId="{0428E669-7941-442B-8373-1C09DF04E1C3}"/>
          </ac:cxnSpMkLst>
        </pc:cxnChg>
      </pc:sldChg>
      <pc:sldChg chg="del mod modShow">
        <pc:chgData name="今野 稔章" userId="9659808f-245f-46a7-991e-983cdf43b7a2" providerId="ADAL" clId="{ACDD22FB-E505-4BB7-8B70-C2384A409416}" dt="2022-03-16T07:21:18.884" v="5885" actId="2696"/>
        <pc:sldMkLst>
          <pc:docMk/>
          <pc:sldMk cId="2973073247" sldId="367"/>
        </pc:sldMkLst>
      </pc:sldChg>
      <pc:sldChg chg="del mod modShow">
        <pc:chgData name="今野 稔章" userId="9659808f-245f-46a7-991e-983cdf43b7a2" providerId="ADAL" clId="{ACDD22FB-E505-4BB7-8B70-C2384A409416}" dt="2022-03-16T07:21:25.776" v="5886" actId="2696"/>
        <pc:sldMkLst>
          <pc:docMk/>
          <pc:sldMk cId="3309356964" sldId="368"/>
        </pc:sldMkLst>
      </pc:sldChg>
      <pc:sldChg chg="del">
        <pc:chgData name="今野 稔章" userId="9659808f-245f-46a7-991e-983cdf43b7a2" providerId="ADAL" clId="{ACDD22FB-E505-4BB7-8B70-C2384A409416}" dt="2022-03-16T07:22:18.013" v="5888" actId="2696"/>
        <pc:sldMkLst>
          <pc:docMk/>
          <pc:sldMk cId="151281742" sldId="369"/>
        </pc:sldMkLst>
      </pc:sldChg>
      <pc:sldChg chg="del mod modShow">
        <pc:chgData name="今野 稔章" userId="9659808f-245f-46a7-991e-983cdf43b7a2" providerId="ADAL" clId="{ACDD22FB-E505-4BB7-8B70-C2384A409416}" dt="2022-03-16T07:22:28.039" v="5889" actId="2696"/>
        <pc:sldMkLst>
          <pc:docMk/>
          <pc:sldMk cId="3984519394" sldId="370"/>
        </pc:sldMkLst>
      </pc:sldChg>
      <pc:sldChg chg="del">
        <pc:chgData name="今野 稔章" userId="9659808f-245f-46a7-991e-983cdf43b7a2" providerId="ADAL" clId="{ACDD22FB-E505-4BB7-8B70-C2384A409416}" dt="2022-03-16T08:03:40.987" v="6655" actId="47"/>
        <pc:sldMkLst>
          <pc:docMk/>
          <pc:sldMk cId="1541320921" sldId="371"/>
        </pc:sldMkLst>
      </pc:sldChg>
      <pc:sldChg chg="del">
        <pc:chgData name="今野 稔章" userId="9659808f-245f-46a7-991e-983cdf43b7a2" providerId="ADAL" clId="{ACDD22FB-E505-4BB7-8B70-C2384A409416}" dt="2022-03-16T08:03:44.506" v="6656" actId="47"/>
        <pc:sldMkLst>
          <pc:docMk/>
          <pc:sldMk cId="3636425175" sldId="372"/>
        </pc:sldMkLst>
      </pc:sldChg>
      <pc:sldChg chg="del">
        <pc:chgData name="今野 稔章" userId="9659808f-245f-46a7-991e-983cdf43b7a2" providerId="ADAL" clId="{ACDD22FB-E505-4BB7-8B70-C2384A409416}" dt="2022-03-17T08:39:59.841" v="7858" actId="2696"/>
        <pc:sldMkLst>
          <pc:docMk/>
          <pc:sldMk cId="1626296078" sldId="373"/>
        </pc:sldMkLst>
      </pc:sldChg>
      <pc:sldChg chg="modSp mod">
        <pc:chgData name="今野 稔章" userId="9659808f-245f-46a7-991e-983cdf43b7a2" providerId="ADAL" clId="{ACDD22FB-E505-4BB7-8B70-C2384A409416}" dt="2022-03-18T06:31:39.700" v="14295" actId="20577"/>
        <pc:sldMkLst>
          <pc:docMk/>
          <pc:sldMk cId="2979480215" sldId="373"/>
        </pc:sldMkLst>
        <pc:spChg chg="mod">
          <ac:chgData name="今野 稔章" userId="9659808f-245f-46a7-991e-983cdf43b7a2" providerId="ADAL" clId="{ACDD22FB-E505-4BB7-8B70-C2384A409416}" dt="2022-03-18T06:25:24.985" v="13717" actId="20577"/>
          <ac:spMkLst>
            <pc:docMk/>
            <pc:sldMk cId="2979480215" sldId="373"/>
            <ac:spMk id="3" creationId="{890D4FF1-CE17-468D-A94B-0EA4BDC9102B}"/>
          </ac:spMkLst>
        </pc:spChg>
        <pc:spChg chg="mod">
          <ac:chgData name="今野 稔章" userId="9659808f-245f-46a7-991e-983cdf43b7a2" providerId="ADAL" clId="{ACDD22FB-E505-4BB7-8B70-C2384A409416}" dt="2022-03-18T06:31:39.700" v="14295" actId="20577"/>
          <ac:spMkLst>
            <pc:docMk/>
            <pc:sldMk cId="2979480215" sldId="373"/>
            <ac:spMk id="5" creationId="{133F1DED-CA16-4302-9912-4B561EF34336}"/>
          </ac:spMkLst>
        </pc:spChg>
      </pc:sldChg>
      <pc:sldChg chg="del">
        <pc:chgData name="今野 稔章" userId="9659808f-245f-46a7-991e-983cdf43b7a2" providerId="ADAL" clId="{ACDD22FB-E505-4BB7-8B70-C2384A409416}" dt="2022-03-18T00:45:18.795" v="8383" actId="2696"/>
        <pc:sldMkLst>
          <pc:docMk/>
          <pc:sldMk cId="394191054" sldId="374"/>
        </pc:sldMkLst>
      </pc:sldChg>
      <pc:sldChg chg="del">
        <pc:chgData name="今野 稔章" userId="9659808f-245f-46a7-991e-983cdf43b7a2" providerId="ADAL" clId="{ACDD22FB-E505-4BB7-8B70-C2384A409416}" dt="2022-03-18T01:39:51.497" v="9411" actId="2696"/>
        <pc:sldMkLst>
          <pc:docMk/>
          <pc:sldMk cId="3514497779" sldId="375"/>
        </pc:sldMkLst>
      </pc:sldChg>
      <pc:sldChg chg="addSp delSp modSp mod">
        <pc:chgData name="今野 稔章" userId="9659808f-245f-46a7-991e-983cdf43b7a2" providerId="ADAL" clId="{ACDD22FB-E505-4BB7-8B70-C2384A409416}" dt="2022-03-18T02:21:29.898" v="10394" actId="14100"/>
        <pc:sldMkLst>
          <pc:docMk/>
          <pc:sldMk cId="3266246361" sldId="376"/>
        </pc:sldMkLst>
        <pc:spChg chg="mod">
          <ac:chgData name="今野 稔章" userId="9659808f-245f-46a7-991e-983cdf43b7a2" providerId="ADAL" clId="{ACDD22FB-E505-4BB7-8B70-C2384A409416}" dt="2022-03-18T02:19:05.299" v="10357" actId="20577"/>
          <ac:spMkLst>
            <pc:docMk/>
            <pc:sldMk cId="3266246361" sldId="376"/>
            <ac:spMk id="5" creationId="{35B5E569-B10E-4C71-B89E-2E45350C37F5}"/>
          </ac:spMkLst>
        </pc:spChg>
        <pc:spChg chg="del mod">
          <ac:chgData name="今野 稔章" userId="9659808f-245f-46a7-991e-983cdf43b7a2" providerId="ADAL" clId="{ACDD22FB-E505-4BB7-8B70-C2384A409416}" dt="2022-03-18T02:17:32.191" v="10312" actId="478"/>
          <ac:spMkLst>
            <pc:docMk/>
            <pc:sldMk cId="3266246361" sldId="376"/>
            <ac:spMk id="6" creationId="{3ABC37F7-4AA4-4D89-AE0D-2EA8F79B10C5}"/>
          </ac:spMkLst>
        </pc:spChg>
        <pc:spChg chg="mod">
          <ac:chgData name="今野 稔章" userId="9659808f-245f-46a7-991e-983cdf43b7a2" providerId="ADAL" clId="{ACDD22FB-E505-4BB7-8B70-C2384A409416}" dt="2022-03-18T02:21:29.898" v="10394" actId="14100"/>
          <ac:spMkLst>
            <pc:docMk/>
            <pc:sldMk cId="3266246361" sldId="376"/>
            <ac:spMk id="7" creationId="{EEC4FB24-D88E-4A2C-B41B-2E3CA74EDDFB}"/>
          </ac:spMkLst>
        </pc:spChg>
        <pc:spChg chg="add del mod">
          <ac:chgData name="今野 稔章" userId="9659808f-245f-46a7-991e-983cdf43b7a2" providerId="ADAL" clId="{ACDD22FB-E505-4BB7-8B70-C2384A409416}" dt="2022-03-18T02:21:08.985" v="10392" actId="14100"/>
          <ac:spMkLst>
            <pc:docMk/>
            <pc:sldMk cId="3266246361" sldId="376"/>
            <ac:spMk id="8" creationId="{930C5A1C-80C7-4B6D-9A10-D97481A38626}"/>
          </ac:spMkLst>
        </pc:spChg>
      </pc:sldChg>
      <pc:sldChg chg="modSp del">
        <pc:chgData name="今野 稔章" userId="9659808f-245f-46a7-991e-983cdf43b7a2" providerId="ADAL" clId="{ACDD22FB-E505-4BB7-8B70-C2384A409416}" dt="2022-03-18T04:02:40.597" v="10847" actId="2696"/>
        <pc:sldMkLst>
          <pc:docMk/>
          <pc:sldMk cId="830291535" sldId="377"/>
        </pc:sldMkLst>
        <pc:spChg chg="mod">
          <ac:chgData name="今野 稔章" userId="9659808f-245f-46a7-991e-983cdf43b7a2" providerId="ADAL" clId="{ACDD22FB-E505-4BB7-8B70-C2384A409416}" dt="2022-03-18T03:58:16.816" v="10752" actId="20578"/>
          <ac:spMkLst>
            <pc:docMk/>
            <pc:sldMk cId="830291535" sldId="377"/>
            <ac:spMk id="5" creationId="{04A90A4C-36A1-4E53-884B-BBF800601CEE}"/>
          </ac:spMkLst>
        </pc:spChg>
      </pc:sldChg>
      <pc:sldChg chg="del">
        <pc:chgData name="今野 稔章" userId="9659808f-245f-46a7-991e-983cdf43b7a2" providerId="ADAL" clId="{ACDD22FB-E505-4BB7-8B70-C2384A409416}" dt="2022-03-18T04:34:53.864" v="11544" actId="2696"/>
        <pc:sldMkLst>
          <pc:docMk/>
          <pc:sldMk cId="2738388098" sldId="378"/>
        </pc:sldMkLst>
      </pc:sldChg>
      <pc:sldChg chg="del">
        <pc:chgData name="今野 稔章" userId="9659808f-245f-46a7-991e-983cdf43b7a2" providerId="ADAL" clId="{ACDD22FB-E505-4BB7-8B70-C2384A409416}" dt="2022-03-18T05:05:09.190" v="12212" actId="2696"/>
        <pc:sldMkLst>
          <pc:docMk/>
          <pc:sldMk cId="1927009512" sldId="379"/>
        </pc:sldMkLst>
      </pc:sldChg>
      <pc:sldChg chg="del">
        <pc:chgData name="今野 稔章" userId="9659808f-245f-46a7-991e-983cdf43b7a2" providerId="ADAL" clId="{ACDD22FB-E505-4BB7-8B70-C2384A409416}" dt="2022-03-18T05:51:04.679" v="12967" actId="2696"/>
        <pc:sldMkLst>
          <pc:docMk/>
          <pc:sldMk cId="3941085094" sldId="380"/>
        </pc:sldMkLst>
      </pc:sldChg>
      <pc:sldChg chg="del">
        <pc:chgData name="今野 稔章" userId="9659808f-245f-46a7-991e-983cdf43b7a2" providerId="ADAL" clId="{ACDD22FB-E505-4BB7-8B70-C2384A409416}" dt="2022-03-18T06:31:49.781" v="14296" actId="2696"/>
        <pc:sldMkLst>
          <pc:docMk/>
          <pc:sldMk cId="1755630232" sldId="381"/>
        </pc:sldMkLst>
      </pc:sldChg>
      <pc:sldChg chg="modSp mod">
        <pc:chgData name="今野 稔章" userId="9659808f-245f-46a7-991e-983cdf43b7a2" providerId="ADAL" clId="{ACDD22FB-E505-4BB7-8B70-C2384A409416}" dt="2022-03-14T07:19:08.420" v="875" actId="20577"/>
        <pc:sldMkLst>
          <pc:docMk/>
          <pc:sldMk cId="1045297583" sldId="382"/>
        </pc:sldMkLst>
        <pc:spChg chg="mod">
          <ac:chgData name="今野 稔章" userId="9659808f-245f-46a7-991e-983cdf43b7a2" providerId="ADAL" clId="{ACDD22FB-E505-4BB7-8B70-C2384A409416}" dt="2022-03-14T01:52:08.988" v="200" actId="20577"/>
          <ac:spMkLst>
            <pc:docMk/>
            <pc:sldMk cId="1045297583" sldId="382"/>
            <ac:spMk id="3" creationId="{117CC13E-F282-4E3D-8F99-F5E65E912BD6}"/>
          </ac:spMkLst>
        </pc:spChg>
        <pc:spChg chg="mod">
          <ac:chgData name="今野 稔章" userId="9659808f-245f-46a7-991e-983cdf43b7a2" providerId="ADAL" clId="{ACDD22FB-E505-4BB7-8B70-C2384A409416}" dt="2022-03-14T07:19:08.420" v="875" actId="20577"/>
          <ac:spMkLst>
            <pc:docMk/>
            <pc:sldMk cId="1045297583" sldId="382"/>
            <ac:spMk id="5" creationId="{93C7E667-AF61-4860-BEEC-03D03E037BCF}"/>
          </ac:spMkLst>
        </pc:spChg>
        <pc:spChg chg="mod">
          <ac:chgData name="今野 稔章" userId="9659808f-245f-46a7-991e-983cdf43b7a2" providerId="ADAL" clId="{ACDD22FB-E505-4BB7-8B70-C2384A409416}" dt="2022-03-14T06:54:29.164" v="329" actId="14100"/>
          <ac:spMkLst>
            <pc:docMk/>
            <pc:sldMk cId="1045297583" sldId="382"/>
            <ac:spMk id="6" creationId="{39562B40-6166-4814-AFC7-A8542411A978}"/>
          </ac:spMkLst>
        </pc:spChg>
      </pc:sldChg>
      <pc:sldChg chg="modSp mod">
        <pc:chgData name="今野 稔章" userId="9659808f-245f-46a7-991e-983cdf43b7a2" providerId="ADAL" clId="{ACDD22FB-E505-4BB7-8B70-C2384A409416}" dt="2022-03-15T08:36:36.924" v="3490" actId="20577"/>
        <pc:sldMkLst>
          <pc:docMk/>
          <pc:sldMk cId="1644785587" sldId="383"/>
        </pc:sldMkLst>
        <pc:spChg chg="mod">
          <ac:chgData name="今野 稔章" userId="9659808f-245f-46a7-991e-983cdf43b7a2" providerId="ADAL" clId="{ACDD22FB-E505-4BB7-8B70-C2384A409416}" dt="2022-03-15T06:21:40.319" v="2336" actId="20577"/>
          <ac:spMkLst>
            <pc:docMk/>
            <pc:sldMk cId="1644785587" sldId="383"/>
            <ac:spMk id="3" creationId="{30BB2D78-AB0A-4F74-9F6C-C64EA7DE3E9D}"/>
          </ac:spMkLst>
        </pc:spChg>
        <pc:spChg chg="mod">
          <ac:chgData name="今野 稔章" userId="9659808f-245f-46a7-991e-983cdf43b7a2" providerId="ADAL" clId="{ACDD22FB-E505-4BB7-8B70-C2384A409416}" dt="2022-03-15T08:36:36.924" v="3490" actId="20577"/>
          <ac:spMkLst>
            <pc:docMk/>
            <pc:sldMk cId="1644785587" sldId="383"/>
            <ac:spMk id="5" creationId="{A3FA706F-D80B-4F9D-B2DF-19680BD87CC3}"/>
          </ac:spMkLst>
        </pc:spChg>
        <pc:spChg chg="mod">
          <ac:chgData name="今野 稔章" userId="9659808f-245f-46a7-991e-983cdf43b7a2" providerId="ADAL" clId="{ACDD22FB-E505-4BB7-8B70-C2384A409416}" dt="2022-03-15T08:08:58.576" v="2671" actId="20577"/>
          <ac:spMkLst>
            <pc:docMk/>
            <pc:sldMk cId="1644785587" sldId="383"/>
            <ac:spMk id="6" creationId="{BC4F7B15-3651-4CE3-888C-76CE23011223}"/>
          </ac:spMkLst>
        </pc:spChg>
      </pc:sldChg>
      <pc:sldChg chg="modSp mod">
        <pc:chgData name="今野 稔章" userId="9659808f-245f-46a7-991e-983cdf43b7a2" providerId="ADAL" clId="{ACDD22FB-E505-4BB7-8B70-C2384A409416}" dt="2022-03-16T07:21:52.559" v="5887" actId="20577"/>
        <pc:sldMkLst>
          <pc:docMk/>
          <pc:sldMk cId="1232597272" sldId="384"/>
        </pc:sldMkLst>
        <pc:spChg chg="mod">
          <ac:chgData name="今野 稔章" userId="9659808f-245f-46a7-991e-983cdf43b7a2" providerId="ADAL" clId="{ACDD22FB-E505-4BB7-8B70-C2384A409416}" dt="2022-03-16T02:06:37.172" v="3653" actId="20577"/>
          <ac:spMkLst>
            <pc:docMk/>
            <pc:sldMk cId="1232597272" sldId="384"/>
            <ac:spMk id="3" creationId="{61E6DF55-01A0-4B3A-99B0-885F472797DC}"/>
          </ac:spMkLst>
        </pc:spChg>
        <pc:spChg chg="mod">
          <ac:chgData name="今野 稔章" userId="9659808f-245f-46a7-991e-983cdf43b7a2" providerId="ADAL" clId="{ACDD22FB-E505-4BB7-8B70-C2384A409416}" dt="2022-03-16T07:21:52.559" v="5887" actId="20577"/>
          <ac:spMkLst>
            <pc:docMk/>
            <pc:sldMk cId="1232597272" sldId="384"/>
            <ac:spMk id="5" creationId="{F78C1F40-10F5-4599-88D5-62F60F278361}"/>
          </ac:spMkLst>
        </pc:spChg>
        <pc:spChg chg="mod">
          <ac:chgData name="今野 稔章" userId="9659808f-245f-46a7-991e-983cdf43b7a2" providerId="ADAL" clId="{ACDD22FB-E505-4BB7-8B70-C2384A409416}" dt="2022-03-16T02:31:59.619" v="3823" actId="14100"/>
          <ac:spMkLst>
            <pc:docMk/>
            <pc:sldMk cId="1232597272" sldId="384"/>
            <ac:spMk id="6" creationId="{4222CB24-596F-4FFF-B25E-7ACE5A11100C}"/>
          </ac:spMkLst>
        </pc:spChg>
      </pc:sldChg>
      <pc:sldChg chg="addSp modSp mod">
        <pc:chgData name="今野 稔章" userId="9659808f-245f-46a7-991e-983cdf43b7a2" providerId="ADAL" clId="{ACDD22FB-E505-4BB7-8B70-C2384A409416}" dt="2022-03-16T06:49:52.477" v="4797" actId="20577"/>
        <pc:sldMkLst>
          <pc:docMk/>
          <pc:sldMk cId="1129308970" sldId="385"/>
        </pc:sldMkLst>
        <pc:spChg chg="mod">
          <ac:chgData name="今野 稔章" userId="9659808f-245f-46a7-991e-983cdf43b7a2" providerId="ADAL" clId="{ACDD22FB-E505-4BB7-8B70-C2384A409416}" dt="2022-03-16T06:44:40.468" v="4596" actId="20577"/>
          <ac:spMkLst>
            <pc:docMk/>
            <pc:sldMk cId="1129308970" sldId="385"/>
            <ac:spMk id="3" creationId="{0416E6C7-255A-4315-A6F8-BE453DB3FE8B}"/>
          </ac:spMkLst>
        </pc:spChg>
        <pc:spChg chg="mod">
          <ac:chgData name="今野 稔章" userId="9659808f-245f-46a7-991e-983cdf43b7a2" providerId="ADAL" clId="{ACDD22FB-E505-4BB7-8B70-C2384A409416}" dt="2022-03-16T06:47:09.695" v="4742" actId="14100"/>
          <ac:spMkLst>
            <pc:docMk/>
            <pc:sldMk cId="1129308970" sldId="385"/>
            <ac:spMk id="5" creationId="{F5C29447-C2EA-4C39-B5EF-D33634FBB099}"/>
          </ac:spMkLst>
        </pc:spChg>
        <pc:spChg chg="mod">
          <ac:chgData name="今野 稔章" userId="9659808f-245f-46a7-991e-983cdf43b7a2" providerId="ADAL" clId="{ACDD22FB-E505-4BB7-8B70-C2384A409416}" dt="2022-03-16T06:46:24.038" v="4708" actId="14100"/>
          <ac:spMkLst>
            <pc:docMk/>
            <pc:sldMk cId="1129308970" sldId="385"/>
            <ac:spMk id="6" creationId="{B40AD299-093D-4639-99DA-F1D1003DF892}"/>
          </ac:spMkLst>
        </pc:spChg>
        <pc:spChg chg="add mod">
          <ac:chgData name="今野 稔章" userId="9659808f-245f-46a7-991e-983cdf43b7a2" providerId="ADAL" clId="{ACDD22FB-E505-4BB7-8B70-C2384A409416}" dt="2022-03-16T06:47:34.008" v="4744" actId="1076"/>
          <ac:spMkLst>
            <pc:docMk/>
            <pc:sldMk cId="1129308970" sldId="385"/>
            <ac:spMk id="8" creationId="{2202B131-E7A4-4375-AC96-2B2379A34749}"/>
          </ac:spMkLst>
        </pc:spChg>
        <pc:spChg chg="add mod">
          <ac:chgData name="今野 稔章" userId="9659808f-245f-46a7-991e-983cdf43b7a2" providerId="ADAL" clId="{ACDD22FB-E505-4BB7-8B70-C2384A409416}" dt="2022-03-16T06:49:52.477" v="4797" actId="20577"/>
          <ac:spMkLst>
            <pc:docMk/>
            <pc:sldMk cId="1129308970" sldId="385"/>
            <ac:spMk id="9" creationId="{5E8AC5C1-3A0A-4AB2-9269-29B9B76D05D2}"/>
          </ac:spMkLst>
        </pc:spChg>
      </pc:sldChg>
      <pc:sldChg chg="addSp delSp modSp mod">
        <pc:chgData name="今野 稔章" userId="9659808f-245f-46a7-991e-983cdf43b7a2" providerId="ADAL" clId="{ACDD22FB-E505-4BB7-8B70-C2384A409416}" dt="2022-03-16T08:05:35.019" v="6661" actId="14100"/>
        <pc:sldMkLst>
          <pc:docMk/>
          <pc:sldMk cId="4232040181" sldId="386"/>
        </pc:sldMkLst>
        <pc:spChg chg="mod">
          <ac:chgData name="今野 稔章" userId="9659808f-245f-46a7-991e-983cdf43b7a2" providerId="ADAL" clId="{ACDD22FB-E505-4BB7-8B70-C2384A409416}" dt="2022-03-16T07:31:19.923" v="5911" actId="20577"/>
          <ac:spMkLst>
            <pc:docMk/>
            <pc:sldMk cId="4232040181" sldId="386"/>
            <ac:spMk id="3" creationId="{ECC356E8-8843-4405-AABC-551E152DC8EF}"/>
          </ac:spMkLst>
        </pc:spChg>
        <pc:spChg chg="mod">
          <ac:chgData name="今野 稔章" userId="9659808f-245f-46a7-991e-983cdf43b7a2" providerId="ADAL" clId="{ACDD22FB-E505-4BB7-8B70-C2384A409416}" dt="2022-03-16T07:48:10.640" v="6322" actId="20577"/>
          <ac:spMkLst>
            <pc:docMk/>
            <pc:sldMk cId="4232040181" sldId="386"/>
            <ac:spMk id="5" creationId="{D759E5A2-08EB-410E-95CA-C15EEDD4ED0C}"/>
          </ac:spMkLst>
        </pc:spChg>
        <pc:spChg chg="mod">
          <ac:chgData name="今野 稔章" userId="9659808f-245f-46a7-991e-983cdf43b7a2" providerId="ADAL" clId="{ACDD22FB-E505-4BB7-8B70-C2384A409416}" dt="2022-03-16T07:36:43.470" v="5985" actId="14100"/>
          <ac:spMkLst>
            <pc:docMk/>
            <pc:sldMk cId="4232040181" sldId="386"/>
            <ac:spMk id="6" creationId="{A574298E-A5CC-409E-906C-5DD862FE564A}"/>
          </ac:spMkLst>
        </pc:spChg>
        <pc:spChg chg="add del mod">
          <ac:chgData name="今野 稔章" userId="9659808f-245f-46a7-991e-983cdf43b7a2" providerId="ADAL" clId="{ACDD22FB-E505-4BB7-8B70-C2384A409416}" dt="2022-03-16T07:39:44.435" v="6039" actId="478"/>
          <ac:spMkLst>
            <pc:docMk/>
            <pc:sldMk cId="4232040181" sldId="386"/>
            <ac:spMk id="8" creationId="{71752CD3-1E0B-42A8-94FD-33C2D0363961}"/>
          </ac:spMkLst>
        </pc:spChg>
        <pc:spChg chg="add mod">
          <ac:chgData name="今野 稔章" userId="9659808f-245f-46a7-991e-983cdf43b7a2" providerId="ADAL" clId="{ACDD22FB-E505-4BB7-8B70-C2384A409416}" dt="2022-03-16T07:51:38.502" v="6354" actId="1076"/>
          <ac:spMkLst>
            <pc:docMk/>
            <pc:sldMk cId="4232040181" sldId="386"/>
            <ac:spMk id="9" creationId="{201B2836-6CC9-4371-AB79-98A2322D4FA4}"/>
          </ac:spMkLst>
        </pc:spChg>
        <pc:spChg chg="add mod">
          <ac:chgData name="今野 稔章" userId="9659808f-245f-46a7-991e-983cdf43b7a2" providerId="ADAL" clId="{ACDD22FB-E505-4BB7-8B70-C2384A409416}" dt="2022-03-16T07:48:38.980" v="6325" actId="14100"/>
          <ac:spMkLst>
            <pc:docMk/>
            <pc:sldMk cId="4232040181" sldId="386"/>
            <ac:spMk id="10" creationId="{C561D42E-DEC1-4956-B53B-032E9682906A}"/>
          </ac:spMkLst>
        </pc:spChg>
        <pc:spChg chg="add mod">
          <ac:chgData name="今野 稔章" userId="9659808f-245f-46a7-991e-983cdf43b7a2" providerId="ADAL" clId="{ACDD22FB-E505-4BB7-8B70-C2384A409416}" dt="2022-03-16T07:49:03.412" v="6332" actId="14100"/>
          <ac:spMkLst>
            <pc:docMk/>
            <pc:sldMk cId="4232040181" sldId="386"/>
            <ac:spMk id="11" creationId="{E3084AAE-3551-4CF7-B04A-684E822C90B3}"/>
          </ac:spMkLst>
        </pc:spChg>
        <pc:spChg chg="add mod">
          <ac:chgData name="今野 稔章" userId="9659808f-245f-46a7-991e-983cdf43b7a2" providerId="ADAL" clId="{ACDD22FB-E505-4BB7-8B70-C2384A409416}" dt="2022-03-16T07:49:27.492" v="6338" actId="14100"/>
          <ac:spMkLst>
            <pc:docMk/>
            <pc:sldMk cId="4232040181" sldId="386"/>
            <ac:spMk id="12" creationId="{5D69D241-0CC4-4D91-BC6B-DF8E855CCCAE}"/>
          </ac:spMkLst>
        </pc:spChg>
        <pc:spChg chg="add mod">
          <ac:chgData name="今野 稔章" userId="9659808f-245f-46a7-991e-983cdf43b7a2" providerId="ADAL" clId="{ACDD22FB-E505-4BB7-8B70-C2384A409416}" dt="2022-03-16T07:51:50.683" v="6355" actId="1076"/>
          <ac:spMkLst>
            <pc:docMk/>
            <pc:sldMk cId="4232040181" sldId="386"/>
            <ac:spMk id="22" creationId="{D71CF92C-860B-4562-9438-AF36A008F1AD}"/>
          </ac:spMkLst>
        </pc:spChg>
        <pc:spChg chg="add mod">
          <ac:chgData name="今野 稔章" userId="9659808f-245f-46a7-991e-983cdf43b7a2" providerId="ADAL" clId="{ACDD22FB-E505-4BB7-8B70-C2384A409416}" dt="2022-03-16T08:04:46.256" v="6660" actId="1037"/>
          <ac:spMkLst>
            <pc:docMk/>
            <pc:sldMk cId="4232040181" sldId="386"/>
            <ac:spMk id="23" creationId="{DEDE474C-EF8B-4A34-B5E8-457C3DBD097C}"/>
          </ac:spMkLst>
        </pc:spChg>
        <pc:cxnChg chg="add mod ord">
          <ac:chgData name="今野 稔章" userId="9659808f-245f-46a7-991e-983cdf43b7a2" providerId="ADAL" clId="{ACDD22FB-E505-4BB7-8B70-C2384A409416}" dt="2022-03-16T07:50:45.181" v="6348" actId="14100"/>
          <ac:cxnSpMkLst>
            <pc:docMk/>
            <pc:sldMk cId="4232040181" sldId="386"/>
            <ac:cxnSpMk id="13" creationId="{698BA43A-3EA4-43EE-A87D-2B96E3411F88}"/>
          </ac:cxnSpMkLst>
        </pc:cxnChg>
        <pc:cxnChg chg="add mod">
          <ac:chgData name="今野 稔章" userId="9659808f-245f-46a7-991e-983cdf43b7a2" providerId="ADAL" clId="{ACDD22FB-E505-4BB7-8B70-C2384A409416}" dt="2022-03-16T08:05:35.019" v="6661" actId="14100"/>
          <ac:cxnSpMkLst>
            <pc:docMk/>
            <pc:sldMk cId="4232040181" sldId="386"/>
            <ac:cxnSpMk id="17" creationId="{B5CF6235-6F7D-4BE0-AC1D-B8B7EE56E551}"/>
          </ac:cxnSpMkLst>
        </pc:cxnChg>
      </pc:sldChg>
      <pc:sldChg chg="addSp delSp modSp mod">
        <pc:chgData name="今野 稔章" userId="9659808f-245f-46a7-991e-983cdf43b7a2" providerId="ADAL" clId="{ACDD22FB-E505-4BB7-8B70-C2384A409416}" dt="2022-03-18T01:52:10.278" v="9747" actId="20577"/>
        <pc:sldMkLst>
          <pc:docMk/>
          <pc:sldMk cId="74421920" sldId="387"/>
        </pc:sldMkLst>
        <pc:spChg chg="mod">
          <ac:chgData name="今野 稔章" userId="9659808f-245f-46a7-991e-983cdf43b7a2" providerId="ADAL" clId="{ACDD22FB-E505-4BB7-8B70-C2384A409416}" dt="2022-03-16T08:16:37.627" v="6682" actId="20577"/>
          <ac:spMkLst>
            <pc:docMk/>
            <pc:sldMk cId="74421920" sldId="387"/>
            <ac:spMk id="3" creationId="{6FD687C0-83D6-4D2C-9DE6-FFBE139FAA3C}"/>
          </ac:spMkLst>
        </pc:spChg>
        <pc:spChg chg="mod">
          <ac:chgData name="今野 稔章" userId="9659808f-245f-46a7-991e-983cdf43b7a2" providerId="ADAL" clId="{ACDD22FB-E505-4BB7-8B70-C2384A409416}" dt="2022-03-18T00:10:49.859" v="8022" actId="20577"/>
          <ac:spMkLst>
            <pc:docMk/>
            <pc:sldMk cId="74421920" sldId="387"/>
            <ac:spMk id="5" creationId="{95BE3205-4CFE-4B28-87D5-D3228EAB104B}"/>
          </ac:spMkLst>
        </pc:spChg>
        <pc:spChg chg="mod">
          <ac:chgData name="今野 稔章" userId="9659808f-245f-46a7-991e-983cdf43b7a2" providerId="ADAL" clId="{ACDD22FB-E505-4BB7-8B70-C2384A409416}" dt="2022-03-18T01:52:10.278" v="9747" actId="20577"/>
          <ac:spMkLst>
            <pc:docMk/>
            <pc:sldMk cId="74421920" sldId="387"/>
            <ac:spMk id="6" creationId="{976853B5-0158-4ECA-AF9B-E4C7AE0F3A3B}"/>
          </ac:spMkLst>
        </pc:spChg>
        <pc:spChg chg="add del mod">
          <ac:chgData name="今野 稔章" userId="9659808f-245f-46a7-991e-983cdf43b7a2" providerId="ADAL" clId="{ACDD22FB-E505-4BB7-8B70-C2384A409416}" dt="2022-03-17T08:27:34.302" v="7100" actId="21"/>
          <ac:spMkLst>
            <pc:docMk/>
            <pc:sldMk cId="74421920" sldId="387"/>
            <ac:spMk id="8" creationId="{572F82FD-84D5-4A7A-9A70-033B6E0BFE82}"/>
          </ac:spMkLst>
        </pc:spChg>
      </pc:sldChg>
      <pc:sldChg chg="addSp modSp mod">
        <pc:chgData name="今野 稔章" userId="9659808f-245f-46a7-991e-983cdf43b7a2" providerId="ADAL" clId="{ACDD22FB-E505-4BB7-8B70-C2384A409416}" dt="2022-03-18T04:34:25.039" v="11543" actId="14100"/>
        <pc:sldMkLst>
          <pc:docMk/>
          <pc:sldMk cId="1631171697" sldId="388"/>
        </pc:sldMkLst>
        <pc:spChg chg="mod">
          <ac:chgData name="今野 稔章" userId="9659808f-245f-46a7-991e-983cdf43b7a2" providerId="ADAL" clId="{ACDD22FB-E505-4BB7-8B70-C2384A409416}" dt="2022-03-18T04:17:08.536" v="10885" actId="20577"/>
          <ac:spMkLst>
            <pc:docMk/>
            <pc:sldMk cId="1631171697" sldId="388"/>
            <ac:spMk id="3" creationId="{22A8D678-73EA-4EF4-ACFC-2ED7626000EA}"/>
          </ac:spMkLst>
        </pc:spChg>
        <pc:spChg chg="mod">
          <ac:chgData name="今野 稔章" userId="9659808f-245f-46a7-991e-983cdf43b7a2" providerId="ADAL" clId="{ACDD22FB-E505-4BB7-8B70-C2384A409416}" dt="2022-03-18T04:33:42.408" v="11459" actId="20577"/>
          <ac:spMkLst>
            <pc:docMk/>
            <pc:sldMk cId="1631171697" sldId="388"/>
            <ac:spMk id="5" creationId="{EF48FA70-0B86-4131-B946-0A0F0DD5AD66}"/>
          </ac:spMkLst>
        </pc:spChg>
        <pc:spChg chg="mod">
          <ac:chgData name="今野 稔章" userId="9659808f-245f-46a7-991e-983cdf43b7a2" providerId="ADAL" clId="{ACDD22FB-E505-4BB7-8B70-C2384A409416}" dt="2022-03-18T04:19:12.969" v="10951" actId="14100"/>
          <ac:spMkLst>
            <pc:docMk/>
            <pc:sldMk cId="1631171697" sldId="388"/>
            <ac:spMk id="6" creationId="{31E8E468-2E95-45DE-AB3D-A3FD776B2A09}"/>
          </ac:spMkLst>
        </pc:spChg>
        <pc:spChg chg="add mod">
          <ac:chgData name="今野 稔章" userId="9659808f-245f-46a7-991e-983cdf43b7a2" providerId="ADAL" clId="{ACDD22FB-E505-4BB7-8B70-C2384A409416}" dt="2022-03-18T04:28:00.289" v="11222"/>
          <ac:spMkLst>
            <pc:docMk/>
            <pc:sldMk cId="1631171697" sldId="388"/>
            <ac:spMk id="8" creationId="{F50E1B21-62B4-42ED-9B91-9FFD059046CE}"/>
          </ac:spMkLst>
        </pc:spChg>
        <pc:spChg chg="add mod">
          <ac:chgData name="今野 稔章" userId="9659808f-245f-46a7-991e-983cdf43b7a2" providerId="ADAL" clId="{ACDD22FB-E505-4BB7-8B70-C2384A409416}" dt="2022-03-18T04:34:25.039" v="11543" actId="14100"/>
          <ac:spMkLst>
            <pc:docMk/>
            <pc:sldMk cId="1631171697" sldId="388"/>
            <ac:spMk id="9" creationId="{21DD2D41-DC65-4E04-A36C-B77E0B4BFF9D}"/>
          </ac:spMkLst>
        </pc:spChg>
      </pc:sldChg>
      <pc:sldChg chg="addSp modSp mod">
        <pc:chgData name="今野 稔章" userId="9659808f-245f-46a7-991e-983cdf43b7a2" providerId="ADAL" clId="{ACDD22FB-E505-4BB7-8B70-C2384A409416}" dt="2022-03-18T05:04:52.016" v="12211" actId="20577"/>
        <pc:sldMkLst>
          <pc:docMk/>
          <pc:sldMk cId="2517615311" sldId="389"/>
        </pc:sldMkLst>
        <pc:spChg chg="mod">
          <ac:chgData name="今野 稔章" userId="9659808f-245f-46a7-991e-983cdf43b7a2" providerId="ADAL" clId="{ACDD22FB-E505-4BB7-8B70-C2384A409416}" dt="2022-03-18T04:53:27.898" v="11727" actId="20577"/>
          <ac:spMkLst>
            <pc:docMk/>
            <pc:sldMk cId="2517615311" sldId="389"/>
            <ac:spMk id="3" creationId="{89F88717-F2CA-412F-B97D-F2E5A9D06613}"/>
          </ac:spMkLst>
        </pc:spChg>
        <pc:spChg chg="mod">
          <ac:chgData name="今野 稔章" userId="9659808f-245f-46a7-991e-983cdf43b7a2" providerId="ADAL" clId="{ACDD22FB-E505-4BB7-8B70-C2384A409416}" dt="2022-03-18T04:58:22.774" v="11885" actId="14100"/>
          <ac:spMkLst>
            <pc:docMk/>
            <pc:sldMk cId="2517615311" sldId="389"/>
            <ac:spMk id="5" creationId="{82E4DF40-4EF6-48EB-9485-A1658EE7F2B9}"/>
          </ac:spMkLst>
        </pc:spChg>
        <pc:spChg chg="mod">
          <ac:chgData name="今野 稔章" userId="9659808f-245f-46a7-991e-983cdf43b7a2" providerId="ADAL" clId="{ACDD22FB-E505-4BB7-8B70-C2384A409416}" dt="2022-03-18T04:57:46.949" v="11884" actId="207"/>
          <ac:spMkLst>
            <pc:docMk/>
            <pc:sldMk cId="2517615311" sldId="389"/>
            <ac:spMk id="6" creationId="{ECEF25C9-6849-420E-BDD5-9CF931B9A0D0}"/>
          </ac:spMkLst>
        </pc:spChg>
        <pc:spChg chg="add mod">
          <ac:chgData name="今野 稔章" userId="9659808f-245f-46a7-991e-983cdf43b7a2" providerId="ADAL" clId="{ACDD22FB-E505-4BB7-8B70-C2384A409416}" dt="2022-03-18T05:01:53.894" v="12021" actId="1076"/>
          <ac:spMkLst>
            <pc:docMk/>
            <pc:sldMk cId="2517615311" sldId="389"/>
            <ac:spMk id="8" creationId="{71401C15-F42B-4CA3-A1E5-A71AF4F228CE}"/>
          </ac:spMkLst>
        </pc:spChg>
        <pc:spChg chg="add mod">
          <ac:chgData name="今野 稔章" userId="9659808f-245f-46a7-991e-983cdf43b7a2" providerId="ADAL" clId="{ACDD22FB-E505-4BB7-8B70-C2384A409416}" dt="2022-03-18T05:04:52.016" v="12211" actId="20577"/>
          <ac:spMkLst>
            <pc:docMk/>
            <pc:sldMk cId="2517615311" sldId="389"/>
            <ac:spMk id="9" creationId="{C7CF3CF1-4F2A-4C25-8735-9ADF606DA6E6}"/>
          </ac:spMkLst>
        </pc:spChg>
      </pc:sldChg>
      <pc:sldChg chg="modSp add del mod modShow">
        <pc:chgData name="今野 稔章" userId="9659808f-245f-46a7-991e-983cdf43b7a2" providerId="ADAL" clId="{ACDD22FB-E505-4BB7-8B70-C2384A409416}" dt="2022-03-16T07:22:30.839" v="5890" actId="2696"/>
        <pc:sldMkLst>
          <pc:docMk/>
          <pc:sldMk cId="3142378400" sldId="390"/>
        </pc:sldMkLst>
        <pc:spChg chg="mod">
          <ac:chgData name="今野 稔章" userId="9659808f-245f-46a7-991e-983cdf43b7a2" providerId="ADAL" clId="{ACDD22FB-E505-4BB7-8B70-C2384A409416}" dt="2022-03-11T06:12:17.209" v="185" actId="20577"/>
          <ac:spMkLst>
            <pc:docMk/>
            <pc:sldMk cId="3142378400" sldId="390"/>
            <ac:spMk id="3" creationId="{CA6E639A-FC10-48F8-A370-4B85FF18DA9C}"/>
          </ac:spMkLst>
        </pc:spChg>
        <pc:spChg chg="mod">
          <ac:chgData name="今野 稔章" userId="9659808f-245f-46a7-991e-983cdf43b7a2" providerId="ADAL" clId="{ACDD22FB-E505-4BB7-8B70-C2384A409416}" dt="2022-03-11T06:11:12.223" v="167"/>
          <ac:spMkLst>
            <pc:docMk/>
            <pc:sldMk cId="3142378400" sldId="390"/>
            <ac:spMk id="6" creationId="{2F132914-3B86-41A3-A64F-3D4C5C9931C3}"/>
          </ac:spMkLst>
        </pc:spChg>
      </pc:sldChg>
      <pc:sldChg chg="delSp modSp add mod ord modNotesTx">
        <pc:chgData name="今野 稔章" userId="9659808f-245f-46a7-991e-983cdf43b7a2" providerId="ADAL" clId="{ACDD22FB-E505-4BB7-8B70-C2384A409416}" dt="2022-03-18T06:24:19.677" v="13704" actId="5793"/>
        <pc:sldMkLst>
          <pc:docMk/>
          <pc:sldMk cId="2603982268" sldId="452"/>
        </pc:sldMkLst>
        <pc:spChg chg="mod">
          <ac:chgData name="今野 稔章" userId="9659808f-245f-46a7-991e-983cdf43b7a2" providerId="ADAL" clId="{ACDD22FB-E505-4BB7-8B70-C2384A409416}" dt="2022-03-18T06:23:27.984" v="13675" actId="20577"/>
          <ac:spMkLst>
            <pc:docMk/>
            <pc:sldMk cId="2603982268" sldId="452"/>
            <ac:spMk id="3" creationId="{1C79983C-D8FC-4693-8551-08AD543141F3}"/>
          </ac:spMkLst>
        </pc:spChg>
        <pc:spChg chg="mod">
          <ac:chgData name="今野 稔章" userId="9659808f-245f-46a7-991e-983cdf43b7a2" providerId="ADAL" clId="{ACDD22FB-E505-4BB7-8B70-C2384A409416}" dt="2022-03-18T06:24:19.677" v="13704" actId="5793"/>
          <ac:spMkLst>
            <pc:docMk/>
            <pc:sldMk cId="2603982268" sldId="452"/>
            <ac:spMk id="12" creationId="{4E6A31DE-7FE5-4684-BE8A-68D488E83B54}"/>
          </ac:spMkLst>
        </pc:spChg>
        <pc:spChg chg="del mod">
          <ac:chgData name="今野 稔章" userId="9659808f-245f-46a7-991e-983cdf43b7a2" providerId="ADAL" clId="{ACDD22FB-E505-4BB7-8B70-C2384A409416}" dt="2022-03-18T06:16:20.078" v="13266" actId="478"/>
          <ac:spMkLst>
            <pc:docMk/>
            <pc:sldMk cId="2603982268" sldId="452"/>
            <ac:spMk id="58" creationId="{DF077D7B-BCE1-48C6-A00D-871F479F650E}"/>
          </ac:spMkLst>
        </pc:spChg>
      </pc:sldChg>
      <pc:sldChg chg="add del mod modShow">
        <pc:chgData name="今野 稔章" userId="9659808f-245f-46a7-991e-983cdf43b7a2" providerId="ADAL" clId="{ACDD22FB-E505-4BB7-8B70-C2384A409416}" dt="2022-03-16T07:21:06.530" v="5883" actId="2696"/>
        <pc:sldMkLst>
          <pc:docMk/>
          <pc:sldMk cId="2660603478" sldId="453"/>
        </pc:sldMkLst>
      </pc:sldChg>
      <pc:sldChg chg="addSp delSp modSp mod">
        <pc:chgData name="今野 稔章" userId="9659808f-245f-46a7-991e-983cdf43b7a2" providerId="ADAL" clId="{ACDD22FB-E505-4BB7-8B70-C2384A409416}" dt="2022-03-14T08:02:29.927" v="1937" actId="20577"/>
        <pc:sldMkLst>
          <pc:docMk/>
          <pc:sldMk cId="2322582000" sldId="454"/>
        </pc:sldMkLst>
        <pc:spChg chg="mod">
          <ac:chgData name="今野 稔章" userId="9659808f-245f-46a7-991e-983cdf43b7a2" providerId="ADAL" clId="{ACDD22FB-E505-4BB7-8B70-C2384A409416}" dt="2022-03-14T08:02:29.927" v="1937" actId="20577"/>
          <ac:spMkLst>
            <pc:docMk/>
            <pc:sldMk cId="2322582000" sldId="454"/>
            <ac:spMk id="3" creationId="{B99B4DE4-67BC-4A7A-ADCF-37CD1D992E62}"/>
          </ac:spMkLst>
        </pc:spChg>
        <pc:spChg chg="mod">
          <ac:chgData name="今野 稔章" userId="9659808f-245f-46a7-991e-983cdf43b7a2" providerId="ADAL" clId="{ACDD22FB-E505-4BB7-8B70-C2384A409416}" dt="2022-03-14T07:42:55.752" v="1130" actId="20577"/>
          <ac:spMkLst>
            <pc:docMk/>
            <pc:sldMk cId="2322582000" sldId="454"/>
            <ac:spMk id="5" creationId="{6787D70C-FE95-4CAB-8B0F-363F2A30CB34}"/>
          </ac:spMkLst>
        </pc:spChg>
        <pc:spChg chg="mod">
          <ac:chgData name="今野 稔章" userId="9659808f-245f-46a7-991e-983cdf43b7a2" providerId="ADAL" clId="{ACDD22FB-E505-4BB7-8B70-C2384A409416}" dt="2022-03-14T07:59:27.228" v="1785" actId="13926"/>
          <ac:spMkLst>
            <pc:docMk/>
            <pc:sldMk cId="2322582000" sldId="454"/>
            <ac:spMk id="7" creationId="{0FC30C39-EBE8-47E3-AA9D-4A7EEC4F3583}"/>
          </ac:spMkLst>
        </pc:spChg>
        <pc:spChg chg="del">
          <ac:chgData name="今野 稔章" userId="9659808f-245f-46a7-991e-983cdf43b7a2" providerId="ADAL" clId="{ACDD22FB-E505-4BB7-8B70-C2384A409416}" dt="2022-03-14T07:53:01.441" v="1529" actId="21"/>
          <ac:spMkLst>
            <pc:docMk/>
            <pc:sldMk cId="2322582000" sldId="454"/>
            <ac:spMk id="8" creationId="{85232EF7-B812-4733-96CD-E0C14B596787}"/>
          </ac:spMkLst>
        </pc:spChg>
        <pc:spChg chg="add mod">
          <ac:chgData name="今野 稔章" userId="9659808f-245f-46a7-991e-983cdf43b7a2" providerId="ADAL" clId="{ACDD22FB-E505-4BB7-8B70-C2384A409416}" dt="2022-03-14T08:01:53.912" v="1916" actId="20577"/>
          <ac:spMkLst>
            <pc:docMk/>
            <pc:sldMk cId="2322582000" sldId="454"/>
            <ac:spMk id="10" creationId="{2BDD1324-306A-4815-A8B2-871C05758FA6}"/>
          </ac:spMkLst>
        </pc:spChg>
        <pc:cxnChg chg="del">
          <ac:chgData name="今野 稔章" userId="9659808f-245f-46a7-991e-983cdf43b7a2" providerId="ADAL" clId="{ACDD22FB-E505-4BB7-8B70-C2384A409416}" dt="2022-03-14T07:53:04.910" v="1530" actId="21"/>
          <ac:cxnSpMkLst>
            <pc:docMk/>
            <pc:sldMk cId="2322582000" sldId="454"/>
            <ac:cxnSpMk id="9" creationId="{C2FC9F5F-B13C-4341-9EE4-7AF17CDE1F13}"/>
          </ac:cxnSpMkLst>
        </pc:cxnChg>
      </pc:sldChg>
      <pc:sldChg chg="addSp delSp modSp add mod">
        <pc:chgData name="今野 稔章" userId="9659808f-245f-46a7-991e-983cdf43b7a2" providerId="ADAL" clId="{ACDD22FB-E505-4BB7-8B70-C2384A409416}" dt="2022-03-14T08:30:39.522" v="2318" actId="20577"/>
        <pc:sldMkLst>
          <pc:docMk/>
          <pc:sldMk cId="536066133" sldId="455"/>
        </pc:sldMkLst>
        <pc:spChg chg="add del mod">
          <ac:chgData name="今野 稔章" userId="9659808f-245f-46a7-991e-983cdf43b7a2" providerId="ADAL" clId="{ACDD22FB-E505-4BB7-8B70-C2384A409416}" dt="2022-03-14T08:23:44.380" v="1950" actId="478"/>
          <ac:spMkLst>
            <pc:docMk/>
            <pc:sldMk cId="536066133" sldId="455"/>
            <ac:spMk id="6" creationId="{DEEB04C1-AB7A-4E32-9CAE-132F859EF05D}"/>
          </ac:spMkLst>
        </pc:spChg>
        <pc:spChg chg="mod">
          <ac:chgData name="今野 稔章" userId="9659808f-245f-46a7-991e-983cdf43b7a2" providerId="ADAL" clId="{ACDD22FB-E505-4BB7-8B70-C2384A409416}" dt="2022-03-14T08:21:50.587" v="1946" actId="13926"/>
          <ac:spMkLst>
            <pc:docMk/>
            <pc:sldMk cId="536066133" sldId="455"/>
            <ac:spMk id="7" creationId="{0FC30C39-EBE8-47E3-AA9D-4A7EEC4F3583}"/>
          </ac:spMkLst>
        </pc:spChg>
        <pc:spChg chg="add mod">
          <ac:chgData name="今野 稔章" userId="9659808f-245f-46a7-991e-983cdf43b7a2" providerId="ADAL" clId="{ACDD22FB-E505-4BB7-8B70-C2384A409416}" dt="2022-03-14T08:24:10.908" v="1953" actId="14100"/>
          <ac:spMkLst>
            <pc:docMk/>
            <pc:sldMk cId="536066133" sldId="455"/>
            <ac:spMk id="9" creationId="{ADA63BEB-5463-4D40-9194-B0F41F50E25A}"/>
          </ac:spMkLst>
        </pc:spChg>
        <pc:spChg chg="mod">
          <ac:chgData name="今野 稔章" userId="9659808f-245f-46a7-991e-983cdf43b7a2" providerId="ADAL" clId="{ACDD22FB-E505-4BB7-8B70-C2384A409416}" dt="2022-03-14T08:30:39.522" v="2318" actId="20577"/>
          <ac:spMkLst>
            <pc:docMk/>
            <pc:sldMk cId="536066133" sldId="455"/>
            <ac:spMk id="10" creationId="{2BDD1324-306A-4815-A8B2-871C05758FA6}"/>
          </ac:spMkLst>
        </pc:spChg>
        <pc:spChg chg="add mod">
          <ac:chgData name="今野 稔章" userId="9659808f-245f-46a7-991e-983cdf43b7a2" providerId="ADAL" clId="{ACDD22FB-E505-4BB7-8B70-C2384A409416}" dt="2022-03-14T08:25:00.452" v="1961" actId="14100"/>
          <ac:spMkLst>
            <pc:docMk/>
            <pc:sldMk cId="536066133" sldId="455"/>
            <ac:spMk id="11" creationId="{3A7675CA-BB3F-42DE-992A-295A05CB84B5}"/>
          </ac:spMkLst>
        </pc:spChg>
        <pc:spChg chg="mod">
          <ac:chgData name="今野 稔章" userId="9659808f-245f-46a7-991e-983cdf43b7a2" providerId="ADAL" clId="{ACDD22FB-E505-4BB7-8B70-C2384A409416}" dt="2022-03-14T08:25:25.752" v="1964"/>
          <ac:spMkLst>
            <pc:docMk/>
            <pc:sldMk cId="536066133" sldId="455"/>
            <ac:spMk id="13" creationId="{4956583C-55BD-4D79-8C15-A760B389523C}"/>
          </ac:spMkLst>
        </pc:spChg>
        <pc:spChg chg="mod">
          <ac:chgData name="今野 稔章" userId="9659808f-245f-46a7-991e-983cdf43b7a2" providerId="ADAL" clId="{ACDD22FB-E505-4BB7-8B70-C2384A409416}" dt="2022-03-14T08:25:25.752" v="1964"/>
          <ac:spMkLst>
            <pc:docMk/>
            <pc:sldMk cId="536066133" sldId="455"/>
            <ac:spMk id="14" creationId="{940FDE4F-E1FC-4602-8BF5-A4B27FD0476E}"/>
          </ac:spMkLst>
        </pc:spChg>
        <pc:grpChg chg="add mod">
          <ac:chgData name="今野 稔章" userId="9659808f-245f-46a7-991e-983cdf43b7a2" providerId="ADAL" clId="{ACDD22FB-E505-4BB7-8B70-C2384A409416}" dt="2022-03-14T08:27:14.442" v="1993" actId="1038"/>
          <ac:grpSpMkLst>
            <pc:docMk/>
            <pc:sldMk cId="536066133" sldId="455"/>
            <ac:grpSpMk id="12" creationId="{56A6FA07-FCB5-4D7B-9801-7FA746B89B70}"/>
          </ac:grpSpMkLst>
        </pc:grpChg>
        <pc:cxnChg chg="add mod">
          <ac:chgData name="今野 稔章" userId="9659808f-245f-46a7-991e-983cdf43b7a2" providerId="ADAL" clId="{ACDD22FB-E505-4BB7-8B70-C2384A409416}" dt="2022-03-14T08:27:14.442" v="1993" actId="1038"/>
          <ac:cxnSpMkLst>
            <pc:docMk/>
            <pc:sldMk cId="536066133" sldId="455"/>
            <ac:cxnSpMk id="15" creationId="{64DD89CE-2625-41F6-8B42-1040AE447A80}"/>
          </ac:cxnSpMkLst>
        </pc:cxnChg>
      </pc:sldChg>
      <pc:sldChg chg="modSp add mod">
        <pc:chgData name="今野 稔章" userId="9659808f-245f-46a7-991e-983cdf43b7a2" providerId="ADAL" clId="{ACDD22FB-E505-4BB7-8B70-C2384A409416}" dt="2022-03-16T02:05:31.419" v="3634" actId="115"/>
        <pc:sldMkLst>
          <pc:docMk/>
          <pc:sldMk cId="557482003" sldId="456"/>
        </pc:sldMkLst>
        <pc:spChg chg="mod">
          <ac:chgData name="今野 稔章" userId="9659808f-245f-46a7-991e-983cdf43b7a2" providerId="ADAL" clId="{ACDD22FB-E505-4BB7-8B70-C2384A409416}" dt="2022-03-16T02:05:31.419" v="3634" actId="115"/>
          <ac:spMkLst>
            <pc:docMk/>
            <pc:sldMk cId="557482003" sldId="456"/>
            <ac:spMk id="5" creationId="{A3FA706F-D80B-4F9D-B2DF-19680BD87CC3}"/>
          </ac:spMkLst>
        </pc:spChg>
      </pc:sldChg>
      <pc:sldChg chg="addSp delSp modSp add mod ord">
        <pc:chgData name="今野 稔章" userId="9659808f-245f-46a7-991e-983cdf43b7a2" providerId="ADAL" clId="{ACDD22FB-E505-4BB7-8B70-C2384A409416}" dt="2022-03-16T04:16:27.764" v="4556" actId="20577"/>
        <pc:sldMkLst>
          <pc:docMk/>
          <pc:sldMk cId="2296888987" sldId="457"/>
        </pc:sldMkLst>
        <pc:spChg chg="mod">
          <ac:chgData name="今野 稔章" userId="9659808f-245f-46a7-991e-983cdf43b7a2" providerId="ADAL" clId="{ACDD22FB-E505-4BB7-8B70-C2384A409416}" dt="2022-03-16T04:01:33.868" v="4166" actId="20577"/>
          <ac:spMkLst>
            <pc:docMk/>
            <pc:sldMk cId="2296888987" sldId="457"/>
            <ac:spMk id="3" creationId="{B99B4DE4-67BC-4A7A-ADCF-37CD1D992E62}"/>
          </ac:spMkLst>
        </pc:spChg>
        <pc:spChg chg="mod">
          <ac:chgData name="今野 稔章" userId="9659808f-245f-46a7-991e-983cdf43b7a2" providerId="ADAL" clId="{ACDD22FB-E505-4BB7-8B70-C2384A409416}" dt="2022-03-16T04:15:14.393" v="4428" actId="207"/>
          <ac:spMkLst>
            <pc:docMk/>
            <pc:sldMk cId="2296888987" sldId="457"/>
            <ac:spMk id="7" creationId="{0FC30C39-EBE8-47E3-AA9D-4A7EEC4F3583}"/>
          </ac:spMkLst>
        </pc:spChg>
        <pc:spChg chg="mod">
          <ac:chgData name="今野 稔章" userId="9659808f-245f-46a7-991e-983cdf43b7a2" providerId="ADAL" clId="{ACDD22FB-E505-4BB7-8B70-C2384A409416}" dt="2022-03-16T04:16:27.764" v="4556" actId="20577"/>
          <ac:spMkLst>
            <pc:docMk/>
            <pc:sldMk cId="2296888987" sldId="457"/>
            <ac:spMk id="10" creationId="{2BDD1324-306A-4815-A8B2-871C05758FA6}"/>
          </ac:spMkLst>
        </pc:spChg>
        <pc:spChg chg="mod">
          <ac:chgData name="今野 稔章" userId="9659808f-245f-46a7-991e-983cdf43b7a2" providerId="ADAL" clId="{ACDD22FB-E505-4BB7-8B70-C2384A409416}" dt="2022-03-16T04:04:01.720" v="4250" actId="14100"/>
          <ac:spMkLst>
            <pc:docMk/>
            <pc:sldMk cId="2296888987" sldId="457"/>
            <ac:spMk id="11" creationId="{3A7675CA-BB3F-42DE-992A-295A05CB84B5}"/>
          </ac:spMkLst>
        </pc:spChg>
        <pc:spChg chg="add del mod">
          <ac:chgData name="今野 稔章" userId="9659808f-245f-46a7-991e-983cdf43b7a2" providerId="ADAL" clId="{ACDD22FB-E505-4BB7-8B70-C2384A409416}" dt="2022-03-16T04:05:35.767" v="4257" actId="21"/>
          <ac:spMkLst>
            <pc:docMk/>
            <pc:sldMk cId="2296888987" sldId="457"/>
            <ac:spMk id="18" creationId="{5850E464-02C9-4CA9-AF0A-5C46E21F0500}"/>
          </ac:spMkLst>
        </pc:spChg>
        <pc:spChg chg="add del mod">
          <ac:chgData name="今野 稔章" userId="9659808f-245f-46a7-991e-983cdf43b7a2" providerId="ADAL" clId="{ACDD22FB-E505-4BB7-8B70-C2384A409416}" dt="2022-03-16T04:08:51.189" v="4270" actId="478"/>
          <ac:spMkLst>
            <pc:docMk/>
            <pc:sldMk cId="2296888987" sldId="457"/>
            <ac:spMk id="19" creationId="{379FBF84-DC9B-4C67-A13D-997A670142A6}"/>
          </ac:spMkLst>
        </pc:spChg>
        <pc:cxnChg chg="mod">
          <ac:chgData name="今野 稔章" userId="9659808f-245f-46a7-991e-983cdf43b7a2" providerId="ADAL" clId="{ACDD22FB-E505-4BB7-8B70-C2384A409416}" dt="2022-03-16T04:04:01.720" v="4250" actId="14100"/>
          <ac:cxnSpMkLst>
            <pc:docMk/>
            <pc:sldMk cId="2296888987" sldId="457"/>
            <ac:cxnSpMk id="15" creationId="{64DD89CE-2625-41F6-8B42-1040AE447A80}"/>
          </ac:cxnSpMkLst>
        </pc:cxnChg>
      </pc:sldChg>
      <pc:sldChg chg="addSp modSp add mod ord">
        <pc:chgData name="今野 稔章" userId="9659808f-245f-46a7-991e-983cdf43b7a2" providerId="ADAL" clId="{ACDD22FB-E505-4BB7-8B70-C2384A409416}" dt="2022-03-16T07:19:21.123" v="5807" actId="20577"/>
        <pc:sldMkLst>
          <pc:docMk/>
          <pc:sldMk cId="208646094" sldId="458"/>
        </pc:sldMkLst>
        <pc:spChg chg="mod">
          <ac:chgData name="今野 稔章" userId="9659808f-245f-46a7-991e-983cdf43b7a2" providerId="ADAL" clId="{ACDD22FB-E505-4BB7-8B70-C2384A409416}" dt="2022-03-16T06:59:13.182" v="4854" actId="20577"/>
          <ac:spMkLst>
            <pc:docMk/>
            <pc:sldMk cId="208646094" sldId="458"/>
            <ac:spMk id="3" creationId="{B99B4DE4-67BC-4A7A-ADCF-37CD1D992E62}"/>
          </ac:spMkLst>
        </pc:spChg>
        <pc:spChg chg="mod">
          <ac:chgData name="今野 稔章" userId="9659808f-245f-46a7-991e-983cdf43b7a2" providerId="ADAL" clId="{ACDD22FB-E505-4BB7-8B70-C2384A409416}" dt="2022-03-16T07:03:45.762" v="5086" actId="207"/>
          <ac:spMkLst>
            <pc:docMk/>
            <pc:sldMk cId="208646094" sldId="458"/>
            <ac:spMk id="7" creationId="{0FC30C39-EBE8-47E3-AA9D-4A7EEC4F3583}"/>
          </ac:spMkLst>
        </pc:spChg>
        <pc:spChg chg="mod">
          <ac:chgData name="今野 稔章" userId="9659808f-245f-46a7-991e-983cdf43b7a2" providerId="ADAL" clId="{ACDD22FB-E505-4BB7-8B70-C2384A409416}" dt="2022-03-16T07:19:21.123" v="5807" actId="20577"/>
          <ac:spMkLst>
            <pc:docMk/>
            <pc:sldMk cId="208646094" sldId="458"/>
            <ac:spMk id="10" creationId="{2BDD1324-306A-4815-A8B2-871C05758FA6}"/>
          </ac:spMkLst>
        </pc:spChg>
        <pc:spChg chg="add mod">
          <ac:chgData name="今野 稔章" userId="9659808f-245f-46a7-991e-983cdf43b7a2" providerId="ADAL" clId="{ACDD22FB-E505-4BB7-8B70-C2384A409416}" dt="2022-03-16T07:14:50.665" v="5641" actId="207"/>
          <ac:spMkLst>
            <pc:docMk/>
            <pc:sldMk cId="208646094" sldId="458"/>
            <ac:spMk id="24" creationId="{15C5582F-A062-4073-B1BE-D3996231E8CB}"/>
          </ac:spMkLst>
        </pc:spChg>
        <pc:picChg chg="add mod">
          <ac:chgData name="今野 稔章" userId="9659808f-245f-46a7-991e-983cdf43b7a2" providerId="ADAL" clId="{ACDD22FB-E505-4BB7-8B70-C2384A409416}" dt="2022-03-16T07:12:34.054" v="5623" actId="1076"/>
          <ac:picMkLst>
            <pc:docMk/>
            <pc:sldMk cId="208646094" sldId="458"/>
            <ac:picMk id="6" creationId="{DF805D99-9CDC-4377-A242-781FA4E49F86}"/>
          </ac:picMkLst>
        </pc:picChg>
        <pc:cxnChg chg="add mod">
          <ac:chgData name="今野 稔章" userId="9659808f-245f-46a7-991e-983cdf43b7a2" providerId="ADAL" clId="{ACDD22FB-E505-4BB7-8B70-C2384A409416}" dt="2022-03-16T07:13:00.638" v="5626" actId="14100"/>
          <ac:cxnSpMkLst>
            <pc:docMk/>
            <pc:sldMk cId="208646094" sldId="458"/>
            <ac:cxnSpMk id="9" creationId="{BBCD5A52-F354-450E-9314-01C0A19E077F}"/>
          </ac:cxnSpMkLst>
        </pc:cxnChg>
        <pc:cxnChg chg="add mod">
          <ac:chgData name="今野 稔章" userId="9659808f-245f-46a7-991e-983cdf43b7a2" providerId="ADAL" clId="{ACDD22FB-E505-4BB7-8B70-C2384A409416}" dt="2022-03-16T07:14:18.861" v="5638" actId="14100"/>
          <ac:cxnSpMkLst>
            <pc:docMk/>
            <pc:sldMk cId="208646094" sldId="458"/>
            <ac:cxnSpMk id="12" creationId="{64E3AEF1-BF07-4068-B0C5-9ECCDC6AE6C4}"/>
          </ac:cxnSpMkLst>
        </pc:cxnChg>
      </pc:sldChg>
      <pc:sldChg chg="delSp modSp add mod">
        <pc:chgData name="今野 稔章" userId="9659808f-245f-46a7-991e-983cdf43b7a2" providerId="ADAL" clId="{ACDD22FB-E505-4BB7-8B70-C2384A409416}" dt="2022-03-16T07:20:03.367" v="5879" actId="20577"/>
        <pc:sldMkLst>
          <pc:docMk/>
          <pc:sldMk cId="1118311165" sldId="459"/>
        </pc:sldMkLst>
        <pc:spChg chg="mod">
          <ac:chgData name="今野 稔章" userId="9659808f-245f-46a7-991e-983cdf43b7a2" providerId="ADAL" clId="{ACDD22FB-E505-4BB7-8B70-C2384A409416}" dt="2022-03-16T07:17:46.131" v="5761" actId="207"/>
          <ac:spMkLst>
            <pc:docMk/>
            <pc:sldMk cId="1118311165" sldId="459"/>
            <ac:spMk id="7" creationId="{0FC30C39-EBE8-47E3-AA9D-4A7EEC4F3583}"/>
          </ac:spMkLst>
        </pc:spChg>
        <pc:spChg chg="mod">
          <ac:chgData name="今野 稔章" userId="9659808f-245f-46a7-991e-983cdf43b7a2" providerId="ADAL" clId="{ACDD22FB-E505-4BB7-8B70-C2384A409416}" dt="2022-03-16T07:20:03.367" v="5879" actId="20577"/>
          <ac:spMkLst>
            <pc:docMk/>
            <pc:sldMk cId="1118311165" sldId="459"/>
            <ac:spMk id="10" creationId="{2BDD1324-306A-4815-A8B2-871C05758FA6}"/>
          </ac:spMkLst>
        </pc:spChg>
        <pc:spChg chg="del">
          <ac:chgData name="今野 稔章" userId="9659808f-245f-46a7-991e-983cdf43b7a2" providerId="ADAL" clId="{ACDD22FB-E505-4BB7-8B70-C2384A409416}" dt="2022-03-16T07:15:56.467" v="5646" actId="478"/>
          <ac:spMkLst>
            <pc:docMk/>
            <pc:sldMk cId="1118311165" sldId="459"/>
            <ac:spMk id="24" creationId="{15C5582F-A062-4073-B1BE-D3996231E8CB}"/>
          </ac:spMkLst>
        </pc:spChg>
        <pc:picChg chg="del">
          <ac:chgData name="今野 稔章" userId="9659808f-245f-46a7-991e-983cdf43b7a2" providerId="ADAL" clId="{ACDD22FB-E505-4BB7-8B70-C2384A409416}" dt="2022-03-16T07:15:51.771" v="5643" actId="478"/>
          <ac:picMkLst>
            <pc:docMk/>
            <pc:sldMk cId="1118311165" sldId="459"/>
            <ac:picMk id="6" creationId="{DF805D99-9CDC-4377-A242-781FA4E49F86}"/>
          </ac:picMkLst>
        </pc:picChg>
        <pc:cxnChg chg="del mod">
          <ac:chgData name="今野 稔章" userId="9659808f-245f-46a7-991e-983cdf43b7a2" providerId="ADAL" clId="{ACDD22FB-E505-4BB7-8B70-C2384A409416}" dt="2022-03-16T07:15:55.768" v="5645" actId="478"/>
          <ac:cxnSpMkLst>
            <pc:docMk/>
            <pc:sldMk cId="1118311165" sldId="459"/>
            <ac:cxnSpMk id="9" creationId="{BBCD5A52-F354-450E-9314-01C0A19E077F}"/>
          </ac:cxnSpMkLst>
        </pc:cxnChg>
        <pc:cxnChg chg="del mod">
          <ac:chgData name="今野 稔章" userId="9659808f-245f-46a7-991e-983cdf43b7a2" providerId="ADAL" clId="{ACDD22FB-E505-4BB7-8B70-C2384A409416}" dt="2022-03-16T07:15:54.998" v="5644" actId="478"/>
          <ac:cxnSpMkLst>
            <pc:docMk/>
            <pc:sldMk cId="1118311165" sldId="459"/>
            <ac:cxnSpMk id="12" creationId="{64E3AEF1-BF07-4068-B0C5-9ECCDC6AE6C4}"/>
          </ac:cxnSpMkLst>
        </pc:cxnChg>
      </pc:sldChg>
      <pc:sldChg chg="addSp delSp modSp add mod">
        <pc:chgData name="今野 稔章" userId="9659808f-245f-46a7-991e-983cdf43b7a2" providerId="ADAL" clId="{ACDD22FB-E505-4BB7-8B70-C2384A409416}" dt="2022-03-16T08:06:19.225" v="6663" actId="14100"/>
        <pc:sldMkLst>
          <pc:docMk/>
          <pc:sldMk cId="3582910149" sldId="460"/>
        </pc:sldMkLst>
        <pc:spChg chg="mod">
          <ac:chgData name="今野 稔章" userId="9659808f-245f-46a7-991e-983cdf43b7a2" providerId="ADAL" clId="{ACDD22FB-E505-4BB7-8B70-C2384A409416}" dt="2022-03-16T08:03:26.396" v="6654" actId="20577"/>
          <ac:spMkLst>
            <pc:docMk/>
            <pc:sldMk cId="3582910149" sldId="460"/>
            <ac:spMk id="5" creationId="{D759E5A2-08EB-410E-95CA-C15EEDD4ED0C}"/>
          </ac:spMkLst>
        </pc:spChg>
        <pc:spChg chg="del">
          <ac:chgData name="今野 稔章" userId="9659808f-245f-46a7-991e-983cdf43b7a2" providerId="ADAL" clId="{ACDD22FB-E505-4BB7-8B70-C2384A409416}" dt="2022-03-16T07:53:58.003" v="6394" actId="478"/>
          <ac:spMkLst>
            <pc:docMk/>
            <pc:sldMk cId="3582910149" sldId="460"/>
            <ac:spMk id="6" creationId="{A574298E-A5CC-409E-906C-5DD862FE564A}"/>
          </ac:spMkLst>
        </pc:spChg>
        <pc:spChg chg="del">
          <ac:chgData name="今野 稔章" userId="9659808f-245f-46a7-991e-983cdf43b7a2" providerId="ADAL" clId="{ACDD22FB-E505-4BB7-8B70-C2384A409416}" dt="2022-03-16T07:54:02.928" v="6395" actId="21"/>
          <ac:spMkLst>
            <pc:docMk/>
            <pc:sldMk cId="3582910149" sldId="460"/>
            <ac:spMk id="7" creationId="{75E14179-D342-47CD-B8D4-6C9C100FF34F}"/>
          </ac:spMkLst>
        </pc:spChg>
        <pc:spChg chg="mod">
          <ac:chgData name="今野 稔章" userId="9659808f-245f-46a7-991e-983cdf43b7a2" providerId="ADAL" clId="{ACDD22FB-E505-4BB7-8B70-C2384A409416}" dt="2022-03-16T07:56:22.205" v="6515" actId="20577"/>
          <ac:spMkLst>
            <pc:docMk/>
            <pc:sldMk cId="3582910149" sldId="460"/>
            <ac:spMk id="9" creationId="{201B2836-6CC9-4371-AB79-98A2322D4FA4}"/>
          </ac:spMkLst>
        </pc:spChg>
        <pc:spChg chg="mod">
          <ac:chgData name="今野 稔章" userId="9659808f-245f-46a7-991e-983cdf43b7a2" providerId="ADAL" clId="{ACDD22FB-E505-4BB7-8B70-C2384A409416}" dt="2022-03-16T07:57:30.822" v="6560" actId="1036"/>
          <ac:spMkLst>
            <pc:docMk/>
            <pc:sldMk cId="3582910149" sldId="460"/>
            <ac:spMk id="10" creationId="{C561D42E-DEC1-4956-B53B-032E9682906A}"/>
          </ac:spMkLst>
        </pc:spChg>
        <pc:spChg chg="mod">
          <ac:chgData name="今野 稔章" userId="9659808f-245f-46a7-991e-983cdf43b7a2" providerId="ADAL" clId="{ACDD22FB-E505-4BB7-8B70-C2384A409416}" dt="2022-03-16T07:57:39.671" v="6564" actId="1035"/>
          <ac:spMkLst>
            <pc:docMk/>
            <pc:sldMk cId="3582910149" sldId="460"/>
            <ac:spMk id="11" creationId="{E3084AAE-3551-4CF7-B04A-684E822C90B3}"/>
          </ac:spMkLst>
        </pc:spChg>
        <pc:spChg chg="del">
          <ac:chgData name="今野 稔章" userId="9659808f-245f-46a7-991e-983cdf43b7a2" providerId="ADAL" clId="{ACDD22FB-E505-4BB7-8B70-C2384A409416}" dt="2022-03-16T07:54:40.096" v="6442" actId="478"/>
          <ac:spMkLst>
            <pc:docMk/>
            <pc:sldMk cId="3582910149" sldId="460"/>
            <ac:spMk id="12" creationId="{5D69D241-0CC4-4D91-BC6B-DF8E855CCCAE}"/>
          </ac:spMkLst>
        </pc:spChg>
        <pc:spChg chg="add del mod">
          <ac:chgData name="今野 稔章" userId="9659808f-245f-46a7-991e-983cdf43b7a2" providerId="ADAL" clId="{ACDD22FB-E505-4BB7-8B70-C2384A409416}" dt="2022-03-16T07:54:12.127" v="6396" actId="21"/>
          <ac:spMkLst>
            <pc:docMk/>
            <pc:sldMk cId="3582910149" sldId="460"/>
            <ac:spMk id="14" creationId="{E0F5FC0A-17F0-4B8A-9FA3-08BA741A0D4B}"/>
          </ac:spMkLst>
        </pc:spChg>
        <pc:spChg chg="mod">
          <ac:chgData name="今野 稔章" userId="9659808f-245f-46a7-991e-983cdf43b7a2" providerId="ADAL" clId="{ACDD22FB-E505-4BB7-8B70-C2384A409416}" dt="2022-03-16T08:00:42.887" v="6589" actId="1076"/>
          <ac:spMkLst>
            <pc:docMk/>
            <pc:sldMk cId="3582910149" sldId="460"/>
            <ac:spMk id="22" creationId="{D71CF92C-860B-4562-9438-AF36A008F1AD}"/>
          </ac:spMkLst>
        </pc:spChg>
        <pc:spChg chg="mod">
          <ac:chgData name="今野 稔章" userId="9659808f-245f-46a7-991e-983cdf43b7a2" providerId="ADAL" clId="{ACDD22FB-E505-4BB7-8B70-C2384A409416}" dt="2022-03-16T08:00:35.938" v="6588" actId="1076"/>
          <ac:spMkLst>
            <pc:docMk/>
            <pc:sldMk cId="3582910149" sldId="460"/>
            <ac:spMk id="23" creationId="{DEDE474C-EF8B-4A34-B5E8-457C3DBD097C}"/>
          </ac:spMkLst>
        </pc:spChg>
        <pc:spChg chg="add mod">
          <ac:chgData name="今野 稔章" userId="9659808f-245f-46a7-991e-983cdf43b7a2" providerId="ADAL" clId="{ACDD22FB-E505-4BB7-8B70-C2384A409416}" dt="2022-03-16T08:00:02.982" v="6582" actId="2085"/>
          <ac:spMkLst>
            <pc:docMk/>
            <pc:sldMk cId="3582910149" sldId="460"/>
            <ac:spMk id="24" creationId="{2C0666F6-33CA-40DE-AB3A-A2A0FD849931}"/>
          </ac:spMkLst>
        </pc:spChg>
        <pc:spChg chg="add mod">
          <ac:chgData name="今野 稔章" userId="9659808f-245f-46a7-991e-983cdf43b7a2" providerId="ADAL" clId="{ACDD22FB-E505-4BB7-8B70-C2384A409416}" dt="2022-03-16T08:00:07.836" v="6584" actId="2085"/>
          <ac:spMkLst>
            <pc:docMk/>
            <pc:sldMk cId="3582910149" sldId="460"/>
            <ac:spMk id="25" creationId="{3E7069A6-6FE9-41E2-B73A-5C928F9A3C4E}"/>
          </ac:spMkLst>
        </pc:spChg>
        <pc:cxnChg chg="mod">
          <ac:chgData name="今野 稔章" userId="9659808f-245f-46a7-991e-983cdf43b7a2" providerId="ADAL" clId="{ACDD22FB-E505-4BB7-8B70-C2384A409416}" dt="2022-03-16T08:00:21.642" v="6586" actId="14100"/>
          <ac:cxnSpMkLst>
            <pc:docMk/>
            <pc:sldMk cId="3582910149" sldId="460"/>
            <ac:cxnSpMk id="13" creationId="{698BA43A-3EA4-43EE-A87D-2B96E3411F88}"/>
          </ac:cxnSpMkLst>
        </pc:cxnChg>
        <pc:cxnChg chg="mod">
          <ac:chgData name="今野 稔章" userId="9659808f-245f-46a7-991e-983cdf43b7a2" providerId="ADAL" clId="{ACDD22FB-E505-4BB7-8B70-C2384A409416}" dt="2022-03-16T08:06:19.225" v="6663" actId="14100"/>
          <ac:cxnSpMkLst>
            <pc:docMk/>
            <pc:sldMk cId="3582910149" sldId="460"/>
            <ac:cxnSpMk id="17" creationId="{B5CF6235-6F7D-4BE0-AC1D-B8B7EE56E551}"/>
          </ac:cxnSpMkLst>
        </pc:cxnChg>
        <pc:cxnChg chg="add mod">
          <ac:chgData name="今野 稔章" userId="9659808f-245f-46a7-991e-983cdf43b7a2" providerId="ADAL" clId="{ACDD22FB-E505-4BB7-8B70-C2384A409416}" dt="2022-03-16T08:00:27.826" v="6587" actId="14100"/>
          <ac:cxnSpMkLst>
            <pc:docMk/>
            <pc:sldMk cId="3582910149" sldId="460"/>
            <ac:cxnSpMk id="28" creationId="{B3FC24D9-0445-47BB-939F-FEAC07603DD2}"/>
          </ac:cxnSpMkLst>
        </pc:cxnChg>
      </pc:sldChg>
      <pc:sldChg chg="addSp modSp add mod ord">
        <pc:chgData name="今野 稔章" userId="9659808f-245f-46a7-991e-983cdf43b7a2" providerId="ADAL" clId="{ACDD22FB-E505-4BB7-8B70-C2384A409416}" dt="2022-03-18T01:32:46.819" v="9016" actId="20577"/>
        <pc:sldMkLst>
          <pc:docMk/>
          <pc:sldMk cId="804563903" sldId="461"/>
        </pc:sldMkLst>
        <pc:spChg chg="mod">
          <ac:chgData name="今野 稔章" userId="9659808f-245f-46a7-991e-983cdf43b7a2" providerId="ADAL" clId="{ACDD22FB-E505-4BB7-8B70-C2384A409416}" dt="2022-03-18T00:11:55.687" v="8055" actId="20577"/>
          <ac:spMkLst>
            <pc:docMk/>
            <pc:sldMk cId="804563903" sldId="461"/>
            <ac:spMk id="3" creationId="{B99B4DE4-67BC-4A7A-ADCF-37CD1D992E62}"/>
          </ac:spMkLst>
        </pc:spChg>
        <pc:spChg chg="mod">
          <ac:chgData name="今野 稔章" userId="9659808f-245f-46a7-991e-983cdf43b7a2" providerId="ADAL" clId="{ACDD22FB-E505-4BB7-8B70-C2384A409416}" dt="2022-03-17T08:38:16.449" v="7832" actId="20577"/>
          <ac:spMkLst>
            <pc:docMk/>
            <pc:sldMk cId="804563903" sldId="461"/>
            <ac:spMk id="5" creationId="{6787D70C-FE95-4CAB-8B0F-363F2A30CB34}"/>
          </ac:spMkLst>
        </pc:spChg>
        <pc:spChg chg="mod">
          <ac:chgData name="今野 稔章" userId="9659808f-245f-46a7-991e-983cdf43b7a2" providerId="ADAL" clId="{ACDD22FB-E505-4BB7-8B70-C2384A409416}" dt="2022-03-17T08:40:19.923" v="7869" actId="20577"/>
          <ac:spMkLst>
            <pc:docMk/>
            <pc:sldMk cId="804563903" sldId="461"/>
            <ac:spMk id="7" creationId="{0FC30C39-EBE8-47E3-AA9D-4A7EEC4F3583}"/>
          </ac:spMkLst>
        </pc:spChg>
        <pc:spChg chg="add mod">
          <ac:chgData name="今野 稔章" userId="9659808f-245f-46a7-991e-983cdf43b7a2" providerId="ADAL" clId="{ACDD22FB-E505-4BB7-8B70-C2384A409416}" dt="2022-03-18T01:32:46.819" v="9016" actId="20577"/>
          <ac:spMkLst>
            <pc:docMk/>
            <pc:sldMk cId="804563903" sldId="461"/>
            <ac:spMk id="8" creationId="{159F79D6-0900-495D-BDD7-BC0CFC6AE72D}"/>
          </ac:spMkLst>
        </pc:spChg>
        <pc:spChg chg="mod">
          <ac:chgData name="今野 稔章" userId="9659808f-245f-46a7-991e-983cdf43b7a2" providerId="ADAL" clId="{ACDD22FB-E505-4BB7-8B70-C2384A409416}" dt="2022-03-16T08:32:42.037" v="7025" actId="20577"/>
          <ac:spMkLst>
            <pc:docMk/>
            <pc:sldMk cId="804563903" sldId="461"/>
            <ac:spMk id="10" creationId="{2BDD1324-306A-4815-A8B2-871C05758FA6}"/>
          </ac:spMkLst>
        </pc:spChg>
        <pc:cxnChg chg="add mod">
          <ac:chgData name="今野 稔章" userId="9659808f-245f-46a7-991e-983cdf43b7a2" providerId="ADAL" clId="{ACDD22FB-E505-4BB7-8B70-C2384A409416}" dt="2022-03-18T00:11:34.031" v="8026" actId="14100"/>
          <ac:cxnSpMkLst>
            <pc:docMk/>
            <pc:sldMk cId="804563903" sldId="461"/>
            <ac:cxnSpMk id="9" creationId="{9C85C31E-7BB3-461C-9889-B0EC1553977C}"/>
          </ac:cxnSpMkLst>
        </pc:cxnChg>
      </pc:sldChg>
      <pc:sldChg chg="addSp delSp modSp add mod">
        <pc:chgData name="今野 稔章" userId="9659808f-245f-46a7-991e-983cdf43b7a2" providerId="ADAL" clId="{ACDD22FB-E505-4BB7-8B70-C2384A409416}" dt="2022-03-18T01:53:42.217" v="9795" actId="20577"/>
        <pc:sldMkLst>
          <pc:docMk/>
          <pc:sldMk cId="1201730666" sldId="462"/>
        </pc:sldMkLst>
        <pc:spChg chg="mod">
          <ac:chgData name="今野 稔章" userId="9659808f-245f-46a7-991e-983cdf43b7a2" providerId="ADAL" clId="{ACDD22FB-E505-4BB7-8B70-C2384A409416}" dt="2022-03-18T01:53:42.217" v="9795" actId="20577"/>
          <ac:spMkLst>
            <pc:docMk/>
            <pc:sldMk cId="1201730666" sldId="462"/>
            <ac:spMk id="5" creationId="{6787D70C-FE95-4CAB-8B0F-363F2A30CB34}"/>
          </ac:spMkLst>
        </pc:spChg>
        <pc:spChg chg="mod">
          <ac:chgData name="今野 稔章" userId="9659808f-245f-46a7-991e-983cdf43b7a2" providerId="ADAL" clId="{ACDD22FB-E505-4BB7-8B70-C2384A409416}" dt="2022-03-18T00:33:49.130" v="8296" actId="14100"/>
          <ac:spMkLst>
            <pc:docMk/>
            <pc:sldMk cId="1201730666" sldId="462"/>
            <ac:spMk id="7" creationId="{0FC30C39-EBE8-47E3-AA9D-4A7EEC4F3583}"/>
          </ac:spMkLst>
        </pc:spChg>
        <pc:spChg chg="mod">
          <ac:chgData name="今野 稔章" userId="9659808f-245f-46a7-991e-983cdf43b7a2" providerId="ADAL" clId="{ACDD22FB-E505-4BB7-8B70-C2384A409416}" dt="2022-03-18T01:33:13.091" v="9022" actId="20577"/>
          <ac:spMkLst>
            <pc:docMk/>
            <pc:sldMk cId="1201730666" sldId="462"/>
            <ac:spMk id="8" creationId="{159F79D6-0900-495D-BDD7-BC0CFC6AE72D}"/>
          </ac:spMkLst>
        </pc:spChg>
        <pc:spChg chg="add del mod">
          <ac:chgData name="今野 稔章" userId="9659808f-245f-46a7-991e-983cdf43b7a2" providerId="ADAL" clId="{ACDD22FB-E505-4BB7-8B70-C2384A409416}" dt="2022-03-18T00:33:35.863" v="8295" actId="21"/>
          <ac:spMkLst>
            <pc:docMk/>
            <pc:sldMk cId="1201730666" sldId="462"/>
            <ac:spMk id="11" creationId="{A23CA2DA-D3D3-427A-890C-26816750A0BA}"/>
          </ac:spMkLst>
        </pc:spChg>
        <pc:spChg chg="add mod">
          <ac:chgData name="今野 稔章" userId="9659808f-245f-46a7-991e-983cdf43b7a2" providerId="ADAL" clId="{ACDD22FB-E505-4BB7-8B70-C2384A409416}" dt="2022-03-18T00:40:17.887" v="8349" actId="14100"/>
          <ac:spMkLst>
            <pc:docMk/>
            <pc:sldMk cId="1201730666" sldId="462"/>
            <ac:spMk id="16" creationId="{5896C39F-A4BB-43A3-8A26-FD92C20A5A0D}"/>
          </ac:spMkLst>
        </pc:spChg>
        <pc:spChg chg="add del">
          <ac:chgData name="今野 稔章" userId="9659808f-245f-46a7-991e-983cdf43b7a2" providerId="ADAL" clId="{ACDD22FB-E505-4BB7-8B70-C2384A409416}" dt="2022-03-18T00:40:57.923" v="8351" actId="478"/>
          <ac:spMkLst>
            <pc:docMk/>
            <pc:sldMk cId="1201730666" sldId="462"/>
            <ac:spMk id="17" creationId="{00F11EDD-AC38-4FF2-AA07-1270F9414B2C}"/>
          </ac:spMkLst>
        </pc:spChg>
        <pc:spChg chg="add mod">
          <ac:chgData name="今野 稔章" userId="9659808f-245f-46a7-991e-983cdf43b7a2" providerId="ADAL" clId="{ACDD22FB-E505-4BB7-8B70-C2384A409416}" dt="2022-03-18T00:42:12.053" v="8363" actId="1035"/>
          <ac:spMkLst>
            <pc:docMk/>
            <pc:sldMk cId="1201730666" sldId="462"/>
            <ac:spMk id="21" creationId="{9A277398-4646-4FF8-ADF5-DE8316F10E6B}"/>
          </ac:spMkLst>
        </pc:spChg>
        <pc:spChg chg="add mod">
          <ac:chgData name="今野 稔章" userId="9659808f-245f-46a7-991e-983cdf43b7a2" providerId="ADAL" clId="{ACDD22FB-E505-4BB7-8B70-C2384A409416}" dt="2022-03-18T00:44:24.851" v="8381" actId="208"/>
          <ac:spMkLst>
            <pc:docMk/>
            <pc:sldMk cId="1201730666" sldId="462"/>
            <ac:spMk id="27" creationId="{C23FB74E-E7DB-46A6-9112-DBFE29CA61FE}"/>
          </ac:spMkLst>
        </pc:spChg>
        <pc:spChg chg="add del mod">
          <ac:chgData name="今野 稔章" userId="9659808f-245f-46a7-991e-983cdf43b7a2" providerId="ADAL" clId="{ACDD22FB-E505-4BB7-8B70-C2384A409416}" dt="2022-03-18T00:43:55.018" v="8377" actId="478"/>
          <ac:spMkLst>
            <pc:docMk/>
            <pc:sldMk cId="1201730666" sldId="462"/>
            <ac:spMk id="28" creationId="{EC9585DB-BD49-4413-92F3-FDA883C198A0}"/>
          </ac:spMkLst>
        </pc:spChg>
        <pc:spChg chg="add del mod">
          <ac:chgData name="今野 稔章" userId="9659808f-245f-46a7-991e-983cdf43b7a2" providerId="ADAL" clId="{ACDD22FB-E505-4BB7-8B70-C2384A409416}" dt="2022-03-18T00:43:44.244" v="8374"/>
          <ac:spMkLst>
            <pc:docMk/>
            <pc:sldMk cId="1201730666" sldId="462"/>
            <ac:spMk id="29" creationId="{D5E6FEA5-746C-4AA5-96ED-2C4299C73BBF}"/>
          </ac:spMkLst>
        </pc:spChg>
        <pc:spChg chg="add mod">
          <ac:chgData name="今野 稔章" userId="9659808f-245f-46a7-991e-983cdf43b7a2" providerId="ADAL" clId="{ACDD22FB-E505-4BB7-8B70-C2384A409416}" dt="2022-03-18T00:47:05.666" v="8388" actId="14100"/>
          <ac:spMkLst>
            <pc:docMk/>
            <pc:sldMk cId="1201730666" sldId="462"/>
            <ac:spMk id="33" creationId="{23125D9F-3740-4D4F-BD19-FB80FE89A6C5}"/>
          </ac:spMkLst>
        </pc:spChg>
        <pc:spChg chg="add mod">
          <ac:chgData name="今野 稔章" userId="9659808f-245f-46a7-991e-983cdf43b7a2" providerId="ADAL" clId="{ACDD22FB-E505-4BB7-8B70-C2384A409416}" dt="2022-03-18T00:54:58.871" v="8462" actId="14100"/>
          <ac:spMkLst>
            <pc:docMk/>
            <pc:sldMk cId="1201730666" sldId="462"/>
            <ac:spMk id="36" creationId="{155B23C6-C799-4777-B190-989F21355CAE}"/>
          </ac:spMkLst>
        </pc:spChg>
        <pc:picChg chg="add del mod">
          <ac:chgData name="今野 稔章" userId="9659808f-245f-46a7-991e-983cdf43b7a2" providerId="ADAL" clId="{ACDD22FB-E505-4BB7-8B70-C2384A409416}" dt="2022-03-18T00:52:21.796" v="8390" actId="478"/>
          <ac:picMkLst>
            <pc:docMk/>
            <pc:sldMk cId="1201730666" sldId="462"/>
            <ac:picMk id="14" creationId="{47CDB85B-96BD-4B95-AFA1-BCB994E6EB2B}"/>
          </ac:picMkLst>
        </pc:picChg>
        <pc:picChg chg="add mod">
          <ac:chgData name="今野 稔章" userId="9659808f-245f-46a7-991e-983cdf43b7a2" providerId="ADAL" clId="{ACDD22FB-E505-4BB7-8B70-C2384A409416}" dt="2022-03-18T01:33:19.317" v="9033" actId="1035"/>
          <ac:picMkLst>
            <pc:docMk/>
            <pc:sldMk cId="1201730666" sldId="462"/>
            <ac:picMk id="15" creationId="{DB8C8C11-3708-4700-820B-AFD0C890D46B}"/>
          </ac:picMkLst>
        </pc:picChg>
        <pc:picChg chg="add mod">
          <ac:chgData name="今野 稔章" userId="9659808f-245f-46a7-991e-983cdf43b7a2" providerId="ADAL" clId="{ACDD22FB-E505-4BB7-8B70-C2384A409416}" dt="2022-03-18T00:52:57.984" v="8401" actId="1076"/>
          <ac:picMkLst>
            <pc:docMk/>
            <pc:sldMk cId="1201730666" sldId="462"/>
            <ac:picMk id="35" creationId="{F6C3F6F6-FB3E-47B4-A094-814182EB1C81}"/>
          </ac:picMkLst>
        </pc:picChg>
        <pc:cxnChg chg="mod">
          <ac:chgData name="今野 稔章" userId="9659808f-245f-46a7-991e-983cdf43b7a2" providerId="ADAL" clId="{ACDD22FB-E505-4BB7-8B70-C2384A409416}" dt="2022-03-18T00:34:00.866" v="8298" actId="14100"/>
          <ac:cxnSpMkLst>
            <pc:docMk/>
            <pc:sldMk cId="1201730666" sldId="462"/>
            <ac:cxnSpMk id="9" creationId="{9C85C31E-7BB3-461C-9889-B0EC1553977C}"/>
          </ac:cxnSpMkLst>
        </pc:cxnChg>
        <pc:cxnChg chg="add mod">
          <ac:chgData name="今野 稔章" userId="9659808f-245f-46a7-991e-983cdf43b7a2" providerId="ADAL" clId="{ACDD22FB-E505-4BB7-8B70-C2384A409416}" dt="2022-03-18T01:33:19.317" v="9033" actId="1035"/>
          <ac:cxnSpMkLst>
            <pc:docMk/>
            <pc:sldMk cId="1201730666" sldId="462"/>
            <ac:cxnSpMk id="18" creationId="{41808E62-7949-4192-9293-17681526E0B9}"/>
          </ac:cxnSpMkLst>
        </pc:cxnChg>
        <pc:cxnChg chg="add mod">
          <ac:chgData name="今野 稔章" userId="9659808f-245f-46a7-991e-983cdf43b7a2" providerId="ADAL" clId="{ACDD22FB-E505-4BB7-8B70-C2384A409416}" dt="2022-03-18T00:42:45.364" v="8368" actId="14100"/>
          <ac:cxnSpMkLst>
            <pc:docMk/>
            <pc:sldMk cId="1201730666" sldId="462"/>
            <ac:cxnSpMk id="22" creationId="{48DF1901-9969-4081-A58C-9CFD131FAC58}"/>
          </ac:cxnSpMkLst>
        </pc:cxnChg>
        <pc:cxnChg chg="add mod">
          <ac:chgData name="今野 稔章" userId="9659808f-245f-46a7-991e-983cdf43b7a2" providerId="ADAL" clId="{ACDD22FB-E505-4BB7-8B70-C2384A409416}" dt="2022-03-18T00:44:39.351" v="8382" actId="208"/>
          <ac:cxnSpMkLst>
            <pc:docMk/>
            <pc:sldMk cId="1201730666" sldId="462"/>
            <ac:cxnSpMk id="30" creationId="{DAD1E10B-80E7-4A45-A88D-9CDFDD226E4F}"/>
          </ac:cxnSpMkLst>
        </pc:cxnChg>
      </pc:sldChg>
      <pc:sldChg chg="addSp delSp modSp add mod ord">
        <pc:chgData name="今野 稔章" userId="9659808f-245f-46a7-991e-983cdf43b7a2" providerId="ADAL" clId="{ACDD22FB-E505-4BB7-8B70-C2384A409416}" dt="2022-03-18T01:53:58.708" v="9800" actId="20577"/>
        <pc:sldMkLst>
          <pc:docMk/>
          <pc:sldMk cId="1575764255" sldId="463"/>
        </pc:sldMkLst>
        <pc:spChg chg="del mod">
          <ac:chgData name="今野 稔章" userId="9659808f-245f-46a7-991e-983cdf43b7a2" providerId="ADAL" clId="{ACDD22FB-E505-4BB7-8B70-C2384A409416}" dt="2022-03-18T01:41:45.053" v="9505" actId="21"/>
          <ac:spMkLst>
            <pc:docMk/>
            <pc:sldMk cId="1575764255" sldId="463"/>
            <ac:spMk id="5" creationId="{6787D70C-FE95-4CAB-8B0F-363F2A30CB34}"/>
          </ac:spMkLst>
        </pc:spChg>
        <pc:spChg chg="mod">
          <ac:chgData name="今野 稔章" userId="9659808f-245f-46a7-991e-983cdf43b7a2" providerId="ADAL" clId="{ACDD22FB-E505-4BB7-8B70-C2384A409416}" dt="2022-03-18T01:42:00.230" v="9506" actId="14100"/>
          <ac:spMkLst>
            <pc:docMk/>
            <pc:sldMk cId="1575764255" sldId="463"/>
            <ac:spMk id="7" creationId="{0FC30C39-EBE8-47E3-AA9D-4A7EEC4F3583}"/>
          </ac:spMkLst>
        </pc:spChg>
        <pc:spChg chg="del mod">
          <ac:chgData name="今野 稔章" userId="9659808f-245f-46a7-991e-983cdf43b7a2" providerId="ADAL" clId="{ACDD22FB-E505-4BB7-8B70-C2384A409416}" dt="2022-03-18T01:31:02.824" v="8996" actId="478"/>
          <ac:spMkLst>
            <pc:docMk/>
            <pc:sldMk cId="1575764255" sldId="463"/>
            <ac:spMk id="8" creationId="{159F79D6-0900-495D-BDD7-BC0CFC6AE72D}"/>
          </ac:spMkLst>
        </pc:spChg>
        <pc:spChg chg="add mod">
          <ac:chgData name="今野 稔章" userId="9659808f-245f-46a7-991e-983cdf43b7a2" providerId="ADAL" clId="{ACDD22FB-E505-4BB7-8B70-C2384A409416}" dt="2022-03-18T01:42:47.704" v="9625" actId="1035"/>
          <ac:spMkLst>
            <pc:docMk/>
            <pc:sldMk cId="1575764255" sldId="463"/>
            <ac:spMk id="11" creationId="{26E5C752-1B7C-43E6-81C1-BD505F871228}"/>
          </ac:spMkLst>
        </pc:spChg>
        <pc:spChg chg="add mod">
          <ac:chgData name="今野 稔章" userId="9659808f-245f-46a7-991e-983cdf43b7a2" providerId="ADAL" clId="{ACDD22FB-E505-4BB7-8B70-C2384A409416}" dt="2022-03-18T01:43:06.605" v="9662" actId="1035"/>
          <ac:spMkLst>
            <pc:docMk/>
            <pc:sldMk cId="1575764255" sldId="463"/>
            <ac:spMk id="12" creationId="{A9F99383-050B-4513-9087-98A3EFB4006B}"/>
          </ac:spMkLst>
        </pc:spChg>
        <pc:spChg chg="add mod">
          <ac:chgData name="今野 稔章" userId="9659808f-245f-46a7-991e-983cdf43b7a2" providerId="ADAL" clId="{ACDD22FB-E505-4BB7-8B70-C2384A409416}" dt="2022-03-18T01:42:37.068" v="9589" actId="1035"/>
          <ac:spMkLst>
            <pc:docMk/>
            <pc:sldMk cId="1575764255" sldId="463"/>
            <ac:spMk id="13" creationId="{57424FD1-38CD-4327-B247-EB3C4042ED1F}"/>
          </ac:spMkLst>
        </pc:spChg>
        <pc:spChg chg="add mod">
          <ac:chgData name="今野 稔章" userId="9659808f-245f-46a7-991e-983cdf43b7a2" providerId="ADAL" clId="{ACDD22FB-E505-4BB7-8B70-C2384A409416}" dt="2022-03-18T01:42:21.585" v="9531" actId="1035"/>
          <ac:spMkLst>
            <pc:docMk/>
            <pc:sldMk cId="1575764255" sldId="463"/>
            <ac:spMk id="14" creationId="{B58DF40C-6A40-4704-9494-96730E3B8B88}"/>
          </ac:spMkLst>
        </pc:spChg>
        <pc:spChg chg="add mod">
          <ac:chgData name="今野 稔章" userId="9659808f-245f-46a7-991e-983cdf43b7a2" providerId="ADAL" clId="{ACDD22FB-E505-4BB7-8B70-C2384A409416}" dt="2022-03-18T01:42:27.092" v="9553" actId="1035"/>
          <ac:spMkLst>
            <pc:docMk/>
            <pc:sldMk cId="1575764255" sldId="463"/>
            <ac:spMk id="25" creationId="{1CA7529B-3A19-4012-BBFB-0E06E32AD0C6}"/>
          </ac:spMkLst>
        </pc:spChg>
        <pc:spChg chg="add mod">
          <ac:chgData name="今野 稔章" userId="9659808f-245f-46a7-991e-983cdf43b7a2" providerId="ADAL" clId="{ACDD22FB-E505-4BB7-8B70-C2384A409416}" dt="2022-03-18T01:53:58.708" v="9800" actId="20577"/>
          <ac:spMkLst>
            <pc:docMk/>
            <pc:sldMk cId="1575764255" sldId="463"/>
            <ac:spMk id="29" creationId="{13371879-8F7C-442C-BD1E-59B29BD06D63}"/>
          </ac:spMkLst>
        </pc:spChg>
        <pc:picChg chg="add mod">
          <ac:chgData name="今野 稔章" userId="9659808f-245f-46a7-991e-983cdf43b7a2" providerId="ADAL" clId="{ACDD22FB-E505-4BB7-8B70-C2384A409416}" dt="2022-03-18T01:42:54.331" v="9643" actId="1036"/>
          <ac:picMkLst>
            <pc:docMk/>
            <pc:sldMk cId="1575764255" sldId="463"/>
            <ac:picMk id="22" creationId="{A3011382-11A5-4CA7-8F08-EDC73F151AB3}"/>
          </ac:picMkLst>
        </pc:picChg>
        <pc:picChg chg="add mod">
          <ac:chgData name="今野 稔章" userId="9659808f-245f-46a7-991e-983cdf43b7a2" providerId="ADAL" clId="{ACDD22FB-E505-4BB7-8B70-C2384A409416}" dt="2022-03-18T01:43:49.846" v="9738" actId="1035"/>
          <ac:picMkLst>
            <pc:docMk/>
            <pc:sldMk cId="1575764255" sldId="463"/>
            <ac:picMk id="31" creationId="{80F0B26B-E628-4A2E-9F0F-7BAF77A0FBB3}"/>
          </ac:picMkLst>
        </pc:picChg>
        <pc:cxnChg chg="del mod">
          <ac:chgData name="今野 稔章" userId="9659808f-245f-46a7-991e-983cdf43b7a2" providerId="ADAL" clId="{ACDD22FB-E505-4BB7-8B70-C2384A409416}" dt="2022-03-18T01:31:06.187" v="8997" actId="478"/>
          <ac:cxnSpMkLst>
            <pc:docMk/>
            <pc:sldMk cId="1575764255" sldId="463"/>
            <ac:cxnSpMk id="9" creationId="{9C85C31E-7BB3-461C-9889-B0EC1553977C}"/>
          </ac:cxnSpMkLst>
        </pc:cxnChg>
        <pc:cxnChg chg="add mod">
          <ac:chgData name="今野 稔章" userId="9659808f-245f-46a7-991e-983cdf43b7a2" providerId="ADAL" clId="{ACDD22FB-E505-4BB7-8B70-C2384A409416}" dt="2022-03-18T01:43:13.156" v="9663" actId="14100"/>
          <ac:cxnSpMkLst>
            <pc:docMk/>
            <pc:sldMk cId="1575764255" sldId="463"/>
            <ac:cxnSpMk id="15" creationId="{F5B14561-4454-4EAA-A629-57852F53D83E}"/>
          </ac:cxnSpMkLst>
        </pc:cxnChg>
        <pc:cxnChg chg="add mod">
          <ac:chgData name="今野 稔章" userId="9659808f-245f-46a7-991e-983cdf43b7a2" providerId="ADAL" clId="{ACDD22FB-E505-4BB7-8B70-C2384A409416}" dt="2022-03-18T01:43:02.542" v="9644" actId="14100"/>
          <ac:cxnSpMkLst>
            <pc:docMk/>
            <pc:sldMk cId="1575764255" sldId="463"/>
            <ac:cxnSpMk id="18" creationId="{42B7EB74-3EEC-425B-AE19-F04648C624E2}"/>
          </ac:cxnSpMkLst>
        </pc:cxnChg>
      </pc:sldChg>
      <pc:sldChg chg="addSp delSp modSp add mod ord">
        <pc:chgData name="今野 稔章" userId="9659808f-245f-46a7-991e-983cdf43b7a2" providerId="ADAL" clId="{ACDD22FB-E505-4BB7-8B70-C2384A409416}" dt="2022-03-18T04:05:37.259" v="10864" actId="478"/>
        <pc:sldMkLst>
          <pc:docMk/>
          <pc:sldMk cId="1367584648" sldId="464"/>
        </pc:sldMkLst>
        <pc:spChg chg="mod">
          <ac:chgData name="今野 稔章" userId="9659808f-245f-46a7-991e-983cdf43b7a2" providerId="ADAL" clId="{ACDD22FB-E505-4BB7-8B70-C2384A409416}" dt="2022-03-18T03:56:28.353" v="10720" actId="14100"/>
          <ac:spMkLst>
            <pc:docMk/>
            <pc:sldMk cId="1367584648" sldId="464"/>
            <ac:spMk id="5" creationId="{6787D70C-FE95-4CAB-8B0F-363F2A30CB34}"/>
          </ac:spMkLst>
        </pc:spChg>
        <pc:spChg chg="add del mod">
          <ac:chgData name="今野 稔章" userId="9659808f-245f-46a7-991e-983cdf43b7a2" providerId="ADAL" clId="{ACDD22FB-E505-4BB7-8B70-C2384A409416}" dt="2022-03-18T04:05:37.259" v="10864" actId="478"/>
          <ac:spMkLst>
            <pc:docMk/>
            <pc:sldMk cId="1367584648" sldId="464"/>
            <ac:spMk id="6" creationId="{1F5E9E21-DA01-45E7-9F45-F3ED6B49E16E}"/>
          </ac:spMkLst>
        </pc:spChg>
        <pc:spChg chg="mod">
          <ac:chgData name="今野 稔章" userId="9659808f-245f-46a7-991e-983cdf43b7a2" providerId="ADAL" clId="{ACDD22FB-E505-4BB7-8B70-C2384A409416}" dt="2022-03-18T03:56:03.015" v="10716" actId="207"/>
          <ac:spMkLst>
            <pc:docMk/>
            <pc:sldMk cId="1367584648" sldId="464"/>
            <ac:spMk id="7" creationId="{0FC30C39-EBE8-47E3-AA9D-4A7EEC4F3583}"/>
          </ac:spMkLst>
        </pc:spChg>
        <pc:spChg chg="del mod">
          <ac:chgData name="今野 稔章" userId="9659808f-245f-46a7-991e-983cdf43b7a2" providerId="ADAL" clId="{ACDD22FB-E505-4BB7-8B70-C2384A409416}" dt="2022-03-18T03:56:13.225" v="10718" actId="478"/>
          <ac:spMkLst>
            <pc:docMk/>
            <pc:sldMk cId="1367584648" sldId="464"/>
            <ac:spMk id="8" creationId="{159F79D6-0900-495D-BDD7-BC0CFC6AE72D}"/>
          </ac:spMkLst>
        </pc:spChg>
        <pc:spChg chg="mod">
          <ac:chgData name="今野 稔章" userId="9659808f-245f-46a7-991e-983cdf43b7a2" providerId="ADAL" clId="{ACDD22FB-E505-4BB7-8B70-C2384A409416}" dt="2022-03-18T04:01:28.279" v="10846" actId="2710"/>
          <ac:spMkLst>
            <pc:docMk/>
            <pc:sldMk cId="1367584648" sldId="464"/>
            <ac:spMk id="10" creationId="{2BDD1324-306A-4815-A8B2-871C05758FA6}"/>
          </ac:spMkLst>
        </pc:spChg>
        <pc:spChg chg="add mod">
          <ac:chgData name="今野 稔章" userId="9659808f-245f-46a7-991e-983cdf43b7a2" providerId="ADAL" clId="{ACDD22FB-E505-4BB7-8B70-C2384A409416}" dt="2022-03-18T03:57:08.019" v="10751" actId="20577"/>
          <ac:spMkLst>
            <pc:docMk/>
            <pc:sldMk cId="1367584648" sldId="464"/>
            <ac:spMk id="11" creationId="{E8568393-FA1D-4F94-9999-0C30E814BE42}"/>
          </ac:spMkLst>
        </pc:spChg>
        <pc:cxnChg chg="del">
          <ac:chgData name="今野 稔章" userId="9659808f-245f-46a7-991e-983cdf43b7a2" providerId="ADAL" clId="{ACDD22FB-E505-4BB7-8B70-C2384A409416}" dt="2022-03-18T03:56:10.329" v="10717" actId="478"/>
          <ac:cxnSpMkLst>
            <pc:docMk/>
            <pc:sldMk cId="1367584648" sldId="464"/>
            <ac:cxnSpMk id="9" creationId="{9C85C31E-7BB3-461C-9889-B0EC1553977C}"/>
          </ac:cxnSpMkLst>
        </pc:cxnChg>
      </pc:sldChg>
      <pc:sldChg chg="addSp delSp modSp add mod ord">
        <pc:chgData name="今野 稔章" userId="9659808f-245f-46a7-991e-983cdf43b7a2" providerId="ADAL" clId="{ACDD22FB-E505-4BB7-8B70-C2384A409416}" dt="2022-03-18T05:37:58.689" v="12460" actId="20577"/>
        <pc:sldMkLst>
          <pc:docMk/>
          <pc:sldMk cId="2732496083" sldId="465"/>
        </pc:sldMkLst>
        <pc:spChg chg="mod">
          <ac:chgData name="今野 稔章" userId="9659808f-245f-46a7-991e-983cdf43b7a2" providerId="ADAL" clId="{ACDD22FB-E505-4BB7-8B70-C2384A409416}" dt="2022-03-18T05:30:51.745" v="12237" actId="20577"/>
          <ac:spMkLst>
            <pc:docMk/>
            <pc:sldMk cId="2732496083" sldId="465"/>
            <ac:spMk id="3" creationId="{B99B4DE4-67BC-4A7A-ADCF-37CD1D992E62}"/>
          </ac:spMkLst>
        </pc:spChg>
        <pc:spChg chg="add del mod">
          <ac:chgData name="今野 稔章" userId="9659808f-245f-46a7-991e-983cdf43b7a2" providerId="ADAL" clId="{ACDD22FB-E505-4BB7-8B70-C2384A409416}" dt="2022-03-18T05:31:31.474" v="12267"/>
          <ac:spMkLst>
            <pc:docMk/>
            <pc:sldMk cId="2732496083" sldId="465"/>
            <ac:spMk id="5" creationId="{6787D70C-FE95-4CAB-8B0F-363F2A30CB34}"/>
          </ac:spMkLst>
        </pc:spChg>
        <pc:spChg chg="mod">
          <ac:chgData name="今野 稔章" userId="9659808f-245f-46a7-991e-983cdf43b7a2" providerId="ADAL" clId="{ACDD22FB-E505-4BB7-8B70-C2384A409416}" dt="2022-03-18T05:35:17.247" v="12360" actId="20577"/>
          <ac:spMkLst>
            <pc:docMk/>
            <pc:sldMk cId="2732496083" sldId="465"/>
            <ac:spMk id="7" creationId="{0FC30C39-EBE8-47E3-AA9D-4A7EEC4F3583}"/>
          </ac:spMkLst>
        </pc:spChg>
        <pc:spChg chg="mod">
          <ac:chgData name="今野 稔章" userId="9659808f-245f-46a7-991e-983cdf43b7a2" providerId="ADAL" clId="{ACDD22FB-E505-4BB7-8B70-C2384A409416}" dt="2022-03-18T05:37:58.689" v="12460" actId="20577"/>
          <ac:spMkLst>
            <pc:docMk/>
            <pc:sldMk cId="2732496083" sldId="465"/>
            <ac:spMk id="8" creationId="{159F79D6-0900-495D-BDD7-BC0CFC6AE72D}"/>
          </ac:spMkLst>
        </pc:spChg>
        <pc:spChg chg="add del mod">
          <ac:chgData name="今野 稔章" userId="9659808f-245f-46a7-991e-983cdf43b7a2" providerId="ADAL" clId="{ACDD22FB-E505-4BB7-8B70-C2384A409416}" dt="2022-03-18T05:31:10.756" v="12239" actId="21"/>
          <ac:spMkLst>
            <pc:docMk/>
            <pc:sldMk cId="2732496083" sldId="465"/>
            <ac:spMk id="11" creationId="{61ECC9C3-B6B9-4494-8FE7-5398CEDAB351}"/>
          </ac:spMkLst>
        </pc:spChg>
        <pc:cxnChg chg="mod">
          <ac:chgData name="今野 稔章" userId="9659808f-245f-46a7-991e-983cdf43b7a2" providerId="ADAL" clId="{ACDD22FB-E505-4BB7-8B70-C2384A409416}" dt="2022-03-18T05:31:48.365" v="12270" actId="14100"/>
          <ac:cxnSpMkLst>
            <pc:docMk/>
            <pc:sldMk cId="2732496083" sldId="465"/>
            <ac:cxnSpMk id="9" creationId="{9C85C31E-7BB3-461C-9889-B0EC1553977C}"/>
          </ac:cxnSpMkLst>
        </pc:cxnChg>
      </pc:sldChg>
      <pc:sldChg chg="addSp delSp modSp add mod ord">
        <pc:chgData name="今野 稔章" userId="9659808f-245f-46a7-991e-983cdf43b7a2" providerId="ADAL" clId="{ACDD22FB-E505-4BB7-8B70-C2384A409416}" dt="2022-03-18T05:50:29.656" v="12966" actId="1037"/>
        <pc:sldMkLst>
          <pc:docMk/>
          <pc:sldMk cId="3981310704" sldId="466"/>
        </pc:sldMkLst>
        <pc:spChg chg="mod">
          <ac:chgData name="今野 稔章" userId="9659808f-245f-46a7-991e-983cdf43b7a2" providerId="ADAL" clId="{ACDD22FB-E505-4BB7-8B70-C2384A409416}" dt="2022-03-18T05:39:23.647" v="12497" actId="20577"/>
          <ac:spMkLst>
            <pc:docMk/>
            <pc:sldMk cId="3981310704" sldId="466"/>
            <ac:spMk id="3" creationId="{B99B4DE4-67BC-4A7A-ADCF-37CD1D992E62}"/>
          </ac:spMkLst>
        </pc:spChg>
        <pc:spChg chg="mod">
          <ac:chgData name="今野 稔章" userId="9659808f-245f-46a7-991e-983cdf43b7a2" providerId="ADAL" clId="{ACDD22FB-E505-4BB7-8B70-C2384A409416}" dt="2022-03-18T05:41:18.226" v="12535"/>
          <ac:spMkLst>
            <pc:docMk/>
            <pc:sldMk cId="3981310704" sldId="466"/>
            <ac:spMk id="5" creationId="{6787D70C-FE95-4CAB-8B0F-363F2A30CB34}"/>
          </ac:spMkLst>
        </pc:spChg>
        <pc:spChg chg="mod">
          <ac:chgData name="今野 稔章" userId="9659808f-245f-46a7-991e-983cdf43b7a2" providerId="ADAL" clId="{ACDD22FB-E505-4BB7-8B70-C2384A409416}" dt="2022-03-18T05:40:45.071" v="12534" actId="20577"/>
          <ac:spMkLst>
            <pc:docMk/>
            <pc:sldMk cId="3981310704" sldId="466"/>
            <ac:spMk id="7" creationId="{0FC30C39-EBE8-47E3-AA9D-4A7EEC4F3583}"/>
          </ac:spMkLst>
        </pc:spChg>
        <pc:spChg chg="mod">
          <ac:chgData name="今野 稔章" userId="9659808f-245f-46a7-991e-983cdf43b7a2" providerId="ADAL" clId="{ACDD22FB-E505-4BB7-8B70-C2384A409416}" dt="2022-03-18T05:48:29.650" v="12957" actId="20577"/>
          <ac:spMkLst>
            <pc:docMk/>
            <pc:sldMk cId="3981310704" sldId="466"/>
            <ac:spMk id="10" creationId="{2BDD1324-306A-4815-A8B2-871C05758FA6}"/>
          </ac:spMkLst>
        </pc:spChg>
        <pc:spChg chg="add del">
          <ac:chgData name="今野 稔章" userId="9659808f-245f-46a7-991e-983cdf43b7a2" providerId="ADAL" clId="{ACDD22FB-E505-4BB7-8B70-C2384A409416}" dt="2022-03-18T05:42:26.505" v="12539" actId="22"/>
          <ac:spMkLst>
            <pc:docMk/>
            <pc:sldMk cId="3981310704" sldId="466"/>
            <ac:spMk id="12" creationId="{F317FE02-2B04-431A-8A7D-045D7415A3CF}"/>
          </ac:spMkLst>
        </pc:spChg>
        <pc:picChg chg="add mod">
          <ac:chgData name="今野 稔章" userId="9659808f-245f-46a7-991e-983cdf43b7a2" providerId="ADAL" clId="{ACDD22FB-E505-4BB7-8B70-C2384A409416}" dt="2022-03-18T05:50:29.656" v="12966" actId="1037"/>
          <ac:picMkLst>
            <pc:docMk/>
            <pc:sldMk cId="3981310704" sldId="466"/>
            <ac:picMk id="9" creationId="{A532565F-B44C-46E1-90CA-BECECC725541}"/>
          </ac:picMkLst>
        </pc:picChg>
      </pc:sldChg>
    </pc:docChg>
  </pc:docChgLst>
  <pc:docChgLst>
    <pc:chgData name="鈴木 秀規" userId="f68c5fd9-22d5-4c0a-9833-7fb0f5135313" providerId="ADAL" clId="{9B0393DB-347A-4A9F-B4E7-8702A039FC28}"/>
    <pc:docChg chg="undo custSel addSld delSld modSld">
      <pc:chgData name="鈴木 秀規" userId="f68c5fd9-22d5-4c0a-9833-7fb0f5135313" providerId="ADAL" clId="{9B0393DB-347A-4A9F-B4E7-8702A039FC28}" dt="2021-01-28T06:37:49.917" v="1145" actId="2696"/>
      <pc:docMkLst>
        <pc:docMk/>
      </pc:docMkLst>
      <pc:sldChg chg="modSp mod">
        <pc:chgData name="鈴木 秀規" userId="f68c5fd9-22d5-4c0a-9833-7fb0f5135313" providerId="ADAL" clId="{9B0393DB-347A-4A9F-B4E7-8702A039FC28}" dt="2021-01-28T04:51:05.043" v="8" actId="20577"/>
        <pc:sldMkLst>
          <pc:docMk/>
          <pc:sldMk cId="0" sldId="256"/>
        </pc:sldMkLst>
        <pc:spChg chg="mod">
          <ac:chgData name="鈴木 秀規" userId="f68c5fd9-22d5-4c0a-9833-7fb0f5135313" providerId="ADAL" clId="{9B0393DB-347A-4A9F-B4E7-8702A039FC28}" dt="2021-01-28T04:51:05.043" v="8" actId="20577"/>
          <ac:spMkLst>
            <pc:docMk/>
            <pc:sldMk cId="0" sldId="256"/>
            <ac:spMk id="56" creationId="{00000000-0000-0000-0000-000000000000}"/>
          </ac:spMkLst>
        </pc:spChg>
      </pc:sldChg>
      <pc:sldChg chg="modSp mod">
        <pc:chgData name="鈴木 秀規" userId="f68c5fd9-22d5-4c0a-9833-7fb0f5135313" providerId="ADAL" clId="{9B0393DB-347A-4A9F-B4E7-8702A039FC28}" dt="2021-01-28T04:53:57.343" v="46" actId="207"/>
        <pc:sldMkLst>
          <pc:docMk/>
          <pc:sldMk cId="2397736379" sldId="363"/>
        </pc:sldMkLst>
        <pc:spChg chg="mod">
          <ac:chgData name="鈴木 秀規" userId="f68c5fd9-22d5-4c0a-9833-7fb0f5135313" providerId="ADAL" clId="{9B0393DB-347A-4A9F-B4E7-8702A039FC28}" dt="2021-01-28T04:51:13.114" v="9"/>
          <ac:spMkLst>
            <pc:docMk/>
            <pc:sldMk cId="2397736379" sldId="363"/>
            <ac:spMk id="7" creationId="{9630AD22-E64D-4A96-B059-2AF9F6580C25}"/>
          </ac:spMkLst>
        </pc:spChg>
        <pc:spChg chg="mod">
          <ac:chgData name="鈴木 秀規" userId="f68c5fd9-22d5-4c0a-9833-7fb0f5135313" providerId="ADAL" clId="{9B0393DB-347A-4A9F-B4E7-8702A039FC28}" dt="2021-01-28T04:53:57.343" v="46" actId="207"/>
          <ac:spMkLst>
            <pc:docMk/>
            <pc:sldMk cId="2397736379" sldId="363"/>
            <ac:spMk id="8" creationId="{787CF02A-01AB-4517-BA3E-25572FA82648}"/>
          </ac:spMkLst>
        </pc:spChg>
      </pc:sldChg>
      <pc:sldChg chg="del">
        <pc:chgData name="鈴木 秀規" userId="f68c5fd9-22d5-4c0a-9833-7fb0f5135313" providerId="ADAL" clId="{9B0393DB-347A-4A9F-B4E7-8702A039FC28}" dt="2021-01-28T04:51:20.164" v="10" actId="2696"/>
        <pc:sldMkLst>
          <pc:docMk/>
          <pc:sldMk cId="655144691" sldId="364"/>
        </pc:sldMkLst>
      </pc:sldChg>
      <pc:sldChg chg="addSp modSp new mod">
        <pc:chgData name="鈴木 秀規" userId="f68c5fd9-22d5-4c0a-9833-7fb0f5135313" providerId="ADAL" clId="{9B0393DB-347A-4A9F-B4E7-8702A039FC28}" dt="2021-01-28T04:59:15.087" v="93" actId="1076"/>
        <pc:sldMkLst>
          <pc:docMk/>
          <pc:sldMk cId="2018664081" sldId="364"/>
        </pc:sldMkLst>
        <pc:spChg chg="mod">
          <ac:chgData name="鈴木 秀規" userId="f68c5fd9-22d5-4c0a-9833-7fb0f5135313" providerId="ADAL" clId="{9B0393DB-347A-4A9F-B4E7-8702A039FC28}" dt="2021-01-28T04:54:08.475" v="48"/>
          <ac:spMkLst>
            <pc:docMk/>
            <pc:sldMk cId="2018664081" sldId="364"/>
            <ac:spMk id="3" creationId="{75DADEAD-0D67-4E17-9166-98A6805B6470}"/>
          </ac:spMkLst>
        </pc:spChg>
        <pc:spChg chg="mod">
          <ac:chgData name="鈴木 秀規" userId="f68c5fd9-22d5-4c0a-9833-7fb0f5135313" providerId="ADAL" clId="{9B0393DB-347A-4A9F-B4E7-8702A039FC28}" dt="2021-01-28T04:58:33.090" v="90" actId="14100"/>
          <ac:spMkLst>
            <pc:docMk/>
            <pc:sldMk cId="2018664081" sldId="364"/>
            <ac:spMk id="5" creationId="{E4A52243-874B-431E-A0B0-DB7E78319065}"/>
          </ac:spMkLst>
        </pc:spChg>
        <pc:spChg chg="add mod">
          <ac:chgData name="鈴木 秀規" userId="f68c5fd9-22d5-4c0a-9833-7fb0f5135313" providerId="ADAL" clId="{9B0393DB-347A-4A9F-B4E7-8702A039FC28}" dt="2021-01-28T04:55:56.647" v="77" actId="2711"/>
          <ac:spMkLst>
            <pc:docMk/>
            <pc:sldMk cId="2018664081" sldId="364"/>
            <ac:spMk id="6" creationId="{8F29406F-A595-462E-B24E-9CE5D8EF3E2D}"/>
          </ac:spMkLst>
        </pc:spChg>
        <pc:spChg chg="add mod">
          <ac:chgData name="鈴木 秀規" userId="f68c5fd9-22d5-4c0a-9833-7fb0f5135313" providerId="ADAL" clId="{9B0393DB-347A-4A9F-B4E7-8702A039FC28}" dt="2021-01-28T04:55:56.647" v="77" actId="2711"/>
          <ac:spMkLst>
            <pc:docMk/>
            <pc:sldMk cId="2018664081" sldId="364"/>
            <ac:spMk id="7" creationId="{2BA7F10E-1871-4F38-AC59-B0163B4434D5}"/>
          </ac:spMkLst>
        </pc:spChg>
        <pc:spChg chg="add mod">
          <ac:chgData name="鈴木 秀規" userId="f68c5fd9-22d5-4c0a-9833-7fb0f5135313" providerId="ADAL" clId="{9B0393DB-347A-4A9F-B4E7-8702A039FC28}" dt="2021-01-28T04:58:48.287" v="92" actId="207"/>
          <ac:spMkLst>
            <pc:docMk/>
            <pc:sldMk cId="2018664081" sldId="364"/>
            <ac:spMk id="8" creationId="{F96758B4-8B0C-4906-AE61-8689B893E300}"/>
          </ac:spMkLst>
        </pc:spChg>
        <pc:spChg chg="add mod">
          <ac:chgData name="鈴木 秀規" userId="f68c5fd9-22d5-4c0a-9833-7fb0f5135313" providerId="ADAL" clId="{9B0393DB-347A-4A9F-B4E7-8702A039FC28}" dt="2021-01-28T04:58:48.287" v="92" actId="207"/>
          <ac:spMkLst>
            <pc:docMk/>
            <pc:sldMk cId="2018664081" sldId="364"/>
            <ac:spMk id="9" creationId="{C40943D4-755B-48CE-BE20-39AD99482DDD}"/>
          </ac:spMkLst>
        </pc:spChg>
        <pc:spChg chg="add mod">
          <ac:chgData name="鈴木 秀規" userId="f68c5fd9-22d5-4c0a-9833-7fb0f5135313" providerId="ADAL" clId="{9B0393DB-347A-4A9F-B4E7-8702A039FC28}" dt="2021-01-28T04:58:48.287" v="92" actId="207"/>
          <ac:spMkLst>
            <pc:docMk/>
            <pc:sldMk cId="2018664081" sldId="364"/>
            <ac:spMk id="10" creationId="{428E113C-BEEF-4176-9373-33F49BE93CB6}"/>
          </ac:spMkLst>
        </pc:spChg>
        <pc:spChg chg="add mod">
          <ac:chgData name="鈴木 秀規" userId="f68c5fd9-22d5-4c0a-9833-7fb0f5135313" providerId="ADAL" clId="{9B0393DB-347A-4A9F-B4E7-8702A039FC28}" dt="2021-01-28T04:58:48.287" v="92" actId="207"/>
          <ac:spMkLst>
            <pc:docMk/>
            <pc:sldMk cId="2018664081" sldId="364"/>
            <ac:spMk id="11" creationId="{4A277E1D-FD12-479A-BA6F-0857A0959E90}"/>
          </ac:spMkLst>
        </pc:spChg>
        <pc:spChg chg="add mod">
          <ac:chgData name="鈴木 秀規" userId="f68c5fd9-22d5-4c0a-9833-7fb0f5135313" providerId="ADAL" clId="{9B0393DB-347A-4A9F-B4E7-8702A039FC28}" dt="2021-01-28T04:58:48.287" v="92" actId="207"/>
          <ac:spMkLst>
            <pc:docMk/>
            <pc:sldMk cId="2018664081" sldId="364"/>
            <ac:spMk id="12" creationId="{62CD15D6-B290-40CF-8A16-2D4CCCDA5B55}"/>
          </ac:spMkLst>
        </pc:spChg>
        <pc:spChg chg="add mod">
          <ac:chgData name="鈴木 秀規" userId="f68c5fd9-22d5-4c0a-9833-7fb0f5135313" providerId="ADAL" clId="{9B0393DB-347A-4A9F-B4E7-8702A039FC28}" dt="2021-01-28T04:58:48.287" v="92" actId="207"/>
          <ac:spMkLst>
            <pc:docMk/>
            <pc:sldMk cId="2018664081" sldId="364"/>
            <ac:spMk id="13" creationId="{DBD1595E-0338-493E-BEF5-BD50188C517A}"/>
          </ac:spMkLst>
        </pc:spChg>
        <pc:spChg chg="add mod">
          <ac:chgData name="鈴木 秀規" userId="f68c5fd9-22d5-4c0a-9833-7fb0f5135313" providerId="ADAL" clId="{9B0393DB-347A-4A9F-B4E7-8702A039FC28}" dt="2021-01-28T04:59:15.087" v="93" actId="1076"/>
          <ac:spMkLst>
            <pc:docMk/>
            <pc:sldMk cId="2018664081" sldId="364"/>
            <ac:spMk id="14" creationId="{E4EC873D-1263-447A-BF7D-809CAE197046}"/>
          </ac:spMkLst>
        </pc:spChg>
      </pc:sldChg>
      <pc:sldChg chg="modSp new mod">
        <pc:chgData name="鈴木 秀規" userId="f68c5fd9-22d5-4c0a-9833-7fb0f5135313" providerId="ADAL" clId="{9B0393DB-347A-4A9F-B4E7-8702A039FC28}" dt="2021-01-28T05:00:43.639" v="117" actId="113"/>
        <pc:sldMkLst>
          <pc:docMk/>
          <pc:sldMk cId="2019205359" sldId="365"/>
        </pc:sldMkLst>
        <pc:spChg chg="mod">
          <ac:chgData name="鈴木 秀規" userId="f68c5fd9-22d5-4c0a-9833-7fb0f5135313" providerId="ADAL" clId="{9B0393DB-347A-4A9F-B4E7-8702A039FC28}" dt="2021-01-28T04:59:29.015" v="95"/>
          <ac:spMkLst>
            <pc:docMk/>
            <pc:sldMk cId="2019205359" sldId="365"/>
            <ac:spMk id="3" creationId="{A91E588B-D2ED-4C37-BFA4-DF7BA5F7B19C}"/>
          </ac:spMkLst>
        </pc:spChg>
        <pc:spChg chg="mod">
          <ac:chgData name="鈴木 秀規" userId="f68c5fd9-22d5-4c0a-9833-7fb0f5135313" providerId="ADAL" clId="{9B0393DB-347A-4A9F-B4E7-8702A039FC28}" dt="2021-01-28T05:00:43.639" v="117" actId="113"/>
          <ac:spMkLst>
            <pc:docMk/>
            <pc:sldMk cId="2019205359" sldId="365"/>
            <ac:spMk id="5" creationId="{2B398FB9-B780-41E2-9CE6-703675FD83AF}"/>
          </ac:spMkLst>
        </pc:spChg>
      </pc:sldChg>
      <pc:sldChg chg="del">
        <pc:chgData name="鈴木 秀規" userId="f68c5fd9-22d5-4c0a-9833-7fb0f5135313" providerId="ADAL" clId="{9B0393DB-347A-4A9F-B4E7-8702A039FC28}" dt="2021-01-28T04:51:20.164" v="10" actId="2696"/>
        <pc:sldMkLst>
          <pc:docMk/>
          <pc:sldMk cId="3025764782" sldId="365"/>
        </pc:sldMkLst>
      </pc:sldChg>
      <pc:sldChg chg="addSp modSp new mod modAnim">
        <pc:chgData name="鈴木 秀規" userId="f68c5fd9-22d5-4c0a-9833-7fb0f5135313" providerId="ADAL" clId="{9B0393DB-347A-4A9F-B4E7-8702A039FC28}" dt="2021-01-28T05:06:03.368" v="186" actId="14100"/>
        <pc:sldMkLst>
          <pc:docMk/>
          <pc:sldMk cId="1083425996" sldId="366"/>
        </pc:sldMkLst>
        <pc:spChg chg="mod">
          <ac:chgData name="鈴木 秀規" userId="f68c5fd9-22d5-4c0a-9833-7fb0f5135313" providerId="ADAL" clId="{9B0393DB-347A-4A9F-B4E7-8702A039FC28}" dt="2021-01-28T05:01:01.412" v="119"/>
          <ac:spMkLst>
            <pc:docMk/>
            <pc:sldMk cId="1083425996" sldId="366"/>
            <ac:spMk id="3" creationId="{5915CA98-055E-4B0A-AE76-B5429F5D958C}"/>
          </ac:spMkLst>
        </pc:spChg>
        <pc:spChg chg="mod">
          <ac:chgData name="鈴木 秀規" userId="f68c5fd9-22d5-4c0a-9833-7fb0f5135313" providerId="ADAL" clId="{9B0393DB-347A-4A9F-B4E7-8702A039FC28}" dt="2021-01-28T05:01:58.463" v="132" actId="14100"/>
          <ac:spMkLst>
            <pc:docMk/>
            <pc:sldMk cId="1083425996" sldId="366"/>
            <ac:spMk id="5" creationId="{81DD3EA4-DF67-400B-9355-84F772D9225A}"/>
          </ac:spMkLst>
        </pc:spChg>
        <pc:spChg chg="add mod">
          <ac:chgData name="鈴木 秀規" userId="f68c5fd9-22d5-4c0a-9833-7fb0f5135313" providerId="ADAL" clId="{9B0393DB-347A-4A9F-B4E7-8702A039FC28}" dt="2021-01-28T05:05:19.771" v="177" actId="14100"/>
          <ac:spMkLst>
            <pc:docMk/>
            <pc:sldMk cId="1083425996" sldId="366"/>
            <ac:spMk id="6" creationId="{40234366-3D36-42F3-B1EE-CD56A6476877}"/>
          </ac:spMkLst>
        </pc:spChg>
        <pc:spChg chg="add mod">
          <ac:chgData name="鈴木 秀規" userId="f68c5fd9-22d5-4c0a-9833-7fb0f5135313" providerId="ADAL" clId="{9B0393DB-347A-4A9F-B4E7-8702A039FC28}" dt="2021-01-28T05:05:14.835" v="175" actId="1076"/>
          <ac:spMkLst>
            <pc:docMk/>
            <pc:sldMk cId="1083425996" sldId="366"/>
            <ac:spMk id="7" creationId="{694D1064-2523-4FB8-9664-3C01E154DF7D}"/>
          </ac:spMkLst>
        </pc:spChg>
        <pc:spChg chg="add mod">
          <ac:chgData name="鈴木 秀規" userId="f68c5fd9-22d5-4c0a-9833-7fb0f5135313" providerId="ADAL" clId="{9B0393DB-347A-4A9F-B4E7-8702A039FC28}" dt="2021-01-28T05:04:16.147" v="162" actId="207"/>
          <ac:spMkLst>
            <pc:docMk/>
            <pc:sldMk cId="1083425996" sldId="366"/>
            <ac:spMk id="8" creationId="{DC4D2014-A7F2-4212-B21A-EF34F70F840E}"/>
          </ac:spMkLst>
        </pc:spChg>
        <pc:spChg chg="add mod">
          <ac:chgData name="鈴木 秀規" userId="f68c5fd9-22d5-4c0a-9833-7fb0f5135313" providerId="ADAL" clId="{9B0393DB-347A-4A9F-B4E7-8702A039FC28}" dt="2021-01-28T05:06:03.368" v="186" actId="14100"/>
          <ac:spMkLst>
            <pc:docMk/>
            <pc:sldMk cId="1083425996" sldId="366"/>
            <ac:spMk id="9" creationId="{8FB1B2C3-52FD-4F90-80CC-4C949A9674BD}"/>
          </ac:spMkLst>
        </pc:spChg>
        <pc:spChg chg="add mod">
          <ac:chgData name="鈴木 秀規" userId="f68c5fd9-22d5-4c0a-9833-7fb0f5135313" providerId="ADAL" clId="{9B0393DB-347A-4A9F-B4E7-8702A039FC28}" dt="2021-01-28T05:05:53.118" v="184" actId="1076"/>
          <ac:spMkLst>
            <pc:docMk/>
            <pc:sldMk cId="1083425996" sldId="366"/>
            <ac:spMk id="10" creationId="{87685BC7-0CC4-45EC-A20F-8E039239962B}"/>
          </ac:spMkLst>
        </pc:spChg>
      </pc:sldChg>
      <pc:sldChg chg="del">
        <pc:chgData name="鈴木 秀規" userId="f68c5fd9-22d5-4c0a-9833-7fb0f5135313" providerId="ADAL" clId="{9B0393DB-347A-4A9F-B4E7-8702A039FC28}" dt="2021-01-28T04:51:20.164" v="10" actId="2696"/>
        <pc:sldMkLst>
          <pc:docMk/>
          <pc:sldMk cId="4018965676" sldId="366"/>
        </pc:sldMkLst>
      </pc:sldChg>
      <pc:sldChg chg="addSp modSp new mod">
        <pc:chgData name="鈴木 秀規" userId="f68c5fd9-22d5-4c0a-9833-7fb0f5135313" providerId="ADAL" clId="{9B0393DB-347A-4A9F-B4E7-8702A039FC28}" dt="2021-01-28T05:19:37.794" v="212" actId="2085"/>
        <pc:sldMkLst>
          <pc:docMk/>
          <pc:sldMk cId="2277428888" sldId="367"/>
        </pc:sldMkLst>
        <pc:spChg chg="mod">
          <ac:chgData name="鈴木 秀規" userId="f68c5fd9-22d5-4c0a-9833-7fb0f5135313" providerId="ADAL" clId="{9B0393DB-347A-4A9F-B4E7-8702A039FC28}" dt="2021-01-28T05:06:17.598" v="188"/>
          <ac:spMkLst>
            <pc:docMk/>
            <pc:sldMk cId="2277428888" sldId="367"/>
            <ac:spMk id="3" creationId="{F4D40F7E-BF5A-49FC-B84A-46C28E18D48C}"/>
          </ac:spMkLst>
        </pc:spChg>
        <pc:spChg chg="mod">
          <ac:chgData name="鈴木 秀規" userId="f68c5fd9-22d5-4c0a-9833-7fb0f5135313" providerId="ADAL" clId="{9B0393DB-347A-4A9F-B4E7-8702A039FC28}" dt="2021-01-28T05:06:45.544" v="193" actId="14100"/>
          <ac:spMkLst>
            <pc:docMk/>
            <pc:sldMk cId="2277428888" sldId="367"/>
            <ac:spMk id="5" creationId="{83ACA755-6F6F-4468-AD8F-3ADE2BF7686B}"/>
          </ac:spMkLst>
        </pc:spChg>
        <pc:spChg chg="add mod">
          <ac:chgData name="鈴木 秀規" userId="f68c5fd9-22d5-4c0a-9833-7fb0f5135313" providerId="ADAL" clId="{9B0393DB-347A-4A9F-B4E7-8702A039FC28}" dt="2021-01-28T05:19:37.794" v="212" actId="2085"/>
          <ac:spMkLst>
            <pc:docMk/>
            <pc:sldMk cId="2277428888" sldId="367"/>
            <ac:spMk id="6" creationId="{304B1092-F21F-4A89-8359-ED1CF43F7497}"/>
          </ac:spMkLst>
        </pc:spChg>
        <pc:spChg chg="add mod">
          <ac:chgData name="鈴木 秀規" userId="f68c5fd9-22d5-4c0a-9833-7fb0f5135313" providerId="ADAL" clId="{9B0393DB-347A-4A9F-B4E7-8702A039FC28}" dt="2021-01-28T05:07:41.189" v="211"/>
          <ac:spMkLst>
            <pc:docMk/>
            <pc:sldMk cId="2277428888" sldId="367"/>
            <ac:spMk id="7" creationId="{654B7DA0-0BEF-43D9-99C4-26FF7010CECE}"/>
          </ac:spMkLst>
        </pc:spChg>
      </pc:sldChg>
      <pc:sldChg chg="del">
        <pc:chgData name="鈴木 秀規" userId="f68c5fd9-22d5-4c0a-9833-7fb0f5135313" providerId="ADAL" clId="{9B0393DB-347A-4A9F-B4E7-8702A039FC28}" dt="2021-01-28T04:51:20.164" v="10" actId="2696"/>
        <pc:sldMkLst>
          <pc:docMk/>
          <pc:sldMk cId="2327445248" sldId="367"/>
        </pc:sldMkLst>
      </pc:sldChg>
      <pc:sldChg chg="del">
        <pc:chgData name="鈴木 秀規" userId="f68c5fd9-22d5-4c0a-9833-7fb0f5135313" providerId="ADAL" clId="{9B0393DB-347A-4A9F-B4E7-8702A039FC28}" dt="2021-01-28T04:51:20.164" v="10" actId="2696"/>
        <pc:sldMkLst>
          <pc:docMk/>
          <pc:sldMk cId="19046241" sldId="368"/>
        </pc:sldMkLst>
      </pc:sldChg>
      <pc:sldChg chg="modSp new mod">
        <pc:chgData name="鈴木 秀規" userId="f68c5fd9-22d5-4c0a-9833-7fb0f5135313" providerId="ADAL" clId="{9B0393DB-347A-4A9F-B4E7-8702A039FC28}" dt="2021-01-28T05:21:29.027" v="236" actId="207"/>
        <pc:sldMkLst>
          <pc:docMk/>
          <pc:sldMk cId="368796728" sldId="368"/>
        </pc:sldMkLst>
        <pc:spChg chg="mod">
          <ac:chgData name="鈴木 秀規" userId="f68c5fd9-22d5-4c0a-9833-7fb0f5135313" providerId="ADAL" clId="{9B0393DB-347A-4A9F-B4E7-8702A039FC28}" dt="2021-01-28T05:19:48.857" v="214"/>
          <ac:spMkLst>
            <pc:docMk/>
            <pc:sldMk cId="368796728" sldId="368"/>
            <ac:spMk id="3" creationId="{423015FA-2594-473F-99D6-29F327284BB3}"/>
          </ac:spMkLst>
        </pc:spChg>
        <pc:spChg chg="mod">
          <ac:chgData name="鈴木 秀規" userId="f68c5fd9-22d5-4c0a-9833-7fb0f5135313" providerId="ADAL" clId="{9B0393DB-347A-4A9F-B4E7-8702A039FC28}" dt="2021-01-28T05:21:29.027" v="236" actId="207"/>
          <ac:spMkLst>
            <pc:docMk/>
            <pc:sldMk cId="368796728" sldId="368"/>
            <ac:spMk id="5" creationId="{5A5501EC-5263-4AA3-AA87-5EACE2BF7266}"/>
          </ac:spMkLst>
        </pc:spChg>
      </pc:sldChg>
      <pc:sldChg chg="addSp delSp modSp new mod chgLayout">
        <pc:chgData name="鈴木 秀規" userId="f68c5fd9-22d5-4c0a-9833-7fb0f5135313" providerId="ADAL" clId="{9B0393DB-347A-4A9F-B4E7-8702A039FC28}" dt="2021-01-28T05:23:13.215" v="259"/>
        <pc:sldMkLst>
          <pc:docMk/>
          <pc:sldMk cId="1615278593" sldId="369"/>
        </pc:sldMkLst>
        <pc:spChg chg="mod ord">
          <ac:chgData name="鈴木 秀規" userId="f68c5fd9-22d5-4c0a-9833-7fb0f5135313" providerId="ADAL" clId="{9B0393DB-347A-4A9F-B4E7-8702A039FC28}" dt="2021-01-28T05:21:58.764" v="241" actId="6264"/>
          <ac:spMkLst>
            <pc:docMk/>
            <pc:sldMk cId="1615278593" sldId="369"/>
            <ac:spMk id="2" creationId="{9433DD62-7A8C-4CFE-8AC2-7DD38137F115}"/>
          </ac:spMkLst>
        </pc:spChg>
        <pc:spChg chg="del">
          <ac:chgData name="鈴木 秀規" userId="f68c5fd9-22d5-4c0a-9833-7fb0f5135313" providerId="ADAL" clId="{9B0393DB-347A-4A9F-B4E7-8702A039FC28}" dt="2021-01-28T05:21:58.764" v="241" actId="6264"/>
          <ac:spMkLst>
            <pc:docMk/>
            <pc:sldMk cId="1615278593" sldId="369"/>
            <ac:spMk id="3" creationId="{38A3A5D5-3A56-4113-B8DE-87E0688BE876}"/>
          </ac:spMkLst>
        </pc:spChg>
        <pc:spChg chg="mod ord">
          <ac:chgData name="鈴木 秀規" userId="f68c5fd9-22d5-4c0a-9833-7fb0f5135313" providerId="ADAL" clId="{9B0393DB-347A-4A9F-B4E7-8702A039FC28}" dt="2021-01-28T05:21:58.764" v="241" actId="6264"/>
          <ac:spMkLst>
            <pc:docMk/>
            <pc:sldMk cId="1615278593" sldId="369"/>
            <ac:spMk id="4" creationId="{D2BD8D33-EBF9-4FA2-9DD4-159B222B2985}"/>
          </ac:spMkLst>
        </pc:spChg>
        <pc:spChg chg="del">
          <ac:chgData name="鈴木 秀規" userId="f68c5fd9-22d5-4c0a-9833-7fb0f5135313" providerId="ADAL" clId="{9B0393DB-347A-4A9F-B4E7-8702A039FC28}" dt="2021-01-28T05:21:52.934" v="238" actId="478"/>
          <ac:spMkLst>
            <pc:docMk/>
            <pc:sldMk cId="1615278593" sldId="369"/>
            <ac:spMk id="5" creationId="{128A520A-8A7D-4FFC-83D7-B223155EDD37}"/>
          </ac:spMkLst>
        </pc:spChg>
        <pc:spChg chg="add mod">
          <ac:chgData name="鈴木 秀規" userId="f68c5fd9-22d5-4c0a-9833-7fb0f5135313" providerId="ADAL" clId="{9B0393DB-347A-4A9F-B4E7-8702A039FC28}" dt="2021-01-28T05:23:07.016" v="258" actId="1036"/>
          <ac:spMkLst>
            <pc:docMk/>
            <pc:sldMk cId="1615278593" sldId="369"/>
            <ac:spMk id="6" creationId="{127A02F7-9F3D-4997-A920-6D0C58DDAAD3}"/>
          </ac:spMkLst>
        </pc:spChg>
        <pc:spChg chg="add del mod">
          <ac:chgData name="鈴木 秀規" userId="f68c5fd9-22d5-4c0a-9833-7fb0f5135313" providerId="ADAL" clId="{9B0393DB-347A-4A9F-B4E7-8702A039FC28}" dt="2021-01-28T05:21:58.764" v="241" actId="6264"/>
          <ac:spMkLst>
            <pc:docMk/>
            <pc:sldMk cId="1615278593" sldId="369"/>
            <ac:spMk id="7" creationId="{3827181B-7915-4D2A-B511-642F2C2FA7A1}"/>
          </ac:spMkLst>
        </pc:spChg>
        <pc:spChg chg="add del mod">
          <ac:chgData name="鈴木 秀規" userId="f68c5fd9-22d5-4c0a-9833-7fb0f5135313" providerId="ADAL" clId="{9B0393DB-347A-4A9F-B4E7-8702A039FC28}" dt="2021-01-28T05:21:58.764" v="241" actId="6264"/>
          <ac:spMkLst>
            <pc:docMk/>
            <pc:sldMk cId="1615278593" sldId="369"/>
            <ac:spMk id="8" creationId="{F17E451F-2A53-4E11-A17D-82EFB9373581}"/>
          </ac:spMkLst>
        </pc:spChg>
        <pc:spChg chg="add mod ord">
          <ac:chgData name="鈴木 秀規" userId="f68c5fd9-22d5-4c0a-9833-7fb0f5135313" providerId="ADAL" clId="{9B0393DB-347A-4A9F-B4E7-8702A039FC28}" dt="2021-01-28T05:23:13.215" v="259"/>
          <ac:spMkLst>
            <pc:docMk/>
            <pc:sldMk cId="1615278593" sldId="369"/>
            <ac:spMk id="9" creationId="{11592967-7DDE-4124-B19A-FCBC8FABB99F}"/>
          </ac:spMkLst>
        </pc:spChg>
        <pc:spChg chg="add del mod ord">
          <ac:chgData name="鈴木 秀規" userId="f68c5fd9-22d5-4c0a-9833-7fb0f5135313" providerId="ADAL" clId="{9B0393DB-347A-4A9F-B4E7-8702A039FC28}" dt="2021-01-28T05:22:59.494" v="248" actId="478"/>
          <ac:spMkLst>
            <pc:docMk/>
            <pc:sldMk cId="1615278593" sldId="369"/>
            <ac:spMk id="10" creationId="{761B919C-2266-40E7-8C60-31E7E60F137F}"/>
          </ac:spMkLst>
        </pc:spChg>
      </pc:sldChg>
      <pc:sldChg chg="del">
        <pc:chgData name="鈴木 秀規" userId="f68c5fd9-22d5-4c0a-9833-7fb0f5135313" providerId="ADAL" clId="{9B0393DB-347A-4A9F-B4E7-8702A039FC28}" dt="2021-01-28T04:51:20.164" v="10" actId="2696"/>
        <pc:sldMkLst>
          <pc:docMk/>
          <pc:sldMk cId="1634234875" sldId="369"/>
        </pc:sldMkLst>
      </pc:sldChg>
      <pc:sldChg chg="addSp modSp new mod">
        <pc:chgData name="鈴木 秀規" userId="f68c5fd9-22d5-4c0a-9833-7fb0f5135313" providerId="ADAL" clId="{9B0393DB-347A-4A9F-B4E7-8702A039FC28}" dt="2021-01-28T05:25:07.804" v="285" actId="14100"/>
        <pc:sldMkLst>
          <pc:docMk/>
          <pc:sldMk cId="639239015" sldId="370"/>
        </pc:sldMkLst>
        <pc:spChg chg="mod">
          <ac:chgData name="鈴木 秀規" userId="f68c5fd9-22d5-4c0a-9833-7fb0f5135313" providerId="ADAL" clId="{9B0393DB-347A-4A9F-B4E7-8702A039FC28}" dt="2021-01-28T05:23:22.948" v="261"/>
          <ac:spMkLst>
            <pc:docMk/>
            <pc:sldMk cId="639239015" sldId="370"/>
            <ac:spMk id="3" creationId="{C9EC6F09-7653-42C3-BBE5-40F190F1C67A}"/>
          </ac:spMkLst>
        </pc:spChg>
        <pc:spChg chg="mod">
          <ac:chgData name="鈴木 秀規" userId="f68c5fd9-22d5-4c0a-9833-7fb0f5135313" providerId="ADAL" clId="{9B0393DB-347A-4A9F-B4E7-8702A039FC28}" dt="2021-01-28T05:23:46.416" v="267" actId="14100"/>
          <ac:spMkLst>
            <pc:docMk/>
            <pc:sldMk cId="639239015" sldId="370"/>
            <ac:spMk id="5" creationId="{CE50543B-A82D-497D-BEAA-547F139377A2}"/>
          </ac:spMkLst>
        </pc:spChg>
        <pc:spChg chg="add mod">
          <ac:chgData name="鈴木 秀規" userId="f68c5fd9-22d5-4c0a-9833-7fb0f5135313" providerId="ADAL" clId="{9B0393DB-347A-4A9F-B4E7-8702A039FC28}" dt="2021-01-28T05:24:08.135" v="271" actId="2711"/>
          <ac:spMkLst>
            <pc:docMk/>
            <pc:sldMk cId="639239015" sldId="370"/>
            <ac:spMk id="6" creationId="{BF4AD80A-FD4F-437D-B0C7-809E8E86D940}"/>
          </ac:spMkLst>
        </pc:spChg>
        <pc:spChg chg="add mod">
          <ac:chgData name="鈴木 秀規" userId="f68c5fd9-22d5-4c0a-9833-7fb0f5135313" providerId="ADAL" clId="{9B0393DB-347A-4A9F-B4E7-8702A039FC28}" dt="2021-01-28T05:24:36.603" v="279" actId="14100"/>
          <ac:spMkLst>
            <pc:docMk/>
            <pc:sldMk cId="639239015" sldId="370"/>
            <ac:spMk id="7" creationId="{8D29B555-57DF-4F83-AA2E-602EC828A2C9}"/>
          </ac:spMkLst>
        </pc:spChg>
        <pc:spChg chg="add mod">
          <ac:chgData name="鈴木 秀規" userId="f68c5fd9-22d5-4c0a-9833-7fb0f5135313" providerId="ADAL" clId="{9B0393DB-347A-4A9F-B4E7-8702A039FC28}" dt="2021-01-28T05:24:45.093" v="281" actId="1076"/>
          <ac:spMkLst>
            <pc:docMk/>
            <pc:sldMk cId="639239015" sldId="370"/>
            <ac:spMk id="8" creationId="{EDC1E394-233B-44A9-956D-D169F9071E77}"/>
          </ac:spMkLst>
        </pc:spChg>
        <pc:spChg chg="add mod">
          <ac:chgData name="鈴木 秀規" userId="f68c5fd9-22d5-4c0a-9833-7fb0f5135313" providerId="ADAL" clId="{9B0393DB-347A-4A9F-B4E7-8702A039FC28}" dt="2021-01-28T05:25:07.804" v="285" actId="14100"/>
          <ac:spMkLst>
            <pc:docMk/>
            <pc:sldMk cId="639239015" sldId="370"/>
            <ac:spMk id="9" creationId="{FABA8051-B368-40EA-AF26-4ECB616EBA61}"/>
          </ac:spMkLst>
        </pc:spChg>
      </pc:sldChg>
      <pc:sldChg chg="del">
        <pc:chgData name="鈴木 秀規" userId="f68c5fd9-22d5-4c0a-9833-7fb0f5135313" providerId="ADAL" clId="{9B0393DB-347A-4A9F-B4E7-8702A039FC28}" dt="2021-01-28T04:51:20.164" v="10" actId="2696"/>
        <pc:sldMkLst>
          <pc:docMk/>
          <pc:sldMk cId="1288993640" sldId="370"/>
        </pc:sldMkLst>
      </pc:sldChg>
      <pc:sldChg chg="del">
        <pc:chgData name="鈴木 秀規" userId="f68c5fd9-22d5-4c0a-9833-7fb0f5135313" providerId="ADAL" clId="{9B0393DB-347A-4A9F-B4E7-8702A039FC28}" dt="2021-01-28T04:51:20.164" v="10" actId="2696"/>
        <pc:sldMkLst>
          <pc:docMk/>
          <pc:sldMk cId="269703063" sldId="371"/>
        </pc:sldMkLst>
      </pc:sldChg>
      <pc:sldChg chg="addSp modSp new mod">
        <pc:chgData name="鈴木 秀規" userId="f68c5fd9-22d5-4c0a-9833-7fb0f5135313" providerId="ADAL" clId="{9B0393DB-347A-4A9F-B4E7-8702A039FC28}" dt="2021-01-28T05:30:41.993" v="295" actId="2711"/>
        <pc:sldMkLst>
          <pc:docMk/>
          <pc:sldMk cId="4233707676" sldId="371"/>
        </pc:sldMkLst>
        <pc:spChg chg="mod">
          <ac:chgData name="鈴木 秀規" userId="f68c5fd9-22d5-4c0a-9833-7fb0f5135313" providerId="ADAL" clId="{9B0393DB-347A-4A9F-B4E7-8702A039FC28}" dt="2021-01-28T05:28:11.111" v="287"/>
          <ac:spMkLst>
            <pc:docMk/>
            <pc:sldMk cId="4233707676" sldId="371"/>
            <ac:spMk id="3" creationId="{20A33C99-9C38-4DE0-B987-7B2C5A59FF33}"/>
          </ac:spMkLst>
        </pc:spChg>
        <pc:spChg chg="mod">
          <ac:chgData name="鈴木 秀規" userId="f68c5fd9-22d5-4c0a-9833-7fb0f5135313" providerId="ADAL" clId="{9B0393DB-347A-4A9F-B4E7-8702A039FC28}" dt="2021-01-28T05:28:20.053" v="289"/>
          <ac:spMkLst>
            <pc:docMk/>
            <pc:sldMk cId="4233707676" sldId="371"/>
            <ac:spMk id="5" creationId="{438D2864-DC71-4E65-A492-1FC808A35DCB}"/>
          </ac:spMkLst>
        </pc:spChg>
        <pc:spChg chg="add mod">
          <ac:chgData name="鈴木 秀規" userId="f68c5fd9-22d5-4c0a-9833-7fb0f5135313" providerId="ADAL" clId="{9B0393DB-347A-4A9F-B4E7-8702A039FC28}" dt="2021-01-28T05:30:41.993" v="295" actId="2711"/>
          <ac:spMkLst>
            <pc:docMk/>
            <pc:sldMk cId="4233707676" sldId="371"/>
            <ac:spMk id="6" creationId="{B8DC8423-2C24-4FEA-BE39-A8AE8D038FF5}"/>
          </ac:spMkLst>
        </pc:spChg>
      </pc:sldChg>
      <pc:sldChg chg="del">
        <pc:chgData name="鈴木 秀規" userId="f68c5fd9-22d5-4c0a-9833-7fb0f5135313" providerId="ADAL" clId="{9B0393DB-347A-4A9F-B4E7-8702A039FC28}" dt="2021-01-28T04:51:20.164" v="10" actId="2696"/>
        <pc:sldMkLst>
          <pc:docMk/>
          <pc:sldMk cId="2141290884" sldId="372"/>
        </pc:sldMkLst>
      </pc:sldChg>
      <pc:sldChg chg="addSp modSp new mod">
        <pc:chgData name="鈴木 秀規" userId="f68c5fd9-22d5-4c0a-9833-7fb0f5135313" providerId="ADAL" clId="{9B0393DB-347A-4A9F-B4E7-8702A039FC28}" dt="2021-01-28T05:33:30.819" v="332" actId="207"/>
        <pc:sldMkLst>
          <pc:docMk/>
          <pc:sldMk cId="2732402478" sldId="372"/>
        </pc:sldMkLst>
        <pc:spChg chg="mod">
          <ac:chgData name="鈴木 秀規" userId="f68c5fd9-22d5-4c0a-9833-7fb0f5135313" providerId="ADAL" clId="{9B0393DB-347A-4A9F-B4E7-8702A039FC28}" dt="2021-01-28T05:31:42.217" v="300"/>
          <ac:spMkLst>
            <pc:docMk/>
            <pc:sldMk cId="2732402478" sldId="372"/>
            <ac:spMk id="3" creationId="{8EB60EE0-6E0B-4672-8630-12AD7BA01C92}"/>
          </ac:spMkLst>
        </pc:spChg>
        <pc:spChg chg="mod">
          <ac:chgData name="鈴木 秀規" userId="f68c5fd9-22d5-4c0a-9833-7fb0f5135313" providerId="ADAL" clId="{9B0393DB-347A-4A9F-B4E7-8702A039FC28}" dt="2021-01-28T05:31:45.775" v="301" actId="14100"/>
          <ac:spMkLst>
            <pc:docMk/>
            <pc:sldMk cId="2732402478" sldId="372"/>
            <ac:spMk id="5" creationId="{521EF501-CA73-40D5-9A89-5BAACD557670}"/>
          </ac:spMkLst>
        </pc:spChg>
        <pc:spChg chg="add mod">
          <ac:chgData name="鈴木 秀規" userId="f68c5fd9-22d5-4c0a-9833-7fb0f5135313" providerId="ADAL" clId="{9B0393DB-347A-4A9F-B4E7-8702A039FC28}" dt="2021-01-28T05:32:05.654" v="307" actId="1036"/>
          <ac:spMkLst>
            <pc:docMk/>
            <pc:sldMk cId="2732402478" sldId="372"/>
            <ac:spMk id="6" creationId="{CD60F859-2F46-4C10-8424-168F2B67DC2C}"/>
          </ac:spMkLst>
        </pc:spChg>
        <pc:spChg chg="add mod">
          <ac:chgData name="鈴木 秀規" userId="f68c5fd9-22d5-4c0a-9833-7fb0f5135313" providerId="ADAL" clId="{9B0393DB-347A-4A9F-B4E7-8702A039FC28}" dt="2021-01-28T05:33:30.819" v="332" actId="207"/>
          <ac:spMkLst>
            <pc:docMk/>
            <pc:sldMk cId="2732402478" sldId="372"/>
            <ac:spMk id="7" creationId="{7B7BB61D-0F50-4679-841F-55D62302163F}"/>
          </ac:spMkLst>
        </pc:spChg>
      </pc:sldChg>
      <pc:sldChg chg="del">
        <pc:chgData name="鈴木 秀規" userId="f68c5fd9-22d5-4c0a-9833-7fb0f5135313" providerId="ADAL" clId="{9B0393DB-347A-4A9F-B4E7-8702A039FC28}" dt="2021-01-28T04:51:20.164" v="10" actId="2696"/>
        <pc:sldMkLst>
          <pc:docMk/>
          <pc:sldMk cId="1104417737" sldId="373"/>
        </pc:sldMkLst>
      </pc:sldChg>
      <pc:sldChg chg="addSp delSp modSp new mod">
        <pc:chgData name="鈴木 秀規" userId="f68c5fd9-22d5-4c0a-9833-7fb0f5135313" providerId="ADAL" clId="{9B0393DB-347A-4A9F-B4E7-8702A039FC28}" dt="2021-01-28T05:43:00.941" v="416" actId="14100"/>
        <pc:sldMkLst>
          <pc:docMk/>
          <pc:sldMk cId="1848207789" sldId="373"/>
        </pc:sldMkLst>
        <pc:spChg chg="mod">
          <ac:chgData name="鈴木 秀規" userId="f68c5fd9-22d5-4c0a-9833-7fb0f5135313" providerId="ADAL" clId="{9B0393DB-347A-4A9F-B4E7-8702A039FC28}" dt="2021-01-28T05:34:03.773" v="334"/>
          <ac:spMkLst>
            <pc:docMk/>
            <pc:sldMk cId="1848207789" sldId="373"/>
            <ac:spMk id="3" creationId="{2069719F-4DDB-48D6-8489-8ACA37F82E89}"/>
          </ac:spMkLst>
        </pc:spChg>
        <pc:spChg chg="mod">
          <ac:chgData name="鈴木 秀規" userId="f68c5fd9-22d5-4c0a-9833-7fb0f5135313" providerId="ADAL" clId="{9B0393DB-347A-4A9F-B4E7-8702A039FC28}" dt="2021-01-28T05:37:14.301" v="354" actId="14100"/>
          <ac:spMkLst>
            <pc:docMk/>
            <pc:sldMk cId="1848207789" sldId="373"/>
            <ac:spMk id="5" creationId="{654F77AB-9440-49CE-A489-16D42F5C01CB}"/>
          </ac:spMkLst>
        </pc:spChg>
        <pc:spChg chg="add del mod">
          <ac:chgData name="鈴木 秀規" userId="f68c5fd9-22d5-4c0a-9833-7fb0f5135313" providerId="ADAL" clId="{9B0393DB-347A-4A9F-B4E7-8702A039FC28}" dt="2021-01-28T05:39:18.960" v="365" actId="1076"/>
          <ac:spMkLst>
            <pc:docMk/>
            <pc:sldMk cId="1848207789" sldId="373"/>
            <ac:spMk id="6" creationId="{2592738B-6317-4652-B628-D04033029127}"/>
          </ac:spMkLst>
        </pc:spChg>
        <pc:spChg chg="add mod">
          <ac:chgData name="鈴木 秀規" userId="f68c5fd9-22d5-4c0a-9833-7fb0f5135313" providerId="ADAL" clId="{9B0393DB-347A-4A9F-B4E7-8702A039FC28}" dt="2021-01-28T05:37:30.033" v="359" actId="20577"/>
          <ac:spMkLst>
            <pc:docMk/>
            <pc:sldMk cId="1848207789" sldId="373"/>
            <ac:spMk id="7" creationId="{7D159354-FD3C-43D1-82EC-768FC77CD404}"/>
          </ac:spMkLst>
        </pc:spChg>
        <pc:spChg chg="add mod">
          <ac:chgData name="鈴木 秀規" userId="f68c5fd9-22d5-4c0a-9833-7fb0f5135313" providerId="ADAL" clId="{9B0393DB-347A-4A9F-B4E7-8702A039FC28}" dt="2021-01-28T05:39:41.186" v="369" actId="1582"/>
          <ac:spMkLst>
            <pc:docMk/>
            <pc:sldMk cId="1848207789" sldId="373"/>
            <ac:spMk id="8" creationId="{06FF66D7-3604-4305-9AC0-2078D6ECEA83}"/>
          </ac:spMkLst>
        </pc:spChg>
        <pc:spChg chg="add mod">
          <ac:chgData name="鈴木 秀規" userId="f68c5fd9-22d5-4c0a-9833-7fb0f5135313" providerId="ADAL" clId="{9B0393DB-347A-4A9F-B4E7-8702A039FC28}" dt="2021-01-28T05:40:35.002" v="379" actId="207"/>
          <ac:spMkLst>
            <pc:docMk/>
            <pc:sldMk cId="1848207789" sldId="373"/>
            <ac:spMk id="9" creationId="{C9C7744D-D0F8-45EB-8948-10EC2666EDE3}"/>
          </ac:spMkLst>
        </pc:spChg>
        <pc:spChg chg="add mod">
          <ac:chgData name="鈴木 秀規" userId="f68c5fd9-22d5-4c0a-9833-7fb0f5135313" providerId="ADAL" clId="{9B0393DB-347A-4A9F-B4E7-8702A039FC28}" dt="2021-01-28T05:43:00.941" v="416" actId="14100"/>
          <ac:spMkLst>
            <pc:docMk/>
            <pc:sldMk cId="1848207789" sldId="373"/>
            <ac:spMk id="10" creationId="{75ADB4EB-F938-4B2C-A73F-2E824CD27FCA}"/>
          </ac:spMkLst>
        </pc:spChg>
        <pc:spChg chg="add mod">
          <ac:chgData name="鈴木 秀規" userId="f68c5fd9-22d5-4c0a-9833-7fb0f5135313" providerId="ADAL" clId="{9B0393DB-347A-4A9F-B4E7-8702A039FC28}" dt="2021-01-28T05:40:01.038" v="374" actId="208"/>
          <ac:spMkLst>
            <pc:docMk/>
            <pc:sldMk cId="1848207789" sldId="373"/>
            <ac:spMk id="11" creationId="{D517944E-C9B2-489B-A736-2925B9FAE80E}"/>
          </ac:spMkLst>
        </pc:spChg>
        <pc:spChg chg="add mod">
          <ac:chgData name="鈴木 秀規" userId="f68c5fd9-22d5-4c0a-9833-7fb0f5135313" providerId="ADAL" clId="{9B0393DB-347A-4A9F-B4E7-8702A039FC28}" dt="2021-01-28T05:41:27.282" v="405" actId="1035"/>
          <ac:spMkLst>
            <pc:docMk/>
            <pc:sldMk cId="1848207789" sldId="373"/>
            <ac:spMk id="12" creationId="{39F8F0E7-1163-49B6-AA31-3CF4221F26FB}"/>
          </ac:spMkLst>
        </pc:spChg>
        <pc:spChg chg="add mod">
          <ac:chgData name="鈴木 秀規" userId="f68c5fd9-22d5-4c0a-9833-7fb0f5135313" providerId="ADAL" clId="{9B0393DB-347A-4A9F-B4E7-8702A039FC28}" dt="2021-01-28T05:41:35.663" v="409" actId="14100"/>
          <ac:spMkLst>
            <pc:docMk/>
            <pc:sldMk cId="1848207789" sldId="373"/>
            <ac:spMk id="13" creationId="{3C4838BC-C0ED-4EE0-96A0-DA3F1CC35971}"/>
          </ac:spMkLst>
        </pc:spChg>
      </pc:sldChg>
      <pc:sldChg chg="addSp modSp new mod">
        <pc:chgData name="鈴木 秀規" userId="f68c5fd9-22d5-4c0a-9833-7fb0f5135313" providerId="ADAL" clId="{9B0393DB-347A-4A9F-B4E7-8702A039FC28}" dt="2021-01-28T05:45:18.033" v="450" actId="1037"/>
        <pc:sldMkLst>
          <pc:docMk/>
          <pc:sldMk cId="949514721" sldId="374"/>
        </pc:sldMkLst>
        <pc:spChg chg="mod">
          <ac:chgData name="鈴木 秀規" userId="f68c5fd9-22d5-4c0a-9833-7fb0f5135313" providerId="ADAL" clId="{9B0393DB-347A-4A9F-B4E7-8702A039FC28}" dt="2021-01-28T05:43:29.956" v="418"/>
          <ac:spMkLst>
            <pc:docMk/>
            <pc:sldMk cId="949514721" sldId="374"/>
            <ac:spMk id="3" creationId="{13548677-7DFC-4950-88B2-3F7EB15C6CFA}"/>
          </ac:spMkLst>
        </pc:spChg>
        <pc:spChg chg="mod">
          <ac:chgData name="鈴木 秀規" userId="f68c5fd9-22d5-4c0a-9833-7fb0f5135313" providerId="ADAL" clId="{9B0393DB-347A-4A9F-B4E7-8702A039FC28}" dt="2021-01-28T05:43:48.929" v="423" actId="14100"/>
          <ac:spMkLst>
            <pc:docMk/>
            <pc:sldMk cId="949514721" sldId="374"/>
            <ac:spMk id="5" creationId="{181966A2-7F3A-4C15-89C7-D2D991809913}"/>
          </ac:spMkLst>
        </pc:spChg>
        <pc:spChg chg="add mod">
          <ac:chgData name="鈴木 秀規" userId="f68c5fd9-22d5-4c0a-9833-7fb0f5135313" providerId="ADAL" clId="{9B0393DB-347A-4A9F-B4E7-8702A039FC28}" dt="2021-01-28T05:45:18.033" v="450" actId="1037"/>
          <ac:spMkLst>
            <pc:docMk/>
            <pc:sldMk cId="949514721" sldId="374"/>
            <ac:spMk id="6" creationId="{D00F9652-38E5-46D9-8947-B25E6696BFD6}"/>
          </ac:spMkLst>
        </pc:spChg>
        <pc:spChg chg="add mod">
          <ac:chgData name="鈴木 秀規" userId="f68c5fd9-22d5-4c0a-9833-7fb0f5135313" providerId="ADAL" clId="{9B0393DB-347A-4A9F-B4E7-8702A039FC28}" dt="2021-01-28T05:45:18.033" v="450" actId="1037"/>
          <ac:spMkLst>
            <pc:docMk/>
            <pc:sldMk cId="949514721" sldId="374"/>
            <ac:spMk id="7" creationId="{660615A9-6D3A-4C8E-A258-BC369D0457EA}"/>
          </ac:spMkLst>
        </pc:spChg>
        <pc:spChg chg="add mod">
          <ac:chgData name="鈴木 秀規" userId="f68c5fd9-22d5-4c0a-9833-7fb0f5135313" providerId="ADAL" clId="{9B0393DB-347A-4A9F-B4E7-8702A039FC28}" dt="2021-01-28T05:45:18.033" v="450" actId="1037"/>
          <ac:spMkLst>
            <pc:docMk/>
            <pc:sldMk cId="949514721" sldId="374"/>
            <ac:spMk id="8" creationId="{37E65F5F-B2ED-44F9-A58C-90A04A206ACC}"/>
          </ac:spMkLst>
        </pc:spChg>
        <pc:spChg chg="add mod">
          <ac:chgData name="鈴木 秀規" userId="f68c5fd9-22d5-4c0a-9833-7fb0f5135313" providerId="ADAL" clId="{9B0393DB-347A-4A9F-B4E7-8702A039FC28}" dt="2021-01-28T05:45:18.033" v="450" actId="1037"/>
          <ac:spMkLst>
            <pc:docMk/>
            <pc:sldMk cId="949514721" sldId="374"/>
            <ac:spMk id="9" creationId="{50F10E35-DAB9-4C62-9244-349A0388724B}"/>
          </ac:spMkLst>
        </pc:spChg>
        <pc:spChg chg="add mod">
          <ac:chgData name="鈴木 秀規" userId="f68c5fd9-22d5-4c0a-9833-7fb0f5135313" providerId="ADAL" clId="{9B0393DB-347A-4A9F-B4E7-8702A039FC28}" dt="2021-01-28T05:45:18.033" v="450" actId="1037"/>
          <ac:spMkLst>
            <pc:docMk/>
            <pc:sldMk cId="949514721" sldId="374"/>
            <ac:spMk id="10" creationId="{500720B9-EB4D-4F1A-969D-A6511BC904E3}"/>
          </ac:spMkLst>
        </pc:spChg>
        <pc:spChg chg="add mod">
          <ac:chgData name="鈴木 秀規" userId="f68c5fd9-22d5-4c0a-9833-7fb0f5135313" providerId="ADAL" clId="{9B0393DB-347A-4A9F-B4E7-8702A039FC28}" dt="2021-01-28T05:45:18.033" v="450" actId="1037"/>
          <ac:spMkLst>
            <pc:docMk/>
            <pc:sldMk cId="949514721" sldId="374"/>
            <ac:spMk id="11" creationId="{0C58485A-3252-49BB-840C-4F7FD0CB006F}"/>
          </ac:spMkLst>
        </pc:spChg>
      </pc:sldChg>
      <pc:sldChg chg="del">
        <pc:chgData name="鈴木 秀規" userId="f68c5fd9-22d5-4c0a-9833-7fb0f5135313" providerId="ADAL" clId="{9B0393DB-347A-4A9F-B4E7-8702A039FC28}" dt="2021-01-28T04:51:20.164" v="10" actId="2696"/>
        <pc:sldMkLst>
          <pc:docMk/>
          <pc:sldMk cId="3417266570" sldId="374"/>
        </pc:sldMkLst>
      </pc:sldChg>
      <pc:sldChg chg="addSp modSp new mod">
        <pc:chgData name="鈴木 秀規" userId="f68c5fd9-22d5-4c0a-9833-7fb0f5135313" providerId="ADAL" clId="{9B0393DB-347A-4A9F-B4E7-8702A039FC28}" dt="2021-01-28T05:46:54.041" v="484" actId="20577"/>
        <pc:sldMkLst>
          <pc:docMk/>
          <pc:sldMk cId="420561561" sldId="375"/>
        </pc:sldMkLst>
        <pc:spChg chg="mod">
          <ac:chgData name="鈴木 秀規" userId="f68c5fd9-22d5-4c0a-9833-7fb0f5135313" providerId="ADAL" clId="{9B0393DB-347A-4A9F-B4E7-8702A039FC28}" dt="2021-01-28T05:45:45.590" v="452"/>
          <ac:spMkLst>
            <pc:docMk/>
            <pc:sldMk cId="420561561" sldId="375"/>
            <ac:spMk id="3" creationId="{A52AE433-6D32-494D-8565-056C80102D71}"/>
          </ac:spMkLst>
        </pc:spChg>
        <pc:spChg chg="mod">
          <ac:chgData name="鈴木 秀規" userId="f68c5fd9-22d5-4c0a-9833-7fb0f5135313" providerId="ADAL" clId="{9B0393DB-347A-4A9F-B4E7-8702A039FC28}" dt="2021-01-28T05:45:56.738" v="456" actId="14100"/>
          <ac:spMkLst>
            <pc:docMk/>
            <pc:sldMk cId="420561561" sldId="375"/>
            <ac:spMk id="5" creationId="{3CFF5DA0-C45B-43CB-A680-F23FC9717317}"/>
          </ac:spMkLst>
        </pc:spChg>
        <pc:spChg chg="add mod">
          <ac:chgData name="鈴木 秀規" userId="f68c5fd9-22d5-4c0a-9833-7fb0f5135313" providerId="ADAL" clId="{9B0393DB-347A-4A9F-B4E7-8702A039FC28}" dt="2021-01-28T05:46:54.041" v="484" actId="20577"/>
          <ac:spMkLst>
            <pc:docMk/>
            <pc:sldMk cId="420561561" sldId="375"/>
            <ac:spMk id="6" creationId="{9F87B1AC-1610-4046-839F-830C4C2A1864}"/>
          </ac:spMkLst>
        </pc:spChg>
      </pc:sldChg>
      <pc:sldChg chg="del">
        <pc:chgData name="鈴木 秀規" userId="f68c5fd9-22d5-4c0a-9833-7fb0f5135313" providerId="ADAL" clId="{9B0393DB-347A-4A9F-B4E7-8702A039FC28}" dt="2021-01-28T04:51:20.164" v="10" actId="2696"/>
        <pc:sldMkLst>
          <pc:docMk/>
          <pc:sldMk cId="3525173344" sldId="375"/>
        </pc:sldMkLst>
      </pc:sldChg>
      <pc:sldChg chg="modSp new mod">
        <pc:chgData name="鈴木 秀規" userId="f68c5fd9-22d5-4c0a-9833-7fb0f5135313" providerId="ADAL" clId="{9B0393DB-347A-4A9F-B4E7-8702A039FC28}" dt="2021-01-28T05:48:30.378" v="507" actId="207"/>
        <pc:sldMkLst>
          <pc:docMk/>
          <pc:sldMk cId="1996051249" sldId="376"/>
        </pc:sldMkLst>
        <pc:spChg chg="mod">
          <ac:chgData name="鈴木 秀規" userId="f68c5fd9-22d5-4c0a-9833-7fb0f5135313" providerId="ADAL" clId="{9B0393DB-347A-4A9F-B4E7-8702A039FC28}" dt="2021-01-28T05:47:07.004" v="486"/>
          <ac:spMkLst>
            <pc:docMk/>
            <pc:sldMk cId="1996051249" sldId="376"/>
            <ac:spMk id="3" creationId="{81181DD9-F9F3-48EA-8547-EA83621209D1}"/>
          </ac:spMkLst>
        </pc:spChg>
        <pc:spChg chg="mod">
          <ac:chgData name="鈴木 秀規" userId="f68c5fd9-22d5-4c0a-9833-7fb0f5135313" providerId="ADAL" clId="{9B0393DB-347A-4A9F-B4E7-8702A039FC28}" dt="2021-01-28T05:48:30.378" v="507" actId="207"/>
          <ac:spMkLst>
            <pc:docMk/>
            <pc:sldMk cId="1996051249" sldId="376"/>
            <ac:spMk id="5" creationId="{138E593E-FC57-4B56-AAA4-914B0C773AAB}"/>
          </ac:spMkLst>
        </pc:spChg>
      </pc:sldChg>
      <pc:sldChg chg="del">
        <pc:chgData name="鈴木 秀規" userId="f68c5fd9-22d5-4c0a-9833-7fb0f5135313" providerId="ADAL" clId="{9B0393DB-347A-4A9F-B4E7-8702A039FC28}" dt="2021-01-28T04:51:20.164" v="10" actId="2696"/>
        <pc:sldMkLst>
          <pc:docMk/>
          <pc:sldMk cId="3171014613" sldId="376"/>
        </pc:sldMkLst>
      </pc:sldChg>
      <pc:sldChg chg="del">
        <pc:chgData name="鈴木 秀規" userId="f68c5fd9-22d5-4c0a-9833-7fb0f5135313" providerId="ADAL" clId="{9B0393DB-347A-4A9F-B4E7-8702A039FC28}" dt="2021-01-28T04:51:20.164" v="10" actId="2696"/>
        <pc:sldMkLst>
          <pc:docMk/>
          <pc:sldMk cId="2808150330" sldId="377"/>
        </pc:sldMkLst>
      </pc:sldChg>
      <pc:sldChg chg="addSp modSp new mod">
        <pc:chgData name="鈴木 秀規" userId="f68c5fd9-22d5-4c0a-9833-7fb0f5135313" providerId="ADAL" clId="{9B0393DB-347A-4A9F-B4E7-8702A039FC28}" dt="2021-01-28T05:52:50.186" v="616" actId="1036"/>
        <pc:sldMkLst>
          <pc:docMk/>
          <pc:sldMk cId="3493943848" sldId="377"/>
        </pc:sldMkLst>
        <pc:spChg chg="mod">
          <ac:chgData name="鈴木 秀規" userId="f68c5fd9-22d5-4c0a-9833-7fb0f5135313" providerId="ADAL" clId="{9B0393DB-347A-4A9F-B4E7-8702A039FC28}" dt="2021-01-28T05:49:29.731" v="509"/>
          <ac:spMkLst>
            <pc:docMk/>
            <pc:sldMk cId="3493943848" sldId="377"/>
            <ac:spMk id="3" creationId="{27CED232-2F0E-4AC5-AACA-7354D39E6E02}"/>
          </ac:spMkLst>
        </pc:spChg>
        <pc:spChg chg="mod">
          <ac:chgData name="鈴木 秀規" userId="f68c5fd9-22d5-4c0a-9833-7fb0f5135313" providerId="ADAL" clId="{9B0393DB-347A-4A9F-B4E7-8702A039FC28}" dt="2021-01-28T05:52:43.387" v="603" actId="20577"/>
          <ac:spMkLst>
            <pc:docMk/>
            <pc:sldMk cId="3493943848" sldId="377"/>
            <ac:spMk id="5" creationId="{5721FB2D-915B-43F4-8F83-9DE023101BAF}"/>
          </ac:spMkLst>
        </pc:spChg>
        <pc:spChg chg="add mod">
          <ac:chgData name="鈴木 秀規" userId="f68c5fd9-22d5-4c0a-9833-7fb0f5135313" providerId="ADAL" clId="{9B0393DB-347A-4A9F-B4E7-8702A039FC28}" dt="2021-01-28T05:52:50.186" v="616" actId="1036"/>
          <ac:spMkLst>
            <pc:docMk/>
            <pc:sldMk cId="3493943848" sldId="377"/>
            <ac:spMk id="7" creationId="{9DAF715E-0759-4D07-A029-7533A634CF8D}"/>
          </ac:spMkLst>
        </pc:spChg>
        <pc:spChg chg="add mod">
          <ac:chgData name="鈴木 秀規" userId="f68c5fd9-22d5-4c0a-9833-7fb0f5135313" providerId="ADAL" clId="{9B0393DB-347A-4A9F-B4E7-8702A039FC28}" dt="2021-01-28T05:52:50.186" v="616" actId="1036"/>
          <ac:spMkLst>
            <pc:docMk/>
            <pc:sldMk cId="3493943848" sldId="377"/>
            <ac:spMk id="8" creationId="{A0A054C7-6799-457D-8282-3C2B19B3C4BE}"/>
          </ac:spMkLst>
        </pc:spChg>
        <pc:spChg chg="add mod">
          <ac:chgData name="鈴木 秀規" userId="f68c5fd9-22d5-4c0a-9833-7fb0f5135313" providerId="ADAL" clId="{9B0393DB-347A-4A9F-B4E7-8702A039FC28}" dt="2021-01-28T05:52:50.186" v="616" actId="1036"/>
          <ac:spMkLst>
            <pc:docMk/>
            <pc:sldMk cId="3493943848" sldId="377"/>
            <ac:spMk id="9" creationId="{7481DEE5-38C2-4615-B957-C1B1F6FE03F4}"/>
          </ac:spMkLst>
        </pc:spChg>
        <pc:spChg chg="add mod">
          <ac:chgData name="鈴木 秀規" userId="f68c5fd9-22d5-4c0a-9833-7fb0f5135313" providerId="ADAL" clId="{9B0393DB-347A-4A9F-B4E7-8702A039FC28}" dt="2021-01-28T05:52:50.186" v="616" actId="1036"/>
          <ac:spMkLst>
            <pc:docMk/>
            <pc:sldMk cId="3493943848" sldId="377"/>
            <ac:spMk id="10" creationId="{7BA5B70C-264B-43A5-A407-6DB54206A579}"/>
          </ac:spMkLst>
        </pc:spChg>
        <pc:spChg chg="add mod">
          <ac:chgData name="鈴木 秀規" userId="f68c5fd9-22d5-4c0a-9833-7fb0f5135313" providerId="ADAL" clId="{9B0393DB-347A-4A9F-B4E7-8702A039FC28}" dt="2021-01-28T05:52:50.186" v="616" actId="1036"/>
          <ac:spMkLst>
            <pc:docMk/>
            <pc:sldMk cId="3493943848" sldId="377"/>
            <ac:spMk id="11" creationId="{BD137E96-EF42-4029-B384-70836B6511AA}"/>
          </ac:spMkLst>
        </pc:spChg>
        <pc:spChg chg="add mod">
          <ac:chgData name="鈴木 秀規" userId="f68c5fd9-22d5-4c0a-9833-7fb0f5135313" providerId="ADAL" clId="{9B0393DB-347A-4A9F-B4E7-8702A039FC28}" dt="2021-01-28T05:52:50.186" v="616" actId="1036"/>
          <ac:spMkLst>
            <pc:docMk/>
            <pc:sldMk cId="3493943848" sldId="377"/>
            <ac:spMk id="12" creationId="{8979F5E2-A1A2-46B9-B10E-56EB42A2BF79}"/>
          </ac:spMkLst>
        </pc:spChg>
        <pc:graphicFrameChg chg="add mod modGraphic">
          <ac:chgData name="鈴木 秀規" userId="f68c5fd9-22d5-4c0a-9833-7fb0f5135313" providerId="ADAL" clId="{9B0393DB-347A-4A9F-B4E7-8702A039FC28}" dt="2021-01-28T05:51:13.685" v="590" actId="207"/>
          <ac:graphicFrameMkLst>
            <pc:docMk/>
            <pc:sldMk cId="3493943848" sldId="377"/>
            <ac:graphicFrameMk id="6" creationId="{7371300C-BF9D-4535-90BF-ED16098D1DCF}"/>
          </ac:graphicFrameMkLst>
        </pc:graphicFrameChg>
      </pc:sldChg>
      <pc:sldChg chg="del">
        <pc:chgData name="鈴木 秀規" userId="f68c5fd9-22d5-4c0a-9833-7fb0f5135313" providerId="ADAL" clId="{9B0393DB-347A-4A9F-B4E7-8702A039FC28}" dt="2021-01-28T04:51:20.164" v="10" actId="2696"/>
        <pc:sldMkLst>
          <pc:docMk/>
          <pc:sldMk cId="406741734" sldId="378"/>
        </pc:sldMkLst>
      </pc:sldChg>
      <pc:sldChg chg="addSp modSp new mod">
        <pc:chgData name="鈴木 秀規" userId="f68c5fd9-22d5-4c0a-9833-7fb0f5135313" providerId="ADAL" clId="{9B0393DB-347A-4A9F-B4E7-8702A039FC28}" dt="2021-01-28T05:57:49.640" v="691" actId="14100"/>
        <pc:sldMkLst>
          <pc:docMk/>
          <pc:sldMk cId="3488235805" sldId="378"/>
        </pc:sldMkLst>
        <pc:spChg chg="mod">
          <ac:chgData name="鈴木 秀規" userId="f68c5fd9-22d5-4c0a-9833-7fb0f5135313" providerId="ADAL" clId="{9B0393DB-347A-4A9F-B4E7-8702A039FC28}" dt="2021-01-28T05:53:09.067" v="618"/>
          <ac:spMkLst>
            <pc:docMk/>
            <pc:sldMk cId="3488235805" sldId="378"/>
            <ac:spMk id="3" creationId="{D4D5C0EC-748A-426B-8FCF-C2D5AB8B32BA}"/>
          </ac:spMkLst>
        </pc:spChg>
        <pc:spChg chg="mod">
          <ac:chgData name="鈴木 秀規" userId="f68c5fd9-22d5-4c0a-9833-7fb0f5135313" providerId="ADAL" clId="{9B0393DB-347A-4A9F-B4E7-8702A039FC28}" dt="2021-01-28T05:53:23.082" v="623" actId="14100"/>
          <ac:spMkLst>
            <pc:docMk/>
            <pc:sldMk cId="3488235805" sldId="378"/>
            <ac:spMk id="5" creationId="{5C399C6B-F89A-4BA5-9518-44E98CEB73F0}"/>
          </ac:spMkLst>
        </pc:spChg>
        <pc:spChg chg="add mod">
          <ac:chgData name="鈴木 秀規" userId="f68c5fd9-22d5-4c0a-9833-7fb0f5135313" providerId="ADAL" clId="{9B0393DB-347A-4A9F-B4E7-8702A039FC28}" dt="2021-01-28T05:56:31.196" v="678" actId="207"/>
          <ac:spMkLst>
            <pc:docMk/>
            <pc:sldMk cId="3488235805" sldId="378"/>
            <ac:spMk id="6" creationId="{5A255AAD-514A-4D7F-A9DD-4AD585D198AC}"/>
          </ac:spMkLst>
        </pc:spChg>
        <pc:spChg chg="add mod">
          <ac:chgData name="鈴木 秀規" userId="f68c5fd9-22d5-4c0a-9833-7fb0f5135313" providerId="ADAL" clId="{9B0393DB-347A-4A9F-B4E7-8702A039FC28}" dt="2021-01-28T05:54:08.911" v="633" actId="207"/>
          <ac:spMkLst>
            <pc:docMk/>
            <pc:sldMk cId="3488235805" sldId="378"/>
            <ac:spMk id="7" creationId="{5A5A3B78-0EE3-47CF-AFFA-A69BDB243A91}"/>
          </ac:spMkLst>
        </pc:spChg>
        <pc:spChg chg="add mod">
          <ac:chgData name="鈴木 秀規" userId="f68c5fd9-22d5-4c0a-9833-7fb0f5135313" providerId="ADAL" clId="{9B0393DB-347A-4A9F-B4E7-8702A039FC28}" dt="2021-01-28T05:55:32.590" v="662" actId="1076"/>
          <ac:spMkLst>
            <pc:docMk/>
            <pc:sldMk cId="3488235805" sldId="378"/>
            <ac:spMk id="8" creationId="{FA8C3B07-2B2A-42ED-8F71-D7BAFCB2C873}"/>
          </ac:spMkLst>
        </pc:spChg>
        <pc:spChg chg="add mod">
          <ac:chgData name="鈴木 秀規" userId="f68c5fd9-22d5-4c0a-9833-7fb0f5135313" providerId="ADAL" clId="{9B0393DB-347A-4A9F-B4E7-8702A039FC28}" dt="2021-01-28T05:54:54.760" v="651" actId="14100"/>
          <ac:spMkLst>
            <pc:docMk/>
            <pc:sldMk cId="3488235805" sldId="378"/>
            <ac:spMk id="9" creationId="{96BAB4BD-0FB1-4ADC-941C-AFD1BDF9FEBD}"/>
          </ac:spMkLst>
        </pc:spChg>
        <pc:spChg chg="add mod">
          <ac:chgData name="鈴木 秀規" userId="f68c5fd9-22d5-4c0a-9833-7fb0f5135313" providerId="ADAL" clId="{9B0393DB-347A-4A9F-B4E7-8702A039FC28}" dt="2021-01-28T05:56:23.096" v="676" actId="14100"/>
          <ac:spMkLst>
            <pc:docMk/>
            <pc:sldMk cId="3488235805" sldId="378"/>
            <ac:spMk id="10" creationId="{C1A7A43E-89B4-48E9-B463-20423AB25B1F}"/>
          </ac:spMkLst>
        </pc:spChg>
        <pc:spChg chg="add mod">
          <ac:chgData name="鈴木 秀規" userId="f68c5fd9-22d5-4c0a-9833-7fb0f5135313" providerId="ADAL" clId="{9B0393DB-347A-4A9F-B4E7-8702A039FC28}" dt="2021-01-28T05:57:49.640" v="691" actId="14100"/>
          <ac:spMkLst>
            <pc:docMk/>
            <pc:sldMk cId="3488235805" sldId="378"/>
            <ac:spMk id="11" creationId="{41938E68-145B-4FE8-9F7E-355B72C8067A}"/>
          </ac:spMkLst>
        </pc:spChg>
      </pc:sldChg>
      <pc:sldChg chg="del">
        <pc:chgData name="鈴木 秀規" userId="f68c5fd9-22d5-4c0a-9833-7fb0f5135313" providerId="ADAL" clId="{9B0393DB-347A-4A9F-B4E7-8702A039FC28}" dt="2021-01-28T04:51:20.164" v="10" actId="2696"/>
        <pc:sldMkLst>
          <pc:docMk/>
          <pc:sldMk cId="449625136" sldId="379"/>
        </pc:sldMkLst>
      </pc:sldChg>
      <pc:sldChg chg="modSp new mod">
        <pc:chgData name="鈴木 秀規" userId="f68c5fd9-22d5-4c0a-9833-7fb0f5135313" providerId="ADAL" clId="{9B0393DB-347A-4A9F-B4E7-8702A039FC28}" dt="2021-01-28T05:59:59.340" v="723" actId="20577"/>
        <pc:sldMkLst>
          <pc:docMk/>
          <pc:sldMk cId="2796318075" sldId="379"/>
        </pc:sldMkLst>
        <pc:spChg chg="mod">
          <ac:chgData name="鈴木 秀規" userId="f68c5fd9-22d5-4c0a-9833-7fb0f5135313" providerId="ADAL" clId="{9B0393DB-347A-4A9F-B4E7-8702A039FC28}" dt="2021-01-28T05:58:11.626" v="693"/>
          <ac:spMkLst>
            <pc:docMk/>
            <pc:sldMk cId="2796318075" sldId="379"/>
            <ac:spMk id="3" creationId="{A8E3964F-E0EF-4FFC-8EBD-80EB66046BB4}"/>
          </ac:spMkLst>
        </pc:spChg>
        <pc:spChg chg="mod">
          <ac:chgData name="鈴木 秀規" userId="f68c5fd9-22d5-4c0a-9833-7fb0f5135313" providerId="ADAL" clId="{9B0393DB-347A-4A9F-B4E7-8702A039FC28}" dt="2021-01-28T05:59:59.340" v="723" actId="20577"/>
          <ac:spMkLst>
            <pc:docMk/>
            <pc:sldMk cId="2796318075" sldId="379"/>
            <ac:spMk id="5" creationId="{F65EA276-CB98-4E31-BEA6-CDEA12439F93}"/>
          </ac:spMkLst>
        </pc:spChg>
      </pc:sldChg>
      <pc:sldChg chg="del">
        <pc:chgData name="鈴木 秀規" userId="f68c5fd9-22d5-4c0a-9833-7fb0f5135313" providerId="ADAL" clId="{9B0393DB-347A-4A9F-B4E7-8702A039FC28}" dt="2021-01-28T04:51:20.164" v="10" actId="2696"/>
        <pc:sldMkLst>
          <pc:docMk/>
          <pc:sldMk cId="1911761034" sldId="380"/>
        </pc:sldMkLst>
      </pc:sldChg>
      <pc:sldChg chg="addSp modSp new mod">
        <pc:chgData name="鈴木 秀規" userId="f68c5fd9-22d5-4c0a-9833-7fb0f5135313" providerId="ADAL" clId="{9B0393DB-347A-4A9F-B4E7-8702A039FC28}" dt="2021-01-28T06:03:48" v="784" actId="208"/>
        <pc:sldMkLst>
          <pc:docMk/>
          <pc:sldMk cId="3487842613" sldId="380"/>
        </pc:sldMkLst>
        <pc:spChg chg="mod">
          <ac:chgData name="鈴木 秀規" userId="f68c5fd9-22d5-4c0a-9833-7fb0f5135313" providerId="ADAL" clId="{9B0393DB-347A-4A9F-B4E7-8702A039FC28}" dt="2021-01-28T06:00:53.222" v="729"/>
          <ac:spMkLst>
            <pc:docMk/>
            <pc:sldMk cId="3487842613" sldId="380"/>
            <ac:spMk id="3" creationId="{EA6E2194-B0F9-42A6-8C40-9ACB32D82E50}"/>
          </ac:spMkLst>
        </pc:spChg>
        <pc:spChg chg="mod">
          <ac:chgData name="鈴木 秀規" userId="f68c5fd9-22d5-4c0a-9833-7fb0f5135313" providerId="ADAL" clId="{9B0393DB-347A-4A9F-B4E7-8702A039FC28}" dt="2021-01-28T06:00:28.017" v="727" actId="20577"/>
          <ac:spMkLst>
            <pc:docMk/>
            <pc:sldMk cId="3487842613" sldId="380"/>
            <ac:spMk id="5" creationId="{83D26C3F-3B73-4BED-A14F-B89A850D63CC}"/>
          </ac:spMkLst>
        </pc:spChg>
        <pc:spChg chg="add mod">
          <ac:chgData name="鈴木 秀規" userId="f68c5fd9-22d5-4c0a-9833-7fb0f5135313" providerId="ADAL" clId="{9B0393DB-347A-4A9F-B4E7-8702A039FC28}" dt="2021-01-28T06:02:42.681" v="776" actId="313"/>
          <ac:spMkLst>
            <pc:docMk/>
            <pc:sldMk cId="3487842613" sldId="380"/>
            <ac:spMk id="6" creationId="{FEC86CCF-52B7-4B99-B475-BF74CC017D2B}"/>
          </ac:spMkLst>
        </pc:spChg>
        <pc:spChg chg="add mod">
          <ac:chgData name="鈴木 秀規" userId="f68c5fd9-22d5-4c0a-9833-7fb0f5135313" providerId="ADAL" clId="{9B0393DB-347A-4A9F-B4E7-8702A039FC28}" dt="2021-01-28T06:02:31.568" v="774" actId="14100"/>
          <ac:spMkLst>
            <pc:docMk/>
            <pc:sldMk cId="3487842613" sldId="380"/>
            <ac:spMk id="7" creationId="{C56B9F5F-B953-4159-A53C-F447986A5F93}"/>
          </ac:spMkLst>
        </pc:spChg>
        <pc:spChg chg="add mod">
          <ac:chgData name="鈴木 秀規" userId="f68c5fd9-22d5-4c0a-9833-7fb0f5135313" providerId="ADAL" clId="{9B0393DB-347A-4A9F-B4E7-8702A039FC28}" dt="2021-01-28T06:03:48" v="784" actId="208"/>
          <ac:spMkLst>
            <pc:docMk/>
            <pc:sldMk cId="3487842613" sldId="380"/>
            <ac:spMk id="8" creationId="{CB2EA837-25DB-4E3B-A49B-0989AF006CB4}"/>
          </ac:spMkLst>
        </pc:spChg>
      </pc:sldChg>
      <pc:sldChg chg="modSp new mod">
        <pc:chgData name="鈴木 秀規" userId="f68c5fd9-22d5-4c0a-9833-7fb0f5135313" providerId="ADAL" clId="{9B0393DB-347A-4A9F-B4E7-8702A039FC28}" dt="2021-01-28T06:07:15.883" v="806" actId="207"/>
        <pc:sldMkLst>
          <pc:docMk/>
          <pc:sldMk cId="1329678765" sldId="381"/>
        </pc:sldMkLst>
        <pc:spChg chg="mod">
          <ac:chgData name="鈴木 秀規" userId="f68c5fd9-22d5-4c0a-9833-7fb0f5135313" providerId="ADAL" clId="{9B0393DB-347A-4A9F-B4E7-8702A039FC28}" dt="2021-01-28T06:05:02.602" v="786"/>
          <ac:spMkLst>
            <pc:docMk/>
            <pc:sldMk cId="1329678765" sldId="381"/>
            <ac:spMk id="3" creationId="{7F0D9EE6-7E66-441D-88C2-85B5C043CC56}"/>
          </ac:spMkLst>
        </pc:spChg>
        <pc:spChg chg="mod">
          <ac:chgData name="鈴木 秀規" userId="f68c5fd9-22d5-4c0a-9833-7fb0f5135313" providerId="ADAL" clId="{9B0393DB-347A-4A9F-B4E7-8702A039FC28}" dt="2021-01-28T06:07:15.883" v="806" actId="207"/>
          <ac:spMkLst>
            <pc:docMk/>
            <pc:sldMk cId="1329678765" sldId="381"/>
            <ac:spMk id="5" creationId="{54CF1E0F-77F3-4D34-B80C-F23ED44BB1B5}"/>
          </ac:spMkLst>
        </pc:spChg>
      </pc:sldChg>
      <pc:sldChg chg="del">
        <pc:chgData name="鈴木 秀規" userId="f68c5fd9-22d5-4c0a-9833-7fb0f5135313" providerId="ADAL" clId="{9B0393DB-347A-4A9F-B4E7-8702A039FC28}" dt="2021-01-28T04:51:20.164" v="10" actId="2696"/>
        <pc:sldMkLst>
          <pc:docMk/>
          <pc:sldMk cId="2111497926" sldId="381"/>
        </pc:sldMkLst>
      </pc:sldChg>
      <pc:sldChg chg="modSp new mod">
        <pc:chgData name="鈴木 秀規" userId="f68c5fd9-22d5-4c0a-9833-7fb0f5135313" providerId="ADAL" clId="{9B0393DB-347A-4A9F-B4E7-8702A039FC28}" dt="2021-01-28T06:08:48.318" v="827" actId="207"/>
        <pc:sldMkLst>
          <pc:docMk/>
          <pc:sldMk cId="1241536557" sldId="382"/>
        </pc:sldMkLst>
        <pc:spChg chg="mod">
          <ac:chgData name="鈴木 秀規" userId="f68c5fd9-22d5-4c0a-9833-7fb0f5135313" providerId="ADAL" clId="{9B0393DB-347A-4A9F-B4E7-8702A039FC28}" dt="2021-01-28T06:07:35.948" v="808"/>
          <ac:spMkLst>
            <pc:docMk/>
            <pc:sldMk cId="1241536557" sldId="382"/>
            <ac:spMk id="3" creationId="{5D82300F-0A26-44EC-AE4C-303BAF968E6E}"/>
          </ac:spMkLst>
        </pc:spChg>
        <pc:spChg chg="mod">
          <ac:chgData name="鈴木 秀規" userId="f68c5fd9-22d5-4c0a-9833-7fb0f5135313" providerId="ADAL" clId="{9B0393DB-347A-4A9F-B4E7-8702A039FC28}" dt="2021-01-28T06:08:48.318" v="827" actId="207"/>
          <ac:spMkLst>
            <pc:docMk/>
            <pc:sldMk cId="1241536557" sldId="382"/>
            <ac:spMk id="5" creationId="{98249769-8B42-411C-8DE2-0722716BC79D}"/>
          </ac:spMkLst>
        </pc:spChg>
      </pc:sldChg>
      <pc:sldChg chg="addSp modSp new mod">
        <pc:chgData name="鈴木 秀規" userId="f68c5fd9-22d5-4c0a-9833-7fb0f5135313" providerId="ADAL" clId="{9B0393DB-347A-4A9F-B4E7-8702A039FC28}" dt="2021-01-28T06:12:32.581" v="845" actId="207"/>
        <pc:sldMkLst>
          <pc:docMk/>
          <pc:sldMk cId="370086342" sldId="383"/>
        </pc:sldMkLst>
        <pc:spChg chg="mod">
          <ac:chgData name="鈴木 秀規" userId="f68c5fd9-22d5-4c0a-9833-7fb0f5135313" providerId="ADAL" clId="{9B0393DB-347A-4A9F-B4E7-8702A039FC28}" dt="2021-01-28T06:11:15.101" v="829"/>
          <ac:spMkLst>
            <pc:docMk/>
            <pc:sldMk cId="370086342" sldId="383"/>
            <ac:spMk id="3" creationId="{C7066AF6-1D1A-4194-81A6-0761C95ADD0B}"/>
          </ac:spMkLst>
        </pc:spChg>
        <pc:spChg chg="mod">
          <ac:chgData name="鈴木 秀規" userId="f68c5fd9-22d5-4c0a-9833-7fb0f5135313" providerId="ADAL" clId="{9B0393DB-347A-4A9F-B4E7-8702A039FC28}" dt="2021-01-28T06:11:31.165" v="833" actId="14100"/>
          <ac:spMkLst>
            <pc:docMk/>
            <pc:sldMk cId="370086342" sldId="383"/>
            <ac:spMk id="5" creationId="{73F15835-8EDD-47E5-B2C7-F34CF0B460E8}"/>
          </ac:spMkLst>
        </pc:spChg>
        <pc:spChg chg="add mod">
          <ac:chgData name="鈴木 秀規" userId="f68c5fd9-22d5-4c0a-9833-7fb0f5135313" providerId="ADAL" clId="{9B0393DB-347A-4A9F-B4E7-8702A039FC28}" dt="2021-01-28T06:12:32.581" v="845" actId="207"/>
          <ac:spMkLst>
            <pc:docMk/>
            <pc:sldMk cId="370086342" sldId="383"/>
            <ac:spMk id="6" creationId="{4CA59899-0BAD-4D9D-9D2E-EDDEDF77A7C7}"/>
          </ac:spMkLst>
        </pc:spChg>
      </pc:sldChg>
      <pc:sldChg chg="addSp modSp new mod">
        <pc:chgData name="鈴木 秀規" userId="f68c5fd9-22d5-4c0a-9833-7fb0f5135313" providerId="ADAL" clId="{9B0393DB-347A-4A9F-B4E7-8702A039FC28}" dt="2021-01-28T06:14:05.365" v="860" actId="207"/>
        <pc:sldMkLst>
          <pc:docMk/>
          <pc:sldMk cId="2606702251" sldId="384"/>
        </pc:sldMkLst>
        <pc:spChg chg="mod">
          <ac:chgData name="鈴木 秀規" userId="f68c5fd9-22d5-4c0a-9833-7fb0f5135313" providerId="ADAL" clId="{9B0393DB-347A-4A9F-B4E7-8702A039FC28}" dt="2021-01-28T06:12:47.925" v="847"/>
          <ac:spMkLst>
            <pc:docMk/>
            <pc:sldMk cId="2606702251" sldId="384"/>
            <ac:spMk id="3" creationId="{149D213F-2620-4B5B-8E45-E4DD7E8F6AEC}"/>
          </ac:spMkLst>
        </pc:spChg>
        <pc:spChg chg="mod">
          <ac:chgData name="鈴木 秀規" userId="f68c5fd9-22d5-4c0a-9833-7fb0f5135313" providerId="ADAL" clId="{9B0393DB-347A-4A9F-B4E7-8702A039FC28}" dt="2021-01-28T06:13:03.017" v="851" actId="14100"/>
          <ac:spMkLst>
            <pc:docMk/>
            <pc:sldMk cId="2606702251" sldId="384"/>
            <ac:spMk id="5" creationId="{F7A02B33-8EF9-47AC-91D1-E5EC06F42BF1}"/>
          </ac:spMkLst>
        </pc:spChg>
        <pc:spChg chg="add mod">
          <ac:chgData name="鈴木 秀規" userId="f68c5fd9-22d5-4c0a-9833-7fb0f5135313" providerId="ADAL" clId="{9B0393DB-347A-4A9F-B4E7-8702A039FC28}" dt="2021-01-28T06:14:05.365" v="860" actId="207"/>
          <ac:spMkLst>
            <pc:docMk/>
            <pc:sldMk cId="2606702251" sldId="384"/>
            <ac:spMk id="6" creationId="{2963DDC0-DC6C-4E94-B2BC-AF18A6BE370C}"/>
          </ac:spMkLst>
        </pc:spChg>
      </pc:sldChg>
      <pc:sldChg chg="modSp new mod">
        <pc:chgData name="鈴木 秀規" userId="f68c5fd9-22d5-4c0a-9833-7fb0f5135313" providerId="ADAL" clId="{9B0393DB-347A-4A9F-B4E7-8702A039FC28}" dt="2021-01-28T06:16:43.690" v="889" actId="207"/>
        <pc:sldMkLst>
          <pc:docMk/>
          <pc:sldMk cId="687702862" sldId="385"/>
        </pc:sldMkLst>
        <pc:spChg chg="mod">
          <ac:chgData name="鈴木 秀規" userId="f68c5fd9-22d5-4c0a-9833-7fb0f5135313" providerId="ADAL" clId="{9B0393DB-347A-4A9F-B4E7-8702A039FC28}" dt="2021-01-28T06:15:08.453" v="864"/>
          <ac:spMkLst>
            <pc:docMk/>
            <pc:sldMk cId="687702862" sldId="385"/>
            <ac:spMk id="3" creationId="{FEF030DA-D0CC-4914-B25C-B1531FB2EA38}"/>
          </ac:spMkLst>
        </pc:spChg>
        <pc:spChg chg="mod">
          <ac:chgData name="鈴木 秀規" userId="f68c5fd9-22d5-4c0a-9833-7fb0f5135313" providerId="ADAL" clId="{9B0393DB-347A-4A9F-B4E7-8702A039FC28}" dt="2021-01-28T06:16:43.690" v="889" actId="207"/>
          <ac:spMkLst>
            <pc:docMk/>
            <pc:sldMk cId="687702862" sldId="385"/>
            <ac:spMk id="5" creationId="{E4529827-329A-4934-8075-38C70BC32037}"/>
          </ac:spMkLst>
        </pc:spChg>
      </pc:sldChg>
      <pc:sldChg chg="addSp delSp modSp new mod modClrScheme chgLayout">
        <pc:chgData name="鈴木 秀規" userId="f68c5fd9-22d5-4c0a-9833-7fb0f5135313" providerId="ADAL" clId="{9B0393DB-347A-4A9F-B4E7-8702A039FC28}" dt="2021-01-28T06:19:17.881" v="915" actId="14100"/>
        <pc:sldMkLst>
          <pc:docMk/>
          <pc:sldMk cId="1556991625" sldId="386"/>
        </pc:sldMkLst>
        <pc:spChg chg="mod ord">
          <ac:chgData name="鈴木 秀規" userId="f68c5fd9-22d5-4c0a-9833-7fb0f5135313" providerId="ADAL" clId="{9B0393DB-347A-4A9F-B4E7-8702A039FC28}" dt="2021-01-28T06:17:29.798" v="892" actId="700"/>
          <ac:spMkLst>
            <pc:docMk/>
            <pc:sldMk cId="1556991625" sldId="386"/>
            <ac:spMk id="2" creationId="{8E37BB9B-83D1-4AD3-84A7-00314A9EF443}"/>
          </ac:spMkLst>
        </pc:spChg>
        <pc:spChg chg="mod ord">
          <ac:chgData name="鈴木 秀規" userId="f68c5fd9-22d5-4c0a-9833-7fb0f5135313" providerId="ADAL" clId="{9B0393DB-347A-4A9F-B4E7-8702A039FC28}" dt="2021-01-28T06:17:29.798" v="892" actId="700"/>
          <ac:spMkLst>
            <pc:docMk/>
            <pc:sldMk cId="1556991625" sldId="386"/>
            <ac:spMk id="3" creationId="{0416D4FC-4CF7-4D90-9C0D-CA655114D930}"/>
          </ac:spMkLst>
        </pc:spChg>
        <pc:spChg chg="mod ord">
          <ac:chgData name="鈴木 秀規" userId="f68c5fd9-22d5-4c0a-9833-7fb0f5135313" providerId="ADAL" clId="{9B0393DB-347A-4A9F-B4E7-8702A039FC28}" dt="2021-01-28T06:17:29.798" v="892" actId="700"/>
          <ac:spMkLst>
            <pc:docMk/>
            <pc:sldMk cId="1556991625" sldId="386"/>
            <ac:spMk id="4" creationId="{AC8E1359-BD1A-44C5-AECC-CEA080E9EF06}"/>
          </ac:spMkLst>
        </pc:spChg>
        <pc:spChg chg="del">
          <ac:chgData name="鈴木 秀規" userId="f68c5fd9-22d5-4c0a-9833-7fb0f5135313" providerId="ADAL" clId="{9B0393DB-347A-4A9F-B4E7-8702A039FC28}" dt="2021-01-28T06:17:29.798" v="892" actId="700"/>
          <ac:spMkLst>
            <pc:docMk/>
            <pc:sldMk cId="1556991625" sldId="386"/>
            <ac:spMk id="5" creationId="{C7C809F3-182A-4B65-890A-624315607664}"/>
          </ac:spMkLst>
        </pc:spChg>
        <pc:spChg chg="add mod">
          <ac:chgData name="鈴木 秀規" userId="f68c5fd9-22d5-4c0a-9833-7fb0f5135313" providerId="ADAL" clId="{9B0393DB-347A-4A9F-B4E7-8702A039FC28}" dt="2021-01-28T06:17:49.701" v="896" actId="14100"/>
          <ac:spMkLst>
            <pc:docMk/>
            <pc:sldMk cId="1556991625" sldId="386"/>
            <ac:spMk id="6" creationId="{74841F81-189C-4603-B413-5F5FE530BDEF}"/>
          </ac:spMkLst>
        </pc:spChg>
        <pc:spChg chg="add mod">
          <ac:chgData name="鈴木 秀規" userId="f68c5fd9-22d5-4c0a-9833-7fb0f5135313" providerId="ADAL" clId="{9B0393DB-347A-4A9F-B4E7-8702A039FC28}" dt="2021-01-28T06:18:55.829" v="911" actId="14100"/>
          <ac:spMkLst>
            <pc:docMk/>
            <pc:sldMk cId="1556991625" sldId="386"/>
            <ac:spMk id="7" creationId="{E1CFD740-7C8B-4718-8129-5E0F23D3ABE9}"/>
          </ac:spMkLst>
        </pc:spChg>
        <pc:spChg chg="add mod">
          <ac:chgData name="鈴木 秀規" userId="f68c5fd9-22d5-4c0a-9833-7fb0f5135313" providerId="ADAL" clId="{9B0393DB-347A-4A9F-B4E7-8702A039FC28}" dt="2021-01-28T06:19:17.881" v="915" actId="14100"/>
          <ac:spMkLst>
            <pc:docMk/>
            <pc:sldMk cId="1556991625" sldId="386"/>
            <ac:spMk id="8" creationId="{351B8591-3A1E-42E4-943A-99BDD8C1D067}"/>
          </ac:spMkLst>
        </pc:spChg>
      </pc:sldChg>
      <pc:sldChg chg="addSp modSp new mod modClrScheme chgLayout">
        <pc:chgData name="鈴木 秀規" userId="f68c5fd9-22d5-4c0a-9833-7fb0f5135313" providerId="ADAL" clId="{9B0393DB-347A-4A9F-B4E7-8702A039FC28}" dt="2021-01-28T06:20:51.853" v="942" actId="207"/>
        <pc:sldMkLst>
          <pc:docMk/>
          <pc:sldMk cId="3227213484" sldId="387"/>
        </pc:sldMkLst>
        <pc:spChg chg="mod ord">
          <ac:chgData name="鈴木 秀規" userId="f68c5fd9-22d5-4c0a-9833-7fb0f5135313" providerId="ADAL" clId="{9B0393DB-347A-4A9F-B4E7-8702A039FC28}" dt="2021-01-28T06:19:30.642" v="918" actId="700"/>
          <ac:spMkLst>
            <pc:docMk/>
            <pc:sldMk cId="3227213484" sldId="387"/>
            <ac:spMk id="2" creationId="{2FAC12FB-80AE-4A9F-96FC-08C6F99BDF3B}"/>
          </ac:spMkLst>
        </pc:spChg>
        <pc:spChg chg="mod ord">
          <ac:chgData name="鈴木 秀規" userId="f68c5fd9-22d5-4c0a-9833-7fb0f5135313" providerId="ADAL" clId="{9B0393DB-347A-4A9F-B4E7-8702A039FC28}" dt="2021-01-28T06:19:30.642" v="918" actId="700"/>
          <ac:spMkLst>
            <pc:docMk/>
            <pc:sldMk cId="3227213484" sldId="387"/>
            <ac:spMk id="3" creationId="{5856AD74-FB21-40CC-894A-8BA15D8FD2E3}"/>
          </ac:spMkLst>
        </pc:spChg>
        <pc:spChg chg="mod ord">
          <ac:chgData name="鈴木 秀規" userId="f68c5fd9-22d5-4c0a-9833-7fb0f5135313" providerId="ADAL" clId="{9B0393DB-347A-4A9F-B4E7-8702A039FC28}" dt="2021-01-28T06:19:30.642" v="918" actId="700"/>
          <ac:spMkLst>
            <pc:docMk/>
            <pc:sldMk cId="3227213484" sldId="387"/>
            <ac:spMk id="4" creationId="{487B6B72-D59A-4809-81AC-3D57E013062B}"/>
          </ac:spMkLst>
        </pc:spChg>
        <pc:spChg chg="add mod ord">
          <ac:chgData name="鈴木 秀規" userId="f68c5fd9-22d5-4c0a-9833-7fb0f5135313" providerId="ADAL" clId="{9B0393DB-347A-4A9F-B4E7-8702A039FC28}" dt="2021-01-28T06:20:51.853" v="942" actId="207"/>
          <ac:spMkLst>
            <pc:docMk/>
            <pc:sldMk cId="3227213484" sldId="387"/>
            <ac:spMk id="5" creationId="{DC467748-EFDB-4E6D-83BA-BE7F93FBEB19}"/>
          </ac:spMkLst>
        </pc:spChg>
      </pc:sldChg>
      <pc:sldChg chg="addSp delSp modSp new mod modClrScheme chgLayout">
        <pc:chgData name="鈴木 秀規" userId="f68c5fd9-22d5-4c0a-9833-7fb0f5135313" providerId="ADAL" clId="{9B0393DB-347A-4A9F-B4E7-8702A039FC28}" dt="2021-01-28T06:27:14.681" v="1012"/>
        <pc:sldMkLst>
          <pc:docMk/>
          <pc:sldMk cId="2658651072" sldId="388"/>
        </pc:sldMkLst>
        <pc:spChg chg="mod ord">
          <ac:chgData name="鈴木 秀規" userId="f68c5fd9-22d5-4c0a-9833-7fb0f5135313" providerId="ADAL" clId="{9B0393DB-347A-4A9F-B4E7-8702A039FC28}" dt="2021-01-28T06:21:11.135" v="945" actId="700"/>
          <ac:spMkLst>
            <pc:docMk/>
            <pc:sldMk cId="2658651072" sldId="388"/>
            <ac:spMk id="2" creationId="{616FF081-D905-40D1-A2EF-8AE5108470FC}"/>
          </ac:spMkLst>
        </pc:spChg>
        <pc:spChg chg="mod ord">
          <ac:chgData name="鈴木 秀規" userId="f68c5fd9-22d5-4c0a-9833-7fb0f5135313" providerId="ADAL" clId="{9B0393DB-347A-4A9F-B4E7-8702A039FC28}" dt="2021-01-28T06:21:11.135" v="945" actId="700"/>
          <ac:spMkLst>
            <pc:docMk/>
            <pc:sldMk cId="2658651072" sldId="388"/>
            <ac:spMk id="3" creationId="{FD601D0B-FE04-4701-B12C-94FB8F10BBD7}"/>
          </ac:spMkLst>
        </pc:spChg>
        <pc:spChg chg="mod ord">
          <ac:chgData name="鈴木 秀規" userId="f68c5fd9-22d5-4c0a-9833-7fb0f5135313" providerId="ADAL" clId="{9B0393DB-347A-4A9F-B4E7-8702A039FC28}" dt="2021-01-28T06:21:11.135" v="945" actId="700"/>
          <ac:spMkLst>
            <pc:docMk/>
            <pc:sldMk cId="2658651072" sldId="388"/>
            <ac:spMk id="4" creationId="{1139FA8D-105C-45AC-B8FB-4464D919256F}"/>
          </ac:spMkLst>
        </pc:spChg>
        <pc:spChg chg="del">
          <ac:chgData name="鈴木 秀規" userId="f68c5fd9-22d5-4c0a-9833-7fb0f5135313" providerId="ADAL" clId="{9B0393DB-347A-4A9F-B4E7-8702A039FC28}" dt="2021-01-28T06:21:11.135" v="945" actId="700"/>
          <ac:spMkLst>
            <pc:docMk/>
            <pc:sldMk cId="2658651072" sldId="388"/>
            <ac:spMk id="5" creationId="{452E4E3F-25E6-483B-BBA5-BCDF4F0C8704}"/>
          </ac:spMkLst>
        </pc:spChg>
        <pc:spChg chg="add mod">
          <ac:chgData name="鈴木 秀規" userId="f68c5fd9-22d5-4c0a-9833-7fb0f5135313" providerId="ADAL" clId="{9B0393DB-347A-4A9F-B4E7-8702A039FC28}" dt="2021-01-28T06:21:36.878" v="948" actId="14100"/>
          <ac:spMkLst>
            <pc:docMk/>
            <pc:sldMk cId="2658651072" sldId="388"/>
            <ac:spMk id="6" creationId="{5E2AC7A9-D865-4072-A34B-12E361BBEC1F}"/>
          </ac:spMkLst>
        </pc:spChg>
        <pc:spChg chg="add del mod">
          <ac:chgData name="鈴木 秀規" userId="f68c5fd9-22d5-4c0a-9833-7fb0f5135313" providerId="ADAL" clId="{9B0393DB-347A-4A9F-B4E7-8702A039FC28}" dt="2021-01-28T06:27:14.681" v="1012"/>
          <ac:spMkLst>
            <pc:docMk/>
            <pc:sldMk cId="2658651072" sldId="388"/>
            <ac:spMk id="7" creationId="{F8C06D25-F72A-4A04-B316-EB86AF987920}"/>
          </ac:spMkLst>
        </pc:spChg>
      </pc:sldChg>
      <pc:sldChg chg="addSp modSp new mod modClrScheme chgLayout">
        <pc:chgData name="鈴木 秀規" userId="f68c5fd9-22d5-4c0a-9833-7fb0f5135313" providerId="ADAL" clId="{9B0393DB-347A-4A9F-B4E7-8702A039FC28}" dt="2021-01-28T06:23:42.791" v="985" actId="14100"/>
        <pc:sldMkLst>
          <pc:docMk/>
          <pc:sldMk cId="91634463" sldId="389"/>
        </pc:sldMkLst>
        <pc:spChg chg="mod ord">
          <ac:chgData name="鈴木 秀規" userId="f68c5fd9-22d5-4c0a-9833-7fb0f5135313" providerId="ADAL" clId="{9B0393DB-347A-4A9F-B4E7-8702A039FC28}" dt="2021-01-28T06:22:03.015" v="951" actId="700"/>
          <ac:spMkLst>
            <pc:docMk/>
            <pc:sldMk cId="91634463" sldId="389"/>
            <ac:spMk id="2" creationId="{71BD1C0E-C3F2-4EC8-B9E9-5E23FA0FE4B7}"/>
          </ac:spMkLst>
        </pc:spChg>
        <pc:spChg chg="mod ord">
          <ac:chgData name="鈴木 秀規" userId="f68c5fd9-22d5-4c0a-9833-7fb0f5135313" providerId="ADAL" clId="{9B0393DB-347A-4A9F-B4E7-8702A039FC28}" dt="2021-01-28T06:22:03.015" v="951" actId="700"/>
          <ac:spMkLst>
            <pc:docMk/>
            <pc:sldMk cId="91634463" sldId="389"/>
            <ac:spMk id="3" creationId="{A48FE05B-0BD3-4032-8606-CC0813688FA3}"/>
          </ac:spMkLst>
        </pc:spChg>
        <pc:spChg chg="mod ord">
          <ac:chgData name="鈴木 秀規" userId="f68c5fd9-22d5-4c0a-9833-7fb0f5135313" providerId="ADAL" clId="{9B0393DB-347A-4A9F-B4E7-8702A039FC28}" dt="2021-01-28T06:22:03.015" v="951" actId="700"/>
          <ac:spMkLst>
            <pc:docMk/>
            <pc:sldMk cId="91634463" sldId="389"/>
            <ac:spMk id="4" creationId="{4FBB2095-686E-47CA-A31C-B6273BD99781}"/>
          </ac:spMkLst>
        </pc:spChg>
        <pc:spChg chg="add mod ord">
          <ac:chgData name="鈴木 秀規" userId="f68c5fd9-22d5-4c0a-9833-7fb0f5135313" providerId="ADAL" clId="{9B0393DB-347A-4A9F-B4E7-8702A039FC28}" dt="2021-01-28T06:23:16.359" v="976" actId="14100"/>
          <ac:spMkLst>
            <pc:docMk/>
            <pc:sldMk cId="91634463" sldId="389"/>
            <ac:spMk id="5" creationId="{335A23CD-F841-4EA4-BAE6-043862528890}"/>
          </ac:spMkLst>
        </pc:spChg>
        <pc:spChg chg="add mod">
          <ac:chgData name="鈴木 秀規" userId="f68c5fd9-22d5-4c0a-9833-7fb0f5135313" providerId="ADAL" clId="{9B0393DB-347A-4A9F-B4E7-8702A039FC28}" dt="2021-01-28T06:23:42.791" v="985" actId="14100"/>
          <ac:spMkLst>
            <pc:docMk/>
            <pc:sldMk cId="91634463" sldId="389"/>
            <ac:spMk id="6" creationId="{D2A63244-64CB-47FA-9EE7-253FDF3EAA19}"/>
          </ac:spMkLst>
        </pc:spChg>
      </pc:sldChg>
      <pc:sldChg chg="addSp modSp new mod">
        <pc:chgData name="鈴木 秀規" userId="f68c5fd9-22d5-4c0a-9833-7fb0f5135313" providerId="ADAL" clId="{9B0393DB-347A-4A9F-B4E7-8702A039FC28}" dt="2021-01-28T06:26:22.364" v="1004" actId="207"/>
        <pc:sldMkLst>
          <pc:docMk/>
          <pc:sldMk cId="2320300325" sldId="390"/>
        </pc:sldMkLst>
        <pc:spChg chg="mod">
          <ac:chgData name="鈴木 秀規" userId="f68c5fd9-22d5-4c0a-9833-7fb0f5135313" providerId="ADAL" clId="{9B0393DB-347A-4A9F-B4E7-8702A039FC28}" dt="2021-01-28T06:24:00.917" v="987"/>
          <ac:spMkLst>
            <pc:docMk/>
            <pc:sldMk cId="2320300325" sldId="390"/>
            <ac:spMk id="3" creationId="{C5C02D43-B67C-4DEC-8EC9-48957910AE84}"/>
          </ac:spMkLst>
        </pc:spChg>
        <pc:spChg chg="mod">
          <ac:chgData name="鈴木 秀規" userId="f68c5fd9-22d5-4c0a-9833-7fb0f5135313" providerId="ADAL" clId="{9B0393DB-347A-4A9F-B4E7-8702A039FC28}" dt="2021-01-28T06:24:22.453" v="990" actId="14100"/>
          <ac:spMkLst>
            <pc:docMk/>
            <pc:sldMk cId="2320300325" sldId="390"/>
            <ac:spMk id="5" creationId="{D821D6BC-27C5-48BB-ACAA-F3BFE7F374B9}"/>
          </ac:spMkLst>
        </pc:spChg>
        <pc:spChg chg="add mod">
          <ac:chgData name="鈴木 秀規" userId="f68c5fd9-22d5-4c0a-9833-7fb0f5135313" providerId="ADAL" clId="{9B0393DB-347A-4A9F-B4E7-8702A039FC28}" dt="2021-01-28T06:25:43.802" v="999" actId="14100"/>
          <ac:spMkLst>
            <pc:docMk/>
            <pc:sldMk cId="2320300325" sldId="390"/>
            <ac:spMk id="6" creationId="{3FEE7AF6-EF3E-4CA4-B414-A154F59B8E37}"/>
          </ac:spMkLst>
        </pc:spChg>
        <pc:spChg chg="add mod">
          <ac:chgData name="鈴木 秀規" userId="f68c5fd9-22d5-4c0a-9833-7fb0f5135313" providerId="ADAL" clId="{9B0393DB-347A-4A9F-B4E7-8702A039FC28}" dt="2021-01-28T06:26:22.364" v="1004" actId="207"/>
          <ac:spMkLst>
            <pc:docMk/>
            <pc:sldMk cId="2320300325" sldId="390"/>
            <ac:spMk id="7" creationId="{932F1765-8A93-41EC-957E-EC93A9EF3DB0}"/>
          </ac:spMkLst>
        </pc:spChg>
      </pc:sldChg>
      <pc:sldChg chg="addSp modSp new mod">
        <pc:chgData name="鈴木 秀規" userId="f68c5fd9-22d5-4c0a-9833-7fb0f5135313" providerId="ADAL" clId="{9B0393DB-347A-4A9F-B4E7-8702A039FC28}" dt="2021-01-28T06:29:35.347" v="1039" actId="14100"/>
        <pc:sldMkLst>
          <pc:docMk/>
          <pc:sldMk cId="1037775335" sldId="391"/>
        </pc:sldMkLst>
        <pc:spChg chg="mod">
          <ac:chgData name="鈴木 秀規" userId="f68c5fd9-22d5-4c0a-9833-7fb0f5135313" providerId="ADAL" clId="{9B0393DB-347A-4A9F-B4E7-8702A039FC28}" dt="2021-01-28T06:26:37.694" v="1006"/>
          <ac:spMkLst>
            <pc:docMk/>
            <pc:sldMk cId="1037775335" sldId="391"/>
            <ac:spMk id="3" creationId="{BA923D28-88E3-4EFC-A158-2674C621247B}"/>
          </ac:spMkLst>
        </pc:spChg>
        <pc:spChg chg="mod">
          <ac:chgData name="鈴木 秀規" userId="f68c5fd9-22d5-4c0a-9833-7fb0f5135313" providerId="ADAL" clId="{9B0393DB-347A-4A9F-B4E7-8702A039FC28}" dt="2021-01-28T06:26:57.105" v="1010" actId="14100"/>
          <ac:spMkLst>
            <pc:docMk/>
            <pc:sldMk cId="1037775335" sldId="391"/>
            <ac:spMk id="5" creationId="{54F4C3A0-31EF-4B1B-B93B-5E9953289E8E}"/>
          </ac:spMkLst>
        </pc:spChg>
        <pc:spChg chg="add mod">
          <ac:chgData name="鈴木 秀規" userId="f68c5fd9-22d5-4c0a-9833-7fb0f5135313" providerId="ADAL" clId="{9B0393DB-347A-4A9F-B4E7-8702A039FC28}" dt="2021-01-28T06:29:35.347" v="1039" actId="14100"/>
          <ac:spMkLst>
            <pc:docMk/>
            <pc:sldMk cId="1037775335" sldId="391"/>
            <ac:spMk id="6" creationId="{5FFE9DB3-4E7A-4281-B566-65635089E2F9}"/>
          </ac:spMkLst>
        </pc:spChg>
        <pc:spChg chg="add mod">
          <ac:chgData name="鈴木 秀規" userId="f68c5fd9-22d5-4c0a-9833-7fb0f5135313" providerId="ADAL" clId="{9B0393DB-347A-4A9F-B4E7-8702A039FC28}" dt="2021-01-28T06:28:50.305" v="1038" actId="14100"/>
          <ac:spMkLst>
            <pc:docMk/>
            <pc:sldMk cId="1037775335" sldId="391"/>
            <ac:spMk id="7" creationId="{0D34E9ED-8FD2-4C86-A80D-7B70852CDC15}"/>
          </ac:spMkLst>
        </pc:spChg>
      </pc:sldChg>
      <pc:sldChg chg="addSp modSp new mod">
        <pc:chgData name="鈴木 秀規" userId="f68c5fd9-22d5-4c0a-9833-7fb0f5135313" providerId="ADAL" clId="{9B0393DB-347A-4A9F-B4E7-8702A039FC28}" dt="2021-01-28T06:30:22.371" v="1047" actId="14100"/>
        <pc:sldMkLst>
          <pc:docMk/>
          <pc:sldMk cId="1989164865" sldId="392"/>
        </pc:sldMkLst>
        <pc:spChg chg="mod">
          <ac:chgData name="鈴木 秀規" userId="f68c5fd9-22d5-4c0a-9833-7fb0f5135313" providerId="ADAL" clId="{9B0393DB-347A-4A9F-B4E7-8702A039FC28}" dt="2021-01-28T06:29:47.116" v="1041"/>
          <ac:spMkLst>
            <pc:docMk/>
            <pc:sldMk cId="1989164865" sldId="392"/>
            <ac:spMk id="3" creationId="{AFC2A26E-AA58-4A15-81CC-8DA57F4498D0}"/>
          </ac:spMkLst>
        </pc:spChg>
        <pc:spChg chg="mod">
          <ac:chgData name="鈴木 秀規" userId="f68c5fd9-22d5-4c0a-9833-7fb0f5135313" providerId="ADAL" clId="{9B0393DB-347A-4A9F-B4E7-8702A039FC28}" dt="2021-01-28T06:29:56.734" v="1044" actId="14100"/>
          <ac:spMkLst>
            <pc:docMk/>
            <pc:sldMk cId="1989164865" sldId="392"/>
            <ac:spMk id="5" creationId="{2C13E718-66E5-4BD7-B901-DDFF5F68F88D}"/>
          </ac:spMkLst>
        </pc:spChg>
        <pc:spChg chg="add mod">
          <ac:chgData name="鈴木 秀規" userId="f68c5fd9-22d5-4c0a-9833-7fb0f5135313" providerId="ADAL" clId="{9B0393DB-347A-4A9F-B4E7-8702A039FC28}" dt="2021-01-28T06:30:22.371" v="1047" actId="14100"/>
          <ac:spMkLst>
            <pc:docMk/>
            <pc:sldMk cId="1989164865" sldId="392"/>
            <ac:spMk id="6" creationId="{4DA1D2F3-34B2-42DA-9958-780758280642}"/>
          </ac:spMkLst>
        </pc:spChg>
      </pc:sldChg>
      <pc:sldChg chg="modSp new mod">
        <pc:chgData name="鈴木 秀規" userId="f68c5fd9-22d5-4c0a-9833-7fb0f5135313" providerId="ADAL" clId="{9B0393DB-347A-4A9F-B4E7-8702A039FC28}" dt="2021-01-28T06:33:04.921" v="1072" actId="20577"/>
        <pc:sldMkLst>
          <pc:docMk/>
          <pc:sldMk cId="3817722397" sldId="393"/>
        </pc:sldMkLst>
        <pc:spChg chg="mod">
          <ac:chgData name="鈴木 秀規" userId="f68c5fd9-22d5-4c0a-9833-7fb0f5135313" providerId="ADAL" clId="{9B0393DB-347A-4A9F-B4E7-8702A039FC28}" dt="2021-01-28T06:31:33.481" v="1051"/>
          <ac:spMkLst>
            <pc:docMk/>
            <pc:sldMk cId="3817722397" sldId="393"/>
            <ac:spMk id="3" creationId="{2F2E0FD5-2346-4DD8-8220-9BF195FC590E}"/>
          </ac:spMkLst>
        </pc:spChg>
        <pc:spChg chg="mod">
          <ac:chgData name="鈴木 秀規" userId="f68c5fd9-22d5-4c0a-9833-7fb0f5135313" providerId="ADAL" clId="{9B0393DB-347A-4A9F-B4E7-8702A039FC28}" dt="2021-01-28T06:33:04.921" v="1072" actId="20577"/>
          <ac:spMkLst>
            <pc:docMk/>
            <pc:sldMk cId="3817722397" sldId="393"/>
            <ac:spMk id="5" creationId="{60C10C8F-89BB-442F-9F97-4F5F5B5AF457}"/>
          </ac:spMkLst>
        </pc:spChg>
      </pc:sldChg>
      <pc:sldChg chg="modSp new mod">
        <pc:chgData name="鈴木 秀規" userId="f68c5fd9-22d5-4c0a-9833-7fb0f5135313" providerId="ADAL" clId="{9B0393DB-347A-4A9F-B4E7-8702A039FC28}" dt="2021-01-28T06:33:57.021" v="1084" actId="207"/>
        <pc:sldMkLst>
          <pc:docMk/>
          <pc:sldMk cId="2635548106" sldId="394"/>
        </pc:sldMkLst>
        <pc:spChg chg="mod">
          <ac:chgData name="鈴木 秀規" userId="f68c5fd9-22d5-4c0a-9833-7fb0f5135313" providerId="ADAL" clId="{9B0393DB-347A-4A9F-B4E7-8702A039FC28}" dt="2021-01-28T06:33:24.983" v="1074"/>
          <ac:spMkLst>
            <pc:docMk/>
            <pc:sldMk cId="2635548106" sldId="394"/>
            <ac:spMk id="3" creationId="{4B485903-C262-401B-B6AE-98AE0991F0DC}"/>
          </ac:spMkLst>
        </pc:spChg>
        <pc:spChg chg="mod">
          <ac:chgData name="鈴木 秀規" userId="f68c5fd9-22d5-4c0a-9833-7fb0f5135313" providerId="ADAL" clId="{9B0393DB-347A-4A9F-B4E7-8702A039FC28}" dt="2021-01-28T06:33:57.021" v="1084" actId="207"/>
          <ac:spMkLst>
            <pc:docMk/>
            <pc:sldMk cId="2635548106" sldId="394"/>
            <ac:spMk id="5" creationId="{845A8630-2E41-4B93-BEAA-4F2468557344}"/>
          </ac:spMkLst>
        </pc:spChg>
      </pc:sldChg>
      <pc:sldChg chg="modSp new mod">
        <pc:chgData name="鈴木 秀規" userId="f68c5fd9-22d5-4c0a-9833-7fb0f5135313" providerId="ADAL" clId="{9B0393DB-347A-4A9F-B4E7-8702A039FC28}" dt="2021-01-28T06:35:35.377" v="1114" actId="20577"/>
        <pc:sldMkLst>
          <pc:docMk/>
          <pc:sldMk cId="436757555" sldId="395"/>
        </pc:sldMkLst>
        <pc:spChg chg="mod">
          <ac:chgData name="鈴木 秀規" userId="f68c5fd9-22d5-4c0a-9833-7fb0f5135313" providerId="ADAL" clId="{9B0393DB-347A-4A9F-B4E7-8702A039FC28}" dt="2021-01-28T06:34:13.183" v="1086"/>
          <ac:spMkLst>
            <pc:docMk/>
            <pc:sldMk cId="436757555" sldId="395"/>
            <ac:spMk id="3" creationId="{A2691B91-019E-4260-AAD2-8EB61D034CB2}"/>
          </ac:spMkLst>
        </pc:spChg>
        <pc:spChg chg="mod">
          <ac:chgData name="鈴木 秀規" userId="f68c5fd9-22d5-4c0a-9833-7fb0f5135313" providerId="ADAL" clId="{9B0393DB-347A-4A9F-B4E7-8702A039FC28}" dt="2021-01-28T06:35:35.377" v="1114" actId="20577"/>
          <ac:spMkLst>
            <pc:docMk/>
            <pc:sldMk cId="436757555" sldId="395"/>
            <ac:spMk id="5" creationId="{3854E8B5-F33D-449E-83B5-1E679A12C92C}"/>
          </ac:spMkLst>
        </pc:spChg>
      </pc:sldChg>
      <pc:sldChg chg="modSp new mod">
        <pc:chgData name="鈴木 秀規" userId="f68c5fd9-22d5-4c0a-9833-7fb0f5135313" providerId="ADAL" clId="{9B0393DB-347A-4A9F-B4E7-8702A039FC28}" dt="2021-01-28T06:37:12.114" v="1143" actId="20577"/>
        <pc:sldMkLst>
          <pc:docMk/>
          <pc:sldMk cId="3553494220" sldId="396"/>
        </pc:sldMkLst>
        <pc:spChg chg="mod">
          <ac:chgData name="鈴木 秀規" userId="f68c5fd9-22d5-4c0a-9833-7fb0f5135313" providerId="ADAL" clId="{9B0393DB-347A-4A9F-B4E7-8702A039FC28}" dt="2021-01-28T06:35:49.658" v="1116"/>
          <ac:spMkLst>
            <pc:docMk/>
            <pc:sldMk cId="3553494220" sldId="396"/>
            <ac:spMk id="3" creationId="{26DB189E-5E24-44C6-8FDE-BEBE8357FDB7}"/>
          </ac:spMkLst>
        </pc:spChg>
        <pc:spChg chg="mod">
          <ac:chgData name="鈴木 秀規" userId="f68c5fd9-22d5-4c0a-9833-7fb0f5135313" providerId="ADAL" clId="{9B0393DB-347A-4A9F-B4E7-8702A039FC28}" dt="2021-01-28T06:37:12.114" v="1143" actId="20577"/>
          <ac:spMkLst>
            <pc:docMk/>
            <pc:sldMk cId="3553494220" sldId="396"/>
            <ac:spMk id="5" creationId="{190ECB88-5093-4F73-AA5D-C6BAE55C2600}"/>
          </ac:spMkLst>
        </pc:spChg>
      </pc:sldChg>
      <pc:sldChg chg="new del">
        <pc:chgData name="鈴木 秀規" userId="f68c5fd9-22d5-4c0a-9833-7fb0f5135313" providerId="ADAL" clId="{9B0393DB-347A-4A9F-B4E7-8702A039FC28}" dt="2021-01-28T06:37:49.917" v="1145" actId="2696"/>
        <pc:sldMkLst>
          <pc:docMk/>
          <pc:sldMk cId="1329269555" sldId="397"/>
        </pc:sldMkLst>
      </pc:sldChg>
    </pc:docChg>
  </pc:docChgLst>
  <pc:docChgLst>
    <pc:chgData name="鈴木 秀規" userId="f68c5fd9-22d5-4c0a-9833-7fb0f5135313" providerId="ADAL" clId="{BEF09B95-13F1-49F1-BED2-5E97CA8FA593}"/>
    <pc:docChg chg="undo custSel addSld delSld modSld">
      <pc:chgData name="鈴木 秀規" userId="f68c5fd9-22d5-4c0a-9833-7fb0f5135313" providerId="ADAL" clId="{BEF09B95-13F1-49F1-BED2-5E97CA8FA593}" dt="2021-02-01T06:57:29.768" v="1474" actId="6549"/>
      <pc:docMkLst>
        <pc:docMk/>
      </pc:docMkLst>
      <pc:sldChg chg="modSp mod">
        <pc:chgData name="鈴木 秀規" userId="f68c5fd9-22d5-4c0a-9833-7fb0f5135313" providerId="ADAL" clId="{BEF09B95-13F1-49F1-BED2-5E97CA8FA593}" dt="2021-01-29T05:53:23.312" v="7" actId="20577"/>
        <pc:sldMkLst>
          <pc:docMk/>
          <pc:sldMk cId="0" sldId="256"/>
        </pc:sldMkLst>
        <pc:spChg chg="mod">
          <ac:chgData name="鈴木 秀規" userId="f68c5fd9-22d5-4c0a-9833-7fb0f5135313" providerId="ADAL" clId="{BEF09B95-13F1-49F1-BED2-5E97CA8FA593}" dt="2021-01-29T05:53:23.312" v="7" actId="20577"/>
          <ac:spMkLst>
            <pc:docMk/>
            <pc:sldMk cId="0" sldId="256"/>
            <ac:spMk id="56" creationId="{00000000-0000-0000-0000-000000000000}"/>
          </ac:spMkLst>
        </pc:spChg>
      </pc:sldChg>
      <pc:sldChg chg="modSp mod">
        <pc:chgData name="鈴木 秀規" userId="f68c5fd9-22d5-4c0a-9833-7fb0f5135313" providerId="ADAL" clId="{BEF09B95-13F1-49F1-BED2-5E97CA8FA593}" dt="2021-02-01T06:57:29.768" v="1474" actId="6549"/>
        <pc:sldMkLst>
          <pc:docMk/>
          <pc:sldMk cId="1668843990" sldId="360"/>
        </pc:sldMkLst>
        <pc:spChg chg="mod">
          <ac:chgData name="鈴木 秀規" userId="f68c5fd9-22d5-4c0a-9833-7fb0f5135313" providerId="ADAL" clId="{BEF09B95-13F1-49F1-BED2-5E97CA8FA593}" dt="2021-02-01T06:57:29.768" v="1474" actId="6549"/>
          <ac:spMkLst>
            <pc:docMk/>
            <pc:sldMk cId="1668843990" sldId="360"/>
            <ac:spMk id="9" creationId="{A4832727-EA7F-44D6-A9F2-E4AE0246960A}"/>
          </ac:spMkLst>
        </pc:spChg>
      </pc:sldChg>
      <pc:sldChg chg="modSp mod">
        <pc:chgData name="鈴木 秀規" userId="f68c5fd9-22d5-4c0a-9833-7fb0f5135313" providerId="ADAL" clId="{BEF09B95-13F1-49F1-BED2-5E97CA8FA593}" dt="2021-02-01T06:55:55.184" v="1435" actId="20577"/>
        <pc:sldMkLst>
          <pc:docMk/>
          <pc:sldMk cId="267129399" sldId="361"/>
        </pc:sldMkLst>
        <pc:spChg chg="mod">
          <ac:chgData name="鈴木 秀規" userId="f68c5fd9-22d5-4c0a-9833-7fb0f5135313" providerId="ADAL" clId="{BEF09B95-13F1-49F1-BED2-5E97CA8FA593}" dt="2021-02-01T06:55:55.184" v="1435" actId="20577"/>
          <ac:spMkLst>
            <pc:docMk/>
            <pc:sldMk cId="267129399" sldId="361"/>
            <ac:spMk id="6" creationId="{D0F3BEAC-A5EA-4EE4-95C7-0AEC1107FD29}"/>
          </ac:spMkLst>
        </pc:spChg>
      </pc:sldChg>
      <pc:sldChg chg="delSp modSp mod">
        <pc:chgData name="鈴木 秀規" userId="f68c5fd9-22d5-4c0a-9833-7fb0f5135313" providerId="ADAL" clId="{BEF09B95-13F1-49F1-BED2-5E97CA8FA593}" dt="2021-01-29T05:54:59.469" v="31" actId="403"/>
        <pc:sldMkLst>
          <pc:docMk/>
          <pc:sldMk cId="2397736379" sldId="363"/>
        </pc:sldMkLst>
        <pc:spChg chg="mod">
          <ac:chgData name="鈴木 秀規" userId="f68c5fd9-22d5-4c0a-9833-7fb0f5135313" providerId="ADAL" clId="{BEF09B95-13F1-49F1-BED2-5E97CA8FA593}" dt="2021-01-29T05:53:39.758" v="9"/>
          <ac:spMkLst>
            <pc:docMk/>
            <pc:sldMk cId="2397736379" sldId="363"/>
            <ac:spMk id="7" creationId="{9630AD22-E64D-4A96-B059-2AF9F6580C25}"/>
          </ac:spMkLst>
        </pc:spChg>
        <pc:spChg chg="mod">
          <ac:chgData name="鈴木 秀規" userId="f68c5fd9-22d5-4c0a-9833-7fb0f5135313" providerId="ADAL" clId="{BEF09B95-13F1-49F1-BED2-5E97CA8FA593}" dt="2021-01-29T05:54:59.469" v="31" actId="403"/>
          <ac:spMkLst>
            <pc:docMk/>
            <pc:sldMk cId="2397736379" sldId="363"/>
            <ac:spMk id="8" creationId="{787CF02A-01AB-4517-BA3E-25572FA82648}"/>
          </ac:spMkLst>
        </pc:spChg>
        <pc:picChg chg="del">
          <ac:chgData name="鈴木 秀規" userId="f68c5fd9-22d5-4c0a-9833-7fb0f5135313" providerId="ADAL" clId="{BEF09B95-13F1-49F1-BED2-5E97CA8FA593}" dt="2021-01-29T05:54:00.722" v="10" actId="478"/>
          <ac:picMkLst>
            <pc:docMk/>
            <pc:sldMk cId="2397736379" sldId="363"/>
            <ac:picMk id="13" creationId="{AFECEB6F-9A85-4FBA-A728-91A16F11502C}"/>
          </ac:picMkLst>
        </pc:picChg>
      </pc:sldChg>
      <pc:sldChg chg="addSp modSp new mod">
        <pc:chgData name="鈴木 秀規" userId="f68c5fd9-22d5-4c0a-9833-7fb0f5135313" providerId="ADAL" clId="{BEF09B95-13F1-49F1-BED2-5E97CA8FA593}" dt="2021-01-29T05:56:18.883" v="49" actId="14100"/>
        <pc:sldMkLst>
          <pc:docMk/>
          <pc:sldMk cId="892564702" sldId="364"/>
        </pc:sldMkLst>
        <pc:spChg chg="mod">
          <ac:chgData name="鈴木 秀規" userId="f68c5fd9-22d5-4c0a-9833-7fb0f5135313" providerId="ADAL" clId="{BEF09B95-13F1-49F1-BED2-5E97CA8FA593}" dt="2021-01-29T05:55:12.153" v="33"/>
          <ac:spMkLst>
            <pc:docMk/>
            <pc:sldMk cId="892564702" sldId="364"/>
            <ac:spMk id="3" creationId="{D18D93F6-BC46-43BF-A526-7080C940FDD0}"/>
          </ac:spMkLst>
        </pc:spChg>
        <pc:spChg chg="mod">
          <ac:chgData name="鈴木 秀規" userId="f68c5fd9-22d5-4c0a-9833-7fb0f5135313" providerId="ADAL" clId="{BEF09B95-13F1-49F1-BED2-5E97CA8FA593}" dt="2021-01-29T05:55:26.149" v="37" actId="14100"/>
          <ac:spMkLst>
            <pc:docMk/>
            <pc:sldMk cId="892564702" sldId="364"/>
            <ac:spMk id="5" creationId="{819D4C79-32BF-41A8-B225-0B92E67D9875}"/>
          </ac:spMkLst>
        </pc:spChg>
        <pc:spChg chg="add mod">
          <ac:chgData name="鈴木 秀規" userId="f68c5fd9-22d5-4c0a-9833-7fb0f5135313" providerId="ADAL" clId="{BEF09B95-13F1-49F1-BED2-5E97CA8FA593}" dt="2021-01-29T05:56:01.742" v="46" actId="113"/>
          <ac:spMkLst>
            <pc:docMk/>
            <pc:sldMk cId="892564702" sldId="364"/>
            <ac:spMk id="6" creationId="{FE65D27D-0149-42B1-B588-6237B78EC52D}"/>
          </ac:spMkLst>
        </pc:spChg>
        <pc:spChg chg="add mod">
          <ac:chgData name="鈴木 秀規" userId="f68c5fd9-22d5-4c0a-9833-7fb0f5135313" providerId="ADAL" clId="{BEF09B95-13F1-49F1-BED2-5E97CA8FA593}" dt="2021-01-29T05:56:18.883" v="49" actId="14100"/>
          <ac:spMkLst>
            <pc:docMk/>
            <pc:sldMk cId="892564702" sldId="364"/>
            <ac:spMk id="7" creationId="{133C47F1-0D9E-40E0-BA22-E522F9103CF1}"/>
          </ac:spMkLst>
        </pc:spChg>
      </pc:sldChg>
      <pc:sldChg chg="del">
        <pc:chgData name="鈴木 秀規" userId="f68c5fd9-22d5-4c0a-9833-7fb0f5135313" providerId="ADAL" clId="{BEF09B95-13F1-49F1-BED2-5E97CA8FA593}" dt="2021-01-29T05:53:31.894" v="8" actId="2696"/>
        <pc:sldMkLst>
          <pc:docMk/>
          <pc:sldMk cId="2546841439" sldId="364"/>
        </pc:sldMkLst>
      </pc:sldChg>
      <pc:sldChg chg="del">
        <pc:chgData name="鈴木 秀規" userId="f68c5fd9-22d5-4c0a-9833-7fb0f5135313" providerId="ADAL" clId="{BEF09B95-13F1-49F1-BED2-5E97CA8FA593}" dt="2021-01-29T05:53:31.894" v="8" actId="2696"/>
        <pc:sldMkLst>
          <pc:docMk/>
          <pc:sldMk cId="3132048954" sldId="365"/>
        </pc:sldMkLst>
      </pc:sldChg>
      <pc:sldChg chg="addSp modSp new mod">
        <pc:chgData name="鈴木 秀規" userId="f68c5fd9-22d5-4c0a-9833-7fb0f5135313" providerId="ADAL" clId="{BEF09B95-13F1-49F1-BED2-5E97CA8FA593}" dt="2021-01-29T05:58:15.073" v="72" actId="14100"/>
        <pc:sldMkLst>
          <pc:docMk/>
          <pc:sldMk cId="3822348332" sldId="365"/>
        </pc:sldMkLst>
        <pc:spChg chg="mod">
          <ac:chgData name="鈴木 秀規" userId="f68c5fd9-22d5-4c0a-9833-7fb0f5135313" providerId="ADAL" clId="{BEF09B95-13F1-49F1-BED2-5E97CA8FA593}" dt="2021-01-29T05:56:31.137" v="51"/>
          <ac:spMkLst>
            <pc:docMk/>
            <pc:sldMk cId="3822348332" sldId="365"/>
            <ac:spMk id="3" creationId="{4D927314-5AD1-4B2A-A61E-A92F9CE5FAFF}"/>
          </ac:spMkLst>
        </pc:spChg>
        <pc:spChg chg="mod">
          <ac:chgData name="鈴木 秀規" userId="f68c5fd9-22d5-4c0a-9833-7fb0f5135313" providerId="ADAL" clId="{BEF09B95-13F1-49F1-BED2-5E97CA8FA593}" dt="2021-01-29T05:56:42.421" v="54" actId="14100"/>
          <ac:spMkLst>
            <pc:docMk/>
            <pc:sldMk cId="3822348332" sldId="365"/>
            <ac:spMk id="5" creationId="{BC6215BE-8203-4435-BABA-5CDCED411EBD}"/>
          </ac:spMkLst>
        </pc:spChg>
        <pc:spChg chg="add mod">
          <ac:chgData name="鈴木 秀規" userId="f68c5fd9-22d5-4c0a-9833-7fb0f5135313" providerId="ADAL" clId="{BEF09B95-13F1-49F1-BED2-5E97CA8FA593}" dt="2021-01-29T05:57:10.460" v="57" actId="14100"/>
          <ac:spMkLst>
            <pc:docMk/>
            <pc:sldMk cId="3822348332" sldId="365"/>
            <ac:spMk id="6" creationId="{8617B932-E8DC-4F22-A30A-793DA9211005}"/>
          </ac:spMkLst>
        </pc:spChg>
        <pc:spChg chg="add mod">
          <ac:chgData name="鈴木 秀規" userId="f68c5fd9-22d5-4c0a-9833-7fb0f5135313" providerId="ADAL" clId="{BEF09B95-13F1-49F1-BED2-5E97CA8FA593}" dt="2021-01-29T05:57:26.150" v="60" actId="14100"/>
          <ac:spMkLst>
            <pc:docMk/>
            <pc:sldMk cId="3822348332" sldId="365"/>
            <ac:spMk id="7" creationId="{6D08CBB2-5D9B-4B00-8436-C02F6AB97513}"/>
          </ac:spMkLst>
        </pc:spChg>
        <pc:spChg chg="add mod">
          <ac:chgData name="鈴木 秀規" userId="f68c5fd9-22d5-4c0a-9833-7fb0f5135313" providerId="ADAL" clId="{BEF09B95-13F1-49F1-BED2-5E97CA8FA593}" dt="2021-01-29T05:57:47.207" v="66" actId="1076"/>
          <ac:spMkLst>
            <pc:docMk/>
            <pc:sldMk cId="3822348332" sldId="365"/>
            <ac:spMk id="8" creationId="{95268274-6C32-4F0A-82B4-0D5F422BF9F9}"/>
          </ac:spMkLst>
        </pc:spChg>
        <pc:spChg chg="add mod">
          <ac:chgData name="鈴木 秀規" userId="f68c5fd9-22d5-4c0a-9833-7fb0f5135313" providerId="ADAL" clId="{BEF09B95-13F1-49F1-BED2-5E97CA8FA593}" dt="2021-01-29T05:57:53.961" v="68" actId="14100"/>
          <ac:spMkLst>
            <pc:docMk/>
            <pc:sldMk cId="3822348332" sldId="365"/>
            <ac:spMk id="9" creationId="{14552838-72A7-4BB0-984C-3EB3078EC0C3}"/>
          </ac:spMkLst>
        </pc:spChg>
        <pc:spChg chg="mod">
          <ac:chgData name="鈴木 秀規" userId="f68c5fd9-22d5-4c0a-9833-7fb0f5135313" providerId="ADAL" clId="{BEF09B95-13F1-49F1-BED2-5E97CA8FA593}" dt="2021-01-29T05:58:03.266" v="69"/>
          <ac:spMkLst>
            <pc:docMk/>
            <pc:sldMk cId="3822348332" sldId="365"/>
            <ac:spMk id="11" creationId="{F3EDEC07-01C5-4AFC-B91C-399547F9C833}"/>
          </ac:spMkLst>
        </pc:spChg>
        <pc:spChg chg="mod">
          <ac:chgData name="鈴木 秀規" userId="f68c5fd9-22d5-4c0a-9833-7fb0f5135313" providerId="ADAL" clId="{BEF09B95-13F1-49F1-BED2-5E97CA8FA593}" dt="2021-01-29T05:58:03.266" v="69"/>
          <ac:spMkLst>
            <pc:docMk/>
            <pc:sldMk cId="3822348332" sldId="365"/>
            <ac:spMk id="12" creationId="{2A7F9884-999F-4001-823A-FDDF97057053}"/>
          </ac:spMkLst>
        </pc:spChg>
        <pc:grpChg chg="add mod">
          <ac:chgData name="鈴木 秀規" userId="f68c5fd9-22d5-4c0a-9833-7fb0f5135313" providerId="ADAL" clId="{BEF09B95-13F1-49F1-BED2-5E97CA8FA593}" dt="2021-01-29T05:58:09.665" v="70" actId="1076"/>
          <ac:grpSpMkLst>
            <pc:docMk/>
            <pc:sldMk cId="3822348332" sldId="365"/>
            <ac:grpSpMk id="10" creationId="{A06DC2AB-AC51-45B7-B569-001F18F729BD}"/>
          </ac:grpSpMkLst>
        </pc:grpChg>
        <pc:cxnChg chg="add mod">
          <ac:chgData name="鈴木 秀規" userId="f68c5fd9-22d5-4c0a-9833-7fb0f5135313" providerId="ADAL" clId="{BEF09B95-13F1-49F1-BED2-5E97CA8FA593}" dt="2021-01-29T05:58:15.073" v="72" actId="14100"/>
          <ac:cxnSpMkLst>
            <pc:docMk/>
            <pc:sldMk cId="3822348332" sldId="365"/>
            <ac:cxnSpMk id="13" creationId="{175FD6CE-3C35-4731-AB5A-1C67DE40E2B5}"/>
          </ac:cxnSpMkLst>
        </pc:cxnChg>
      </pc:sldChg>
      <pc:sldChg chg="addSp delSp modSp new mod">
        <pc:chgData name="鈴木 秀規" userId="f68c5fd9-22d5-4c0a-9833-7fb0f5135313" providerId="ADAL" clId="{BEF09B95-13F1-49F1-BED2-5E97CA8FA593}" dt="2021-01-29T06:09:37.321" v="329" actId="1076"/>
        <pc:sldMkLst>
          <pc:docMk/>
          <pc:sldMk cId="377703482" sldId="366"/>
        </pc:sldMkLst>
        <pc:spChg chg="mod">
          <ac:chgData name="鈴木 秀規" userId="f68c5fd9-22d5-4c0a-9833-7fb0f5135313" providerId="ADAL" clId="{BEF09B95-13F1-49F1-BED2-5E97CA8FA593}" dt="2021-01-29T06:00:05.641" v="77"/>
          <ac:spMkLst>
            <pc:docMk/>
            <pc:sldMk cId="377703482" sldId="366"/>
            <ac:spMk id="3" creationId="{BCF0A0BC-F88C-4541-A1E6-99976F0C14CB}"/>
          </ac:spMkLst>
        </pc:spChg>
        <pc:spChg chg="mod">
          <ac:chgData name="鈴木 秀規" userId="f68c5fd9-22d5-4c0a-9833-7fb0f5135313" providerId="ADAL" clId="{BEF09B95-13F1-49F1-BED2-5E97CA8FA593}" dt="2021-01-29T06:00:18.175" v="80" actId="20577"/>
          <ac:spMkLst>
            <pc:docMk/>
            <pc:sldMk cId="377703482" sldId="366"/>
            <ac:spMk id="5" creationId="{9453BF00-BB17-4F8A-BD25-263839A7512C}"/>
          </ac:spMkLst>
        </pc:spChg>
        <pc:spChg chg="add mod">
          <ac:chgData name="鈴木 秀規" userId="f68c5fd9-22d5-4c0a-9833-7fb0f5135313" providerId="ADAL" clId="{BEF09B95-13F1-49F1-BED2-5E97CA8FA593}" dt="2021-01-29T06:02:15.227" v="108" actId="1076"/>
          <ac:spMkLst>
            <pc:docMk/>
            <pc:sldMk cId="377703482" sldId="366"/>
            <ac:spMk id="6" creationId="{ACC9B099-7230-43D1-8A48-8F5F21CC1670}"/>
          </ac:spMkLst>
        </pc:spChg>
        <pc:spChg chg="add mod">
          <ac:chgData name="鈴木 秀規" userId="f68c5fd9-22d5-4c0a-9833-7fb0f5135313" providerId="ADAL" clId="{BEF09B95-13F1-49F1-BED2-5E97CA8FA593}" dt="2021-01-29T06:03:51.127" v="157" actId="1076"/>
          <ac:spMkLst>
            <pc:docMk/>
            <pc:sldMk cId="377703482" sldId="366"/>
            <ac:spMk id="7" creationId="{6A1013CB-F8F1-4365-9E51-38F0211BDFB9}"/>
          </ac:spMkLst>
        </pc:spChg>
        <pc:spChg chg="add mod">
          <ac:chgData name="鈴木 秀規" userId="f68c5fd9-22d5-4c0a-9833-7fb0f5135313" providerId="ADAL" clId="{BEF09B95-13F1-49F1-BED2-5E97CA8FA593}" dt="2021-01-29T06:09:05.199" v="323" actId="404"/>
          <ac:spMkLst>
            <pc:docMk/>
            <pc:sldMk cId="377703482" sldId="366"/>
            <ac:spMk id="8" creationId="{9972D431-5E25-4C19-9B16-DB15FFEF5C8B}"/>
          </ac:spMkLst>
        </pc:spChg>
        <pc:spChg chg="add mod ord">
          <ac:chgData name="鈴木 秀規" userId="f68c5fd9-22d5-4c0a-9833-7fb0f5135313" providerId="ADAL" clId="{BEF09B95-13F1-49F1-BED2-5E97CA8FA593}" dt="2021-01-29T06:04:07.317" v="161" actId="166"/>
          <ac:spMkLst>
            <pc:docMk/>
            <pc:sldMk cId="377703482" sldId="366"/>
            <ac:spMk id="9" creationId="{C6620FA7-5B9D-4561-99D9-FEC4C6CA6C22}"/>
          </ac:spMkLst>
        </pc:spChg>
        <pc:spChg chg="add mod">
          <ac:chgData name="鈴木 秀規" userId="f68c5fd9-22d5-4c0a-9833-7fb0f5135313" providerId="ADAL" clId="{BEF09B95-13F1-49F1-BED2-5E97CA8FA593}" dt="2021-01-29T06:09:12.415" v="324" actId="120"/>
          <ac:spMkLst>
            <pc:docMk/>
            <pc:sldMk cId="377703482" sldId="366"/>
            <ac:spMk id="10" creationId="{FCEDFA8C-F3AF-4B21-9169-8AB8E17D3C5A}"/>
          </ac:spMkLst>
        </pc:spChg>
        <pc:spChg chg="add mod ord">
          <ac:chgData name="鈴木 秀規" userId="f68c5fd9-22d5-4c0a-9833-7fb0f5135313" providerId="ADAL" clId="{BEF09B95-13F1-49F1-BED2-5E97CA8FA593}" dt="2021-01-29T06:06:14.554" v="240" actId="20577"/>
          <ac:spMkLst>
            <pc:docMk/>
            <pc:sldMk cId="377703482" sldId="366"/>
            <ac:spMk id="11" creationId="{E82B9D73-4EF8-403B-A546-087B6E4808C3}"/>
          </ac:spMkLst>
        </pc:spChg>
        <pc:spChg chg="add mod">
          <ac:chgData name="鈴木 秀規" userId="f68c5fd9-22d5-4c0a-9833-7fb0f5135313" providerId="ADAL" clId="{BEF09B95-13F1-49F1-BED2-5E97CA8FA593}" dt="2021-01-29T06:04:42.040" v="183" actId="20577"/>
          <ac:spMkLst>
            <pc:docMk/>
            <pc:sldMk cId="377703482" sldId="366"/>
            <ac:spMk id="12" creationId="{1F8DC40A-EE27-43D5-80C3-BD9CAC85C73E}"/>
          </ac:spMkLst>
        </pc:spChg>
        <pc:spChg chg="add mod">
          <ac:chgData name="鈴木 秀規" userId="f68c5fd9-22d5-4c0a-9833-7fb0f5135313" providerId="ADAL" clId="{BEF09B95-13F1-49F1-BED2-5E97CA8FA593}" dt="2021-01-29T06:09:20.131" v="325" actId="255"/>
          <ac:spMkLst>
            <pc:docMk/>
            <pc:sldMk cId="377703482" sldId="366"/>
            <ac:spMk id="13" creationId="{653E5CF3-0FF0-4F33-B724-022BC50F02C7}"/>
          </ac:spMkLst>
        </pc:spChg>
        <pc:spChg chg="add mod ord">
          <ac:chgData name="鈴木 秀規" userId="f68c5fd9-22d5-4c0a-9833-7fb0f5135313" providerId="ADAL" clId="{BEF09B95-13F1-49F1-BED2-5E97CA8FA593}" dt="2021-01-29T06:09:33.854" v="328" actId="14100"/>
          <ac:spMkLst>
            <pc:docMk/>
            <pc:sldMk cId="377703482" sldId="366"/>
            <ac:spMk id="14" creationId="{5AC4A130-D9FD-4BF3-83CE-8FC630E45CA2}"/>
          </ac:spMkLst>
        </pc:spChg>
        <pc:spChg chg="add mod">
          <ac:chgData name="鈴木 秀規" userId="f68c5fd9-22d5-4c0a-9833-7fb0f5135313" providerId="ADAL" clId="{BEF09B95-13F1-49F1-BED2-5E97CA8FA593}" dt="2021-01-29T06:03:21.429" v="116" actId="571"/>
          <ac:spMkLst>
            <pc:docMk/>
            <pc:sldMk cId="377703482" sldId="366"/>
            <ac:spMk id="15" creationId="{FED6612C-B6F9-4D08-9A38-F938456D1166}"/>
          </ac:spMkLst>
        </pc:spChg>
        <pc:spChg chg="add mod">
          <ac:chgData name="鈴木 秀規" userId="f68c5fd9-22d5-4c0a-9833-7fb0f5135313" providerId="ADAL" clId="{BEF09B95-13F1-49F1-BED2-5E97CA8FA593}" dt="2021-01-29T06:03:21.429" v="116" actId="571"/>
          <ac:spMkLst>
            <pc:docMk/>
            <pc:sldMk cId="377703482" sldId="366"/>
            <ac:spMk id="16" creationId="{B3EF6C3A-757C-483F-96F3-8E6BD49A6E1E}"/>
          </ac:spMkLst>
        </pc:spChg>
        <pc:spChg chg="add mod">
          <ac:chgData name="鈴木 秀規" userId="f68c5fd9-22d5-4c0a-9833-7fb0f5135313" providerId="ADAL" clId="{BEF09B95-13F1-49F1-BED2-5E97CA8FA593}" dt="2021-01-29T06:03:21.429" v="116" actId="571"/>
          <ac:spMkLst>
            <pc:docMk/>
            <pc:sldMk cId="377703482" sldId="366"/>
            <ac:spMk id="17" creationId="{BBFA1935-CF6C-48F9-AF0D-65A5510D7E0F}"/>
          </ac:spMkLst>
        </pc:spChg>
        <pc:spChg chg="add del mod">
          <ac:chgData name="鈴木 秀規" userId="f68c5fd9-22d5-4c0a-9833-7fb0f5135313" providerId="ADAL" clId="{BEF09B95-13F1-49F1-BED2-5E97CA8FA593}" dt="2021-01-29T06:03:24.705" v="118"/>
          <ac:spMkLst>
            <pc:docMk/>
            <pc:sldMk cId="377703482" sldId="366"/>
            <ac:spMk id="18" creationId="{5C640E84-B0F7-482D-93ED-B82648AFDC2C}"/>
          </ac:spMkLst>
        </pc:spChg>
        <pc:spChg chg="add del mod">
          <ac:chgData name="鈴木 秀規" userId="f68c5fd9-22d5-4c0a-9833-7fb0f5135313" providerId="ADAL" clId="{BEF09B95-13F1-49F1-BED2-5E97CA8FA593}" dt="2021-01-29T06:03:24.705" v="118"/>
          <ac:spMkLst>
            <pc:docMk/>
            <pc:sldMk cId="377703482" sldId="366"/>
            <ac:spMk id="19" creationId="{C1B8CC49-719A-44D1-9E05-567257074150}"/>
          </ac:spMkLst>
        </pc:spChg>
        <pc:spChg chg="add del mod">
          <ac:chgData name="鈴木 秀規" userId="f68c5fd9-22d5-4c0a-9833-7fb0f5135313" providerId="ADAL" clId="{BEF09B95-13F1-49F1-BED2-5E97CA8FA593}" dt="2021-01-29T06:03:24.705" v="118"/>
          <ac:spMkLst>
            <pc:docMk/>
            <pc:sldMk cId="377703482" sldId="366"/>
            <ac:spMk id="20" creationId="{65CCBC6D-C4D7-4422-AD78-F71401F0D823}"/>
          </ac:spMkLst>
        </pc:spChg>
        <pc:spChg chg="add mod">
          <ac:chgData name="鈴木 秀規" userId="f68c5fd9-22d5-4c0a-9833-7fb0f5135313" providerId="ADAL" clId="{BEF09B95-13F1-49F1-BED2-5E97CA8FA593}" dt="2021-01-29T06:09:37.321" v="329" actId="1076"/>
          <ac:spMkLst>
            <pc:docMk/>
            <pc:sldMk cId="377703482" sldId="366"/>
            <ac:spMk id="21" creationId="{46546F44-FBDD-4036-830E-0FDEB11911C3}"/>
          </ac:spMkLst>
        </pc:spChg>
        <pc:cxnChg chg="add mod">
          <ac:chgData name="鈴木 秀規" userId="f68c5fd9-22d5-4c0a-9833-7fb0f5135313" providerId="ADAL" clId="{BEF09B95-13F1-49F1-BED2-5E97CA8FA593}" dt="2021-01-29T06:04:03.705" v="160" actId="14100"/>
          <ac:cxnSpMkLst>
            <pc:docMk/>
            <pc:sldMk cId="377703482" sldId="366"/>
            <ac:cxnSpMk id="22" creationId="{5D78BC3A-BED1-4D89-8D36-97135E3E204D}"/>
          </ac:cxnSpMkLst>
        </pc:cxnChg>
        <pc:cxnChg chg="add mod">
          <ac:chgData name="鈴木 秀規" userId="f68c5fd9-22d5-4c0a-9833-7fb0f5135313" providerId="ADAL" clId="{BEF09B95-13F1-49F1-BED2-5E97CA8FA593}" dt="2021-01-29T06:04:15.599" v="164" actId="14100"/>
          <ac:cxnSpMkLst>
            <pc:docMk/>
            <pc:sldMk cId="377703482" sldId="366"/>
            <ac:cxnSpMk id="25" creationId="{0B70DD2F-82F3-4FC9-B77A-39A1E6CB2650}"/>
          </ac:cxnSpMkLst>
        </pc:cxnChg>
        <pc:cxnChg chg="add mod">
          <ac:chgData name="鈴木 秀規" userId="f68c5fd9-22d5-4c0a-9833-7fb0f5135313" providerId="ADAL" clId="{BEF09B95-13F1-49F1-BED2-5E97CA8FA593}" dt="2021-01-29T06:09:37.321" v="329" actId="1076"/>
          <ac:cxnSpMkLst>
            <pc:docMk/>
            <pc:sldMk cId="377703482" sldId="366"/>
            <ac:cxnSpMk id="28" creationId="{75655755-D485-47D9-B10F-CD3C18CE2EF5}"/>
          </ac:cxnSpMkLst>
        </pc:cxnChg>
        <pc:cxnChg chg="add mod">
          <ac:chgData name="鈴木 秀規" userId="f68c5fd9-22d5-4c0a-9833-7fb0f5135313" providerId="ADAL" clId="{BEF09B95-13F1-49F1-BED2-5E97CA8FA593}" dt="2021-01-29T06:09:37.321" v="329" actId="1076"/>
          <ac:cxnSpMkLst>
            <pc:docMk/>
            <pc:sldMk cId="377703482" sldId="366"/>
            <ac:cxnSpMk id="32" creationId="{0428E669-7941-442B-8373-1C09DF04E1C3}"/>
          </ac:cxnSpMkLst>
        </pc:cxnChg>
        <pc:cxnChg chg="add mod">
          <ac:chgData name="鈴木 秀規" userId="f68c5fd9-22d5-4c0a-9833-7fb0f5135313" providerId="ADAL" clId="{BEF09B95-13F1-49F1-BED2-5E97CA8FA593}" dt="2021-01-29T06:05:03.759" v="189" actId="14100"/>
          <ac:cxnSpMkLst>
            <pc:docMk/>
            <pc:sldMk cId="377703482" sldId="366"/>
            <ac:cxnSpMk id="35" creationId="{AEE9811C-08F9-4970-97E9-A0306D1F2790}"/>
          </ac:cxnSpMkLst>
        </pc:cxnChg>
        <pc:cxnChg chg="add mod">
          <ac:chgData name="鈴木 秀規" userId="f68c5fd9-22d5-4c0a-9833-7fb0f5135313" providerId="ADAL" clId="{BEF09B95-13F1-49F1-BED2-5E97CA8FA593}" dt="2021-01-29T06:05:09.297" v="192" actId="14100"/>
          <ac:cxnSpMkLst>
            <pc:docMk/>
            <pc:sldMk cId="377703482" sldId="366"/>
            <ac:cxnSpMk id="38" creationId="{433CE30C-58B8-44DC-B1E9-20AE785BAB2D}"/>
          </ac:cxnSpMkLst>
        </pc:cxnChg>
      </pc:sldChg>
      <pc:sldChg chg="del">
        <pc:chgData name="鈴木 秀規" userId="f68c5fd9-22d5-4c0a-9833-7fb0f5135313" providerId="ADAL" clId="{BEF09B95-13F1-49F1-BED2-5E97CA8FA593}" dt="2021-01-29T05:53:31.894" v="8" actId="2696"/>
        <pc:sldMkLst>
          <pc:docMk/>
          <pc:sldMk cId="3547344613" sldId="366"/>
        </pc:sldMkLst>
      </pc:sldChg>
      <pc:sldChg chg="del">
        <pc:chgData name="鈴木 秀規" userId="f68c5fd9-22d5-4c0a-9833-7fb0f5135313" providerId="ADAL" clId="{BEF09B95-13F1-49F1-BED2-5E97CA8FA593}" dt="2021-01-29T05:53:31.894" v="8" actId="2696"/>
        <pc:sldMkLst>
          <pc:docMk/>
          <pc:sldMk cId="1081764745" sldId="367"/>
        </pc:sldMkLst>
      </pc:sldChg>
      <pc:sldChg chg="modSp new mod">
        <pc:chgData name="鈴木 秀規" userId="f68c5fd9-22d5-4c0a-9833-7fb0f5135313" providerId="ADAL" clId="{BEF09B95-13F1-49F1-BED2-5E97CA8FA593}" dt="2021-01-29T06:10:26.537" v="333"/>
        <pc:sldMkLst>
          <pc:docMk/>
          <pc:sldMk cId="2973073247" sldId="367"/>
        </pc:sldMkLst>
        <pc:spChg chg="mod">
          <ac:chgData name="鈴木 秀規" userId="f68c5fd9-22d5-4c0a-9833-7fb0f5135313" providerId="ADAL" clId="{BEF09B95-13F1-49F1-BED2-5E97CA8FA593}" dt="2021-01-29T06:10:16.793" v="331"/>
          <ac:spMkLst>
            <pc:docMk/>
            <pc:sldMk cId="2973073247" sldId="367"/>
            <ac:spMk id="3" creationId="{AC764200-37AE-4A93-A83E-EF4968D98A49}"/>
          </ac:spMkLst>
        </pc:spChg>
        <pc:spChg chg="mod">
          <ac:chgData name="鈴木 秀規" userId="f68c5fd9-22d5-4c0a-9833-7fb0f5135313" providerId="ADAL" clId="{BEF09B95-13F1-49F1-BED2-5E97CA8FA593}" dt="2021-01-29T06:10:26.537" v="333"/>
          <ac:spMkLst>
            <pc:docMk/>
            <pc:sldMk cId="2973073247" sldId="367"/>
            <ac:spMk id="5" creationId="{8DFE81D3-6290-4063-B808-B1A85F92D47D}"/>
          </ac:spMkLst>
        </pc:spChg>
      </pc:sldChg>
      <pc:sldChg chg="del">
        <pc:chgData name="鈴木 秀規" userId="f68c5fd9-22d5-4c0a-9833-7fb0f5135313" providerId="ADAL" clId="{BEF09B95-13F1-49F1-BED2-5E97CA8FA593}" dt="2021-01-29T05:53:31.894" v="8" actId="2696"/>
        <pc:sldMkLst>
          <pc:docMk/>
          <pc:sldMk cId="47343938" sldId="368"/>
        </pc:sldMkLst>
      </pc:sldChg>
      <pc:sldChg chg="addSp modSp new mod">
        <pc:chgData name="鈴木 秀規" userId="f68c5fd9-22d5-4c0a-9833-7fb0f5135313" providerId="ADAL" clId="{BEF09B95-13F1-49F1-BED2-5E97CA8FA593}" dt="2021-01-29T06:14:00.701" v="383" actId="207"/>
        <pc:sldMkLst>
          <pc:docMk/>
          <pc:sldMk cId="3309356964" sldId="368"/>
        </pc:sldMkLst>
        <pc:spChg chg="mod">
          <ac:chgData name="鈴木 秀規" userId="f68c5fd9-22d5-4c0a-9833-7fb0f5135313" providerId="ADAL" clId="{BEF09B95-13F1-49F1-BED2-5E97CA8FA593}" dt="2021-01-29T06:10:39.266" v="335"/>
          <ac:spMkLst>
            <pc:docMk/>
            <pc:sldMk cId="3309356964" sldId="368"/>
            <ac:spMk id="3" creationId="{23CAC05D-C70A-4A1A-B2CA-6D937E4CB3E2}"/>
          </ac:spMkLst>
        </pc:spChg>
        <pc:spChg chg="mod">
          <ac:chgData name="鈴木 秀規" userId="f68c5fd9-22d5-4c0a-9833-7fb0f5135313" providerId="ADAL" clId="{BEF09B95-13F1-49F1-BED2-5E97CA8FA593}" dt="2021-01-29T06:10:52.093" v="339" actId="14100"/>
          <ac:spMkLst>
            <pc:docMk/>
            <pc:sldMk cId="3309356964" sldId="368"/>
            <ac:spMk id="5" creationId="{2ADB4AE7-BCC8-439E-BC61-4A585AF24445}"/>
          </ac:spMkLst>
        </pc:spChg>
        <pc:spChg chg="add mod">
          <ac:chgData name="鈴木 秀規" userId="f68c5fd9-22d5-4c0a-9833-7fb0f5135313" providerId="ADAL" clId="{BEF09B95-13F1-49F1-BED2-5E97CA8FA593}" dt="2021-01-29T06:14:00.701" v="383" actId="207"/>
          <ac:spMkLst>
            <pc:docMk/>
            <pc:sldMk cId="3309356964" sldId="368"/>
            <ac:spMk id="6" creationId="{49E57DC7-C08D-4B8D-892E-DB3D2A64A422}"/>
          </ac:spMkLst>
        </pc:spChg>
        <pc:spChg chg="add mod">
          <ac:chgData name="鈴木 秀規" userId="f68c5fd9-22d5-4c0a-9833-7fb0f5135313" providerId="ADAL" clId="{BEF09B95-13F1-49F1-BED2-5E97CA8FA593}" dt="2021-01-29T06:12:04.116" v="358" actId="207"/>
          <ac:spMkLst>
            <pc:docMk/>
            <pc:sldMk cId="3309356964" sldId="368"/>
            <ac:spMk id="7" creationId="{63C978F5-36C5-4601-9219-2ED991142729}"/>
          </ac:spMkLst>
        </pc:spChg>
        <pc:spChg chg="add mod">
          <ac:chgData name="鈴木 秀規" userId="f68c5fd9-22d5-4c0a-9833-7fb0f5135313" providerId="ADAL" clId="{BEF09B95-13F1-49F1-BED2-5E97CA8FA593}" dt="2021-01-29T06:12:26.073" v="364" actId="1038"/>
          <ac:spMkLst>
            <pc:docMk/>
            <pc:sldMk cId="3309356964" sldId="368"/>
            <ac:spMk id="8" creationId="{3C198F76-50F8-4311-98FD-26958E962D7C}"/>
          </ac:spMkLst>
        </pc:spChg>
        <pc:spChg chg="add mod">
          <ac:chgData name="鈴木 秀規" userId="f68c5fd9-22d5-4c0a-9833-7fb0f5135313" providerId="ADAL" clId="{BEF09B95-13F1-49F1-BED2-5E97CA8FA593}" dt="2021-01-29T06:12:39.615" v="367" actId="14100"/>
          <ac:spMkLst>
            <pc:docMk/>
            <pc:sldMk cId="3309356964" sldId="368"/>
            <ac:spMk id="9" creationId="{C61D86BF-7708-45B1-AF1C-A560B3BE5C4B}"/>
          </ac:spMkLst>
        </pc:spChg>
        <pc:spChg chg="mod">
          <ac:chgData name="鈴木 秀規" userId="f68c5fd9-22d5-4c0a-9833-7fb0f5135313" providerId="ADAL" clId="{BEF09B95-13F1-49F1-BED2-5E97CA8FA593}" dt="2021-01-29T06:12:44.844" v="368"/>
          <ac:spMkLst>
            <pc:docMk/>
            <pc:sldMk cId="3309356964" sldId="368"/>
            <ac:spMk id="11" creationId="{55DFA75A-8DB8-4B81-A096-EC67B4D4B5E7}"/>
          </ac:spMkLst>
        </pc:spChg>
        <pc:spChg chg="mod">
          <ac:chgData name="鈴木 秀規" userId="f68c5fd9-22d5-4c0a-9833-7fb0f5135313" providerId="ADAL" clId="{BEF09B95-13F1-49F1-BED2-5E97CA8FA593}" dt="2021-01-29T06:12:44.844" v="368"/>
          <ac:spMkLst>
            <pc:docMk/>
            <pc:sldMk cId="3309356964" sldId="368"/>
            <ac:spMk id="12" creationId="{DD149048-3BEE-44DF-9491-B4822B5097DD}"/>
          </ac:spMkLst>
        </pc:spChg>
        <pc:spChg chg="add mod">
          <ac:chgData name="鈴木 秀規" userId="f68c5fd9-22d5-4c0a-9833-7fb0f5135313" providerId="ADAL" clId="{BEF09B95-13F1-49F1-BED2-5E97CA8FA593}" dt="2021-01-29T06:13:25.915" v="379" actId="207"/>
          <ac:spMkLst>
            <pc:docMk/>
            <pc:sldMk cId="3309356964" sldId="368"/>
            <ac:spMk id="15" creationId="{FEBBD540-54DA-4F71-B6CE-790F8D04F1A0}"/>
          </ac:spMkLst>
        </pc:spChg>
        <pc:grpChg chg="add mod">
          <ac:chgData name="鈴木 秀規" userId="f68c5fd9-22d5-4c0a-9833-7fb0f5135313" providerId="ADAL" clId="{BEF09B95-13F1-49F1-BED2-5E97CA8FA593}" dt="2021-01-29T06:12:48.352" v="369" actId="1076"/>
          <ac:grpSpMkLst>
            <pc:docMk/>
            <pc:sldMk cId="3309356964" sldId="368"/>
            <ac:grpSpMk id="10" creationId="{81E4BB2C-2A59-4A65-92C0-12F3A3720236}"/>
          </ac:grpSpMkLst>
        </pc:grpChg>
        <pc:cxnChg chg="add mod">
          <ac:chgData name="鈴木 秀規" userId="f68c5fd9-22d5-4c0a-9833-7fb0f5135313" providerId="ADAL" clId="{BEF09B95-13F1-49F1-BED2-5E97CA8FA593}" dt="2021-01-29T06:12:52.589" v="370" actId="14100"/>
          <ac:cxnSpMkLst>
            <pc:docMk/>
            <pc:sldMk cId="3309356964" sldId="368"/>
            <ac:cxnSpMk id="13" creationId="{D6285B3A-47E3-40C5-A7F3-B32BA3FF79C8}"/>
          </ac:cxnSpMkLst>
        </pc:cxnChg>
      </pc:sldChg>
      <pc:sldChg chg="addSp modSp new mod">
        <pc:chgData name="鈴木 秀規" userId="f68c5fd9-22d5-4c0a-9833-7fb0f5135313" providerId="ADAL" clId="{BEF09B95-13F1-49F1-BED2-5E97CA8FA593}" dt="2021-01-29T06:15:35.516" v="393"/>
        <pc:sldMkLst>
          <pc:docMk/>
          <pc:sldMk cId="151281742" sldId="369"/>
        </pc:sldMkLst>
        <pc:spChg chg="mod">
          <ac:chgData name="鈴木 秀規" userId="f68c5fd9-22d5-4c0a-9833-7fb0f5135313" providerId="ADAL" clId="{BEF09B95-13F1-49F1-BED2-5E97CA8FA593}" dt="2021-01-29T06:15:35.516" v="393"/>
          <ac:spMkLst>
            <pc:docMk/>
            <pc:sldMk cId="151281742" sldId="369"/>
            <ac:spMk id="3" creationId="{386B2D58-7C69-4B76-A18A-17F35CC72577}"/>
          </ac:spMkLst>
        </pc:spChg>
        <pc:spChg chg="mod">
          <ac:chgData name="鈴木 秀規" userId="f68c5fd9-22d5-4c0a-9833-7fb0f5135313" providerId="ADAL" clId="{BEF09B95-13F1-49F1-BED2-5E97CA8FA593}" dt="2021-01-29T06:14:45.766" v="389" actId="14100"/>
          <ac:spMkLst>
            <pc:docMk/>
            <pc:sldMk cId="151281742" sldId="369"/>
            <ac:spMk id="5" creationId="{EBB6299C-3652-4CE5-9205-7DAE1A9FA061}"/>
          </ac:spMkLst>
        </pc:spChg>
        <pc:spChg chg="add mod">
          <ac:chgData name="鈴木 秀規" userId="f68c5fd9-22d5-4c0a-9833-7fb0f5135313" providerId="ADAL" clId="{BEF09B95-13F1-49F1-BED2-5E97CA8FA593}" dt="2021-01-29T06:14:41.916" v="388" actId="113"/>
          <ac:spMkLst>
            <pc:docMk/>
            <pc:sldMk cId="151281742" sldId="369"/>
            <ac:spMk id="6" creationId="{9AF7C342-E7D7-462A-90D3-454E7DFBC2E6}"/>
          </ac:spMkLst>
        </pc:spChg>
        <pc:spChg chg="add mod">
          <ac:chgData name="鈴木 秀規" userId="f68c5fd9-22d5-4c0a-9833-7fb0f5135313" providerId="ADAL" clId="{BEF09B95-13F1-49F1-BED2-5E97CA8FA593}" dt="2021-01-29T06:15:02.320" v="392" actId="14100"/>
          <ac:spMkLst>
            <pc:docMk/>
            <pc:sldMk cId="151281742" sldId="369"/>
            <ac:spMk id="7" creationId="{1A86AE57-8FFD-4756-AB7D-0F936AE60A91}"/>
          </ac:spMkLst>
        </pc:spChg>
      </pc:sldChg>
      <pc:sldChg chg="del">
        <pc:chgData name="鈴木 秀規" userId="f68c5fd9-22d5-4c0a-9833-7fb0f5135313" providerId="ADAL" clId="{BEF09B95-13F1-49F1-BED2-5E97CA8FA593}" dt="2021-01-29T05:53:31.894" v="8" actId="2696"/>
        <pc:sldMkLst>
          <pc:docMk/>
          <pc:sldMk cId="782233904" sldId="369"/>
        </pc:sldMkLst>
      </pc:sldChg>
      <pc:sldChg chg="del">
        <pc:chgData name="鈴木 秀規" userId="f68c5fd9-22d5-4c0a-9833-7fb0f5135313" providerId="ADAL" clId="{BEF09B95-13F1-49F1-BED2-5E97CA8FA593}" dt="2021-01-29T05:53:31.894" v="8" actId="2696"/>
        <pc:sldMkLst>
          <pc:docMk/>
          <pc:sldMk cId="1737792014" sldId="370"/>
        </pc:sldMkLst>
      </pc:sldChg>
      <pc:sldChg chg="addSp modSp new mod">
        <pc:chgData name="鈴木 秀規" userId="f68c5fd9-22d5-4c0a-9833-7fb0f5135313" providerId="ADAL" clId="{BEF09B95-13F1-49F1-BED2-5E97CA8FA593}" dt="2021-01-29T06:17:14.221" v="417" actId="2711"/>
        <pc:sldMkLst>
          <pc:docMk/>
          <pc:sldMk cId="3984519394" sldId="370"/>
        </pc:sldMkLst>
        <pc:spChg chg="mod">
          <ac:chgData name="鈴木 秀規" userId="f68c5fd9-22d5-4c0a-9833-7fb0f5135313" providerId="ADAL" clId="{BEF09B95-13F1-49F1-BED2-5E97CA8FA593}" dt="2021-01-29T06:15:46.571" v="395"/>
          <ac:spMkLst>
            <pc:docMk/>
            <pc:sldMk cId="3984519394" sldId="370"/>
            <ac:spMk id="3" creationId="{CA6E639A-FC10-48F8-A370-4B85FF18DA9C}"/>
          </ac:spMkLst>
        </pc:spChg>
        <pc:spChg chg="mod">
          <ac:chgData name="鈴木 秀規" userId="f68c5fd9-22d5-4c0a-9833-7fb0f5135313" providerId="ADAL" clId="{BEF09B95-13F1-49F1-BED2-5E97CA8FA593}" dt="2021-01-29T06:16:00.938" v="399" actId="14100"/>
          <ac:spMkLst>
            <pc:docMk/>
            <pc:sldMk cId="3984519394" sldId="370"/>
            <ac:spMk id="5" creationId="{C05CE840-1A06-48ED-BC38-A7A7CD79E8DE}"/>
          </ac:spMkLst>
        </pc:spChg>
        <pc:spChg chg="add mod">
          <ac:chgData name="鈴木 秀規" userId="f68c5fd9-22d5-4c0a-9833-7fb0f5135313" providerId="ADAL" clId="{BEF09B95-13F1-49F1-BED2-5E97CA8FA593}" dt="2021-01-29T06:16:46.047" v="410" actId="113"/>
          <ac:spMkLst>
            <pc:docMk/>
            <pc:sldMk cId="3984519394" sldId="370"/>
            <ac:spMk id="6" creationId="{2F132914-3B86-41A3-A64F-3D4C5C9931C3}"/>
          </ac:spMkLst>
        </pc:spChg>
        <pc:spChg chg="add mod">
          <ac:chgData name="鈴木 秀規" userId="f68c5fd9-22d5-4c0a-9833-7fb0f5135313" providerId="ADAL" clId="{BEF09B95-13F1-49F1-BED2-5E97CA8FA593}" dt="2021-01-29T06:16:44.307" v="409" actId="207"/>
          <ac:spMkLst>
            <pc:docMk/>
            <pc:sldMk cId="3984519394" sldId="370"/>
            <ac:spMk id="7" creationId="{69E352A1-9076-49D9-B225-2932BC766CB6}"/>
          </ac:spMkLst>
        </pc:spChg>
        <pc:spChg chg="add mod">
          <ac:chgData name="鈴木 秀規" userId="f68c5fd9-22d5-4c0a-9833-7fb0f5135313" providerId="ADAL" clId="{BEF09B95-13F1-49F1-BED2-5E97CA8FA593}" dt="2021-01-29T06:17:14.221" v="417" actId="2711"/>
          <ac:spMkLst>
            <pc:docMk/>
            <pc:sldMk cId="3984519394" sldId="370"/>
            <ac:spMk id="8" creationId="{3121D484-6CD7-4A7E-A231-2667A88CD3C8}"/>
          </ac:spMkLst>
        </pc:spChg>
      </pc:sldChg>
      <pc:sldChg chg="addSp modSp new mod">
        <pc:chgData name="鈴木 秀規" userId="f68c5fd9-22d5-4c0a-9833-7fb0f5135313" providerId="ADAL" clId="{BEF09B95-13F1-49F1-BED2-5E97CA8FA593}" dt="2021-01-29T06:21:05.972" v="484" actId="14100"/>
        <pc:sldMkLst>
          <pc:docMk/>
          <pc:sldMk cId="1541320921" sldId="371"/>
        </pc:sldMkLst>
        <pc:spChg chg="mod">
          <ac:chgData name="鈴木 秀規" userId="f68c5fd9-22d5-4c0a-9833-7fb0f5135313" providerId="ADAL" clId="{BEF09B95-13F1-49F1-BED2-5E97CA8FA593}" dt="2021-01-29T06:17:46.483" v="419"/>
          <ac:spMkLst>
            <pc:docMk/>
            <pc:sldMk cId="1541320921" sldId="371"/>
            <ac:spMk id="3" creationId="{5583CDC6-D9C7-4456-90E7-BD1CD0B5A66E}"/>
          </ac:spMkLst>
        </pc:spChg>
        <pc:spChg chg="mod">
          <ac:chgData name="鈴木 秀規" userId="f68c5fd9-22d5-4c0a-9833-7fb0f5135313" providerId="ADAL" clId="{BEF09B95-13F1-49F1-BED2-5E97CA8FA593}" dt="2021-01-29T06:17:58.453" v="422" actId="14100"/>
          <ac:spMkLst>
            <pc:docMk/>
            <pc:sldMk cId="1541320921" sldId="371"/>
            <ac:spMk id="5" creationId="{1064BA13-DA50-4BAC-8542-7711DF5DAEC7}"/>
          </ac:spMkLst>
        </pc:spChg>
        <pc:spChg chg="add mod">
          <ac:chgData name="鈴木 秀規" userId="f68c5fd9-22d5-4c0a-9833-7fb0f5135313" providerId="ADAL" clId="{BEF09B95-13F1-49F1-BED2-5E97CA8FA593}" dt="2021-01-29T06:20:22.368" v="470" actId="1076"/>
          <ac:spMkLst>
            <pc:docMk/>
            <pc:sldMk cId="1541320921" sldId="371"/>
            <ac:spMk id="6" creationId="{54A5F03F-B208-4626-A050-6D7834C3C614}"/>
          </ac:spMkLst>
        </pc:spChg>
        <pc:spChg chg="add mod">
          <ac:chgData name="鈴木 秀規" userId="f68c5fd9-22d5-4c0a-9833-7fb0f5135313" providerId="ADAL" clId="{BEF09B95-13F1-49F1-BED2-5E97CA8FA593}" dt="2021-01-29T06:19:02.896" v="446" actId="1076"/>
          <ac:spMkLst>
            <pc:docMk/>
            <pc:sldMk cId="1541320921" sldId="371"/>
            <ac:spMk id="7" creationId="{96945F97-BCF5-4B39-BE91-CFA1F3D27339}"/>
          </ac:spMkLst>
        </pc:spChg>
        <pc:spChg chg="add mod">
          <ac:chgData name="鈴木 秀規" userId="f68c5fd9-22d5-4c0a-9833-7fb0f5135313" providerId="ADAL" clId="{BEF09B95-13F1-49F1-BED2-5E97CA8FA593}" dt="2021-01-29T06:19:19.906" v="450" actId="1076"/>
          <ac:spMkLst>
            <pc:docMk/>
            <pc:sldMk cId="1541320921" sldId="371"/>
            <ac:spMk id="8" creationId="{A4464C99-41E9-4C48-A1EE-4A6577260535}"/>
          </ac:spMkLst>
        </pc:spChg>
        <pc:spChg chg="add mod">
          <ac:chgData name="鈴木 秀規" userId="f68c5fd9-22d5-4c0a-9833-7fb0f5135313" providerId="ADAL" clId="{BEF09B95-13F1-49F1-BED2-5E97CA8FA593}" dt="2021-01-29T06:19:28.666" v="453" actId="14100"/>
          <ac:spMkLst>
            <pc:docMk/>
            <pc:sldMk cId="1541320921" sldId="371"/>
            <ac:spMk id="9" creationId="{819DAD61-150C-4A30-9E93-30D5ED9FCE73}"/>
          </ac:spMkLst>
        </pc:spChg>
        <pc:spChg chg="add mod">
          <ac:chgData name="鈴木 秀規" userId="f68c5fd9-22d5-4c0a-9833-7fb0f5135313" providerId="ADAL" clId="{BEF09B95-13F1-49F1-BED2-5E97CA8FA593}" dt="2021-01-29T06:19:37.429" v="456" actId="14100"/>
          <ac:spMkLst>
            <pc:docMk/>
            <pc:sldMk cId="1541320921" sldId="371"/>
            <ac:spMk id="10" creationId="{7533D74C-9D0E-4B1F-8CCF-59A214FAD6AD}"/>
          </ac:spMkLst>
        </pc:spChg>
        <pc:spChg chg="add mod">
          <ac:chgData name="鈴木 秀規" userId="f68c5fd9-22d5-4c0a-9833-7fb0f5135313" providerId="ADAL" clId="{BEF09B95-13F1-49F1-BED2-5E97CA8FA593}" dt="2021-01-29T06:21:05.972" v="484" actId="14100"/>
          <ac:spMkLst>
            <pc:docMk/>
            <pc:sldMk cId="1541320921" sldId="371"/>
            <ac:spMk id="18" creationId="{02FFFB8C-A08E-4123-98C3-88CA90E7ACA5}"/>
          </ac:spMkLst>
        </pc:spChg>
        <pc:spChg chg="add mod">
          <ac:chgData name="鈴木 秀規" userId="f68c5fd9-22d5-4c0a-9833-7fb0f5135313" providerId="ADAL" clId="{BEF09B95-13F1-49F1-BED2-5E97CA8FA593}" dt="2021-01-29T06:20:50.642" v="477" actId="120"/>
          <ac:spMkLst>
            <pc:docMk/>
            <pc:sldMk cId="1541320921" sldId="371"/>
            <ac:spMk id="19" creationId="{3FF9087D-3180-434A-A925-00343A474B72}"/>
          </ac:spMkLst>
        </pc:spChg>
        <pc:cxnChg chg="add mod">
          <ac:chgData name="鈴木 秀規" userId="f68c5fd9-22d5-4c0a-9833-7fb0f5135313" providerId="ADAL" clId="{BEF09B95-13F1-49F1-BED2-5E97CA8FA593}" dt="2021-01-29T06:19:47.642" v="459" actId="14100"/>
          <ac:cxnSpMkLst>
            <pc:docMk/>
            <pc:sldMk cId="1541320921" sldId="371"/>
            <ac:cxnSpMk id="11" creationId="{5B4D3303-4940-4B40-BBA4-8EA5FB841C78}"/>
          </ac:cxnSpMkLst>
        </pc:cxnChg>
        <pc:cxnChg chg="add mod">
          <ac:chgData name="鈴木 秀規" userId="f68c5fd9-22d5-4c0a-9833-7fb0f5135313" providerId="ADAL" clId="{BEF09B95-13F1-49F1-BED2-5E97CA8FA593}" dt="2021-01-29T06:19:57.941" v="463" actId="14100"/>
          <ac:cxnSpMkLst>
            <pc:docMk/>
            <pc:sldMk cId="1541320921" sldId="371"/>
            <ac:cxnSpMk id="14" creationId="{D5CF339A-6B62-4715-B6BB-C738B78BBF83}"/>
          </ac:cxnSpMkLst>
        </pc:cxnChg>
      </pc:sldChg>
      <pc:sldChg chg="del">
        <pc:chgData name="鈴木 秀規" userId="f68c5fd9-22d5-4c0a-9833-7fb0f5135313" providerId="ADAL" clId="{BEF09B95-13F1-49F1-BED2-5E97CA8FA593}" dt="2021-01-29T05:53:31.894" v="8" actId="2696"/>
        <pc:sldMkLst>
          <pc:docMk/>
          <pc:sldMk cId="2455826938" sldId="371"/>
        </pc:sldMkLst>
      </pc:sldChg>
      <pc:sldChg chg="del">
        <pc:chgData name="鈴木 秀規" userId="f68c5fd9-22d5-4c0a-9833-7fb0f5135313" providerId="ADAL" clId="{BEF09B95-13F1-49F1-BED2-5E97CA8FA593}" dt="2021-01-29T05:53:31.894" v="8" actId="2696"/>
        <pc:sldMkLst>
          <pc:docMk/>
          <pc:sldMk cId="1391664772" sldId="372"/>
        </pc:sldMkLst>
      </pc:sldChg>
      <pc:sldChg chg="addSp modSp new mod">
        <pc:chgData name="鈴木 秀規" userId="f68c5fd9-22d5-4c0a-9833-7fb0f5135313" providerId="ADAL" clId="{BEF09B95-13F1-49F1-BED2-5E97CA8FA593}" dt="2021-01-29T06:25:04.082" v="572" actId="1037"/>
        <pc:sldMkLst>
          <pc:docMk/>
          <pc:sldMk cId="3636425175" sldId="372"/>
        </pc:sldMkLst>
        <pc:spChg chg="mod">
          <ac:chgData name="鈴木 秀規" userId="f68c5fd9-22d5-4c0a-9833-7fb0f5135313" providerId="ADAL" clId="{BEF09B95-13F1-49F1-BED2-5E97CA8FA593}" dt="2021-01-29T06:21:24.077" v="486"/>
          <ac:spMkLst>
            <pc:docMk/>
            <pc:sldMk cId="3636425175" sldId="372"/>
            <ac:spMk id="3" creationId="{92F0ABE8-4AA5-4D9A-A4D2-D5082DD17979}"/>
          </ac:spMkLst>
        </pc:spChg>
        <pc:spChg chg="mod">
          <ac:chgData name="鈴木 秀規" userId="f68c5fd9-22d5-4c0a-9833-7fb0f5135313" providerId="ADAL" clId="{BEF09B95-13F1-49F1-BED2-5E97CA8FA593}" dt="2021-01-29T06:22:04.081" v="489" actId="14100"/>
          <ac:spMkLst>
            <pc:docMk/>
            <pc:sldMk cId="3636425175" sldId="372"/>
            <ac:spMk id="5" creationId="{DF69CD00-3E65-4F48-BC32-9BAF54719E30}"/>
          </ac:spMkLst>
        </pc:spChg>
        <pc:spChg chg="add mod">
          <ac:chgData name="鈴木 秀規" userId="f68c5fd9-22d5-4c0a-9833-7fb0f5135313" providerId="ADAL" clId="{BEF09B95-13F1-49F1-BED2-5E97CA8FA593}" dt="2021-01-29T06:24:58.726" v="540" actId="1076"/>
          <ac:spMkLst>
            <pc:docMk/>
            <pc:sldMk cId="3636425175" sldId="372"/>
            <ac:spMk id="6" creationId="{5E2FFB02-B6B6-41AD-938D-C86FF1121850}"/>
          </ac:spMkLst>
        </pc:spChg>
        <pc:spChg chg="add mod">
          <ac:chgData name="鈴木 秀規" userId="f68c5fd9-22d5-4c0a-9833-7fb0f5135313" providerId="ADAL" clId="{BEF09B95-13F1-49F1-BED2-5E97CA8FA593}" dt="2021-01-29T06:22:41.743" v="495" actId="14100"/>
          <ac:spMkLst>
            <pc:docMk/>
            <pc:sldMk cId="3636425175" sldId="372"/>
            <ac:spMk id="7" creationId="{54BF8631-B6BA-4E17-8B12-3C3E0F1DB63B}"/>
          </ac:spMkLst>
        </pc:spChg>
        <pc:spChg chg="add mod">
          <ac:chgData name="鈴木 秀規" userId="f68c5fd9-22d5-4c0a-9833-7fb0f5135313" providerId="ADAL" clId="{BEF09B95-13F1-49F1-BED2-5E97CA8FA593}" dt="2021-01-29T06:22:51.764" v="499" actId="1036"/>
          <ac:spMkLst>
            <pc:docMk/>
            <pc:sldMk cId="3636425175" sldId="372"/>
            <ac:spMk id="8" creationId="{DF44B01B-9060-41D7-BB0E-208A221F18A3}"/>
          </ac:spMkLst>
        </pc:spChg>
        <pc:spChg chg="add mod">
          <ac:chgData name="鈴木 秀規" userId="f68c5fd9-22d5-4c0a-9833-7fb0f5135313" providerId="ADAL" clId="{BEF09B95-13F1-49F1-BED2-5E97CA8FA593}" dt="2021-01-29T06:25:04.082" v="572" actId="1037"/>
          <ac:spMkLst>
            <pc:docMk/>
            <pc:sldMk cId="3636425175" sldId="372"/>
            <ac:spMk id="18" creationId="{2FD45673-0C97-42CD-908D-225B2E2E9BD9}"/>
          </ac:spMkLst>
        </pc:spChg>
        <pc:spChg chg="add mod">
          <ac:chgData name="鈴木 秀規" userId="f68c5fd9-22d5-4c0a-9833-7fb0f5135313" providerId="ADAL" clId="{BEF09B95-13F1-49F1-BED2-5E97CA8FA593}" dt="2021-01-29T06:25:04.082" v="572" actId="1037"/>
          <ac:spMkLst>
            <pc:docMk/>
            <pc:sldMk cId="3636425175" sldId="372"/>
            <ac:spMk id="19" creationId="{5D4F1AC2-7630-4255-9AF9-A12D28FA1614}"/>
          </ac:spMkLst>
        </pc:spChg>
        <pc:spChg chg="add mod">
          <ac:chgData name="鈴木 秀規" userId="f68c5fd9-22d5-4c0a-9833-7fb0f5135313" providerId="ADAL" clId="{BEF09B95-13F1-49F1-BED2-5E97CA8FA593}" dt="2021-01-29T06:24:21.100" v="519" actId="20577"/>
          <ac:spMkLst>
            <pc:docMk/>
            <pc:sldMk cId="3636425175" sldId="372"/>
            <ac:spMk id="20" creationId="{B7C5E657-424A-44AF-AFC8-5D59B0FBAED8}"/>
          </ac:spMkLst>
        </pc:spChg>
        <pc:cxnChg chg="add mod">
          <ac:chgData name="鈴木 秀規" userId="f68c5fd9-22d5-4c0a-9833-7fb0f5135313" providerId="ADAL" clId="{BEF09B95-13F1-49F1-BED2-5E97CA8FA593}" dt="2021-01-29T06:24:43.069" v="530" actId="1036"/>
          <ac:cxnSpMkLst>
            <pc:docMk/>
            <pc:sldMk cId="3636425175" sldId="372"/>
            <ac:cxnSpMk id="9" creationId="{DC32D4D2-5863-4307-8082-E23FD7A27C1B}"/>
          </ac:cxnSpMkLst>
        </pc:cxnChg>
        <pc:cxnChg chg="add mod">
          <ac:chgData name="鈴木 秀規" userId="f68c5fd9-22d5-4c0a-9833-7fb0f5135313" providerId="ADAL" clId="{BEF09B95-13F1-49F1-BED2-5E97CA8FA593}" dt="2021-01-29T06:24:49.886" v="536" actId="14100"/>
          <ac:cxnSpMkLst>
            <pc:docMk/>
            <pc:sldMk cId="3636425175" sldId="372"/>
            <ac:cxnSpMk id="13" creationId="{FB633818-5A2B-41D5-9B04-43D5820A3C6E}"/>
          </ac:cxnSpMkLst>
        </pc:cxnChg>
      </pc:sldChg>
      <pc:sldChg chg="addSp modSp new mod">
        <pc:chgData name="鈴木 秀規" userId="f68c5fd9-22d5-4c0a-9833-7fb0f5135313" providerId="ADAL" clId="{BEF09B95-13F1-49F1-BED2-5E97CA8FA593}" dt="2021-01-29T06:26:34.370" v="593" actId="207"/>
        <pc:sldMkLst>
          <pc:docMk/>
          <pc:sldMk cId="1626296078" sldId="373"/>
        </pc:sldMkLst>
        <pc:spChg chg="mod">
          <ac:chgData name="鈴木 秀規" userId="f68c5fd9-22d5-4c0a-9833-7fb0f5135313" providerId="ADAL" clId="{BEF09B95-13F1-49F1-BED2-5E97CA8FA593}" dt="2021-01-29T06:25:20.061" v="574"/>
          <ac:spMkLst>
            <pc:docMk/>
            <pc:sldMk cId="1626296078" sldId="373"/>
            <ac:spMk id="3" creationId="{58D01AD4-4D40-4C4E-9623-9D0C8104B7F2}"/>
          </ac:spMkLst>
        </pc:spChg>
        <pc:spChg chg="mod">
          <ac:chgData name="鈴木 秀規" userId="f68c5fd9-22d5-4c0a-9833-7fb0f5135313" providerId="ADAL" clId="{BEF09B95-13F1-49F1-BED2-5E97CA8FA593}" dt="2021-01-29T06:26:20.587" v="591" actId="1036"/>
          <ac:spMkLst>
            <pc:docMk/>
            <pc:sldMk cId="1626296078" sldId="373"/>
            <ac:spMk id="5" creationId="{78D5F7FE-5F10-4379-9357-1D5FF94BC4F4}"/>
          </ac:spMkLst>
        </pc:spChg>
        <pc:spChg chg="add mod">
          <ac:chgData name="鈴木 秀規" userId="f68c5fd9-22d5-4c0a-9833-7fb0f5135313" providerId="ADAL" clId="{BEF09B95-13F1-49F1-BED2-5E97CA8FA593}" dt="2021-01-29T06:26:34.370" v="593" actId="207"/>
          <ac:spMkLst>
            <pc:docMk/>
            <pc:sldMk cId="1626296078" sldId="373"/>
            <ac:spMk id="6" creationId="{C12576AA-1D36-45DA-AAF3-B2A9D058C0A1}"/>
          </ac:spMkLst>
        </pc:spChg>
      </pc:sldChg>
      <pc:sldChg chg="del">
        <pc:chgData name="鈴木 秀規" userId="f68c5fd9-22d5-4c0a-9833-7fb0f5135313" providerId="ADAL" clId="{BEF09B95-13F1-49F1-BED2-5E97CA8FA593}" dt="2021-01-29T05:53:31.894" v="8" actId="2696"/>
        <pc:sldMkLst>
          <pc:docMk/>
          <pc:sldMk cId="3705183717" sldId="373"/>
        </pc:sldMkLst>
      </pc:sldChg>
      <pc:sldChg chg="addSp modSp new mod">
        <pc:chgData name="鈴木 秀規" userId="f68c5fd9-22d5-4c0a-9833-7fb0f5135313" providerId="ADAL" clId="{BEF09B95-13F1-49F1-BED2-5E97CA8FA593}" dt="2021-01-29T06:30:47.823" v="641" actId="14100"/>
        <pc:sldMkLst>
          <pc:docMk/>
          <pc:sldMk cId="394191054" sldId="374"/>
        </pc:sldMkLst>
        <pc:spChg chg="mod">
          <ac:chgData name="鈴木 秀規" userId="f68c5fd9-22d5-4c0a-9833-7fb0f5135313" providerId="ADAL" clId="{BEF09B95-13F1-49F1-BED2-5E97CA8FA593}" dt="2021-01-29T06:26:50.006" v="595"/>
          <ac:spMkLst>
            <pc:docMk/>
            <pc:sldMk cId="394191054" sldId="374"/>
            <ac:spMk id="3" creationId="{FF6C8157-0D3C-499C-9745-AB9AD010ED22}"/>
          </ac:spMkLst>
        </pc:spChg>
        <pc:spChg chg="mod">
          <ac:chgData name="鈴木 秀規" userId="f68c5fd9-22d5-4c0a-9833-7fb0f5135313" providerId="ADAL" clId="{BEF09B95-13F1-49F1-BED2-5E97CA8FA593}" dt="2021-01-29T06:27:51.324" v="601" actId="14100"/>
          <ac:spMkLst>
            <pc:docMk/>
            <pc:sldMk cId="394191054" sldId="374"/>
            <ac:spMk id="5" creationId="{65B48DBF-BE8C-4B49-A74D-9BB4B238F0CC}"/>
          </ac:spMkLst>
        </pc:spChg>
        <pc:spChg chg="add mod">
          <ac:chgData name="鈴木 秀規" userId="f68c5fd9-22d5-4c0a-9833-7fb0f5135313" providerId="ADAL" clId="{BEF09B95-13F1-49F1-BED2-5E97CA8FA593}" dt="2021-01-29T06:29:41.393" v="627" actId="1076"/>
          <ac:spMkLst>
            <pc:docMk/>
            <pc:sldMk cId="394191054" sldId="374"/>
            <ac:spMk id="6" creationId="{D7794E7E-22C3-4CD4-A923-805C724C0110}"/>
          </ac:spMkLst>
        </pc:spChg>
        <pc:spChg chg="add mod">
          <ac:chgData name="鈴木 秀規" userId="f68c5fd9-22d5-4c0a-9833-7fb0f5135313" providerId="ADAL" clId="{BEF09B95-13F1-49F1-BED2-5E97CA8FA593}" dt="2021-01-29T06:28:55.291" v="608" actId="207"/>
          <ac:spMkLst>
            <pc:docMk/>
            <pc:sldMk cId="394191054" sldId="374"/>
            <ac:spMk id="7" creationId="{516D13CC-2E75-4055-A51D-5DE231EA2CDD}"/>
          </ac:spMkLst>
        </pc:spChg>
        <pc:spChg chg="add mod">
          <ac:chgData name="鈴木 秀規" userId="f68c5fd9-22d5-4c0a-9833-7fb0f5135313" providerId="ADAL" clId="{BEF09B95-13F1-49F1-BED2-5E97CA8FA593}" dt="2021-01-29T06:29:07.997" v="620" actId="1035"/>
          <ac:spMkLst>
            <pc:docMk/>
            <pc:sldMk cId="394191054" sldId="374"/>
            <ac:spMk id="8" creationId="{0ACBCC58-AB2E-4D38-B163-299517DB6142}"/>
          </ac:spMkLst>
        </pc:spChg>
        <pc:spChg chg="add mod">
          <ac:chgData name="鈴木 秀規" userId="f68c5fd9-22d5-4c0a-9833-7fb0f5135313" providerId="ADAL" clId="{BEF09B95-13F1-49F1-BED2-5E97CA8FA593}" dt="2021-01-29T06:29:19.460" v="623" actId="14100"/>
          <ac:spMkLst>
            <pc:docMk/>
            <pc:sldMk cId="394191054" sldId="374"/>
            <ac:spMk id="9" creationId="{52295D25-5496-44F7-8BD9-F0C14F03B15D}"/>
          </ac:spMkLst>
        </pc:spChg>
        <pc:spChg chg="add mod">
          <ac:chgData name="鈴木 秀規" userId="f68c5fd9-22d5-4c0a-9833-7fb0f5135313" providerId="ADAL" clId="{BEF09B95-13F1-49F1-BED2-5E97CA8FA593}" dt="2021-01-29T06:29:31.873" v="624" actId="571"/>
          <ac:spMkLst>
            <pc:docMk/>
            <pc:sldMk cId="394191054" sldId="374"/>
            <ac:spMk id="10" creationId="{176C24CF-5E80-4826-BB3D-18F8A7177085}"/>
          </ac:spMkLst>
        </pc:spChg>
        <pc:spChg chg="mod">
          <ac:chgData name="鈴木 秀規" userId="f68c5fd9-22d5-4c0a-9833-7fb0f5135313" providerId="ADAL" clId="{BEF09B95-13F1-49F1-BED2-5E97CA8FA593}" dt="2021-01-29T06:29:39.388" v="625"/>
          <ac:spMkLst>
            <pc:docMk/>
            <pc:sldMk cId="394191054" sldId="374"/>
            <ac:spMk id="12" creationId="{D184D575-6609-4E4B-A2D0-CE12A66D5DB3}"/>
          </ac:spMkLst>
        </pc:spChg>
        <pc:spChg chg="mod">
          <ac:chgData name="鈴木 秀規" userId="f68c5fd9-22d5-4c0a-9833-7fb0f5135313" providerId="ADAL" clId="{BEF09B95-13F1-49F1-BED2-5E97CA8FA593}" dt="2021-01-29T06:29:39.388" v="625"/>
          <ac:spMkLst>
            <pc:docMk/>
            <pc:sldMk cId="394191054" sldId="374"/>
            <ac:spMk id="13" creationId="{5A433FFD-FD7D-446C-8137-650EC9373B91}"/>
          </ac:spMkLst>
        </pc:spChg>
        <pc:grpChg chg="add mod">
          <ac:chgData name="鈴木 秀規" userId="f68c5fd9-22d5-4c0a-9833-7fb0f5135313" providerId="ADAL" clId="{BEF09B95-13F1-49F1-BED2-5E97CA8FA593}" dt="2021-01-29T06:29:54.050" v="629" actId="1076"/>
          <ac:grpSpMkLst>
            <pc:docMk/>
            <pc:sldMk cId="394191054" sldId="374"/>
            <ac:grpSpMk id="11" creationId="{52AAC7CC-C072-4000-9F3E-D7A6EAE145AB}"/>
          </ac:grpSpMkLst>
        </pc:grpChg>
        <pc:cxnChg chg="add mod">
          <ac:chgData name="鈴木 秀規" userId="f68c5fd9-22d5-4c0a-9833-7fb0f5135313" providerId="ADAL" clId="{BEF09B95-13F1-49F1-BED2-5E97CA8FA593}" dt="2021-01-29T06:30:15.078" v="633" actId="14100"/>
          <ac:cxnSpMkLst>
            <pc:docMk/>
            <pc:sldMk cId="394191054" sldId="374"/>
            <ac:cxnSpMk id="14" creationId="{9E915AE7-F726-4A85-8A88-BC838AEB8EE4}"/>
          </ac:cxnSpMkLst>
        </pc:cxnChg>
        <pc:cxnChg chg="add mod">
          <ac:chgData name="鈴木 秀規" userId="f68c5fd9-22d5-4c0a-9833-7fb0f5135313" providerId="ADAL" clId="{BEF09B95-13F1-49F1-BED2-5E97CA8FA593}" dt="2021-01-29T06:30:33" v="637" actId="14100"/>
          <ac:cxnSpMkLst>
            <pc:docMk/>
            <pc:sldMk cId="394191054" sldId="374"/>
            <ac:cxnSpMk id="18" creationId="{F24AB9DF-F771-45AE-9075-B6F2B2AC0E84}"/>
          </ac:cxnSpMkLst>
        </pc:cxnChg>
        <pc:cxnChg chg="add mod">
          <ac:chgData name="鈴木 秀規" userId="f68c5fd9-22d5-4c0a-9833-7fb0f5135313" providerId="ADAL" clId="{BEF09B95-13F1-49F1-BED2-5E97CA8FA593}" dt="2021-01-29T06:30:47.823" v="641" actId="14100"/>
          <ac:cxnSpMkLst>
            <pc:docMk/>
            <pc:sldMk cId="394191054" sldId="374"/>
            <ac:cxnSpMk id="22" creationId="{F9AE8C9E-F864-4F83-976C-070C72AAA6B1}"/>
          </ac:cxnSpMkLst>
        </pc:cxnChg>
      </pc:sldChg>
      <pc:sldChg chg="del">
        <pc:chgData name="鈴木 秀規" userId="f68c5fd9-22d5-4c0a-9833-7fb0f5135313" providerId="ADAL" clId="{BEF09B95-13F1-49F1-BED2-5E97CA8FA593}" dt="2021-01-29T05:53:31.894" v="8" actId="2696"/>
        <pc:sldMkLst>
          <pc:docMk/>
          <pc:sldMk cId="2354486160" sldId="374"/>
        </pc:sldMkLst>
      </pc:sldChg>
      <pc:sldChg chg="add del">
        <pc:chgData name="鈴木 秀規" userId="f68c5fd9-22d5-4c0a-9833-7fb0f5135313" providerId="ADAL" clId="{BEF09B95-13F1-49F1-BED2-5E97CA8FA593}" dt="2021-01-29T06:27:30.803" v="600" actId="2890"/>
        <pc:sldMkLst>
          <pc:docMk/>
          <pc:sldMk cId="457167476" sldId="375"/>
        </pc:sldMkLst>
      </pc:sldChg>
      <pc:sldChg chg="del">
        <pc:chgData name="鈴木 秀規" userId="f68c5fd9-22d5-4c0a-9833-7fb0f5135313" providerId="ADAL" clId="{BEF09B95-13F1-49F1-BED2-5E97CA8FA593}" dt="2021-01-29T05:53:31.894" v="8" actId="2696"/>
        <pc:sldMkLst>
          <pc:docMk/>
          <pc:sldMk cId="1909491314" sldId="375"/>
        </pc:sldMkLst>
      </pc:sldChg>
      <pc:sldChg chg="addSp delSp modSp new mod">
        <pc:chgData name="鈴木 秀規" userId="f68c5fd9-22d5-4c0a-9833-7fb0f5135313" providerId="ADAL" clId="{BEF09B95-13F1-49F1-BED2-5E97CA8FA593}" dt="2021-01-29T06:37:25.221" v="704" actId="2711"/>
        <pc:sldMkLst>
          <pc:docMk/>
          <pc:sldMk cId="3514497779" sldId="375"/>
        </pc:sldMkLst>
        <pc:spChg chg="mod">
          <ac:chgData name="鈴木 秀規" userId="f68c5fd9-22d5-4c0a-9833-7fb0f5135313" providerId="ADAL" clId="{BEF09B95-13F1-49F1-BED2-5E97CA8FA593}" dt="2021-01-29T06:31:30.224" v="643"/>
          <ac:spMkLst>
            <pc:docMk/>
            <pc:sldMk cId="3514497779" sldId="375"/>
            <ac:spMk id="3" creationId="{59A9A0EE-1653-4EE8-ADFA-5F92DAA0608B}"/>
          </ac:spMkLst>
        </pc:spChg>
        <pc:spChg chg="mod">
          <ac:chgData name="鈴木 秀規" userId="f68c5fd9-22d5-4c0a-9833-7fb0f5135313" providerId="ADAL" clId="{BEF09B95-13F1-49F1-BED2-5E97CA8FA593}" dt="2021-01-29T06:31:42.112" v="646" actId="14100"/>
          <ac:spMkLst>
            <pc:docMk/>
            <pc:sldMk cId="3514497779" sldId="375"/>
            <ac:spMk id="5" creationId="{4082A87D-A310-4F28-AAA8-3DE5322F6107}"/>
          </ac:spMkLst>
        </pc:spChg>
        <pc:spChg chg="add mod">
          <ac:chgData name="鈴木 秀規" userId="f68c5fd9-22d5-4c0a-9833-7fb0f5135313" providerId="ADAL" clId="{BEF09B95-13F1-49F1-BED2-5E97CA8FA593}" dt="2021-01-29T06:34:43.629" v="676" actId="948"/>
          <ac:spMkLst>
            <pc:docMk/>
            <pc:sldMk cId="3514497779" sldId="375"/>
            <ac:spMk id="6" creationId="{7E64E5E2-927C-425D-AC82-EAC387D51A46}"/>
          </ac:spMkLst>
        </pc:spChg>
        <pc:spChg chg="add mod">
          <ac:chgData name="鈴木 秀規" userId="f68c5fd9-22d5-4c0a-9833-7fb0f5135313" providerId="ADAL" clId="{BEF09B95-13F1-49F1-BED2-5E97CA8FA593}" dt="2021-01-29T06:35:03.680" v="679" actId="1076"/>
          <ac:spMkLst>
            <pc:docMk/>
            <pc:sldMk cId="3514497779" sldId="375"/>
            <ac:spMk id="7" creationId="{F5F74427-C9CF-4547-B232-BB8A56257279}"/>
          </ac:spMkLst>
        </pc:spChg>
        <pc:spChg chg="add mod">
          <ac:chgData name="鈴木 秀規" userId="f68c5fd9-22d5-4c0a-9833-7fb0f5135313" providerId="ADAL" clId="{BEF09B95-13F1-49F1-BED2-5E97CA8FA593}" dt="2021-01-29T06:34:58.554" v="678" actId="1076"/>
          <ac:spMkLst>
            <pc:docMk/>
            <pc:sldMk cId="3514497779" sldId="375"/>
            <ac:spMk id="8" creationId="{7732A0B2-D553-44E7-B960-ECD814CB39EB}"/>
          </ac:spMkLst>
        </pc:spChg>
        <pc:spChg chg="add mod">
          <ac:chgData name="鈴木 秀規" userId="f68c5fd9-22d5-4c0a-9833-7fb0f5135313" providerId="ADAL" clId="{BEF09B95-13F1-49F1-BED2-5E97CA8FA593}" dt="2021-01-29T06:35:07.281" v="680" actId="1076"/>
          <ac:spMkLst>
            <pc:docMk/>
            <pc:sldMk cId="3514497779" sldId="375"/>
            <ac:spMk id="9" creationId="{E6E9F2D9-766B-487A-98F7-F36CC1D73BD9}"/>
          </ac:spMkLst>
        </pc:spChg>
        <pc:spChg chg="add del mod">
          <ac:chgData name="鈴木 秀規" userId="f68c5fd9-22d5-4c0a-9833-7fb0f5135313" providerId="ADAL" clId="{BEF09B95-13F1-49F1-BED2-5E97CA8FA593}" dt="2021-01-29T06:33:47.327" v="664"/>
          <ac:spMkLst>
            <pc:docMk/>
            <pc:sldMk cId="3514497779" sldId="375"/>
            <ac:spMk id="10" creationId="{2F708208-63F2-46AD-8473-7BF696CE3F5C}"/>
          </ac:spMkLst>
        </pc:spChg>
        <pc:spChg chg="add mod">
          <ac:chgData name="鈴木 秀規" userId="f68c5fd9-22d5-4c0a-9833-7fb0f5135313" providerId="ADAL" clId="{BEF09B95-13F1-49F1-BED2-5E97CA8FA593}" dt="2021-01-29T06:34:52.382" v="677" actId="1076"/>
          <ac:spMkLst>
            <pc:docMk/>
            <pc:sldMk cId="3514497779" sldId="375"/>
            <ac:spMk id="11" creationId="{751CB4AE-C08F-48DE-B251-40389DE53AD3}"/>
          </ac:spMkLst>
        </pc:spChg>
        <pc:spChg chg="add mod">
          <ac:chgData name="鈴木 秀規" userId="f68c5fd9-22d5-4c0a-9833-7fb0f5135313" providerId="ADAL" clId="{BEF09B95-13F1-49F1-BED2-5E97CA8FA593}" dt="2021-01-29T06:34:52.382" v="677" actId="1076"/>
          <ac:spMkLst>
            <pc:docMk/>
            <pc:sldMk cId="3514497779" sldId="375"/>
            <ac:spMk id="12" creationId="{71E3216D-20BE-4A1E-9B6A-0E2C0160BD29}"/>
          </ac:spMkLst>
        </pc:spChg>
        <pc:spChg chg="add mod">
          <ac:chgData name="鈴木 秀規" userId="f68c5fd9-22d5-4c0a-9833-7fb0f5135313" providerId="ADAL" clId="{BEF09B95-13F1-49F1-BED2-5E97CA8FA593}" dt="2021-01-29T06:36:24.492" v="697" actId="207"/>
          <ac:spMkLst>
            <pc:docMk/>
            <pc:sldMk cId="3514497779" sldId="375"/>
            <ac:spMk id="24" creationId="{3BCA60FE-7FFE-4CFC-B390-5220F299EB62}"/>
          </ac:spMkLst>
        </pc:spChg>
        <pc:spChg chg="add mod">
          <ac:chgData name="鈴木 秀規" userId="f68c5fd9-22d5-4c0a-9833-7fb0f5135313" providerId="ADAL" clId="{BEF09B95-13F1-49F1-BED2-5E97CA8FA593}" dt="2021-01-29T06:36:39.853" v="699" actId="2711"/>
          <ac:spMkLst>
            <pc:docMk/>
            <pc:sldMk cId="3514497779" sldId="375"/>
            <ac:spMk id="25" creationId="{836AC064-9B73-4CB0-8394-3B7433B9501C}"/>
          </ac:spMkLst>
        </pc:spChg>
        <pc:spChg chg="add mod">
          <ac:chgData name="鈴木 秀規" userId="f68c5fd9-22d5-4c0a-9833-7fb0f5135313" providerId="ADAL" clId="{BEF09B95-13F1-49F1-BED2-5E97CA8FA593}" dt="2021-01-29T06:37:25.221" v="704" actId="2711"/>
          <ac:spMkLst>
            <pc:docMk/>
            <pc:sldMk cId="3514497779" sldId="375"/>
            <ac:spMk id="26" creationId="{862F71B1-CC14-426B-A75B-3FF58CD90D27}"/>
          </ac:spMkLst>
        </pc:spChg>
        <pc:cxnChg chg="add mod">
          <ac:chgData name="鈴木 秀規" userId="f68c5fd9-22d5-4c0a-9833-7fb0f5135313" providerId="ADAL" clId="{BEF09B95-13F1-49F1-BED2-5E97CA8FA593}" dt="2021-01-29T06:35:24.550" v="684" actId="14100"/>
          <ac:cxnSpMkLst>
            <pc:docMk/>
            <pc:sldMk cId="3514497779" sldId="375"/>
            <ac:cxnSpMk id="13" creationId="{C634370D-4CF1-4EF7-A9CA-AA4051E87A58}"/>
          </ac:cxnSpMkLst>
        </pc:cxnChg>
        <pc:cxnChg chg="add mod">
          <ac:chgData name="鈴木 秀規" userId="f68c5fd9-22d5-4c0a-9833-7fb0f5135313" providerId="ADAL" clId="{BEF09B95-13F1-49F1-BED2-5E97CA8FA593}" dt="2021-01-29T06:35:33.212" v="687" actId="14100"/>
          <ac:cxnSpMkLst>
            <pc:docMk/>
            <pc:sldMk cId="3514497779" sldId="375"/>
            <ac:cxnSpMk id="17" creationId="{034AA620-9507-4863-8319-77EB8CD4AACD}"/>
          </ac:cxnSpMkLst>
        </pc:cxnChg>
        <pc:cxnChg chg="add mod">
          <ac:chgData name="鈴木 秀規" userId="f68c5fd9-22d5-4c0a-9833-7fb0f5135313" providerId="ADAL" clId="{BEF09B95-13F1-49F1-BED2-5E97CA8FA593}" dt="2021-01-29T06:35:48.319" v="691" actId="14100"/>
          <ac:cxnSpMkLst>
            <pc:docMk/>
            <pc:sldMk cId="3514497779" sldId="375"/>
            <ac:cxnSpMk id="20" creationId="{F91F9607-6864-4D25-9324-53DC2F5DEAA4}"/>
          </ac:cxnSpMkLst>
        </pc:cxnChg>
      </pc:sldChg>
      <pc:sldChg chg="del">
        <pc:chgData name="鈴木 秀規" userId="f68c5fd9-22d5-4c0a-9833-7fb0f5135313" providerId="ADAL" clId="{BEF09B95-13F1-49F1-BED2-5E97CA8FA593}" dt="2021-01-29T05:53:31.894" v="8" actId="2696"/>
        <pc:sldMkLst>
          <pc:docMk/>
          <pc:sldMk cId="976327208" sldId="376"/>
        </pc:sldMkLst>
      </pc:sldChg>
      <pc:sldChg chg="addSp modSp new mod">
        <pc:chgData name="鈴木 秀規" userId="f68c5fd9-22d5-4c0a-9833-7fb0f5135313" providerId="ADAL" clId="{BEF09B95-13F1-49F1-BED2-5E97CA8FA593}" dt="2021-01-29T06:39:14.975" v="729" actId="1076"/>
        <pc:sldMkLst>
          <pc:docMk/>
          <pc:sldMk cId="3266246361" sldId="376"/>
        </pc:sldMkLst>
        <pc:spChg chg="mod">
          <ac:chgData name="鈴木 秀規" userId="f68c5fd9-22d5-4c0a-9833-7fb0f5135313" providerId="ADAL" clId="{BEF09B95-13F1-49F1-BED2-5E97CA8FA593}" dt="2021-01-29T06:37:38.829" v="706"/>
          <ac:spMkLst>
            <pc:docMk/>
            <pc:sldMk cId="3266246361" sldId="376"/>
            <ac:spMk id="3" creationId="{3AB6065E-63B3-4BF0-A310-F13CB2D760CC}"/>
          </ac:spMkLst>
        </pc:spChg>
        <pc:spChg chg="mod">
          <ac:chgData name="鈴木 秀規" userId="f68c5fd9-22d5-4c0a-9833-7fb0f5135313" providerId="ADAL" clId="{BEF09B95-13F1-49F1-BED2-5E97CA8FA593}" dt="2021-01-29T06:38:57.079" v="724" actId="14100"/>
          <ac:spMkLst>
            <pc:docMk/>
            <pc:sldMk cId="3266246361" sldId="376"/>
            <ac:spMk id="5" creationId="{35B5E569-B10E-4C71-B89E-2E45350C37F5}"/>
          </ac:spMkLst>
        </pc:spChg>
        <pc:spChg chg="add mod">
          <ac:chgData name="鈴木 秀規" userId="f68c5fd9-22d5-4c0a-9833-7fb0f5135313" providerId="ADAL" clId="{BEF09B95-13F1-49F1-BED2-5E97CA8FA593}" dt="2021-01-29T06:39:14.975" v="729" actId="1076"/>
          <ac:spMkLst>
            <pc:docMk/>
            <pc:sldMk cId="3266246361" sldId="376"/>
            <ac:spMk id="6" creationId="{3ABC37F7-4AA4-4D89-AE0D-2EA8F79B10C5}"/>
          </ac:spMkLst>
        </pc:spChg>
        <pc:spChg chg="add mod">
          <ac:chgData name="鈴木 秀規" userId="f68c5fd9-22d5-4c0a-9833-7fb0f5135313" providerId="ADAL" clId="{BEF09B95-13F1-49F1-BED2-5E97CA8FA593}" dt="2021-01-29T06:39:12.334" v="728" actId="14100"/>
          <ac:spMkLst>
            <pc:docMk/>
            <pc:sldMk cId="3266246361" sldId="376"/>
            <ac:spMk id="7" creationId="{EEC4FB24-D88E-4A2C-B41B-2E3CA74EDDFB}"/>
          </ac:spMkLst>
        </pc:spChg>
      </pc:sldChg>
      <pc:sldChg chg="addSp modSp new mod">
        <pc:chgData name="鈴木 秀規" userId="f68c5fd9-22d5-4c0a-9833-7fb0f5135313" providerId="ADAL" clId="{BEF09B95-13F1-49F1-BED2-5E97CA8FA593}" dt="2021-01-29T06:42:25.047" v="745" actId="113"/>
        <pc:sldMkLst>
          <pc:docMk/>
          <pc:sldMk cId="830291535" sldId="377"/>
        </pc:sldMkLst>
        <pc:spChg chg="mod">
          <ac:chgData name="鈴木 秀規" userId="f68c5fd9-22d5-4c0a-9833-7fb0f5135313" providerId="ADAL" clId="{BEF09B95-13F1-49F1-BED2-5E97CA8FA593}" dt="2021-01-29T06:40:05.736" v="731"/>
          <ac:spMkLst>
            <pc:docMk/>
            <pc:sldMk cId="830291535" sldId="377"/>
            <ac:spMk id="3" creationId="{1E39B2F0-69AD-45D0-BB33-D9BD981F40D0}"/>
          </ac:spMkLst>
        </pc:spChg>
        <pc:spChg chg="mod">
          <ac:chgData name="鈴木 秀規" userId="f68c5fd9-22d5-4c0a-9833-7fb0f5135313" providerId="ADAL" clId="{BEF09B95-13F1-49F1-BED2-5E97CA8FA593}" dt="2021-01-29T06:40:18.934" v="733" actId="12"/>
          <ac:spMkLst>
            <pc:docMk/>
            <pc:sldMk cId="830291535" sldId="377"/>
            <ac:spMk id="5" creationId="{04A90A4C-36A1-4E53-884B-BBF800601CEE}"/>
          </ac:spMkLst>
        </pc:spChg>
        <pc:spChg chg="add mod">
          <ac:chgData name="鈴木 秀規" userId="f68c5fd9-22d5-4c0a-9833-7fb0f5135313" providerId="ADAL" clId="{BEF09B95-13F1-49F1-BED2-5E97CA8FA593}" dt="2021-01-29T06:42:25.047" v="745" actId="113"/>
          <ac:spMkLst>
            <pc:docMk/>
            <pc:sldMk cId="830291535" sldId="377"/>
            <ac:spMk id="6" creationId="{9E714EC9-CC57-4CF0-B779-D6C1592EBC52}"/>
          </ac:spMkLst>
        </pc:spChg>
      </pc:sldChg>
      <pc:sldChg chg="del">
        <pc:chgData name="鈴木 秀規" userId="f68c5fd9-22d5-4c0a-9833-7fb0f5135313" providerId="ADAL" clId="{BEF09B95-13F1-49F1-BED2-5E97CA8FA593}" dt="2021-01-29T05:53:31.894" v="8" actId="2696"/>
        <pc:sldMkLst>
          <pc:docMk/>
          <pc:sldMk cId="2448739060" sldId="377"/>
        </pc:sldMkLst>
      </pc:sldChg>
      <pc:sldChg chg="del">
        <pc:chgData name="鈴木 秀規" userId="f68c5fd9-22d5-4c0a-9833-7fb0f5135313" providerId="ADAL" clId="{BEF09B95-13F1-49F1-BED2-5E97CA8FA593}" dt="2021-01-29T05:53:31.894" v="8" actId="2696"/>
        <pc:sldMkLst>
          <pc:docMk/>
          <pc:sldMk cId="1911133861" sldId="378"/>
        </pc:sldMkLst>
      </pc:sldChg>
      <pc:sldChg chg="addSp modSp new mod">
        <pc:chgData name="鈴木 秀規" userId="f68c5fd9-22d5-4c0a-9833-7fb0f5135313" providerId="ADAL" clId="{BEF09B95-13F1-49F1-BED2-5E97CA8FA593}" dt="2021-01-29T06:43:59.441" v="759" actId="113"/>
        <pc:sldMkLst>
          <pc:docMk/>
          <pc:sldMk cId="2738388098" sldId="378"/>
        </pc:sldMkLst>
        <pc:spChg chg="mod">
          <ac:chgData name="鈴木 秀規" userId="f68c5fd9-22d5-4c0a-9833-7fb0f5135313" providerId="ADAL" clId="{BEF09B95-13F1-49F1-BED2-5E97CA8FA593}" dt="2021-01-29T06:42:37.568" v="747"/>
          <ac:spMkLst>
            <pc:docMk/>
            <pc:sldMk cId="2738388098" sldId="378"/>
            <ac:spMk id="3" creationId="{0293B1E6-6FA5-4EB1-AAF1-259A7C651F1B}"/>
          </ac:spMkLst>
        </pc:spChg>
        <pc:spChg chg="mod">
          <ac:chgData name="鈴木 秀規" userId="f68c5fd9-22d5-4c0a-9833-7fb0f5135313" providerId="ADAL" clId="{BEF09B95-13F1-49F1-BED2-5E97CA8FA593}" dt="2021-01-29T06:42:50.621" v="749"/>
          <ac:spMkLst>
            <pc:docMk/>
            <pc:sldMk cId="2738388098" sldId="378"/>
            <ac:spMk id="5" creationId="{FC639969-7641-4072-A59F-5F999A11ECB1}"/>
          </ac:spMkLst>
        </pc:spChg>
        <pc:spChg chg="add mod">
          <ac:chgData name="鈴木 秀規" userId="f68c5fd9-22d5-4c0a-9833-7fb0f5135313" providerId="ADAL" clId="{BEF09B95-13F1-49F1-BED2-5E97CA8FA593}" dt="2021-01-29T06:43:59.441" v="759" actId="113"/>
          <ac:spMkLst>
            <pc:docMk/>
            <pc:sldMk cId="2738388098" sldId="378"/>
            <ac:spMk id="6" creationId="{B0B00F22-97D8-4A67-9290-D4E35CD493E2}"/>
          </ac:spMkLst>
        </pc:spChg>
        <pc:spChg chg="add mod">
          <ac:chgData name="鈴木 秀規" userId="f68c5fd9-22d5-4c0a-9833-7fb0f5135313" providerId="ADAL" clId="{BEF09B95-13F1-49F1-BED2-5E97CA8FA593}" dt="2021-01-29T06:43:45.622" v="756" actId="14100"/>
          <ac:spMkLst>
            <pc:docMk/>
            <pc:sldMk cId="2738388098" sldId="378"/>
            <ac:spMk id="7" creationId="{55740616-9C09-4E0B-BFBA-D1AC6B8CDC76}"/>
          </ac:spMkLst>
        </pc:spChg>
      </pc:sldChg>
      <pc:sldChg chg="addSp modSp new mod">
        <pc:chgData name="鈴木 秀規" userId="f68c5fd9-22d5-4c0a-9833-7fb0f5135313" providerId="ADAL" clId="{BEF09B95-13F1-49F1-BED2-5E97CA8FA593}" dt="2021-01-29T06:46:13.824" v="772" actId="1076"/>
        <pc:sldMkLst>
          <pc:docMk/>
          <pc:sldMk cId="1927009512" sldId="379"/>
        </pc:sldMkLst>
        <pc:spChg chg="mod">
          <ac:chgData name="鈴木 秀規" userId="f68c5fd9-22d5-4c0a-9833-7fb0f5135313" providerId="ADAL" clId="{BEF09B95-13F1-49F1-BED2-5E97CA8FA593}" dt="2021-01-29T06:44:12.869" v="761"/>
          <ac:spMkLst>
            <pc:docMk/>
            <pc:sldMk cId="1927009512" sldId="379"/>
            <ac:spMk id="3" creationId="{8B402B93-6680-4FBE-9979-371D2BA14578}"/>
          </ac:spMkLst>
        </pc:spChg>
        <pc:spChg chg="mod">
          <ac:chgData name="鈴木 秀規" userId="f68c5fd9-22d5-4c0a-9833-7fb0f5135313" providerId="ADAL" clId="{BEF09B95-13F1-49F1-BED2-5E97CA8FA593}" dt="2021-01-29T06:46:10.758" v="770" actId="14100"/>
          <ac:spMkLst>
            <pc:docMk/>
            <pc:sldMk cId="1927009512" sldId="379"/>
            <ac:spMk id="5" creationId="{5E15EC1B-7CC0-4037-8388-66913E90FD66}"/>
          </ac:spMkLst>
        </pc:spChg>
        <pc:picChg chg="add mod">
          <ac:chgData name="鈴木 秀規" userId="f68c5fd9-22d5-4c0a-9833-7fb0f5135313" providerId="ADAL" clId="{BEF09B95-13F1-49F1-BED2-5E97CA8FA593}" dt="2021-01-29T06:46:13.824" v="772" actId="1076"/>
          <ac:picMkLst>
            <pc:docMk/>
            <pc:sldMk cId="1927009512" sldId="379"/>
            <ac:picMk id="6" creationId="{CACAC62F-44CD-4591-B31C-ACF74A43FD2A}"/>
          </ac:picMkLst>
        </pc:picChg>
      </pc:sldChg>
      <pc:sldChg chg="addSp modSp new mod">
        <pc:chgData name="鈴木 秀規" userId="f68c5fd9-22d5-4c0a-9833-7fb0f5135313" providerId="ADAL" clId="{BEF09B95-13F1-49F1-BED2-5E97CA8FA593}" dt="2021-01-29T06:49:54.998" v="794" actId="1035"/>
        <pc:sldMkLst>
          <pc:docMk/>
          <pc:sldMk cId="3941085094" sldId="380"/>
        </pc:sldMkLst>
        <pc:spChg chg="mod">
          <ac:chgData name="鈴木 秀規" userId="f68c5fd9-22d5-4c0a-9833-7fb0f5135313" providerId="ADAL" clId="{BEF09B95-13F1-49F1-BED2-5E97CA8FA593}" dt="2021-01-29T06:48:28.468" v="774"/>
          <ac:spMkLst>
            <pc:docMk/>
            <pc:sldMk cId="3941085094" sldId="380"/>
            <ac:spMk id="3" creationId="{55034CAC-3FBE-4F42-8CF7-AC09188EFC5C}"/>
          </ac:spMkLst>
        </pc:spChg>
        <pc:spChg chg="mod">
          <ac:chgData name="鈴木 秀規" userId="f68c5fd9-22d5-4c0a-9833-7fb0f5135313" providerId="ADAL" clId="{BEF09B95-13F1-49F1-BED2-5E97CA8FA593}" dt="2021-01-29T06:48:45.799" v="778" actId="14100"/>
          <ac:spMkLst>
            <pc:docMk/>
            <pc:sldMk cId="3941085094" sldId="380"/>
            <ac:spMk id="5" creationId="{3A08C36D-BC6D-420A-BF0C-50FDBD74EDD8}"/>
          </ac:spMkLst>
        </pc:spChg>
        <pc:spChg chg="add mod">
          <ac:chgData name="鈴木 秀規" userId="f68c5fd9-22d5-4c0a-9833-7fb0f5135313" providerId="ADAL" clId="{BEF09B95-13F1-49F1-BED2-5E97CA8FA593}" dt="2021-01-29T06:49:51.118" v="792" actId="1035"/>
          <ac:spMkLst>
            <pc:docMk/>
            <pc:sldMk cId="3941085094" sldId="380"/>
            <ac:spMk id="6" creationId="{F274F4FD-0530-4D85-A162-3B2C9D57E6E6}"/>
          </ac:spMkLst>
        </pc:spChg>
        <pc:spChg chg="add mod">
          <ac:chgData name="鈴木 秀規" userId="f68c5fd9-22d5-4c0a-9833-7fb0f5135313" providerId="ADAL" clId="{BEF09B95-13F1-49F1-BED2-5E97CA8FA593}" dt="2021-01-29T06:49:54.998" v="794" actId="1035"/>
          <ac:spMkLst>
            <pc:docMk/>
            <pc:sldMk cId="3941085094" sldId="380"/>
            <ac:spMk id="7" creationId="{1154C25E-0067-4FD2-8FD7-AD4F15760619}"/>
          </ac:spMkLst>
        </pc:spChg>
      </pc:sldChg>
      <pc:sldChg chg="modSp new mod">
        <pc:chgData name="鈴木 秀規" userId="f68c5fd9-22d5-4c0a-9833-7fb0f5135313" providerId="ADAL" clId="{BEF09B95-13F1-49F1-BED2-5E97CA8FA593}" dt="2021-01-29T06:50:59.292" v="812" actId="207"/>
        <pc:sldMkLst>
          <pc:docMk/>
          <pc:sldMk cId="1755630232" sldId="381"/>
        </pc:sldMkLst>
        <pc:spChg chg="mod">
          <ac:chgData name="鈴木 秀規" userId="f68c5fd9-22d5-4c0a-9833-7fb0f5135313" providerId="ADAL" clId="{BEF09B95-13F1-49F1-BED2-5E97CA8FA593}" dt="2021-01-29T06:50:22.643" v="796"/>
          <ac:spMkLst>
            <pc:docMk/>
            <pc:sldMk cId="1755630232" sldId="381"/>
            <ac:spMk id="3" creationId="{147E82C6-DBD4-4A45-AB2C-EBFBF36DE0A2}"/>
          </ac:spMkLst>
        </pc:spChg>
        <pc:spChg chg="mod">
          <ac:chgData name="鈴木 秀規" userId="f68c5fd9-22d5-4c0a-9833-7fb0f5135313" providerId="ADAL" clId="{BEF09B95-13F1-49F1-BED2-5E97CA8FA593}" dt="2021-01-29T06:50:59.292" v="812" actId="207"/>
          <ac:spMkLst>
            <pc:docMk/>
            <pc:sldMk cId="1755630232" sldId="381"/>
            <ac:spMk id="5" creationId="{CF105F84-95FD-4A78-BD28-44E3EE55DC5F}"/>
          </ac:spMkLst>
        </pc:spChg>
      </pc:sldChg>
    </pc:docChg>
  </pc:docChgLst>
  <pc:docChgLst>
    <pc:chgData name="今野 稔章" userId="9659808f-245f-46a7-991e-983cdf43b7a2" providerId="ADAL" clId="{F79D9D20-4FB1-4A50-8987-8C95487719A7}"/>
    <pc:docChg chg="undo custSel addSld modSld sldOrd">
      <pc:chgData name="今野 稔章" userId="9659808f-245f-46a7-991e-983cdf43b7a2" providerId="ADAL" clId="{F79D9D20-4FB1-4A50-8987-8C95487719A7}" dt="2022-03-22T07:46:30.360" v="1321" actId="20577"/>
      <pc:docMkLst>
        <pc:docMk/>
      </pc:docMkLst>
      <pc:sldChg chg="modSp mod">
        <pc:chgData name="今野 稔章" userId="9659808f-245f-46a7-991e-983cdf43b7a2" providerId="ADAL" clId="{F79D9D20-4FB1-4A50-8987-8C95487719A7}" dt="2022-03-18T08:12:23.289" v="1172" actId="20577"/>
        <pc:sldMkLst>
          <pc:docMk/>
          <pc:sldMk cId="2979480215" sldId="373"/>
        </pc:sldMkLst>
        <pc:spChg chg="mod">
          <ac:chgData name="今野 稔章" userId="9659808f-245f-46a7-991e-983cdf43b7a2" providerId="ADAL" clId="{F79D9D20-4FB1-4A50-8987-8C95487719A7}" dt="2022-03-18T08:12:23.289" v="1172" actId="20577"/>
          <ac:spMkLst>
            <pc:docMk/>
            <pc:sldMk cId="2979480215" sldId="373"/>
            <ac:spMk id="5" creationId="{133F1DED-CA16-4302-9912-4B561EF34336}"/>
          </ac:spMkLst>
        </pc:spChg>
      </pc:sldChg>
      <pc:sldChg chg="modSp mod">
        <pc:chgData name="今野 稔章" userId="9659808f-245f-46a7-991e-983cdf43b7a2" providerId="ADAL" clId="{F79D9D20-4FB1-4A50-8987-8C95487719A7}" dt="2022-03-22T07:43:25.537" v="1284" actId="20577"/>
        <pc:sldMkLst>
          <pc:docMk/>
          <pc:sldMk cId="1045297583" sldId="382"/>
        </pc:sldMkLst>
        <pc:spChg chg="mod">
          <ac:chgData name="今野 稔章" userId="9659808f-245f-46a7-991e-983cdf43b7a2" providerId="ADAL" clId="{F79D9D20-4FB1-4A50-8987-8C95487719A7}" dt="2022-03-22T07:43:25.537" v="1284" actId="20577"/>
          <ac:spMkLst>
            <pc:docMk/>
            <pc:sldMk cId="1045297583" sldId="382"/>
            <ac:spMk id="5" creationId="{93C7E667-AF61-4860-BEEC-03D03E037BCF}"/>
          </ac:spMkLst>
        </pc:spChg>
      </pc:sldChg>
      <pc:sldChg chg="modSp mod">
        <pc:chgData name="今野 稔章" userId="9659808f-245f-46a7-991e-983cdf43b7a2" providerId="ADAL" clId="{F79D9D20-4FB1-4A50-8987-8C95487719A7}" dt="2022-03-18T07:59:08.678" v="1137" actId="20577"/>
        <pc:sldMkLst>
          <pc:docMk/>
          <pc:sldMk cId="1232597272" sldId="384"/>
        </pc:sldMkLst>
        <pc:spChg chg="mod">
          <ac:chgData name="今野 稔章" userId="9659808f-245f-46a7-991e-983cdf43b7a2" providerId="ADAL" clId="{F79D9D20-4FB1-4A50-8987-8C95487719A7}" dt="2022-03-18T07:59:08.678" v="1137" actId="20577"/>
          <ac:spMkLst>
            <pc:docMk/>
            <pc:sldMk cId="1232597272" sldId="384"/>
            <ac:spMk id="5" creationId="{F78C1F40-10F5-4599-88D5-62F60F278361}"/>
          </ac:spMkLst>
        </pc:spChg>
      </pc:sldChg>
      <pc:sldChg chg="addSp delSp modSp mod">
        <pc:chgData name="今野 稔章" userId="9659808f-245f-46a7-991e-983cdf43b7a2" providerId="ADAL" clId="{F79D9D20-4FB1-4A50-8987-8C95487719A7}" dt="2022-03-22T07:46:30.360" v="1321" actId="20577"/>
        <pc:sldMkLst>
          <pc:docMk/>
          <pc:sldMk cId="2517615311" sldId="389"/>
        </pc:sldMkLst>
        <pc:spChg chg="mod">
          <ac:chgData name="今野 稔章" userId="9659808f-245f-46a7-991e-983cdf43b7a2" providerId="ADAL" clId="{F79D9D20-4FB1-4A50-8987-8C95487719A7}" dt="2022-03-18T07:40:01.371" v="922" actId="1076"/>
          <ac:spMkLst>
            <pc:docMk/>
            <pc:sldMk cId="2517615311" sldId="389"/>
            <ac:spMk id="5" creationId="{82E4DF40-4EF6-48EB-9485-A1658EE7F2B9}"/>
          </ac:spMkLst>
        </pc:spChg>
        <pc:spChg chg="mod">
          <ac:chgData name="今野 稔章" userId="9659808f-245f-46a7-991e-983cdf43b7a2" providerId="ADAL" clId="{F79D9D20-4FB1-4A50-8987-8C95487719A7}" dt="2022-03-18T07:39:53.441" v="921" actId="14100"/>
          <ac:spMkLst>
            <pc:docMk/>
            <pc:sldMk cId="2517615311" sldId="389"/>
            <ac:spMk id="6" creationId="{ECEF25C9-6849-420E-BDD5-9CF931B9A0D0}"/>
          </ac:spMkLst>
        </pc:spChg>
        <pc:spChg chg="mod">
          <ac:chgData name="今野 稔章" userId="9659808f-245f-46a7-991e-983cdf43b7a2" providerId="ADAL" clId="{F79D9D20-4FB1-4A50-8987-8C95487719A7}" dt="2022-03-18T07:40:10.589" v="923" actId="1076"/>
          <ac:spMkLst>
            <pc:docMk/>
            <pc:sldMk cId="2517615311" sldId="389"/>
            <ac:spMk id="8" creationId="{71401C15-F42B-4CA3-A1E5-A71AF4F228CE}"/>
          </ac:spMkLst>
        </pc:spChg>
        <pc:spChg chg="mod">
          <ac:chgData name="今野 稔章" userId="9659808f-245f-46a7-991e-983cdf43b7a2" providerId="ADAL" clId="{F79D9D20-4FB1-4A50-8987-8C95487719A7}" dt="2022-03-18T07:39:25.110" v="902" actId="20577"/>
          <ac:spMkLst>
            <pc:docMk/>
            <pc:sldMk cId="2517615311" sldId="389"/>
            <ac:spMk id="9" creationId="{C7CF3CF1-4F2A-4C25-8735-9ADF606DA6E6}"/>
          </ac:spMkLst>
        </pc:spChg>
        <pc:spChg chg="add mod">
          <ac:chgData name="今野 稔章" userId="9659808f-245f-46a7-991e-983cdf43b7a2" providerId="ADAL" clId="{F79D9D20-4FB1-4A50-8987-8C95487719A7}" dt="2022-03-22T07:46:30.360" v="1321" actId="20577"/>
          <ac:spMkLst>
            <pc:docMk/>
            <pc:sldMk cId="2517615311" sldId="389"/>
            <ac:spMk id="10" creationId="{8C5483E6-E7A4-46FA-AD83-9B7D1F7B29C4}"/>
          </ac:spMkLst>
        </pc:spChg>
        <pc:spChg chg="add del">
          <ac:chgData name="今野 稔章" userId="9659808f-245f-46a7-991e-983cdf43b7a2" providerId="ADAL" clId="{F79D9D20-4FB1-4A50-8987-8C95487719A7}" dt="2022-03-18T07:44:20.560" v="1000" actId="22"/>
          <ac:spMkLst>
            <pc:docMk/>
            <pc:sldMk cId="2517615311" sldId="389"/>
            <ac:spMk id="12" creationId="{C50FC284-628F-43C5-A5DE-98D980CE21C3}"/>
          </ac:spMkLst>
        </pc:spChg>
        <pc:spChg chg="add del">
          <ac:chgData name="今野 稔章" userId="9659808f-245f-46a7-991e-983cdf43b7a2" providerId="ADAL" clId="{F79D9D20-4FB1-4A50-8987-8C95487719A7}" dt="2022-03-18T07:44:30.785" v="1002" actId="22"/>
          <ac:spMkLst>
            <pc:docMk/>
            <pc:sldMk cId="2517615311" sldId="389"/>
            <ac:spMk id="14" creationId="{40CAF45C-2260-478B-AF70-6AB9C882A7A0}"/>
          </ac:spMkLst>
        </pc:spChg>
      </pc:sldChg>
      <pc:sldChg chg="modSp mod ord">
        <pc:chgData name="今野 稔章" userId="9659808f-245f-46a7-991e-983cdf43b7a2" providerId="ADAL" clId="{F79D9D20-4FB1-4A50-8987-8C95487719A7}" dt="2022-03-18T07:38:41.263" v="840" actId="20577"/>
        <pc:sldMkLst>
          <pc:docMk/>
          <pc:sldMk cId="2603982268" sldId="452"/>
        </pc:sldMkLst>
        <pc:spChg chg="mod">
          <ac:chgData name="今野 稔章" userId="9659808f-245f-46a7-991e-983cdf43b7a2" providerId="ADAL" clId="{F79D9D20-4FB1-4A50-8987-8C95487719A7}" dt="2022-03-18T07:10:07.750" v="30" actId="20577"/>
          <ac:spMkLst>
            <pc:docMk/>
            <pc:sldMk cId="2603982268" sldId="452"/>
            <ac:spMk id="3" creationId="{1C79983C-D8FC-4693-8551-08AD543141F3}"/>
          </ac:spMkLst>
        </pc:spChg>
        <pc:spChg chg="mod">
          <ac:chgData name="今野 稔章" userId="9659808f-245f-46a7-991e-983cdf43b7a2" providerId="ADAL" clId="{F79D9D20-4FB1-4A50-8987-8C95487719A7}" dt="2022-03-18T07:38:41.263" v="840" actId="20577"/>
          <ac:spMkLst>
            <pc:docMk/>
            <pc:sldMk cId="2603982268" sldId="452"/>
            <ac:spMk id="12" creationId="{4E6A31DE-7FE5-4684-BE8A-68D488E83B54}"/>
          </ac:spMkLst>
        </pc:spChg>
      </pc:sldChg>
      <pc:sldChg chg="addSp delSp modSp mod">
        <pc:chgData name="今野 稔章" userId="9659808f-245f-46a7-991e-983cdf43b7a2" providerId="ADAL" clId="{F79D9D20-4FB1-4A50-8987-8C95487719A7}" dt="2022-03-18T08:04:47.972" v="1164" actId="1076"/>
        <pc:sldMkLst>
          <pc:docMk/>
          <pc:sldMk cId="1575764255" sldId="463"/>
        </pc:sldMkLst>
        <pc:picChg chg="add mod modCrop">
          <ac:chgData name="今野 稔章" userId="9659808f-245f-46a7-991e-983cdf43b7a2" providerId="ADAL" clId="{F79D9D20-4FB1-4A50-8987-8C95487719A7}" dt="2022-03-18T08:04:47.972" v="1164" actId="1076"/>
          <ac:picMkLst>
            <pc:docMk/>
            <pc:sldMk cId="1575764255" sldId="463"/>
            <ac:picMk id="6" creationId="{2FE2F2D2-FEFA-41A4-A69D-B1FBC430B551}"/>
          </ac:picMkLst>
        </pc:picChg>
        <pc:picChg chg="del">
          <ac:chgData name="今野 稔章" userId="9659808f-245f-46a7-991e-983cdf43b7a2" providerId="ADAL" clId="{F79D9D20-4FB1-4A50-8987-8C95487719A7}" dt="2022-03-18T08:04:37.940" v="1162" actId="21"/>
          <ac:picMkLst>
            <pc:docMk/>
            <pc:sldMk cId="1575764255" sldId="463"/>
            <ac:picMk id="31" creationId="{80F0B26B-E628-4A2E-9F0F-7BAF77A0FBB3}"/>
          </ac:picMkLst>
        </pc:picChg>
      </pc:sldChg>
      <pc:sldChg chg="modSp mod">
        <pc:chgData name="今野 稔章" userId="9659808f-245f-46a7-991e-983cdf43b7a2" providerId="ADAL" clId="{F79D9D20-4FB1-4A50-8987-8C95487719A7}" dt="2022-03-18T07:07:04.384" v="3" actId="20577"/>
        <pc:sldMkLst>
          <pc:docMk/>
          <pc:sldMk cId="1367584648" sldId="464"/>
        </pc:sldMkLst>
        <pc:spChg chg="mod">
          <ac:chgData name="今野 稔章" userId="9659808f-245f-46a7-991e-983cdf43b7a2" providerId="ADAL" clId="{F79D9D20-4FB1-4A50-8987-8C95487719A7}" dt="2022-03-18T07:07:04.384" v="3" actId="20577"/>
          <ac:spMkLst>
            <pc:docMk/>
            <pc:sldMk cId="1367584648" sldId="464"/>
            <ac:spMk id="7" creationId="{0FC30C39-EBE8-47E3-AA9D-4A7EEC4F3583}"/>
          </ac:spMkLst>
        </pc:spChg>
      </pc:sldChg>
      <pc:sldChg chg="modSp mod">
        <pc:chgData name="今野 稔章" userId="9659808f-245f-46a7-991e-983cdf43b7a2" providerId="ADAL" clId="{F79D9D20-4FB1-4A50-8987-8C95487719A7}" dt="2022-03-18T07:39:12.956" v="901" actId="1035"/>
        <pc:sldMkLst>
          <pc:docMk/>
          <pc:sldMk cId="3981310704" sldId="466"/>
        </pc:sldMkLst>
        <pc:spChg chg="mod">
          <ac:chgData name="今野 稔章" userId="9659808f-245f-46a7-991e-983cdf43b7a2" providerId="ADAL" clId="{F79D9D20-4FB1-4A50-8987-8C95487719A7}" dt="2022-03-18T07:39:06.099" v="865" actId="20577"/>
          <ac:spMkLst>
            <pc:docMk/>
            <pc:sldMk cId="3981310704" sldId="466"/>
            <ac:spMk id="10" creationId="{2BDD1324-306A-4815-A8B2-871C05758FA6}"/>
          </ac:spMkLst>
        </pc:spChg>
        <pc:picChg chg="mod">
          <ac:chgData name="今野 稔章" userId="9659808f-245f-46a7-991e-983cdf43b7a2" providerId="ADAL" clId="{F79D9D20-4FB1-4A50-8987-8C95487719A7}" dt="2022-03-18T07:39:12.956" v="901" actId="1035"/>
          <ac:picMkLst>
            <pc:docMk/>
            <pc:sldMk cId="3981310704" sldId="466"/>
            <ac:picMk id="9" creationId="{A532565F-B44C-46E1-90CA-BECECC725541}"/>
          </ac:picMkLst>
        </pc:picChg>
      </pc:sldChg>
      <pc:sldChg chg="add">
        <pc:chgData name="今野 稔章" userId="9659808f-245f-46a7-991e-983cdf43b7a2" providerId="ADAL" clId="{F79D9D20-4FB1-4A50-8987-8C95487719A7}" dt="2022-03-18T07:09:53.307" v="6" actId="2890"/>
        <pc:sldMkLst>
          <pc:docMk/>
          <pc:sldMk cId="3027260871" sldId="467"/>
        </pc:sldMkLst>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1-28T02:04:03.219" v="2314" actId="20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菊地 燈" userId="da1cf00e-85b3-4cd7-9f88-eb38295f0f42" providerId="ADAL" clId="{976BE43A-A317-4542-9FDC-814ADD36AC85}"/>
    <pc:docChg chg="modSld">
      <pc:chgData name="菊地 燈" userId="da1cf00e-85b3-4cd7-9f88-eb38295f0f42" providerId="ADAL" clId="{976BE43A-A317-4542-9FDC-814ADD36AC85}" dt="2022-09-20T09:58:47.662" v="2" actId="20577"/>
      <pc:docMkLst>
        <pc:docMk/>
      </pc:docMkLst>
      <pc:sldChg chg="modSp mod">
        <pc:chgData name="菊地 燈" userId="da1cf00e-85b3-4cd7-9f88-eb38295f0f42" providerId="ADAL" clId="{976BE43A-A317-4542-9FDC-814ADD36AC85}" dt="2022-09-20T09:56:30.792" v="1" actId="20577"/>
        <pc:sldMkLst>
          <pc:docMk/>
          <pc:sldMk cId="1129308970" sldId="385"/>
        </pc:sldMkLst>
        <pc:spChg chg="mod">
          <ac:chgData name="菊地 燈" userId="da1cf00e-85b3-4cd7-9f88-eb38295f0f42" providerId="ADAL" clId="{976BE43A-A317-4542-9FDC-814ADD36AC85}" dt="2022-09-20T09:56:30.792" v="1" actId="20577"/>
          <ac:spMkLst>
            <pc:docMk/>
            <pc:sldMk cId="1129308970" sldId="385"/>
            <ac:spMk id="6" creationId="{B40AD299-093D-4639-99DA-F1D1003DF892}"/>
          </ac:spMkLst>
        </pc:spChg>
      </pc:sldChg>
      <pc:sldChg chg="modSp mod">
        <pc:chgData name="菊地 燈" userId="da1cf00e-85b3-4cd7-9f88-eb38295f0f42" providerId="ADAL" clId="{976BE43A-A317-4542-9FDC-814ADD36AC85}" dt="2022-09-20T09:58:47.662" v="2" actId="20577"/>
        <pc:sldMkLst>
          <pc:docMk/>
          <pc:sldMk cId="1631171697" sldId="388"/>
        </pc:sldMkLst>
        <pc:spChg chg="mod">
          <ac:chgData name="菊地 燈" userId="da1cf00e-85b3-4cd7-9f88-eb38295f0f42" providerId="ADAL" clId="{976BE43A-A317-4542-9FDC-814ADD36AC85}" dt="2022-09-20T09:58:47.662" v="2" actId="20577"/>
          <ac:spMkLst>
            <pc:docMk/>
            <pc:sldMk cId="1631171697" sldId="388"/>
            <ac:spMk id="8" creationId="{F50E1B21-62B4-42ED-9B91-9FFD059046CE}"/>
          </ac:spMkLst>
        </pc:spChg>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鈴木 秀規" userId="f68c5fd9-22d5-4c0a-9833-7fb0f5135313" providerId="ADAL" clId="{6A56FB10-BD31-4A36-9DC1-80D965E09775}"/>
    <pc:docChg chg="undo custSel addSld delSld modSld">
      <pc:chgData name="鈴木 秀規" userId="f68c5fd9-22d5-4c0a-9833-7fb0f5135313" providerId="ADAL" clId="{6A56FB10-BD31-4A36-9DC1-80D965E09775}" dt="2021-01-29T03:51:48.443" v="417" actId="2696"/>
      <pc:docMkLst>
        <pc:docMk/>
      </pc:docMkLst>
      <pc:sldChg chg="modSp mod">
        <pc:chgData name="鈴木 秀規" userId="f68c5fd9-22d5-4c0a-9833-7fb0f5135313" providerId="ADAL" clId="{6A56FB10-BD31-4A36-9DC1-80D965E09775}" dt="2021-01-29T02:16:05.720" v="20" actId="20577"/>
        <pc:sldMkLst>
          <pc:docMk/>
          <pc:sldMk cId="0" sldId="256"/>
        </pc:sldMkLst>
        <pc:spChg chg="mod">
          <ac:chgData name="鈴木 秀規" userId="f68c5fd9-22d5-4c0a-9833-7fb0f5135313" providerId="ADAL" clId="{6A56FB10-BD31-4A36-9DC1-80D965E09775}" dt="2021-01-29T02:16:05.720" v="20" actId="20577"/>
          <ac:spMkLst>
            <pc:docMk/>
            <pc:sldMk cId="0" sldId="256"/>
            <ac:spMk id="56" creationId="{00000000-0000-0000-0000-000000000000}"/>
          </ac:spMkLst>
        </pc:spChg>
      </pc:sldChg>
      <pc:sldChg chg="addSp delSp modSp mod">
        <pc:chgData name="鈴木 秀規" userId="f68c5fd9-22d5-4c0a-9833-7fb0f5135313" providerId="ADAL" clId="{6A56FB10-BD31-4A36-9DC1-80D965E09775}" dt="2021-01-29T02:18:04.150" v="36" actId="1076"/>
        <pc:sldMkLst>
          <pc:docMk/>
          <pc:sldMk cId="2397736379" sldId="363"/>
        </pc:sldMkLst>
        <pc:spChg chg="mod">
          <ac:chgData name="鈴木 秀規" userId="f68c5fd9-22d5-4c0a-9833-7fb0f5135313" providerId="ADAL" clId="{6A56FB10-BD31-4A36-9DC1-80D965E09775}" dt="2021-01-29T02:16:28.700" v="22"/>
          <ac:spMkLst>
            <pc:docMk/>
            <pc:sldMk cId="2397736379" sldId="363"/>
            <ac:spMk id="7" creationId="{9630AD22-E64D-4A96-B059-2AF9F6580C25}"/>
          </ac:spMkLst>
        </pc:spChg>
        <pc:spChg chg="mod">
          <ac:chgData name="鈴木 秀規" userId="f68c5fd9-22d5-4c0a-9833-7fb0f5135313" providerId="ADAL" clId="{6A56FB10-BD31-4A36-9DC1-80D965E09775}" dt="2021-01-29T02:17:16.222" v="29" actId="14100"/>
          <ac:spMkLst>
            <pc:docMk/>
            <pc:sldMk cId="2397736379" sldId="363"/>
            <ac:spMk id="8" creationId="{787CF02A-01AB-4517-BA3E-25572FA82648}"/>
          </ac:spMkLst>
        </pc:spChg>
        <pc:spChg chg="add mod">
          <ac:chgData name="鈴木 秀規" userId="f68c5fd9-22d5-4c0a-9833-7fb0f5135313" providerId="ADAL" clId="{6A56FB10-BD31-4A36-9DC1-80D965E09775}" dt="2021-01-29T02:18:04.150" v="36" actId="1076"/>
          <ac:spMkLst>
            <pc:docMk/>
            <pc:sldMk cId="2397736379" sldId="363"/>
            <ac:spMk id="13" creationId="{C4AF9A3A-8E4D-4361-A0C9-F0B17B39BF47}"/>
          </ac:spMkLst>
        </pc:spChg>
        <pc:spChg chg="del">
          <ac:chgData name="鈴木 秀規" userId="f68c5fd9-22d5-4c0a-9833-7fb0f5135313" providerId="ADAL" clId="{6A56FB10-BD31-4A36-9DC1-80D965E09775}" dt="2021-01-29T02:17:01.732" v="25" actId="478"/>
          <ac:spMkLst>
            <pc:docMk/>
            <pc:sldMk cId="2397736379" sldId="363"/>
            <ac:spMk id="25" creationId="{6F73D290-1A37-4666-AE4E-056CFDBF2963}"/>
          </ac:spMkLst>
        </pc:spChg>
        <pc:spChg chg="del">
          <ac:chgData name="鈴木 秀規" userId="f68c5fd9-22d5-4c0a-9833-7fb0f5135313" providerId="ADAL" clId="{6A56FB10-BD31-4A36-9DC1-80D965E09775}" dt="2021-01-29T02:17:06.489" v="26" actId="478"/>
          <ac:spMkLst>
            <pc:docMk/>
            <pc:sldMk cId="2397736379" sldId="363"/>
            <ac:spMk id="26" creationId="{D8B69E42-1911-4122-BBB0-EB93A222E3E7}"/>
          </ac:spMkLst>
        </pc:spChg>
        <pc:picChg chg="add mod">
          <ac:chgData name="鈴木 秀規" userId="f68c5fd9-22d5-4c0a-9833-7fb0f5135313" providerId="ADAL" clId="{6A56FB10-BD31-4A36-9DC1-80D965E09775}" dt="2021-01-29T02:17:49.050" v="32" actId="14100"/>
          <ac:picMkLst>
            <pc:docMk/>
            <pc:sldMk cId="2397736379" sldId="363"/>
            <ac:picMk id="11" creationId="{F9049B9F-DE3A-4846-B27B-333755B11A36}"/>
          </ac:picMkLst>
        </pc:picChg>
        <pc:picChg chg="add mod">
          <ac:chgData name="鈴木 秀規" userId="f68c5fd9-22d5-4c0a-9833-7fb0f5135313" providerId="ADAL" clId="{6A56FB10-BD31-4A36-9DC1-80D965E09775}" dt="2021-01-29T02:17:56.499" v="35" actId="1076"/>
          <ac:picMkLst>
            <pc:docMk/>
            <pc:sldMk cId="2397736379" sldId="363"/>
            <ac:picMk id="12" creationId="{4794F4AC-6B8F-4B15-AB6F-B06FD356050F}"/>
          </ac:picMkLst>
        </pc:picChg>
        <pc:picChg chg="del">
          <ac:chgData name="鈴木 秀規" userId="f68c5fd9-22d5-4c0a-9833-7fb0f5135313" providerId="ADAL" clId="{6A56FB10-BD31-4A36-9DC1-80D965E09775}" dt="2021-01-29T02:17:01.732" v="25" actId="478"/>
          <ac:picMkLst>
            <pc:docMk/>
            <pc:sldMk cId="2397736379" sldId="363"/>
            <ac:picMk id="22" creationId="{EBCFE6B6-3674-4542-897A-054F57AF9940}"/>
          </ac:picMkLst>
        </pc:picChg>
        <pc:picChg chg="del">
          <ac:chgData name="鈴木 秀規" userId="f68c5fd9-22d5-4c0a-9833-7fb0f5135313" providerId="ADAL" clId="{6A56FB10-BD31-4A36-9DC1-80D965E09775}" dt="2021-01-29T02:17:01.732" v="25" actId="478"/>
          <ac:picMkLst>
            <pc:docMk/>
            <pc:sldMk cId="2397736379" sldId="363"/>
            <ac:picMk id="23" creationId="{50430609-0E30-4E04-A0AB-4BEFD5706BAC}"/>
          </ac:picMkLst>
        </pc:picChg>
        <pc:cxnChg chg="del mod">
          <ac:chgData name="鈴木 秀規" userId="f68c5fd9-22d5-4c0a-9833-7fb0f5135313" providerId="ADAL" clId="{6A56FB10-BD31-4A36-9DC1-80D965E09775}" dt="2021-01-29T02:17:01.732" v="25" actId="478"/>
          <ac:cxnSpMkLst>
            <pc:docMk/>
            <pc:sldMk cId="2397736379" sldId="363"/>
            <ac:cxnSpMk id="24" creationId="{2971CE02-4FF4-45F7-8B9C-E59D75CEAF1D}"/>
          </ac:cxnSpMkLst>
        </pc:cxnChg>
      </pc:sldChg>
      <pc:sldChg chg="del">
        <pc:chgData name="鈴木 秀規" userId="f68c5fd9-22d5-4c0a-9833-7fb0f5135313" providerId="ADAL" clId="{6A56FB10-BD31-4A36-9DC1-80D965E09775}" dt="2021-01-29T02:16:21.792" v="21" actId="2696"/>
        <pc:sldMkLst>
          <pc:docMk/>
          <pc:sldMk cId="1491796703" sldId="364"/>
        </pc:sldMkLst>
      </pc:sldChg>
      <pc:sldChg chg="addSp modSp new mod">
        <pc:chgData name="鈴木 秀規" userId="f68c5fd9-22d5-4c0a-9833-7fb0f5135313" providerId="ADAL" clId="{6A56FB10-BD31-4A36-9DC1-80D965E09775}" dt="2021-01-29T02:20:43.427" v="67" actId="1076"/>
        <pc:sldMkLst>
          <pc:docMk/>
          <pc:sldMk cId="1780867631" sldId="364"/>
        </pc:sldMkLst>
        <pc:spChg chg="mod">
          <ac:chgData name="鈴木 秀規" userId="f68c5fd9-22d5-4c0a-9833-7fb0f5135313" providerId="ADAL" clId="{6A56FB10-BD31-4A36-9DC1-80D965E09775}" dt="2021-01-29T02:18:20.300" v="38"/>
          <ac:spMkLst>
            <pc:docMk/>
            <pc:sldMk cId="1780867631" sldId="364"/>
            <ac:spMk id="3" creationId="{05C6DAF3-7CB5-46CF-B20F-F9FAA3199561}"/>
          </ac:spMkLst>
        </pc:spChg>
        <pc:spChg chg="mod">
          <ac:chgData name="鈴木 秀規" userId="f68c5fd9-22d5-4c0a-9833-7fb0f5135313" providerId="ADAL" clId="{6A56FB10-BD31-4A36-9DC1-80D965E09775}" dt="2021-01-29T02:18:29.384" v="41" actId="14100"/>
          <ac:spMkLst>
            <pc:docMk/>
            <pc:sldMk cId="1780867631" sldId="364"/>
            <ac:spMk id="5" creationId="{CF3D8E7F-5CEC-499E-8636-A3A5D79534C4}"/>
          </ac:spMkLst>
        </pc:spChg>
        <pc:spChg chg="add mod">
          <ac:chgData name="鈴木 秀規" userId="f68c5fd9-22d5-4c0a-9833-7fb0f5135313" providerId="ADAL" clId="{6A56FB10-BD31-4A36-9DC1-80D965E09775}" dt="2021-01-29T02:19:10.335" v="50" actId="14100"/>
          <ac:spMkLst>
            <pc:docMk/>
            <pc:sldMk cId="1780867631" sldId="364"/>
            <ac:spMk id="6" creationId="{80B1E86E-5207-44A5-B3D9-04B2D950F351}"/>
          </ac:spMkLst>
        </pc:spChg>
        <pc:spChg chg="add mod">
          <ac:chgData name="鈴木 秀規" userId="f68c5fd9-22d5-4c0a-9833-7fb0f5135313" providerId="ADAL" clId="{6A56FB10-BD31-4A36-9DC1-80D965E09775}" dt="2021-01-29T02:20:33.748" v="65" actId="207"/>
          <ac:spMkLst>
            <pc:docMk/>
            <pc:sldMk cId="1780867631" sldId="364"/>
            <ac:spMk id="7" creationId="{976DEC37-B0EA-49B3-B5E6-88A193ABF843}"/>
          </ac:spMkLst>
        </pc:spChg>
        <pc:spChg chg="add mod">
          <ac:chgData name="鈴木 秀規" userId="f68c5fd9-22d5-4c0a-9833-7fb0f5135313" providerId="ADAL" clId="{6A56FB10-BD31-4A36-9DC1-80D965E09775}" dt="2021-01-29T02:20:43.427" v="67" actId="1076"/>
          <ac:spMkLst>
            <pc:docMk/>
            <pc:sldMk cId="1780867631" sldId="364"/>
            <ac:spMk id="8" creationId="{6363893C-210D-4BFB-B929-2ADEA0179212}"/>
          </ac:spMkLst>
        </pc:spChg>
      </pc:sldChg>
      <pc:sldChg chg="del">
        <pc:chgData name="鈴木 秀規" userId="f68c5fd9-22d5-4c0a-9833-7fb0f5135313" providerId="ADAL" clId="{6A56FB10-BD31-4A36-9DC1-80D965E09775}" dt="2021-01-29T02:16:21.792" v="21" actId="2696"/>
        <pc:sldMkLst>
          <pc:docMk/>
          <pc:sldMk cId="2862888682" sldId="365"/>
        </pc:sldMkLst>
      </pc:sldChg>
      <pc:sldChg chg="addSp modSp new mod">
        <pc:chgData name="鈴木 秀規" userId="f68c5fd9-22d5-4c0a-9833-7fb0f5135313" providerId="ADAL" clId="{6A56FB10-BD31-4A36-9DC1-80D965E09775}" dt="2021-01-29T02:22:18.693" v="89" actId="208"/>
        <pc:sldMkLst>
          <pc:docMk/>
          <pc:sldMk cId="3777598103" sldId="365"/>
        </pc:sldMkLst>
        <pc:spChg chg="mod">
          <ac:chgData name="鈴木 秀規" userId="f68c5fd9-22d5-4c0a-9833-7fb0f5135313" providerId="ADAL" clId="{6A56FB10-BD31-4A36-9DC1-80D965E09775}" dt="2021-01-29T02:20:56.347" v="69"/>
          <ac:spMkLst>
            <pc:docMk/>
            <pc:sldMk cId="3777598103" sldId="365"/>
            <ac:spMk id="3" creationId="{E14777EE-8ED7-46CA-A6C6-111DEB024EE8}"/>
          </ac:spMkLst>
        </pc:spChg>
        <pc:spChg chg="mod">
          <ac:chgData name="鈴木 秀規" userId="f68c5fd9-22d5-4c0a-9833-7fb0f5135313" providerId="ADAL" clId="{6A56FB10-BD31-4A36-9DC1-80D965E09775}" dt="2021-01-29T02:21:31.909" v="80" actId="207"/>
          <ac:spMkLst>
            <pc:docMk/>
            <pc:sldMk cId="3777598103" sldId="365"/>
            <ac:spMk id="5" creationId="{54922C1B-CE01-4FF3-8A24-510B28360527}"/>
          </ac:spMkLst>
        </pc:spChg>
        <pc:spChg chg="add mod">
          <ac:chgData name="鈴木 秀規" userId="f68c5fd9-22d5-4c0a-9833-7fb0f5135313" providerId="ADAL" clId="{6A56FB10-BD31-4A36-9DC1-80D965E09775}" dt="2021-01-29T02:22:18.693" v="89" actId="208"/>
          <ac:spMkLst>
            <pc:docMk/>
            <pc:sldMk cId="3777598103" sldId="365"/>
            <ac:spMk id="6" creationId="{ECD1A4C1-0817-42A8-8445-B6129AA18923}"/>
          </ac:spMkLst>
        </pc:spChg>
        <pc:spChg chg="add mod">
          <ac:chgData name="鈴木 秀規" userId="f68c5fd9-22d5-4c0a-9833-7fb0f5135313" providerId="ADAL" clId="{6A56FB10-BD31-4A36-9DC1-80D965E09775}" dt="2021-01-29T02:22:09.564" v="87" actId="2711"/>
          <ac:spMkLst>
            <pc:docMk/>
            <pc:sldMk cId="3777598103" sldId="365"/>
            <ac:spMk id="7" creationId="{5ED15124-E5A6-4D52-A378-AF238726DB9B}"/>
          </ac:spMkLst>
        </pc:spChg>
      </pc:sldChg>
      <pc:sldChg chg="del">
        <pc:chgData name="鈴木 秀規" userId="f68c5fd9-22d5-4c0a-9833-7fb0f5135313" providerId="ADAL" clId="{6A56FB10-BD31-4A36-9DC1-80D965E09775}" dt="2021-01-29T02:16:21.792" v="21" actId="2696"/>
        <pc:sldMkLst>
          <pc:docMk/>
          <pc:sldMk cId="805013935" sldId="366"/>
        </pc:sldMkLst>
      </pc:sldChg>
      <pc:sldChg chg="addSp modSp new mod">
        <pc:chgData name="鈴木 秀規" userId="f68c5fd9-22d5-4c0a-9833-7fb0f5135313" providerId="ADAL" clId="{6A56FB10-BD31-4A36-9DC1-80D965E09775}" dt="2021-01-29T02:23:59.551" v="116" actId="207"/>
        <pc:sldMkLst>
          <pc:docMk/>
          <pc:sldMk cId="2854614525" sldId="366"/>
        </pc:sldMkLst>
        <pc:spChg chg="mod">
          <ac:chgData name="鈴木 秀規" userId="f68c5fd9-22d5-4c0a-9833-7fb0f5135313" providerId="ADAL" clId="{6A56FB10-BD31-4A36-9DC1-80D965E09775}" dt="2021-01-29T02:22:31.758" v="91"/>
          <ac:spMkLst>
            <pc:docMk/>
            <pc:sldMk cId="2854614525" sldId="366"/>
            <ac:spMk id="3" creationId="{F26CE814-F8ED-4E8E-A63A-8048770B7C44}"/>
          </ac:spMkLst>
        </pc:spChg>
        <pc:spChg chg="mod">
          <ac:chgData name="鈴木 秀規" userId="f68c5fd9-22d5-4c0a-9833-7fb0f5135313" providerId="ADAL" clId="{6A56FB10-BD31-4A36-9DC1-80D965E09775}" dt="2021-01-29T02:22:43.200" v="95" actId="14100"/>
          <ac:spMkLst>
            <pc:docMk/>
            <pc:sldMk cId="2854614525" sldId="366"/>
            <ac:spMk id="5" creationId="{DBE2286B-08E7-4462-9777-B5C96BD424CB}"/>
          </ac:spMkLst>
        </pc:spChg>
        <pc:spChg chg="add mod">
          <ac:chgData name="鈴木 秀規" userId="f68c5fd9-22d5-4c0a-9833-7fb0f5135313" providerId="ADAL" clId="{6A56FB10-BD31-4A36-9DC1-80D965E09775}" dt="2021-01-29T02:23:09.798" v="104" actId="207"/>
          <ac:spMkLst>
            <pc:docMk/>
            <pc:sldMk cId="2854614525" sldId="366"/>
            <ac:spMk id="6" creationId="{544418F5-1007-42F1-B373-39B2A96668F3}"/>
          </ac:spMkLst>
        </pc:spChg>
        <pc:spChg chg="add mod">
          <ac:chgData name="鈴木 秀規" userId="f68c5fd9-22d5-4c0a-9833-7fb0f5135313" providerId="ADAL" clId="{6A56FB10-BD31-4A36-9DC1-80D965E09775}" dt="2021-01-29T02:23:59.551" v="116" actId="207"/>
          <ac:spMkLst>
            <pc:docMk/>
            <pc:sldMk cId="2854614525" sldId="366"/>
            <ac:spMk id="7" creationId="{8C8E1B9C-823D-4F81-8667-D896519534C2}"/>
          </ac:spMkLst>
        </pc:spChg>
      </pc:sldChg>
      <pc:sldChg chg="del">
        <pc:chgData name="鈴木 秀規" userId="f68c5fd9-22d5-4c0a-9833-7fb0f5135313" providerId="ADAL" clId="{6A56FB10-BD31-4A36-9DC1-80D965E09775}" dt="2021-01-29T02:16:21.792" v="21" actId="2696"/>
        <pc:sldMkLst>
          <pc:docMk/>
          <pc:sldMk cId="1837428979" sldId="367"/>
        </pc:sldMkLst>
      </pc:sldChg>
      <pc:sldChg chg="addSp modSp new mod">
        <pc:chgData name="鈴木 秀規" userId="f68c5fd9-22d5-4c0a-9833-7fb0f5135313" providerId="ADAL" clId="{6A56FB10-BD31-4A36-9DC1-80D965E09775}" dt="2021-01-29T02:29:27.799" v="166" actId="164"/>
        <pc:sldMkLst>
          <pc:docMk/>
          <pc:sldMk cId="2453149005" sldId="367"/>
        </pc:sldMkLst>
        <pc:spChg chg="mod">
          <ac:chgData name="鈴木 秀規" userId="f68c5fd9-22d5-4c0a-9833-7fb0f5135313" providerId="ADAL" clId="{6A56FB10-BD31-4A36-9DC1-80D965E09775}" dt="2021-01-29T02:24:14.315" v="118"/>
          <ac:spMkLst>
            <pc:docMk/>
            <pc:sldMk cId="2453149005" sldId="367"/>
            <ac:spMk id="3" creationId="{D0091356-C820-41AD-86D2-84EA01CD9E85}"/>
          </ac:spMkLst>
        </pc:spChg>
        <pc:spChg chg="mod">
          <ac:chgData name="鈴木 秀規" userId="f68c5fd9-22d5-4c0a-9833-7fb0f5135313" providerId="ADAL" clId="{6A56FB10-BD31-4A36-9DC1-80D965E09775}" dt="2021-01-29T02:24:29.408" v="122" actId="14100"/>
          <ac:spMkLst>
            <pc:docMk/>
            <pc:sldMk cId="2453149005" sldId="367"/>
            <ac:spMk id="5" creationId="{2D30FFA8-0C0A-48CA-B916-97E6ACAD6DF5}"/>
          </ac:spMkLst>
        </pc:spChg>
        <pc:spChg chg="add mod">
          <ac:chgData name="鈴木 秀規" userId="f68c5fd9-22d5-4c0a-9833-7fb0f5135313" providerId="ADAL" clId="{6A56FB10-BD31-4A36-9DC1-80D965E09775}" dt="2021-01-29T02:24:54.052" v="128" actId="14100"/>
          <ac:spMkLst>
            <pc:docMk/>
            <pc:sldMk cId="2453149005" sldId="367"/>
            <ac:spMk id="6" creationId="{317F3DF3-1429-4428-969E-60EC6C9672AE}"/>
          </ac:spMkLst>
        </pc:spChg>
        <pc:spChg chg="add mod">
          <ac:chgData name="鈴木 秀規" userId="f68c5fd9-22d5-4c0a-9833-7fb0f5135313" providerId="ADAL" clId="{6A56FB10-BD31-4A36-9DC1-80D965E09775}" dt="2021-01-29T02:24:57.203" v="129" actId="14100"/>
          <ac:spMkLst>
            <pc:docMk/>
            <pc:sldMk cId="2453149005" sldId="367"/>
            <ac:spMk id="7" creationId="{FF061B3F-A959-4958-88FF-530E3549AA32}"/>
          </ac:spMkLst>
        </pc:spChg>
        <pc:spChg chg="add mod">
          <ac:chgData name="鈴木 秀規" userId="f68c5fd9-22d5-4c0a-9833-7fb0f5135313" providerId="ADAL" clId="{6A56FB10-BD31-4A36-9DC1-80D965E09775}" dt="2021-01-29T02:25:24.398" v="135" actId="1076"/>
          <ac:spMkLst>
            <pc:docMk/>
            <pc:sldMk cId="2453149005" sldId="367"/>
            <ac:spMk id="9" creationId="{2122A104-6869-4C74-9178-377170F8F3B1}"/>
          </ac:spMkLst>
        </pc:spChg>
        <pc:spChg chg="add mod">
          <ac:chgData name="鈴木 秀規" userId="f68c5fd9-22d5-4c0a-9833-7fb0f5135313" providerId="ADAL" clId="{6A56FB10-BD31-4A36-9DC1-80D965E09775}" dt="2021-01-29T02:25:24.398" v="135" actId="1076"/>
          <ac:spMkLst>
            <pc:docMk/>
            <pc:sldMk cId="2453149005" sldId="367"/>
            <ac:spMk id="10" creationId="{CBF11251-8CD1-4DA3-AB64-65C50947954B}"/>
          </ac:spMkLst>
        </pc:spChg>
        <pc:spChg chg="add mod">
          <ac:chgData name="鈴木 秀規" userId="f68c5fd9-22d5-4c0a-9833-7fb0f5135313" providerId="ADAL" clId="{6A56FB10-BD31-4A36-9DC1-80D965E09775}" dt="2021-01-29T02:25:24.398" v="135" actId="1076"/>
          <ac:spMkLst>
            <pc:docMk/>
            <pc:sldMk cId="2453149005" sldId="367"/>
            <ac:spMk id="11" creationId="{BEDEE338-071D-412E-82E8-853F4F016164}"/>
          </ac:spMkLst>
        </pc:spChg>
        <pc:spChg chg="add mod">
          <ac:chgData name="鈴木 秀規" userId="f68c5fd9-22d5-4c0a-9833-7fb0f5135313" providerId="ADAL" clId="{6A56FB10-BD31-4A36-9DC1-80D965E09775}" dt="2021-01-29T02:26:23.956" v="155" actId="207"/>
          <ac:spMkLst>
            <pc:docMk/>
            <pc:sldMk cId="2453149005" sldId="367"/>
            <ac:spMk id="12" creationId="{9FEF644D-C7C7-48FD-B6CD-24B0D92ED79A}"/>
          </ac:spMkLst>
        </pc:spChg>
        <pc:spChg chg="add mod">
          <ac:chgData name="鈴木 秀規" userId="f68c5fd9-22d5-4c0a-9833-7fb0f5135313" providerId="ADAL" clId="{6A56FB10-BD31-4A36-9DC1-80D965E09775}" dt="2021-01-29T02:29:27.799" v="166" actId="164"/>
          <ac:spMkLst>
            <pc:docMk/>
            <pc:sldMk cId="2453149005" sldId="367"/>
            <ac:spMk id="13" creationId="{705A0502-1898-41AF-B209-F762DD4471C3}"/>
          </ac:spMkLst>
        </pc:spChg>
        <pc:spChg chg="add mod">
          <ac:chgData name="鈴木 秀規" userId="f68c5fd9-22d5-4c0a-9833-7fb0f5135313" providerId="ADAL" clId="{6A56FB10-BD31-4A36-9DC1-80D965E09775}" dt="2021-01-29T02:29:27.799" v="166" actId="164"/>
          <ac:spMkLst>
            <pc:docMk/>
            <pc:sldMk cId="2453149005" sldId="367"/>
            <ac:spMk id="14" creationId="{D011B804-B192-4DDF-9994-BC02DE481749}"/>
          </ac:spMkLst>
        </pc:spChg>
        <pc:grpChg chg="add mod">
          <ac:chgData name="鈴木 秀規" userId="f68c5fd9-22d5-4c0a-9833-7fb0f5135313" providerId="ADAL" clId="{6A56FB10-BD31-4A36-9DC1-80D965E09775}" dt="2021-01-29T02:29:27.799" v="166" actId="164"/>
          <ac:grpSpMkLst>
            <pc:docMk/>
            <pc:sldMk cId="2453149005" sldId="367"/>
            <ac:grpSpMk id="15" creationId="{11307DA1-FF3D-4D0B-9BD1-D5E7030BEC61}"/>
          </ac:grpSpMkLst>
        </pc:grpChg>
        <pc:cxnChg chg="add mod">
          <ac:chgData name="鈴木 秀規" userId="f68c5fd9-22d5-4c0a-9833-7fb0f5135313" providerId="ADAL" clId="{6A56FB10-BD31-4A36-9DC1-80D965E09775}" dt="2021-01-29T02:25:24.398" v="135" actId="1076"/>
          <ac:cxnSpMkLst>
            <pc:docMk/>
            <pc:sldMk cId="2453149005" sldId="367"/>
            <ac:cxnSpMk id="8" creationId="{7B4697CD-89B0-4E4E-8F95-12C818983E75}"/>
          </ac:cxnSpMkLst>
        </pc:cxnChg>
      </pc:sldChg>
      <pc:sldChg chg="del">
        <pc:chgData name="鈴木 秀規" userId="f68c5fd9-22d5-4c0a-9833-7fb0f5135313" providerId="ADAL" clId="{6A56FB10-BD31-4A36-9DC1-80D965E09775}" dt="2021-01-29T02:16:21.792" v="21" actId="2696"/>
        <pc:sldMkLst>
          <pc:docMk/>
          <pc:sldMk cId="1713287924" sldId="368"/>
        </pc:sldMkLst>
      </pc:sldChg>
      <pc:sldChg chg="addSp modSp new mod">
        <pc:chgData name="鈴木 秀規" userId="f68c5fd9-22d5-4c0a-9833-7fb0f5135313" providerId="ADAL" clId="{6A56FB10-BD31-4A36-9DC1-80D965E09775}" dt="2021-01-29T03:30:57.592" v="203" actId="1037"/>
        <pc:sldMkLst>
          <pc:docMk/>
          <pc:sldMk cId="2090493252" sldId="368"/>
        </pc:sldMkLst>
        <pc:spChg chg="mod">
          <ac:chgData name="鈴木 秀規" userId="f68c5fd9-22d5-4c0a-9833-7fb0f5135313" providerId="ADAL" clId="{6A56FB10-BD31-4A36-9DC1-80D965E09775}" dt="2021-01-29T02:27:33.849" v="158"/>
          <ac:spMkLst>
            <pc:docMk/>
            <pc:sldMk cId="2090493252" sldId="368"/>
            <ac:spMk id="3" creationId="{4BC3EEF1-DC5E-45B1-B45A-1A0DFA784A48}"/>
          </ac:spMkLst>
        </pc:spChg>
        <pc:spChg chg="mod">
          <ac:chgData name="鈴木 秀規" userId="f68c5fd9-22d5-4c0a-9833-7fb0f5135313" providerId="ADAL" clId="{6A56FB10-BD31-4A36-9DC1-80D965E09775}" dt="2021-01-29T02:27:54.673" v="163" actId="207"/>
          <ac:spMkLst>
            <pc:docMk/>
            <pc:sldMk cId="2090493252" sldId="368"/>
            <ac:spMk id="5" creationId="{CD665B1E-1AF3-45CD-983D-707141164AC9}"/>
          </ac:spMkLst>
        </pc:spChg>
        <pc:spChg chg="add mod">
          <ac:chgData name="鈴木 秀規" userId="f68c5fd9-22d5-4c0a-9833-7fb0f5135313" providerId="ADAL" clId="{6A56FB10-BD31-4A36-9DC1-80D965E09775}" dt="2021-01-29T02:30:12.329" v="174" actId="255"/>
          <ac:spMkLst>
            <pc:docMk/>
            <pc:sldMk cId="2090493252" sldId="368"/>
            <ac:spMk id="6" creationId="{590C535E-96ED-4316-8A0A-95A0AE80C35C}"/>
          </ac:spMkLst>
        </pc:spChg>
        <pc:spChg chg="mod">
          <ac:chgData name="鈴木 秀規" userId="f68c5fd9-22d5-4c0a-9833-7fb0f5135313" providerId="ADAL" clId="{6A56FB10-BD31-4A36-9DC1-80D965E09775}" dt="2021-01-29T02:30:12.329" v="174" actId="255"/>
          <ac:spMkLst>
            <pc:docMk/>
            <pc:sldMk cId="2090493252" sldId="368"/>
            <ac:spMk id="8" creationId="{7B0A61E9-C160-43C7-B07D-528FF8FB100F}"/>
          </ac:spMkLst>
        </pc:spChg>
        <pc:spChg chg="mod">
          <ac:chgData name="鈴木 秀規" userId="f68c5fd9-22d5-4c0a-9833-7fb0f5135313" providerId="ADAL" clId="{6A56FB10-BD31-4A36-9DC1-80D965E09775}" dt="2021-01-29T02:30:12.329" v="174" actId="255"/>
          <ac:spMkLst>
            <pc:docMk/>
            <pc:sldMk cId="2090493252" sldId="368"/>
            <ac:spMk id="9" creationId="{5C9176F4-B3C0-437A-858A-B6FC77237D84}"/>
          </ac:spMkLst>
        </pc:spChg>
        <pc:spChg chg="mod">
          <ac:chgData name="鈴木 秀規" userId="f68c5fd9-22d5-4c0a-9833-7fb0f5135313" providerId="ADAL" clId="{6A56FB10-BD31-4A36-9DC1-80D965E09775}" dt="2021-01-29T02:30:12.329" v="174" actId="255"/>
          <ac:spMkLst>
            <pc:docMk/>
            <pc:sldMk cId="2090493252" sldId="368"/>
            <ac:spMk id="11" creationId="{245001DF-B028-40E0-8E36-EE20A69396C1}"/>
          </ac:spMkLst>
        </pc:spChg>
        <pc:spChg chg="mod">
          <ac:chgData name="鈴木 秀規" userId="f68c5fd9-22d5-4c0a-9833-7fb0f5135313" providerId="ADAL" clId="{6A56FB10-BD31-4A36-9DC1-80D965E09775}" dt="2021-01-29T02:30:12.329" v="174" actId="255"/>
          <ac:spMkLst>
            <pc:docMk/>
            <pc:sldMk cId="2090493252" sldId="368"/>
            <ac:spMk id="12" creationId="{57886454-3690-4F0F-AC53-85CF4B1BCEF5}"/>
          </ac:spMkLst>
        </pc:spChg>
        <pc:spChg chg="add mod">
          <ac:chgData name="鈴木 秀規" userId="f68c5fd9-22d5-4c0a-9833-7fb0f5135313" providerId="ADAL" clId="{6A56FB10-BD31-4A36-9DC1-80D965E09775}" dt="2021-01-29T03:30:57.592" v="203" actId="1037"/>
          <ac:spMkLst>
            <pc:docMk/>
            <pc:sldMk cId="2090493252" sldId="368"/>
            <ac:spMk id="13" creationId="{EA0997C3-8B59-40B1-ACB4-B83FF094C491}"/>
          </ac:spMkLst>
        </pc:spChg>
        <pc:spChg chg="add mod">
          <ac:chgData name="鈴木 秀規" userId="f68c5fd9-22d5-4c0a-9833-7fb0f5135313" providerId="ADAL" clId="{6A56FB10-BD31-4A36-9DC1-80D965E09775}" dt="2021-01-29T03:30:57.592" v="203" actId="1037"/>
          <ac:spMkLst>
            <pc:docMk/>
            <pc:sldMk cId="2090493252" sldId="368"/>
            <ac:spMk id="14" creationId="{A255DE68-E431-40A5-BC50-F21400D17870}"/>
          </ac:spMkLst>
        </pc:spChg>
        <pc:spChg chg="mod">
          <ac:chgData name="鈴木 秀規" userId="f68c5fd9-22d5-4c0a-9833-7fb0f5135313" providerId="ADAL" clId="{6A56FB10-BD31-4A36-9DC1-80D965E09775}" dt="2021-01-29T02:30:25.732" v="176" actId="571"/>
          <ac:spMkLst>
            <pc:docMk/>
            <pc:sldMk cId="2090493252" sldId="368"/>
            <ac:spMk id="16" creationId="{A549F3E6-2BB6-479F-AB19-0780EEF02547}"/>
          </ac:spMkLst>
        </pc:spChg>
        <pc:spChg chg="mod">
          <ac:chgData name="鈴木 秀規" userId="f68c5fd9-22d5-4c0a-9833-7fb0f5135313" providerId="ADAL" clId="{6A56FB10-BD31-4A36-9DC1-80D965E09775}" dt="2021-01-29T02:30:25.732" v="176" actId="571"/>
          <ac:spMkLst>
            <pc:docMk/>
            <pc:sldMk cId="2090493252" sldId="368"/>
            <ac:spMk id="17" creationId="{88C650CE-661A-4034-92DE-99541258986B}"/>
          </ac:spMkLst>
        </pc:spChg>
        <pc:grpChg chg="add mod">
          <ac:chgData name="鈴木 秀規" userId="f68c5fd9-22d5-4c0a-9833-7fb0f5135313" providerId="ADAL" clId="{6A56FB10-BD31-4A36-9DC1-80D965E09775}" dt="2021-01-29T02:29:33.839" v="168" actId="1076"/>
          <ac:grpSpMkLst>
            <pc:docMk/>
            <pc:sldMk cId="2090493252" sldId="368"/>
            <ac:grpSpMk id="7" creationId="{574B1123-8EB3-41AE-9CBA-8D4B6120438B}"/>
          </ac:grpSpMkLst>
        </pc:grpChg>
        <pc:grpChg chg="add mod">
          <ac:chgData name="鈴木 秀規" userId="f68c5fd9-22d5-4c0a-9833-7fb0f5135313" providerId="ADAL" clId="{6A56FB10-BD31-4A36-9DC1-80D965E09775}" dt="2021-01-29T02:29:45.435" v="170" actId="1076"/>
          <ac:grpSpMkLst>
            <pc:docMk/>
            <pc:sldMk cId="2090493252" sldId="368"/>
            <ac:grpSpMk id="10" creationId="{171A3A17-E962-4E57-A36D-60FB03619C31}"/>
          </ac:grpSpMkLst>
        </pc:grpChg>
        <pc:grpChg chg="add mod">
          <ac:chgData name="鈴木 秀規" userId="f68c5fd9-22d5-4c0a-9833-7fb0f5135313" providerId="ADAL" clId="{6A56FB10-BD31-4A36-9DC1-80D965E09775}" dt="2021-01-29T03:30:57.592" v="203" actId="1037"/>
          <ac:grpSpMkLst>
            <pc:docMk/>
            <pc:sldMk cId="2090493252" sldId="368"/>
            <ac:grpSpMk id="15" creationId="{71761FFD-6D50-4C41-AFAA-1482D23B90A6}"/>
          </ac:grpSpMkLst>
        </pc:grpChg>
        <pc:cxnChg chg="add mod">
          <ac:chgData name="鈴木 秀規" userId="f68c5fd9-22d5-4c0a-9833-7fb0f5135313" providerId="ADAL" clId="{6A56FB10-BD31-4A36-9DC1-80D965E09775}" dt="2021-01-29T03:30:17.556" v="180" actId="1582"/>
          <ac:cxnSpMkLst>
            <pc:docMk/>
            <pc:sldMk cId="2090493252" sldId="368"/>
            <ac:cxnSpMk id="19" creationId="{BD5C9672-D908-4F5F-BC1A-6C5C9AF3338E}"/>
          </ac:cxnSpMkLst>
        </pc:cxnChg>
        <pc:cxnChg chg="add mod">
          <ac:chgData name="鈴木 秀規" userId="f68c5fd9-22d5-4c0a-9833-7fb0f5135313" providerId="ADAL" clId="{6A56FB10-BD31-4A36-9DC1-80D965E09775}" dt="2021-01-29T03:30:25.576" v="183" actId="14100"/>
          <ac:cxnSpMkLst>
            <pc:docMk/>
            <pc:sldMk cId="2090493252" sldId="368"/>
            <ac:cxnSpMk id="20" creationId="{EA8CFA22-1F2E-4184-B940-364099F5C6D0}"/>
          </ac:cxnSpMkLst>
        </pc:cxnChg>
        <pc:cxnChg chg="add mod">
          <ac:chgData name="鈴木 秀規" userId="f68c5fd9-22d5-4c0a-9833-7fb0f5135313" providerId="ADAL" clId="{6A56FB10-BD31-4A36-9DC1-80D965E09775}" dt="2021-01-29T03:30:57.592" v="203" actId="1037"/>
          <ac:cxnSpMkLst>
            <pc:docMk/>
            <pc:sldMk cId="2090493252" sldId="368"/>
            <ac:cxnSpMk id="23" creationId="{E0B95278-A353-4FF0-999C-E9D83A96F679}"/>
          </ac:cxnSpMkLst>
        </pc:cxnChg>
        <pc:cxnChg chg="add mod">
          <ac:chgData name="鈴木 秀規" userId="f68c5fd9-22d5-4c0a-9833-7fb0f5135313" providerId="ADAL" clId="{6A56FB10-BD31-4A36-9DC1-80D965E09775}" dt="2021-01-29T03:30:57.592" v="203" actId="1037"/>
          <ac:cxnSpMkLst>
            <pc:docMk/>
            <pc:sldMk cId="2090493252" sldId="368"/>
            <ac:cxnSpMk id="26" creationId="{D73036CF-2F5F-4501-AD91-44E93578703D}"/>
          </ac:cxnSpMkLst>
        </pc:cxnChg>
      </pc:sldChg>
      <pc:sldChg chg="modSp new mod">
        <pc:chgData name="鈴木 秀規" userId="f68c5fd9-22d5-4c0a-9833-7fb0f5135313" providerId="ADAL" clId="{6A56FB10-BD31-4A36-9DC1-80D965E09775}" dt="2021-01-29T03:32:13.291" v="207"/>
        <pc:sldMkLst>
          <pc:docMk/>
          <pc:sldMk cId="1828494026" sldId="369"/>
        </pc:sldMkLst>
        <pc:spChg chg="mod">
          <ac:chgData name="鈴木 秀規" userId="f68c5fd9-22d5-4c0a-9833-7fb0f5135313" providerId="ADAL" clId="{6A56FB10-BD31-4A36-9DC1-80D965E09775}" dt="2021-01-29T03:32:03.048" v="205"/>
          <ac:spMkLst>
            <pc:docMk/>
            <pc:sldMk cId="1828494026" sldId="369"/>
            <ac:spMk id="3" creationId="{148CCD29-7F49-46E3-9F53-727A0A15587A}"/>
          </ac:spMkLst>
        </pc:spChg>
        <pc:spChg chg="mod">
          <ac:chgData name="鈴木 秀規" userId="f68c5fd9-22d5-4c0a-9833-7fb0f5135313" providerId="ADAL" clId="{6A56FB10-BD31-4A36-9DC1-80D965E09775}" dt="2021-01-29T03:32:13.291" v="207"/>
          <ac:spMkLst>
            <pc:docMk/>
            <pc:sldMk cId="1828494026" sldId="369"/>
            <ac:spMk id="5" creationId="{116A975A-3C54-45C8-876C-6B2805CEA61C}"/>
          </ac:spMkLst>
        </pc:spChg>
      </pc:sldChg>
      <pc:sldChg chg="del">
        <pc:chgData name="鈴木 秀規" userId="f68c5fd9-22d5-4c0a-9833-7fb0f5135313" providerId="ADAL" clId="{6A56FB10-BD31-4A36-9DC1-80D965E09775}" dt="2021-01-29T02:16:21.792" v="21" actId="2696"/>
        <pc:sldMkLst>
          <pc:docMk/>
          <pc:sldMk cId="2427838374" sldId="369"/>
        </pc:sldMkLst>
      </pc:sldChg>
      <pc:sldChg chg="addSp modSp new mod">
        <pc:chgData name="鈴木 秀規" userId="f68c5fd9-22d5-4c0a-9833-7fb0f5135313" providerId="ADAL" clId="{6A56FB10-BD31-4A36-9DC1-80D965E09775}" dt="2021-01-29T03:36:52.138" v="245" actId="207"/>
        <pc:sldMkLst>
          <pc:docMk/>
          <pc:sldMk cId="1301075000" sldId="370"/>
        </pc:sldMkLst>
        <pc:spChg chg="mod">
          <ac:chgData name="鈴木 秀規" userId="f68c5fd9-22d5-4c0a-9833-7fb0f5135313" providerId="ADAL" clId="{6A56FB10-BD31-4A36-9DC1-80D965E09775}" dt="2021-01-29T03:32:27.793" v="209"/>
          <ac:spMkLst>
            <pc:docMk/>
            <pc:sldMk cId="1301075000" sldId="370"/>
            <ac:spMk id="3" creationId="{A8E036A3-4A54-4CF7-A59C-DF5E25038E61}"/>
          </ac:spMkLst>
        </pc:spChg>
        <pc:spChg chg="mod">
          <ac:chgData name="鈴木 秀規" userId="f68c5fd9-22d5-4c0a-9833-7fb0f5135313" providerId="ADAL" clId="{6A56FB10-BD31-4A36-9DC1-80D965E09775}" dt="2021-01-29T03:34:44.127" v="213" actId="20577"/>
          <ac:spMkLst>
            <pc:docMk/>
            <pc:sldMk cId="1301075000" sldId="370"/>
            <ac:spMk id="5" creationId="{F6EFE619-88C8-4A96-93DE-F1E2FFDAF6A9}"/>
          </ac:spMkLst>
        </pc:spChg>
        <pc:spChg chg="add mod">
          <ac:chgData name="鈴木 秀規" userId="f68c5fd9-22d5-4c0a-9833-7fb0f5135313" providerId="ADAL" clId="{6A56FB10-BD31-4A36-9DC1-80D965E09775}" dt="2021-01-29T03:36:52.138" v="245" actId="207"/>
          <ac:spMkLst>
            <pc:docMk/>
            <pc:sldMk cId="1301075000" sldId="370"/>
            <ac:spMk id="6" creationId="{6D593FF8-9881-455D-969D-377EF3BF1769}"/>
          </ac:spMkLst>
        </pc:spChg>
        <pc:spChg chg="add mod">
          <ac:chgData name="鈴木 秀規" userId="f68c5fd9-22d5-4c0a-9833-7fb0f5135313" providerId="ADAL" clId="{6A56FB10-BD31-4A36-9DC1-80D965E09775}" dt="2021-01-29T03:35:51.649" v="222" actId="14100"/>
          <ac:spMkLst>
            <pc:docMk/>
            <pc:sldMk cId="1301075000" sldId="370"/>
            <ac:spMk id="7" creationId="{9FF437E3-9FEA-47E7-A603-8CB2A7C86DC3}"/>
          </ac:spMkLst>
        </pc:spChg>
        <pc:spChg chg="add mod">
          <ac:chgData name="鈴木 秀規" userId="f68c5fd9-22d5-4c0a-9833-7fb0f5135313" providerId="ADAL" clId="{6A56FB10-BD31-4A36-9DC1-80D965E09775}" dt="2021-01-29T03:36:22.068" v="239" actId="14100"/>
          <ac:spMkLst>
            <pc:docMk/>
            <pc:sldMk cId="1301075000" sldId="370"/>
            <ac:spMk id="8" creationId="{7EF53F83-F641-4FCB-A6C1-92E425EA5529}"/>
          </ac:spMkLst>
        </pc:spChg>
        <pc:spChg chg="add mod">
          <ac:chgData name="鈴木 秀規" userId="f68c5fd9-22d5-4c0a-9833-7fb0f5135313" providerId="ADAL" clId="{6A56FB10-BD31-4A36-9DC1-80D965E09775}" dt="2021-01-29T03:36:24.482" v="240" actId="571"/>
          <ac:spMkLst>
            <pc:docMk/>
            <pc:sldMk cId="1301075000" sldId="370"/>
            <ac:spMk id="9" creationId="{70624BBB-AA9C-4AE3-8675-A987191230A8}"/>
          </ac:spMkLst>
        </pc:spChg>
        <pc:cxnChg chg="add mod">
          <ac:chgData name="鈴木 秀規" userId="f68c5fd9-22d5-4c0a-9833-7fb0f5135313" providerId="ADAL" clId="{6A56FB10-BD31-4A36-9DC1-80D965E09775}" dt="2021-01-29T03:36:37.360" v="243" actId="14100"/>
          <ac:cxnSpMkLst>
            <pc:docMk/>
            <pc:sldMk cId="1301075000" sldId="370"/>
            <ac:cxnSpMk id="10" creationId="{EE2C543A-244E-4C6C-A2FD-6501A471B78D}"/>
          </ac:cxnSpMkLst>
        </pc:cxnChg>
      </pc:sldChg>
      <pc:sldChg chg="del">
        <pc:chgData name="鈴木 秀規" userId="f68c5fd9-22d5-4c0a-9833-7fb0f5135313" providerId="ADAL" clId="{6A56FB10-BD31-4A36-9DC1-80D965E09775}" dt="2021-01-29T02:16:21.792" v="21" actId="2696"/>
        <pc:sldMkLst>
          <pc:docMk/>
          <pc:sldMk cId="1375847763" sldId="370"/>
        </pc:sldMkLst>
      </pc:sldChg>
      <pc:sldChg chg="del">
        <pc:chgData name="鈴木 秀規" userId="f68c5fd9-22d5-4c0a-9833-7fb0f5135313" providerId="ADAL" clId="{6A56FB10-BD31-4A36-9DC1-80D965E09775}" dt="2021-01-29T02:16:21.792" v="21" actId="2696"/>
        <pc:sldMkLst>
          <pc:docMk/>
          <pc:sldMk cId="88774120" sldId="371"/>
        </pc:sldMkLst>
      </pc:sldChg>
      <pc:sldChg chg="addSp modSp new mod">
        <pc:chgData name="鈴木 秀規" userId="f68c5fd9-22d5-4c0a-9833-7fb0f5135313" providerId="ADAL" clId="{6A56FB10-BD31-4A36-9DC1-80D965E09775}" dt="2021-01-29T03:39:13.368" v="275" actId="20577"/>
        <pc:sldMkLst>
          <pc:docMk/>
          <pc:sldMk cId="1939820756" sldId="371"/>
        </pc:sldMkLst>
        <pc:spChg chg="mod">
          <ac:chgData name="鈴木 秀規" userId="f68c5fd9-22d5-4c0a-9833-7fb0f5135313" providerId="ADAL" clId="{6A56FB10-BD31-4A36-9DC1-80D965E09775}" dt="2021-01-29T03:37:04.442" v="247"/>
          <ac:spMkLst>
            <pc:docMk/>
            <pc:sldMk cId="1939820756" sldId="371"/>
            <ac:spMk id="3" creationId="{E8C96A04-39FD-441A-962A-FA81A8B3A993}"/>
          </ac:spMkLst>
        </pc:spChg>
        <pc:spChg chg="mod">
          <ac:chgData name="鈴木 秀規" userId="f68c5fd9-22d5-4c0a-9833-7fb0f5135313" providerId="ADAL" clId="{6A56FB10-BD31-4A36-9DC1-80D965E09775}" dt="2021-01-29T03:39:13.368" v="275" actId="20577"/>
          <ac:spMkLst>
            <pc:docMk/>
            <pc:sldMk cId="1939820756" sldId="371"/>
            <ac:spMk id="5" creationId="{70E219BC-5247-44DD-8DD7-158CE82AF0CF}"/>
          </ac:spMkLst>
        </pc:spChg>
        <pc:spChg chg="add mod">
          <ac:chgData name="鈴木 秀規" userId="f68c5fd9-22d5-4c0a-9833-7fb0f5135313" providerId="ADAL" clId="{6A56FB10-BD31-4A36-9DC1-80D965E09775}" dt="2021-01-29T03:37:58.003" v="257" actId="1076"/>
          <ac:spMkLst>
            <pc:docMk/>
            <pc:sldMk cId="1939820756" sldId="371"/>
            <ac:spMk id="6" creationId="{FFB1B3FE-6A29-4639-A1A5-337B6FBF225B}"/>
          </ac:spMkLst>
        </pc:spChg>
        <pc:spChg chg="add mod">
          <ac:chgData name="鈴木 秀規" userId="f68c5fd9-22d5-4c0a-9833-7fb0f5135313" providerId="ADAL" clId="{6A56FB10-BD31-4A36-9DC1-80D965E09775}" dt="2021-01-29T03:39:03.655" v="272" actId="14100"/>
          <ac:spMkLst>
            <pc:docMk/>
            <pc:sldMk cId="1939820756" sldId="371"/>
            <ac:spMk id="7" creationId="{37C4AC0A-3C0A-4D06-9F0B-FDEAE1E8F1BF}"/>
          </ac:spMkLst>
        </pc:spChg>
        <pc:spChg chg="add mod">
          <ac:chgData name="鈴木 秀規" userId="f68c5fd9-22d5-4c0a-9833-7fb0f5135313" providerId="ADAL" clId="{6A56FB10-BD31-4A36-9DC1-80D965E09775}" dt="2021-01-29T03:39:08.242" v="273" actId="1076"/>
          <ac:spMkLst>
            <pc:docMk/>
            <pc:sldMk cId="1939820756" sldId="371"/>
            <ac:spMk id="8" creationId="{ED2A6511-C410-49B8-A836-6BB64278F73B}"/>
          </ac:spMkLst>
        </pc:spChg>
        <pc:spChg chg="add mod">
          <ac:chgData name="鈴木 秀規" userId="f68c5fd9-22d5-4c0a-9833-7fb0f5135313" providerId="ADAL" clId="{6A56FB10-BD31-4A36-9DC1-80D965E09775}" dt="2021-01-29T03:39:11.459" v="274" actId="1076"/>
          <ac:spMkLst>
            <pc:docMk/>
            <pc:sldMk cId="1939820756" sldId="371"/>
            <ac:spMk id="9" creationId="{99BCD06E-20B0-4B16-B60A-ACAFCDCA9345}"/>
          </ac:spMkLst>
        </pc:spChg>
      </pc:sldChg>
      <pc:sldChg chg="del">
        <pc:chgData name="鈴木 秀規" userId="f68c5fd9-22d5-4c0a-9833-7fb0f5135313" providerId="ADAL" clId="{6A56FB10-BD31-4A36-9DC1-80D965E09775}" dt="2021-01-29T02:16:21.792" v="21" actId="2696"/>
        <pc:sldMkLst>
          <pc:docMk/>
          <pc:sldMk cId="1789203375" sldId="372"/>
        </pc:sldMkLst>
      </pc:sldChg>
      <pc:sldChg chg="addSp modSp new mod">
        <pc:chgData name="鈴木 秀規" userId="f68c5fd9-22d5-4c0a-9833-7fb0f5135313" providerId="ADAL" clId="{6A56FB10-BD31-4A36-9DC1-80D965E09775}" dt="2021-01-29T03:41:03.963" v="295" actId="1076"/>
        <pc:sldMkLst>
          <pc:docMk/>
          <pc:sldMk cId="3679262217" sldId="372"/>
        </pc:sldMkLst>
        <pc:spChg chg="mod">
          <ac:chgData name="鈴木 秀規" userId="f68c5fd9-22d5-4c0a-9833-7fb0f5135313" providerId="ADAL" clId="{6A56FB10-BD31-4A36-9DC1-80D965E09775}" dt="2021-01-29T03:39:33.647" v="277"/>
          <ac:spMkLst>
            <pc:docMk/>
            <pc:sldMk cId="3679262217" sldId="372"/>
            <ac:spMk id="3" creationId="{F2C00D08-0381-42F1-9C02-397C7D954805}"/>
          </ac:spMkLst>
        </pc:spChg>
        <pc:spChg chg="mod">
          <ac:chgData name="鈴木 秀規" userId="f68c5fd9-22d5-4c0a-9833-7fb0f5135313" providerId="ADAL" clId="{6A56FB10-BD31-4A36-9DC1-80D965E09775}" dt="2021-01-29T03:40:52.989" v="294" actId="20577"/>
          <ac:spMkLst>
            <pc:docMk/>
            <pc:sldMk cId="3679262217" sldId="372"/>
            <ac:spMk id="5" creationId="{2327367B-F082-41A5-B2A7-B5E1D186EF02}"/>
          </ac:spMkLst>
        </pc:spChg>
        <pc:picChg chg="add mod">
          <ac:chgData name="鈴木 秀規" userId="f68c5fd9-22d5-4c0a-9833-7fb0f5135313" providerId="ADAL" clId="{6A56FB10-BD31-4A36-9DC1-80D965E09775}" dt="2021-01-29T03:41:03.963" v="295" actId="1076"/>
          <ac:picMkLst>
            <pc:docMk/>
            <pc:sldMk cId="3679262217" sldId="372"/>
            <ac:picMk id="6" creationId="{FEBFD8F5-7354-4016-9849-0D637F3F9150}"/>
          </ac:picMkLst>
        </pc:picChg>
      </pc:sldChg>
      <pc:sldChg chg="addSp modSp new mod">
        <pc:chgData name="鈴木 秀規" userId="f68c5fd9-22d5-4c0a-9833-7fb0f5135313" providerId="ADAL" clId="{6A56FB10-BD31-4A36-9DC1-80D965E09775}" dt="2021-01-29T03:42:22.190" v="311" actId="1076"/>
        <pc:sldMkLst>
          <pc:docMk/>
          <pc:sldMk cId="295493128" sldId="373"/>
        </pc:sldMkLst>
        <pc:spChg chg="mod">
          <ac:chgData name="鈴木 秀規" userId="f68c5fd9-22d5-4c0a-9833-7fb0f5135313" providerId="ADAL" clId="{6A56FB10-BD31-4A36-9DC1-80D965E09775}" dt="2021-01-29T03:41:13.541" v="297"/>
          <ac:spMkLst>
            <pc:docMk/>
            <pc:sldMk cId="295493128" sldId="373"/>
            <ac:spMk id="3" creationId="{501AB490-D50B-4AEE-89E0-AD05289C3A8E}"/>
          </ac:spMkLst>
        </pc:spChg>
        <pc:spChg chg="mod">
          <ac:chgData name="鈴木 秀規" userId="f68c5fd9-22d5-4c0a-9833-7fb0f5135313" providerId="ADAL" clId="{6A56FB10-BD31-4A36-9DC1-80D965E09775}" dt="2021-01-29T03:41:23.380" v="300" actId="14100"/>
          <ac:spMkLst>
            <pc:docMk/>
            <pc:sldMk cId="295493128" sldId="373"/>
            <ac:spMk id="5" creationId="{35593FF5-7533-4F63-AFBD-F0D1DABB09A5}"/>
          </ac:spMkLst>
        </pc:spChg>
        <pc:spChg chg="add mod">
          <ac:chgData name="鈴木 秀規" userId="f68c5fd9-22d5-4c0a-9833-7fb0f5135313" providerId="ADAL" clId="{6A56FB10-BD31-4A36-9DC1-80D965E09775}" dt="2021-01-29T03:41:47.784" v="303"/>
          <ac:spMkLst>
            <pc:docMk/>
            <pc:sldMk cId="295493128" sldId="373"/>
            <ac:spMk id="6" creationId="{9F9AD4E2-CC6B-4E47-B0CE-5F08FF471A4E}"/>
          </ac:spMkLst>
        </pc:spChg>
        <pc:spChg chg="add mod">
          <ac:chgData name="鈴木 秀規" userId="f68c5fd9-22d5-4c0a-9833-7fb0f5135313" providerId="ADAL" clId="{6A56FB10-BD31-4A36-9DC1-80D965E09775}" dt="2021-01-29T03:42:07.954" v="307" actId="1076"/>
          <ac:spMkLst>
            <pc:docMk/>
            <pc:sldMk cId="295493128" sldId="373"/>
            <ac:spMk id="7" creationId="{A191A2A4-32E8-4928-992E-5D8D1FC66106}"/>
          </ac:spMkLst>
        </pc:spChg>
        <pc:spChg chg="add mod">
          <ac:chgData name="鈴木 秀規" userId="f68c5fd9-22d5-4c0a-9833-7fb0f5135313" providerId="ADAL" clId="{6A56FB10-BD31-4A36-9DC1-80D965E09775}" dt="2021-01-29T03:42:15.419" v="309" actId="1076"/>
          <ac:spMkLst>
            <pc:docMk/>
            <pc:sldMk cId="295493128" sldId="373"/>
            <ac:spMk id="8" creationId="{C2D5ECC3-2959-480F-9893-94050790A832}"/>
          </ac:spMkLst>
        </pc:spChg>
        <pc:spChg chg="add mod">
          <ac:chgData name="鈴木 秀規" userId="f68c5fd9-22d5-4c0a-9833-7fb0f5135313" providerId="ADAL" clId="{6A56FB10-BD31-4A36-9DC1-80D965E09775}" dt="2021-01-29T03:42:22.190" v="311" actId="1076"/>
          <ac:spMkLst>
            <pc:docMk/>
            <pc:sldMk cId="295493128" sldId="373"/>
            <ac:spMk id="9" creationId="{76DB8F2E-83D3-45FF-BFB7-03DF9FC5A9F1}"/>
          </ac:spMkLst>
        </pc:spChg>
      </pc:sldChg>
      <pc:sldChg chg="del">
        <pc:chgData name="鈴木 秀規" userId="f68c5fd9-22d5-4c0a-9833-7fb0f5135313" providerId="ADAL" clId="{6A56FB10-BD31-4A36-9DC1-80D965E09775}" dt="2021-01-29T02:16:21.792" v="21" actId="2696"/>
        <pc:sldMkLst>
          <pc:docMk/>
          <pc:sldMk cId="2979480215" sldId="373"/>
        </pc:sldMkLst>
      </pc:sldChg>
      <pc:sldChg chg="addSp modSp new mod">
        <pc:chgData name="鈴木 秀規" userId="f68c5fd9-22d5-4c0a-9833-7fb0f5135313" providerId="ADAL" clId="{6A56FB10-BD31-4A36-9DC1-80D965E09775}" dt="2021-01-29T03:44:42.383" v="331" actId="1035"/>
        <pc:sldMkLst>
          <pc:docMk/>
          <pc:sldMk cId="1376688274" sldId="374"/>
        </pc:sldMkLst>
        <pc:spChg chg="mod">
          <ac:chgData name="鈴木 秀規" userId="f68c5fd9-22d5-4c0a-9833-7fb0f5135313" providerId="ADAL" clId="{6A56FB10-BD31-4A36-9DC1-80D965E09775}" dt="2021-01-29T03:43:25.517" v="313"/>
          <ac:spMkLst>
            <pc:docMk/>
            <pc:sldMk cId="1376688274" sldId="374"/>
            <ac:spMk id="3" creationId="{FC54BC8C-791D-48D7-834B-CBAD69DFFE5C}"/>
          </ac:spMkLst>
        </pc:spChg>
        <pc:spChg chg="mod">
          <ac:chgData name="鈴木 秀規" userId="f68c5fd9-22d5-4c0a-9833-7fb0f5135313" providerId="ADAL" clId="{6A56FB10-BD31-4A36-9DC1-80D965E09775}" dt="2021-01-29T03:43:39.389" v="316" actId="14100"/>
          <ac:spMkLst>
            <pc:docMk/>
            <pc:sldMk cId="1376688274" sldId="374"/>
            <ac:spMk id="5" creationId="{99B40666-FE6B-4F98-A58C-E72188F3071D}"/>
          </ac:spMkLst>
        </pc:spChg>
        <pc:spChg chg="add mod">
          <ac:chgData name="鈴木 秀規" userId="f68c5fd9-22d5-4c0a-9833-7fb0f5135313" providerId="ADAL" clId="{6A56FB10-BD31-4A36-9DC1-80D965E09775}" dt="2021-01-29T03:44:42.383" v="331" actId="1035"/>
          <ac:spMkLst>
            <pc:docMk/>
            <pc:sldMk cId="1376688274" sldId="374"/>
            <ac:spMk id="6" creationId="{C975963D-4ADE-4DC6-B10D-4B90DEF5AD0D}"/>
          </ac:spMkLst>
        </pc:spChg>
        <pc:spChg chg="add mod">
          <ac:chgData name="鈴木 秀規" userId="f68c5fd9-22d5-4c0a-9833-7fb0f5135313" providerId="ADAL" clId="{6A56FB10-BD31-4A36-9DC1-80D965E09775}" dt="2021-01-29T03:44:33.383" v="329" actId="1035"/>
          <ac:spMkLst>
            <pc:docMk/>
            <pc:sldMk cId="1376688274" sldId="374"/>
            <ac:spMk id="7" creationId="{87DA50C7-3D7E-4022-862F-778CA1726CEF}"/>
          </ac:spMkLst>
        </pc:spChg>
      </pc:sldChg>
      <pc:sldChg chg="del">
        <pc:chgData name="鈴木 秀規" userId="f68c5fd9-22d5-4c0a-9833-7fb0f5135313" providerId="ADAL" clId="{6A56FB10-BD31-4A36-9DC1-80D965E09775}" dt="2021-01-29T02:16:21.792" v="21" actId="2696"/>
        <pc:sldMkLst>
          <pc:docMk/>
          <pc:sldMk cId="3198692090" sldId="374"/>
        </pc:sldMkLst>
      </pc:sldChg>
      <pc:sldChg chg="modSp new mod">
        <pc:chgData name="鈴木 秀規" userId="f68c5fd9-22d5-4c0a-9833-7fb0f5135313" providerId="ADAL" clId="{6A56FB10-BD31-4A36-9DC1-80D965E09775}" dt="2021-01-29T03:46:58.624" v="342" actId="20577"/>
        <pc:sldMkLst>
          <pc:docMk/>
          <pc:sldMk cId="1089892823" sldId="375"/>
        </pc:sldMkLst>
        <pc:spChg chg="mod">
          <ac:chgData name="鈴木 秀規" userId="f68c5fd9-22d5-4c0a-9833-7fb0f5135313" providerId="ADAL" clId="{6A56FB10-BD31-4A36-9DC1-80D965E09775}" dt="2021-01-29T03:46:15.664" v="333"/>
          <ac:spMkLst>
            <pc:docMk/>
            <pc:sldMk cId="1089892823" sldId="375"/>
            <ac:spMk id="3" creationId="{9EE757FC-3A7F-45A1-9212-AB3FF36CE6FF}"/>
          </ac:spMkLst>
        </pc:spChg>
        <pc:spChg chg="mod">
          <ac:chgData name="鈴木 秀規" userId="f68c5fd9-22d5-4c0a-9833-7fb0f5135313" providerId="ADAL" clId="{6A56FB10-BD31-4A36-9DC1-80D965E09775}" dt="2021-01-29T03:46:58.624" v="342" actId="20577"/>
          <ac:spMkLst>
            <pc:docMk/>
            <pc:sldMk cId="1089892823" sldId="375"/>
            <ac:spMk id="5" creationId="{9092D634-F385-4503-B454-56CCFA19FE3C}"/>
          </ac:spMkLst>
        </pc:spChg>
      </pc:sldChg>
      <pc:sldChg chg="addSp modSp new mod">
        <pc:chgData name="鈴木 秀規" userId="f68c5fd9-22d5-4c0a-9833-7fb0f5135313" providerId="ADAL" clId="{6A56FB10-BD31-4A36-9DC1-80D965E09775}" dt="2021-01-29T03:49:30.696" v="387" actId="1035"/>
        <pc:sldMkLst>
          <pc:docMk/>
          <pc:sldMk cId="2589480947" sldId="376"/>
        </pc:sldMkLst>
        <pc:spChg chg="mod">
          <ac:chgData name="鈴木 秀規" userId="f68c5fd9-22d5-4c0a-9833-7fb0f5135313" providerId="ADAL" clId="{6A56FB10-BD31-4A36-9DC1-80D965E09775}" dt="2021-01-29T03:47:11.879" v="344"/>
          <ac:spMkLst>
            <pc:docMk/>
            <pc:sldMk cId="2589480947" sldId="376"/>
            <ac:spMk id="3" creationId="{82A116F0-EE64-4EEB-B551-544C956B306B}"/>
          </ac:spMkLst>
        </pc:spChg>
        <pc:spChg chg="mod">
          <ac:chgData name="鈴木 秀規" userId="f68c5fd9-22d5-4c0a-9833-7fb0f5135313" providerId="ADAL" clId="{6A56FB10-BD31-4A36-9DC1-80D965E09775}" dt="2021-01-29T03:47:37.295" v="353" actId="14100"/>
          <ac:spMkLst>
            <pc:docMk/>
            <pc:sldMk cId="2589480947" sldId="376"/>
            <ac:spMk id="5" creationId="{AD9083A4-02D0-4095-B458-23567A70DC92}"/>
          </ac:spMkLst>
        </pc:spChg>
        <pc:spChg chg="add mod">
          <ac:chgData name="鈴木 秀規" userId="f68c5fd9-22d5-4c0a-9833-7fb0f5135313" providerId="ADAL" clId="{6A56FB10-BD31-4A36-9DC1-80D965E09775}" dt="2021-01-29T03:48:04.470" v="357" actId="14100"/>
          <ac:spMkLst>
            <pc:docMk/>
            <pc:sldMk cId="2589480947" sldId="376"/>
            <ac:spMk id="6" creationId="{E84A9B31-0010-48C8-AFCF-7FB71E5E3236}"/>
          </ac:spMkLst>
        </pc:spChg>
        <pc:spChg chg="add mod">
          <ac:chgData name="鈴木 秀規" userId="f68c5fd9-22d5-4c0a-9833-7fb0f5135313" providerId="ADAL" clId="{6A56FB10-BD31-4A36-9DC1-80D965E09775}" dt="2021-01-29T03:49:30.696" v="387" actId="1035"/>
          <ac:spMkLst>
            <pc:docMk/>
            <pc:sldMk cId="2589480947" sldId="376"/>
            <ac:spMk id="7" creationId="{29C80EC0-F637-45B7-9DCD-C12471C39BB9}"/>
          </ac:spMkLst>
        </pc:spChg>
        <pc:spChg chg="add mod">
          <ac:chgData name="鈴木 秀規" userId="f68c5fd9-22d5-4c0a-9833-7fb0f5135313" providerId="ADAL" clId="{6A56FB10-BD31-4A36-9DC1-80D965E09775}" dt="2021-01-29T03:48:45.030" v="377" actId="2711"/>
          <ac:spMkLst>
            <pc:docMk/>
            <pc:sldMk cId="2589480947" sldId="376"/>
            <ac:spMk id="8" creationId="{158DAD9B-B839-4D99-B619-E6DD82AD1A72}"/>
          </ac:spMkLst>
        </pc:spChg>
        <pc:spChg chg="add mod">
          <ac:chgData name="鈴木 秀規" userId="f68c5fd9-22d5-4c0a-9833-7fb0f5135313" providerId="ADAL" clId="{6A56FB10-BD31-4A36-9DC1-80D965E09775}" dt="2021-01-29T03:49:10.580" v="382" actId="14100"/>
          <ac:spMkLst>
            <pc:docMk/>
            <pc:sldMk cId="2589480947" sldId="376"/>
            <ac:spMk id="9" creationId="{2884E171-A90D-4095-A262-D34B1373CB50}"/>
          </ac:spMkLst>
        </pc:spChg>
        <pc:cxnChg chg="add mod">
          <ac:chgData name="鈴木 秀規" userId="f68c5fd9-22d5-4c0a-9833-7fb0f5135313" providerId="ADAL" clId="{6A56FB10-BD31-4A36-9DC1-80D965E09775}" dt="2021-01-29T03:49:30.696" v="387" actId="1035"/>
          <ac:cxnSpMkLst>
            <pc:docMk/>
            <pc:sldMk cId="2589480947" sldId="376"/>
            <ac:cxnSpMk id="10" creationId="{C6AA73AE-1260-4B7D-9411-13A68982F721}"/>
          </ac:cxnSpMkLst>
        </pc:cxnChg>
      </pc:sldChg>
      <pc:sldChg chg="addSp modSp new mod">
        <pc:chgData name="鈴木 秀規" userId="f68c5fd9-22d5-4c0a-9833-7fb0f5135313" providerId="ADAL" clId="{6A56FB10-BD31-4A36-9DC1-80D965E09775}" dt="2021-01-29T03:50:39.688" v="401" actId="207"/>
        <pc:sldMkLst>
          <pc:docMk/>
          <pc:sldMk cId="546674919" sldId="377"/>
        </pc:sldMkLst>
        <pc:spChg chg="mod">
          <ac:chgData name="鈴木 秀規" userId="f68c5fd9-22d5-4c0a-9833-7fb0f5135313" providerId="ADAL" clId="{6A56FB10-BD31-4A36-9DC1-80D965E09775}" dt="2021-01-29T03:49:49.225" v="389"/>
          <ac:spMkLst>
            <pc:docMk/>
            <pc:sldMk cId="546674919" sldId="377"/>
            <ac:spMk id="3" creationId="{EDAE4E91-904B-4316-BADF-0B4A87DA9915}"/>
          </ac:spMkLst>
        </pc:spChg>
        <pc:spChg chg="mod">
          <ac:chgData name="鈴木 秀規" userId="f68c5fd9-22d5-4c0a-9833-7fb0f5135313" providerId="ADAL" clId="{6A56FB10-BD31-4A36-9DC1-80D965E09775}" dt="2021-01-29T03:50:39.688" v="401" actId="207"/>
          <ac:spMkLst>
            <pc:docMk/>
            <pc:sldMk cId="546674919" sldId="377"/>
            <ac:spMk id="5" creationId="{BF966A2E-7B30-41D7-9485-DDA63B1FB473}"/>
          </ac:spMkLst>
        </pc:spChg>
        <pc:picChg chg="add mod">
          <ac:chgData name="鈴木 秀規" userId="f68c5fd9-22d5-4c0a-9833-7fb0f5135313" providerId="ADAL" clId="{6A56FB10-BD31-4A36-9DC1-80D965E09775}" dt="2021-01-29T03:50:26.488" v="399" actId="1076"/>
          <ac:picMkLst>
            <pc:docMk/>
            <pc:sldMk cId="546674919" sldId="377"/>
            <ac:picMk id="6" creationId="{DABE291E-8F94-4F01-BC78-AF78320DE92E}"/>
          </ac:picMkLst>
        </pc:picChg>
      </pc:sldChg>
      <pc:sldChg chg="modSp new mod">
        <pc:chgData name="鈴木 秀規" userId="f68c5fd9-22d5-4c0a-9833-7fb0f5135313" providerId="ADAL" clId="{6A56FB10-BD31-4A36-9DC1-80D965E09775}" dt="2021-01-29T03:51:38.741" v="415" actId="207"/>
        <pc:sldMkLst>
          <pc:docMk/>
          <pc:sldMk cId="1244196573" sldId="378"/>
        </pc:sldMkLst>
        <pc:spChg chg="mod">
          <ac:chgData name="鈴木 秀規" userId="f68c5fd9-22d5-4c0a-9833-7fb0f5135313" providerId="ADAL" clId="{6A56FB10-BD31-4A36-9DC1-80D965E09775}" dt="2021-01-29T03:50:51.011" v="403"/>
          <ac:spMkLst>
            <pc:docMk/>
            <pc:sldMk cId="1244196573" sldId="378"/>
            <ac:spMk id="3" creationId="{4D352B4F-CE3E-45AE-9790-A92921309129}"/>
          </ac:spMkLst>
        </pc:spChg>
        <pc:spChg chg="mod">
          <ac:chgData name="鈴木 秀規" userId="f68c5fd9-22d5-4c0a-9833-7fb0f5135313" providerId="ADAL" clId="{6A56FB10-BD31-4A36-9DC1-80D965E09775}" dt="2021-01-29T03:51:38.741" v="415" actId="207"/>
          <ac:spMkLst>
            <pc:docMk/>
            <pc:sldMk cId="1244196573" sldId="378"/>
            <ac:spMk id="5" creationId="{8A00F2AB-2E88-427A-B543-71F2EC6D0DA6}"/>
          </ac:spMkLst>
        </pc:spChg>
      </pc:sldChg>
      <pc:sldChg chg="new del">
        <pc:chgData name="鈴木 秀規" userId="f68c5fd9-22d5-4c0a-9833-7fb0f5135313" providerId="ADAL" clId="{6A56FB10-BD31-4A36-9DC1-80D965E09775}" dt="2021-01-29T03:51:48.443" v="417" actId="2696"/>
        <pc:sldMkLst>
          <pc:docMk/>
          <pc:sldMk cId="1704080252" sldId="379"/>
        </pc:sldMkLst>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稔章 今野" userId="9659808f-245f-46a7-991e-983cdf43b7a2" providerId="ADAL" clId="{10CB0436-2BA4-4FD1-BFAD-EB9F3469EAE1}"/>
    <pc:docChg chg="addSld">
      <pc:chgData name="稔章 今野" userId="9659808f-245f-46a7-991e-983cdf43b7a2" providerId="ADAL" clId="{10CB0436-2BA4-4FD1-BFAD-EB9F3469EAE1}" dt="2021-12-24T05:37:45.370" v="7" actId="680"/>
      <pc:docMkLst>
        <pc:docMk/>
      </pc:docMkLst>
      <pc:sldChg chg="new">
        <pc:chgData name="稔章 今野" userId="9659808f-245f-46a7-991e-983cdf43b7a2" providerId="ADAL" clId="{10CB0436-2BA4-4FD1-BFAD-EB9F3469EAE1}" dt="2021-12-24T05:32:14.711" v="0" actId="680"/>
        <pc:sldMkLst>
          <pc:docMk/>
          <pc:sldMk cId="1045297583" sldId="382"/>
        </pc:sldMkLst>
      </pc:sldChg>
      <pc:sldChg chg="new">
        <pc:chgData name="稔章 今野" userId="9659808f-245f-46a7-991e-983cdf43b7a2" providerId="ADAL" clId="{10CB0436-2BA4-4FD1-BFAD-EB9F3469EAE1}" dt="2021-12-24T05:32:23.617" v="1" actId="680"/>
        <pc:sldMkLst>
          <pc:docMk/>
          <pc:sldMk cId="1644785587" sldId="383"/>
        </pc:sldMkLst>
      </pc:sldChg>
      <pc:sldChg chg="new">
        <pc:chgData name="稔章 今野" userId="9659808f-245f-46a7-991e-983cdf43b7a2" providerId="ADAL" clId="{10CB0436-2BA4-4FD1-BFAD-EB9F3469EAE1}" dt="2021-12-24T05:32:39.395" v="2" actId="680"/>
        <pc:sldMkLst>
          <pc:docMk/>
          <pc:sldMk cId="1232597272" sldId="384"/>
        </pc:sldMkLst>
      </pc:sldChg>
      <pc:sldChg chg="new">
        <pc:chgData name="稔章 今野" userId="9659808f-245f-46a7-991e-983cdf43b7a2" providerId="ADAL" clId="{10CB0436-2BA4-4FD1-BFAD-EB9F3469EAE1}" dt="2021-12-24T05:33:01.051" v="3" actId="680"/>
        <pc:sldMkLst>
          <pc:docMk/>
          <pc:sldMk cId="1129308970" sldId="385"/>
        </pc:sldMkLst>
      </pc:sldChg>
      <pc:sldChg chg="new">
        <pc:chgData name="稔章 今野" userId="9659808f-245f-46a7-991e-983cdf43b7a2" providerId="ADAL" clId="{10CB0436-2BA4-4FD1-BFAD-EB9F3469EAE1}" dt="2021-12-24T05:33:07.772" v="4" actId="680"/>
        <pc:sldMkLst>
          <pc:docMk/>
          <pc:sldMk cId="4232040181" sldId="386"/>
        </pc:sldMkLst>
      </pc:sldChg>
      <pc:sldChg chg="new">
        <pc:chgData name="稔章 今野" userId="9659808f-245f-46a7-991e-983cdf43b7a2" providerId="ADAL" clId="{10CB0436-2BA4-4FD1-BFAD-EB9F3469EAE1}" dt="2021-12-24T05:33:15.305" v="5" actId="680"/>
        <pc:sldMkLst>
          <pc:docMk/>
          <pc:sldMk cId="74421920" sldId="387"/>
        </pc:sldMkLst>
      </pc:sldChg>
      <pc:sldChg chg="new">
        <pc:chgData name="稔章 今野" userId="9659808f-245f-46a7-991e-983cdf43b7a2" providerId="ADAL" clId="{10CB0436-2BA4-4FD1-BFAD-EB9F3469EAE1}" dt="2021-12-24T05:37:38.254" v="6" actId="680"/>
        <pc:sldMkLst>
          <pc:docMk/>
          <pc:sldMk cId="1631171697" sldId="388"/>
        </pc:sldMkLst>
      </pc:sldChg>
      <pc:sldChg chg="new">
        <pc:chgData name="稔章 今野" userId="9659808f-245f-46a7-991e-983cdf43b7a2" providerId="ADAL" clId="{10CB0436-2BA4-4FD1-BFAD-EB9F3469EAE1}" dt="2021-12-24T05:37:45.370" v="7" actId="680"/>
        <pc:sldMkLst>
          <pc:docMk/>
          <pc:sldMk cId="2517615311" sldId="389"/>
        </pc:sldMkLst>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FB752A99-760A-42E4-B998-C9C58869D4A4}"/>
    <pc:docChg chg="modSld">
      <pc:chgData name="鈴木 秀規" userId="f68c5fd9-22d5-4c0a-9833-7fb0f5135313" providerId="ADAL" clId="{FB752A99-760A-42E4-B998-C9C58869D4A4}" dt="2021-12-14T05:10:13.784" v="0" actId="1036"/>
      <pc:docMkLst>
        <pc:docMk/>
      </pc:docMkLst>
      <pc:sldChg chg="modSp mod">
        <pc:chgData name="鈴木 秀規" userId="f68c5fd9-22d5-4c0a-9833-7fb0f5135313" providerId="ADAL" clId="{FB752A99-760A-42E4-B998-C9C58869D4A4}" dt="2021-12-14T05:10:13.784" v="0" actId="1036"/>
        <pc:sldMkLst>
          <pc:docMk/>
          <pc:sldMk cId="377703482" sldId="366"/>
        </pc:sldMkLst>
        <pc:spChg chg="mod">
          <ac:chgData name="鈴木 秀規" userId="f68c5fd9-22d5-4c0a-9833-7fb0f5135313" providerId="ADAL" clId="{FB752A99-760A-42E4-B998-C9C58869D4A4}" dt="2021-12-14T05:10:13.784" v="0" actId="1036"/>
          <ac:spMkLst>
            <pc:docMk/>
            <pc:sldMk cId="377703482" sldId="366"/>
            <ac:spMk id="10" creationId="{FCEDFA8C-F3AF-4B21-9169-8AB8E17D3C5A}"/>
          </ac:spMkLst>
        </pc:spChg>
        <pc:spChg chg="mod">
          <ac:chgData name="鈴木 秀規" userId="f68c5fd9-22d5-4c0a-9833-7fb0f5135313" providerId="ADAL" clId="{FB752A99-760A-42E4-B998-C9C58869D4A4}" dt="2021-12-14T05:10:13.784" v="0" actId="1036"/>
          <ac:spMkLst>
            <pc:docMk/>
            <pc:sldMk cId="377703482" sldId="366"/>
            <ac:spMk id="11" creationId="{E82B9D73-4EF8-403B-A546-087B6E4808C3}"/>
          </ac:spMkLst>
        </pc:spChg>
        <pc:spChg chg="mod">
          <ac:chgData name="鈴木 秀規" userId="f68c5fd9-22d5-4c0a-9833-7fb0f5135313" providerId="ADAL" clId="{FB752A99-760A-42E4-B998-C9C58869D4A4}" dt="2021-12-14T05:10:13.784" v="0" actId="1036"/>
          <ac:spMkLst>
            <pc:docMk/>
            <pc:sldMk cId="377703482" sldId="366"/>
            <ac:spMk id="12" creationId="{1F8DC40A-EE27-43D5-80C3-BD9CAC85C73E}"/>
          </ac:spMkLst>
        </pc:spChg>
        <pc:spChg chg="mod">
          <ac:chgData name="鈴木 秀規" userId="f68c5fd9-22d5-4c0a-9833-7fb0f5135313" providerId="ADAL" clId="{FB752A99-760A-42E4-B998-C9C58869D4A4}" dt="2021-12-14T05:10:13.784" v="0" actId="1036"/>
          <ac:spMkLst>
            <pc:docMk/>
            <pc:sldMk cId="377703482" sldId="366"/>
            <ac:spMk id="13" creationId="{653E5CF3-0FF0-4F33-B724-022BC50F02C7}"/>
          </ac:spMkLst>
        </pc:spChg>
        <pc:spChg chg="mod">
          <ac:chgData name="鈴木 秀規" userId="f68c5fd9-22d5-4c0a-9833-7fb0f5135313" providerId="ADAL" clId="{FB752A99-760A-42E4-B998-C9C58869D4A4}" dt="2021-12-14T05:10:13.784" v="0" actId="1036"/>
          <ac:spMkLst>
            <pc:docMk/>
            <pc:sldMk cId="377703482" sldId="366"/>
            <ac:spMk id="14" creationId="{5AC4A130-D9FD-4BF3-83CE-8FC630E45CA2}"/>
          </ac:spMkLst>
        </pc:spChg>
        <pc:spChg chg="mod">
          <ac:chgData name="鈴木 秀規" userId="f68c5fd9-22d5-4c0a-9833-7fb0f5135313" providerId="ADAL" clId="{FB752A99-760A-42E4-B998-C9C58869D4A4}" dt="2021-12-14T05:10:13.784" v="0" actId="1036"/>
          <ac:spMkLst>
            <pc:docMk/>
            <pc:sldMk cId="377703482" sldId="366"/>
            <ac:spMk id="21" creationId="{46546F44-FBDD-4036-830E-0FDEB11911C3}"/>
          </ac:spMkLst>
        </pc:spChg>
        <pc:cxnChg chg="mod">
          <ac:chgData name="鈴木 秀規" userId="f68c5fd9-22d5-4c0a-9833-7fb0f5135313" providerId="ADAL" clId="{FB752A99-760A-42E4-B998-C9C58869D4A4}" dt="2021-12-14T05:10:13.784" v="0" actId="1036"/>
          <ac:cxnSpMkLst>
            <pc:docMk/>
            <pc:sldMk cId="377703482" sldId="366"/>
            <ac:cxnSpMk id="25" creationId="{0B70DD2F-82F3-4FC9-B77A-39A1E6CB2650}"/>
          </ac:cxnSpMkLst>
        </pc:cxnChg>
        <pc:cxnChg chg="mod">
          <ac:chgData name="鈴木 秀規" userId="f68c5fd9-22d5-4c0a-9833-7fb0f5135313" providerId="ADAL" clId="{FB752A99-760A-42E4-B998-C9C58869D4A4}" dt="2021-12-14T05:10:13.784" v="0" actId="1036"/>
          <ac:cxnSpMkLst>
            <pc:docMk/>
            <pc:sldMk cId="377703482" sldId="366"/>
            <ac:cxnSpMk id="28" creationId="{75655755-D485-47D9-B10F-CD3C18CE2EF5}"/>
          </ac:cxnSpMkLst>
        </pc:cxnChg>
        <pc:cxnChg chg="mod">
          <ac:chgData name="鈴木 秀規" userId="f68c5fd9-22d5-4c0a-9833-7fb0f5135313" providerId="ADAL" clId="{FB752A99-760A-42E4-B998-C9C58869D4A4}" dt="2021-12-14T05:10:13.784" v="0" actId="1036"/>
          <ac:cxnSpMkLst>
            <pc:docMk/>
            <pc:sldMk cId="377703482" sldId="366"/>
            <ac:cxnSpMk id="32" creationId="{0428E669-7941-442B-8373-1C09DF04E1C3}"/>
          </ac:cxnSpMkLst>
        </pc:cxnChg>
        <pc:cxnChg chg="mod">
          <ac:chgData name="鈴木 秀規" userId="f68c5fd9-22d5-4c0a-9833-7fb0f5135313" providerId="ADAL" clId="{FB752A99-760A-42E4-B998-C9C58869D4A4}" dt="2021-12-14T05:10:13.784" v="0" actId="1036"/>
          <ac:cxnSpMkLst>
            <pc:docMk/>
            <pc:sldMk cId="377703482" sldId="366"/>
            <ac:cxnSpMk id="35" creationId="{AEE9811C-08F9-4970-97E9-A0306D1F2790}"/>
          </ac:cxnSpMkLst>
        </pc:cxn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2453343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2361527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629124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4160881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351561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3783419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860906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2783229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90408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r>
              <a:rPr kumimoji="1" lang="ja-JP" altLang="en-US" dirty="0"/>
              <a:t>このままでは例外は発生しません。</a:t>
            </a:r>
            <a:endParaRPr kumimoji="1" lang="en-US" altLang="ja-JP" dirty="0"/>
          </a:p>
          <a:p>
            <a:pPr marL="139700" indent="0">
              <a:buNone/>
            </a:pPr>
            <a:r>
              <a:rPr kumimoji="1" lang="ja-JP" altLang="en-US" dirty="0"/>
              <a:t>このまま実行すると、</a:t>
            </a:r>
            <a:r>
              <a:rPr kumimoji="1" lang="en-US" altLang="ja-JP" dirty="0"/>
              <a:t>Eclipse</a:t>
            </a:r>
            <a:r>
              <a:rPr kumimoji="1" lang="ja-JP" altLang="en-US" dirty="0"/>
              <a:t>がプロジェクト直下に</a:t>
            </a:r>
            <a:r>
              <a:rPr kumimoji="1" lang="en-US" altLang="ja-JP" dirty="0"/>
              <a:t>hoge.txt</a:t>
            </a:r>
            <a:r>
              <a:rPr kumimoji="1" lang="ja-JP" altLang="en-US" dirty="0"/>
              <a:t>ファイルを作り出し、例外にはなりません。</a:t>
            </a:r>
            <a:endParaRPr kumimoji="1" lang="en-US" altLang="ja-JP" dirty="0"/>
          </a:p>
          <a:p>
            <a:pPr marL="139700" indent="0">
              <a:buNone/>
            </a:pPr>
            <a:r>
              <a:rPr kumimoji="1" lang="ja-JP" altLang="en-US" dirty="0"/>
              <a:t>例外にするには以下の手順を実行してください。</a:t>
            </a:r>
            <a:endParaRPr kumimoji="1" lang="en-US" altLang="ja-JP" dirty="0"/>
          </a:p>
          <a:p>
            <a:pPr marL="139700" indent="0">
              <a:buNone/>
            </a:pPr>
            <a:r>
              <a:rPr kumimoji="1" lang="en-US" altLang="ja-JP" dirty="0"/>
              <a:t>1.</a:t>
            </a:r>
            <a:r>
              <a:rPr kumimoji="1" lang="ja-JP" altLang="en-US" dirty="0"/>
              <a:t>ファイルエクスプローラーで該当プロジェクトに行く（デフォルトであれば、</a:t>
            </a:r>
            <a:r>
              <a:rPr kumimoji="1" lang="en-US" altLang="ja-JP" dirty="0"/>
              <a:t>eclipse</a:t>
            </a:r>
            <a:r>
              <a:rPr kumimoji="1" lang="ja-JP" altLang="en-US" dirty="0"/>
              <a:t>インストールフォルダの中に</a:t>
            </a:r>
            <a:r>
              <a:rPr kumimoji="1" lang="en-US" altLang="ja-JP" dirty="0"/>
              <a:t>workspace</a:t>
            </a:r>
            <a:r>
              <a:rPr kumimoji="1" lang="ja-JP" altLang="en-US" dirty="0"/>
              <a:t>フォルダがあるため、そこから該当のプロジェクトを選択）</a:t>
            </a:r>
            <a:endParaRPr kumimoji="1" lang="en-US" altLang="ja-JP" dirty="0"/>
          </a:p>
          <a:p>
            <a:pPr marL="139700" indent="0">
              <a:buNone/>
            </a:pPr>
            <a:r>
              <a:rPr kumimoji="1" lang="en-US" altLang="ja-JP" dirty="0"/>
              <a:t>2.</a:t>
            </a:r>
            <a:r>
              <a:rPr kumimoji="1" lang="ja-JP" altLang="en-US" dirty="0"/>
              <a:t>プロジェクト直下に</a:t>
            </a:r>
            <a:r>
              <a:rPr kumimoji="1" lang="en-US" altLang="ja-JP" dirty="0"/>
              <a:t>hoge.txt</a:t>
            </a:r>
            <a:r>
              <a:rPr kumimoji="1" lang="ja-JP" altLang="en-US" dirty="0"/>
              <a:t>を作成する</a:t>
            </a:r>
            <a:endParaRPr kumimoji="1" lang="en-US" altLang="ja-JP" dirty="0"/>
          </a:p>
          <a:p>
            <a:pPr marL="139700" indent="0">
              <a:buNone/>
            </a:pPr>
            <a:r>
              <a:rPr kumimoji="1" lang="en-US" altLang="ja-JP" dirty="0"/>
              <a:t>3.hoge.txt</a:t>
            </a:r>
            <a:r>
              <a:rPr kumimoji="1" lang="ja-JP" altLang="en-US" dirty="0"/>
              <a:t>ファイルを右クリック→プロパティを選択</a:t>
            </a:r>
            <a:endParaRPr kumimoji="1" lang="en-US" altLang="ja-JP" dirty="0"/>
          </a:p>
          <a:p>
            <a:pPr marL="139700" indent="0">
              <a:buNone/>
            </a:pPr>
            <a:r>
              <a:rPr kumimoji="1" lang="en-US" altLang="ja-JP" dirty="0"/>
              <a:t>4.</a:t>
            </a:r>
            <a:r>
              <a:rPr kumimoji="1" lang="ja-JP" altLang="en-US" dirty="0"/>
              <a:t>全般タブの属性で「読み取り専用」にチェックをつけて保存</a:t>
            </a:r>
            <a:endParaRPr kumimoji="1" lang="en-US" altLang="ja-JP" dirty="0"/>
          </a:p>
          <a:p>
            <a:pPr marL="139700" indent="0">
              <a:buNone/>
            </a:pPr>
            <a:r>
              <a:rPr kumimoji="1" lang="en-US" altLang="ja-JP" dirty="0"/>
              <a:t>5.</a:t>
            </a:r>
            <a:r>
              <a:rPr kumimoji="1" lang="ja-JP" altLang="en-US" dirty="0"/>
              <a:t>実行すると例外が発生する</a:t>
            </a:r>
          </a:p>
        </p:txBody>
      </p:sp>
    </p:spTree>
    <p:extLst>
      <p:ext uri="{BB962C8B-B14F-4D97-AF65-F5344CB8AC3E}">
        <p14:creationId xmlns:p14="http://schemas.microsoft.com/office/powerpoint/2010/main" val="1267460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4332282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120516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3590888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3207229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2964039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例外</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例外処理の理解</a:t>
            </a:r>
            <a:endParaRPr lang="en-US" altLang="ja-JP" dirty="0"/>
          </a:p>
          <a:p>
            <a:pPr marL="444500" indent="-342900">
              <a:buFont typeface="+mj-lt"/>
              <a:buAutoNum type="arabicPeriod"/>
            </a:pPr>
            <a:r>
              <a:rPr lang="ja-JP" altLang="en-US" dirty="0"/>
              <a:t>例外処理クラスの分類について知ること</a:t>
            </a:r>
            <a:endParaRPr lang="en-US" altLang="ja-JP" dirty="0"/>
          </a:p>
          <a:p>
            <a:pPr marL="444500" indent="-342900">
              <a:buFont typeface="+mj-lt"/>
              <a:buAutoNum type="arabicPeriod"/>
            </a:pPr>
            <a:r>
              <a:rPr lang="en-US" altLang="ja-JP" dirty="0"/>
              <a:t>try-catch</a:t>
            </a:r>
            <a:r>
              <a:rPr lang="ja-JP" altLang="en-US" dirty="0"/>
              <a:t>の活用と理解</a:t>
            </a:r>
            <a:endParaRPr lang="en-US" altLang="ja-JP" dirty="0"/>
          </a:p>
          <a:p>
            <a:pPr marL="444500" indent="-342900">
              <a:buFont typeface="+mj-lt"/>
              <a:buAutoNum type="arabicPeriod"/>
            </a:pPr>
            <a:r>
              <a:rPr lang="en-US" altLang="ja-JP" dirty="0"/>
              <a:t>throw</a:t>
            </a:r>
            <a:r>
              <a:rPr lang="ja-JP" altLang="en-US" dirty="0"/>
              <a:t>の活用と理解</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例外とは何か</a:t>
            </a:r>
            <a:endParaRPr lang="en-US" altLang="ja-JP" dirty="0"/>
          </a:p>
          <a:p>
            <a:pPr marL="444500" indent="-342900">
              <a:buFont typeface="+mj-lt"/>
              <a:buAutoNum type="arabicPeriod"/>
            </a:pPr>
            <a:r>
              <a:rPr lang="ja-JP" altLang="en-US" dirty="0"/>
              <a:t>例外処理のサンプルプログラム</a:t>
            </a:r>
            <a:endParaRPr lang="en-US" altLang="ja-JP" dirty="0"/>
          </a:p>
          <a:p>
            <a:pPr marL="444500" indent="-342900">
              <a:buFont typeface="+mj-lt"/>
              <a:buAutoNum type="arabicPeriod"/>
            </a:pPr>
            <a:r>
              <a:rPr lang="ja-JP" altLang="en-US" dirty="0"/>
              <a:t>例外処理クラスの分類</a:t>
            </a:r>
            <a:endParaRPr lang="en-US" altLang="ja-JP" dirty="0"/>
          </a:p>
          <a:p>
            <a:pPr marL="444500" indent="-342900">
              <a:buFont typeface="+mj-lt"/>
              <a:buAutoNum type="arabicPeriod"/>
            </a:pPr>
            <a:r>
              <a:rPr lang="en-US" altLang="ja-JP" dirty="0"/>
              <a:t>try-catch</a:t>
            </a:r>
            <a:r>
              <a:rPr lang="ja-JP" altLang="en-US" dirty="0"/>
              <a:t>について</a:t>
            </a:r>
            <a:endParaRPr lang="en-US" altLang="ja-JP" dirty="0"/>
          </a:p>
          <a:p>
            <a:pPr marL="444500" indent="-342900">
              <a:buFont typeface="+mj-lt"/>
              <a:buAutoNum type="arabicPeriod"/>
            </a:pPr>
            <a:r>
              <a:rPr lang="en-US" altLang="ja-JP" dirty="0"/>
              <a:t>finally</a:t>
            </a:r>
            <a:r>
              <a:rPr lang="ja-JP" altLang="en-US" dirty="0"/>
              <a:t>について</a:t>
            </a:r>
            <a:endParaRPr lang="en-US" altLang="ja-JP" dirty="0"/>
          </a:p>
          <a:p>
            <a:pPr marL="444500" indent="-342900">
              <a:buFont typeface="+mj-lt"/>
              <a:buAutoNum type="arabicPeriod"/>
            </a:pPr>
            <a:r>
              <a:rPr lang="en-US" altLang="ja-JP" dirty="0"/>
              <a:t>throw</a:t>
            </a:r>
            <a:r>
              <a:rPr lang="ja-JP" altLang="en-US" dirty="0"/>
              <a:t>について</a:t>
            </a:r>
            <a:endParaRPr lang="en-US" altLang="ja-JP" dirty="0"/>
          </a:p>
          <a:p>
            <a:pPr marL="444500" indent="-342900">
              <a:buFont typeface="+mj-lt"/>
              <a:buAutoNum type="arabicPeriod"/>
            </a:pPr>
            <a:r>
              <a:rPr lang="ja-JP" altLang="en-US" dirty="0"/>
              <a:t>オリジナル例外について</a:t>
            </a:r>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19DF3BA-F4CC-4341-850A-C9255A733136}"/>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17CC13E-F282-4E3D-8F99-F5E65E912BD6}"/>
              </a:ext>
            </a:extLst>
          </p:cNvPr>
          <p:cNvSpPr>
            <a:spLocks noGrp="1"/>
          </p:cNvSpPr>
          <p:nvPr>
            <p:ph type="ctrTitle"/>
          </p:nvPr>
        </p:nvSpPr>
        <p:spPr/>
        <p:txBody>
          <a:bodyPr/>
          <a:lstStyle/>
          <a:p>
            <a:r>
              <a:rPr kumimoji="1" lang="ja-JP" altLang="en-US" dirty="0"/>
              <a:t>例外とは</a:t>
            </a:r>
          </a:p>
        </p:txBody>
      </p:sp>
      <p:sp>
        <p:nvSpPr>
          <p:cNvPr id="4" name="スライド番号プレースホルダー 3">
            <a:extLst>
              <a:ext uri="{FF2B5EF4-FFF2-40B4-BE49-F238E27FC236}">
                <a16:creationId xmlns:a16="http://schemas.microsoft.com/office/drawing/2014/main" id="{CB0647A9-5B47-4785-82F9-42ADEC9199CA}"/>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5" name="テキスト プレースホルダー 4">
            <a:extLst>
              <a:ext uri="{FF2B5EF4-FFF2-40B4-BE49-F238E27FC236}">
                <a16:creationId xmlns:a16="http://schemas.microsoft.com/office/drawing/2014/main" id="{93C7E667-AF61-4860-BEEC-03D03E037BCF}"/>
              </a:ext>
            </a:extLst>
          </p:cNvPr>
          <p:cNvSpPr>
            <a:spLocks noGrp="1"/>
          </p:cNvSpPr>
          <p:nvPr>
            <p:ph type="body" sz="quarter" idx="14"/>
          </p:nvPr>
        </p:nvSpPr>
        <p:spPr>
          <a:xfrm>
            <a:off x="462875" y="2139373"/>
            <a:ext cx="8216900" cy="2644715"/>
          </a:xfrm>
        </p:spPr>
        <p:txBody>
          <a:bodyPr/>
          <a:lstStyle/>
          <a:p>
            <a:pPr marL="96838" indent="0">
              <a:buNone/>
            </a:pPr>
            <a:r>
              <a:rPr lang="ja-JP" altLang="en-US" dirty="0"/>
              <a:t>ここまでくると、プログラムのエラーをたくさん見てきたのではないでしょうか？</a:t>
            </a:r>
          </a:p>
          <a:p>
            <a:pPr marL="96838" indent="0">
              <a:buNone/>
            </a:pPr>
            <a:r>
              <a:rPr lang="ja-JP" altLang="en-US" dirty="0"/>
              <a:t>様々なエラーの中で、プログラムの継続を妨げるようなものを</a:t>
            </a:r>
          </a:p>
          <a:p>
            <a:pPr marL="96838" indent="0">
              <a:buNone/>
            </a:pPr>
            <a:r>
              <a:rPr lang="ja-JP" altLang="en-US" sz="1600" b="1" dirty="0">
                <a:solidFill>
                  <a:srgbClr val="FF0000"/>
                </a:solidFill>
              </a:rPr>
              <a:t>例外</a:t>
            </a:r>
            <a:r>
              <a:rPr lang="en-US" altLang="ja-JP" sz="1600" b="1" dirty="0">
                <a:solidFill>
                  <a:srgbClr val="FF0000"/>
                </a:solidFill>
              </a:rPr>
              <a:t>(exception)</a:t>
            </a:r>
            <a:r>
              <a:rPr lang="ja-JP" altLang="en-US" dirty="0"/>
              <a:t>といいます。</a:t>
            </a:r>
            <a:br>
              <a:rPr lang="en-US" altLang="ja-JP" dirty="0"/>
            </a:br>
            <a:endParaRPr kumimoji="1" lang="en-US" altLang="ja-JP" dirty="0"/>
          </a:p>
          <a:p>
            <a:pPr marL="96838" indent="0">
              <a:buNone/>
            </a:pPr>
            <a:r>
              <a:rPr kumimoji="1" lang="ja-JP" altLang="en-US" dirty="0"/>
              <a:t>例外の事例</a:t>
            </a:r>
            <a:endParaRPr kumimoji="1" lang="en-US" altLang="ja-JP" dirty="0"/>
          </a:p>
          <a:p>
            <a:r>
              <a:rPr lang="ja-JP" altLang="en-US" dirty="0"/>
              <a:t>ファイルを読み込む際に対象のファイルが見つからなかった</a:t>
            </a:r>
            <a:endParaRPr kumimoji="1" lang="en-US" altLang="ja-JP" dirty="0"/>
          </a:p>
          <a:p>
            <a:r>
              <a:rPr kumimoji="1" lang="en-US" altLang="ja-JP" dirty="0"/>
              <a:t>null</a:t>
            </a:r>
            <a:r>
              <a:rPr kumimoji="1" lang="ja-JP" altLang="en-US" dirty="0"/>
              <a:t>が入っている変数を参照しようとした</a:t>
            </a:r>
            <a:endParaRPr lang="en-US" altLang="ja-JP" dirty="0"/>
          </a:p>
          <a:p>
            <a:pPr marL="96838" indent="0">
              <a:buNone/>
            </a:pPr>
            <a:br>
              <a:rPr kumimoji="1" lang="en-US" altLang="ja-JP" dirty="0"/>
            </a:br>
            <a:r>
              <a:rPr lang="ja-JP" altLang="en-US" dirty="0"/>
              <a:t>上記のような</a:t>
            </a:r>
            <a:r>
              <a:rPr kumimoji="1" lang="ja-JP" altLang="en-US" dirty="0"/>
              <a:t>状況でプログラムが止まらないように施す対策を</a:t>
            </a:r>
            <a:endParaRPr kumimoji="1" lang="en-US" altLang="ja-JP" dirty="0"/>
          </a:p>
          <a:p>
            <a:pPr marL="96838" indent="0">
              <a:buNone/>
            </a:pPr>
            <a:r>
              <a:rPr lang="ja-JP" altLang="en-US" sz="1600" b="1" dirty="0">
                <a:solidFill>
                  <a:srgbClr val="FF0000"/>
                </a:solidFill>
              </a:rPr>
              <a:t>例外処理</a:t>
            </a:r>
            <a:r>
              <a:rPr lang="ja-JP" altLang="en-US" dirty="0"/>
              <a:t>と呼びます。</a:t>
            </a:r>
            <a:endParaRPr kumimoji="1" lang="en-US" altLang="ja-JP" dirty="0"/>
          </a:p>
        </p:txBody>
      </p:sp>
      <p:sp>
        <p:nvSpPr>
          <p:cNvPr id="6" name="テキスト プレースホルダー 5">
            <a:extLst>
              <a:ext uri="{FF2B5EF4-FFF2-40B4-BE49-F238E27FC236}">
                <a16:creationId xmlns:a16="http://schemas.microsoft.com/office/drawing/2014/main" id="{39562B40-6166-4814-AFC7-A8542411A978}"/>
              </a:ext>
            </a:extLst>
          </p:cNvPr>
          <p:cNvSpPr>
            <a:spLocks noGrp="1"/>
          </p:cNvSpPr>
          <p:nvPr>
            <p:ph type="body" sz="quarter" idx="15"/>
          </p:nvPr>
        </p:nvSpPr>
        <p:spPr>
          <a:xfrm>
            <a:off x="463549" y="1023814"/>
            <a:ext cx="7177471" cy="990516"/>
          </a:xfrm>
        </p:spPr>
        <p:txBody>
          <a:bodyPr/>
          <a:lstStyle/>
          <a:p>
            <a:r>
              <a:rPr kumimoji="1" lang="ja-JP" altLang="en-US" dirty="0"/>
              <a:t>例外とはプログラム実行時に発生する想定外の事態</a:t>
            </a:r>
            <a:endParaRPr kumimoji="1" lang="en-US" altLang="ja-JP" dirty="0"/>
          </a:p>
          <a:p>
            <a:r>
              <a:rPr kumimoji="1" lang="ja-JP" altLang="en-US" dirty="0"/>
              <a:t>例外処理とは例外の内容に応じて行われる処理</a:t>
            </a:r>
          </a:p>
        </p:txBody>
      </p:sp>
      <p:sp>
        <p:nvSpPr>
          <p:cNvPr id="7" name="テキスト プレースホルダー 6">
            <a:extLst>
              <a:ext uri="{FF2B5EF4-FFF2-40B4-BE49-F238E27FC236}">
                <a16:creationId xmlns:a16="http://schemas.microsoft.com/office/drawing/2014/main" id="{E5C3745F-47EC-4798-9DF1-D6B155B253F8}"/>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1045297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kumimoji="1" lang="ja-JP" altLang="en-US" dirty="0"/>
              <a:t>例外処理の流れ</a:t>
            </a:r>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5</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8216900" cy="352089"/>
          </a:xfrm>
        </p:spPr>
        <p:txBody>
          <a:bodyPr/>
          <a:lstStyle/>
          <a:p>
            <a:pPr marL="96838" indent="0">
              <a:buNone/>
            </a:pPr>
            <a:r>
              <a:rPr kumimoji="1" lang="en-US" altLang="ja-JP" dirty="0"/>
              <a:t>ExceptionSample.java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ExceptionSample {</a:t>
            </a:r>
          </a:p>
          <a:p>
            <a:pPr marL="96838" indent="0">
              <a:buFont typeface="Arial" panose="020B0604020202020204" pitchFamily="34" charset="0"/>
              <a:buNone/>
            </a:pPr>
            <a:r>
              <a:rPr lang="en-US" altLang="ja-JP" sz="1200" dirty="0"/>
              <a:t>  public static void main(String[] args) {</a:t>
            </a:r>
          </a:p>
          <a:p>
            <a:pPr marL="96838" indent="0">
              <a:buFont typeface="Arial" panose="020B0604020202020204" pitchFamily="34" charset="0"/>
              <a:buNone/>
            </a:pPr>
            <a:r>
              <a:rPr lang="en-US" altLang="ja-JP" sz="1200" dirty="0"/>
              <a:t>    System.out.println(“</a:t>
            </a:r>
            <a:r>
              <a:rPr lang="ja-JP" altLang="en-US" sz="1200" dirty="0"/>
              <a:t>処理開始</a:t>
            </a:r>
            <a:r>
              <a:rPr lang="en-US" altLang="ja-JP" sz="1200" dirty="0"/>
              <a:t>”);</a:t>
            </a:r>
          </a:p>
          <a:p>
            <a:pPr marL="96838" indent="0">
              <a:buFont typeface="Arial" panose="020B0604020202020204" pitchFamily="34" charset="0"/>
              <a:buNone/>
            </a:pPr>
            <a:r>
              <a:rPr lang="en-US" altLang="ja-JP" sz="1200" dirty="0"/>
              <a:t>    </a:t>
            </a:r>
            <a:r>
              <a:rPr lang="en-US" altLang="ja-JP" sz="1200" dirty="0">
                <a:solidFill>
                  <a:srgbClr val="FF0000"/>
                </a:solidFill>
                <a:highlight>
                  <a:srgbClr val="FFFF00"/>
                </a:highlight>
              </a:rPr>
              <a:t>try {</a:t>
            </a:r>
          </a:p>
          <a:p>
            <a:pPr marL="96838" indent="0">
              <a:buFont typeface="Arial" panose="020B0604020202020204" pitchFamily="34" charset="0"/>
              <a:buNone/>
            </a:pPr>
            <a:r>
              <a:rPr lang="en-US" altLang="ja-JP" sz="1200" dirty="0"/>
              <a:t>      System.out.println(“</a:t>
            </a:r>
            <a:r>
              <a:rPr lang="ja-JP" altLang="en-US" sz="1200" dirty="0"/>
              <a:t>計算開始</a:t>
            </a:r>
            <a:r>
              <a:rPr lang="en-US" altLang="ja-JP" sz="1200" dirty="0"/>
              <a:t>”);</a:t>
            </a:r>
          </a:p>
          <a:p>
            <a:pPr marL="96838" indent="0">
              <a:buFont typeface="Arial" panose="020B0604020202020204" pitchFamily="34" charset="0"/>
              <a:buNone/>
            </a:pPr>
            <a:r>
              <a:rPr lang="en-US" altLang="ja-JP" sz="1200" dirty="0"/>
              <a:t>      int num = 10;</a:t>
            </a:r>
          </a:p>
          <a:p>
            <a:pPr marL="96838" indent="0">
              <a:buFont typeface="Arial" panose="020B0604020202020204" pitchFamily="34" charset="0"/>
              <a:buNone/>
            </a:pPr>
            <a:r>
              <a:rPr lang="en-US" altLang="ja-JP" sz="1200" dirty="0"/>
              <a:t>      System.out.println(num / 0);</a:t>
            </a:r>
          </a:p>
          <a:p>
            <a:pPr marL="96838" indent="0">
              <a:buFont typeface="Arial" panose="020B0604020202020204" pitchFamily="34" charset="0"/>
              <a:buNone/>
            </a:pPr>
            <a:r>
              <a:rPr lang="ja-JP" altLang="en-US" sz="1200" dirty="0"/>
              <a:t>　　　</a:t>
            </a:r>
            <a:r>
              <a:rPr lang="en-US" altLang="ja-JP" sz="1200" dirty="0"/>
              <a:t>System.out.println(“</a:t>
            </a:r>
            <a:r>
              <a:rPr lang="ja-JP" altLang="en-US" sz="1200" dirty="0"/>
              <a:t>計算終了</a:t>
            </a:r>
            <a:r>
              <a:rPr lang="en-US" altLang="ja-JP" sz="1200" dirty="0"/>
              <a:t>”);</a:t>
            </a:r>
          </a:p>
          <a:p>
            <a:pPr marL="96838" indent="0">
              <a:buFont typeface="Arial" panose="020B0604020202020204" pitchFamily="34" charset="0"/>
              <a:buNone/>
            </a:pPr>
            <a:r>
              <a:rPr lang="ja-JP" altLang="en-US" sz="1200" dirty="0"/>
              <a:t>    </a:t>
            </a:r>
            <a:r>
              <a:rPr lang="en-US" altLang="ja-JP" sz="1200" dirty="0">
                <a:solidFill>
                  <a:srgbClr val="FF0000"/>
                </a:solidFill>
                <a:highlight>
                  <a:srgbClr val="FFFF00"/>
                </a:highlight>
              </a:rPr>
              <a:t>}</a:t>
            </a:r>
            <a:r>
              <a:rPr lang="ja-JP" altLang="en-US" sz="1200" dirty="0">
                <a:solidFill>
                  <a:srgbClr val="FF0000"/>
                </a:solidFill>
                <a:highlight>
                  <a:srgbClr val="FFFF00"/>
                </a:highlight>
              </a:rPr>
              <a:t> </a:t>
            </a:r>
            <a:r>
              <a:rPr lang="en-US" altLang="ja-JP" sz="1200" dirty="0">
                <a:solidFill>
                  <a:srgbClr val="FF0000"/>
                </a:solidFill>
                <a:highlight>
                  <a:srgbClr val="FFFF00"/>
                </a:highlight>
              </a:rPr>
              <a:t>catch(</a:t>
            </a:r>
            <a:r>
              <a:rPr lang="en-US" altLang="ja-JP" sz="1200" dirty="0">
                <a:solidFill>
                  <a:schemeClr val="dk1"/>
                </a:solidFill>
                <a:latin typeface="+mn-ea"/>
                <a:cs typeface="MS Gothic"/>
                <a:sym typeface="MS Gothic"/>
              </a:rPr>
              <a:t>ArithmeticException e</a:t>
            </a:r>
            <a:r>
              <a:rPr lang="en-US" altLang="ja-JP" sz="1200" dirty="0">
                <a:solidFill>
                  <a:srgbClr val="FF0000"/>
                </a:solidFill>
                <a:highlight>
                  <a:srgbClr val="FFFF00"/>
                </a:highlight>
                <a:latin typeface="+mn-ea"/>
                <a:cs typeface="MS Gothic"/>
                <a:sym typeface="MS Gothic"/>
              </a:rPr>
              <a:t>) {</a:t>
            </a:r>
          </a:p>
          <a:p>
            <a:pPr marL="96838" indent="0">
              <a:buNone/>
            </a:pPr>
            <a:r>
              <a:rPr lang="en-US" altLang="ja-JP" sz="1200" dirty="0"/>
              <a:t>      System.out.println(“</a:t>
            </a:r>
            <a:r>
              <a:rPr lang="ja-JP" altLang="en-US" sz="1200" dirty="0"/>
              <a:t>例外が発生しました</a:t>
            </a:r>
            <a:r>
              <a:rPr lang="en-US" altLang="ja-JP" sz="1200" dirty="0"/>
              <a:t>”);</a:t>
            </a:r>
          </a:p>
          <a:p>
            <a:pPr marL="96838" indent="0">
              <a:buFont typeface="Arial" panose="020B0604020202020204" pitchFamily="34" charset="0"/>
              <a:buNone/>
            </a:pPr>
            <a:r>
              <a:rPr lang="ja-JP" altLang="en-US" sz="1200" dirty="0"/>
              <a:t>    </a:t>
            </a:r>
            <a:r>
              <a:rPr lang="en-US" altLang="ja-JP" sz="1200" dirty="0">
                <a:solidFill>
                  <a:srgbClr val="FF0000"/>
                </a:solidFill>
                <a:highlight>
                  <a:srgbClr val="FFFF00"/>
                </a:highlight>
              </a:rPr>
              <a:t>}</a:t>
            </a:r>
          </a:p>
          <a:p>
            <a:pPr marL="96838" indent="0">
              <a:buFont typeface="Arial" panose="020B0604020202020204" pitchFamily="34" charset="0"/>
              <a:buNone/>
            </a:pPr>
            <a:r>
              <a:rPr lang="en-US" altLang="ja-JP" sz="1200" dirty="0"/>
              <a:t>    System.out.println(“</a:t>
            </a:r>
            <a:r>
              <a:rPr lang="ja-JP" altLang="en-US" sz="1200" dirty="0"/>
              <a:t>処理終了</a:t>
            </a:r>
            <a:r>
              <a:rPr lang="en-US" altLang="ja-JP" sz="1200" dirty="0"/>
              <a:t>”);</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en-US" altLang="ja-JP" sz="1200" dirty="0"/>
              <a:t>}</a:t>
            </a:r>
          </a:p>
        </p:txBody>
      </p:sp>
      <p:sp>
        <p:nvSpPr>
          <p:cNvPr id="10" name="テキスト プレースホルダー 7">
            <a:extLst>
              <a:ext uri="{FF2B5EF4-FFF2-40B4-BE49-F238E27FC236}">
                <a16:creationId xmlns:a16="http://schemas.microsoft.com/office/drawing/2014/main" id="{2BDD1324-306A-4815-A8B2-871C05758FA6}"/>
              </a:ext>
            </a:extLst>
          </p:cNvPr>
          <p:cNvSpPr txBox="1">
            <a:spLocks/>
          </p:cNvSpPr>
          <p:nvPr/>
        </p:nvSpPr>
        <p:spPr>
          <a:xfrm>
            <a:off x="4641850" y="1150620"/>
            <a:ext cx="4037925" cy="36042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まずは例外処理のサンプルを見てみましょう。</a:t>
            </a:r>
            <a:br>
              <a:rPr lang="en-US" altLang="ja-JP" dirty="0"/>
            </a:br>
            <a:br>
              <a:rPr lang="en-US" altLang="ja-JP" dirty="0"/>
            </a:br>
            <a:r>
              <a:rPr lang="ja-JP" altLang="en-US" dirty="0"/>
              <a:t>例外処理では</a:t>
            </a:r>
            <a:r>
              <a:rPr lang="en-US" altLang="ja-JP" dirty="0"/>
              <a:t>try-catch</a:t>
            </a:r>
            <a:r>
              <a:rPr lang="ja-JP" altLang="en-US" dirty="0"/>
              <a:t>文を使います</a:t>
            </a:r>
            <a:br>
              <a:rPr lang="en-US" altLang="ja-JP" dirty="0"/>
            </a:br>
            <a:r>
              <a:rPr lang="ja-JP" altLang="en-US" dirty="0"/>
              <a:t>（</a:t>
            </a:r>
            <a:r>
              <a:rPr lang="ja-JP" altLang="en-US" dirty="0">
                <a:highlight>
                  <a:srgbClr val="FFFF00"/>
                </a:highlight>
              </a:rPr>
              <a:t>　　</a:t>
            </a:r>
            <a:r>
              <a:rPr lang="ja-JP" altLang="en-US" dirty="0"/>
              <a:t>部分）。</a:t>
            </a:r>
            <a:br>
              <a:rPr lang="en-US" altLang="ja-JP" dirty="0"/>
            </a:br>
            <a:br>
              <a:rPr lang="en-US" altLang="ja-JP" dirty="0"/>
            </a:br>
            <a:r>
              <a:rPr lang="ja-JP" altLang="en-US" dirty="0"/>
              <a:t>左記を実行すると例外が発生しますが、</a:t>
            </a:r>
            <a:endParaRPr lang="en-US" altLang="ja-JP" dirty="0"/>
          </a:p>
          <a:p>
            <a:pPr marL="96838" indent="0">
              <a:buFont typeface="Arial" panose="020B0604020202020204" pitchFamily="34" charset="0"/>
              <a:buNone/>
            </a:pPr>
            <a:r>
              <a:rPr lang="ja-JP" altLang="en-US" dirty="0"/>
              <a:t>例外発生後は</a:t>
            </a:r>
            <a:r>
              <a:rPr lang="en-US" altLang="ja-JP" dirty="0"/>
              <a:t>catch</a:t>
            </a:r>
            <a:r>
              <a:rPr lang="ja-JP" altLang="en-US" dirty="0"/>
              <a:t>と書かれたブロックへ</a:t>
            </a:r>
            <a:endParaRPr lang="en-US" altLang="ja-JP" dirty="0"/>
          </a:p>
          <a:p>
            <a:pPr marL="96838" indent="0">
              <a:buFont typeface="Arial" panose="020B0604020202020204" pitchFamily="34" charset="0"/>
              <a:buNone/>
            </a:pPr>
            <a:r>
              <a:rPr lang="ja-JP" altLang="en-US" dirty="0"/>
              <a:t>処理が飛びます。</a:t>
            </a:r>
            <a:endParaRPr lang="en-US" altLang="ja-JP" dirty="0"/>
          </a:p>
        </p:txBody>
      </p:sp>
    </p:spTree>
    <p:extLst>
      <p:ext uri="{BB962C8B-B14F-4D97-AF65-F5344CB8AC3E}">
        <p14:creationId xmlns:p14="http://schemas.microsoft.com/office/powerpoint/2010/main" val="2322582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kumimoji="1" lang="ja-JP" altLang="en-US" dirty="0"/>
              <a:t>例外処理の流れ</a:t>
            </a:r>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6</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8216900" cy="352089"/>
          </a:xfrm>
        </p:spPr>
        <p:txBody>
          <a:bodyPr/>
          <a:lstStyle/>
          <a:p>
            <a:pPr marL="96838" indent="0">
              <a:buNone/>
            </a:pPr>
            <a:r>
              <a:rPr kumimoji="1" lang="en-US" altLang="ja-JP" dirty="0"/>
              <a:t>ExceptionSample.java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ExceptionSample {</a:t>
            </a:r>
          </a:p>
          <a:p>
            <a:pPr marL="96838" indent="0">
              <a:buFont typeface="Arial" panose="020B0604020202020204" pitchFamily="34" charset="0"/>
              <a:buNone/>
            </a:pPr>
            <a:r>
              <a:rPr lang="en-US" altLang="ja-JP" sz="1200" dirty="0"/>
              <a:t>  public static void main(String[] args) {</a:t>
            </a:r>
          </a:p>
          <a:p>
            <a:pPr marL="96838" indent="0">
              <a:buFont typeface="Arial" panose="020B0604020202020204" pitchFamily="34" charset="0"/>
              <a:buNone/>
            </a:pPr>
            <a:r>
              <a:rPr lang="en-US" altLang="ja-JP" sz="1200" dirty="0"/>
              <a:t>    System.out.println(“</a:t>
            </a:r>
            <a:r>
              <a:rPr lang="ja-JP" altLang="en-US" sz="1200" dirty="0"/>
              <a:t>処理開始</a:t>
            </a:r>
            <a:r>
              <a:rPr lang="en-US" altLang="ja-JP" sz="1200" dirty="0"/>
              <a:t>”);</a:t>
            </a:r>
          </a:p>
          <a:p>
            <a:pPr marL="96838" indent="0">
              <a:buFont typeface="Arial" panose="020B0604020202020204" pitchFamily="34" charset="0"/>
              <a:buNone/>
            </a:pPr>
            <a:r>
              <a:rPr lang="en-US" altLang="ja-JP" sz="1200" dirty="0"/>
              <a:t>    try {</a:t>
            </a:r>
          </a:p>
          <a:p>
            <a:pPr marL="96838" indent="0">
              <a:buFont typeface="Arial" panose="020B0604020202020204" pitchFamily="34" charset="0"/>
              <a:buNone/>
            </a:pPr>
            <a:r>
              <a:rPr lang="en-US" altLang="ja-JP" sz="1200" dirty="0"/>
              <a:t>      System.out.println(“</a:t>
            </a:r>
            <a:r>
              <a:rPr lang="ja-JP" altLang="en-US" sz="1200" dirty="0"/>
              <a:t>計算開始</a:t>
            </a:r>
            <a:r>
              <a:rPr lang="en-US" altLang="ja-JP" sz="1200" dirty="0"/>
              <a:t>”);</a:t>
            </a:r>
          </a:p>
          <a:p>
            <a:pPr marL="96838" indent="0">
              <a:buFont typeface="Arial" panose="020B0604020202020204" pitchFamily="34" charset="0"/>
              <a:buNone/>
            </a:pPr>
            <a:r>
              <a:rPr lang="en-US" altLang="ja-JP" sz="1200" dirty="0"/>
              <a:t>      int num = 10;</a:t>
            </a:r>
          </a:p>
          <a:p>
            <a:pPr marL="96838" indent="0">
              <a:buFont typeface="Arial" panose="020B0604020202020204" pitchFamily="34" charset="0"/>
              <a:buNone/>
            </a:pPr>
            <a:r>
              <a:rPr lang="en-US" altLang="ja-JP" sz="1200" dirty="0"/>
              <a:t>      System.out.println(num / 0);</a:t>
            </a:r>
          </a:p>
          <a:p>
            <a:pPr marL="96838" indent="0">
              <a:buFont typeface="Arial" panose="020B0604020202020204" pitchFamily="34" charset="0"/>
              <a:buNone/>
            </a:pPr>
            <a:r>
              <a:rPr lang="ja-JP" altLang="en-US" sz="1200" dirty="0"/>
              <a:t>　　　</a:t>
            </a:r>
            <a:r>
              <a:rPr lang="en-US" altLang="ja-JP" sz="1200" dirty="0"/>
              <a:t>System.out.println(“</a:t>
            </a:r>
            <a:r>
              <a:rPr lang="ja-JP" altLang="en-US" sz="1200" dirty="0"/>
              <a:t>計算終了</a:t>
            </a:r>
            <a:r>
              <a:rPr lang="en-US" altLang="ja-JP" sz="1200" dirty="0"/>
              <a:t>”);</a:t>
            </a:r>
          </a:p>
          <a:p>
            <a:pPr marL="96838" indent="0">
              <a:buFont typeface="Arial" panose="020B0604020202020204" pitchFamily="34" charset="0"/>
              <a:buNone/>
            </a:pPr>
            <a:r>
              <a:rPr lang="ja-JP" altLang="en-US" sz="1200" dirty="0"/>
              <a:t>    </a:t>
            </a:r>
            <a:r>
              <a:rPr lang="en-US" altLang="ja-JP" sz="1200" dirty="0"/>
              <a:t>}</a:t>
            </a:r>
            <a:r>
              <a:rPr lang="ja-JP" altLang="en-US" sz="1200" dirty="0"/>
              <a:t> </a:t>
            </a:r>
            <a:r>
              <a:rPr lang="en-US" altLang="ja-JP" sz="1200" dirty="0"/>
              <a:t>catch(</a:t>
            </a:r>
            <a:r>
              <a:rPr lang="en-US" altLang="ja-JP" sz="1200" dirty="0">
                <a:solidFill>
                  <a:schemeClr val="dk1"/>
                </a:solidFill>
                <a:latin typeface="+mn-ea"/>
                <a:cs typeface="MS Gothic"/>
                <a:sym typeface="MS Gothic"/>
              </a:rPr>
              <a:t>ArithmeticException e</a:t>
            </a:r>
            <a:r>
              <a:rPr lang="en-US" altLang="ja-JP" sz="1200" dirty="0">
                <a:latin typeface="+mn-ea"/>
                <a:cs typeface="MS Gothic"/>
                <a:sym typeface="MS Gothic"/>
              </a:rPr>
              <a:t>) {</a:t>
            </a:r>
          </a:p>
          <a:p>
            <a:pPr marL="96838" indent="0">
              <a:buNone/>
            </a:pPr>
            <a:r>
              <a:rPr lang="en-US" altLang="ja-JP" sz="1200" dirty="0"/>
              <a:t>      System.out.println(“</a:t>
            </a:r>
            <a:r>
              <a:rPr lang="ja-JP" altLang="en-US" sz="1200" dirty="0"/>
              <a:t>例外が発生しました</a:t>
            </a:r>
            <a:r>
              <a:rPr lang="en-US" altLang="ja-JP" sz="1200" dirty="0"/>
              <a:t>”);</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en-US" altLang="ja-JP" sz="1200" dirty="0"/>
              <a:t>    System.out.println(“</a:t>
            </a:r>
            <a:r>
              <a:rPr lang="ja-JP" altLang="en-US" sz="1200" dirty="0"/>
              <a:t>処理終了</a:t>
            </a:r>
            <a:r>
              <a:rPr lang="en-US" altLang="ja-JP" sz="1200" dirty="0"/>
              <a:t>”);</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en-US" altLang="ja-JP" sz="1200" dirty="0"/>
              <a:t>}</a:t>
            </a:r>
          </a:p>
        </p:txBody>
      </p:sp>
      <p:sp>
        <p:nvSpPr>
          <p:cNvPr id="10" name="テキスト プレースホルダー 7">
            <a:extLst>
              <a:ext uri="{FF2B5EF4-FFF2-40B4-BE49-F238E27FC236}">
                <a16:creationId xmlns:a16="http://schemas.microsoft.com/office/drawing/2014/main" id="{2BDD1324-306A-4815-A8B2-871C05758FA6}"/>
              </a:ext>
            </a:extLst>
          </p:cNvPr>
          <p:cNvSpPr txBox="1">
            <a:spLocks/>
          </p:cNvSpPr>
          <p:nvPr/>
        </p:nvSpPr>
        <p:spPr>
          <a:xfrm>
            <a:off x="4641850" y="1150620"/>
            <a:ext cx="4037925" cy="36042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通常の処理として実行されるのは</a:t>
            </a:r>
            <a:endParaRPr lang="en-US" altLang="ja-JP" dirty="0"/>
          </a:p>
          <a:p>
            <a:pPr marL="96838" indent="0">
              <a:buFont typeface="Arial" panose="020B0604020202020204" pitchFamily="34" charset="0"/>
              <a:buNone/>
            </a:pPr>
            <a:r>
              <a:rPr lang="en-US" altLang="ja-JP" dirty="0"/>
              <a:t>try</a:t>
            </a:r>
            <a:r>
              <a:rPr lang="ja-JP" altLang="en-US" dirty="0"/>
              <a:t>ブロック内の記述になります。</a:t>
            </a:r>
            <a:br>
              <a:rPr lang="en-US" altLang="ja-JP" dirty="0"/>
            </a:br>
            <a:br>
              <a:rPr lang="en-US" altLang="ja-JP" dirty="0"/>
            </a:br>
            <a:r>
              <a:rPr lang="en-US" altLang="ja-JP" dirty="0"/>
              <a:t>try</a:t>
            </a:r>
            <a:r>
              <a:rPr lang="ja-JP" altLang="en-US" dirty="0"/>
              <a:t>ブロック内の実行中に例外が発生すると、</a:t>
            </a:r>
            <a:endParaRPr lang="en-US" altLang="ja-JP" dirty="0"/>
          </a:p>
          <a:p>
            <a:pPr marL="96838" indent="0">
              <a:buFont typeface="Arial" panose="020B0604020202020204" pitchFamily="34" charset="0"/>
              <a:buNone/>
            </a:pPr>
            <a:r>
              <a:rPr lang="ja-JP" altLang="en-US" dirty="0"/>
              <a:t>ただちに処理が</a:t>
            </a:r>
            <a:r>
              <a:rPr lang="en-US" altLang="ja-JP" dirty="0"/>
              <a:t>catch</a:t>
            </a:r>
            <a:r>
              <a:rPr lang="ja-JP" altLang="en-US" dirty="0"/>
              <a:t>ブロックへと移り、</a:t>
            </a:r>
            <a:endParaRPr lang="en-US" altLang="ja-JP" dirty="0"/>
          </a:p>
          <a:p>
            <a:pPr marL="96838" indent="0">
              <a:buFont typeface="Arial" panose="020B0604020202020204" pitchFamily="34" charset="0"/>
              <a:buNone/>
            </a:pPr>
            <a:r>
              <a:rPr lang="ja-JP" altLang="en-US" dirty="0"/>
              <a:t>処理が継続されます。</a:t>
            </a:r>
            <a:endParaRPr lang="en-US" altLang="ja-JP" dirty="0"/>
          </a:p>
        </p:txBody>
      </p:sp>
      <p:sp>
        <p:nvSpPr>
          <p:cNvPr id="9" name="Google Shape;119;p17">
            <a:extLst>
              <a:ext uri="{FF2B5EF4-FFF2-40B4-BE49-F238E27FC236}">
                <a16:creationId xmlns:a16="http://schemas.microsoft.com/office/drawing/2014/main" id="{ADA63BEB-5463-4D40-9194-B0F41F50E25A}"/>
              </a:ext>
            </a:extLst>
          </p:cNvPr>
          <p:cNvSpPr/>
          <p:nvPr/>
        </p:nvSpPr>
        <p:spPr>
          <a:xfrm>
            <a:off x="1112144" y="2646855"/>
            <a:ext cx="2306917" cy="181641"/>
          </a:xfrm>
          <a:prstGeom prst="rect">
            <a:avLst/>
          </a:prstGeom>
          <a:solidFill>
            <a:srgbClr val="C00000">
              <a:alpha val="29803"/>
            </a:srgbClr>
          </a:solidFill>
          <a:ln w="127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1" name="Google Shape;120;p17">
            <a:extLst>
              <a:ext uri="{FF2B5EF4-FFF2-40B4-BE49-F238E27FC236}">
                <a16:creationId xmlns:a16="http://schemas.microsoft.com/office/drawing/2014/main" id="{3A7675CA-BB3F-42DE-992A-295A05CB84B5}"/>
              </a:ext>
            </a:extLst>
          </p:cNvPr>
          <p:cNvSpPr/>
          <p:nvPr/>
        </p:nvSpPr>
        <p:spPr>
          <a:xfrm>
            <a:off x="953098" y="3099746"/>
            <a:ext cx="3393616" cy="710253"/>
          </a:xfrm>
          <a:prstGeom prst="rect">
            <a:avLst/>
          </a:prstGeom>
          <a:solidFill>
            <a:srgbClr val="0070C0">
              <a:alpha val="29803"/>
            </a:srgbClr>
          </a:solidFill>
          <a:ln w="127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grpSp>
        <p:nvGrpSpPr>
          <p:cNvPr id="12" name="Google Shape;121;p17">
            <a:extLst>
              <a:ext uri="{FF2B5EF4-FFF2-40B4-BE49-F238E27FC236}">
                <a16:creationId xmlns:a16="http://schemas.microsoft.com/office/drawing/2014/main" id="{56A6FA07-FCB5-4D7B-9801-7FA746B89B70}"/>
              </a:ext>
            </a:extLst>
          </p:cNvPr>
          <p:cNvGrpSpPr/>
          <p:nvPr/>
        </p:nvGrpSpPr>
        <p:grpSpPr>
          <a:xfrm>
            <a:off x="3366101" y="2376686"/>
            <a:ext cx="954107" cy="698529"/>
            <a:chOff x="3896924" y="1879689"/>
            <a:chExt cx="954107" cy="698529"/>
          </a:xfrm>
        </p:grpSpPr>
        <p:sp>
          <p:nvSpPr>
            <p:cNvPr id="13" name="Google Shape;122;p17">
              <a:extLst>
                <a:ext uri="{FF2B5EF4-FFF2-40B4-BE49-F238E27FC236}">
                  <a16:creationId xmlns:a16="http://schemas.microsoft.com/office/drawing/2014/main" id="{4956583C-55BD-4D79-8C15-A760B389523C}"/>
                </a:ext>
              </a:extLst>
            </p:cNvPr>
            <p:cNvSpPr/>
            <p:nvPr/>
          </p:nvSpPr>
          <p:spPr>
            <a:xfrm>
              <a:off x="3995936" y="1879689"/>
              <a:ext cx="756084" cy="698529"/>
            </a:xfrm>
            <a:prstGeom prst="irregularSeal1">
              <a:avLst/>
            </a:prstGeom>
            <a:solidFill>
              <a:srgbClr val="FFC900"/>
            </a:solidFill>
            <a:ln w="12700" cap="flat" cmpd="sng">
              <a:solidFill>
                <a:srgbClr val="F4C000"/>
              </a:solidFill>
              <a:prstDash val="solid"/>
              <a:round/>
              <a:headEnd type="none" w="sm" len="sm"/>
              <a:tailEnd type="none" w="sm" len="sm"/>
            </a:ln>
            <a:effectLst>
              <a:outerShdw blurRad="39999" dist="23000" algn="b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eiryo"/>
                <a:ea typeface="Meiryo"/>
                <a:cs typeface="Meiryo"/>
                <a:sym typeface="Meiryo"/>
              </a:endParaRPr>
            </a:p>
          </p:txBody>
        </p:sp>
        <p:sp>
          <p:nvSpPr>
            <p:cNvPr id="14" name="Google Shape;123;p17">
              <a:extLst>
                <a:ext uri="{FF2B5EF4-FFF2-40B4-BE49-F238E27FC236}">
                  <a16:creationId xmlns:a16="http://schemas.microsoft.com/office/drawing/2014/main" id="{940FDE4F-E1FC-4602-8BF5-A4B27FD0476E}"/>
                </a:ext>
              </a:extLst>
            </p:cNvPr>
            <p:cNvSpPr/>
            <p:nvPr/>
          </p:nvSpPr>
          <p:spPr>
            <a:xfrm>
              <a:off x="3896924" y="2100024"/>
              <a:ext cx="954107" cy="27699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dirty="0" err="1">
                  <a:solidFill>
                    <a:schemeClr val="dk1"/>
                  </a:solidFill>
                  <a:latin typeface="Meiryo"/>
                  <a:ea typeface="Meiryo"/>
                  <a:cs typeface="Meiryo"/>
                  <a:sym typeface="Meiryo"/>
                </a:rPr>
                <a:t>例外発生</a:t>
              </a:r>
              <a:r>
                <a:rPr lang="en-US" sz="1200" b="1" dirty="0">
                  <a:solidFill>
                    <a:schemeClr val="dk1"/>
                  </a:solidFill>
                  <a:latin typeface="Meiryo"/>
                  <a:ea typeface="Meiryo"/>
                  <a:cs typeface="Meiryo"/>
                  <a:sym typeface="Meiryo"/>
                </a:rPr>
                <a:t>！</a:t>
              </a:r>
              <a:endParaRPr dirty="0"/>
            </a:p>
          </p:txBody>
        </p:sp>
      </p:grpSp>
      <p:cxnSp>
        <p:nvCxnSpPr>
          <p:cNvPr id="15" name="Google Shape;124;p17">
            <a:extLst>
              <a:ext uri="{FF2B5EF4-FFF2-40B4-BE49-F238E27FC236}">
                <a16:creationId xmlns:a16="http://schemas.microsoft.com/office/drawing/2014/main" id="{64DD89CE-2625-41F6-8B42-1040AE447A80}"/>
              </a:ext>
            </a:extLst>
          </p:cNvPr>
          <p:cNvCxnSpPr>
            <a:cxnSpLocks/>
            <a:stCxn id="13" idx="3"/>
            <a:endCxn id="11" idx="3"/>
          </p:cNvCxnSpPr>
          <p:nvPr/>
        </p:nvCxnSpPr>
        <p:spPr>
          <a:xfrm>
            <a:off x="4221197" y="2806475"/>
            <a:ext cx="125517" cy="648398"/>
          </a:xfrm>
          <a:prstGeom prst="bentConnector3">
            <a:avLst>
              <a:gd name="adj1" fmla="val 282127"/>
            </a:avLst>
          </a:prstGeom>
          <a:noFill/>
          <a:ln w="38100" cap="flat" cmpd="sng">
            <a:solidFill>
              <a:srgbClr val="F4C000"/>
            </a:solidFill>
            <a:prstDash val="solid"/>
            <a:round/>
            <a:headEnd type="none" w="sm" len="sm"/>
            <a:tailEnd type="triangle" w="med" len="med"/>
          </a:ln>
        </p:spPr>
      </p:cxnSp>
    </p:spTree>
    <p:extLst>
      <p:ext uri="{BB962C8B-B14F-4D97-AF65-F5344CB8AC3E}">
        <p14:creationId xmlns:p14="http://schemas.microsoft.com/office/powerpoint/2010/main" val="536066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D561D02-F47A-4688-81AA-9E0FF52D78F2}"/>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30BB2D78-AB0A-4F74-9F6C-C64EA7DE3E9D}"/>
              </a:ext>
            </a:extLst>
          </p:cNvPr>
          <p:cNvSpPr>
            <a:spLocks noGrp="1"/>
          </p:cNvSpPr>
          <p:nvPr>
            <p:ph type="ctrTitle"/>
          </p:nvPr>
        </p:nvSpPr>
        <p:spPr/>
        <p:txBody>
          <a:bodyPr/>
          <a:lstStyle/>
          <a:p>
            <a:r>
              <a:rPr kumimoji="1" lang="ja-JP" altLang="en-US" dirty="0"/>
              <a:t>例外の種類</a:t>
            </a:r>
          </a:p>
        </p:txBody>
      </p:sp>
      <p:sp>
        <p:nvSpPr>
          <p:cNvPr id="4" name="スライド番号プレースホルダー 3">
            <a:extLst>
              <a:ext uri="{FF2B5EF4-FFF2-40B4-BE49-F238E27FC236}">
                <a16:creationId xmlns:a16="http://schemas.microsoft.com/office/drawing/2014/main" id="{7F7C19C0-FE9D-4461-849D-0B067CDC3C76}"/>
              </a:ext>
            </a:extLst>
          </p:cNvPr>
          <p:cNvSpPr>
            <a:spLocks noGrp="1"/>
          </p:cNvSpPr>
          <p:nvPr>
            <p:ph type="sldNum" sz="quarter" idx="4"/>
          </p:nvPr>
        </p:nvSpPr>
        <p:spPr/>
        <p:txBody>
          <a:bodyPr/>
          <a:lstStyle/>
          <a:p>
            <a:fld id="{00000000-1234-1234-1234-123412341234}" type="slidenum">
              <a:rPr lang="en" smtClean="0"/>
              <a:pPr/>
              <a:t>7</a:t>
            </a:fld>
            <a:endParaRPr lang="en" dirty="0">
              <a:latin typeface="+mn-ea"/>
            </a:endParaRPr>
          </a:p>
        </p:txBody>
      </p:sp>
      <p:sp>
        <p:nvSpPr>
          <p:cNvPr id="5" name="テキスト プレースホルダー 4">
            <a:extLst>
              <a:ext uri="{FF2B5EF4-FFF2-40B4-BE49-F238E27FC236}">
                <a16:creationId xmlns:a16="http://schemas.microsoft.com/office/drawing/2014/main" id="{A3FA706F-D80B-4F9D-B2DF-19680BD87CC3}"/>
              </a:ext>
            </a:extLst>
          </p:cNvPr>
          <p:cNvSpPr>
            <a:spLocks noGrp="1"/>
          </p:cNvSpPr>
          <p:nvPr>
            <p:ph type="body" sz="quarter" idx="14"/>
          </p:nvPr>
        </p:nvSpPr>
        <p:spPr/>
        <p:txBody>
          <a:bodyPr/>
          <a:lstStyle/>
          <a:p>
            <a:pPr marL="96838" indent="0">
              <a:buNone/>
            </a:pPr>
            <a:r>
              <a:rPr kumimoji="1" lang="en-US" altLang="ja-JP" b="1" dirty="0"/>
              <a:t>Exception</a:t>
            </a:r>
            <a:r>
              <a:rPr kumimoji="1" lang="ja-JP" altLang="en-US" b="1" dirty="0"/>
              <a:t>系例外（検査例外、チェック例外）</a:t>
            </a:r>
            <a:endParaRPr lang="en-US" altLang="ja-JP" b="1" dirty="0"/>
          </a:p>
          <a:p>
            <a:pPr marL="96838" indent="0">
              <a:buNone/>
            </a:pPr>
            <a:r>
              <a:rPr lang="ja-JP" altLang="en-US" dirty="0"/>
              <a:t>発生を想定し対処を考える必要があるため例外処理が必須である。</a:t>
            </a:r>
            <a:br>
              <a:rPr lang="en-US" altLang="ja-JP" dirty="0"/>
            </a:br>
            <a:br>
              <a:rPr lang="en-US" altLang="ja-JP" dirty="0"/>
            </a:br>
            <a:r>
              <a:rPr lang="en-US" altLang="ja-JP" u="sng" dirty="0"/>
              <a:t>Exception</a:t>
            </a:r>
            <a:r>
              <a:rPr lang="ja-JP" altLang="en-US" u="sng" dirty="0"/>
              <a:t>系例外の例</a:t>
            </a:r>
            <a:endParaRPr lang="en-US" altLang="ja-JP" u="sng" dirty="0"/>
          </a:p>
          <a:p>
            <a:r>
              <a:rPr lang="ja-JP" altLang="en-US" dirty="0"/>
              <a:t>クラスが見つからない→</a:t>
            </a:r>
            <a:r>
              <a:rPr lang="en-US" altLang="ja-JP" dirty="0"/>
              <a:t>ClassNotFoundException</a:t>
            </a:r>
          </a:p>
          <a:p>
            <a:r>
              <a:rPr lang="en-US" altLang="ja-JP" dirty="0"/>
              <a:t>DB</a:t>
            </a:r>
            <a:r>
              <a:rPr lang="ja-JP" altLang="en-US" dirty="0"/>
              <a:t>系の例外　　　　　→</a:t>
            </a:r>
            <a:r>
              <a:rPr lang="en-US" altLang="ja-JP" dirty="0"/>
              <a:t>SQLException</a:t>
            </a:r>
            <a:br>
              <a:rPr lang="en-US" altLang="ja-JP" dirty="0"/>
            </a:br>
            <a:endParaRPr kumimoji="1" lang="en-US" altLang="ja-JP" dirty="0"/>
          </a:p>
        </p:txBody>
      </p:sp>
      <p:sp>
        <p:nvSpPr>
          <p:cNvPr id="6" name="テキスト プレースホルダー 5">
            <a:extLst>
              <a:ext uri="{FF2B5EF4-FFF2-40B4-BE49-F238E27FC236}">
                <a16:creationId xmlns:a16="http://schemas.microsoft.com/office/drawing/2014/main" id="{BC4F7B15-3651-4CE3-888C-76CE23011223}"/>
              </a:ext>
            </a:extLst>
          </p:cNvPr>
          <p:cNvSpPr>
            <a:spLocks noGrp="1"/>
          </p:cNvSpPr>
          <p:nvPr>
            <p:ph type="body" sz="quarter" idx="15"/>
          </p:nvPr>
        </p:nvSpPr>
        <p:spPr/>
        <p:txBody>
          <a:bodyPr/>
          <a:lstStyle/>
          <a:p>
            <a:r>
              <a:rPr kumimoji="1" lang="ja-JP" altLang="en-US" dirty="0"/>
              <a:t>例外の種類は</a:t>
            </a:r>
            <a:r>
              <a:rPr kumimoji="1" lang="en-US" altLang="ja-JP" dirty="0"/>
              <a:t>Error</a:t>
            </a:r>
            <a:r>
              <a:rPr kumimoji="1" lang="ja-JP" altLang="en-US" dirty="0"/>
              <a:t>系・</a:t>
            </a:r>
            <a:r>
              <a:rPr kumimoji="1" lang="en-US" altLang="ja-JP" dirty="0"/>
              <a:t>Exception</a:t>
            </a:r>
            <a:r>
              <a:rPr kumimoji="1" lang="ja-JP" altLang="en-US" dirty="0"/>
              <a:t>系・</a:t>
            </a:r>
            <a:r>
              <a:rPr kumimoji="1" lang="en-US" altLang="ja-JP" dirty="0"/>
              <a:t>RuntimeException</a:t>
            </a:r>
            <a:r>
              <a:rPr kumimoji="1" lang="ja-JP" altLang="en-US" dirty="0"/>
              <a:t>系の</a:t>
            </a:r>
            <a:r>
              <a:rPr kumimoji="1" lang="en-US" altLang="ja-JP" dirty="0"/>
              <a:t>3</a:t>
            </a:r>
            <a:r>
              <a:rPr kumimoji="1" lang="ja-JP" altLang="en-US" dirty="0"/>
              <a:t>種類</a:t>
            </a:r>
            <a:endParaRPr kumimoji="1" lang="en-US" altLang="ja-JP" dirty="0"/>
          </a:p>
          <a:p>
            <a:r>
              <a:rPr lang="en-US" altLang="ja-JP" dirty="0"/>
              <a:t>Exception</a:t>
            </a:r>
            <a:r>
              <a:rPr lang="ja-JP" altLang="en-US" dirty="0"/>
              <a:t>系例外は例外処理が必須</a:t>
            </a:r>
            <a:endParaRPr lang="en-US" altLang="ja-JP" dirty="0"/>
          </a:p>
          <a:p>
            <a:r>
              <a:rPr kumimoji="1" lang="en-US" altLang="ja-JP" dirty="0"/>
              <a:t>RuntimeException</a:t>
            </a:r>
            <a:r>
              <a:rPr kumimoji="1" lang="ja-JP" altLang="en-US" dirty="0"/>
              <a:t>系例外は例外処理が任意</a:t>
            </a:r>
          </a:p>
        </p:txBody>
      </p:sp>
      <p:sp>
        <p:nvSpPr>
          <p:cNvPr id="7" name="テキスト プレースホルダー 6">
            <a:extLst>
              <a:ext uri="{FF2B5EF4-FFF2-40B4-BE49-F238E27FC236}">
                <a16:creationId xmlns:a16="http://schemas.microsoft.com/office/drawing/2014/main" id="{6A4B8319-747A-4747-9753-ED5F0FF7DBBA}"/>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1644785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D561D02-F47A-4688-81AA-9E0FF52D78F2}"/>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30BB2D78-AB0A-4F74-9F6C-C64EA7DE3E9D}"/>
              </a:ext>
            </a:extLst>
          </p:cNvPr>
          <p:cNvSpPr>
            <a:spLocks noGrp="1"/>
          </p:cNvSpPr>
          <p:nvPr>
            <p:ph type="ctrTitle"/>
          </p:nvPr>
        </p:nvSpPr>
        <p:spPr/>
        <p:txBody>
          <a:bodyPr/>
          <a:lstStyle/>
          <a:p>
            <a:r>
              <a:rPr kumimoji="1" lang="ja-JP" altLang="en-US" dirty="0"/>
              <a:t>例外の種類</a:t>
            </a:r>
          </a:p>
        </p:txBody>
      </p:sp>
      <p:sp>
        <p:nvSpPr>
          <p:cNvPr id="4" name="スライド番号プレースホルダー 3">
            <a:extLst>
              <a:ext uri="{FF2B5EF4-FFF2-40B4-BE49-F238E27FC236}">
                <a16:creationId xmlns:a16="http://schemas.microsoft.com/office/drawing/2014/main" id="{7F7C19C0-FE9D-4461-849D-0B067CDC3C76}"/>
              </a:ext>
            </a:extLst>
          </p:cNvPr>
          <p:cNvSpPr>
            <a:spLocks noGrp="1"/>
          </p:cNvSpPr>
          <p:nvPr>
            <p:ph type="sldNum" sz="quarter" idx="4"/>
          </p:nvPr>
        </p:nvSpPr>
        <p:spPr/>
        <p:txBody>
          <a:bodyPr/>
          <a:lstStyle/>
          <a:p>
            <a:fld id="{00000000-1234-1234-1234-123412341234}" type="slidenum">
              <a:rPr lang="en" smtClean="0"/>
              <a:pPr/>
              <a:t>8</a:t>
            </a:fld>
            <a:endParaRPr lang="en" dirty="0">
              <a:latin typeface="+mn-ea"/>
            </a:endParaRPr>
          </a:p>
        </p:txBody>
      </p:sp>
      <p:sp>
        <p:nvSpPr>
          <p:cNvPr id="5" name="テキスト プレースホルダー 4">
            <a:extLst>
              <a:ext uri="{FF2B5EF4-FFF2-40B4-BE49-F238E27FC236}">
                <a16:creationId xmlns:a16="http://schemas.microsoft.com/office/drawing/2014/main" id="{A3FA706F-D80B-4F9D-B2DF-19680BD87CC3}"/>
              </a:ext>
            </a:extLst>
          </p:cNvPr>
          <p:cNvSpPr>
            <a:spLocks noGrp="1"/>
          </p:cNvSpPr>
          <p:nvPr>
            <p:ph type="body" sz="quarter" idx="14"/>
          </p:nvPr>
        </p:nvSpPr>
        <p:spPr/>
        <p:txBody>
          <a:bodyPr/>
          <a:lstStyle/>
          <a:p>
            <a:pPr marL="96838" indent="0">
              <a:buNone/>
            </a:pPr>
            <a:r>
              <a:rPr lang="en-US" altLang="ja-JP" b="1" dirty="0"/>
              <a:t>RuntimeException</a:t>
            </a:r>
            <a:r>
              <a:rPr lang="ja-JP" altLang="en-US" b="1" dirty="0"/>
              <a:t>系例外（非検査例外、非チェック例外）</a:t>
            </a:r>
            <a:endParaRPr lang="en-US" altLang="ja-JP" b="1" dirty="0"/>
          </a:p>
          <a:p>
            <a:pPr marL="96838" indent="0">
              <a:buNone/>
            </a:pPr>
            <a:r>
              <a:rPr kumimoji="1" lang="ja-JP" altLang="en-US" dirty="0"/>
              <a:t>正しいプログラミングによって発生を回避できるため例外処理を行わないことが望ましい。</a:t>
            </a:r>
            <a:br>
              <a:rPr kumimoji="1" lang="en-US" altLang="ja-JP" dirty="0"/>
            </a:br>
            <a:br>
              <a:rPr kumimoji="1" lang="en-US" altLang="ja-JP" dirty="0"/>
            </a:br>
            <a:r>
              <a:rPr kumimoji="1" lang="en-US" altLang="ja-JP" u="sng" dirty="0"/>
              <a:t>RuntimeException</a:t>
            </a:r>
            <a:r>
              <a:rPr kumimoji="1" lang="ja-JP" altLang="en-US" u="sng" dirty="0"/>
              <a:t>系例外の例</a:t>
            </a:r>
            <a:endParaRPr kumimoji="1" lang="en-US" altLang="ja-JP" u="sng" dirty="0"/>
          </a:p>
          <a:p>
            <a:r>
              <a:rPr lang="en-US" altLang="ja-JP" dirty="0"/>
              <a:t>n</a:t>
            </a:r>
            <a:r>
              <a:rPr kumimoji="1" lang="en-US" altLang="ja-JP" dirty="0"/>
              <a:t>ull</a:t>
            </a:r>
            <a:r>
              <a:rPr kumimoji="1" lang="ja-JP" altLang="en-US" dirty="0"/>
              <a:t>が入っている変数を参照　　　→</a:t>
            </a:r>
            <a:r>
              <a:rPr kumimoji="1" lang="en-US" altLang="ja-JP" dirty="0"/>
              <a:t>NullPointerException</a:t>
            </a:r>
          </a:p>
          <a:p>
            <a:r>
              <a:rPr kumimoji="1" lang="ja-JP" altLang="en-US" dirty="0"/>
              <a:t>配列で存在しない要素へのアクセス→</a:t>
            </a:r>
            <a:r>
              <a:rPr kumimoji="1" lang="en-US" altLang="ja-JP" dirty="0"/>
              <a:t>ArrayIndexOutOfBoundsException</a:t>
            </a:r>
            <a:endParaRPr kumimoji="1" lang="ja-JP" altLang="en-US" dirty="0"/>
          </a:p>
        </p:txBody>
      </p:sp>
      <p:sp>
        <p:nvSpPr>
          <p:cNvPr id="6" name="テキスト プレースホルダー 5">
            <a:extLst>
              <a:ext uri="{FF2B5EF4-FFF2-40B4-BE49-F238E27FC236}">
                <a16:creationId xmlns:a16="http://schemas.microsoft.com/office/drawing/2014/main" id="{BC4F7B15-3651-4CE3-888C-76CE23011223}"/>
              </a:ext>
            </a:extLst>
          </p:cNvPr>
          <p:cNvSpPr>
            <a:spLocks noGrp="1"/>
          </p:cNvSpPr>
          <p:nvPr>
            <p:ph type="body" sz="quarter" idx="15"/>
          </p:nvPr>
        </p:nvSpPr>
        <p:spPr/>
        <p:txBody>
          <a:bodyPr/>
          <a:lstStyle/>
          <a:p>
            <a:r>
              <a:rPr kumimoji="1" lang="ja-JP" altLang="en-US" dirty="0"/>
              <a:t>例外の種類は</a:t>
            </a:r>
            <a:r>
              <a:rPr kumimoji="1" lang="en-US" altLang="ja-JP" dirty="0"/>
              <a:t>Error</a:t>
            </a:r>
            <a:r>
              <a:rPr kumimoji="1" lang="ja-JP" altLang="en-US" dirty="0"/>
              <a:t>系・</a:t>
            </a:r>
            <a:r>
              <a:rPr kumimoji="1" lang="en-US" altLang="ja-JP" dirty="0"/>
              <a:t>Exception</a:t>
            </a:r>
            <a:r>
              <a:rPr kumimoji="1" lang="ja-JP" altLang="en-US" dirty="0"/>
              <a:t>系・</a:t>
            </a:r>
            <a:r>
              <a:rPr kumimoji="1" lang="en-US" altLang="ja-JP" dirty="0"/>
              <a:t>RuntimeException</a:t>
            </a:r>
            <a:r>
              <a:rPr kumimoji="1" lang="ja-JP" altLang="en-US" dirty="0"/>
              <a:t>系の</a:t>
            </a:r>
            <a:r>
              <a:rPr kumimoji="1" lang="en-US" altLang="ja-JP" dirty="0"/>
              <a:t>3</a:t>
            </a:r>
            <a:r>
              <a:rPr kumimoji="1" lang="ja-JP" altLang="en-US" dirty="0"/>
              <a:t>種類</a:t>
            </a:r>
            <a:endParaRPr kumimoji="1" lang="en-US" altLang="ja-JP" dirty="0"/>
          </a:p>
          <a:p>
            <a:r>
              <a:rPr lang="en-US" altLang="ja-JP" dirty="0"/>
              <a:t>Exception</a:t>
            </a:r>
            <a:r>
              <a:rPr lang="ja-JP" altLang="en-US" dirty="0"/>
              <a:t>系例外は例外処理が必須</a:t>
            </a:r>
            <a:endParaRPr lang="en-US" altLang="ja-JP" dirty="0"/>
          </a:p>
          <a:p>
            <a:r>
              <a:rPr kumimoji="1" lang="en-US" altLang="ja-JP" dirty="0"/>
              <a:t>RuntimeException</a:t>
            </a:r>
            <a:r>
              <a:rPr kumimoji="1" lang="ja-JP" altLang="en-US" dirty="0"/>
              <a:t>系例外は例外処理が任意</a:t>
            </a:r>
          </a:p>
        </p:txBody>
      </p:sp>
      <p:sp>
        <p:nvSpPr>
          <p:cNvPr id="7" name="テキスト プレースホルダー 6">
            <a:extLst>
              <a:ext uri="{FF2B5EF4-FFF2-40B4-BE49-F238E27FC236}">
                <a16:creationId xmlns:a16="http://schemas.microsoft.com/office/drawing/2014/main" id="{6A4B8319-747A-4747-9753-ED5F0FF7DBBA}"/>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557482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737F4CF-067E-4C73-80C4-B3C61B55793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CF0A0BC-F88C-4541-A1E6-99976F0C14CB}"/>
              </a:ext>
            </a:extLst>
          </p:cNvPr>
          <p:cNvSpPr>
            <a:spLocks noGrp="1"/>
          </p:cNvSpPr>
          <p:nvPr>
            <p:ph type="ctrTitle"/>
          </p:nvPr>
        </p:nvSpPr>
        <p:spPr/>
        <p:txBody>
          <a:bodyPr/>
          <a:lstStyle/>
          <a:p>
            <a:r>
              <a:rPr lang="en-US" altLang="ja-JP" dirty="0"/>
              <a:t>例外の種類</a:t>
            </a:r>
            <a:endParaRPr kumimoji="1" lang="ja-JP" altLang="en-US" dirty="0"/>
          </a:p>
        </p:txBody>
      </p:sp>
      <p:sp>
        <p:nvSpPr>
          <p:cNvPr id="4" name="スライド番号プレースホルダー 3">
            <a:extLst>
              <a:ext uri="{FF2B5EF4-FFF2-40B4-BE49-F238E27FC236}">
                <a16:creationId xmlns:a16="http://schemas.microsoft.com/office/drawing/2014/main" id="{765A265E-5702-46D2-8C14-D87C07A27AD1}"/>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9453BF00-BB17-4F8A-BD25-263839A7512C}"/>
              </a:ext>
            </a:extLst>
          </p:cNvPr>
          <p:cNvSpPr>
            <a:spLocks noGrp="1"/>
          </p:cNvSpPr>
          <p:nvPr>
            <p:ph type="body" sz="quarter" idx="14"/>
          </p:nvPr>
        </p:nvSpPr>
        <p:spPr>
          <a:xfrm>
            <a:off x="462875" y="859491"/>
            <a:ext cx="8216900" cy="541192"/>
          </a:xfrm>
        </p:spPr>
        <p:txBody>
          <a:bodyPr/>
          <a:lstStyle/>
          <a:p>
            <a:pPr marL="96838" indent="0">
              <a:buNone/>
            </a:pPr>
            <a:r>
              <a:rPr kumimoji="1" lang="ja-JP" altLang="en-US" dirty="0"/>
              <a:t>以下は例外系クラスのクラス図になります。</a:t>
            </a:r>
            <a:endParaRPr kumimoji="1" lang="en-US" altLang="ja-JP" dirty="0"/>
          </a:p>
        </p:txBody>
      </p:sp>
      <p:sp>
        <p:nvSpPr>
          <p:cNvPr id="6" name="Google Shape;142;p19">
            <a:extLst>
              <a:ext uri="{FF2B5EF4-FFF2-40B4-BE49-F238E27FC236}">
                <a16:creationId xmlns:a16="http://schemas.microsoft.com/office/drawing/2014/main" id="{ACC9B099-7230-43D1-8A48-8F5F21CC1670}"/>
              </a:ext>
            </a:extLst>
          </p:cNvPr>
          <p:cNvSpPr/>
          <p:nvPr/>
        </p:nvSpPr>
        <p:spPr>
          <a:xfrm>
            <a:off x="1967900" y="1435796"/>
            <a:ext cx="1833664" cy="347224"/>
          </a:xfrm>
          <a:prstGeom prst="roundRect">
            <a:avLst>
              <a:gd name="adj" fmla="val 16667"/>
            </a:avLst>
          </a:prstGeom>
          <a:solidFill>
            <a:schemeClr val="accent1">
              <a:lumMod val="20000"/>
              <a:lumOff val="80000"/>
            </a:schemeClr>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mn-ea"/>
                <a:cs typeface="Meiryo"/>
                <a:sym typeface="Meiryo"/>
              </a:rPr>
              <a:t>Throwable</a:t>
            </a:r>
            <a:endParaRPr sz="1400">
              <a:solidFill>
                <a:schemeClr val="dk1"/>
              </a:solidFill>
              <a:latin typeface="+mn-ea"/>
              <a:cs typeface="Meiryo"/>
              <a:sym typeface="Meiryo"/>
            </a:endParaRPr>
          </a:p>
        </p:txBody>
      </p:sp>
      <p:sp>
        <p:nvSpPr>
          <p:cNvPr id="7" name="Google Shape;142;p19">
            <a:extLst>
              <a:ext uri="{FF2B5EF4-FFF2-40B4-BE49-F238E27FC236}">
                <a16:creationId xmlns:a16="http://schemas.microsoft.com/office/drawing/2014/main" id="{6A1013CB-F8F1-4365-9E51-38F0211BDFB9}"/>
              </a:ext>
            </a:extLst>
          </p:cNvPr>
          <p:cNvSpPr/>
          <p:nvPr/>
        </p:nvSpPr>
        <p:spPr>
          <a:xfrm>
            <a:off x="462874" y="2041342"/>
            <a:ext cx="1833665" cy="412892"/>
          </a:xfrm>
          <a:prstGeom prst="roundRect">
            <a:avLst>
              <a:gd name="adj" fmla="val 16667"/>
            </a:avLst>
          </a:prstGeom>
          <a:solidFill>
            <a:schemeClr val="accent1">
              <a:lumMod val="20000"/>
              <a:lumOff val="80000"/>
            </a:schemeClr>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1400">
                <a:solidFill>
                  <a:schemeClr val="dk1"/>
                </a:solidFill>
                <a:latin typeface="+mn-ea"/>
                <a:cs typeface="Meiryo"/>
                <a:sym typeface="Meiryo"/>
              </a:rPr>
              <a:t>Error</a:t>
            </a:r>
            <a:endParaRPr sz="1400" dirty="0">
              <a:solidFill>
                <a:schemeClr val="dk1"/>
              </a:solidFill>
              <a:latin typeface="+mn-ea"/>
              <a:cs typeface="Meiryo"/>
              <a:sym typeface="Meiryo"/>
            </a:endParaRPr>
          </a:p>
        </p:txBody>
      </p:sp>
      <p:sp>
        <p:nvSpPr>
          <p:cNvPr id="8" name="Google Shape;148;p19">
            <a:extLst>
              <a:ext uri="{FF2B5EF4-FFF2-40B4-BE49-F238E27FC236}">
                <a16:creationId xmlns:a16="http://schemas.microsoft.com/office/drawing/2014/main" id="{9972D431-5E25-4C19-9B16-DB15FFEF5C8B}"/>
              </a:ext>
            </a:extLst>
          </p:cNvPr>
          <p:cNvSpPr/>
          <p:nvPr/>
        </p:nvSpPr>
        <p:spPr>
          <a:xfrm>
            <a:off x="462875" y="3546255"/>
            <a:ext cx="1833666" cy="1152128"/>
          </a:xfrm>
          <a:prstGeom prst="rect">
            <a:avLst/>
          </a:prstGeom>
          <a:solidFill>
            <a:schemeClr val="tx2">
              <a:lumMod val="20000"/>
              <a:lumOff val="80000"/>
            </a:schemeClr>
          </a:solidFill>
          <a:ln w="12700" cap="flat" cmpd="sng">
            <a:solidFill>
              <a:srgbClr val="DA541E"/>
            </a:solidFill>
            <a:prstDash val="solid"/>
            <a:round/>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n-US" sz="1400" dirty="0">
                <a:solidFill>
                  <a:schemeClr val="dk1"/>
                </a:solidFill>
                <a:cs typeface="Meiryo"/>
                <a:sym typeface="Meiryo"/>
              </a:rPr>
              <a:t>Error系例外</a:t>
            </a:r>
            <a:endParaRPr sz="1400" dirty="0">
              <a:solidFill>
                <a:schemeClr val="dk1"/>
              </a:solidFill>
              <a:cs typeface="Meiryo"/>
              <a:sym typeface="Meiryo"/>
            </a:endParaRPr>
          </a:p>
          <a:p>
            <a:pPr marL="0" marR="0" lvl="0" indent="0" rtl="0">
              <a:spcBef>
                <a:spcPts val="0"/>
              </a:spcBef>
              <a:spcAft>
                <a:spcPts val="0"/>
              </a:spcAft>
              <a:buNone/>
            </a:pPr>
            <a:r>
              <a:rPr lang="en-US" sz="1100" dirty="0">
                <a:solidFill>
                  <a:schemeClr val="dk1"/>
                </a:solidFill>
                <a:cs typeface="Meiryo"/>
                <a:sym typeface="Meiryo"/>
              </a:rPr>
              <a:t>OutOfMemoryError</a:t>
            </a:r>
            <a:endParaRPr sz="1100" dirty="0">
              <a:solidFill>
                <a:schemeClr val="dk1"/>
              </a:solidFill>
              <a:cs typeface="Meiryo"/>
              <a:sym typeface="Meiryo"/>
            </a:endParaRPr>
          </a:p>
          <a:p>
            <a:pPr marL="0" marR="0" lvl="0" indent="0" rtl="0">
              <a:spcBef>
                <a:spcPts val="0"/>
              </a:spcBef>
              <a:spcAft>
                <a:spcPts val="0"/>
              </a:spcAft>
              <a:buNone/>
            </a:pPr>
            <a:r>
              <a:rPr lang="en-US" sz="1100" dirty="0">
                <a:solidFill>
                  <a:schemeClr val="dk1"/>
                </a:solidFill>
                <a:cs typeface="Meiryo"/>
                <a:sym typeface="Meiryo"/>
              </a:rPr>
              <a:t>ClassFormatError</a:t>
            </a:r>
            <a:endParaRPr sz="1100" dirty="0">
              <a:solidFill>
                <a:schemeClr val="dk1"/>
              </a:solidFill>
              <a:cs typeface="Meiryo"/>
              <a:sym typeface="Meiryo"/>
            </a:endParaRPr>
          </a:p>
          <a:p>
            <a:pPr marL="0" marR="0" lvl="0" indent="0" rtl="0">
              <a:spcBef>
                <a:spcPts val="0"/>
              </a:spcBef>
              <a:spcAft>
                <a:spcPts val="0"/>
              </a:spcAft>
              <a:buNone/>
            </a:pPr>
            <a:r>
              <a:rPr lang="en-US" sz="1100" dirty="0">
                <a:solidFill>
                  <a:schemeClr val="dk1"/>
                </a:solidFill>
                <a:cs typeface="Meiryo"/>
                <a:sym typeface="Meiryo"/>
              </a:rPr>
              <a:t>など</a:t>
            </a:r>
            <a:endParaRPr sz="1100" dirty="0"/>
          </a:p>
        </p:txBody>
      </p:sp>
      <p:sp>
        <p:nvSpPr>
          <p:cNvPr id="10" name="Google Shape;148;p19">
            <a:extLst>
              <a:ext uri="{FF2B5EF4-FFF2-40B4-BE49-F238E27FC236}">
                <a16:creationId xmlns:a16="http://schemas.microsoft.com/office/drawing/2014/main" id="{FCEDFA8C-F3AF-4B21-9169-8AB8E17D3C5A}"/>
              </a:ext>
            </a:extLst>
          </p:cNvPr>
          <p:cNvSpPr/>
          <p:nvPr/>
        </p:nvSpPr>
        <p:spPr>
          <a:xfrm>
            <a:off x="3655167" y="3550196"/>
            <a:ext cx="1833666" cy="1152128"/>
          </a:xfrm>
          <a:prstGeom prst="rect">
            <a:avLst/>
          </a:prstGeom>
          <a:solidFill>
            <a:schemeClr val="tx2">
              <a:lumMod val="20000"/>
              <a:lumOff val="80000"/>
            </a:schemeClr>
          </a:solidFill>
          <a:ln w="12700" cap="flat" cmpd="sng">
            <a:solidFill>
              <a:srgbClr val="DA541E"/>
            </a:solidFill>
            <a:prstDash val="solid"/>
            <a:round/>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n-US" sz="1400" dirty="0">
                <a:solidFill>
                  <a:schemeClr val="dk1"/>
                </a:solidFill>
                <a:cs typeface="Meiryo"/>
                <a:sym typeface="Meiryo"/>
              </a:rPr>
              <a:t>Exception</a:t>
            </a:r>
            <a:r>
              <a:rPr lang="ja-JP" altLang="en-US" sz="1400" dirty="0">
                <a:solidFill>
                  <a:schemeClr val="dk1"/>
                </a:solidFill>
                <a:cs typeface="Meiryo"/>
                <a:sym typeface="Meiryo"/>
              </a:rPr>
              <a:t>系例外</a:t>
            </a:r>
          </a:p>
          <a:p>
            <a:pPr marR="0" lvl="0" rtl="0">
              <a:spcBef>
                <a:spcPts val="0"/>
              </a:spcBef>
              <a:spcAft>
                <a:spcPts val="0"/>
              </a:spcAft>
            </a:pPr>
            <a:r>
              <a:rPr lang="en-US" sz="1100" dirty="0">
                <a:solidFill>
                  <a:schemeClr val="dk1"/>
                </a:solidFill>
                <a:cs typeface="Meiryo"/>
                <a:sym typeface="Meiryo"/>
              </a:rPr>
              <a:t>IOException</a:t>
            </a:r>
          </a:p>
          <a:p>
            <a:pPr marR="0" lvl="0" rtl="0">
              <a:spcBef>
                <a:spcPts val="0"/>
              </a:spcBef>
              <a:spcAft>
                <a:spcPts val="0"/>
              </a:spcAft>
            </a:pPr>
            <a:r>
              <a:rPr lang="en-US" sz="1100" dirty="0">
                <a:solidFill>
                  <a:schemeClr val="dk1"/>
                </a:solidFill>
                <a:cs typeface="Meiryo"/>
                <a:sym typeface="Meiryo"/>
              </a:rPr>
              <a:t>ConnectException</a:t>
            </a:r>
          </a:p>
          <a:p>
            <a:pPr marL="0" marR="0" lvl="0" indent="0" rtl="0">
              <a:spcBef>
                <a:spcPts val="0"/>
              </a:spcBef>
              <a:spcAft>
                <a:spcPts val="0"/>
              </a:spcAft>
              <a:buNone/>
            </a:pPr>
            <a:r>
              <a:rPr lang="ja-JP" altLang="en-US" sz="1100" dirty="0">
                <a:solidFill>
                  <a:schemeClr val="dk1"/>
                </a:solidFill>
                <a:cs typeface="Meiryo"/>
                <a:sym typeface="Meiryo"/>
              </a:rPr>
              <a:t>など</a:t>
            </a:r>
          </a:p>
        </p:txBody>
      </p:sp>
      <p:sp>
        <p:nvSpPr>
          <p:cNvPr id="12" name="Google Shape;142;p19">
            <a:extLst>
              <a:ext uri="{FF2B5EF4-FFF2-40B4-BE49-F238E27FC236}">
                <a16:creationId xmlns:a16="http://schemas.microsoft.com/office/drawing/2014/main" id="{1F8DC40A-EE27-43D5-80C3-BD9CAC85C73E}"/>
              </a:ext>
            </a:extLst>
          </p:cNvPr>
          <p:cNvSpPr/>
          <p:nvPr/>
        </p:nvSpPr>
        <p:spPr>
          <a:xfrm>
            <a:off x="3654492" y="2045283"/>
            <a:ext cx="1833665" cy="412892"/>
          </a:xfrm>
          <a:prstGeom prst="roundRect">
            <a:avLst>
              <a:gd name="adj" fmla="val 16667"/>
            </a:avLst>
          </a:prstGeom>
          <a:solidFill>
            <a:schemeClr val="accent1">
              <a:lumMod val="20000"/>
              <a:lumOff val="80000"/>
            </a:schemeClr>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dk1"/>
                </a:solidFill>
                <a:latin typeface="+mn-ea"/>
                <a:cs typeface="Meiryo"/>
                <a:sym typeface="Meiryo"/>
              </a:rPr>
              <a:t>Exception</a:t>
            </a:r>
            <a:endParaRPr sz="1400" dirty="0">
              <a:solidFill>
                <a:schemeClr val="dk1"/>
              </a:solidFill>
              <a:latin typeface="+mn-ea"/>
              <a:cs typeface="Meiryo"/>
              <a:sym typeface="Meiryo"/>
            </a:endParaRPr>
          </a:p>
        </p:txBody>
      </p:sp>
      <p:sp>
        <p:nvSpPr>
          <p:cNvPr id="13" name="Google Shape;148;p19">
            <a:extLst>
              <a:ext uri="{FF2B5EF4-FFF2-40B4-BE49-F238E27FC236}">
                <a16:creationId xmlns:a16="http://schemas.microsoft.com/office/drawing/2014/main" id="{653E5CF3-0FF0-4F33-B724-022BC50F02C7}"/>
              </a:ext>
            </a:extLst>
          </p:cNvPr>
          <p:cNvSpPr/>
          <p:nvPr/>
        </p:nvSpPr>
        <p:spPr>
          <a:xfrm>
            <a:off x="6387217" y="3550196"/>
            <a:ext cx="2292557" cy="1152128"/>
          </a:xfrm>
          <a:prstGeom prst="rect">
            <a:avLst/>
          </a:prstGeom>
          <a:solidFill>
            <a:schemeClr val="tx2">
              <a:lumMod val="20000"/>
              <a:lumOff val="80000"/>
            </a:schemeClr>
          </a:solidFill>
          <a:ln w="12700" cap="flat" cmpd="sng">
            <a:solidFill>
              <a:srgbClr val="DA541E"/>
            </a:solidFill>
            <a:prstDash val="solid"/>
            <a:round/>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n-US" sz="1400" dirty="0">
                <a:solidFill>
                  <a:schemeClr val="dk1"/>
                </a:solidFill>
                <a:cs typeface="Meiryo"/>
                <a:sym typeface="Meiryo"/>
              </a:rPr>
              <a:t>RuntimeException</a:t>
            </a:r>
            <a:r>
              <a:rPr lang="ja-JP" altLang="en-US" sz="1400" dirty="0">
                <a:solidFill>
                  <a:schemeClr val="dk1"/>
                </a:solidFill>
                <a:cs typeface="Meiryo"/>
                <a:sym typeface="Meiryo"/>
              </a:rPr>
              <a:t>系例外</a:t>
            </a:r>
            <a:r>
              <a:rPr lang="en-US" sz="1100" dirty="0">
                <a:solidFill>
                  <a:schemeClr val="dk1"/>
                </a:solidFill>
                <a:cs typeface="Meiryo"/>
                <a:sym typeface="Meiryo"/>
              </a:rPr>
              <a:t>NullPointerException</a:t>
            </a:r>
          </a:p>
          <a:p>
            <a:pPr marL="0" marR="0" lvl="0" indent="0" rtl="0">
              <a:spcBef>
                <a:spcPts val="0"/>
              </a:spcBef>
              <a:spcAft>
                <a:spcPts val="0"/>
              </a:spcAft>
              <a:buNone/>
            </a:pPr>
            <a:r>
              <a:rPr lang="en-US" sz="1100" dirty="0">
                <a:solidFill>
                  <a:schemeClr val="dk1"/>
                </a:solidFill>
                <a:cs typeface="Meiryo"/>
                <a:sym typeface="Meiryo"/>
              </a:rPr>
              <a:t>ArrayIndexOutOfBoundsException</a:t>
            </a:r>
          </a:p>
          <a:p>
            <a:pPr marL="0" marR="0" lvl="0" indent="0" rtl="0">
              <a:spcBef>
                <a:spcPts val="0"/>
              </a:spcBef>
              <a:spcAft>
                <a:spcPts val="0"/>
              </a:spcAft>
              <a:buNone/>
            </a:pPr>
            <a:r>
              <a:rPr lang="ja-JP" altLang="en-US" sz="1100" dirty="0">
                <a:solidFill>
                  <a:schemeClr val="dk1"/>
                </a:solidFill>
                <a:cs typeface="Meiryo"/>
                <a:sym typeface="Meiryo"/>
              </a:rPr>
              <a:t>など</a:t>
            </a:r>
          </a:p>
        </p:txBody>
      </p:sp>
      <p:sp>
        <p:nvSpPr>
          <p:cNvPr id="21" name="Google Shape;142;p19">
            <a:extLst>
              <a:ext uri="{FF2B5EF4-FFF2-40B4-BE49-F238E27FC236}">
                <a16:creationId xmlns:a16="http://schemas.microsoft.com/office/drawing/2014/main" id="{46546F44-FBDD-4036-830E-0FDEB11911C3}"/>
              </a:ext>
            </a:extLst>
          </p:cNvPr>
          <p:cNvSpPr/>
          <p:nvPr/>
        </p:nvSpPr>
        <p:spPr>
          <a:xfrm>
            <a:off x="6618301" y="2486743"/>
            <a:ext cx="1833665" cy="412892"/>
          </a:xfrm>
          <a:prstGeom prst="roundRect">
            <a:avLst>
              <a:gd name="adj" fmla="val 16667"/>
            </a:avLst>
          </a:prstGeom>
          <a:solidFill>
            <a:schemeClr val="accent1">
              <a:lumMod val="20000"/>
              <a:lumOff val="80000"/>
            </a:schemeClr>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1400" dirty="0">
                <a:solidFill>
                  <a:schemeClr val="dk1"/>
                </a:solidFill>
                <a:latin typeface="+mn-ea"/>
                <a:cs typeface="Meiryo"/>
                <a:sym typeface="Meiryo"/>
              </a:rPr>
              <a:t>RuntimeException</a:t>
            </a:r>
            <a:endParaRPr sz="1400" dirty="0">
              <a:solidFill>
                <a:schemeClr val="dk1"/>
              </a:solidFill>
              <a:latin typeface="+mn-ea"/>
              <a:cs typeface="Meiryo"/>
              <a:sym typeface="Meiryo"/>
            </a:endParaRPr>
          </a:p>
        </p:txBody>
      </p:sp>
      <p:cxnSp>
        <p:nvCxnSpPr>
          <p:cNvPr id="22" name="Google Shape;152;p19">
            <a:extLst>
              <a:ext uri="{FF2B5EF4-FFF2-40B4-BE49-F238E27FC236}">
                <a16:creationId xmlns:a16="http://schemas.microsoft.com/office/drawing/2014/main" id="{5D78BC3A-BED1-4D89-8D36-97135E3E204D}"/>
              </a:ext>
            </a:extLst>
          </p:cNvPr>
          <p:cNvCxnSpPr>
            <a:cxnSpLocks/>
            <a:stCxn id="8" idx="0"/>
            <a:endCxn id="7" idx="2"/>
          </p:cNvCxnSpPr>
          <p:nvPr/>
        </p:nvCxnSpPr>
        <p:spPr>
          <a:xfrm flipH="1" flipV="1">
            <a:off x="1379707" y="2454234"/>
            <a:ext cx="1" cy="1092021"/>
          </a:xfrm>
          <a:prstGeom prst="straightConnector1">
            <a:avLst/>
          </a:prstGeom>
          <a:noFill/>
          <a:ln w="12700" cap="flat" cmpd="sng">
            <a:solidFill>
              <a:srgbClr val="777777"/>
            </a:solidFill>
            <a:prstDash val="solid"/>
            <a:round/>
            <a:headEnd type="none" w="sm" len="sm"/>
            <a:tailEnd type="triangle" w="med" len="med"/>
          </a:ln>
        </p:spPr>
      </p:cxnSp>
      <p:sp>
        <p:nvSpPr>
          <p:cNvPr id="9" name="Google Shape;155;p19">
            <a:extLst>
              <a:ext uri="{FF2B5EF4-FFF2-40B4-BE49-F238E27FC236}">
                <a16:creationId xmlns:a16="http://schemas.microsoft.com/office/drawing/2014/main" id="{C6620FA7-5B9D-4561-99D9-FEC4C6CA6C22}"/>
              </a:ext>
            </a:extLst>
          </p:cNvPr>
          <p:cNvSpPr/>
          <p:nvPr/>
        </p:nvSpPr>
        <p:spPr>
          <a:xfrm>
            <a:off x="467575" y="3068768"/>
            <a:ext cx="1833666" cy="412892"/>
          </a:xfrm>
          <a:prstGeom prst="snip2SameRect">
            <a:avLst>
              <a:gd name="adj1" fmla="val 50000"/>
              <a:gd name="adj2" fmla="val 0"/>
            </a:avLst>
          </a:prstGeom>
          <a:solidFill>
            <a:schemeClr val="accent4">
              <a:lumMod val="20000"/>
              <a:lumOff val="80000"/>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a:solidFill>
                  <a:schemeClr val="dk1"/>
                </a:solidFill>
                <a:cs typeface="Meiryo"/>
                <a:sym typeface="Meiryo"/>
              </a:rPr>
              <a:t>catchする必要がない</a:t>
            </a:r>
            <a:endParaRPr sz="1600" dirty="0"/>
          </a:p>
        </p:txBody>
      </p:sp>
      <p:cxnSp>
        <p:nvCxnSpPr>
          <p:cNvPr id="25" name="Google Shape;152;p19">
            <a:extLst>
              <a:ext uri="{FF2B5EF4-FFF2-40B4-BE49-F238E27FC236}">
                <a16:creationId xmlns:a16="http://schemas.microsoft.com/office/drawing/2014/main" id="{0B70DD2F-82F3-4FC9-B77A-39A1E6CB2650}"/>
              </a:ext>
            </a:extLst>
          </p:cNvPr>
          <p:cNvCxnSpPr>
            <a:cxnSpLocks/>
            <a:stCxn id="10" idx="0"/>
            <a:endCxn id="12" idx="2"/>
          </p:cNvCxnSpPr>
          <p:nvPr/>
        </p:nvCxnSpPr>
        <p:spPr>
          <a:xfrm flipH="1" flipV="1">
            <a:off x="4571325" y="2458175"/>
            <a:ext cx="675" cy="1092021"/>
          </a:xfrm>
          <a:prstGeom prst="straightConnector1">
            <a:avLst/>
          </a:prstGeom>
          <a:noFill/>
          <a:ln w="12700" cap="flat" cmpd="sng">
            <a:solidFill>
              <a:srgbClr val="777777"/>
            </a:solidFill>
            <a:prstDash val="solid"/>
            <a:round/>
            <a:headEnd type="none" w="sm" len="sm"/>
            <a:tailEnd type="triangle" w="med" len="med"/>
          </a:ln>
        </p:spPr>
      </p:cxnSp>
      <p:sp>
        <p:nvSpPr>
          <p:cNvPr id="11" name="Google Shape;155;p19">
            <a:extLst>
              <a:ext uri="{FF2B5EF4-FFF2-40B4-BE49-F238E27FC236}">
                <a16:creationId xmlns:a16="http://schemas.microsoft.com/office/drawing/2014/main" id="{E82B9D73-4EF8-403B-A546-087B6E4808C3}"/>
              </a:ext>
            </a:extLst>
          </p:cNvPr>
          <p:cNvSpPr/>
          <p:nvPr/>
        </p:nvSpPr>
        <p:spPr>
          <a:xfrm>
            <a:off x="3659867" y="3072710"/>
            <a:ext cx="1833666" cy="412891"/>
          </a:xfrm>
          <a:prstGeom prst="snip2SameRect">
            <a:avLst>
              <a:gd name="adj1" fmla="val 50000"/>
              <a:gd name="adj2" fmla="val 0"/>
            </a:avLst>
          </a:prstGeom>
          <a:solidFill>
            <a:schemeClr val="accent4">
              <a:lumMod val="20000"/>
              <a:lumOff val="80000"/>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a:t>catch</a:t>
            </a:r>
            <a:r>
              <a:rPr lang="ja-JP" altLang="en-US" sz="1100" dirty="0"/>
              <a:t>しないとエラー</a:t>
            </a:r>
            <a:endParaRPr sz="1100" dirty="0"/>
          </a:p>
        </p:txBody>
      </p:sp>
      <p:cxnSp>
        <p:nvCxnSpPr>
          <p:cNvPr id="28" name="Google Shape;152;p19">
            <a:extLst>
              <a:ext uri="{FF2B5EF4-FFF2-40B4-BE49-F238E27FC236}">
                <a16:creationId xmlns:a16="http://schemas.microsoft.com/office/drawing/2014/main" id="{75655755-D485-47D9-B10F-CD3C18CE2EF5}"/>
              </a:ext>
            </a:extLst>
          </p:cNvPr>
          <p:cNvCxnSpPr>
            <a:cxnSpLocks/>
            <a:stCxn id="13" idx="0"/>
            <a:endCxn id="21" idx="2"/>
          </p:cNvCxnSpPr>
          <p:nvPr/>
        </p:nvCxnSpPr>
        <p:spPr>
          <a:xfrm flipV="1">
            <a:off x="7533496" y="2899635"/>
            <a:ext cx="1638" cy="650561"/>
          </a:xfrm>
          <a:prstGeom prst="straightConnector1">
            <a:avLst/>
          </a:prstGeom>
          <a:noFill/>
          <a:ln w="12700" cap="flat" cmpd="sng">
            <a:solidFill>
              <a:srgbClr val="777777"/>
            </a:solidFill>
            <a:prstDash val="solid"/>
            <a:round/>
            <a:headEnd type="none" w="sm" len="sm"/>
            <a:tailEnd type="triangle" w="med" len="med"/>
          </a:ln>
        </p:spPr>
      </p:cxnSp>
      <p:sp>
        <p:nvSpPr>
          <p:cNvPr id="14" name="Google Shape;155;p19">
            <a:extLst>
              <a:ext uri="{FF2B5EF4-FFF2-40B4-BE49-F238E27FC236}">
                <a16:creationId xmlns:a16="http://schemas.microsoft.com/office/drawing/2014/main" id="{5AC4A130-D9FD-4BF3-83CE-8FC630E45CA2}"/>
              </a:ext>
            </a:extLst>
          </p:cNvPr>
          <p:cNvSpPr/>
          <p:nvPr/>
        </p:nvSpPr>
        <p:spPr>
          <a:xfrm>
            <a:off x="6387218" y="3072710"/>
            <a:ext cx="2297932" cy="412891"/>
          </a:xfrm>
          <a:prstGeom prst="snip2SameRect">
            <a:avLst>
              <a:gd name="adj1" fmla="val 32446"/>
              <a:gd name="adj2" fmla="val 0"/>
            </a:avLst>
          </a:prstGeom>
          <a:solidFill>
            <a:schemeClr val="accent4">
              <a:lumMod val="20000"/>
              <a:lumOff val="80000"/>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t>catch</a:t>
            </a:r>
            <a:r>
              <a:rPr lang="ja-JP" altLang="en-US" sz="1200" dirty="0"/>
              <a:t>しなくても</a:t>
            </a:r>
            <a:br>
              <a:rPr lang="en-US" altLang="ja-JP" sz="1200" dirty="0"/>
            </a:br>
            <a:r>
              <a:rPr lang="ja-JP" altLang="en-US" sz="1200" dirty="0"/>
              <a:t>エラーにならない</a:t>
            </a:r>
            <a:endParaRPr sz="1200" dirty="0"/>
          </a:p>
        </p:txBody>
      </p:sp>
      <p:cxnSp>
        <p:nvCxnSpPr>
          <p:cNvPr id="32" name="Google Shape;151;p19">
            <a:extLst>
              <a:ext uri="{FF2B5EF4-FFF2-40B4-BE49-F238E27FC236}">
                <a16:creationId xmlns:a16="http://schemas.microsoft.com/office/drawing/2014/main" id="{0428E669-7941-442B-8373-1C09DF04E1C3}"/>
              </a:ext>
            </a:extLst>
          </p:cNvPr>
          <p:cNvCxnSpPr>
            <a:cxnSpLocks/>
            <a:stCxn id="21" idx="1"/>
            <a:endCxn id="12" idx="2"/>
          </p:cNvCxnSpPr>
          <p:nvPr/>
        </p:nvCxnSpPr>
        <p:spPr>
          <a:xfrm rot="10800000">
            <a:off x="4571325" y="2458175"/>
            <a:ext cx="2046976" cy="235014"/>
          </a:xfrm>
          <a:prstGeom prst="bentConnector2">
            <a:avLst/>
          </a:prstGeom>
          <a:noFill/>
          <a:ln w="12700" cap="flat" cmpd="sng">
            <a:solidFill>
              <a:srgbClr val="777777"/>
            </a:solidFill>
            <a:prstDash val="solid"/>
            <a:round/>
            <a:headEnd type="none" w="sm" len="sm"/>
            <a:tailEnd type="triangle" w="med" len="med"/>
          </a:ln>
        </p:spPr>
      </p:cxnSp>
      <p:cxnSp>
        <p:nvCxnSpPr>
          <p:cNvPr id="35" name="Google Shape;151;p19">
            <a:extLst>
              <a:ext uri="{FF2B5EF4-FFF2-40B4-BE49-F238E27FC236}">
                <a16:creationId xmlns:a16="http://schemas.microsoft.com/office/drawing/2014/main" id="{AEE9811C-08F9-4970-97E9-A0306D1F2790}"/>
              </a:ext>
            </a:extLst>
          </p:cNvPr>
          <p:cNvCxnSpPr>
            <a:cxnSpLocks/>
            <a:stCxn id="12" idx="0"/>
            <a:endCxn id="6" idx="2"/>
          </p:cNvCxnSpPr>
          <p:nvPr/>
        </p:nvCxnSpPr>
        <p:spPr>
          <a:xfrm rot="16200000" flipV="1">
            <a:off x="3596898" y="1070855"/>
            <a:ext cx="262263" cy="1686593"/>
          </a:xfrm>
          <a:prstGeom prst="bentConnector3">
            <a:avLst>
              <a:gd name="adj1" fmla="val 50000"/>
            </a:avLst>
          </a:prstGeom>
          <a:noFill/>
          <a:ln w="12700" cap="flat" cmpd="sng">
            <a:solidFill>
              <a:srgbClr val="777777"/>
            </a:solidFill>
            <a:prstDash val="solid"/>
            <a:round/>
            <a:headEnd type="none" w="sm" len="sm"/>
            <a:tailEnd type="triangle" w="med" len="med"/>
          </a:ln>
        </p:spPr>
      </p:cxnSp>
      <p:cxnSp>
        <p:nvCxnSpPr>
          <p:cNvPr id="38" name="Google Shape;151;p19">
            <a:extLst>
              <a:ext uri="{FF2B5EF4-FFF2-40B4-BE49-F238E27FC236}">
                <a16:creationId xmlns:a16="http://schemas.microsoft.com/office/drawing/2014/main" id="{433CE30C-58B8-44DC-B1E9-20AE785BAB2D}"/>
              </a:ext>
            </a:extLst>
          </p:cNvPr>
          <p:cNvCxnSpPr>
            <a:cxnSpLocks/>
            <a:stCxn id="7" idx="0"/>
            <a:endCxn id="6" idx="2"/>
          </p:cNvCxnSpPr>
          <p:nvPr/>
        </p:nvCxnSpPr>
        <p:spPr>
          <a:xfrm rot="5400000" flipH="1" flipV="1">
            <a:off x="2003058" y="1159669"/>
            <a:ext cx="258322" cy="1505025"/>
          </a:xfrm>
          <a:prstGeom prst="bentConnector3">
            <a:avLst>
              <a:gd name="adj1" fmla="val 50000"/>
            </a:avLst>
          </a:prstGeom>
          <a:noFill/>
          <a:ln w="12700" cap="flat" cmpd="sng">
            <a:solidFill>
              <a:srgbClr val="777777"/>
            </a:solidFill>
            <a:prstDash val="solid"/>
            <a:round/>
            <a:headEnd type="none" w="sm" len="sm"/>
            <a:tailEnd type="triangle" w="med" len="med"/>
          </a:ln>
        </p:spPr>
      </p:cxnSp>
    </p:spTree>
    <p:extLst>
      <p:ext uri="{BB962C8B-B14F-4D97-AF65-F5344CB8AC3E}">
        <p14:creationId xmlns:p14="http://schemas.microsoft.com/office/powerpoint/2010/main" val="377703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1A634B6-A42D-430B-87D9-38AFEB2FE9AE}"/>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61E6DF55-01A0-4B3A-99B0-885F472797DC}"/>
              </a:ext>
            </a:extLst>
          </p:cNvPr>
          <p:cNvSpPr>
            <a:spLocks noGrp="1"/>
          </p:cNvSpPr>
          <p:nvPr>
            <p:ph type="ctrTitle"/>
          </p:nvPr>
        </p:nvSpPr>
        <p:spPr/>
        <p:txBody>
          <a:bodyPr/>
          <a:lstStyle/>
          <a:p>
            <a:r>
              <a:rPr kumimoji="1" lang="ja-JP" altLang="en-US" dirty="0"/>
              <a:t>例外インスタンス</a:t>
            </a:r>
          </a:p>
        </p:txBody>
      </p:sp>
      <p:sp>
        <p:nvSpPr>
          <p:cNvPr id="4" name="スライド番号プレースホルダー 3">
            <a:extLst>
              <a:ext uri="{FF2B5EF4-FFF2-40B4-BE49-F238E27FC236}">
                <a16:creationId xmlns:a16="http://schemas.microsoft.com/office/drawing/2014/main" id="{024DE109-5CA7-4EAC-8ACE-35FC24D7DD6C}"/>
              </a:ext>
            </a:extLst>
          </p:cNvPr>
          <p:cNvSpPr>
            <a:spLocks noGrp="1"/>
          </p:cNvSpPr>
          <p:nvPr>
            <p:ph type="sldNum" sz="quarter" idx="4"/>
          </p:nvPr>
        </p:nvSpPr>
        <p:spPr/>
        <p:txBody>
          <a:bodyPr/>
          <a:lstStyle/>
          <a:p>
            <a:fld id="{00000000-1234-1234-1234-123412341234}" type="slidenum">
              <a:rPr lang="en" smtClean="0"/>
              <a:pPr/>
              <a:t>10</a:t>
            </a:fld>
            <a:endParaRPr lang="en" dirty="0">
              <a:latin typeface="+mn-ea"/>
            </a:endParaRPr>
          </a:p>
        </p:txBody>
      </p:sp>
      <p:sp>
        <p:nvSpPr>
          <p:cNvPr id="5" name="テキスト プレースホルダー 4">
            <a:extLst>
              <a:ext uri="{FF2B5EF4-FFF2-40B4-BE49-F238E27FC236}">
                <a16:creationId xmlns:a16="http://schemas.microsoft.com/office/drawing/2014/main" id="{F78C1F40-10F5-4599-88D5-62F60F278361}"/>
              </a:ext>
            </a:extLst>
          </p:cNvPr>
          <p:cNvSpPr>
            <a:spLocks noGrp="1"/>
          </p:cNvSpPr>
          <p:nvPr>
            <p:ph type="body" sz="quarter" idx="14"/>
          </p:nvPr>
        </p:nvSpPr>
        <p:spPr>
          <a:xfrm>
            <a:off x="462875" y="2180725"/>
            <a:ext cx="8216900" cy="2603364"/>
          </a:xfrm>
        </p:spPr>
        <p:txBody>
          <a:bodyPr/>
          <a:lstStyle/>
          <a:p>
            <a:pPr marL="96838" indent="0">
              <a:buNone/>
            </a:pPr>
            <a:r>
              <a:rPr kumimoji="1" lang="ja-JP" altLang="en-US" dirty="0"/>
              <a:t>クラスはインスタンスが生成できる、ということを以前学習しました。</a:t>
            </a:r>
            <a:endParaRPr kumimoji="1" lang="en-US" altLang="ja-JP" dirty="0"/>
          </a:p>
          <a:p>
            <a:pPr marL="96838" indent="0">
              <a:buNone/>
            </a:pPr>
            <a:r>
              <a:rPr kumimoji="1" lang="ja-JP" altLang="en-US" dirty="0"/>
              <a:t>例外クラスも同じようにインスタンスが生成でき、便利なメソッドを活用することができます。</a:t>
            </a:r>
            <a:endParaRPr kumimoji="1" lang="en-US" altLang="ja-JP" dirty="0"/>
          </a:p>
          <a:p>
            <a:pPr marL="96838" indent="0">
              <a:buNone/>
            </a:pPr>
            <a:endParaRPr lang="en-US" altLang="ja-JP" dirty="0"/>
          </a:p>
          <a:p>
            <a:r>
              <a:rPr kumimoji="1" lang="en-US" altLang="ja-JP" dirty="0"/>
              <a:t>getMessage</a:t>
            </a:r>
            <a:r>
              <a:rPr kumimoji="1" lang="ja-JP" altLang="en-US" dirty="0"/>
              <a:t>メソッド　　　 →エラーメッセージを取得する</a:t>
            </a:r>
            <a:endParaRPr lang="en-US" altLang="ja-JP" dirty="0"/>
          </a:p>
          <a:p>
            <a:r>
              <a:rPr kumimoji="1" lang="en-US" altLang="ja-JP" dirty="0"/>
              <a:t>printStackTrace</a:t>
            </a:r>
            <a:r>
              <a:rPr kumimoji="1" lang="ja-JP" altLang="en-US" dirty="0"/>
              <a:t>メソッド　→</a:t>
            </a:r>
            <a:r>
              <a:rPr lang="ja-JP" altLang="en-US" dirty="0"/>
              <a:t>スタックトレース</a:t>
            </a:r>
            <a:r>
              <a:rPr kumimoji="1" lang="ja-JP" altLang="en-US" dirty="0"/>
              <a:t>の内容をコンソールに出力する</a:t>
            </a:r>
            <a:endParaRPr kumimoji="1" lang="en-US" altLang="ja-JP" dirty="0"/>
          </a:p>
          <a:p>
            <a:endParaRPr lang="en-US" altLang="ja-JP" dirty="0"/>
          </a:p>
          <a:p>
            <a:pPr marL="96838" indent="0">
              <a:buNone/>
            </a:pPr>
            <a:r>
              <a:rPr kumimoji="1" lang="ja-JP" altLang="en-US" dirty="0"/>
              <a:t>では先ほどのサンプルプログラムでインスタンスを生成していたでしょうか？</a:t>
            </a:r>
          </a:p>
          <a:p>
            <a:pPr marL="96838" indent="0">
              <a:buNone/>
            </a:pPr>
            <a:endParaRPr kumimoji="1" lang="ja-JP" altLang="en-US" dirty="0"/>
          </a:p>
          <a:p>
            <a:pPr marL="96838" indent="0">
              <a:buNone/>
            </a:pPr>
            <a:r>
              <a:rPr kumimoji="1" lang="ja-JP" altLang="en-US" dirty="0"/>
              <a:t>次ページから見ていきましょう。</a:t>
            </a:r>
          </a:p>
          <a:p>
            <a:pPr marL="96838" indent="0">
              <a:buNone/>
            </a:pPr>
            <a:endParaRPr kumimoji="1" lang="ja-JP" altLang="en-US" dirty="0"/>
          </a:p>
        </p:txBody>
      </p:sp>
      <p:sp>
        <p:nvSpPr>
          <p:cNvPr id="6" name="テキスト プレースホルダー 5">
            <a:extLst>
              <a:ext uri="{FF2B5EF4-FFF2-40B4-BE49-F238E27FC236}">
                <a16:creationId xmlns:a16="http://schemas.microsoft.com/office/drawing/2014/main" id="{4222CB24-596F-4FFF-B25E-7ACE5A11100C}"/>
              </a:ext>
            </a:extLst>
          </p:cNvPr>
          <p:cNvSpPr>
            <a:spLocks noGrp="1"/>
          </p:cNvSpPr>
          <p:nvPr>
            <p:ph type="body" sz="quarter" idx="15"/>
          </p:nvPr>
        </p:nvSpPr>
        <p:spPr>
          <a:xfrm>
            <a:off x="463549" y="1023814"/>
            <a:ext cx="8034183" cy="1031867"/>
          </a:xfrm>
        </p:spPr>
        <p:txBody>
          <a:bodyPr/>
          <a:lstStyle/>
          <a:p>
            <a:r>
              <a:rPr kumimoji="1" lang="ja-JP" altLang="en-US" dirty="0"/>
              <a:t>例外クラスもインスタンス生成が可能</a:t>
            </a:r>
            <a:endParaRPr kumimoji="1" lang="en-US" altLang="ja-JP" dirty="0"/>
          </a:p>
          <a:p>
            <a:r>
              <a:rPr lang="ja-JP" altLang="en-US" dirty="0"/>
              <a:t>例外インスタンスが必ず備えている</a:t>
            </a:r>
            <a:r>
              <a:rPr lang="en-US" altLang="ja-JP" dirty="0"/>
              <a:t>getMessage</a:t>
            </a:r>
            <a:r>
              <a:rPr lang="ja-JP" altLang="en-US" dirty="0"/>
              <a:t>メソッド、</a:t>
            </a:r>
            <a:r>
              <a:rPr lang="en-US" altLang="ja-JP" dirty="0"/>
              <a:t>printStackTrace</a:t>
            </a:r>
            <a:r>
              <a:rPr lang="ja-JP" altLang="en-US" dirty="0"/>
              <a:t>メソッドの活用</a:t>
            </a:r>
            <a:endParaRPr kumimoji="1" lang="ja-JP" altLang="en-US" dirty="0"/>
          </a:p>
        </p:txBody>
      </p:sp>
      <p:sp>
        <p:nvSpPr>
          <p:cNvPr id="7" name="テキスト プレースホルダー 6">
            <a:extLst>
              <a:ext uri="{FF2B5EF4-FFF2-40B4-BE49-F238E27FC236}">
                <a16:creationId xmlns:a16="http://schemas.microsoft.com/office/drawing/2014/main" id="{9C5858A8-8BF8-4681-95A7-E96753C20A01}"/>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1232597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kumimoji="1" lang="ja-JP" altLang="en-US" dirty="0"/>
              <a:t>例外インスタンス</a:t>
            </a:r>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8216900" cy="352089"/>
          </a:xfrm>
        </p:spPr>
        <p:txBody>
          <a:bodyPr/>
          <a:lstStyle/>
          <a:p>
            <a:pPr marL="96838" indent="0">
              <a:buNone/>
            </a:pPr>
            <a:r>
              <a:rPr kumimoji="1" lang="en-US" altLang="ja-JP" dirty="0"/>
              <a:t>ExceptionSample.java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ExceptionSample {</a:t>
            </a:r>
          </a:p>
          <a:p>
            <a:pPr marL="96838" indent="0">
              <a:buFont typeface="Arial" panose="020B0604020202020204" pitchFamily="34" charset="0"/>
              <a:buNone/>
            </a:pPr>
            <a:r>
              <a:rPr lang="en-US" altLang="ja-JP" sz="1200" dirty="0"/>
              <a:t>  public static void main(String[] args) {</a:t>
            </a:r>
          </a:p>
          <a:p>
            <a:pPr marL="96838" indent="0">
              <a:buFont typeface="Arial" panose="020B0604020202020204" pitchFamily="34" charset="0"/>
              <a:buNone/>
            </a:pPr>
            <a:r>
              <a:rPr lang="en-US" altLang="ja-JP" sz="1200" dirty="0"/>
              <a:t>    System.out.println(“</a:t>
            </a:r>
            <a:r>
              <a:rPr lang="ja-JP" altLang="en-US" sz="1200" dirty="0"/>
              <a:t>処理開始</a:t>
            </a:r>
            <a:r>
              <a:rPr lang="en-US" altLang="ja-JP" sz="1200" dirty="0"/>
              <a:t>”);</a:t>
            </a:r>
          </a:p>
          <a:p>
            <a:pPr marL="96838" indent="0">
              <a:buFont typeface="Arial" panose="020B0604020202020204" pitchFamily="34" charset="0"/>
              <a:buNone/>
            </a:pPr>
            <a:r>
              <a:rPr lang="en-US" altLang="ja-JP" sz="1200" dirty="0"/>
              <a:t>    try {</a:t>
            </a:r>
          </a:p>
          <a:p>
            <a:pPr marL="96838" indent="0">
              <a:buFont typeface="Arial" panose="020B0604020202020204" pitchFamily="34" charset="0"/>
              <a:buNone/>
            </a:pPr>
            <a:r>
              <a:rPr lang="en-US" altLang="ja-JP" sz="1200" dirty="0"/>
              <a:t>      System.out.println(“</a:t>
            </a:r>
            <a:r>
              <a:rPr lang="ja-JP" altLang="en-US" sz="1200" dirty="0"/>
              <a:t>計算開始</a:t>
            </a:r>
            <a:r>
              <a:rPr lang="en-US" altLang="ja-JP" sz="1200" dirty="0"/>
              <a:t>”);</a:t>
            </a:r>
          </a:p>
          <a:p>
            <a:pPr marL="96838" indent="0">
              <a:buFont typeface="Arial" panose="020B0604020202020204" pitchFamily="34" charset="0"/>
              <a:buNone/>
            </a:pPr>
            <a:r>
              <a:rPr lang="en-US" altLang="ja-JP" sz="1200" dirty="0"/>
              <a:t>      int num = 10;</a:t>
            </a:r>
          </a:p>
          <a:p>
            <a:pPr marL="96838" indent="0">
              <a:buFont typeface="Arial" panose="020B0604020202020204" pitchFamily="34" charset="0"/>
              <a:buNone/>
            </a:pPr>
            <a:r>
              <a:rPr lang="en-US" altLang="ja-JP" sz="1200" dirty="0"/>
              <a:t>      System.out.println(num / 0);</a:t>
            </a:r>
          </a:p>
          <a:p>
            <a:pPr marL="96838" indent="0">
              <a:buFont typeface="Arial" panose="020B0604020202020204" pitchFamily="34" charset="0"/>
              <a:buNone/>
            </a:pPr>
            <a:r>
              <a:rPr lang="ja-JP" altLang="en-US" sz="1200" dirty="0"/>
              <a:t>　　　</a:t>
            </a:r>
            <a:r>
              <a:rPr lang="en-US" altLang="ja-JP" sz="1200" dirty="0"/>
              <a:t>System.out.println(“</a:t>
            </a:r>
            <a:r>
              <a:rPr lang="ja-JP" altLang="en-US" sz="1200" dirty="0"/>
              <a:t>計算終了</a:t>
            </a:r>
            <a:r>
              <a:rPr lang="en-US" altLang="ja-JP" sz="1200" dirty="0"/>
              <a:t>”);</a:t>
            </a:r>
          </a:p>
          <a:p>
            <a:pPr marL="96838" indent="0">
              <a:buFont typeface="Arial" panose="020B0604020202020204" pitchFamily="34" charset="0"/>
              <a:buNone/>
            </a:pPr>
            <a:r>
              <a:rPr lang="ja-JP" altLang="en-US" sz="1200" dirty="0"/>
              <a:t>    </a:t>
            </a:r>
            <a:r>
              <a:rPr lang="en-US" altLang="ja-JP" sz="1200" dirty="0"/>
              <a:t>}</a:t>
            </a:r>
            <a:r>
              <a:rPr lang="ja-JP" altLang="en-US" sz="1200" dirty="0"/>
              <a:t> </a:t>
            </a:r>
            <a:r>
              <a:rPr lang="en-US" altLang="ja-JP" sz="1200" dirty="0"/>
              <a:t>catch(</a:t>
            </a:r>
            <a:r>
              <a:rPr lang="en-US" altLang="ja-JP" sz="1200" dirty="0">
                <a:solidFill>
                  <a:schemeClr val="dk1"/>
                </a:solidFill>
                <a:latin typeface="+mn-ea"/>
                <a:cs typeface="MS Gothic"/>
                <a:sym typeface="MS Gothic"/>
              </a:rPr>
              <a:t>ArithmeticException e</a:t>
            </a:r>
            <a:r>
              <a:rPr lang="en-US" altLang="ja-JP" sz="1200" dirty="0">
                <a:latin typeface="+mn-ea"/>
                <a:cs typeface="MS Gothic"/>
                <a:sym typeface="MS Gothic"/>
              </a:rPr>
              <a:t>) {</a:t>
            </a:r>
          </a:p>
          <a:p>
            <a:pPr marL="96838" indent="0">
              <a:buNone/>
            </a:pPr>
            <a:r>
              <a:rPr lang="en-US" altLang="ja-JP" sz="1200" dirty="0"/>
              <a:t>      </a:t>
            </a:r>
            <a:r>
              <a:rPr lang="en-US" altLang="ja-JP" sz="1200" dirty="0">
                <a:solidFill>
                  <a:srgbClr val="FF0000"/>
                </a:solidFill>
              </a:rPr>
              <a:t>e.printStackTrace();</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en-US" altLang="ja-JP" sz="1200" dirty="0"/>
              <a:t>    System.out.println(“</a:t>
            </a:r>
            <a:r>
              <a:rPr lang="ja-JP" altLang="en-US" sz="1200" dirty="0"/>
              <a:t>処理終了</a:t>
            </a:r>
            <a:r>
              <a:rPr lang="en-US" altLang="ja-JP" sz="1200" dirty="0"/>
              <a:t>”);</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en-US" altLang="ja-JP" sz="1200" dirty="0"/>
              <a:t>}</a:t>
            </a:r>
          </a:p>
        </p:txBody>
      </p:sp>
      <p:sp>
        <p:nvSpPr>
          <p:cNvPr id="10" name="テキスト プレースホルダー 7">
            <a:extLst>
              <a:ext uri="{FF2B5EF4-FFF2-40B4-BE49-F238E27FC236}">
                <a16:creationId xmlns:a16="http://schemas.microsoft.com/office/drawing/2014/main" id="{2BDD1324-306A-4815-A8B2-871C05758FA6}"/>
              </a:ext>
            </a:extLst>
          </p:cNvPr>
          <p:cNvSpPr txBox="1">
            <a:spLocks/>
          </p:cNvSpPr>
          <p:nvPr/>
        </p:nvSpPr>
        <p:spPr>
          <a:xfrm>
            <a:off x="4641850" y="1150620"/>
            <a:ext cx="4037925" cy="36042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例外インスタンスについて考える際に</a:t>
            </a:r>
            <a:endParaRPr lang="en-US" altLang="ja-JP" dirty="0"/>
          </a:p>
          <a:p>
            <a:pPr marL="96838" indent="0">
              <a:buFont typeface="Arial" panose="020B0604020202020204" pitchFamily="34" charset="0"/>
              <a:buNone/>
            </a:pPr>
            <a:r>
              <a:rPr lang="ja-JP" altLang="en-US" dirty="0"/>
              <a:t>大切なのが</a:t>
            </a:r>
            <a:r>
              <a:rPr lang="en-US" altLang="ja-JP" dirty="0"/>
              <a:t>catch</a:t>
            </a:r>
            <a:r>
              <a:rPr lang="ja-JP" altLang="en-US" dirty="0"/>
              <a:t>の</a:t>
            </a:r>
            <a:r>
              <a:rPr lang="en-US" altLang="ja-JP" dirty="0"/>
              <a:t>()</a:t>
            </a:r>
            <a:r>
              <a:rPr lang="ja-JP" altLang="en-US" dirty="0"/>
              <a:t>内にある</a:t>
            </a:r>
            <a:r>
              <a:rPr lang="en-US" altLang="ja-JP" dirty="0"/>
              <a:t>『e』</a:t>
            </a:r>
            <a:r>
              <a:rPr lang="ja-JP" altLang="en-US" dirty="0"/>
              <a:t>です。</a:t>
            </a:r>
            <a:endParaRPr lang="en-US" altLang="ja-JP" dirty="0"/>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ja-JP" altLang="en-US" dirty="0"/>
              <a:t>例外が発生した場合、</a:t>
            </a:r>
            <a:endParaRPr lang="en-US" altLang="ja-JP" dirty="0"/>
          </a:p>
          <a:p>
            <a:pPr marL="96838" indent="0">
              <a:buFont typeface="Arial" panose="020B0604020202020204" pitchFamily="34" charset="0"/>
              <a:buNone/>
            </a:pPr>
            <a:r>
              <a:rPr lang="ja-JP" altLang="en-US" dirty="0"/>
              <a:t>例外の詳細情報が詰まった</a:t>
            </a:r>
            <a:endParaRPr lang="en-US" altLang="ja-JP" dirty="0"/>
          </a:p>
          <a:p>
            <a:pPr marL="96838" indent="0">
              <a:buFont typeface="Arial" panose="020B0604020202020204" pitchFamily="34" charset="0"/>
              <a:buNone/>
            </a:pPr>
            <a:r>
              <a:rPr lang="en-US" altLang="ja-JP" dirty="0"/>
              <a:t>ArithmeticException</a:t>
            </a:r>
            <a:r>
              <a:rPr lang="ja-JP" altLang="en-US" dirty="0"/>
              <a:t>インスタンスが生成され</a:t>
            </a:r>
            <a:endParaRPr lang="en-US" altLang="ja-JP" dirty="0"/>
          </a:p>
          <a:p>
            <a:pPr marL="96838" indent="0">
              <a:buFont typeface="Arial" panose="020B0604020202020204" pitchFamily="34" charset="0"/>
              <a:buNone/>
            </a:pPr>
            <a:r>
              <a:rPr lang="ja-JP" altLang="en-US" dirty="0">
                <a:solidFill>
                  <a:srgbClr val="FF0000"/>
                </a:solidFill>
              </a:rPr>
              <a:t>変数</a:t>
            </a:r>
            <a:r>
              <a:rPr lang="en-US" altLang="ja-JP" dirty="0">
                <a:solidFill>
                  <a:srgbClr val="FF0000"/>
                </a:solidFill>
              </a:rPr>
              <a:t>e</a:t>
            </a:r>
            <a:r>
              <a:rPr lang="ja-JP" altLang="en-US" dirty="0"/>
              <a:t>に代入されます。</a:t>
            </a:r>
            <a:endParaRPr lang="en-US" altLang="ja-JP" dirty="0"/>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ja-JP" altLang="en-US" dirty="0"/>
              <a:t>これにより、例外インスタンスが持っている</a:t>
            </a:r>
            <a:endParaRPr lang="en-US" altLang="ja-JP" dirty="0"/>
          </a:p>
          <a:p>
            <a:pPr marL="96838" indent="0">
              <a:buFont typeface="Arial" panose="020B0604020202020204" pitchFamily="34" charset="0"/>
              <a:buNone/>
            </a:pPr>
            <a:r>
              <a:rPr lang="en-US" altLang="ja-JP" dirty="0"/>
              <a:t>printStackTrace</a:t>
            </a:r>
            <a:r>
              <a:rPr lang="ja-JP" altLang="en-US" dirty="0"/>
              <a:t>メソッドを用いて</a:t>
            </a:r>
            <a:endParaRPr lang="en-US" altLang="ja-JP" dirty="0"/>
          </a:p>
          <a:p>
            <a:pPr marL="96838" indent="0">
              <a:buFont typeface="Arial" panose="020B0604020202020204" pitchFamily="34" charset="0"/>
              <a:buNone/>
            </a:pPr>
            <a:r>
              <a:rPr lang="ja-JP" altLang="en-US" dirty="0"/>
              <a:t>例外の情報をコンソールに出力することが</a:t>
            </a:r>
            <a:endParaRPr lang="en-US" altLang="ja-JP" dirty="0"/>
          </a:p>
          <a:p>
            <a:pPr marL="96838" indent="0">
              <a:buFont typeface="Arial" panose="020B0604020202020204" pitchFamily="34" charset="0"/>
              <a:buNone/>
            </a:pPr>
            <a:r>
              <a:rPr lang="ja-JP" altLang="en-US" dirty="0"/>
              <a:t>できるわけです。</a:t>
            </a:r>
          </a:p>
          <a:p>
            <a:pPr marL="96838" indent="0">
              <a:buFont typeface="Arial" panose="020B0604020202020204" pitchFamily="34" charset="0"/>
              <a:buNone/>
            </a:pPr>
            <a:endParaRPr lang="en-US" altLang="ja-JP" dirty="0"/>
          </a:p>
        </p:txBody>
      </p:sp>
      <p:sp>
        <p:nvSpPr>
          <p:cNvPr id="9" name="Google Shape;119;p17">
            <a:extLst>
              <a:ext uri="{FF2B5EF4-FFF2-40B4-BE49-F238E27FC236}">
                <a16:creationId xmlns:a16="http://schemas.microsoft.com/office/drawing/2014/main" id="{ADA63BEB-5463-4D40-9194-B0F41F50E25A}"/>
              </a:ext>
            </a:extLst>
          </p:cNvPr>
          <p:cNvSpPr/>
          <p:nvPr/>
        </p:nvSpPr>
        <p:spPr>
          <a:xfrm>
            <a:off x="1112144" y="2646855"/>
            <a:ext cx="2306917" cy="181641"/>
          </a:xfrm>
          <a:prstGeom prst="rect">
            <a:avLst/>
          </a:prstGeom>
          <a:solidFill>
            <a:srgbClr val="C00000">
              <a:alpha val="29803"/>
            </a:srgbClr>
          </a:solidFill>
          <a:ln w="127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1" name="Google Shape;120;p17">
            <a:extLst>
              <a:ext uri="{FF2B5EF4-FFF2-40B4-BE49-F238E27FC236}">
                <a16:creationId xmlns:a16="http://schemas.microsoft.com/office/drawing/2014/main" id="{3A7675CA-BB3F-42DE-992A-295A05CB84B5}"/>
              </a:ext>
            </a:extLst>
          </p:cNvPr>
          <p:cNvSpPr/>
          <p:nvPr/>
        </p:nvSpPr>
        <p:spPr>
          <a:xfrm>
            <a:off x="3107584" y="3113497"/>
            <a:ext cx="199381" cy="195804"/>
          </a:xfrm>
          <a:prstGeom prst="rect">
            <a:avLst/>
          </a:prstGeom>
          <a:solidFill>
            <a:srgbClr val="0070C0">
              <a:alpha val="29803"/>
            </a:srgbClr>
          </a:solidFill>
          <a:ln w="127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grpSp>
        <p:nvGrpSpPr>
          <p:cNvPr id="12" name="Google Shape;121;p17">
            <a:extLst>
              <a:ext uri="{FF2B5EF4-FFF2-40B4-BE49-F238E27FC236}">
                <a16:creationId xmlns:a16="http://schemas.microsoft.com/office/drawing/2014/main" id="{56A6FA07-FCB5-4D7B-9801-7FA746B89B70}"/>
              </a:ext>
            </a:extLst>
          </p:cNvPr>
          <p:cNvGrpSpPr/>
          <p:nvPr/>
        </p:nvGrpSpPr>
        <p:grpSpPr>
          <a:xfrm>
            <a:off x="3366101" y="2376686"/>
            <a:ext cx="954107" cy="698529"/>
            <a:chOff x="3896924" y="1879689"/>
            <a:chExt cx="954107" cy="698529"/>
          </a:xfrm>
        </p:grpSpPr>
        <p:sp>
          <p:nvSpPr>
            <p:cNvPr id="13" name="Google Shape;122;p17">
              <a:extLst>
                <a:ext uri="{FF2B5EF4-FFF2-40B4-BE49-F238E27FC236}">
                  <a16:creationId xmlns:a16="http://schemas.microsoft.com/office/drawing/2014/main" id="{4956583C-55BD-4D79-8C15-A760B389523C}"/>
                </a:ext>
              </a:extLst>
            </p:cNvPr>
            <p:cNvSpPr/>
            <p:nvPr/>
          </p:nvSpPr>
          <p:spPr>
            <a:xfrm>
              <a:off x="3995936" y="1879689"/>
              <a:ext cx="756084" cy="698529"/>
            </a:xfrm>
            <a:prstGeom prst="irregularSeal1">
              <a:avLst/>
            </a:prstGeom>
            <a:solidFill>
              <a:srgbClr val="FFC900"/>
            </a:solidFill>
            <a:ln w="12700" cap="flat" cmpd="sng">
              <a:solidFill>
                <a:srgbClr val="F4C000"/>
              </a:solidFill>
              <a:prstDash val="solid"/>
              <a:round/>
              <a:headEnd type="none" w="sm" len="sm"/>
              <a:tailEnd type="none" w="sm" len="sm"/>
            </a:ln>
            <a:effectLst>
              <a:outerShdw blurRad="39999" dist="23000" algn="b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eiryo"/>
                <a:ea typeface="Meiryo"/>
                <a:cs typeface="Meiryo"/>
                <a:sym typeface="Meiryo"/>
              </a:endParaRPr>
            </a:p>
          </p:txBody>
        </p:sp>
        <p:sp>
          <p:nvSpPr>
            <p:cNvPr id="14" name="Google Shape;123;p17">
              <a:extLst>
                <a:ext uri="{FF2B5EF4-FFF2-40B4-BE49-F238E27FC236}">
                  <a16:creationId xmlns:a16="http://schemas.microsoft.com/office/drawing/2014/main" id="{940FDE4F-E1FC-4602-8BF5-A4B27FD0476E}"/>
                </a:ext>
              </a:extLst>
            </p:cNvPr>
            <p:cNvSpPr/>
            <p:nvPr/>
          </p:nvSpPr>
          <p:spPr>
            <a:xfrm>
              <a:off x="3896924" y="2100024"/>
              <a:ext cx="954107" cy="27699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dirty="0" err="1">
                  <a:solidFill>
                    <a:schemeClr val="dk1"/>
                  </a:solidFill>
                  <a:latin typeface="Meiryo"/>
                  <a:ea typeface="Meiryo"/>
                  <a:cs typeface="Meiryo"/>
                  <a:sym typeface="Meiryo"/>
                </a:rPr>
                <a:t>例外発生</a:t>
              </a:r>
              <a:r>
                <a:rPr lang="en-US" sz="1200" b="1" dirty="0">
                  <a:solidFill>
                    <a:schemeClr val="dk1"/>
                  </a:solidFill>
                  <a:latin typeface="Meiryo"/>
                  <a:ea typeface="Meiryo"/>
                  <a:cs typeface="Meiryo"/>
                  <a:sym typeface="Meiryo"/>
                </a:rPr>
                <a:t>！</a:t>
              </a:r>
              <a:endParaRPr dirty="0"/>
            </a:p>
          </p:txBody>
        </p:sp>
      </p:grpSp>
      <p:cxnSp>
        <p:nvCxnSpPr>
          <p:cNvPr id="15" name="Google Shape;124;p17">
            <a:extLst>
              <a:ext uri="{FF2B5EF4-FFF2-40B4-BE49-F238E27FC236}">
                <a16:creationId xmlns:a16="http://schemas.microsoft.com/office/drawing/2014/main" id="{64DD89CE-2625-41F6-8B42-1040AE447A80}"/>
              </a:ext>
            </a:extLst>
          </p:cNvPr>
          <p:cNvCxnSpPr>
            <a:cxnSpLocks/>
            <a:stCxn id="13" idx="3"/>
            <a:endCxn id="11" idx="3"/>
          </p:cNvCxnSpPr>
          <p:nvPr/>
        </p:nvCxnSpPr>
        <p:spPr>
          <a:xfrm flipH="1">
            <a:off x="3306965" y="2806475"/>
            <a:ext cx="914232" cy="404924"/>
          </a:xfrm>
          <a:prstGeom prst="bentConnector3">
            <a:avLst>
              <a:gd name="adj1" fmla="val -25005"/>
            </a:avLst>
          </a:prstGeom>
          <a:noFill/>
          <a:ln w="38100" cap="flat" cmpd="sng">
            <a:solidFill>
              <a:srgbClr val="F4C000"/>
            </a:solidFill>
            <a:prstDash val="solid"/>
            <a:round/>
            <a:headEnd type="none" w="sm" len="sm"/>
            <a:tailEnd type="triangle" w="med" len="med"/>
          </a:ln>
        </p:spPr>
      </p:cxnSp>
    </p:spTree>
    <p:extLst>
      <p:ext uri="{BB962C8B-B14F-4D97-AF65-F5344CB8AC3E}">
        <p14:creationId xmlns:p14="http://schemas.microsoft.com/office/powerpoint/2010/main" val="2296888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B2EA92C-1FE8-4EDA-A9AD-F6A91B36F761}"/>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0416E6C7-255A-4315-A6F8-BE453DB3FE8B}"/>
              </a:ext>
            </a:extLst>
          </p:cNvPr>
          <p:cNvSpPr>
            <a:spLocks noGrp="1"/>
          </p:cNvSpPr>
          <p:nvPr>
            <p:ph type="ctrTitle"/>
          </p:nvPr>
        </p:nvSpPr>
        <p:spPr/>
        <p:txBody>
          <a:bodyPr/>
          <a:lstStyle/>
          <a:p>
            <a:r>
              <a:rPr lang="en-US" altLang="ja-JP" dirty="0"/>
              <a:t>t</a:t>
            </a:r>
            <a:r>
              <a:rPr kumimoji="1" lang="en-US" altLang="ja-JP" dirty="0"/>
              <a:t>ry-catch</a:t>
            </a:r>
            <a:r>
              <a:rPr kumimoji="1" lang="ja-JP" altLang="en-US" dirty="0"/>
              <a:t>の注意点</a:t>
            </a:r>
          </a:p>
        </p:txBody>
      </p:sp>
      <p:sp>
        <p:nvSpPr>
          <p:cNvPr id="4" name="スライド番号プレースホルダー 3">
            <a:extLst>
              <a:ext uri="{FF2B5EF4-FFF2-40B4-BE49-F238E27FC236}">
                <a16:creationId xmlns:a16="http://schemas.microsoft.com/office/drawing/2014/main" id="{29F2C427-3828-4FCF-8228-4589F2684018}"/>
              </a:ext>
            </a:extLst>
          </p:cNvPr>
          <p:cNvSpPr>
            <a:spLocks noGrp="1"/>
          </p:cNvSpPr>
          <p:nvPr>
            <p:ph type="sldNum" sz="quarter" idx="4"/>
          </p:nvPr>
        </p:nvSpPr>
        <p:spPr/>
        <p:txBody>
          <a:bodyPr/>
          <a:lstStyle/>
          <a:p>
            <a:fld id="{00000000-1234-1234-1234-123412341234}" type="slidenum">
              <a:rPr lang="en" smtClean="0"/>
              <a:pPr/>
              <a:t>12</a:t>
            </a:fld>
            <a:endParaRPr lang="en" dirty="0">
              <a:latin typeface="+mn-ea"/>
            </a:endParaRPr>
          </a:p>
        </p:txBody>
      </p:sp>
      <p:sp>
        <p:nvSpPr>
          <p:cNvPr id="5" name="テキスト プレースホルダー 4">
            <a:extLst>
              <a:ext uri="{FF2B5EF4-FFF2-40B4-BE49-F238E27FC236}">
                <a16:creationId xmlns:a16="http://schemas.microsoft.com/office/drawing/2014/main" id="{F5C29447-C2EA-4C39-B5EF-D33634FBB099}"/>
              </a:ext>
            </a:extLst>
          </p:cNvPr>
          <p:cNvSpPr>
            <a:spLocks noGrp="1"/>
          </p:cNvSpPr>
          <p:nvPr>
            <p:ph type="body" sz="quarter" idx="14"/>
          </p:nvPr>
        </p:nvSpPr>
        <p:spPr>
          <a:xfrm>
            <a:off x="462875" y="2132599"/>
            <a:ext cx="8216900" cy="321843"/>
          </a:xfrm>
        </p:spPr>
        <p:txBody>
          <a:bodyPr/>
          <a:lstStyle/>
          <a:p>
            <a:pPr marL="96838" indent="0">
              <a:buNone/>
            </a:pPr>
            <a:r>
              <a:rPr kumimoji="1" lang="ja-JP" altLang="en-US" dirty="0"/>
              <a:t>基本構文のおさらい</a:t>
            </a:r>
          </a:p>
        </p:txBody>
      </p:sp>
      <p:sp>
        <p:nvSpPr>
          <p:cNvPr id="6" name="テキスト プレースホルダー 5">
            <a:extLst>
              <a:ext uri="{FF2B5EF4-FFF2-40B4-BE49-F238E27FC236}">
                <a16:creationId xmlns:a16="http://schemas.microsoft.com/office/drawing/2014/main" id="{B40AD299-093D-4639-99DA-F1D1003DF892}"/>
              </a:ext>
            </a:extLst>
          </p:cNvPr>
          <p:cNvSpPr>
            <a:spLocks noGrp="1"/>
          </p:cNvSpPr>
          <p:nvPr>
            <p:ph type="body" sz="quarter" idx="15"/>
          </p:nvPr>
        </p:nvSpPr>
        <p:spPr>
          <a:xfrm>
            <a:off x="463549" y="1023814"/>
            <a:ext cx="7177471" cy="983741"/>
          </a:xfrm>
        </p:spPr>
        <p:txBody>
          <a:bodyPr/>
          <a:lstStyle/>
          <a:p>
            <a:r>
              <a:rPr lang="en-US" altLang="ja-JP" dirty="0"/>
              <a:t>c</a:t>
            </a:r>
            <a:r>
              <a:rPr kumimoji="1" lang="en-US" altLang="ja-JP" dirty="0"/>
              <a:t>atch</a:t>
            </a:r>
            <a:r>
              <a:rPr kumimoji="1" lang="ja-JP" altLang="en-US" dirty="0"/>
              <a:t>ブロックは複数記述可能</a:t>
            </a:r>
            <a:endParaRPr kumimoji="1" lang="en-US" altLang="ja-JP" dirty="0"/>
          </a:p>
          <a:p>
            <a:r>
              <a:rPr lang="en-US" altLang="ja-JP" dirty="0"/>
              <a:t>catch</a:t>
            </a:r>
            <a:r>
              <a:rPr lang="ja-JP" altLang="en-US" dirty="0"/>
              <a:t>ブロックを複数記述する際は多態性に注意</a:t>
            </a:r>
            <a:endParaRPr kumimoji="1" lang="ja-JP" altLang="en-US" dirty="0"/>
          </a:p>
        </p:txBody>
      </p:sp>
      <p:sp>
        <p:nvSpPr>
          <p:cNvPr id="7" name="テキスト プレースホルダー 6">
            <a:extLst>
              <a:ext uri="{FF2B5EF4-FFF2-40B4-BE49-F238E27FC236}">
                <a16:creationId xmlns:a16="http://schemas.microsoft.com/office/drawing/2014/main" id="{B83A6DC6-0642-491F-8D39-2DFC499AC8E7}"/>
              </a:ext>
            </a:extLst>
          </p:cNvPr>
          <p:cNvSpPr>
            <a:spLocks noGrp="1"/>
          </p:cNvSpPr>
          <p:nvPr>
            <p:ph type="body" sz="quarter" idx="16"/>
          </p:nvPr>
        </p:nvSpPr>
        <p:spPr/>
        <p:txBody>
          <a:bodyPr/>
          <a:lstStyle/>
          <a:p>
            <a:endParaRPr kumimoji="1" lang="ja-JP" altLang="en-US"/>
          </a:p>
        </p:txBody>
      </p:sp>
      <p:sp>
        <p:nvSpPr>
          <p:cNvPr id="8" name="Google Shape;173;p21">
            <a:extLst>
              <a:ext uri="{FF2B5EF4-FFF2-40B4-BE49-F238E27FC236}">
                <a16:creationId xmlns:a16="http://schemas.microsoft.com/office/drawing/2014/main" id="{2202B131-E7A4-4375-AC96-2B2379A34749}"/>
              </a:ext>
            </a:extLst>
          </p:cNvPr>
          <p:cNvSpPr/>
          <p:nvPr/>
        </p:nvSpPr>
        <p:spPr>
          <a:xfrm>
            <a:off x="646496" y="2459610"/>
            <a:ext cx="6941820" cy="1217900"/>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try {</a:t>
            </a:r>
          </a:p>
          <a:p>
            <a:pPr marL="0" marR="0" lvl="0" indent="0" algn="l" rtl="0">
              <a:spcBef>
                <a:spcPts val="0"/>
              </a:spcBef>
              <a:spcAft>
                <a:spcPts val="0"/>
              </a:spcAft>
              <a:buNone/>
            </a:pPr>
            <a:r>
              <a:rPr lang="en-US" altLang="ja-JP" sz="1400" dirty="0">
                <a:solidFill>
                  <a:schemeClr val="dk1"/>
                </a:solidFill>
                <a:cs typeface="MS Gothic"/>
                <a:sym typeface="MS Gothic"/>
              </a:rPr>
              <a:t>  </a:t>
            </a:r>
            <a:r>
              <a:rPr lang="ja-JP" altLang="en-US" sz="1400" dirty="0">
                <a:solidFill>
                  <a:schemeClr val="dk1"/>
                </a:solidFill>
                <a:cs typeface="MS Gothic"/>
                <a:sym typeface="MS Gothic"/>
              </a:rPr>
              <a:t>本来の処理</a:t>
            </a:r>
          </a:p>
          <a:p>
            <a:pPr marL="0" marR="0" lvl="0" indent="0" algn="l" rtl="0">
              <a:spcBef>
                <a:spcPts val="0"/>
              </a:spcBef>
              <a:spcAft>
                <a:spcPts val="0"/>
              </a:spcAft>
              <a:buNone/>
            </a:pPr>
            <a:r>
              <a:rPr lang="en-US" altLang="ja-JP" sz="1400" dirty="0">
                <a:solidFill>
                  <a:schemeClr val="dk1"/>
                </a:solidFill>
                <a:cs typeface="MS Gothic"/>
                <a:sym typeface="MS Gothic"/>
              </a:rPr>
              <a:t>} catch(</a:t>
            </a:r>
            <a:r>
              <a:rPr lang="ja-JP" altLang="en-US" sz="1400" dirty="0">
                <a:solidFill>
                  <a:schemeClr val="dk1"/>
                </a:solidFill>
                <a:cs typeface="MS Gothic"/>
                <a:sym typeface="MS Gothic"/>
              </a:rPr>
              <a:t>例外クラス 変数名</a:t>
            </a: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a:t>
            </a:r>
            <a:r>
              <a:rPr lang="ja-JP" altLang="en-US" sz="1400" dirty="0">
                <a:solidFill>
                  <a:schemeClr val="dk1"/>
                </a:solidFill>
                <a:cs typeface="MS Gothic"/>
                <a:sym typeface="MS Gothic"/>
              </a:rPr>
              <a:t>例外が発生した場合の処理</a:t>
            </a:r>
          </a:p>
          <a:p>
            <a:pPr marL="0" marR="0" lvl="0" indent="0" algn="l" rtl="0">
              <a:spcBef>
                <a:spcPts val="0"/>
              </a:spcBef>
              <a:spcAft>
                <a:spcPts val="0"/>
              </a:spcAft>
              <a:buNone/>
            </a:pPr>
            <a:r>
              <a:rPr lang="en-US" altLang="ja-JP" sz="1400" dirty="0">
                <a:solidFill>
                  <a:schemeClr val="dk1"/>
                </a:solidFill>
                <a:cs typeface="MS Gothic"/>
                <a:sym typeface="MS Gothic"/>
              </a:rPr>
              <a:t>}</a:t>
            </a:r>
          </a:p>
          <a:p>
            <a:pPr marL="0" marR="0" lvl="0" indent="0" algn="l" rtl="0">
              <a:spcBef>
                <a:spcPts val="0"/>
              </a:spcBef>
              <a:spcAft>
                <a:spcPts val="0"/>
              </a:spcAft>
              <a:buNone/>
            </a:pPr>
            <a:endParaRPr lang="en-US" altLang="ja-JP" sz="1400" dirty="0">
              <a:solidFill>
                <a:schemeClr val="dk1"/>
              </a:solidFill>
              <a:cs typeface="MS Gothic"/>
              <a:sym typeface="MS Gothic"/>
            </a:endParaRPr>
          </a:p>
        </p:txBody>
      </p:sp>
      <p:sp>
        <p:nvSpPr>
          <p:cNvPr id="9" name="テキスト プレースホルダー 4">
            <a:extLst>
              <a:ext uri="{FF2B5EF4-FFF2-40B4-BE49-F238E27FC236}">
                <a16:creationId xmlns:a16="http://schemas.microsoft.com/office/drawing/2014/main" id="{5E8AC5C1-3A0A-4AB2-9269-29B9B76D05D2}"/>
              </a:ext>
            </a:extLst>
          </p:cNvPr>
          <p:cNvSpPr txBox="1">
            <a:spLocks/>
          </p:cNvSpPr>
          <p:nvPr/>
        </p:nvSpPr>
        <p:spPr>
          <a:xfrm>
            <a:off x="462875" y="3795050"/>
            <a:ext cx="8216900" cy="321843"/>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catch</a:t>
            </a:r>
            <a:r>
              <a:rPr lang="ja-JP" altLang="en-US" dirty="0"/>
              <a:t>は複数書くことができます。</a:t>
            </a:r>
          </a:p>
          <a:p>
            <a:pPr marL="96838" indent="0">
              <a:buFont typeface="Arial" panose="020B0604020202020204" pitchFamily="34" charset="0"/>
              <a:buNone/>
            </a:pPr>
            <a:r>
              <a:rPr lang="ja-JP" altLang="en-US" dirty="0"/>
              <a:t>その際の注意点について次のページで見てみましょう。</a:t>
            </a:r>
          </a:p>
        </p:txBody>
      </p:sp>
    </p:spTree>
    <p:extLst>
      <p:ext uri="{BB962C8B-B14F-4D97-AF65-F5344CB8AC3E}">
        <p14:creationId xmlns:p14="http://schemas.microsoft.com/office/powerpoint/2010/main" val="1129308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lang="en-US" altLang="ja-JP" dirty="0"/>
              <a:t>try-catch</a:t>
            </a:r>
            <a:r>
              <a:rPr lang="ja-JP" altLang="en-US" dirty="0"/>
              <a:t>の注意点</a:t>
            </a:r>
            <a:endParaRPr kumimoji="1" lang="ja-JP" altLang="en-US" dirty="0"/>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13</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8216900" cy="352089"/>
          </a:xfrm>
        </p:spPr>
        <p:txBody>
          <a:bodyPr/>
          <a:lstStyle/>
          <a:p>
            <a:pPr marL="96838" indent="0">
              <a:buNone/>
            </a:pPr>
            <a:r>
              <a:rPr kumimoji="1" lang="en-US" altLang="ja-JP" dirty="0"/>
              <a:t>ExceptionSample.java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ExceptionSample {</a:t>
            </a:r>
          </a:p>
          <a:p>
            <a:pPr marL="96838" indent="0">
              <a:buFont typeface="Arial" panose="020B0604020202020204" pitchFamily="34" charset="0"/>
              <a:buNone/>
            </a:pPr>
            <a:r>
              <a:rPr lang="en-US" altLang="ja-JP" sz="1200" dirty="0"/>
              <a:t>  public static void main(String[] args) {</a:t>
            </a:r>
          </a:p>
          <a:p>
            <a:pPr marL="96838" indent="0">
              <a:buFont typeface="Arial" panose="020B0604020202020204" pitchFamily="34" charset="0"/>
              <a:buNone/>
            </a:pPr>
            <a:r>
              <a:rPr lang="en-US" altLang="ja-JP" sz="1200" dirty="0"/>
              <a:t>    try {</a:t>
            </a:r>
          </a:p>
          <a:p>
            <a:pPr marL="96838" indent="0">
              <a:buFont typeface="Arial" panose="020B0604020202020204" pitchFamily="34" charset="0"/>
              <a:buNone/>
            </a:pPr>
            <a:r>
              <a:rPr lang="en-US" altLang="ja-JP" sz="1200" dirty="0"/>
              <a:t>      int num = 10;</a:t>
            </a:r>
          </a:p>
          <a:p>
            <a:pPr marL="96838" indent="0">
              <a:buFont typeface="Arial" panose="020B0604020202020204" pitchFamily="34" charset="0"/>
              <a:buNone/>
            </a:pPr>
            <a:r>
              <a:rPr lang="en-US" altLang="ja-JP" sz="1200" dirty="0"/>
              <a:t>      System.out.println(num / 0);</a:t>
            </a:r>
          </a:p>
          <a:p>
            <a:pPr marL="96838" indent="0">
              <a:buFont typeface="Arial" panose="020B0604020202020204" pitchFamily="34" charset="0"/>
              <a:buNone/>
            </a:pPr>
            <a:r>
              <a:rPr lang="ja-JP" altLang="en-US" sz="1200" dirty="0"/>
              <a:t>　　</a:t>
            </a:r>
            <a:r>
              <a:rPr lang="en-US" altLang="ja-JP" sz="1200" dirty="0">
                <a:solidFill>
                  <a:schemeClr val="tx2"/>
                </a:solidFill>
              </a:rPr>
              <a:t>} catch(Exception e) {</a:t>
            </a:r>
          </a:p>
          <a:p>
            <a:pPr marL="96838" indent="0">
              <a:buFont typeface="Arial" panose="020B0604020202020204" pitchFamily="34" charset="0"/>
              <a:buNone/>
            </a:pPr>
            <a:r>
              <a:rPr lang="en-US" altLang="ja-JP" sz="1200" dirty="0">
                <a:solidFill>
                  <a:schemeClr val="tx2"/>
                </a:solidFill>
              </a:rPr>
              <a:t>      System.out.println(“Exception”);</a:t>
            </a:r>
          </a:p>
          <a:p>
            <a:pPr marL="96838" indent="0">
              <a:buFont typeface="Arial" panose="020B0604020202020204" pitchFamily="34" charset="0"/>
              <a:buNone/>
            </a:pPr>
            <a:r>
              <a:rPr lang="ja-JP" altLang="en-US" sz="1200" dirty="0"/>
              <a:t>    </a:t>
            </a:r>
            <a:r>
              <a:rPr lang="en-US" altLang="ja-JP" sz="1200" dirty="0"/>
              <a:t>}</a:t>
            </a:r>
            <a:r>
              <a:rPr lang="ja-JP" altLang="en-US" sz="1200" dirty="0"/>
              <a:t> </a:t>
            </a:r>
            <a:r>
              <a:rPr lang="en-US" altLang="ja-JP" sz="1200" dirty="0"/>
              <a:t>catch(</a:t>
            </a:r>
            <a:r>
              <a:rPr lang="en-US" altLang="ja-JP" sz="1200" dirty="0">
                <a:sym typeface="MS Gothic"/>
              </a:rPr>
              <a:t>ArithmeticException e</a:t>
            </a:r>
            <a:r>
              <a:rPr lang="en-US" altLang="ja-JP" sz="1200" dirty="0">
                <a:latin typeface="+mn-ea"/>
                <a:cs typeface="MS Gothic"/>
                <a:sym typeface="MS Gothic"/>
              </a:rPr>
              <a:t>) {</a:t>
            </a:r>
          </a:p>
          <a:p>
            <a:pPr marL="96838" indent="0">
              <a:buNone/>
            </a:pPr>
            <a:r>
              <a:rPr lang="en-US" altLang="ja-JP" sz="1200" dirty="0"/>
              <a:t>      </a:t>
            </a:r>
            <a:r>
              <a:rPr lang="en-US" altLang="ja-JP" sz="1200" dirty="0">
                <a:solidFill>
                  <a:schemeClr val="tx2"/>
                </a:solidFill>
              </a:rPr>
              <a:t>System.out.println(“ArithmeticException”);</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en-US" altLang="ja-JP" sz="1200" dirty="0"/>
              <a:t>}</a:t>
            </a:r>
          </a:p>
        </p:txBody>
      </p:sp>
      <p:sp>
        <p:nvSpPr>
          <p:cNvPr id="10" name="テキスト プレースホルダー 7">
            <a:extLst>
              <a:ext uri="{FF2B5EF4-FFF2-40B4-BE49-F238E27FC236}">
                <a16:creationId xmlns:a16="http://schemas.microsoft.com/office/drawing/2014/main" id="{2BDD1324-306A-4815-A8B2-871C05758FA6}"/>
              </a:ext>
            </a:extLst>
          </p:cNvPr>
          <p:cNvSpPr txBox="1">
            <a:spLocks/>
          </p:cNvSpPr>
          <p:nvPr/>
        </p:nvSpPr>
        <p:spPr>
          <a:xfrm>
            <a:off x="4641850" y="1150620"/>
            <a:ext cx="4037925" cy="36042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左記のように</a:t>
            </a:r>
            <a:r>
              <a:rPr lang="en-US" altLang="ja-JP" dirty="0"/>
              <a:t>catch</a:t>
            </a:r>
            <a:r>
              <a:rPr lang="ja-JP" altLang="en-US" dirty="0"/>
              <a:t>ブロックを複数記述すると</a:t>
            </a:r>
            <a:endParaRPr lang="en-US" altLang="ja-JP" dirty="0"/>
          </a:p>
          <a:p>
            <a:pPr marL="96838" indent="0">
              <a:buFont typeface="Arial" panose="020B0604020202020204" pitchFamily="34" charset="0"/>
              <a:buNone/>
            </a:pPr>
            <a:r>
              <a:rPr lang="ja-JP" altLang="en-US" dirty="0"/>
              <a:t>コンパイルエラーになります。</a:t>
            </a:r>
            <a:endParaRPr lang="en-US" altLang="ja-JP" dirty="0"/>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ja-JP" altLang="en-US" dirty="0"/>
              <a:t>ここでポイントになるのが</a:t>
            </a:r>
            <a:r>
              <a:rPr lang="en-US" altLang="ja-JP" dirty="0"/>
              <a:t>Exception</a:t>
            </a:r>
            <a:r>
              <a:rPr lang="ja-JP" altLang="en-US" dirty="0"/>
              <a:t>です。</a:t>
            </a:r>
            <a:endParaRPr lang="en-US" altLang="ja-JP" dirty="0"/>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en-US" altLang="ja-JP" dirty="0"/>
              <a:t>Exception</a:t>
            </a:r>
            <a:r>
              <a:rPr lang="ja-JP" altLang="en-US" dirty="0"/>
              <a:t>は</a:t>
            </a:r>
            <a:r>
              <a:rPr lang="en-US" altLang="ja-JP" dirty="0"/>
              <a:t>Exception</a:t>
            </a:r>
            <a:r>
              <a:rPr lang="ja-JP" altLang="en-US" dirty="0"/>
              <a:t>系例外の親クラスです。</a:t>
            </a:r>
            <a:endParaRPr lang="en-US" altLang="ja-JP" dirty="0"/>
          </a:p>
          <a:p>
            <a:pPr marL="96838" indent="0">
              <a:buFont typeface="Arial" panose="020B0604020202020204" pitchFamily="34" charset="0"/>
              <a:buNone/>
            </a:pPr>
            <a:r>
              <a:rPr lang="ja-JP" altLang="en-US" dirty="0">
                <a:solidFill>
                  <a:schemeClr val="tx2"/>
                </a:solidFill>
              </a:rPr>
              <a:t>多態性</a:t>
            </a:r>
            <a:r>
              <a:rPr lang="ja-JP" altLang="en-US" dirty="0"/>
              <a:t>によって、</a:t>
            </a:r>
            <a:r>
              <a:rPr lang="en-US" altLang="ja-JP" dirty="0"/>
              <a:t>Exception</a:t>
            </a:r>
            <a:r>
              <a:rPr lang="ja-JP" altLang="en-US" dirty="0"/>
              <a:t>を継承した</a:t>
            </a:r>
            <a:endParaRPr lang="en-US" altLang="ja-JP" dirty="0"/>
          </a:p>
          <a:p>
            <a:pPr marL="96838" indent="0">
              <a:buFont typeface="Arial" panose="020B0604020202020204" pitchFamily="34" charset="0"/>
              <a:buNone/>
            </a:pPr>
            <a:r>
              <a:rPr lang="ja-JP" altLang="en-US" dirty="0"/>
              <a:t>子クラスのインスタンスは全て</a:t>
            </a:r>
            <a:r>
              <a:rPr lang="en-US" altLang="ja-JP" dirty="0"/>
              <a:t>Exception</a:t>
            </a:r>
            <a:r>
              <a:rPr lang="ja-JP" altLang="en-US" dirty="0"/>
              <a:t>の</a:t>
            </a:r>
            <a:endParaRPr lang="en-US" altLang="ja-JP" dirty="0"/>
          </a:p>
          <a:p>
            <a:pPr marL="96838" indent="0">
              <a:buFont typeface="Arial" panose="020B0604020202020204" pitchFamily="34" charset="0"/>
              <a:buNone/>
            </a:pPr>
            <a:r>
              <a:rPr lang="en-US" altLang="ja-JP" dirty="0"/>
              <a:t>catch</a:t>
            </a:r>
            <a:r>
              <a:rPr lang="ja-JP" altLang="en-US" dirty="0"/>
              <a:t>ブロックで処理されます。</a:t>
            </a:r>
            <a:endParaRPr lang="en-US" altLang="ja-JP" dirty="0"/>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ja-JP" altLang="en-US" dirty="0"/>
              <a:t>したがって</a:t>
            </a:r>
            <a:r>
              <a:rPr lang="en-US" altLang="ja-JP" dirty="0"/>
              <a:t>ArithmeticException</a:t>
            </a:r>
            <a:r>
              <a:rPr lang="ja-JP" altLang="en-US" dirty="0"/>
              <a:t>の</a:t>
            </a:r>
            <a:endParaRPr lang="en-US" altLang="ja-JP" dirty="0"/>
          </a:p>
          <a:p>
            <a:pPr marL="96838" indent="0">
              <a:buFont typeface="Arial" panose="020B0604020202020204" pitchFamily="34" charset="0"/>
              <a:buNone/>
            </a:pPr>
            <a:r>
              <a:rPr lang="en-US" altLang="ja-JP" dirty="0"/>
              <a:t>catch</a:t>
            </a:r>
            <a:r>
              <a:rPr lang="ja-JP" altLang="en-US" dirty="0"/>
              <a:t>ブロックの処理は絶対に行われません。</a:t>
            </a:r>
            <a:endParaRPr lang="en-US" altLang="ja-JP" dirty="0"/>
          </a:p>
          <a:p>
            <a:pPr marL="96838" indent="0">
              <a:buFont typeface="Arial" panose="020B0604020202020204" pitchFamily="34" charset="0"/>
              <a:buNone/>
            </a:pPr>
            <a:r>
              <a:rPr lang="ja-JP" altLang="en-US" dirty="0"/>
              <a:t>これを</a:t>
            </a:r>
            <a:r>
              <a:rPr lang="ja-JP" altLang="en-US" dirty="0">
                <a:solidFill>
                  <a:schemeClr val="tx2"/>
                </a:solidFill>
              </a:rPr>
              <a:t>到達不能コード</a:t>
            </a:r>
            <a:r>
              <a:rPr lang="ja-JP" altLang="en-US" dirty="0"/>
              <a:t>と言います。</a:t>
            </a:r>
            <a:endParaRPr lang="en-US" altLang="ja-JP" dirty="0"/>
          </a:p>
        </p:txBody>
      </p:sp>
      <p:pic>
        <p:nvPicPr>
          <p:cNvPr id="6" name="図 5">
            <a:extLst>
              <a:ext uri="{FF2B5EF4-FFF2-40B4-BE49-F238E27FC236}">
                <a16:creationId xmlns:a16="http://schemas.microsoft.com/office/drawing/2014/main" id="{DF805D99-9CDC-4377-A242-781FA4E49F86}"/>
              </a:ext>
            </a:extLst>
          </p:cNvPr>
          <p:cNvPicPr>
            <a:picLocks noChangeAspect="1"/>
          </p:cNvPicPr>
          <p:nvPr/>
        </p:nvPicPr>
        <p:blipFill>
          <a:blip r:embed="rId3"/>
          <a:stretch>
            <a:fillRect/>
          </a:stretch>
        </p:blipFill>
        <p:spPr>
          <a:xfrm>
            <a:off x="3036923" y="1640026"/>
            <a:ext cx="957155" cy="792549"/>
          </a:xfrm>
          <a:prstGeom prst="rect">
            <a:avLst/>
          </a:prstGeom>
        </p:spPr>
      </p:pic>
      <p:cxnSp>
        <p:nvCxnSpPr>
          <p:cNvPr id="9" name="Google Shape;179;p21">
            <a:extLst>
              <a:ext uri="{FF2B5EF4-FFF2-40B4-BE49-F238E27FC236}">
                <a16:creationId xmlns:a16="http://schemas.microsoft.com/office/drawing/2014/main" id="{BBCD5A52-F354-450E-9314-01C0A19E077F}"/>
              </a:ext>
            </a:extLst>
          </p:cNvPr>
          <p:cNvCxnSpPr>
            <a:cxnSpLocks/>
            <a:stCxn id="6" idx="3"/>
          </p:cNvCxnSpPr>
          <p:nvPr/>
        </p:nvCxnSpPr>
        <p:spPr>
          <a:xfrm flipH="1">
            <a:off x="2743200" y="2036301"/>
            <a:ext cx="1250878" cy="452517"/>
          </a:xfrm>
          <a:prstGeom prst="bentConnector3">
            <a:avLst>
              <a:gd name="adj1" fmla="val -18275"/>
            </a:avLst>
          </a:prstGeom>
          <a:noFill/>
          <a:ln w="38100" cap="flat" cmpd="sng">
            <a:solidFill>
              <a:srgbClr val="F4C000"/>
            </a:solidFill>
            <a:prstDash val="solid"/>
            <a:round/>
            <a:headEnd type="none" w="sm" len="sm"/>
            <a:tailEnd type="triangle" w="med" len="med"/>
          </a:ln>
        </p:spPr>
      </p:cxnSp>
      <p:cxnSp>
        <p:nvCxnSpPr>
          <p:cNvPr id="12" name="Google Shape;179;p21">
            <a:extLst>
              <a:ext uri="{FF2B5EF4-FFF2-40B4-BE49-F238E27FC236}">
                <a16:creationId xmlns:a16="http://schemas.microsoft.com/office/drawing/2014/main" id="{64E3AEF1-BF07-4068-B0C5-9ECCDC6AE6C4}"/>
              </a:ext>
            </a:extLst>
          </p:cNvPr>
          <p:cNvCxnSpPr>
            <a:cxnSpLocks/>
            <a:stCxn id="6" idx="3"/>
          </p:cNvCxnSpPr>
          <p:nvPr/>
        </p:nvCxnSpPr>
        <p:spPr>
          <a:xfrm flipH="1">
            <a:off x="3478845" y="2036301"/>
            <a:ext cx="515233" cy="933780"/>
          </a:xfrm>
          <a:prstGeom prst="bentConnector4">
            <a:avLst>
              <a:gd name="adj1" fmla="val -44368"/>
              <a:gd name="adj2" fmla="val 100670"/>
            </a:avLst>
          </a:prstGeom>
          <a:noFill/>
          <a:ln w="38100" cap="flat" cmpd="sng">
            <a:solidFill>
              <a:srgbClr val="F4C000"/>
            </a:solidFill>
            <a:prstDash val="solid"/>
            <a:round/>
            <a:headEnd type="none" w="sm" len="sm"/>
            <a:tailEnd type="triangle" w="med" len="med"/>
          </a:ln>
        </p:spPr>
      </p:cxnSp>
      <p:sp>
        <p:nvSpPr>
          <p:cNvPr id="24" name="乗算記号 23">
            <a:extLst>
              <a:ext uri="{FF2B5EF4-FFF2-40B4-BE49-F238E27FC236}">
                <a16:creationId xmlns:a16="http://schemas.microsoft.com/office/drawing/2014/main" id="{15C5582F-A062-4073-B1BE-D3996231E8CB}"/>
              </a:ext>
            </a:extLst>
          </p:cNvPr>
          <p:cNvSpPr/>
          <p:nvPr/>
        </p:nvSpPr>
        <p:spPr>
          <a:xfrm>
            <a:off x="4056361" y="2571750"/>
            <a:ext cx="316259" cy="316258"/>
          </a:xfrm>
          <a:prstGeom prst="mathMultiply">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208646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lang="en-US" altLang="ja-JP" dirty="0"/>
              <a:t>try-catch</a:t>
            </a:r>
            <a:r>
              <a:rPr lang="ja-JP" altLang="en-US" dirty="0"/>
              <a:t>の注意点</a:t>
            </a:r>
            <a:endParaRPr kumimoji="1" lang="ja-JP" altLang="en-US" dirty="0"/>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14</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8216900" cy="352089"/>
          </a:xfrm>
        </p:spPr>
        <p:txBody>
          <a:bodyPr/>
          <a:lstStyle/>
          <a:p>
            <a:pPr marL="96838" indent="0">
              <a:buNone/>
            </a:pPr>
            <a:r>
              <a:rPr kumimoji="1" lang="en-US" altLang="ja-JP" dirty="0"/>
              <a:t>ExceptionSample.java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ExceptionSample {</a:t>
            </a:r>
          </a:p>
          <a:p>
            <a:pPr marL="96838" indent="0">
              <a:buFont typeface="Arial" panose="020B0604020202020204" pitchFamily="34" charset="0"/>
              <a:buNone/>
            </a:pPr>
            <a:r>
              <a:rPr lang="en-US" altLang="ja-JP" sz="1200" dirty="0"/>
              <a:t>  public static void main(String[] args) {</a:t>
            </a:r>
          </a:p>
          <a:p>
            <a:pPr marL="96838" indent="0">
              <a:buFont typeface="Arial" panose="020B0604020202020204" pitchFamily="34" charset="0"/>
              <a:buNone/>
            </a:pPr>
            <a:r>
              <a:rPr lang="en-US" altLang="ja-JP" sz="1200" dirty="0"/>
              <a:t>    try {</a:t>
            </a:r>
          </a:p>
          <a:p>
            <a:pPr marL="96838" indent="0">
              <a:buFont typeface="Arial" panose="020B0604020202020204" pitchFamily="34" charset="0"/>
              <a:buNone/>
            </a:pPr>
            <a:r>
              <a:rPr lang="en-US" altLang="ja-JP" sz="1200" dirty="0"/>
              <a:t>      int num = 10;</a:t>
            </a:r>
          </a:p>
          <a:p>
            <a:pPr marL="96838" indent="0">
              <a:buFont typeface="Arial" panose="020B0604020202020204" pitchFamily="34" charset="0"/>
              <a:buNone/>
            </a:pPr>
            <a:r>
              <a:rPr lang="en-US" altLang="ja-JP" sz="1200" dirty="0"/>
              <a:t>      System.out.println(num / 0);</a:t>
            </a:r>
          </a:p>
          <a:p>
            <a:pPr marL="96838" indent="0">
              <a:buFont typeface="Arial" panose="020B0604020202020204" pitchFamily="34" charset="0"/>
              <a:buNone/>
            </a:pPr>
            <a:r>
              <a:rPr lang="ja-JP" altLang="en-US" sz="1200" dirty="0"/>
              <a:t>　　</a:t>
            </a:r>
            <a:r>
              <a:rPr lang="en-US" altLang="ja-JP" sz="1200" dirty="0"/>
              <a:t>} catch(</a:t>
            </a:r>
            <a:r>
              <a:rPr lang="en-US" altLang="ja-JP" sz="1200" dirty="0">
                <a:solidFill>
                  <a:schemeClr val="tx2"/>
                </a:solidFill>
                <a:sym typeface="MS Gothic"/>
              </a:rPr>
              <a:t>Arithmetic</a:t>
            </a:r>
            <a:r>
              <a:rPr lang="en-US" altLang="ja-JP" sz="1200" dirty="0">
                <a:solidFill>
                  <a:schemeClr val="tx2"/>
                </a:solidFill>
              </a:rPr>
              <a:t>Exception</a:t>
            </a:r>
            <a:r>
              <a:rPr lang="en-US" altLang="ja-JP" sz="1200" dirty="0"/>
              <a:t> e) {</a:t>
            </a:r>
          </a:p>
          <a:p>
            <a:pPr marL="96838" indent="0">
              <a:buFont typeface="Arial" panose="020B0604020202020204" pitchFamily="34" charset="0"/>
              <a:buNone/>
            </a:pPr>
            <a:r>
              <a:rPr lang="en-US" altLang="ja-JP" sz="1200" dirty="0"/>
              <a:t>      System.out.println(“</a:t>
            </a:r>
            <a:r>
              <a:rPr lang="en-US" altLang="ja-JP" sz="1200" dirty="0">
                <a:solidFill>
                  <a:schemeClr val="tx2"/>
                </a:solidFill>
                <a:sym typeface="MS Gothic"/>
              </a:rPr>
              <a:t>Arithmetic</a:t>
            </a:r>
            <a:r>
              <a:rPr lang="en-US" altLang="ja-JP" sz="1200" dirty="0">
                <a:solidFill>
                  <a:schemeClr val="tx2"/>
                </a:solidFill>
              </a:rPr>
              <a:t>Exception</a:t>
            </a:r>
            <a:r>
              <a:rPr lang="en-US" altLang="ja-JP" sz="1200" dirty="0"/>
              <a:t>”);</a:t>
            </a:r>
          </a:p>
          <a:p>
            <a:pPr marL="96838" indent="0">
              <a:buFont typeface="Arial" panose="020B0604020202020204" pitchFamily="34" charset="0"/>
              <a:buNone/>
            </a:pPr>
            <a:r>
              <a:rPr lang="ja-JP" altLang="en-US" sz="1200" dirty="0"/>
              <a:t>    </a:t>
            </a:r>
            <a:r>
              <a:rPr lang="en-US" altLang="ja-JP" sz="1200" dirty="0"/>
              <a:t>}</a:t>
            </a:r>
            <a:r>
              <a:rPr lang="ja-JP" altLang="en-US" sz="1200" dirty="0"/>
              <a:t> </a:t>
            </a:r>
            <a:r>
              <a:rPr lang="en-US" altLang="ja-JP" sz="1200" dirty="0"/>
              <a:t>catch(</a:t>
            </a:r>
            <a:r>
              <a:rPr lang="en-US" altLang="ja-JP" sz="1200" dirty="0">
                <a:solidFill>
                  <a:schemeClr val="tx2"/>
                </a:solidFill>
                <a:sym typeface="MS Gothic"/>
              </a:rPr>
              <a:t>Exception</a:t>
            </a:r>
            <a:r>
              <a:rPr lang="en-US" altLang="ja-JP" sz="1200" dirty="0">
                <a:sym typeface="MS Gothic"/>
              </a:rPr>
              <a:t> e</a:t>
            </a:r>
            <a:r>
              <a:rPr lang="en-US" altLang="ja-JP" sz="1200" dirty="0">
                <a:latin typeface="+mn-ea"/>
                <a:cs typeface="MS Gothic"/>
                <a:sym typeface="MS Gothic"/>
              </a:rPr>
              <a:t>) {</a:t>
            </a:r>
          </a:p>
          <a:p>
            <a:pPr marL="96838" indent="0">
              <a:buNone/>
            </a:pPr>
            <a:r>
              <a:rPr lang="en-US" altLang="ja-JP" sz="1200" dirty="0"/>
              <a:t>      System.out.println(“</a:t>
            </a:r>
            <a:r>
              <a:rPr lang="en-US" altLang="ja-JP" sz="1200" dirty="0">
                <a:solidFill>
                  <a:schemeClr val="tx2"/>
                </a:solidFill>
              </a:rPr>
              <a:t>Exception</a:t>
            </a:r>
            <a:r>
              <a:rPr lang="en-US" altLang="ja-JP" sz="1200" dirty="0"/>
              <a:t>”);</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en-US" altLang="ja-JP" sz="1200" dirty="0"/>
              <a:t>}</a:t>
            </a:r>
          </a:p>
        </p:txBody>
      </p:sp>
      <p:sp>
        <p:nvSpPr>
          <p:cNvPr id="10" name="テキスト プレースホルダー 7">
            <a:extLst>
              <a:ext uri="{FF2B5EF4-FFF2-40B4-BE49-F238E27FC236}">
                <a16:creationId xmlns:a16="http://schemas.microsoft.com/office/drawing/2014/main" id="{2BDD1324-306A-4815-A8B2-871C05758FA6}"/>
              </a:ext>
            </a:extLst>
          </p:cNvPr>
          <p:cNvSpPr txBox="1">
            <a:spLocks/>
          </p:cNvSpPr>
          <p:nvPr/>
        </p:nvSpPr>
        <p:spPr>
          <a:xfrm>
            <a:off x="4641850" y="1150620"/>
            <a:ext cx="4037925" cy="36042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左記のように書き換えることで</a:t>
            </a:r>
            <a:endParaRPr lang="en-US" altLang="ja-JP" dirty="0"/>
          </a:p>
          <a:p>
            <a:pPr marL="96838" indent="0">
              <a:buFont typeface="Arial" panose="020B0604020202020204" pitchFamily="34" charset="0"/>
              <a:buNone/>
            </a:pPr>
            <a:r>
              <a:rPr lang="ja-JP" altLang="en-US" dirty="0"/>
              <a:t>到達不能コードによるコンパイルエラーを</a:t>
            </a:r>
            <a:endParaRPr lang="en-US" altLang="ja-JP" dirty="0"/>
          </a:p>
          <a:p>
            <a:pPr marL="96838" indent="0">
              <a:buFont typeface="Arial" panose="020B0604020202020204" pitchFamily="34" charset="0"/>
              <a:buNone/>
            </a:pPr>
            <a:r>
              <a:rPr lang="ja-JP" altLang="en-US" dirty="0"/>
              <a:t>回避することができます。</a:t>
            </a:r>
            <a:endParaRPr lang="en-US" altLang="ja-JP" dirty="0"/>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en-US" altLang="ja-JP" dirty="0"/>
              <a:t>catch</a:t>
            </a:r>
            <a:r>
              <a:rPr lang="ja-JP" altLang="en-US" dirty="0"/>
              <a:t>ブロックを複数記述する際は</a:t>
            </a:r>
            <a:endParaRPr lang="en-US" altLang="ja-JP" dirty="0"/>
          </a:p>
          <a:p>
            <a:pPr marL="96838" indent="0">
              <a:buFont typeface="Arial" panose="020B0604020202020204" pitchFamily="34" charset="0"/>
              <a:buNone/>
            </a:pPr>
            <a:r>
              <a:rPr lang="ja-JP" altLang="en-US" dirty="0"/>
              <a:t>順番に注意しましょう。</a:t>
            </a:r>
            <a:endParaRPr lang="en-US" altLang="ja-JP" dirty="0"/>
          </a:p>
        </p:txBody>
      </p:sp>
    </p:spTree>
    <p:extLst>
      <p:ext uri="{BB962C8B-B14F-4D97-AF65-F5344CB8AC3E}">
        <p14:creationId xmlns:p14="http://schemas.microsoft.com/office/powerpoint/2010/main" val="1118311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F6B60F6-E29A-496D-B572-DDFEC5B2D5BB}"/>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ECC356E8-8843-4405-AABC-551E152DC8EF}"/>
              </a:ext>
            </a:extLst>
          </p:cNvPr>
          <p:cNvSpPr>
            <a:spLocks noGrp="1"/>
          </p:cNvSpPr>
          <p:nvPr>
            <p:ph type="ctrTitle"/>
          </p:nvPr>
        </p:nvSpPr>
        <p:spPr/>
        <p:txBody>
          <a:bodyPr/>
          <a:lstStyle/>
          <a:p>
            <a:r>
              <a:rPr kumimoji="1" lang="ja-JP" altLang="en-US" dirty="0"/>
              <a:t>必ず行う処理</a:t>
            </a:r>
          </a:p>
        </p:txBody>
      </p:sp>
      <p:sp>
        <p:nvSpPr>
          <p:cNvPr id="4" name="スライド番号プレースホルダー 3">
            <a:extLst>
              <a:ext uri="{FF2B5EF4-FFF2-40B4-BE49-F238E27FC236}">
                <a16:creationId xmlns:a16="http://schemas.microsoft.com/office/drawing/2014/main" id="{C77C7B75-EB7B-4667-96CB-591EB994ADAE}"/>
              </a:ext>
            </a:extLst>
          </p:cNvPr>
          <p:cNvSpPr>
            <a:spLocks noGrp="1"/>
          </p:cNvSpPr>
          <p:nvPr>
            <p:ph type="sldNum" sz="quarter" idx="4"/>
          </p:nvPr>
        </p:nvSpPr>
        <p:spPr/>
        <p:txBody>
          <a:bodyPr/>
          <a:lstStyle/>
          <a:p>
            <a:fld id="{00000000-1234-1234-1234-123412341234}" type="slidenum">
              <a:rPr lang="en" smtClean="0"/>
              <a:pPr/>
              <a:t>15</a:t>
            </a:fld>
            <a:endParaRPr lang="en" dirty="0">
              <a:latin typeface="+mn-ea"/>
            </a:endParaRPr>
          </a:p>
        </p:txBody>
      </p:sp>
      <p:sp>
        <p:nvSpPr>
          <p:cNvPr id="5" name="テキスト プレースホルダー 4">
            <a:extLst>
              <a:ext uri="{FF2B5EF4-FFF2-40B4-BE49-F238E27FC236}">
                <a16:creationId xmlns:a16="http://schemas.microsoft.com/office/drawing/2014/main" id="{D759E5A2-08EB-410E-95CA-C15EEDD4ED0C}"/>
              </a:ext>
            </a:extLst>
          </p:cNvPr>
          <p:cNvSpPr>
            <a:spLocks noGrp="1"/>
          </p:cNvSpPr>
          <p:nvPr>
            <p:ph type="body" sz="quarter" idx="14"/>
          </p:nvPr>
        </p:nvSpPr>
        <p:spPr>
          <a:xfrm>
            <a:off x="4571999" y="1864467"/>
            <a:ext cx="4107775" cy="2838162"/>
          </a:xfrm>
        </p:spPr>
        <p:txBody>
          <a:bodyPr/>
          <a:lstStyle/>
          <a:p>
            <a:pPr marL="96838" indent="0">
              <a:buNone/>
            </a:pPr>
            <a:r>
              <a:rPr kumimoji="1" lang="ja-JP" altLang="en-US" dirty="0"/>
              <a:t>プログラムを作成していると</a:t>
            </a:r>
            <a:br>
              <a:rPr lang="en-US" altLang="ja-JP" dirty="0"/>
            </a:br>
            <a:r>
              <a:rPr kumimoji="1" lang="ja-JP" altLang="en-US" dirty="0">
                <a:solidFill>
                  <a:schemeClr val="tx2"/>
                </a:solidFill>
              </a:rPr>
              <a:t>どんな状況でも必ず行わなければいけない処理</a:t>
            </a:r>
            <a:br>
              <a:rPr lang="en-US" altLang="ja-JP" dirty="0">
                <a:solidFill>
                  <a:schemeClr val="tx2"/>
                </a:solidFill>
              </a:rPr>
            </a:br>
            <a:r>
              <a:rPr kumimoji="1" lang="ja-JP" altLang="en-US" dirty="0"/>
              <a:t>というものが出てきます。</a:t>
            </a:r>
            <a:br>
              <a:rPr lang="en-US" altLang="ja-JP" dirty="0"/>
            </a:br>
            <a:br>
              <a:rPr lang="en-US" altLang="ja-JP" dirty="0"/>
            </a:br>
            <a:r>
              <a:rPr kumimoji="1" lang="ja-JP" altLang="en-US" dirty="0"/>
              <a:t>例えば、ファイル書きこみ処理における</a:t>
            </a:r>
            <a:br>
              <a:rPr lang="en-US" altLang="ja-JP" dirty="0"/>
            </a:br>
            <a:r>
              <a:rPr kumimoji="1" lang="ja-JP" altLang="en-US" dirty="0"/>
              <a:t>ファイルを閉じる処理です。</a:t>
            </a:r>
            <a:br>
              <a:rPr lang="en-US" altLang="ja-JP" dirty="0"/>
            </a:br>
            <a:br>
              <a:rPr lang="en-US" altLang="ja-JP" dirty="0"/>
            </a:br>
            <a:r>
              <a:rPr lang="ja-JP" altLang="en-US" dirty="0"/>
              <a:t>正常処理、例外処理どちらだったとしても</a:t>
            </a:r>
            <a:br>
              <a:rPr lang="en-US" altLang="ja-JP" dirty="0"/>
            </a:br>
            <a:r>
              <a:rPr lang="ja-JP" altLang="en-US" dirty="0"/>
              <a:t>ファイルを閉じる処理は最終的に行います。</a:t>
            </a:r>
            <a:br>
              <a:rPr lang="en-US" altLang="ja-JP" dirty="0"/>
            </a:br>
            <a:br>
              <a:rPr lang="en-US" altLang="ja-JP" dirty="0"/>
            </a:br>
            <a:r>
              <a:rPr lang="ja-JP" altLang="en-US" dirty="0"/>
              <a:t>左記の記述では「ファイルを閉じる」</a:t>
            </a:r>
            <a:br>
              <a:rPr lang="en-US" altLang="ja-JP" dirty="0"/>
            </a:br>
            <a:r>
              <a:rPr lang="ja-JP" altLang="en-US" dirty="0"/>
              <a:t>という処理が冗長になっていますね。</a:t>
            </a:r>
          </a:p>
          <a:p>
            <a:pPr marL="96838" indent="0">
              <a:buNone/>
            </a:pPr>
            <a:endParaRPr kumimoji="1" lang="ja-JP" altLang="en-US" dirty="0"/>
          </a:p>
          <a:p>
            <a:pPr marL="96838" indent="0">
              <a:buNone/>
            </a:pPr>
            <a:endParaRPr kumimoji="1" lang="ja-JP" altLang="en-US" dirty="0"/>
          </a:p>
        </p:txBody>
      </p:sp>
      <p:sp>
        <p:nvSpPr>
          <p:cNvPr id="6" name="テキスト プレースホルダー 5">
            <a:extLst>
              <a:ext uri="{FF2B5EF4-FFF2-40B4-BE49-F238E27FC236}">
                <a16:creationId xmlns:a16="http://schemas.microsoft.com/office/drawing/2014/main" id="{A574298E-A5CC-409E-906C-5DD862FE564A}"/>
              </a:ext>
            </a:extLst>
          </p:cNvPr>
          <p:cNvSpPr>
            <a:spLocks noGrp="1"/>
          </p:cNvSpPr>
          <p:nvPr>
            <p:ph type="body" sz="quarter" idx="15"/>
          </p:nvPr>
        </p:nvSpPr>
        <p:spPr>
          <a:xfrm>
            <a:off x="463549" y="1023814"/>
            <a:ext cx="7177471" cy="715609"/>
          </a:xfrm>
        </p:spPr>
        <p:txBody>
          <a:bodyPr/>
          <a:lstStyle/>
          <a:p>
            <a:r>
              <a:rPr kumimoji="1" lang="ja-JP" altLang="en-US" dirty="0"/>
              <a:t>必ず行う処理を記述する際に用いるのは</a:t>
            </a:r>
            <a:r>
              <a:rPr kumimoji="1" lang="en-US" altLang="ja-JP" dirty="0">
                <a:solidFill>
                  <a:schemeClr val="tx2"/>
                </a:solidFill>
              </a:rPr>
              <a:t>finally</a:t>
            </a:r>
            <a:r>
              <a:rPr kumimoji="1" lang="ja-JP" altLang="en-US" dirty="0">
                <a:solidFill>
                  <a:schemeClr val="tx2"/>
                </a:solidFill>
              </a:rPr>
              <a:t>句</a:t>
            </a:r>
          </a:p>
        </p:txBody>
      </p:sp>
      <p:sp>
        <p:nvSpPr>
          <p:cNvPr id="7" name="テキスト プレースホルダー 6">
            <a:extLst>
              <a:ext uri="{FF2B5EF4-FFF2-40B4-BE49-F238E27FC236}">
                <a16:creationId xmlns:a16="http://schemas.microsoft.com/office/drawing/2014/main" id="{75E14179-D342-47CD-B8D4-6C9C100FF34F}"/>
              </a:ext>
            </a:extLst>
          </p:cNvPr>
          <p:cNvSpPr>
            <a:spLocks noGrp="1"/>
          </p:cNvSpPr>
          <p:nvPr>
            <p:ph type="body" sz="quarter" idx="16"/>
          </p:nvPr>
        </p:nvSpPr>
        <p:spPr/>
        <p:txBody>
          <a:bodyPr/>
          <a:lstStyle/>
          <a:p>
            <a:endParaRPr kumimoji="1" lang="ja-JP" altLang="en-US"/>
          </a:p>
        </p:txBody>
      </p:sp>
      <p:sp>
        <p:nvSpPr>
          <p:cNvPr id="9" name="Google Shape;173;p21">
            <a:extLst>
              <a:ext uri="{FF2B5EF4-FFF2-40B4-BE49-F238E27FC236}">
                <a16:creationId xmlns:a16="http://schemas.microsoft.com/office/drawing/2014/main" id="{201B2836-6CC9-4371-AB79-98A2322D4FA4}"/>
              </a:ext>
            </a:extLst>
          </p:cNvPr>
          <p:cNvSpPr/>
          <p:nvPr/>
        </p:nvSpPr>
        <p:spPr>
          <a:xfrm>
            <a:off x="462875" y="1864466"/>
            <a:ext cx="4107775" cy="2838163"/>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altLang="ja-JP" sz="1400" dirty="0">
                <a:solidFill>
                  <a:schemeClr val="dk1"/>
                </a:solidFill>
                <a:cs typeface="MS Gothic"/>
                <a:sym typeface="MS Gothic"/>
              </a:rPr>
              <a:t>try {</a:t>
            </a:r>
          </a:p>
          <a:p>
            <a:pPr marL="0" marR="0" lvl="0" indent="0" algn="l" rtl="0">
              <a:lnSpc>
                <a:spcPct val="150000"/>
              </a:lnSpc>
              <a:spcBef>
                <a:spcPts val="0"/>
              </a:spcBef>
              <a:spcAft>
                <a:spcPts val="0"/>
              </a:spcAft>
              <a:buNone/>
            </a:pP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ファイルを開く</a:t>
            </a:r>
            <a:endParaRPr lang="en-US" altLang="ja-JP" sz="1400" dirty="0">
              <a:solidFill>
                <a:schemeClr val="dk1"/>
              </a:solidFill>
              <a:cs typeface="MS Gothic"/>
              <a:sym typeface="MS Gothic"/>
            </a:endParaRPr>
          </a:p>
          <a:p>
            <a:pPr marL="0" marR="0" lvl="0" indent="0" algn="l" rtl="0">
              <a:lnSpc>
                <a:spcPct val="150000"/>
              </a:lnSpc>
              <a:spcBef>
                <a:spcPts val="0"/>
              </a:spcBef>
              <a:spcAft>
                <a:spcPts val="0"/>
              </a:spcAft>
              <a:buNone/>
            </a:pP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ファイルを書きこむ</a:t>
            </a:r>
            <a:endParaRPr lang="en-US" altLang="ja-JP" sz="1400" dirty="0">
              <a:solidFill>
                <a:schemeClr val="dk1"/>
              </a:solidFill>
              <a:cs typeface="MS Gothic"/>
              <a:sym typeface="MS Gothic"/>
            </a:endParaRPr>
          </a:p>
          <a:p>
            <a:pPr marL="0" marR="0" lvl="0" indent="0" algn="l" rtl="0">
              <a:lnSpc>
                <a:spcPct val="150000"/>
              </a:lnSpc>
              <a:spcBef>
                <a:spcPts val="0"/>
              </a:spcBef>
              <a:spcAft>
                <a:spcPts val="0"/>
              </a:spcAft>
              <a:buNone/>
            </a:pP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ファイルを閉じる</a:t>
            </a:r>
            <a:endParaRPr lang="en-US" altLang="ja-JP" sz="1400" dirty="0">
              <a:solidFill>
                <a:schemeClr val="dk1"/>
              </a:solidFill>
              <a:cs typeface="MS Gothic"/>
              <a:sym typeface="MS Gothic"/>
            </a:endParaRPr>
          </a:p>
          <a:p>
            <a:pPr marL="0" marR="0" lvl="0" indent="0" algn="l" rtl="0">
              <a:lnSpc>
                <a:spcPct val="150000"/>
              </a:lnSpc>
              <a:spcBef>
                <a:spcPts val="0"/>
              </a:spcBef>
              <a:spcAft>
                <a:spcPts val="0"/>
              </a:spcAft>
              <a:buNone/>
            </a:pPr>
            <a:r>
              <a:rPr lang="en-US" altLang="ja-JP" sz="1400" dirty="0">
                <a:solidFill>
                  <a:schemeClr val="dk1"/>
                </a:solidFill>
                <a:cs typeface="MS Gothic"/>
                <a:sym typeface="MS Gothic"/>
              </a:rPr>
              <a:t>} catch(Exception e) {</a:t>
            </a:r>
          </a:p>
          <a:p>
            <a:pPr marL="0" marR="0" lvl="0" indent="0" algn="l" rtl="0">
              <a:lnSpc>
                <a:spcPct val="150000"/>
              </a:lnSpc>
              <a:spcBef>
                <a:spcPts val="0"/>
              </a:spcBef>
              <a:spcAft>
                <a:spcPts val="0"/>
              </a:spcAft>
              <a:buNone/>
            </a:pP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例外メッセージ表示</a:t>
            </a:r>
            <a:endParaRPr lang="en-US" altLang="ja-JP" sz="1400" dirty="0">
              <a:solidFill>
                <a:schemeClr val="dk1"/>
              </a:solidFill>
              <a:cs typeface="MS Gothic"/>
              <a:sym typeface="MS Gothic"/>
            </a:endParaRPr>
          </a:p>
          <a:p>
            <a:pPr marL="0" marR="0" lvl="0" indent="0" algn="l" rtl="0">
              <a:lnSpc>
                <a:spcPct val="150000"/>
              </a:lnSpc>
              <a:spcBef>
                <a:spcPts val="0"/>
              </a:spcBef>
              <a:spcAft>
                <a:spcPts val="0"/>
              </a:spcAft>
              <a:buNone/>
            </a:pP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ファイルを閉じる</a:t>
            </a:r>
            <a:endParaRPr lang="en-US" altLang="ja-JP" sz="1400" dirty="0">
              <a:solidFill>
                <a:schemeClr val="dk1"/>
              </a:solidFill>
              <a:cs typeface="MS Gothic"/>
              <a:sym typeface="MS Gothic"/>
            </a:endParaRPr>
          </a:p>
          <a:p>
            <a:pPr marL="0" marR="0" lvl="0" indent="0" algn="l" rtl="0">
              <a:lnSpc>
                <a:spcPct val="150000"/>
              </a:lnSpc>
              <a:spcBef>
                <a:spcPts val="0"/>
              </a:spcBef>
              <a:spcAft>
                <a:spcPts val="0"/>
              </a:spcAft>
              <a:buNone/>
            </a:pPr>
            <a:r>
              <a:rPr lang="en-US" altLang="ja-JP" sz="1400" dirty="0">
                <a:solidFill>
                  <a:schemeClr val="dk1"/>
                </a:solidFill>
                <a:cs typeface="MS Gothic"/>
                <a:sym typeface="MS Gothic"/>
              </a:rPr>
              <a:t>}</a:t>
            </a:r>
            <a:endParaRPr lang="en-US" sz="1400" dirty="0">
              <a:solidFill>
                <a:schemeClr val="dk1"/>
              </a:solidFill>
              <a:cs typeface="MS Gothic"/>
              <a:sym typeface="MS Gothic"/>
            </a:endParaRPr>
          </a:p>
        </p:txBody>
      </p:sp>
      <p:sp>
        <p:nvSpPr>
          <p:cNvPr id="10" name="Google Shape;209;p24">
            <a:extLst>
              <a:ext uri="{FF2B5EF4-FFF2-40B4-BE49-F238E27FC236}">
                <a16:creationId xmlns:a16="http://schemas.microsoft.com/office/drawing/2014/main" id="{C561D42E-DEC1-4956-B53B-032E9682906A}"/>
              </a:ext>
            </a:extLst>
          </p:cNvPr>
          <p:cNvSpPr/>
          <p:nvPr/>
        </p:nvSpPr>
        <p:spPr>
          <a:xfrm>
            <a:off x="667908" y="2571750"/>
            <a:ext cx="1958414" cy="288032"/>
          </a:xfrm>
          <a:prstGeom prst="rect">
            <a:avLst/>
          </a:prstGeom>
          <a:solidFill>
            <a:srgbClr val="0070C0">
              <a:alpha val="29803"/>
            </a:srgbClr>
          </a:solidFill>
          <a:ln w="127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1" name="Google Shape;210;p24">
            <a:extLst>
              <a:ext uri="{FF2B5EF4-FFF2-40B4-BE49-F238E27FC236}">
                <a16:creationId xmlns:a16="http://schemas.microsoft.com/office/drawing/2014/main" id="{E3084AAE-3551-4CF7-B04A-684E822C90B3}"/>
              </a:ext>
            </a:extLst>
          </p:cNvPr>
          <p:cNvSpPr/>
          <p:nvPr/>
        </p:nvSpPr>
        <p:spPr>
          <a:xfrm>
            <a:off x="667908" y="2915463"/>
            <a:ext cx="1958414" cy="288032"/>
          </a:xfrm>
          <a:prstGeom prst="rect">
            <a:avLst/>
          </a:prstGeom>
          <a:solidFill>
            <a:srgbClr val="FFC000">
              <a:alpha val="29803"/>
            </a:srgbClr>
          </a:solidFill>
          <a:ln w="127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2" name="Google Shape;211;p24">
            <a:extLst>
              <a:ext uri="{FF2B5EF4-FFF2-40B4-BE49-F238E27FC236}">
                <a16:creationId xmlns:a16="http://schemas.microsoft.com/office/drawing/2014/main" id="{5D69D241-0CC4-4D91-BC6B-DF8E855CCCAE}"/>
              </a:ext>
            </a:extLst>
          </p:cNvPr>
          <p:cNvSpPr/>
          <p:nvPr/>
        </p:nvSpPr>
        <p:spPr>
          <a:xfrm>
            <a:off x="667908" y="3852279"/>
            <a:ext cx="1958414" cy="288032"/>
          </a:xfrm>
          <a:prstGeom prst="rect">
            <a:avLst/>
          </a:prstGeom>
          <a:solidFill>
            <a:srgbClr val="C00000">
              <a:alpha val="29803"/>
            </a:srgbClr>
          </a:solidFill>
          <a:ln w="127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cxnSp>
        <p:nvCxnSpPr>
          <p:cNvPr id="17" name="Google Shape;212;p24">
            <a:extLst>
              <a:ext uri="{FF2B5EF4-FFF2-40B4-BE49-F238E27FC236}">
                <a16:creationId xmlns:a16="http://schemas.microsoft.com/office/drawing/2014/main" id="{B5CF6235-6F7D-4BE0-AC1D-B8B7EE56E551}"/>
              </a:ext>
            </a:extLst>
          </p:cNvPr>
          <p:cNvCxnSpPr>
            <a:cxnSpLocks/>
            <a:stCxn id="10" idx="3"/>
            <a:endCxn id="11" idx="3"/>
          </p:cNvCxnSpPr>
          <p:nvPr/>
        </p:nvCxnSpPr>
        <p:spPr>
          <a:xfrm>
            <a:off x="2626322" y="2715766"/>
            <a:ext cx="12700" cy="343713"/>
          </a:xfrm>
          <a:prstGeom prst="bentConnector3">
            <a:avLst>
              <a:gd name="adj1" fmla="val 4290228"/>
            </a:avLst>
          </a:prstGeom>
          <a:noFill/>
          <a:ln w="38100" cap="flat" cmpd="sng">
            <a:solidFill>
              <a:srgbClr val="F4C000"/>
            </a:solidFill>
            <a:prstDash val="solid"/>
            <a:round/>
            <a:headEnd type="none" w="sm" len="sm"/>
            <a:tailEnd type="triangle" w="med" len="med"/>
          </a:ln>
        </p:spPr>
      </p:cxnSp>
      <p:cxnSp>
        <p:nvCxnSpPr>
          <p:cNvPr id="13" name="Google Shape;214;p24">
            <a:extLst>
              <a:ext uri="{FF2B5EF4-FFF2-40B4-BE49-F238E27FC236}">
                <a16:creationId xmlns:a16="http://schemas.microsoft.com/office/drawing/2014/main" id="{698BA43A-3EA4-43EE-A87D-2B96E3411F88}"/>
              </a:ext>
            </a:extLst>
          </p:cNvPr>
          <p:cNvCxnSpPr>
            <a:cxnSpLocks/>
            <a:stCxn id="10" idx="3"/>
            <a:endCxn id="12" idx="3"/>
          </p:cNvCxnSpPr>
          <p:nvPr/>
        </p:nvCxnSpPr>
        <p:spPr>
          <a:xfrm>
            <a:off x="2626322" y="2715766"/>
            <a:ext cx="12700" cy="1280529"/>
          </a:xfrm>
          <a:prstGeom prst="bentConnector3">
            <a:avLst>
              <a:gd name="adj1" fmla="val 12031575"/>
            </a:avLst>
          </a:prstGeom>
          <a:noFill/>
          <a:ln w="38100" cap="flat" cmpd="sng">
            <a:solidFill>
              <a:srgbClr val="FF0000"/>
            </a:solidFill>
            <a:prstDash val="solid"/>
            <a:round/>
            <a:headEnd type="none" w="sm" len="sm"/>
            <a:tailEnd type="triangle" w="med" len="med"/>
          </a:ln>
        </p:spPr>
      </p:cxnSp>
      <p:sp>
        <p:nvSpPr>
          <p:cNvPr id="22" name="Google Shape;213;p24">
            <a:extLst>
              <a:ext uri="{FF2B5EF4-FFF2-40B4-BE49-F238E27FC236}">
                <a16:creationId xmlns:a16="http://schemas.microsoft.com/office/drawing/2014/main" id="{D71CF92C-860B-4562-9438-AF36A008F1AD}"/>
              </a:ext>
            </a:extLst>
          </p:cNvPr>
          <p:cNvSpPr/>
          <p:nvPr/>
        </p:nvSpPr>
        <p:spPr>
          <a:xfrm>
            <a:off x="2755441" y="3077900"/>
            <a:ext cx="1210589" cy="278130"/>
          </a:xfrm>
          <a:prstGeom prst="rect">
            <a:avLst/>
          </a:prstGeom>
          <a:noFill/>
          <a:ln>
            <a:noFill/>
          </a:ln>
        </p:spPr>
        <p:txBody>
          <a:bodyPr spcFirstLastPara="1" wrap="square" lIns="91425" tIns="45700" rIns="91425" bIns="45700" anchor="ctr" anchorCtr="0">
            <a:noAutofit/>
          </a:bodyPr>
          <a:lstStyle/>
          <a:p>
            <a:pPr marL="0" marR="0" lvl="0" indent="0" rtl="0">
              <a:spcBef>
                <a:spcPts val="0"/>
              </a:spcBef>
              <a:spcAft>
                <a:spcPts val="0"/>
              </a:spcAft>
              <a:buNone/>
            </a:pPr>
            <a:r>
              <a:rPr lang="en-US" sz="1400" dirty="0">
                <a:solidFill>
                  <a:schemeClr val="accent4"/>
                </a:solidFill>
                <a:latin typeface="+mn-ea"/>
                <a:cs typeface="Meiryo"/>
                <a:sym typeface="Meiryo"/>
              </a:rPr>
              <a:t>正常処理</a:t>
            </a:r>
            <a:endParaRPr sz="1200" dirty="0">
              <a:solidFill>
                <a:schemeClr val="accent4"/>
              </a:solidFill>
              <a:latin typeface="+mn-ea"/>
            </a:endParaRPr>
          </a:p>
        </p:txBody>
      </p:sp>
      <p:sp>
        <p:nvSpPr>
          <p:cNvPr id="23" name="Google Shape;213;p24">
            <a:extLst>
              <a:ext uri="{FF2B5EF4-FFF2-40B4-BE49-F238E27FC236}">
                <a16:creationId xmlns:a16="http://schemas.microsoft.com/office/drawing/2014/main" id="{DEDE474C-EF8B-4A34-B5E8-457C3DBD097C}"/>
              </a:ext>
            </a:extLst>
          </p:cNvPr>
          <p:cNvSpPr/>
          <p:nvPr/>
        </p:nvSpPr>
        <p:spPr>
          <a:xfrm>
            <a:off x="3733855" y="4008121"/>
            <a:ext cx="1210589" cy="278130"/>
          </a:xfrm>
          <a:prstGeom prst="rect">
            <a:avLst/>
          </a:prstGeom>
          <a:noFill/>
          <a:ln>
            <a:noFill/>
          </a:ln>
        </p:spPr>
        <p:txBody>
          <a:bodyPr spcFirstLastPara="1" wrap="square" lIns="91425" tIns="45700" rIns="91425" bIns="45700" anchor="ctr" anchorCtr="0">
            <a:noAutofit/>
          </a:bodyPr>
          <a:lstStyle/>
          <a:p>
            <a:pPr marL="0" marR="0" lvl="0" indent="0" rtl="0">
              <a:spcBef>
                <a:spcPts val="0"/>
              </a:spcBef>
              <a:spcAft>
                <a:spcPts val="0"/>
              </a:spcAft>
              <a:buNone/>
            </a:pPr>
            <a:r>
              <a:rPr lang="ja-JP" altLang="en-US" sz="1400" dirty="0">
                <a:solidFill>
                  <a:schemeClr val="tx2"/>
                </a:solidFill>
                <a:latin typeface="+mn-ea"/>
                <a:sym typeface="Meiryo"/>
              </a:rPr>
              <a:t>例外発生</a:t>
            </a:r>
            <a:endParaRPr sz="1200" dirty="0">
              <a:solidFill>
                <a:schemeClr val="tx2"/>
              </a:solidFill>
              <a:latin typeface="+mn-ea"/>
            </a:endParaRPr>
          </a:p>
        </p:txBody>
      </p:sp>
    </p:spTree>
    <p:extLst>
      <p:ext uri="{BB962C8B-B14F-4D97-AF65-F5344CB8AC3E}">
        <p14:creationId xmlns:p14="http://schemas.microsoft.com/office/powerpoint/2010/main" val="4232040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F6B60F6-E29A-496D-B572-DDFEC5B2D5BB}"/>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ECC356E8-8843-4405-AABC-551E152DC8EF}"/>
              </a:ext>
            </a:extLst>
          </p:cNvPr>
          <p:cNvSpPr>
            <a:spLocks noGrp="1"/>
          </p:cNvSpPr>
          <p:nvPr>
            <p:ph type="ctrTitle"/>
          </p:nvPr>
        </p:nvSpPr>
        <p:spPr/>
        <p:txBody>
          <a:bodyPr/>
          <a:lstStyle/>
          <a:p>
            <a:r>
              <a:rPr kumimoji="1" lang="ja-JP" altLang="en-US" dirty="0"/>
              <a:t>必ず行う処理</a:t>
            </a:r>
          </a:p>
        </p:txBody>
      </p:sp>
      <p:sp>
        <p:nvSpPr>
          <p:cNvPr id="4" name="スライド番号プレースホルダー 3">
            <a:extLst>
              <a:ext uri="{FF2B5EF4-FFF2-40B4-BE49-F238E27FC236}">
                <a16:creationId xmlns:a16="http://schemas.microsoft.com/office/drawing/2014/main" id="{C77C7B75-EB7B-4667-96CB-591EB994ADAE}"/>
              </a:ext>
            </a:extLst>
          </p:cNvPr>
          <p:cNvSpPr>
            <a:spLocks noGrp="1"/>
          </p:cNvSpPr>
          <p:nvPr>
            <p:ph type="sldNum" sz="quarter" idx="4"/>
          </p:nvPr>
        </p:nvSpPr>
        <p:spPr/>
        <p:txBody>
          <a:bodyPr/>
          <a:lstStyle/>
          <a:p>
            <a:fld id="{00000000-1234-1234-1234-123412341234}" type="slidenum">
              <a:rPr lang="en" smtClean="0"/>
              <a:pPr/>
              <a:t>16</a:t>
            </a:fld>
            <a:endParaRPr lang="en" dirty="0">
              <a:latin typeface="+mn-ea"/>
            </a:endParaRPr>
          </a:p>
        </p:txBody>
      </p:sp>
      <p:sp>
        <p:nvSpPr>
          <p:cNvPr id="5" name="テキスト プレースホルダー 4">
            <a:extLst>
              <a:ext uri="{FF2B5EF4-FFF2-40B4-BE49-F238E27FC236}">
                <a16:creationId xmlns:a16="http://schemas.microsoft.com/office/drawing/2014/main" id="{D759E5A2-08EB-410E-95CA-C15EEDD4ED0C}"/>
              </a:ext>
            </a:extLst>
          </p:cNvPr>
          <p:cNvSpPr>
            <a:spLocks noGrp="1"/>
          </p:cNvSpPr>
          <p:nvPr>
            <p:ph type="body" sz="quarter" idx="14"/>
          </p:nvPr>
        </p:nvSpPr>
        <p:spPr>
          <a:xfrm>
            <a:off x="4570650" y="1197579"/>
            <a:ext cx="4107775" cy="2838162"/>
          </a:xfrm>
        </p:spPr>
        <p:txBody>
          <a:bodyPr/>
          <a:lstStyle/>
          <a:p>
            <a:pPr marL="96838" indent="0">
              <a:buFont typeface="Arial" panose="020B0604020202020204" pitchFamily="34" charset="0"/>
              <a:buNone/>
            </a:pPr>
            <a:r>
              <a:rPr kumimoji="1" lang="ja-JP" altLang="en-US" dirty="0"/>
              <a:t>前ページのように</a:t>
            </a:r>
            <a:br>
              <a:rPr lang="en-US" altLang="ja-JP" dirty="0"/>
            </a:br>
            <a:r>
              <a:rPr kumimoji="1" lang="ja-JP" altLang="en-US" dirty="0"/>
              <a:t>必ず行わないといけない処理がある場合、</a:t>
            </a:r>
            <a:br>
              <a:rPr kumimoji="1" lang="en-US" altLang="ja-JP" dirty="0"/>
            </a:br>
            <a:r>
              <a:rPr kumimoji="1" lang="en-US" altLang="ja-JP" dirty="0">
                <a:solidFill>
                  <a:schemeClr val="tx2"/>
                </a:solidFill>
              </a:rPr>
              <a:t>finally</a:t>
            </a:r>
            <a:r>
              <a:rPr kumimoji="1" lang="ja-JP" altLang="en-US" dirty="0">
                <a:solidFill>
                  <a:schemeClr val="tx2"/>
                </a:solidFill>
              </a:rPr>
              <a:t>句</a:t>
            </a:r>
            <a:r>
              <a:rPr kumimoji="1" lang="ja-JP" altLang="en-US" dirty="0"/>
              <a:t>を使うことで実現できます。</a:t>
            </a:r>
            <a:br>
              <a:rPr lang="en-US" altLang="ja-JP" dirty="0"/>
            </a:br>
            <a:br>
              <a:rPr lang="en-US" altLang="ja-JP" dirty="0"/>
            </a:br>
            <a:r>
              <a:rPr lang="ja-JP" altLang="en-US" dirty="0"/>
              <a:t>左記のように記述することで、</a:t>
            </a:r>
            <a:br>
              <a:rPr lang="en-US" altLang="ja-JP" dirty="0"/>
            </a:br>
            <a:r>
              <a:rPr lang="ja-JP" altLang="en-US" dirty="0"/>
              <a:t>処理の流れも見やすくなり、</a:t>
            </a:r>
            <a:br>
              <a:rPr lang="en-US" altLang="ja-JP" dirty="0"/>
            </a:br>
            <a:r>
              <a:rPr lang="ja-JP" altLang="en-US" dirty="0"/>
              <a:t>処理し忘れも防止できます。</a:t>
            </a:r>
            <a:br>
              <a:rPr lang="en-US" altLang="ja-JP" dirty="0"/>
            </a:br>
            <a:br>
              <a:rPr lang="en-US" altLang="ja-JP" dirty="0"/>
            </a:br>
            <a:r>
              <a:rPr lang="ja-JP" altLang="en-US" dirty="0"/>
              <a:t>他にもデータベース接続、</a:t>
            </a:r>
            <a:br>
              <a:rPr lang="en-US" altLang="ja-JP" dirty="0"/>
            </a:br>
            <a:r>
              <a:rPr lang="ja-JP" altLang="en-US" dirty="0"/>
              <a:t>ネットワーク接続などの処理においても</a:t>
            </a:r>
            <a:br>
              <a:rPr lang="en-US" altLang="ja-JP" dirty="0"/>
            </a:br>
            <a:r>
              <a:rPr lang="ja-JP" altLang="en-US" dirty="0"/>
              <a:t>必ず行わなくてはいけない処理があるため、</a:t>
            </a:r>
            <a:br>
              <a:rPr lang="en-US" altLang="ja-JP" dirty="0"/>
            </a:br>
            <a:r>
              <a:rPr lang="ja-JP" altLang="en-US" dirty="0"/>
              <a:t>そういった場面で使われます。</a:t>
            </a:r>
          </a:p>
          <a:p>
            <a:pPr marL="96838" indent="0">
              <a:buNone/>
            </a:pPr>
            <a:endParaRPr kumimoji="1" lang="ja-JP" altLang="en-US" dirty="0"/>
          </a:p>
        </p:txBody>
      </p:sp>
      <p:sp>
        <p:nvSpPr>
          <p:cNvPr id="9" name="Google Shape;173;p21">
            <a:extLst>
              <a:ext uri="{FF2B5EF4-FFF2-40B4-BE49-F238E27FC236}">
                <a16:creationId xmlns:a16="http://schemas.microsoft.com/office/drawing/2014/main" id="{201B2836-6CC9-4371-AB79-98A2322D4FA4}"/>
              </a:ext>
            </a:extLst>
          </p:cNvPr>
          <p:cNvSpPr/>
          <p:nvPr/>
        </p:nvSpPr>
        <p:spPr>
          <a:xfrm>
            <a:off x="462875" y="1197578"/>
            <a:ext cx="4107775" cy="2838163"/>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altLang="ja-JP" sz="1400" dirty="0">
                <a:solidFill>
                  <a:schemeClr val="dk1"/>
                </a:solidFill>
                <a:cs typeface="MS Gothic"/>
                <a:sym typeface="MS Gothic"/>
              </a:rPr>
              <a:t>try {</a:t>
            </a:r>
          </a:p>
          <a:p>
            <a:pPr marL="0" marR="0" lvl="0" indent="0" algn="l" rtl="0">
              <a:lnSpc>
                <a:spcPct val="150000"/>
              </a:lnSpc>
              <a:spcBef>
                <a:spcPts val="0"/>
              </a:spcBef>
              <a:spcAft>
                <a:spcPts val="0"/>
              </a:spcAft>
              <a:buNone/>
            </a:pP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ファイルを開く</a:t>
            </a:r>
            <a:endParaRPr lang="en-US" altLang="ja-JP" sz="1400" dirty="0">
              <a:solidFill>
                <a:schemeClr val="dk1"/>
              </a:solidFill>
              <a:cs typeface="MS Gothic"/>
              <a:sym typeface="MS Gothic"/>
            </a:endParaRPr>
          </a:p>
          <a:p>
            <a:pPr marL="0" marR="0" lvl="0" indent="0" algn="l" rtl="0">
              <a:lnSpc>
                <a:spcPct val="150000"/>
              </a:lnSpc>
              <a:spcBef>
                <a:spcPts val="0"/>
              </a:spcBef>
              <a:spcAft>
                <a:spcPts val="0"/>
              </a:spcAft>
              <a:buNone/>
            </a:pP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ファイルを書きこむ</a:t>
            </a:r>
            <a:endParaRPr lang="en-US" altLang="ja-JP" sz="1400" dirty="0">
              <a:solidFill>
                <a:schemeClr val="dk1"/>
              </a:solidFill>
              <a:cs typeface="MS Gothic"/>
              <a:sym typeface="MS Gothic"/>
            </a:endParaRPr>
          </a:p>
          <a:p>
            <a:pPr marL="0" marR="0" lvl="0" indent="0" algn="l" rtl="0">
              <a:lnSpc>
                <a:spcPct val="150000"/>
              </a:lnSpc>
              <a:spcBef>
                <a:spcPts val="0"/>
              </a:spcBef>
              <a:spcAft>
                <a:spcPts val="0"/>
              </a:spcAft>
              <a:buNone/>
            </a:pPr>
            <a:r>
              <a:rPr lang="en-US" altLang="ja-JP" sz="1400" dirty="0">
                <a:solidFill>
                  <a:schemeClr val="dk1"/>
                </a:solidFill>
                <a:cs typeface="MS Gothic"/>
                <a:sym typeface="MS Gothic"/>
              </a:rPr>
              <a:t>} catch(Exception e) {</a:t>
            </a:r>
          </a:p>
          <a:p>
            <a:pPr marL="0" marR="0" lvl="0" indent="0" algn="l" rtl="0">
              <a:lnSpc>
                <a:spcPct val="150000"/>
              </a:lnSpc>
              <a:spcBef>
                <a:spcPts val="0"/>
              </a:spcBef>
              <a:spcAft>
                <a:spcPts val="0"/>
              </a:spcAft>
              <a:buNone/>
            </a:pP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例外メッセージ表示</a:t>
            </a:r>
            <a:endParaRPr lang="en-US" altLang="ja-JP" sz="1400" dirty="0">
              <a:solidFill>
                <a:schemeClr val="dk1"/>
              </a:solidFill>
              <a:cs typeface="MS Gothic"/>
              <a:sym typeface="MS Gothic"/>
            </a:endParaRPr>
          </a:p>
          <a:p>
            <a:pPr marL="0" marR="0" lvl="0" indent="0" algn="l" rtl="0">
              <a:lnSpc>
                <a:spcPct val="150000"/>
              </a:lnSpc>
              <a:spcBef>
                <a:spcPts val="0"/>
              </a:spcBef>
              <a:spcAft>
                <a:spcPts val="0"/>
              </a:spcAft>
              <a:buNone/>
            </a:pPr>
            <a:r>
              <a:rPr lang="en-US" altLang="ja-JP" sz="1400" dirty="0">
                <a:solidFill>
                  <a:schemeClr val="dk1"/>
                </a:solidFill>
                <a:cs typeface="MS Gothic"/>
                <a:sym typeface="MS Gothic"/>
              </a:rPr>
              <a:t>} finally {</a:t>
            </a:r>
          </a:p>
          <a:p>
            <a:pPr marL="0" marR="0" lvl="0" indent="0" algn="l" rtl="0">
              <a:lnSpc>
                <a:spcPct val="150000"/>
              </a:lnSpc>
              <a:spcBef>
                <a:spcPts val="0"/>
              </a:spcBef>
              <a:spcAft>
                <a:spcPts val="0"/>
              </a:spcAft>
              <a:buNone/>
            </a:pPr>
            <a:r>
              <a:rPr lang="en-US" sz="1400" dirty="0">
                <a:solidFill>
                  <a:schemeClr val="dk1"/>
                </a:solidFill>
                <a:cs typeface="MS Gothic"/>
                <a:sym typeface="MS Gothic"/>
              </a:rPr>
              <a:t>  //</a:t>
            </a:r>
            <a:r>
              <a:rPr lang="ja-JP" altLang="en-US" sz="1400" dirty="0">
                <a:solidFill>
                  <a:schemeClr val="dk1"/>
                </a:solidFill>
                <a:cs typeface="MS Gothic"/>
                <a:sym typeface="MS Gothic"/>
              </a:rPr>
              <a:t>ファイルを閉じる</a:t>
            </a:r>
            <a:endParaRPr lang="en-US" altLang="ja-JP" sz="1400" dirty="0">
              <a:solidFill>
                <a:schemeClr val="dk1"/>
              </a:solidFill>
              <a:cs typeface="MS Gothic"/>
              <a:sym typeface="MS Gothic"/>
            </a:endParaRPr>
          </a:p>
          <a:p>
            <a:pPr marL="0" marR="0" lvl="0" indent="0" algn="l" rtl="0">
              <a:lnSpc>
                <a:spcPct val="150000"/>
              </a:lnSpc>
              <a:spcBef>
                <a:spcPts val="0"/>
              </a:spcBef>
              <a:spcAft>
                <a:spcPts val="0"/>
              </a:spcAft>
              <a:buNone/>
            </a:pPr>
            <a:r>
              <a:rPr lang="en-US" sz="1400" dirty="0">
                <a:solidFill>
                  <a:schemeClr val="dk1"/>
                </a:solidFill>
                <a:cs typeface="MS Gothic"/>
                <a:sym typeface="MS Gothic"/>
              </a:rPr>
              <a:t>}</a:t>
            </a:r>
          </a:p>
        </p:txBody>
      </p:sp>
      <p:sp>
        <p:nvSpPr>
          <p:cNvPr id="10" name="Google Shape;209;p24">
            <a:extLst>
              <a:ext uri="{FF2B5EF4-FFF2-40B4-BE49-F238E27FC236}">
                <a16:creationId xmlns:a16="http://schemas.microsoft.com/office/drawing/2014/main" id="{C561D42E-DEC1-4956-B53B-032E9682906A}"/>
              </a:ext>
            </a:extLst>
          </p:cNvPr>
          <p:cNvSpPr/>
          <p:nvPr/>
        </p:nvSpPr>
        <p:spPr>
          <a:xfrm>
            <a:off x="698261" y="1899560"/>
            <a:ext cx="1958414" cy="288032"/>
          </a:xfrm>
          <a:prstGeom prst="rect">
            <a:avLst/>
          </a:prstGeom>
          <a:solidFill>
            <a:srgbClr val="0070C0">
              <a:alpha val="29803"/>
            </a:srgbClr>
          </a:solidFill>
          <a:ln w="127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1" name="Google Shape;210;p24">
            <a:extLst>
              <a:ext uri="{FF2B5EF4-FFF2-40B4-BE49-F238E27FC236}">
                <a16:creationId xmlns:a16="http://schemas.microsoft.com/office/drawing/2014/main" id="{E3084AAE-3551-4CF7-B04A-684E822C90B3}"/>
              </a:ext>
            </a:extLst>
          </p:cNvPr>
          <p:cNvSpPr/>
          <p:nvPr/>
        </p:nvSpPr>
        <p:spPr>
          <a:xfrm>
            <a:off x="698261" y="3204876"/>
            <a:ext cx="1958414" cy="288032"/>
          </a:xfrm>
          <a:prstGeom prst="rect">
            <a:avLst/>
          </a:prstGeom>
          <a:solidFill>
            <a:srgbClr val="FFC000">
              <a:alpha val="29803"/>
            </a:srgbClr>
          </a:solidFill>
          <a:ln w="127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cxnSp>
        <p:nvCxnSpPr>
          <p:cNvPr id="17" name="Google Shape;212;p24">
            <a:extLst>
              <a:ext uri="{FF2B5EF4-FFF2-40B4-BE49-F238E27FC236}">
                <a16:creationId xmlns:a16="http://schemas.microsoft.com/office/drawing/2014/main" id="{B5CF6235-6F7D-4BE0-AC1D-B8B7EE56E551}"/>
              </a:ext>
            </a:extLst>
          </p:cNvPr>
          <p:cNvCxnSpPr>
            <a:cxnSpLocks/>
            <a:stCxn id="10" idx="3"/>
            <a:endCxn id="11" idx="3"/>
          </p:cNvCxnSpPr>
          <p:nvPr/>
        </p:nvCxnSpPr>
        <p:spPr>
          <a:xfrm>
            <a:off x="2656675" y="2043576"/>
            <a:ext cx="12700" cy="1305316"/>
          </a:xfrm>
          <a:prstGeom prst="bentConnector3">
            <a:avLst>
              <a:gd name="adj1" fmla="val 11815039"/>
            </a:avLst>
          </a:prstGeom>
          <a:noFill/>
          <a:ln w="38100" cap="flat" cmpd="sng">
            <a:solidFill>
              <a:srgbClr val="F4C000"/>
            </a:solidFill>
            <a:prstDash val="solid"/>
            <a:round/>
            <a:headEnd type="none" w="sm" len="sm"/>
            <a:tailEnd type="triangle" w="med" len="med"/>
          </a:ln>
        </p:spPr>
      </p:cxnSp>
      <p:cxnSp>
        <p:nvCxnSpPr>
          <p:cNvPr id="13" name="Google Shape;214;p24">
            <a:extLst>
              <a:ext uri="{FF2B5EF4-FFF2-40B4-BE49-F238E27FC236}">
                <a16:creationId xmlns:a16="http://schemas.microsoft.com/office/drawing/2014/main" id="{698BA43A-3EA4-43EE-A87D-2B96E3411F88}"/>
              </a:ext>
            </a:extLst>
          </p:cNvPr>
          <p:cNvCxnSpPr>
            <a:cxnSpLocks/>
            <a:stCxn id="10" idx="3"/>
            <a:endCxn id="24" idx="3"/>
          </p:cNvCxnSpPr>
          <p:nvPr/>
        </p:nvCxnSpPr>
        <p:spPr>
          <a:xfrm>
            <a:off x="2656675" y="2043576"/>
            <a:ext cx="12700" cy="350978"/>
          </a:xfrm>
          <a:prstGeom prst="bentConnector3">
            <a:avLst>
              <a:gd name="adj1" fmla="val 4236094"/>
            </a:avLst>
          </a:prstGeom>
          <a:noFill/>
          <a:ln w="38100" cap="flat" cmpd="sng">
            <a:solidFill>
              <a:srgbClr val="FF0000"/>
            </a:solidFill>
            <a:prstDash val="solid"/>
            <a:round/>
            <a:headEnd type="none" w="sm" len="sm"/>
            <a:tailEnd type="triangle" w="med" len="med"/>
          </a:ln>
        </p:spPr>
      </p:cxnSp>
      <p:sp>
        <p:nvSpPr>
          <p:cNvPr id="22" name="Google Shape;213;p24">
            <a:extLst>
              <a:ext uri="{FF2B5EF4-FFF2-40B4-BE49-F238E27FC236}">
                <a16:creationId xmlns:a16="http://schemas.microsoft.com/office/drawing/2014/main" id="{D71CF92C-860B-4562-9438-AF36A008F1AD}"/>
              </a:ext>
            </a:extLst>
          </p:cNvPr>
          <p:cNvSpPr/>
          <p:nvPr/>
        </p:nvSpPr>
        <p:spPr>
          <a:xfrm>
            <a:off x="3517732" y="3368954"/>
            <a:ext cx="1210589" cy="278130"/>
          </a:xfrm>
          <a:prstGeom prst="rect">
            <a:avLst/>
          </a:prstGeom>
          <a:noFill/>
          <a:ln>
            <a:noFill/>
          </a:ln>
        </p:spPr>
        <p:txBody>
          <a:bodyPr spcFirstLastPara="1" wrap="square" lIns="91425" tIns="45700" rIns="91425" bIns="45700" anchor="ctr" anchorCtr="0">
            <a:noAutofit/>
          </a:bodyPr>
          <a:lstStyle/>
          <a:p>
            <a:pPr marL="0" marR="0" lvl="0" indent="0" rtl="0">
              <a:spcBef>
                <a:spcPts val="0"/>
              </a:spcBef>
              <a:spcAft>
                <a:spcPts val="0"/>
              </a:spcAft>
              <a:buNone/>
            </a:pPr>
            <a:r>
              <a:rPr lang="en-US" sz="1400" dirty="0">
                <a:solidFill>
                  <a:schemeClr val="accent4"/>
                </a:solidFill>
                <a:latin typeface="+mn-ea"/>
                <a:cs typeface="Meiryo"/>
                <a:sym typeface="Meiryo"/>
              </a:rPr>
              <a:t>正常処理</a:t>
            </a:r>
            <a:endParaRPr sz="1200" dirty="0">
              <a:solidFill>
                <a:schemeClr val="accent4"/>
              </a:solidFill>
              <a:latin typeface="+mn-ea"/>
            </a:endParaRPr>
          </a:p>
        </p:txBody>
      </p:sp>
      <p:sp>
        <p:nvSpPr>
          <p:cNvPr id="23" name="Google Shape;213;p24">
            <a:extLst>
              <a:ext uri="{FF2B5EF4-FFF2-40B4-BE49-F238E27FC236}">
                <a16:creationId xmlns:a16="http://schemas.microsoft.com/office/drawing/2014/main" id="{DEDE474C-EF8B-4A34-B5E8-457C3DBD097C}"/>
              </a:ext>
            </a:extLst>
          </p:cNvPr>
          <p:cNvSpPr/>
          <p:nvPr/>
        </p:nvSpPr>
        <p:spPr>
          <a:xfrm>
            <a:off x="3002018" y="2399505"/>
            <a:ext cx="1210589" cy="278130"/>
          </a:xfrm>
          <a:prstGeom prst="rect">
            <a:avLst/>
          </a:prstGeom>
          <a:noFill/>
          <a:ln>
            <a:noFill/>
          </a:ln>
        </p:spPr>
        <p:txBody>
          <a:bodyPr spcFirstLastPara="1" wrap="square" lIns="91425" tIns="45700" rIns="91425" bIns="45700" anchor="ctr" anchorCtr="0">
            <a:noAutofit/>
          </a:bodyPr>
          <a:lstStyle/>
          <a:p>
            <a:pPr marL="0" marR="0" lvl="0" indent="0" rtl="0">
              <a:spcBef>
                <a:spcPts val="0"/>
              </a:spcBef>
              <a:spcAft>
                <a:spcPts val="0"/>
              </a:spcAft>
              <a:buNone/>
            </a:pPr>
            <a:r>
              <a:rPr lang="ja-JP" altLang="en-US" sz="1400" dirty="0">
                <a:solidFill>
                  <a:schemeClr val="tx2"/>
                </a:solidFill>
                <a:latin typeface="+mn-ea"/>
                <a:sym typeface="Meiryo"/>
              </a:rPr>
              <a:t>例外発生</a:t>
            </a:r>
            <a:endParaRPr sz="1200" dirty="0">
              <a:solidFill>
                <a:schemeClr val="tx2"/>
              </a:solidFill>
              <a:latin typeface="+mn-ea"/>
            </a:endParaRPr>
          </a:p>
        </p:txBody>
      </p:sp>
      <p:sp>
        <p:nvSpPr>
          <p:cNvPr id="24" name="Google Shape;209;p24">
            <a:extLst>
              <a:ext uri="{FF2B5EF4-FFF2-40B4-BE49-F238E27FC236}">
                <a16:creationId xmlns:a16="http://schemas.microsoft.com/office/drawing/2014/main" id="{2C0666F6-33CA-40DE-AB3A-A2A0FD849931}"/>
              </a:ext>
            </a:extLst>
          </p:cNvPr>
          <p:cNvSpPr/>
          <p:nvPr/>
        </p:nvSpPr>
        <p:spPr>
          <a:xfrm>
            <a:off x="698261" y="2250538"/>
            <a:ext cx="1958414" cy="288032"/>
          </a:xfrm>
          <a:prstGeom prst="rect">
            <a:avLst/>
          </a:prstGeom>
          <a:noFill/>
          <a:ln w="127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25" name="Google Shape;209;p24">
            <a:extLst>
              <a:ext uri="{FF2B5EF4-FFF2-40B4-BE49-F238E27FC236}">
                <a16:creationId xmlns:a16="http://schemas.microsoft.com/office/drawing/2014/main" id="{3E7069A6-6FE9-41E2-B73A-5C928F9A3C4E}"/>
              </a:ext>
            </a:extLst>
          </p:cNvPr>
          <p:cNvSpPr/>
          <p:nvPr/>
        </p:nvSpPr>
        <p:spPr>
          <a:xfrm>
            <a:off x="698261" y="2573660"/>
            <a:ext cx="1958414" cy="288032"/>
          </a:xfrm>
          <a:prstGeom prst="rect">
            <a:avLst/>
          </a:prstGeom>
          <a:noFill/>
          <a:ln w="127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cxnSp>
        <p:nvCxnSpPr>
          <p:cNvPr id="28" name="Google Shape;214;p24">
            <a:extLst>
              <a:ext uri="{FF2B5EF4-FFF2-40B4-BE49-F238E27FC236}">
                <a16:creationId xmlns:a16="http://schemas.microsoft.com/office/drawing/2014/main" id="{B3FC24D9-0445-47BB-939F-FEAC07603DD2}"/>
              </a:ext>
            </a:extLst>
          </p:cNvPr>
          <p:cNvCxnSpPr>
            <a:cxnSpLocks/>
            <a:stCxn id="25" idx="3"/>
            <a:endCxn id="11" idx="3"/>
          </p:cNvCxnSpPr>
          <p:nvPr/>
        </p:nvCxnSpPr>
        <p:spPr>
          <a:xfrm>
            <a:off x="2656675" y="2717676"/>
            <a:ext cx="12700" cy="631216"/>
          </a:xfrm>
          <a:prstGeom prst="bentConnector3">
            <a:avLst>
              <a:gd name="adj1" fmla="val 4236079"/>
            </a:avLst>
          </a:prstGeom>
          <a:noFill/>
          <a:ln w="38100" cap="flat" cmpd="sng">
            <a:solidFill>
              <a:srgbClr val="FF0000"/>
            </a:solidFill>
            <a:prstDash val="solid"/>
            <a:round/>
            <a:headEnd type="none" w="sm" len="sm"/>
            <a:tailEnd type="triangle" w="med" len="med"/>
          </a:ln>
        </p:spPr>
      </p:cxnSp>
    </p:spTree>
    <p:extLst>
      <p:ext uri="{BB962C8B-B14F-4D97-AF65-F5344CB8AC3E}">
        <p14:creationId xmlns:p14="http://schemas.microsoft.com/office/powerpoint/2010/main" val="3582910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03894D2-FC6E-4046-A075-679568ACBE46}"/>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6FD687C0-83D6-4D2C-9DE6-FFBE139FAA3C}"/>
              </a:ext>
            </a:extLst>
          </p:cNvPr>
          <p:cNvSpPr>
            <a:spLocks noGrp="1"/>
          </p:cNvSpPr>
          <p:nvPr>
            <p:ph type="ctrTitle"/>
          </p:nvPr>
        </p:nvSpPr>
        <p:spPr/>
        <p:txBody>
          <a:bodyPr/>
          <a:lstStyle/>
          <a:p>
            <a:r>
              <a:rPr kumimoji="1" lang="ja-JP" altLang="en-US" dirty="0"/>
              <a:t>例外の伝播</a:t>
            </a:r>
          </a:p>
        </p:txBody>
      </p:sp>
      <p:sp>
        <p:nvSpPr>
          <p:cNvPr id="4" name="スライド番号プレースホルダー 3">
            <a:extLst>
              <a:ext uri="{FF2B5EF4-FFF2-40B4-BE49-F238E27FC236}">
                <a16:creationId xmlns:a16="http://schemas.microsoft.com/office/drawing/2014/main" id="{9DD91DB3-8D51-4B99-996C-0EEEA3B7C6ED}"/>
              </a:ext>
            </a:extLst>
          </p:cNvPr>
          <p:cNvSpPr>
            <a:spLocks noGrp="1"/>
          </p:cNvSpPr>
          <p:nvPr>
            <p:ph type="sldNum" sz="quarter" idx="4"/>
          </p:nvPr>
        </p:nvSpPr>
        <p:spPr/>
        <p:txBody>
          <a:bodyPr/>
          <a:lstStyle/>
          <a:p>
            <a:fld id="{00000000-1234-1234-1234-123412341234}" type="slidenum">
              <a:rPr lang="en" smtClean="0"/>
              <a:pPr/>
              <a:t>17</a:t>
            </a:fld>
            <a:endParaRPr lang="en" dirty="0">
              <a:latin typeface="+mn-ea"/>
            </a:endParaRPr>
          </a:p>
        </p:txBody>
      </p:sp>
      <p:sp>
        <p:nvSpPr>
          <p:cNvPr id="5" name="テキスト プレースホルダー 4">
            <a:extLst>
              <a:ext uri="{FF2B5EF4-FFF2-40B4-BE49-F238E27FC236}">
                <a16:creationId xmlns:a16="http://schemas.microsoft.com/office/drawing/2014/main" id="{95BE3205-4CFE-4B28-87D5-D3228EAB104B}"/>
              </a:ext>
            </a:extLst>
          </p:cNvPr>
          <p:cNvSpPr>
            <a:spLocks noGrp="1"/>
          </p:cNvSpPr>
          <p:nvPr>
            <p:ph type="body" sz="quarter" idx="14"/>
          </p:nvPr>
        </p:nvSpPr>
        <p:spPr>
          <a:xfrm>
            <a:off x="462875" y="2050097"/>
            <a:ext cx="8216900" cy="2686908"/>
          </a:xfrm>
        </p:spPr>
        <p:txBody>
          <a:bodyPr/>
          <a:lstStyle/>
          <a:p>
            <a:pPr marL="96838" indent="0">
              <a:buNone/>
            </a:pPr>
            <a:r>
              <a:rPr kumimoji="1" lang="ja-JP" altLang="en-US" dirty="0"/>
              <a:t>これまでは</a:t>
            </a:r>
            <a:r>
              <a:rPr kumimoji="1" lang="en-US" altLang="ja-JP" dirty="0"/>
              <a:t>main</a:t>
            </a:r>
            <a:r>
              <a:rPr kumimoji="1" lang="ja-JP" altLang="en-US" dirty="0"/>
              <a:t>メソッド内で例外が発生した場合について説明してきました。</a:t>
            </a:r>
            <a:endParaRPr kumimoji="1" lang="en-US" altLang="ja-JP" dirty="0"/>
          </a:p>
          <a:p>
            <a:pPr marL="96838" indent="0">
              <a:buNone/>
            </a:pPr>
            <a:r>
              <a:rPr lang="ja-JP" altLang="en-US" dirty="0"/>
              <a:t>では次に、</a:t>
            </a:r>
            <a:r>
              <a:rPr lang="en-US" altLang="ja-JP" dirty="0"/>
              <a:t>main</a:t>
            </a:r>
            <a:r>
              <a:rPr lang="ja-JP" altLang="en-US" dirty="0"/>
              <a:t>メソッド外で発生した例外について考えてみましょう。</a:t>
            </a:r>
            <a:endParaRPr kumimoji="1" lang="en-US" altLang="ja-JP" dirty="0"/>
          </a:p>
          <a:p>
            <a:pPr marL="96838" indent="0">
              <a:buNone/>
            </a:pPr>
            <a:endParaRPr kumimoji="1" lang="en-US" altLang="ja-JP" dirty="0"/>
          </a:p>
          <a:p>
            <a:pPr marL="96838" indent="0">
              <a:buNone/>
            </a:pPr>
            <a:r>
              <a:rPr lang="ja-JP" altLang="en-US" dirty="0"/>
              <a:t>例外は</a:t>
            </a:r>
            <a:r>
              <a:rPr lang="en-US" altLang="ja-JP" dirty="0"/>
              <a:t>『</a:t>
            </a:r>
            <a:r>
              <a:rPr kumimoji="1" lang="ja-JP" altLang="en-US" dirty="0"/>
              <a:t>呼び出し先のメソッドで例外が発生した際に、そこで正しく例外処理がされないときは</a:t>
            </a:r>
            <a:endParaRPr kumimoji="1" lang="en-US" altLang="ja-JP" dirty="0"/>
          </a:p>
          <a:p>
            <a:pPr marL="96838" indent="0">
              <a:buNone/>
            </a:pPr>
            <a:r>
              <a:rPr kumimoji="1" lang="ja-JP" altLang="en-US" dirty="0"/>
              <a:t>メソッドの呼び出し元まで例外が波及する</a:t>
            </a:r>
            <a:r>
              <a:rPr kumimoji="1" lang="en-US" altLang="ja-JP" dirty="0"/>
              <a:t>』</a:t>
            </a:r>
            <a:r>
              <a:rPr lang="ja-JP" altLang="en-US" dirty="0"/>
              <a:t>こと</a:t>
            </a:r>
            <a:r>
              <a:rPr kumimoji="1" lang="ja-JP" altLang="en-US" dirty="0"/>
              <a:t>があります。</a:t>
            </a:r>
            <a:endParaRPr kumimoji="1" lang="en-US" altLang="ja-JP" dirty="0"/>
          </a:p>
          <a:p>
            <a:pPr marL="96838" indent="0">
              <a:buNone/>
            </a:pPr>
            <a:endParaRPr lang="en-US" altLang="ja-JP" dirty="0"/>
          </a:p>
          <a:p>
            <a:pPr marL="96838" indent="0">
              <a:buNone/>
            </a:pPr>
            <a:r>
              <a:rPr kumimoji="1" lang="ja-JP" altLang="en-US" dirty="0"/>
              <a:t>この現象を</a:t>
            </a:r>
            <a:r>
              <a:rPr kumimoji="1" lang="ja-JP" altLang="en-US" b="1" dirty="0">
                <a:solidFill>
                  <a:srgbClr val="FF0000"/>
                </a:solidFill>
              </a:rPr>
              <a:t>例外の伝播</a:t>
            </a:r>
            <a:r>
              <a:rPr kumimoji="1" lang="ja-JP" altLang="en-US" dirty="0"/>
              <a:t>（でんぱ）と呼びます。</a:t>
            </a:r>
            <a:endParaRPr kumimoji="1" lang="en-US" altLang="ja-JP" dirty="0"/>
          </a:p>
          <a:p>
            <a:pPr marL="96838" indent="0">
              <a:buNone/>
            </a:pPr>
            <a:endParaRPr lang="en-US" altLang="ja-JP" dirty="0"/>
          </a:p>
          <a:p>
            <a:pPr marL="96838" indent="0">
              <a:buNone/>
            </a:pPr>
            <a:r>
              <a:rPr kumimoji="1" lang="ja-JP" altLang="en-US" dirty="0"/>
              <a:t>次のページでサンプルコードを見てみましょう。</a:t>
            </a:r>
          </a:p>
        </p:txBody>
      </p:sp>
      <p:sp>
        <p:nvSpPr>
          <p:cNvPr id="6" name="テキスト プレースホルダー 5">
            <a:extLst>
              <a:ext uri="{FF2B5EF4-FFF2-40B4-BE49-F238E27FC236}">
                <a16:creationId xmlns:a16="http://schemas.microsoft.com/office/drawing/2014/main" id="{976853B5-0158-4ECA-AF9B-E4C7AE0F3A3B}"/>
              </a:ext>
            </a:extLst>
          </p:cNvPr>
          <p:cNvSpPr>
            <a:spLocks noGrp="1"/>
          </p:cNvSpPr>
          <p:nvPr>
            <p:ph type="body" sz="quarter" idx="15"/>
          </p:nvPr>
        </p:nvSpPr>
        <p:spPr>
          <a:xfrm>
            <a:off x="463549" y="1023814"/>
            <a:ext cx="7277913" cy="901239"/>
          </a:xfrm>
        </p:spPr>
        <p:txBody>
          <a:bodyPr/>
          <a:lstStyle/>
          <a:p>
            <a:r>
              <a:rPr kumimoji="1" lang="ja-JP" altLang="en-US" dirty="0"/>
              <a:t>例外の伝播とは呼び出し先のメソッドで発生した例外が呼び出し元にまで及ぶ現象</a:t>
            </a:r>
            <a:endParaRPr kumimoji="1" lang="en-US" altLang="ja-JP" dirty="0"/>
          </a:p>
          <a:p>
            <a:r>
              <a:rPr kumimoji="1" lang="ja-JP" altLang="en-US" dirty="0"/>
              <a:t>スロー宣言によって</a:t>
            </a:r>
            <a:r>
              <a:rPr kumimoji="1" lang="en-US" altLang="ja-JP" dirty="0"/>
              <a:t>Exception</a:t>
            </a:r>
            <a:r>
              <a:rPr kumimoji="1" lang="ja-JP" altLang="en-US" dirty="0"/>
              <a:t>系例外の伝播を許可</a:t>
            </a:r>
          </a:p>
        </p:txBody>
      </p:sp>
      <p:sp>
        <p:nvSpPr>
          <p:cNvPr id="7" name="テキスト プレースホルダー 6">
            <a:extLst>
              <a:ext uri="{FF2B5EF4-FFF2-40B4-BE49-F238E27FC236}">
                <a16:creationId xmlns:a16="http://schemas.microsoft.com/office/drawing/2014/main" id="{FC385D99-ED1A-4E79-9D73-C1A1A19547D6}"/>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74421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kumimoji="1" lang="ja-JP" altLang="en-US" dirty="0"/>
              <a:t>例外の伝播</a:t>
            </a:r>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18</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8216900" cy="352089"/>
          </a:xfrm>
        </p:spPr>
        <p:txBody>
          <a:bodyPr/>
          <a:lstStyle/>
          <a:p>
            <a:pPr marL="96838" indent="0">
              <a:buNone/>
            </a:pPr>
            <a:r>
              <a:rPr kumimoji="1" lang="ja-JP" altLang="en-US" dirty="0"/>
              <a:t>以下のサンプルコードを作成し、実行してみましょう。</a:t>
            </a:r>
            <a:br>
              <a:rPr lang="en-US" altLang="ja-JP" dirty="0"/>
            </a:br>
            <a:br>
              <a:rPr lang="en-US" altLang="ja-JP" dirty="0"/>
            </a:br>
            <a:r>
              <a:rPr kumimoji="1" lang="en-US" altLang="ja-JP" dirty="0"/>
              <a:t>ExcPropagationSample.java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1540042"/>
            <a:ext cx="4038599" cy="3214838"/>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ExcPropagationSample {</a:t>
            </a:r>
          </a:p>
          <a:p>
            <a:pPr marL="96838" indent="0">
              <a:buFont typeface="Arial" panose="020B0604020202020204" pitchFamily="34" charset="0"/>
              <a:buNone/>
            </a:pPr>
            <a:r>
              <a:rPr lang="en-US" altLang="ja-JP" sz="1200" dirty="0"/>
              <a:t>  public static void main(String[] args) {</a:t>
            </a:r>
          </a:p>
          <a:p>
            <a:pPr marL="96838" indent="0">
              <a:buFont typeface="Arial" panose="020B0604020202020204" pitchFamily="34" charset="0"/>
              <a:buNone/>
            </a:pPr>
            <a:r>
              <a:rPr lang="en-US" altLang="ja-JP" sz="1200" dirty="0"/>
              <a:t>    System.out.println(“</a:t>
            </a:r>
            <a:r>
              <a:rPr lang="ja-JP" altLang="en-US" sz="1200" dirty="0"/>
              <a:t>システム開始</a:t>
            </a:r>
            <a:r>
              <a:rPr lang="en-US" altLang="ja-JP" sz="1200" dirty="0"/>
              <a:t>”);</a:t>
            </a:r>
          </a:p>
          <a:p>
            <a:pPr marL="96838" indent="0">
              <a:buFont typeface="Arial" panose="020B0604020202020204" pitchFamily="34" charset="0"/>
              <a:buNone/>
            </a:pPr>
            <a:r>
              <a:rPr lang="en-US" altLang="ja-JP" sz="1200" dirty="0"/>
              <a:t>    sub();</a:t>
            </a:r>
          </a:p>
          <a:p>
            <a:pPr marL="96838" indent="0">
              <a:buFont typeface="Arial" panose="020B0604020202020204" pitchFamily="34" charset="0"/>
              <a:buNone/>
            </a:pPr>
            <a:r>
              <a:rPr lang="en-US" altLang="ja-JP" sz="1200" dirty="0"/>
              <a:t>    System.out.println(“</a:t>
            </a:r>
            <a:r>
              <a:rPr lang="ja-JP" altLang="en-US" sz="1200" dirty="0"/>
              <a:t>システム終了</a:t>
            </a:r>
            <a:r>
              <a:rPr lang="en-US" altLang="ja-JP" sz="1200" dirty="0"/>
              <a:t>”);</a:t>
            </a:r>
          </a:p>
          <a:p>
            <a:pPr marL="96838" indent="0">
              <a:buFont typeface="Arial" panose="020B0604020202020204" pitchFamily="34" charset="0"/>
              <a:buNone/>
            </a:pPr>
            <a:r>
              <a:rPr lang="en-US" altLang="ja-JP" sz="1200" dirty="0"/>
              <a:t>  }</a:t>
            </a:r>
            <a:br>
              <a:rPr lang="en-US" altLang="ja-JP" sz="1200" dirty="0"/>
            </a:br>
            <a:br>
              <a:rPr lang="en-US" altLang="ja-JP" sz="1200" dirty="0"/>
            </a:br>
            <a:r>
              <a:rPr lang="en-US" altLang="ja-JP" sz="1200" dirty="0"/>
              <a:t>  public static void sub() {</a:t>
            </a:r>
          </a:p>
          <a:p>
            <a:pPr marL="96838" indent="0">
              <a:buNone/>
            </a:pPr>
            <a:r>
              <a:rPr lang="en-US" altLang="ja-JP" sz="1200" dirty="0"/>
              <a:t>    System.out.println(“sub</a:t>
            </a:r>
            <a:r>
              <a:rPr lang="ja-JP" altLang="en-US" sz="1200" dirty="0"/>
              <a:t>開始</a:t>
            </a:r>
            <a:r>
              <a:rPr lang="en-US" altLang="ja-JP" sz="1200" dirty="0"/>
              <a:t>”);</a:t>
            </a:r>
          </a:p>
          <a:p>
            <a:pPr marL="96838" indent="0">
              <a:buFont typeface="Arial" panose="020B0604020202020204" pitchFamily="34" charset="0"/>
              <a:buNone/>
            </a:pPr>
            <a:r>
              <a:rPr lang="en-US" altLang="ja-JP" sz="1200" dirty="0"/>
              <a:t>    subSub();</a:t>
            </a:r>
          </a:p>
          <a:p>
            <a:pPr marL="96838" indent="0">
              <a:buNone/>
            </a:pPr>
            <a:r>
              <a:rPr lang="ja-JP" altLang="en-US" sz="1200" dirty="0"/>
              <a:t>    </a:t>
            </a:r>
            <a:r>
              <a:rPr lang="en-US" altLang="ja-JP" sz="1200" dirty="0"/>
              <a:t>System.out.println(“sub</a:t>
            </a:r>
            <a:r>
              <a:rPr lang="ja-JP" altLang="en-US" sz="1200" dirty="0"/>
              <a:t>終了</a:t>
            </a:r>
            <a:r>
              <a:rPr lang="en-US" altLang="ja-JP" sz="1200" dirty="0"/>
              <a:t>”);</a:t>
            </a:r>
          </a:p>
          <a:p>
            <a:pPr marL="96838" indent="0">
              <a:buNone/>
            </a:pPr>
            <a:r>
              <a:rPr lang="en-US" altLang="ja-JP" sz="1200" dirty="0"/>
              <a:t>  }</a:t>
            </a:r>
          </a:p>
          <a:p>
            <a:pPr marL="96838" indent="0">
              <a:buNone/>
            </a:pPr>
            <a:endParaRPr lang="en-US" altLang="ja-JP" sz="1200" dirty="0"/>
          </a:p>
        </p:txBody>
      </p:sp>
      <p:sp>
        <p:nvSpPr>
          <p:cNvPr id="10" name="テキスト プレースホルダー 7">
            <a:extLst>
              <a:ext uri="{FF2B5EF4-FFF2-40B4-BE49-F238E27FC236}">
                <a16:creationId xmlns:a16="http://schemas.microsoft.com/office/drawing/2014/main" id="{2BDD1324-306A-4815-A8B2-871C05758FA6}"/>
              </a:ext>
            </a:extLst>
          </p:cNvPr>
          <p:cNvSpPr txBox="1">
            <a:spLocks/>
          </p:cNvSpPr>
          <p:nvPr/>
        </p:nvSpPr>
        <p:spPr>
          <a:xfrm>
            <a:off x="4641850" y="1150620"/>
            <a:ext cx="4037925" cy="36042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endParaRPr lang="en-US" altLang="ja-JP" dirty="0"/>
          </a:p>
        </p:txBody>
      </p:sp>
      <p:sp>
        <p:nvSpPr>
          <p:cNvPr id="8" name="テキスト プレースホルダー 4">
            <a:extLst>
              <a:ext uri="{FF2B5EF4-FFF2-40B4-BE49-F238E27FC236}">
                <a16:creationId xmlns:a16="http://schemas.microsoft.com/office/drawing/2014/main" id="{159F79D6-0900-495D-BDD7-BC0CFC6AE72D}"/>
              </a:ext>
            </a:extLst>
          </p:cNvPr>
          <p:cNvSpPr txBox="1">
            <a:spLocks/>
          </p:cNvSpPr>
          <p:nvPr/>
        </p:nvSpPr>
        <p:spPr>
          <a:xfrm>
            <a:off x="4572000" y="1540042"/>
            <a:ext cx="4038599" cy="3214838"/>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endParaRPr lang="en-US" altLang="ja-JP" sz="1200" dirty="0"/>
          </a:p>
          <a:p>
            <a:pPr marL="96838" indent="0">
              <a:buFont typeface="Arial" panose="020B0604020202020204" pitchFamily="34" charset="0"/>
              <a:buNone/>
            </a:pPr>
            <a:r>
              <a:rPr lang="ja-JP" altLang="en-US" sz="1200" dirty="0"/>
              <a:t>　</a:t>
            </a:r>
            <a:r>
              <a:rPr lang="en-US" altLang="ja-JP" sz="1200" dirty="0"/>
              <a:t>public static void subSub() {</a:t>
            </a:r>
          </a:p>
          <a:p>
            <a:pPr marL="96838" indent="0">
              <a:buNone/>
            </a:pPr>
            <a:r>
              <a:rPr lang="en-US" altLang="ja-JP" sz="1200" dirty="0"/>
              <a:t>    System.out.println(“subSub</a:t>
            </a:r>
            <a:r>
              <a:rPr lang="ja-JP" altLang="en-US" sz="1200" dirty="0"/>
              <a:t>開始</a:t>
            </a:r>
            <a:r>
              <a:rPr lang="en-US" altLang="ja-JP" sz="1200" dirty="0"/>
              <a:t>”);</a:t>
            </a:r>
          </a:p>
          <a:p>
            <a:pPr marL="96838" indent="0">
              <a:buFont typeface="Arial" panose="020B0604020202020204" pitchFamily="34" charset="0"/>
              <a:buNone/>
            </a:pPr>
            <a:r>
              <a:rPr lang="en-US" altLang="ja-JP" sz="1200" dirty="0"/>
              <a:t>    int num = 10;</a:t>
            </a:r>
          </a:p>
          <a:p>
            <a:pPr marL="96838" indent="0">
              <a:buFont typeface="Arial" panose="020B0604020202020204" pitchFamily="34" charset="0"/>
              <a:buNone/>
            </a:pPr>
            <a:r>
              <a:rPr lang="ja-JP" altLang="en-US" sz="1200" dirty="0"/>
              <a:t>　　</a:t>
            </a:r>
            <a:r>
              <a:rPr lang="en-US" altLang="ja-JP" sz="1200" dirty="0"/>
              <a:t>System.out.println(num / 0);</a:t>
            </a:r>
          </a:p>
          <a:p>
            <a:pPr marL="96838" indent="0">
              <a:buNone/>
            </a:pPr>
            <a:r>
              <a:rPr lang="ja-JP" altLang="en-US" sz="1200" dirty="0"/>
              <a:t>    </a:t>
            </a:r>
            <a:r>
              <a:rPr lang="en-US" altLang="ja-JP" sz="1200" dirty="0"/>
              <a:t>System.out.println(“subSub</a:t>
            </a:r>
            <a:r>
              <a:rPr lang="ja-JP" altLang="en-US" sz="1200" dirty="0"/>
              <a:t>終了</a:t>
            </a:r>
            <a:r>
              <a:rPr lang="en-US" altLang="ja-JP" sz="1200" dirty="0"/>
              <a:t>”);</a:t>
            </a:r>
          </a:p>
          <a:p>
            <a:pPr marL="96838" indent="0">
              <a:buNone/>
            </a:pPr>
            <a:r>
              <a:rPr lang="en-US" altLang="ja-JP" sz="1200" dirty="0"/>
              <a:t>  }</a:t>
            </a:r>
          </a:p>
          <a:p>
            <a:pPr marL="96838" indent="0">
              <a:buFont typeface="Arial" panose="020B0604020202020204" pitchFamily="34" charset="0"/>
              <a:buNone/>
            </a:pPr>
            <a:r>
              <a:rPr lang="en-US" altLang="ja-JP" sz="1200" dirty="0"/>
              <a:t>}</a:t>
            </a:r>
          </a:p>
        </p:txBody>
      </p:sp>
      <p:cxnSp>
        <p:nvCxnSpPr>
          <p:cNvPr id="9" name="直線コネクタ 8">
            <a:extLst>
              <a:ext uri="{FF2B5EF4-FFF2-40B4-BE49-F238E27FC236}">
                <a16:creationId xmlns:a16="http://schemas.microsoft.com/office/drawing/2014/main" id="{9C85C31E-7BB3-461C-9889-B0EC1553977C}"/>
              </a:ext>
            </a:extLst>
          </p:cNvPr>
          <p:cNvCxnSpPr>
            <a:cxnSpLocks/>
          </p:cNvCxnSpPr>
          <p:nvPr/>
        </p:nvCxnSpPr>
        <p:spPr>
          <a:xfrm>
            <a:off x="4572000" y="1540042"/>
            <a:ext cx="0" cy="3214838"/>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4563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kumimoji="1" lang="ja-JP" altLang="en-US" dirty="0"/>
              <a:t>例外の伝播</a:t>
            </a:r>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19</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8216900" cy="352089"/>
          </a:xfrm>
        </p:spPr>
        <p:txBody>
          <a:bodyPr/>
          <a:lstStyle/>
          <a:p>
            <a:pPr marL="96838" indent="0">
              <a:buNone/>
            </a:pPr>
            <a:r>
              <a:rPr kumimoji="1" lang="ja-JP" altLang="en-US" dirty="0"/>
              <a:t>このようにメソッドを呼び出していくと、例外発生時に</a:t>
            </a:r>
            <a:r>
              <a:rPr lang="en-US" altLang="ja-JP" dirty="0"/>
              <a:t>subSub</a:t>
            </a:r>
            <a:r>
              <a:rPr lang="ja-JP" altLang="en-US" dirty="0"/>
              <a:t>メソッドから</a:t>
            </a:r>
            <a:r>
              <a:rPr lang="en-US" altLang="ja-JP" dirty="0"/>
              <a:t>sub</a:t>
            </a:r>
            <a:r>
              <a:rPr lang="ja-JP" altLang="en-US" dirty="0"/>
              <a:t>メソッド、</a:t>
            </a:r>
            <a:endParaRPr lang="en-US" altLang="ja-JP" dirty="0"/>
          </a:p>
          <a:p>
            <a:pPr marL="96838" indent="0">
              <a:buNone/>
            </a:pPr>
            <a:r>
              <a:rPr lang="en-US" altLang="ja-JP" dirty="0"/>
              <a:t>sub</a:t>
            </a:r>
            <a:r>
              <a:rPr lang="ja-JP" altLang="en-US" dirty="0"/>
              <a:t>メソッドから</a:t>
            </a:r>
            <a:r>
              <a:rPr lang="en-US" altLang="ja-JP" dirty="0"/>
              <a:t>main</a:t>
            </a:r>
            <a:r>
              <a:rPr lang="ja-JP" altLang="en-US" dirty="0"/>
              <a:t>メソッドへ</a:t>
            </a:r>
            <a:r>
              <a:rPr kumimoji="1" lang="ja-JP" altLang="en-US" dirty="0"/>
              <a:t>例外が伝播していきます。</a:t>
            </a:r>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1629420"/>
            <a:ext cx="4038599" cy="3125459"/>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ExcPropagationSample {</a:t>
            </a:r>
          </a:p>
          <a:p>
            <a:pPr marL="96838" indent="0">
              <a:buFont typeface="Arial" panose="020B0604020202020204" pitchFamily="34" charset="0"/>
              <a:buNone/>
            </a:pPr>
            <a:r>
              <a:rPr lang="en-US" altLang="ja-JP" sz="1200" dirty="0"/>
              <a:t>  public static void main(String[] args) {</a:t>
            </a:r>
          </a:p>
          <a:p>
            <a:pPr marL="96838" indent="0">
              <a:buFont typeface="Arial" panose="020B0604020202020204" pitchFamily="34" charset="0"/>
              <a:buNone/>
            </a:pPr>
            <a:r>
              <a:rPr lang="en-US" altLang="ja-JP" sz="1200" dirty="0"/>
              <a:t>    System.out.println(“</a:t>
            </a:r>
            <a:r>
              <a:rPr lang="ja-JP" altLang="en-US" sz="1200" dirty="0"/>
              <a:t>システム開始</a:t>
            </a:r>
            <a:r>
              <a:rPr lang="en-US" altLang="ja-JP" sz="1200" dirty="0"/>
              <a:t>”);</a:t>
            </a:r>
          </a:p>
          <a:p>
            <a:pPr marL="96838" indent="0">
              <a:buFont typeface="Arial" panose="020B0604020202020204" pitchFamily="34" charset="0"/>
              <a:buNone/>
            </a:pPr>
            <a:r>
              <a:rPr lang="en-US" altLang="ja-JP" sz="1200" dirty="0"/>
              <a:t>    sub();</a:t>
            </a:r>
          </a:p>
          <a:p>
            <a:pPr marL="96838" indent="0">
              <a:buFont typeface="Arial" panose="020B0604020202020204" pitchFamily="34" charset="0"/>
              <a:buNone/>
            </a:pPr>
            <a:r>
              <a:rPr lang="en-US" altLang="ja-JP" sz="1200" dirty="0"/>
              <a:t>    System.out.println(“</a:t>
            </a:r>
            <a:r>
              <a:rPr lang="ja-JP" altLang="en-US" sz="1200" dirty="0"/>
              <a:t>システム終了</a:t>
            </a:r>
            <a:r>
              <a:rPr lang="en-US" altLang="ja-JP" sz="1200" dirty="0"/>
              <a:t>”);</a:t>
            </a:r>
          </a:p>
          <a:p>
            <a:pPr marL="96838" indent="0">
              <a:buFont typeface="Arial" panose="020B0604020202020204" pitchFamily="34" charset="0"/>
              <a:buNone/>
            </a:pPr>
            <a:r>
              <a:rPr lang="en-US" altLang="ja-JP" sz="1200" dirty="0"/>
              <a:t>  }</a:t>
            </a:r>
            <a:br>
              <a:rPr lang="en-US" altLang="ja-JP" sz="1200" dirty="0"/>
            </a:br>
            <a:br>
              <a:rPr lang="en-US" altLang="ja-JP" sz="1200" dirty="0"/>
            </a:br>
            <a:r>
              <a:rPr lang="en-US" altLang="ja-JP" sz="1200" dirty="0"/>
              <a:t>  public static void sub() {</a:t>
            </a:r>
          </a:p>
          <a:p>
            <a:pPr marL="96838" indent="0">
              <a:buNone/>
            </a:pPr>
            <a:r>
              <a:rPr lang="en-US" altLang="ja-JP" sz="1200" dirty="0"/>
              <a:t>    System.out.println(“sub</a:t>
            </a:r>
            <a:r>
              <a:rPr lang="ja-JP" altLang="en-US" sz="1200" dirty="0"/>
              <a:t>開始</a:t>
            </a:r>
            <a:r>
              <a:rPr lang="en-US" altLang="ja-JP" sz="1200" dirty="0"/>
              <a:t>”);</a:t>
            </a:r>
          </a:p>
          <a:p>
            <a:pPr marL="96838" indent="0">
              <a:buFont typeface="Arial" panose="020B0604020202020204" pitchFamily="34" charset="0"/>
              <a:buNone/>
            </a:pPr>
            <a:r>
              <a:rPr lang="en-US" altLang="ja-JP" sz="1200" dirty="0"/>
              <a:t>    subSub();</a:t>
            </a:r>
          </a:p>
          <a:p>
            <a:pPr marL="96838" indent="0">
              <a:buNone/>
            </a:pPr>
            <a:r>
              <a:rPr lang="ja-JP" altLang="en-US" sz="1200" dirty="0"/>
              <a:t>    </a:t>
            </a:r>
            <a:r>
              <a:rPr lang="en-US" altLang="ja-JP" sz="1200" dirty="0"/>
              <a:t>System.out.println(“sub</a:t>
            </a:r>
            <a:r>
              <a:rPr lang="ja-JP" altLang="en-US" sz="1200" dirty="0"/>
              <a:t>終了</a:t>
            </a:r>
            <a:r>
              <a:rPr lang="en-US" altLang="ja-JP" sz="1200" dirty="0"/>
              <a:t>”);</a:t>
            </a:r>
          </a:p>
          <a:p>
            <a:pPr marL="96838" indent="0">
              <a:buNone/>
            </a:pPr>
            <a:r>
              <a:rPr lang="en-US" altLang="ja-JP" sz="1200" dirty="0"/>
              <a:t>  }</a:t>
            </a:r>
          </a:p>
          <a:p>
            <a:pPr marL="96838" indent="0">
              <a:buNone/>
            </a:pPr>
            <a:endParaRPr lang="en-US" altLang="ja-JP" sz="1200" dirty="0"/>
          </a:p>
        </p:txBody>
      </p:sp>
      <p:sp>
        <p:nvSpPr>
          <p:cNvPr id="10" name="テキスト プレースホルダー 7">
            <a:extLst>
              <a:ext uri="{FF2B5EF4-FFF2-40B4-BE49-F238E27FC236}">
                <a16:creationId xmlns:a16="http://schemas.microsoft.com/office/drawing/2014/main" id="{2BDD1324-306A-4815-A8B2-871C05758FA6}"/>
              </a:ext>
            </a:extLst>
          </p:cNvPr>
          <p:cNvSpPr txBox="1">
            <a:spLocks/>
          </p:cNvSpPr>
          <p:nvPr/>
        </p:nvSpPr>
        <p:spPr>
          <a:xfrm>
            <a:off x="4641850" y="1150620"/>
            <a:ext cx="4037925" cy="36042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endParaRPr lang="en-US" altLang="ja-JP" dirty="0"/>
          </a:p>
        </p:txBody>
      </p:sp>
      <p:sp>
        <p:nvSpPr>
          <p:cNvPr id="8" name="テキスト プレースホルダー 4">
            <a:extLst>
              <a:ext uri="{FF2B5EF4-FFF2-40B4-BE49-F238E27FC236}">
                <a16:creationId xmlns:a16="http://schemas.microsoft.com/office/drawing/2014/main" id="{159F79D6-0900-495D-BDD7-BC0CFC6AE72D}"/>
              </a:ext>
            </a:extLst>
          </p:cNvPr>
          <p:cNvSpPr txBox="1">
            <a:spLocks/>
          </p:cNvSpPr>
          <p:nvPr/>
        </p:nvSpPr>
        <p:spPr>
          <a:xfrm>
            <a:off x="4572000" y="1629419"/>
            <a:ext cx="4038599" cy="3125461"/>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endParaRPr lang="en-US" altLang="ja-JP" sz="1200" dirty="0"/>
          </a:p>
          <a:p>
            <a:pPr marL="96838" indent="0">
              <a:buFont typeface="Arial" panose="020B0604020202020204" pitchFamily="34" charset="0"/>
              <a:buNone/>
            </a:pPr>
            <a:r>
              <a:rPr lang="ja-JP" altLang="en-US" sz="1200" dirty="0"/>
              <a:t>　</a:t>
            </a:r>
            <a:r>
              <a:rPr lang="en-US" altLang="ja-JP" sz="1200" dirty="0"/>
              <a:t>public static void subSub() {</a:t>
            </a:r>
          </a:p>
          <a:p>
            <a:pPr marL="96838" indent="0">
              <a:buNone/>
            </a:pPr>
            <a:r>
              <a:rPr lang="en-US" altLang="ja-JP" sz="1200" dirty="0"/>
              <a:t>    System.out.println(“subSub</a:t>
            </a:r>
            <a:r>
              <a:rPr lang="ja-JP" altLang="en-US" sz="1200" dirty="0"/>
              <a:t>開始</a:t>
            </a:r>
            <a:r>
              <a:rPr lang="en-US" altLang="ja-JP" sz="1200" dirty="0"/>
              <a:t>”);</a:t>
            </a:r>
          </a:p>
          <a:p>
            <a:pPr marL="96838" indent="0">
              <a:buFont typeface="Arial" panose="020B0604020202020204" pitchFamily="34" charset="0"/>
              <a:buNone/>
            </a:pPr>
            <a:r>
              <a:rPr lang="en-US" altLang="ja-JP" sz="1200" dirty="0"/>
              <a:t>    int num = 10;</a:t>
            </a:r>
          </a:p>
          <a:p>
            <a:pPr marL="96838" indent="0">
              <a:buFont typeface="Arial" panose="020B0604020202020204" pitchFamily="34" charset="0"/>
              <a:buNone/>
            </a:pPr>
            <a:r>
              <a:rPr lang="ja-JP" altLang="en-US" sz="1200" dirty="0"/>
              <a:t>　　</a:t>
            </a:r>
            <a:r>
              <a:rPr lang="en-US" altLang="ja-JP" sz="1200" dirty="0"/>
              <a:t>System.out.println(num / 0);</a:t>
            </a:r>
          </a:p>
          <a:p>
            <a:pPr marL="96838" indent="0">
              <a:buNone/>
            </a:pPr>
            <a:r>
              <a:rPr lang="ja-JP" altLang="en-US" sz="1200" dirty="0"/>
              <a:t>    </a:t>
            </a:r>
            <a:r>
              <a:rPr lang="en-US" altLang="ja-JP" sz="1200" dirty="0"/>
              <a:t>System.out.println(“subSub</a:t>
            </a:r>
            <a:r>
              <a:rPr lang="ja-JP" altLang="en-US" sz="1200" dirty="0"/>
              <a:t>終了</a:t>
            </a:r>
            <a:r>
              <a:rPr lang="en-US" altLang="ja-JP" sz="1200" dirty="0"/>
              <a:t>”);</a:t>
            </a:r>
          </a:p>
          <a:p>
            <a:pPr marL="96838" indent="0">
              <a:buNone/>
            </a:pPr>
            <a:r>
              <a:rPr lang="en-US" altLang="ja-JP" sz="1200" dirty="0"/>
              <a:t>  }</a:t>
            </a:r>
          </a:p>
          <a:p>
            <a:pPr marL="96838" indent="0">
              <a:buFont typeface="Arial" panose="020B0604020202020204" pitchFamily="34" charset="0"/>
              <a:buNone/>
            </a:pPr>
            <a:r>
              <a:rPr lang="en-US" altLang="ja-JP" sz="1200" dirty="0"/>
              <a:t>}</a:t>
            </a:r>
          </a:p>
        </p:txBody>
      </p:sp>
      <p:cxnSp>
        <p:nvCxnSpPr>
          <p:cNvPr id="9" name="直線コネクタ 8">
            <a:extLst>
              <a:ext uri="{FF2B5EF4-FFF2-40B4-BE49-F238E27FC236}">
                <a16:creationId xmlns:a16="http://schemas.microsoft.com/office/drawing/2014/main" id="{9C85C31E-7BB3-461C-9889-B0EC1553977C}"/>
              </a:ext>
            </a:extLst>
          </p:cNvPr>
          <p:cNvCxnSpPr>
            <a:cxnSpLocks/>
          </p:cNvCxnSpPr>
          <p:nvPr/>
        </p:nvCxnSpPr>
        <p:spPr>
          <a:xfrm>
            <a:off x="4572000" y="1629419"/>
            <a:ext cx="0" cy="3125461"/>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pic>
        <p:nvPicPr>
          <p:cNvPr id="15" name="図 14">
            <a:extLst>
              <a:ext uri="{FF2B5EF4-FFF2-40B4-BE49-F238E27FC236}">
                <a16:creationId xmlns:a16="http://schemas.microsoft.com/office/drawing/2014/main" id="{DB8C8C11-3708-4700-820B-AFD0C890D46B}"/>
              </a:ext>
            </a:extLst>
          </p:cNvPr>
          <p:cNvPicPr>
            <a:picLocks noChangeAspect="1"/>
          </p:cNvPicPr>
          <p:nvPr/>
        </p:nvPicPr>
        <p:blipFill>
          <a:blip r:embed="rId3"/>
          <a:stretch>
            <a:fillRect/>
          </a:stretch>
        </p:blipFill>
        <p:spPr>
          <a:xfrm>
            <a:off x="7174867" y="2245044"/>
            <a:ext cx="957155" cy="792549"/>
          </a:xfrm>
          <a:prstGeom prst="rect">
            <a:avLst/>
          </a:prstGeom>
        </p:spPr>
      </p:pic>
      <p:sp>
        <p:nvSpPr>
          <p:cNvPr id="16" name="Google Shape;253;p27">
            <a:extLst>
              <a:ext uri="{FF2B5EF4-FFF2-40B4-BE49-F238E27FC236}">
                <a16:creationId xmlns:a16="http://schemas.microsoft.com/office/drawing/2014/main" id="{5896C39F-A4BB-43A3-8A26-FD92C20A5A0D}"/>
              </a:ext>
            </a:extLst>
          </p:cNvPr>
          <p:cNvSpPr/>
          <p:nvPr/>
        </p:nvSpPr>
        <p:spPr>
          <a:xfrm>
            <a:off x="4850624" y="1873501"/>
            <a:ext cx="2324243" cy="257808"/>
          </a:xfrm>
          <a:prstGeom prst="rect">
            <a:avLst/>
          </a:prstGeom>
          <a:solidFill>
            <a:srgbClr val="FFC000">
              <a:alpha val="29803"/>
            </a:srgbClr>
          </a:solidFill>
          <a:ln w="127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cxnSp>
        <p:nvCxnSpPr>
          <p:cNvPr id="18" name="Google Shape;212;p24">
            <a:extLst>
              <a:ext uri="{FF2B5EF4-FFF2-40B4-BE49-F238E27FC236}">
                <a16:creationId xmlns:a16="http://schemas.microsoft.com/office/drawing/2014/main" id="{41808E62-7949-4192-9293-17681526E0B9}"/>
              </a:ext>
            </a:extLst>
          </p:cNvPr>
          <p:cNvCxnSpPr>
            <a:cxnSpLocks/>
            <a:stCxn id="15" idx="0"/>
            <a:endCxn id="16" idx="3"/>
          </p:cNvCxnSpPr>
          <p:nvPr/>
        </p:nvCxnSpPr>
        <p:spPr>
          <a:xfrm rot="16200000" flipV="1">
            <a:off x="7292837" y="1884436"/>
            <a:ext cx="242639" cy="478578"/>
          </a:xfrm>
          <a:prstGeom prst="bentConnector2">
            <a:avLst/>
          </a:prstGeom>
          <a:noFill/>
          <a:ln w="38100" cap="flat" cmpd="sng">
            <a:solidFill>
              <a:srgbClr val="F4C000"/>
            </a:solidFill>
            <a:prstDash val="solid"/>
            <a:round/>
            <a:headEnd type="none" w="sm" len="sm"/>
            <a:tailEnd type="triangle" w="med" len="med"/>
          </a:ln>
        </p:spPr>
      </p:cxnSp>
      <p:sp>
        <p:nvSpPr>
          <p:cNvPr id="21" name="Google Shape;253;p27">
            <a:extLst>
              <a:ext uri="{FF2B5EF4-FFF2-40B4-BE49-F238E27FC236}">
                <a16:creationId xmlns:a16="http://schemas.microsoft.com/office/drawing/2014/main" id="{9A277398-4646-4FF8-ADF5-DE8316F10E6B}"/>
              </a:ext>
            </a:extLst>
          </p:cNvPr>
          <p:cNvSpPr/>
          <p:nvPr/>
        </p:nvSpPr>
        <p:spPr>
          <a:xfrm>
            <a:off x="795409" y="3164649"/>
            <a:ext cx="2133421" cy="257808"/>
          </a:xfrm>
          <a:prstGeom prst="rect">
            <a:avLst/>
          </a:prstGeom>
          <a:solidFill>
            <a:srgbClr val="FFC000">
              <a:alpha val="29803"/>
            </a:srgbClr>
          </a:solidFill>
          <a:ln w="127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cxnSp>
        <p:nvCxnSpPr>
          <p:cNvPr id="22" name="Google Shape;212;p24">
            <a:extLst>
              <a:ext uri="{FF2B5EF4-FFF2-40B4-BE49-F238E27FC236}">
                <a16:creationId xmlns:a16="http://schemas.microsoft.com/office/drawing/2014/main" id="{48DF1901-9969-4081-A58C-9CFD131FAC58}"/>
              </a:ext>
            </a:extLst>
          </p:cNvPr>
          <p:cNvCxnSpPr>
            <a:cxnSpLocks/>
            <a:stCxn id="16" idx="1"/>
            <a:endCxn id="21" idx="3"/>
          </p:cNvCxnSpPr>
          <p:nvPr/>
        </p:nvCxnSpPr>
        <p:spPr>
          <a:xfrm rot="10800000" flipV="1">
            <a:off x="2928830" y="2002405"/>
            <a:ext cx="1921794" cy="1291148"/>
          </a:xfrm>
          <a:prstGeom prst="bentConnector3">
            <a:avLst>
              <a:gd name="adj1" fmla="val 23169"/>
            </a:avLst>
          </a:prstGeom>
          <a:noFill/>
          <a:ln w="38100" cap="flat" cmpd="sng">
            <a:solidFill>
              <a:srgbClr val="F4C000"/>
            </a:solidFill>
            <a:prstDash val="solid"/>
            <a:round/>
            <a:headEnd type="none" w="sm" len="sm"/>
            <a:tailEnd type="triangle" w="med" len="med"/>
          </a:ln>
        </p:spPr>
      </p:cxnSp>
      <p:sp>
        <p:nvSpPr>
          <p:cNvPr id="27" name="Google Shape;253;p27">
            <a:extLst>
              <a:ext uri="{FF2B5EF4-FFF2-40B4-BE49-F238E27FC236}">
                <a16:creationId xmlns:a16="http://schemas.microsoft.com/office/drawing/2014/main" id="{C23FB74E-E7DB-46A6-9112-DBFE29CA61FE}"/>
              </a:ext>
            </a:extLst>
          </p:cNvPr>
          <p:cNvSpPr/>
          <p:nvPr/>
        </p:nvSpPr>
        <p:spPr>
          <a:xfrm>
            <a:off x="795408" y="1873501"/>
            <a:ext cx="3192201" cy="257808"/>
          </a:xfrm>
          <a:prstGeom prst="rect">
            <a:avLst/>
          </a:prstGeom>
          <a:solidFill>
            <a:schemeClr val="tx2">
              <a:alpha val="29803"/>
            </a:schemeClr>
          </a:solidFill>
          <a:ln w="12700" cap="flat" cmpd="sng">
            <a:solidFill>
              <a:schemeClr val="tx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cxnSp>
        <p:nvCxnSpPr>
          <p:cNvPr id="30" name="Google Shape;212;p24">
            <a:extLst>
              <a:ext uri="{FF2B5EF4-FFF2-40B4-BE49-F238E27FC236}">
                <a16:creationId xmlns:a16="http://schemas.microsoft.com/office/drawing/2014/main" id="{DAD1E10B-80E7-4A45-A88D-9CDFDD226E4F}"/>
              </a:ext>
            </a:extLst>
          </p:cNvPr>
          <p:cNvCxnSpPr>
            <a:cxnSpLocks/>
            <a:stCxn id="21" idx="1"/>
            <a:endCxn id="27" idx="1"/>
          </p:cNvCxnSpPr>
          <p:nvPr/>
        </p:nvCxnSpPr>
        <p:spPr>
          <a:xfrm rot="10800000">
            <a:off x="795409" y="2002405"/>
            <a:ext cx="1" cy="1291148"/>
          </a:xfrm>
          <a:prstGeom prst="bentConnector3">
            <a:avLst>
              <a:gd name="adj1" fmla="val 22860100000"/>
            </a:avLst>
          </a:prstGeom>
          <a:noFill/>
          <a:ln w="38100" cap="flat" cmpd="sng">
            <a:solidFill>
              <a:schemeClr val="tx2"/>
            </a:solidFill>
            <a:prstDash val="solid"/>
            <a:round/>
            <a:headEnd type="none" w="sm" len="sm"/>
            <a:tailEnd type="triangle" w="med" len="med"/>
          </a:ln>
        </p:spPr>
      </p:cxnSp>
      <p:sp>
        <p:nvSpPr>
          <p:cNvPr id="33" name="Google Shape;253;p27">
            <a:extLst>
              <a:ext uri="{FF2B5EF4-FFF2-40B4-BE49-F238E27FC236}">
                <a16:creationId xmlns:a16="http://schemas.microsoft.com/office/drawing/2014/main" id="{23125D9F-3740-4D4F-BD19-FB80FE89A6C5}"/>
              </a:ext>
            </a:extLst>
          </p:cNvPr>
          <p:cNvSpPr/>
          <p:nvPr/>
        </p:nvSpPr>
        <p:spPr>
          <a:xfrm>
            <a:off x="5032638" y="2604163"/>
            <a:ext cx="2212079" cy="257808"/>
          </a:xfrm>
          <a:prstGeom prst="rect">
            <a:avLst/>
          </a:prstGeom>
          <a:solidFill>
            <a:srgbClr val="FFC000">
              <a:alpha val="29803"/>
            </a:srgbClr>
          </a:solidFill>
          <a:ln w="127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pic>
        <p:nvPicPr>
          <p:cNvPr id="35" name="図 34" descr="テキスト&#10;&#10;自動的に生成された説明">
            <a:extLst>
              <a:ext uri="{FF2B5EF4-FFF2-40B4-BE49-F238E27FC236}">
                <a16:creationId xmlns:a16="http://schemas.microsoft.com/office/drawing/2014/main" id="{F6C3F6F6-FB3E-47B4-A094-814182EB1C81}"/>
              </a:ext>
            </a:extLst>
          </p:cNvPr>
          <p:cNvPicPr>
            <a:picLocks noChangeAspect="1"/>
          </p:cNvPicPr>
          <p:nvPr/>
        </p:nvPicPr>
        <p:blipFill>
          <a:blip r:embed="rId4"/>
          <a:stretch>
            <a:fillRect/>
          </a:stretch>
        </p:blipFill>
        <p:spPr>
          <a:xfrm>
            <a:off x="4680495" y="3945744"/>
            <a:ext cx="3838867" cy="723153"/>
          </a:xfrm>
          <a:prstGeom prst="rect">
            <a:avLst/>
          </a:prstGeom>
        </p:spPr>
      </p:pic>
      <p:sp>
        <p:nvSpPr>
          <p:cNvPr id="36" name="テキスト プレースホルダー 4">
            <a:extLst>
              <a:ext uri="{FF2B5EF4-FFF2-40B4-BE49-F238E27FC236}">
                <a16:creationId xmlns:a16="http://schemas.microsoft.com/office/drawing/2014/main" id="{155B23C6-C799-4777-B190-989F21355CAE}"/>
              </a:ext>
            </a:extLst>
          </p:cNvPr>
          <p:cNvSpPr txBox="1">
            <a:spLocks/>
          </p:cNvSpPr>
          <p:nvPr/>
        </p:nvSpPr>
        <p:spPr>
          <a:xfrm>
            <a:off x="4571325" y="3643491"/>
            <a:ext cx="4038599" cy="30225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実行結果</a:t>
            </a:r>
          </a:p>
        </p:txBody>
      </p:sp>
    </p:spTree>
    <p:extLst>
      <p:ext uri="{BB962C8B-B14F-4D97-AF65-F5344CB8AC3E}">
        <p14:creationId xmlns:p14="http://schemas.microsoft.com/office/powerpoint/2010/main" val="1201730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kumimoji="1" lang="ja-JP" altLang="en-US" dirty="0"/>
              <a:t>例外の伝播</a:t>
            </a:r>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20</a:t>
            </a:fld>
            <a:endParaRPr lang="en"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914400"/>
            <a:ext cx="4038599" cy="384048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ExcPropagationSample {</a:t>
            </a:r>
          </a:p>
          <a:p>
            <a:pPr marL="96838" indent="0">
              <a:buFont typeface="Arial" panose="020B0604020202020204" pitchFamily="34" charset="0"/>
              <a:buNone/>
            </a:pPr>
            <a:r>
              <a:rPr lang="en-US" altLang="ja-JP" sz="1200" dirty="0"/>
              <a:t>  public static void main(String[] args) {</a:t>
            </a:r>
            <a:br>
              <a:rPr lang="en-US" altLang="ja-JP" sz="1200" dirty="0"/>
            </a:br>
            <a:r>
              <a:rPr lang="ja-JP" altLang="en-US" sz="1200" dirty="0"/>
              <a:t>　　</a:t>
            </a:r>
            <a:r>
              <a:rPr lang="en-US" altLang="ja-JP" sz="1200" dirty="0"/>
              <a:t>sub();</a:t>
            </a:r>
            <a:br>
              <a:rPr lang="en-US" altLang="ja-JP" sz="1200" dirty="0"/>
            </a:br>
            <a:r>
              <a:rPr lang="ja-JP" altLang="en-US" sz="1200" dirty="0"/>
              <a:t>　</a:t>
            </a:r>
            <a:r>
              <a:rPr lang="en-US" altLang="ja-JP" sz="1200" dirty="0"/>
              <a:t>}</a:t>
            </a:r>
            <a:br>
              <a:rPr lang="en-US" altLang="ja-JP" sz="1200" dirty="0"/>
            </a:br>
            <a:br>
              <a:rPr lang="en-US" altLang="ja-JP" sz="1200" dirty="0"/>
            </a:br>
            <a:r>
              <a:rPr lang="en-US" altLang="ja-JP" sz="1200" dirty="0"/>
              <a:t>  public static void sub() {</a:t>
            </a:r>
            <a:br>
              <a:rPr lang="en-US" altLang="ja-JP" sz="1200" dirty="0"/>
            </a:br>
            <a:r>
              <a:rPr lang="ja-JP" altLang="en-US" sz="1200" dirty="0"/>
              <a:t>　　</a:t>
            </a:r>
            <a:r>
              <a:rPr lang="en-US" altLang="ja-JP" sz="1200" dirty="0"/>
              <a:t>try {</a:t>
            </a:r>
            <a:br>
              <a:rPr lang="en-US" altLang="ja-JP" sz="1200" dirty="0"/>
            </a:br>
            <a:r>
              <a:rPr lang="ja-JP" altLang="en-US" sz="1200" dirty="0"/>
              <a:t>　　　</a:t>
            </a:r>
            <a:r>
              <a:rPr lang="en-US" altLang="ja-JP" sz="1200" dirty="0"/>
              <a:t>subSub();</a:t>
            </a:r>
            <a:br>
              <a:rPr lang="en-US" altLang="ja-JP" sz="1200" dirty="0"/>
            </a:br>
            <a:r>
              <a:rPr lang="ja-JP" altLang="en-US" sz="1200" dirty="0"/>
              <a:t>　　</a:t>
            </a:r>
            <a:r>
              <a:rPr lang="en-US" altLang="ja-JP" sz="1200" dirty="0"/>
              <a:t>} catch(ArithmeticException e) {</a:t>
            </a:r>
            <a:br>
              <a:rPr lang="en-US" altLang="ja-JP" sz="1200" dirty="0"/>
            </a:br>
            <a:r>
              <a:rPr lang="ja-JP" altLang="en-US" sz="1200" dirty="0"/>
              <a:t>　　　</a:t>
            </a:r>
            <a:r>
              <a:rPr lang="en-US" altLang="ja-JP" sz="1200" dirty="0"/>
              <a:t>System.out.println(“</a:t>
            </a:r>
            <a:r>
              <a:rPr lang="ja-JP" altLang="en-US" sz="1200" dirty="0"/>
              <a:t>例外が発生しました</a:t>
            </a:r>
            <a:r>
              <a:rPr lang="en-US" altLang="ja-JP" sz="1200" dirty="0"/>
              <a:t>”);</a:t>
            </a:r>
            <a:br>
              <a:rPr lang="en-US" altLang="ja-JP" sz="1200" dirty="0"/>
            </a:br>
            <a:r>
              <a:rPr lang="ja-JP" altLang="en-US" sz="1200" dirty="0"/>
              <a:t>　　</a:t>
            </a:r>
            <a:r>
              <a:rPr lang="en-US" altLang="ja-JP" sz="1200" dirty="0"/>
              <a:t>}</a:t>
            </a:r>
            <a:br>
              <a:rPr lang="en-US" altLang="ja-JP" sz="1200" dirty="0"/>
            </a:br>
            <a:r>
              <a:rPr lang="ja-JP" altLang="en-US" sz="1200" dirty="0"/>
              <a:t>　</a:t>
            </a:r>
            <a:r>
              <a:rPr lang="en-US" altLang="ja-JP" sz="1200" dirty="0"/>
              <a:t>}</a:t>
            </a:r>
            <a:br>
              <a:rPr lang="en-US" altLang="ja-JP" sz="1200" dirty="0"/>
            </a:br>
            <a:br>
              <a:rPr lang="en-US" altLang="ja-JP" sz="1200" dirty="0"/>
            </a:br>
            <a:r>
              <a:rPr lang="ja-JP" altLang="en-US" sz="1200" dirty="0"/>
              <a:t>　</a:t>
            </a:r>
            <a:r>
              <a:rPr lang="en-US" altLang="ja-JP" sz="1200" dirty="0"/>
              <a:t>public static void subSub() {</a:t>
            </a:r>
            <a:br>
              <a:rPr lang="en-US" altLang="ja-JP" sz="1200" dirty="0"/>
            </a:br>
            <a:r>
              <a:rPr lang="ja-JP" altLang="en-US" sz="1200" dirty="0"/>
              <a:t>　　</a:t>
            </a:r>
            <a:r>
              <a:rPr lang="en-US" altLang="ja-JP" sz="1200" dirty="0"/>
              <a:t>// </a:t>
            </a:r>
            <a:r>
              <a:rPr lang="ja-JP" altLang="en-US" sz="1200" dirty="0"/>
              <a:t>例外発生処理</a:t>
            </a:r>
            <a:br>
              <a:rPr lang="en-US" altLang="ja-JP" sz="1200" dirty="0"/>
            </a:br>
            <a:r>
              <a:rPr lang="ja-JP" altLang="en-US" sz="1200" dirty="0"/>
              <a:t>　</a:t>
            </a:r>
            <a:r>
              <a:rPr lang="en-US" altLang="ja-JP" sz="1200" dirty="0"/>
              <a:t>}</a:t>
            </a:r>
            <a:br>
              <a:rPr lang="en-US" altLang="ja-JP" sz="1200" dirty="0"/>
            </a:br>
            <a:r>
              <a:rPr lang="en-US" altLang="ja-JP" sz="1200" dirty="0"/>
              <a:t>}</a:t>
            </a:r>
          </a:p>
          <a:p>
            <a:pPr marL="96838" indent="0" algn="r">
              <a:buFont typeface="Arial" panose="020B0604020202020204" pitchFamily="34" charset="0"/>
              <a:buNone/>
            </a:pPr>
            <a:r>
              <a:rPr lang="en-US" altLang="ja-JP" sz="1200" dirty="0"/>
              <a:t>※</a:t>
            </a:r>
            <a:r>
              <a:rPr lang="ja-JP" altLang="en-US" sz="1200" dirty="0"/>
              <a:t>一部省略</a:t>
            </a:r>
            <a:endParaRPr lang="en-US" altLang="ja-JP" sz="1200" dirty="0"/>
          </a:p>
        </p:txBody>
      </p:sp>
      <p:sp>
        <p:nvSpPr>
          <p:cNvPr id="10" name="テキスト プレースホルダー 7">
            <a:extLst>
              <a:ext uri="{FF2B5EF4-FFF2-40B4-BE49-F238E27FC236}">
                <a16:creationId xmlns:a16="http://schemas.microsoft.com/office/drawing/2014/main" id="{2BDD1324-306A-4815-A8B2-871C05758FA6}"/>
              </a:ext>
            </a:extLst>
          </p:cNvPr>
          <p:cNvSpPr txBox="1">
            <a:spLocks/>
          </p:cNvSpPr>
          <p:nvPr/>
        </p:nvSpPr>
        <p:spPr>
          <a:xfrm>
            <a:off x="4641850" y="1150620"/>
            <a:ext cx="4037925" cy="36042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endParaRPr lang="en-US" altLang="ja-JP" dirty="0"/>
          </a:p>
        </p:txBody>
      </p:sp>
      <p:sp>
        <p:nvSpPr>
          <p:cNvPr id="11" name="Google Shape;253;p27">
            <a:extLst>
              <a:ext uri="{FF2B5EF4-FFF2-40B4-BE49-F238E27FC236}">
                <a16:creationId xmlns:a16="http://schemas.microsoft.com/office/drawing/2014/main" id="{26E5C752-1B7C-43E6-81C1-BD505F871228}"/>
              </a:ext>
            </a:extLst>
          </p:cNvPr>
          <p:cNvSpPr/>
          <p:nvPr/>
        </p:nvSpPr>
        <p:spPr>
          <a:xfrm>
            <a:off x="976277" y="3332944"/>
            <a:ext cx="1258159" cy="180288"/>
          </a:xfrm>
          <a:prstGeom prst="rect">
            <a:avLst/>
          </a:prstGeom>
          <a:solidFill>
            <a:srgbClr val="FFC000">
              <a:alpha val="29803"/>
            </a:srgbClr>
          </a:solidFill>
          <a:ln w="127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2" name="Google Shape;253;p27">
            <a:extLst>
              <a:ext uri="{FF2B5EF4-FFF2-40B4-BE49-F238E27FC236}">
                <a16:creationId xmlns:a16="http://schemas.microsoft.com/office/drawing/2014/main" id="{A9F99383-050B-4513-9087-98A3EFB4006B}"/>
              </a:ext>
            </a:extLst>
          </p:cNvPr>
          <p:cNvSpPr/>
          <p:nvPr/>
        </p:nvSpPr>
        <p:spPr>
          <a:xfrm>
            <a:off x="1135553" y="2514947"/>
            <a:ext cx="3195815" cy="180288"/>
          </a:xfrm>
          <a:prstGeom prst="rect">
            <a:avLst/>
          </a:prstGeom>
          <a:solidFill>
            <a:schemeClr val="accent1">
              <a:alpha val="29803"/>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3" name="Google Shape;253;p27">
            <a:extLst>
              <a:ext uri="{FF2B5EF4-FFF2-40B4-BE49-F238E27FC236}">
                <a16:creationId xmlns:a16="http://schemas.microsoft.com/office/drawing/2014/main" id="{57424FD1-38CD-4327-B247-EB3C4042ED1F}"/>
              </a:ext>
            </a:extLst>
          </p:cNvPr>
          <p:cNvSpPr/>
          <p:nvPr/>
        </p:nvSpPr>
        <p:spPr>
          <a:xfrm>
            <a:off x="1135554" y="2191064"/>
            <a:ext cx="768874" cy="180288"/>
          </a:xfrm>
          <a:prstGeom prst="rect">
            <a:avLst/>
          </a:prstGeom>
          <a:solidFill>
            <a:srgbClr val="FFC000">
              <a:alpha val="29803"/>
            </a:srgbClr>
          </a:solidFill>
          <a:ln w="127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4" name="Google Shape;253;p27">
            <a:extLst>
              <a:ext uri="{FF2B5EF4-FFF2-40B4-BE49-F238E27FC236}">
                <a16:creationId xmlns:a16="http://schemas.microsoft.com/office/drawing/2014/main" id="{B58DF40C-6A40-4704-9494-96730E3B8B88}"/>
              </a:ext>
            </a:extLst>
          </p:cNvPr>
          <p:cNvSpPr/>
          <p:nvPr/>
        </p:nvSpPr>
        <p:spPr>
          <a:xfrm>
            <a:off x="977373" y="1367251"/>
            <a:ext cx="548919" cy="180288"/>
          </a:xfrm>
          <a:prstGeom prst="rect">
            <a:avLst/>
          </a:prstGeom>
          <a:solidFill>
            <a:schemeClr val="accent1">
              <a:alpha val="29803"/>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cxnSp>
        <p:nvCxnSpPr>
          <p:cNvPr id="15" name="Google Shape;212;p24">
            <a:extLst>
              <a:ext uri="{FF2B5EF4-FFF2-40B4-BE49-F238E27FC236}">
                <a16:creationId xmlns:a16="http://schemas.microsoft.com/office/drawing/2014/main" id="{F5B14561-4454-4EAA-A629-57852F53D83E}"/>
              </a:ext>
            </a:extLst>
          </p:cNvPr>
          <p:cNvCxnSpPr>
            <a:cxnSpLocks/>
            <a:stCxn id="12" idx="1"/>
            <a:endCxn id="14" idx="1"/>
          </p:cNvCxnSpPr>
          <p:nvPr/>
        </p:nvCxnSpPr>
        <p:spPr>
          <a:xfrm rot="10800000">
            <a:off x="977373" y="1457395"/>
            <a:ext cx="158180" cy="1147696"/>
          </a:xfrm>
          <a:prstGeom prst="bentConnector3">
            <a:avLst>
              <a:gd name="adj1" fmla="val 283637"/>
            </a:avLst>
          </a:prstGeom>
          <a:noFill/>
          <a:ln w="28575" cap="flat" cmpd="sng">
            <a:solidFill>
              <a:schemeClr val="accent1"/>
            </a:solidFill>
            <a:prstDash val="solid"/>
            <a:round/>
            <a:headEnd type="none" w="sm" len="sm"/>
            <a:tailEnd type="triangle" w="med" len="med"/>
          </a:ln>
        </p:spPr>
      </p:cxnSp>
      <p:cxnSp>
        <p:nvCxnSpPr>
          <p:cNvPr id="18" name="Google Shape;212;p24">
            <a:extLst>
              <a:ext uri="{FF2B5EF4-FFF2-40B4-BE49-F238E27FC236}">
                <a16:creationId xmlns:a16="http://schemas.microsoft.com/office/drawing/2014/main" id="{42B7EB74-3EEC-425B-AE19-F04648C624E2}"/>
              </a:ext>
            </a:extLst>
          </p:cNvPr>
          <p:cNvCxnSpPr>
            <a:cxnSpLocks/>
            <a:stCxn id="22" idx="3"/>
            <a:endCxn id="13" idx="3"/>
          </p:cNvCxnSpPr>
          <p:nvPr/>
        </p:nvCxnSpPr>
        <p:spPr>
          <a:xfrm flipH="1" flipV="1">
            <a:off x="1904428" y="2281208"/>
            <a:ext cx="1251461" cy="1384645"/>
          </a:xfrm>
          <a:prstGeom prst="bentConnector3">
            <a:avLst>
              <a:gd name="adj1" fmla="val -102321"/>
            </a:avLst>
          </a:prstGeom>
          <a:noFill/>
          <a:ln w="28575" cap="flat" cmpd="sng">
            <a:solidFill>
              <a:schemeClr val="accent4"/>
            </a:solidFill>
            <a:prstDash val="solid"/>
            <a:round/>
            <a:headEnd type="none" w="sm" len="sm"/>
            <a:tailEnd type="triangle" w="med" len="med"/>
          </a:ln>
        </p:spPr>
      </p:cxnSp>
      <p:pic>
        <p:nvPicPr>
          <p:cNvPr id="22" name="図 21">
            <a:extLst>
              <a:ext uri="{FF2B5EF4-FFF2-40B4-BE49-F238E27FC236}">
                <a16:creationId xmlns:a16="http://schemas.microsoft.com/office/drawing/2014/main" id="{A3011382-11A5-4CA7-8F08-EDC73F151AB3}"/>
              </a:ext>
            </a:extLst>
          </p:cNvPr>
          <p:cNvPicPr>
            <a:picLocks noChangeAspect="1"/>
          </p:cNvPicPr>
          <p:nvPr/>
        </p:nvPicPr>
        <p:blipFill>
          <a:blip r:embed="rId3"/>
          <a:stretch>
            <a:fillRect/>
          </a:stretch>
        </p:blipFill>
        <p:spPr>
          <a:xfrm>
            <a:off x="2198734" y="3269578"/>
            <a:ext cx="957155" cy="792549"/>
          </a:xfrm>
          <a:prstGeom prst="rect">
            <a:avLst/>
          </a:prstGeom>
        </p:spPr>
      </p:pic>
      <p:sp>
        <p:nvSpPr>
          <p:cNvPr id="25" name="楕円 24">
            <a:extLst>
              <a:ext uri="{FF2B5EF4-FFF2-40B4-BE49-F238E27FC236}">
                <a16:creationId xmlns:a16="http://schemas.microsoft.com/office/drawing/2014/main" id="{1CA7529B-3A19-4012-BBFB-0E06E32AD0C6}"/>
              </a:ext>
            </a:extLst>
          </p:cNvPr>
          <p:cNvSpPr/>
          <p:nvPr/>
        </p:nvSpPr>
        <p:spPr>
          <a:xfrm>
            <a:off x="2099225" y="1398032"/>
            <a:ext cx="1056664" cy="433601"/>
          </a:xfrm>
          <a:prstGeom prst="ellipse">
            <a:avLst/>
          </a:prstGeom>
          <a:solidFill>
            <a:schemeClr val="accent1"/>
          </a:solidFill>
          <a:ln w="317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bg1"/>
                </a:solidFill>
              </a:rPr>
              <a:t>正常処理</a:t>
            </a:r>
          </a:p>
        </p:txBody>
      </p:sp>
      <p:sp>
        <p:nvSpPr>
          <p:cNvPr id="29" name="テキスト プレースホルダー 4">
            <a:extLst>
              <a:ext uri="{FF2B5EF4-FFF2-40B4-BE49-F238E27FC236}">
                <a16:creationId xmlns:a16="http://schemas.microsoft.com/office/drawing/2014/main" id="{13371879-8F7C-442C-BD1E-59B29BD06D63}"/>
              </a:ext>
            </a:extLst>
          </p:cNvPr>
          <p:cNvSpPr txBox="1">
            <a:spLocks/>
          </p:cNvSpPr>
          <p:nvPr/>
        </p:nvSpPr>
        <p:spPr>
          <a:xfrm>
            <a:off x="4571325" y="914400"/>
            <a:ext cx="4038599" cy="384048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kumimoji="1" lang="ja-JP" altLang="en-US" dirty="0"/>
              <a:t>では</a:t>
            </a:r>
            <a:r>
              <a:rPr kumimoji="1" lang="en-US" altLang="ja-JP" dirty="0"/>
              <a:t>sub</a:t>
            </a:r>
            <a:r>
              <a:rPr kumimoji="1" lang="ja-JP" altLang="en-US" dirty="0"/>
              <a:t>メソッド内に</a:t>
            </a:r>
            <a:r>
              <a:rPr kumimoji="1" lang="en-US" altLang="ja-JP" dirty="0"/>
              <a:t>try-catch</a:t>
            </a:r>
            <a:r>
              <a:rPr kumimoji="1" lang="ja-JP" altLang="en-US" dirty="0"/>
              <a:t>を書いて</a:t>
            </a:r>
            <a:endParaRPr kumimoji="1" lang="en-US" altLang="ja-JP" dirty="0"/>
          </a:p>
          <a:p>
            <a:pPr marL="96838" indent="0">
              <a:buNone/>
            </a:pPr>
            <a:r>
              <a:rPr kumimoji="1" lang="ja-JP" altLang="en-US" dirty="0"/>
              <a:t>伝播を止めてみましょう。</a:t>
            </a:r>
            <a:endParaRPr lang="en-US" altLang="ja-JP" dirty="0"/>
          </a:p>
          <a:p>
            <a:pPr marL="96838" indent="0">
              <a:buNone/>
            </a:pPr>
            <a:endParaRPr lang="en-US" altLang="ja-JP" dirty="0"/>
          </a:p>
          <a:p>
            <a:pPr marL="96838" indent="0">
              <a:buNone/>
            </a:pPr>
            <a:r>
              <a:rPr lang="en-US" altLang="ja-JP" dirty="0"/>
              <a:t>sub</a:t>
            </a:r>
            <a:r>
              <a:rPr lang="ja-JP" altLang="en-US" dirty="0"/>
              <a:t>メソッド内で例外処理を行っているため、</a:t>
            </a:r>
            <a:endParaRPr lang="en-US" altLang="ja-JP" dirty="0"/>
          </a:p>
          <a:p>
            <a:pPr marL="96838" indent="0">
              <a:buFont typeface="Arial" panose="020B0604020202020204" pitchFamily="34" charset="0"/>
              <a:buNone/>
            </a:pPr>
            <a:r>
              <a:rPr lang="en-US" altLang="ja-JP" dirty="0"/>
              <a:t>main</a:t>
            </a:r>
            <a:r>
              <a:rPr lang="ja-JP" altLang="en-US" dirty="0"/>
              <a:t>メソッドから見ると</a:t>
            </a:r>
            <a:r>
              <a:rPr lang="en-US" altLang="ja-JP" dirty="0"/>
              <a:t>sub</a:t>
            </a:r>
            <a:r>
              <a:rPr lang="ja-JP" altLang="en-US" dirty="0"/>
              <a:t>メソッドの結果は</a:t>
            </a:r>
            <a:endParaRPr lang="en-US" altLang="ja-JP" dirty="0"/>
          </a:p>
          <a:p>
            <a:pPr marL="96838" indent="0">
              <a:buFont typeface="Arial" panose="020B0604020202020204" pitchFamily="34" charset="0"/>
              <a:buNone/>
            </a:pPr>
            <a:r>
              <a:rPr lang="ja-JP" altLang="en-US" dirty="0">
                <a:solidFill>
                  <a:schemeClr val="tx2"/>
                </a:solidFill>
              </a:rPr>
              <a:t>正しく処理できている</a:t>
            </a:r>
            <a:r>
              <a:rPr lang="ja-JP" altLang="en-US" dirty="0"/>
              <a:t>（例外未発生）</a:t>
            </a:r>
            <a:endParaRPr lang="en-US" altLang="ja-JP" dirty="0"/>
          </a:p>
          <a:p>
            <a:pPr marL="96838" indent="0">
              <a:buFont typeface="Arial" panose="020B0604020202020204" pitchFamily="34" charset="0"/>
              <a:buNone/>
            </a:pPr>
            <a:r>
              <a:rPr lang="ja-JP" altLang="en-US" dirty="0"/>
              <a:t>という認識になります。</a:t>
            </a:r>
            <a:endParaRPr lang="en-US" altLang="ja-JP" dirty="0"/>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ja-JP" altLang="en-US" dirty="0"/>
              <a:t>実行結果</a:t>
            </a:r>
            <a:endParaRPr lang="en-US" altLang="ja-JP" dirty="0"/>
          </a:p>
        </p:txBody>
      </p:sp>
      <p:pic>
        <p:nvPicPr>
          <p:cNvPr id="6" name="図 5" descr="テキスト が含まれている画像&#10;&#10;自動的に生成された説明">
            <a:extLst>
              <a:ext uri="{FF2B5EF4-FFF2-40B4-BE49-F238E27FC236}">
                <a16:creationId xmlns:a16="http://schemas.microsoft.com/office/drawing/2014/main" id="{2FE2F2D2-FEFA-41A4-A69D-B1FBC430B551}"/>
              </a:ext>
            </a:extLst>
          </p:cNvPr>
          <p:cNvPicPr>
            <a:picLocks noChangeAspect="1"/>
          </p:cNvPicPr>
          <p:nvPr/>
        </p:nvPicPr>
        <p:blipFill rotWithShape="1">
          <a:blip r:embed="rId4"/>
          <a:srcRect r="12295"/>
          <a:stretch/>
        </p:blipFill>
        <p:spPr>
          <a:xfrm>
            <a:off x="4742972" y="3332944"/>
            <a:ext cx="3835679" cy="1185248"/>
          </a:xfrm>
          <a:prstGeom prst="rect">
            <a:avLst/>
          </a:prstGeom>
        </p:spPr>
      </p:pic>
    </p:spTree>
    <p:extLst>
      <p:ext uri="{BB962C8B-B14F-4D97-AF65-F5344CB8AC3E}">
        <p14:creationId xmlns:p14="http://schemas.microsoft.com/office/powerpoint/2010/main" val="1575764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BE07A19-BDC0-42F9-8776-78ED5872C80C}"/>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AB6065E-63B3-4BF0-A310-F13CB2D760CC}"/>
              </a:ext>
            </a:extLst>
          </p:cNvPr>
          <p:cNvSpPr>
            <a:spLocks noGrp="1"/>
          </p:cNvSpPr>
          <p:nvPr>
            <p:ph type="ctrTitle"/>
          </p:nvPr>
        </p:nvSpPr>
        <p:spPr/>
        <p:txBody>
          <a:bodyPr/>
          <a:lstStyle/>
          <a:p>
            <a:r>
              <a:rPr lang="en-US" altLang="ja-JP" dirty="0"/>
              <a:t>例外の伝播</a:t>
            </a:r>
            <a:endParaRPr kumimoji="1" lang="ja-JP" altLang="en-US" dirty="0"/>
          </a:p>
        </p:txBody>
      </p:sp>
      <p:sp>
        <p:nvSpPr>
          <p:cNvPr id="4" name="スライド番号プレースホルダー 3">
            <a:extLst>
              <a:ext uri="{FF2B5EF4-FFF2-40B4-BE49-F238E27FC236}">
                <a16:creationId xmlns:a16="http://schemas.microsoft.com/office/drawing/2014/main" id="{27F93E7D-91F1-43DF-86C3-3C80CAAA9C46}"/>
              </a:ext>
            </a:extLst>
          </p:cNvPr>
          <p:cNvSpPr>
            <a:spLocks noGrp="1"/>
          </p:cNvSpPr>
          <p:nvPr>
            <p:ph type="sldNum" sz="quarter" idx="4"/>
          </p:nvPr>
        </p:nvSpPr>
        <p:spPr/>
        <p:txBody>
          <a:bodyPr/>
          <a:lstStyle/>
          <a:p>
            <a:fld id="{00000000-1234-1234-1234-123412341234}" type="slidenum">
              <a:rPr lang="en" smtClean="0"/>
              <a:pPr/>
              <a:t>21</a:t>
            </a:fld>
            <a:endParaRPr lang="en" dirty="0"/>
          </a:p>
        </p:txBody>
      </p:sp>
      <p:sp>
        <p:nvSpPr>
          <p:cNvPr id="5" name="テキスト プレースホルダー 4">
            <a:extLst>
              <a:ext uri="{FF2B5EF4-FFF2-40B4-BE49-F238E27FC236}">
                <a16:creationId xmlns:a16="http://schemas.microsoft.com/office/drawing/2014/main" id="{35B5E569-B10E-4C71-B89E-2E45350C37F5}"/>
              </a:ext>
            </a:extLst>
          </p:cNvPr>
          <p:cNvSpPr>
            <a:spLocks noGrp="1"/>
          </p:cNvSpPr>
          <p:nvPr>
            <p:ph type="body" sz="quarter" idx="14"/>
          </p:nvPr>
        </p:nvSpPr>
        <p:spPr>
          <a:xfrm>
            <a:off x="462875" y="859491"/>
            <a:ext cx="8216900" cy="1350825"/>
          </a:xfrm>
        </p:spPr>
        <p:txBody>
          <a:bodyPr/>
          <a:lstStyle/>
          <a:p>
            <a:pPr marL="96838" indent="0">
              <a:buNone/>
            </a:pPr>
            <a:r>
              <a:rPr kumimoji="1" lang="ja-JP" altLang="en-US" dirty="0"/>
              <a:t>これまでサンプルコードで見てきた</a:t>
            </a:r>
            <a:r>
              <a:rPr kumimoji="1" lang="en-US" altLang="ja-JP" dirty="0"/>
              <a:t>RuntimeException</a:t>
            </a:r>
            <a:r>
              <a:rPr kumimoji="1" lang="ja-JP" altLang="en-US" dirty="0"/>
              <a:t>系例外や</a:t>
            </a:r>
            <a:r>
              <a:rPr kumimoji="1" lang="en-US" altLang="ja-JP" dirty="0"/>
              <a:t>Error</a:t>
            </a:r>
            <a:r>
              <a:rPr kumimoji="1" lang="ja-JP" altLang="en-US" dirty="0"/>
              <a:t>系例外は、</a:t>
            </a:r>
            <a:endParaRPr kumimoji="1" lang="en-US" altLang="ja-JP" dirty="0"/>
          </a:p>
          <a:p>
            <a:pPr marL="96838" indent="0">
              <a:buNone/>
            </a:pPr>
            <a:r>
              <a:rPr lang="ja-JP" altLang="en-US" dirty="0"/>
              <a:t>自動的に例外が伝播します。</a:t>
            </a:r>
            <a:endParaRPr kumimoji="1" lang="en-US" altLang="ja-JP" dirty="0"/>
          </a:p>
          <a:p>
            <a:pPr marL="96838" indent="0">
              <a:buNone/>
            </a:pPr>
            <a:endParaRPr lang="en-US" altLang="ja-JP" dirty="0"/>
          </a:p>
          <a:p>
            <a:pPr marL="96838" indent="0">
              <a:buNone/>
            </a:pPr>
            <a:r>
              <a:rPr kumimoji="1" lang="ja-JP" altLang="en-US" dirty="0"/>
              <a:t>一方で例外処理が必須となっている</a:t>
            </a:r>
            <a:r>
              <a:rPr kumimoji="1" lang="en-US" altLang="ja-JP" dirty="0"/>
              <a:t>Exception</a:t>
            </a:r>
            <a:r>
              <a:rPr kumimoji="1" lang="ja-JP" altLang="en-US" dirty="0"/>
              <a:t>系例外は、メソッドに</a:t>
            </a:r>
            <a:r>
              <a:rPr kumimoji="1" lang="ja-JP" altLang="en-US" dirty="0">
                <a:solidFill>
                  <a:schemeClr val="tx2"/>
                </a:solidFill>
              </a:rPr>
              <a:t>スロー宣言</a:t>
            </a:r>
            <a:r>
              <a:rPr kumimoji="1" lang="ja-JP" altLang="en-US" dirty="0"/>
              <a:t>をすることで</a:t>
            </a:r>
            <a:endParaRPr kumimoji="1" lang="en-US" altLang="ja-JP" dirty="0"/>
          </a:p>
          <a:p>
            <a:pPr marL="96838" indent="0">
              <a:buNone/>
            </a:pPr>
            <a:r>
              <a:rPr kumimoji="1" lang="ja-JP" altLang="en-US" dirty="0"/>
              <a:t>例外</a:t>
            </a:r>
            <a:r>
              <a:rPr lang="ja-JP" altLang="en-US" dirty="0"/>
              <a:t>の</a:t>
            </a:r>
            <a:r>
              <a:rPr kumimoji="1" lang="ja-JP" altLang="en-US" dirty="0"/>
              <a:t>伝播</a:t>
            </a:r>
            <a:r>
              <a:rPr lang="ja-JP" altLang="en-US" dirty="0"/>
              <a:t>が</a:t>
            </a:r>
            <a:r>
              <a:rPr kumimoji="1" lang="ja-JP" altLang="en-US" dirty="0"/>
              <a:t>許可</a:t>
            </a:r>
            <a:r>
              <a:rPr lang="ja-JP" altLang="en-US" dirty="0"/>
              <a:t>されます。</a:t>
            </a:r>
            <a:endParaRPr kumimoji="1" lang="ja-JP" altLang="en-US" dirty="0"/>
          </a:p>
          <a:p>
            <a:pPr marL="96838" indent="0">
              <a:buNone/>
            </a:pPr>
            <a:r>
              <a:rPr kumimoji="1" lang="ja-JP" altLang="en-US" dirty="0"/>
              <a:t>スロー宣言は、以下のように書きます。</a:t>
            </a:r>
            <a:endParaRPr kumimoji="1" lang="en-US" altLang="ja-JP" dirty="0"/>
          </a:p>
        </p:txBody>
      </p:sp>
      <p:sp>
        <p:nvSpPr>
          <p:cNvPr id="7" name="テキスト プレースホルダー 4">
            <a:extLst>
              <a:ext uri="{FF2B5EF4-FFF2-40B4-BE49-F238E27FC236}">
                <a16:creationId xmlns:a16="http://schemas.microsoft.com/office/drawing/2014/main" id="{EEC4FB24-D88E-4A2C-B41B-2E3CA74EDDFB}"/>
              </a:ext>
            </a:extLst>
          </p:cNvPr>
          <p:cNvSpPr txBox="1">
            <a:spLocks/>
          </p:cNvSpPr>
          <p:nvPr/>
        </p:nvSpPr>
        <p:spPr>
          <a:xfrm>
            <a:off x="462875" y="3867447"/>
            <a:ext cx="8216900" cy="79606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伝播を許可する書き方が分かりました。</a:t>
            </a:r>
          </a:p>
          <a:p>
            <a:pPr marL="96838" indent="0">
              <a:buFont typeface="Arial" panose="020B0604020202020204" pitchFamily="34" charset="0"/>
              <a:buNone/>
            </a:pPr>
            <a:r>
              <a:rPr lang="ja-JP" altLang="en-US" dirty="0"/>
              <a:t>許可したことでどのような影響があるのか見ていきましょう。</a:t>
            </a:r>
          </a:p>
        </p:txBody>
      </p:sp>
      <p:sp>
        <p:nvSpPr>
          <p:cNvPr id="8" name="Google Shape;173;p21">
            <a:extLst>
              <a:ext uri="{FF2B5EF4-FFF2-40B4-BE49-F238E27FC236}">
                <a16:creationId xmlns:a16="http://schemas.microsoft.com/office/drawing/2014/main" id="{930C5A1C-80C7-4B6D-9A10-D97481A38626}"/>
              </a:ext>
            </a:extLst>
          </p:cNvPr>
          <p:cNvSpPr/>
          <p:nvPr/>
        </p:nvSpPr>
        <p:spPr>
          <a:xfrm>
            <a:off x="647996" y="2509539"/>
            <a:ext cx="7340972" cy="1058684"/>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96838" indent="0">
              <a:lnSpc>
                <a:spcPct val="150000"/>
              </a:lnSpc>
              <a:buNone/>
            </a:pPr>
            <a:r>
              <a:rPr kumimoji="1" lang="ja-JP" altLang="en-US" sz="1400" b="1" dirty="0">
                <a:solidFill>
                  <a:schemeClr val="accent1"/>
                </a:solidFill>
              </a:rPr>
              <a:t>アクセス修飾子 戻り値の型 メソッド名</a:t>
            </a:r>
            <a:r>
              <a:rPr kumimoji="1" lang="en-US" altLang="ja-JP" sz="1400" b="1" dirty="0">
                <a:solidFill>
                  <a:schemeClr val="accent1"/>
                </a:solidFill>
              </a:rPr>
              <a:t>() </a:t>
            </a:r>
            <a:r>
              <a:rPr kumimoji="1" lang="en-US" altLang="ja-JP" sz="1400" b="1" dirty="0">
                <a:solidFill>
                  <a:schemeClr val="tx2"/>
                </a:solidFill>
              </a:rPr>
              <a:t>throws </a:t>
            </a:r>
            <a:r>
              <a:rPr kumimoji="1" lang="ja-JP" altLang="en-US" sz="1400" b="1" dirty="0">
                <a:solidFill>
                  <a:schemeClr val="tx2"/>
                </a:solidFill>
              </a:rPr>
              <a:t>例外クラス</a:t>
            </a:r>
            <a:r>
              <a:rPr kumimoji="1" lang="en-US" altLang="ja-JP" sz="1400" b="1" dirty="0">
                <a:solidFill>
                  <a:schemeClr val="tx2"/>
                </a:solidFill>
              </a:rPr>
              <a:t>1</a:t>
            </a:r>
            <a:r>
              <a:rPr kumimoji="1" lang="ja-JP" altLang="en-US" sz="1400" b="1" dirty="0">
                <a:solidFill>
                  <a:schemeClr val="tx2"/>
                </a:solidFill>
              </a:rPr>
              <a:t>（</a:t>
            </a:r>
            <a:r>
              <a:rPr kumimoji="1" lang="en-US" altLang="ja-JP" sz="1400" b="1" dirty="0">
                <a:solidFill>
                  <a:schemeClr val="tx2"/>
                </a:solidFill>
              </a:rPr>
              <a:t>,</a:t>
            </a:r>
            <a:r>
              <a:rPr kumimoji="1" lang="ja-JP" altLang="en-US" sz="1400" b="1" dirty="0">
                <a:solidFill>
                  <a:schemeClr val="tx2"/>
                </a:solidFill>
              </a:rPr>
              <a:t>例外クラス</a:t>
            </a:r>
            <a:r>
              <a:rPr kumimoji="1" lang="en-US" altLang="ja-JP" sz="1400" b="1" dirty="0">
                <a:solidFill>
                  <a:schemeClr val="tx2"/>
                </a:solidFill>
              </a:rPr>
              <a:t>2, …</a:t>
            </a:r>
            <a:r>
              <a:rPr kumimoji="1" lang="ja-JP" altLang="en-US" sz="1400" b="1" dirty="0">
                <a:solidFill>
                  <a:schemeClr val="tx2"/>
                </a:solidFill>
              </a:rPr>
              <a:t>）</a:t>
            </a:r>
            <a:r>
              <a:rPr kumimoji="1" lang="en-US" altLang="ja-JP" sz="1400" b="1" dirty="0">
                <a:solidFill>
                  <a:schemeClr val="accent1"/>
                </a:solidFill>
              </a:rPr>
              <a:t>{</a:t>
            </a:r>
          </a:p>
          <a:p>
            <a:pPr marL="96838" indent="0">
              <a:lnSpc>
                <a:spcPct val="150000"/>
              </a:lnSpc>
              <a:buNone/>
            </a:pPr>
            <a:r>
              <a:rPr kumimoji="1" lang="en-US" altLang="ja-JP" sz="1400" b="1" dirty="0">
                <a:solidFill>
                  <a:schemeClr val="accent1"/>
                </a:solidFill>
              </a:rPr>
              <a:t>    </a:t>
            </a:r>
            <a:r>
              <a:rPr kumimoji="1" lang="ja-JP" altLang="en-US" sz="1400" b="1" dirty="0">
                <a:solidFill>
                  <a:schemeClr val="accent1"/>
                </a:solidFill>
              </a:rPr>
              <a:t>メソッドの処理内容</a:t>
            </a:r>
            <a:endParaRPr kumimoji="1" lang="en-US" altLang="ja-JP" sz="1400" b="1" dirty="0">
              <a:solidFill>
                <a:schemeClr val="accent1"/>
              </a:solidFill>
            </a:endParaRPr>
          </a:p>
          <a:p>
            <a:pPr marL="96838" indent="0">
              <a:lnSpc>
                <a:spcPct val="150000"/>
              </a:lnSpc>
              <a:buNone/>
            </a:pPr>
            <a:r>
              <a:rPr kumimoji="1" lang="en-US" altLang="ja-JP" sz="1400" b="1" dirty="0">
                <a:solidFill>
                  <a:schemeClr val="accent1"/>
                </a:solidFill>
              </a:rPr>
              <a:t>}</a:t>
            </a:r>
          </a:p>
        </p:txBody>
      </p:sp>
    </p:spTree>
    <p:extLst>
      <p:ext uri="{BB962C8B-B14F-4D97-AF65-F5344CB8AC3E}">
        <p14:creationId xmlns:p14="http://schemas.microsoft.com/office/powerpoint/2010/main" val="3266246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kumimoji="1" lang="ja-JP" altLang="en-US" dirty="0"/>
              <a:t>例外の伝播</a:t>
            </a:r>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22</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4109125" cy="352089"/>
          </a:xfrm>
        </p:spPr>
        <p:txBody>
          <a:bodyPr/>
          <a:lstStyle/>
          <a:p>
            <a:pPr marL="96838" indent="0">
              <a:buNone/>
            </a:pPr>
            <a:r>
              <a:rPr kumimoji="1" lang="en-US" altLang="ja-JP" dirty="0"/>
              <a:t>ExcPropagationSample2.java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462875" y="1150620"/>
            <a:ext cx="4109125"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ExcPropagationSample2 {</a:t>
            </a:r>
            <a:br>
              <a:rPr lang="en-US" altLang="ja-JP" sz="1200" dirty="0"/>
            </a:br>
            <a:r>
              <a:rPr lang="ja-JP" altLang="en-US" sz="1200" dirty="0"/>
              <a:t>　</a:t>
            </a:r>
            <a:r>
              <a:rPr lang="en-US" altLang="ja-JP" sz="1200" dirty="0"/>
              <a:t>public static void main(String[] args) {</a:t>
            </a:r>
            <a:br>
              <a:rPr lang="en-US" altLang="ja-JP" sz="1200" dirty="0"/>
            </a:br>
            <a:r>
              <a:rPr lang="ja-JP" altLang="en-US" sz="1200" dirty="0"/>
              <a:t>　　</a:t>
            </a:r>
            <a:r>
              <a:rPr lang="en-US" altLang="ja-JP" sz="1200" dirty="0"/>
              <a:t>System.out.println(“</a:t>
            </a:r>
            <a:r>
              <a:rPr lang="ja-JP" altLang="en-US" sz="1200" dirty="0"/>
              <a:t>システム開始</a:t>
            </a:r>
            <a:r>
              <a:rPr lang="en-US" altLang="ja-JP" sz="1200" dirty="0"/>
              <a:t>”);</a:t>
            </a:r>
            <a:br>
              <a:rPr lang="en-US" altLang="ja-JP" sz="1200" dirty="0"/>
            </a:br>
            <a:r>
              <a:rPr lang="ja-JP" altLang="en-US" sz="1200" dirty="0"/>
              <a:t>　　</a:t>
            </a:r>
            <a:r>
              <a:rPr lang="en-US" altLang="ja-JP" sz="1200" dirty="0">
                <a:solidFill>
                  <a:schemeClr val="tx2"/>
                </a:solidFill>
              </a:rPr>
              <a:t>try {</a:t>
            </a:r>
            <a:br>
              <a:rPr lang="en-US" altLang="ja-JP" sz="1200" dirty="0"/>
            </a:br>
            <a:r>
              <a:rPr lang="ja-JP" altLang="en-US" sz="1200" dirty="0"/>
              <a:t>　　　</a:t>
            </a:r>
            <a:r>
              <a:rPr lang="en-US" altLang="ja-JP" sz="1200" dirty="0"/>
              <a:t>sub();</a:t>
            </a:r>
            <a:br>
              <a:rPr lang="en-US" altLang="ja-JP" sz="1200" dirty="0"/>
            </a:br>
            <a:r>
              <a:rPr lang="ja-JP" altLang="en-US" sz="1200" dirty="0"/>
              <a:t>　　</a:t>
            </a:r>
            <a:r>
              <a:rPr lang="en-US" altLang="ja-JP" sz="1200" dirty="0">
                <a:solidFill>
                  <a:schemeClr val="tx2"/>
                </a:solidFill>
              </a:rPr>
              <a:t>} catch(IOException e) {</a:t>
            </a:r>
            <a:br>
              <a:rPr lang="en-US" altLang="ja-JP" sz="1200" dirty="0">
                <a:solidFill>
                  <a:schemeClr val="tx2"/>
                </a:solidFill>
              </a:rPr>
            </a:br>
            <a:r>
              <a:rPr lang="ja-JP" altLang="en-US" sz="1200" dirty="0"/>
              <a:t>　　　</a:t>
            </a:r>
            <a:r>
              <a:rPr lang="en-US" altLang="ja-JP" sz="1200" dirty="0"/>
              <a:t>System.out.println(“</a:t>
            </a:r>
            <a:r>
              <a:rPr lang="ja-JP" altLang="en-US" sz="1200" dirty="0"/>
              <a:t>システム終了</a:t>
            </a:r>
            <a:r>
              <a:rPr lang="en-US" altLang="ja-JP" sz="1200" dirty="0"/>
              <a:t>”);</a:t>
            </a:r>
            <a:br>
              <a:rPr lang="en-US" altLang="ja-JP" sz="1200" dirty="0"/>
            </a:br>
            <a:r>
              <a:rPr lang="ja-JP" altLang="en-US" sz="1200" dirty="0"/>
              <a:t>　　</a:t>
            </a:r>
            <a:r>
              <a:rPr lang="en-US" altLang="ja-JP" sz="1200" dirty="0">
                <a:solidFill>
                  <a:schemeClr val="tx2"/>
                </a:solidFill>
              </a:rPr>
              <a:t>}</a:t>
            </a:r>
            <a:br>
              <a:rPr lang="en-US" altLang="ja-JP" sz="1200" dirty="0">
                <a:solidFill>
                  <a:schemeClr val="tx2"/>
                </a:solidFill>
              </a:rPr>
            </a:br>
            <a:r>
              <a:rPr lang="ja-JP" altLang="en-US" sz="1200" dirty="0">
                <a:solidFill>
                  <a:schemeClr val="tx2"/>
                </a:solidFill>
              </a:rPr>
              <a:t>　</a:t>
            </a:r>
            <a:r>
              <a:rPr lang="en-US" altLang="ja-JP" sz="1200" dirty="0"/>
              <a:t>}</a:t>
            </a:r>
            <a:br>
              <a:rPr lang="en-US" altLang="ja-JP" sz="1200" dirty="0"/>
            </a:br>
            <a:r>
              <a:rPr lang="en-US" altLang="ja-JP" sz="1200" dirty="0"/>
              <a:t>  public static void sub() </a:t>
            </a:r>
            <a:r>
              <a:rPr lang="en-US" altLang="ja-JP" sz="1200" dirty="0">
                <a:solidFill>
                  <a:schemeClr val="tx2"/>
                </a:solidFill>
              </a:rPr>
              <a:t>throws IOException </a:t>
            </a:r>
            <a:r>
              <a:rPr lang="en-US" altLang="ja-JP" sz="1200" dirty="0"/>
              <a:t>{</a:t>
            </a:r>
            <a:br>
              <a:rPr lang="en-US" altLang="ja-JP" sz="1200" dirty="0"/>
            </a:br>
            <a:r>
              <a:rPr lang="ja-JP" altLang="en-US" sz="1200" dirty="0"/>
              <a:t>　　</a:t>
            </a:r>
            <a:r>
              <a:rPr lang="en-US" altLang="ja-JP" sz="1200" dirty="0"/>
              <a:t>System.out.println(“sub</a:t>
            </a:r>
            <a:r>
              <a:rPr lang="ja-JP" altLang="en-US" sz="1200" dirty="0"/>
              <a:t>開始</a:t>
            </a:r>
            <a:r>
              <a:rPr lang="en-US" altLang="ja-JP" sz="1200" dirty="0"/>
              <a:t>”);</a:t>
            </a:r>
            <a:br>
              <a:rPr lang="en-US" altLang="ja-JP" sz="1200" dirty="0"/>
            </a:br>
            <a:r>
              <a:rPr lang="ja-JP" altLang="en-US" sz="1200" dirty="0"/>
              <a:t>　　</a:t>
            </a:r>
            <a:r>
              <a:rPr lang="en-US" altLang="ja-JP" sz="1200" dirty="0"/>
              <a:t>subSub();</a:t>
            </a:r>
            <a:br>
              <a:rPr lang="en-US" altLang="ja-JP" sz="1200" dirty="0"/>
            </a:br>
            <a:r>
              <a:rPr lang="ja-JP" altLang="en-US" sz="1200" dirty="0"/>
              <a:t>　　</a:t>
            </a:r>
            <a:r>
              <a:rPr lang="en-US" altLang="ja-JP" sz="1200" dirty="0"/>
              <a:t>System.out.println(“sub</a:t>
            </a:r>
            <a:r>
              <a:rPr lang="ja-JP" altLang="en-US" sz="1200" dirty="0"/>
              <a:t>終了</a:t>
            </a:r>
            <a:r>
              <a:rPr lang="en-US" altLang="ja-JP" sz="1200" dirty="0"/>
              <a:t>”);</a:t>
            </a:r>
            <a:br>
              <a:rPr lang="en-US" altLang="ja-JP" sz="1200" dirty="0"/>
            </a:br>
            <a:r>
              <a:rPr lang="ja-JP" altLang="en-US" sz="1200" dirty="0"/>
              <a:t>　</a:t>
            </a:r>
            <a:r>
              <a:rPr lang="en-US" altLang="ja-JP" sz="1200" dirty="0"/>
              <a:t>}</a:t>
            </a:r>
            <a:br>
              <a:rPr lang="en-US" altLang="ja-JP" sz="1200" dirty="0"/>
            </a:br>
            <a:r>
              <a:rPr lang="ja-JP" altLang="en-US" sz="1200" dirty="0"/>
              <a:t>　</a:t>
            </a:r>
            <a:r>
              <a:rPr lang="en-US" altLang="ja-JP" sz="1200" dirty="0"/>
              <a:t>public static void subSub() </a:t>
            </a:r>
            <a:r>
              <a:rPr lang="en-US" altLang="ja-JP" sz="1200" dirty="0">
                <a:solidFill>
                  <a:schemeClr val="tx2"/>
                </a:solidFill>
              </a:rPr>
              <a:t>throws IOException </a:t>
            </a:r>
            <a:r>
              <a:rPr lang="en-US" altLang="ja-JP" sz="1200" dirty="0"/>
              <a:t>{</a:t>
            </a:r>
            <a:br>
              <a:rPr lang="en-US" altLang="ja-JP" sz="1200" dirty="0"/>
            </a:br>
            <a:r>
              <a:rPr lang="ja-JP" altLang="en-US" sz="1200" dirty="0"/>
              <a:t>　　</a:t>
            </a:r>
            <a:r>
              <a:rPr lang="en-US" altLang="ja-JP" sz="1200" dirty="0"/>
              <a:t>System.out.println(“subSub</a:t>
            </a:r>
            <a:r>
              <a:rPr lang="ja-JP" altLang="en-US" sz="1200" dirty="0"/>
              <a:t>開始</a:t>
            </a:r>
            <a:r>
              <a:rPr lang="en-US" altLang="ja-JP" sz="1200" dirty="0"/>
              <a:t>”);</a:t>
            </a:r>
            <a:br>
              <a:rPr lang="en-US" altLang="ja-JP" sz="1200" dirty="0"/>
            </a:br>
            <a:r>
              <a:rPr lang="ja-JP" altLang="en-US" sz="1200" dirty="0"/>
              <a:t>　　</a:t>
            </a:r>
            <a:r>
              <a:rPr lang="en-US" altLang="ja-JP" sz="1200" dirty="0">
                <a:solidFill>
                  <a:schemeClr val="accent6"/>
                </a:solidFill>
              </a:rPr>
              <a:t>// IOException</a:t>
            </a:r>
            <a:r>
              <a:rPr lang="ja-JP" altLang="en-US" sz="1200" dirty="0">
                <a:solidFill>
                  <a:schemeClr val="accent6"/>
                </a:solidFill>
              </a:rPr>
              <a:t>発生処理</a:t>
            </a:r>
            <a:br>
              <a:rPr lang="en-US" altLang="ja-JP" sz="1200" dirty="0"/>
            </a:br>
            <a:r>
              <a:rPr lang="ja-JP" altLang="en-US" sz="1200" dirty="0"/>
              <a:t>　　</a:t>
            </a:r>
            <a:r>
              <a:rPr lang="en-US" altLang="ja-JP" sz="1200" dirty="0"/>
              <a:t>FileWriter fw = new </a:t>
            </a:r>
            <a:r>
              <a:rPr lang="en-US" altLang="ja-JP" sz="1200" dirty="0" err="1"/>
              <a:t>FileWriter</a:t>
            </a:r>
            <a:r>
              <a:rPr lang="en-US" altLang="ja-JP" sz="1200"/>
              <a:t>(“”);</a:t>
            </a:r>
            <a:r>
              <a:rPr lang="ja-JP" altLang="en-US" sz="1200" dirty="0"/>
              <a:t>  　　　　　　　　   </a:t>
            </a:r>
            <a:br>
              <a:rPr lang="en-US" altLang="ja-JP" sz="1200" dirty="0"/>
            </a:br>
            <a:r>
              <a:rPr lang="ja-JP" altLang="en-US" sz="1200" dirty="0"/>
              <a:t>　　</a:t>
            </a:r>
            <a:r>
              <a:rPr lang="en-US" altLang="ja-JP" sz="1200" dirty="0"/>
              <a:t>System.out.println(“subSub</a:t>
            </a:r>
            <a:r>
              <a:rPr lang="ja-JP" altLang="en-US" sz="1200" dirty="0"/>
              <a:t>終了</a:t>
            </a:r>
            <a:r>
              <a:rPr lang="en-US" altLang="ja-JP" sz="1200" dirty="0"/>
              <a:t>”);</a:t>
            </a:r>
            <a:br>
              <a:rPr lang="en-US" altLang="ja-JP" sz="1200" dirty="0"/>
            </a:br>
            <a:r>
              <a:rPr lang="ja-JP" altLang="en-US" sz="1200" dirty="0"/>
              <a:t>　</a:t>
            </a:r>
            <a:r>
              <a:rPr lang="en-US" altLang="ja-JP" sz="1200" dirty="0"/>
              <a:t>}</a:t>
            </a:r>
          </a:p>
          <a:p>
            <a:pPr marL="96838" indent="0">
              <a:buFont typeface="Arial" panose="020B0604020202020204" pitchFamily="34" charset="0"/>
              <a:buNone/>
            </a:pPr>
            <a:r>
              <a:rPr lang="en-US" altLang="ja-JP" sz="1200" dirty="0"/>
              <a:t>}</a:t>
            </a:r>
          </a:p>
          <a:p>
            <a:pPr marL="96838" indent="0">
              <a:buNone/>
            </a:pPr>
            <a:endParaRPr lang="en-US" altLang="ja-JP" sz="1200" dirty="0"/>
          </a:p>
        </p:txBody>
      </p:sp>
      <p:sp>
        <p:nvSpPr>
          <p:cNvPr id="10" name="テキスト プレースホルダー 7">
            <a:extLst>
              <a:ext uri="{FF2B5EF4-FFF2-40B4-BE49-F238E27FC236}">
                <a16:creationId xmlns:a16="http://schemas.microsoft.com/office/drawing/2014/main" id="{2BDD1324-306A-4815-A8B2-871C05758FA6}"/>
              </a:ext>
            </a:extLst>
          </p:cNvPr>
          <p:cNvSpPr txBox="1">
            <a:spLocks/>
          </p:cNvSpPr>
          <p:nvPr/>
        </p:nvSpPr>
        <p:spPr>
          <a:xfrm>
            <a:off x="4641850" y="1150620"/>
            <a:ext cx="4037925" cy="36042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439738" indent="-342900">
              <a:lnSpc>
                <a:spcPct val="150000"/>
              </a:lnSpc>
              <a:buFont typeface="+mj-lt"/>
              <a:buAutoNum type="arabicPeriod"/>
            </a:pPr>
            <a:r>
              <a:rPr kumimoji="1" lang="ja-JP" altLang="en-US" dirty="0"/>
              <a:t>呼び出される側のメソッドは、</a:t>
            </a:r>
            <a:br>
              <a:rPr lang="en-US" altLang="ja-JP" dirty="0"/>
            </a:br>
            <a:r>
              <a:rPr kumimoji="1" lang="ja-JP" altLang="en-US" dirty="0"/>
              <a:t>メソッド内部での</a:t>
            </a:r>
            <a:r>
              <a:rPr lang="ja-JP" altLang="en-US" dirty="0"/>
              <a:t>例外</a:t>
            </a:r>
            <a:r>
              <a:rPr kumimoji="1" lang="ja-JP" altLang="en-US" dirty="0"/>
              <a:t>のキャッチが</a:t>
            </a:r>
            <a:br>
              <a:rPr kumimoji="1" lang="en-US" altLang="ja-JP" dirty="0"/>
            </a:br>
            <a:r>
              <a:rPr kumimoji="1" lang="ja-JP" altLang="en-US" dirty="0"/>
              <a:t>義務ではなくなります。</a:t>
            </a:r>
            <a:endParaRPr kumimoji="1" lang="en-US" altLang="ja-JP" dirty="0"/>
          </a:p>
          <a:p>
            <a:pPr marL="439738" indent="-342900">
              <a:lnSpc>
                <a:spcPct val="150000"/>
              </a:lnSpc>
              <a:buFont typeface="+mj-lt"/>
              <a:buAutoNum type="arabicPeriod"/>
            </a:pPr>
            <a:r>
              <a:rPr lang="ja-JP" altLang="en-US" dirty="0"/>
              <a:t>呼び出す</a:t>
            </a:r>
            <a:r>
              <a:rPr kumimoji="1" lang="ja-JP" altLang="en-US" dirty="0"/>
              <a:t>側のメソッドは、</a:t>
            </a:r>
            <a:br>
              <a:rPr kumimoji="1" lang="en-US" altLang="ja-JP" dirty="0"/>
            </a:br>
            <a:r>
              <a:rPr kumimoji="1" lang="ja-JP" altLang="en-US" dirty="0"/>
              <a:t>「例外伝播の可能性があるメソッド」の</a:t>
            </a:r>
            <a:br>
              <a:rPr lang="en-US" altLang="ja-JP" dirty="0"/>
            </a:br>
            <a:r>
              <a:rPr kumimoji="1" lang="ja-JP" altLang="en-US" dirty="0"/>
              <a:t>呼び出しを</a:t>
            </a:r>
            <a:r>
              <a:rPr kumimoji="1" lang="en-US" altLang="ja-JP" dirty="0"/>
              <a:t>try-catch</a:t>
            </a:r>
            <a:r>
              <a:rPr kumimoji="1" lang="ja-JP" altLang="en-US" dirty="0"/>
              <a:t>文で囲む義務が</a:t>
            </a:r>
            <a:br>
              <a:rPr kumimoji="1" lang="en-US" altLang="ja-JP" dirty="0"/>
            </a:br>
            <a:r>
              <a:rPr kumimoji="1" lang="ja-JP" altLang="en-US" dirty="0"/>
              <a:t>生まれます。</a:t>
            </a:r>
          </a:p>
          <a:p>
            <a:pPr marL="439738" indent="-342900">
              <a:buFont typeface="+mj-lt"/>
              <a:buAutoNum type="arabicPeriod"/>
            </a:pPr>
            <a:endParaRPr kumimoji="1" lang="ja-JP" altLang="en-US" dirty="0"/>
          </a:p>
        </p:txBody>
      </p:sp>
      <p:sp>
        <p:nvSpPr>
          <p:cNvPr id="11" name="テキスト プレースホルダー 4">
            <a:extLst>
              <a:ext uri="{FF2B5EF4-FFF2-40B4-BE49-F238E27FC236}">
                <a16:creationId xmlns:a16="http://schemas.microsoft.com/office/drawing/2014/main" id="{E8568393-FA1D-4F94-9999-0C30E814BE42}"/>
              </a:ext>
            </a:extLst>
          </p:cNvPr>
          <p:cNvSpPr txBox="1">
            <a:spLocks/>
          </p:cNvSpPr>
          <p:nvPr/>
        </p:nvSpPr>
        <p:spPr>
          <a:xfrm>
            <a:off x="4570650" y="1150620"/>
            <a:ext cx="4109125" cy="360425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endParaRPr lang="ja-JP" altLang="en-US" dirty="0"/>
          </a:p>
        </p:txBody>
      </p:sp>
    </p:spTree>
    <p:extLst>
      <p:ext uri="{BB962C8B-B14F-4D97-AF65-F5344CB8AC3E}">
        <p14:creationId xmlns:p14="http://schemas.microsoft.com/office/powerpoint/2010/main" val="1367584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3454054-E70C-4B1F-9E63-9FDBBBC5AA6F}"/>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22A8D678-73EA-4EF4-ACFC-2ED7626000EA}"/>
              </a:ext>
            </a:extLst>
          </p:cNvPr>
          <p:cNvSpPr>
            <a:spLocks noGrp="1"/>
          </p:cNvSpPr>
          <p:nvPr>
            <p:ph type="ctrTitle"/>
          </p:nvPr>
        </p:nvSpPr>
        <p:spPr/>
        <p:txBody>
          <a:bodyPr/>
          <a:lstStyle/>
          <a:p>
            <a:r>
              <a:rPr kumimoji="1" lang="ja-JP" altLang="en-US" dirty="0"/>
              <a:t>例外をもみ消さない</a:t>
            </a:r>
          </a:p>
        </p:txBody>
      </p:sp>
      <p:sp>
        <p:nvSpPr>
          <p:cNvPr id="4" name="スライド番号プレースホルダー 3">
            <a:extLst>
              <a:ext uri="{FF2B5EF4-FFF2-40B4-BE49-F238E27FC236}">
                <a16:creationId xmlns:a16="http://schemas.microsoft.com/office/drawing/2014/main" id="{B4D3CAF5-BE8E-4B87-B038-C0AD97528C12}"/>
              </a:ext>
            </a:extLst>
          </p:cNvPr>
          <p:cNvSpPr>
            <a:spLocks noGrp="1"/>
          </p:cNvSpPr>
          <p:nvPr>
            <p:ph type="sldNum" sz="quarter" idx="4"/>
          </p:nvPr>
        </p:nvSpPr>
        <p:spPr/>
        <p:txBody>
          <a:bodyPr/>
          <a:lstStyle/>
          <a:p>
            <a:fld id="{00000000-1234-1234-1234-123412341234}" type="slidenum">
              <a:rPr lang="en" smtClean="0"/>
              <a:pPr/>
              <a:t>23</a:t>
            </a:fld>
            <a:endParaRPr lang="en" dirty="0">
              <a:latin typeface="+mn-ea"/>
            </a:endParaRPr>
          </a:p>
        </p:txBody>
      </p:sp>
      <p:sp>
        <p:nvSpPr>
          <p:cNvPr id="5" name="テキスト プレースホルダー 4">
            <a:extLst>
              <a:ext uri="{FF2B5EF4-FFF2-40B4-BE49-F238E27FC236}">
                <a16:creationId xmlns:a16="http://schemas.microsoft.com/office/drawing/2014/main" id="{EF48FA70-0B86-4131-B946-0A0F0DD5AD66}"/>
              </a:ext>
            </a:extLst>
          </p:cNvPr>
          <p:cNvSpPr>
            <a:spLocks noGrp="1"/>
          </p:cNvSpPr>
          <p:nvPr>
            <p:ph type="body" sz="quarter" idx="14"/>
          </p:nvPr>
        </p:nvSpPr>
        <p:spPr>
          <a:xfrm>
            <a:off x="4570649" y="1916513"/>
            <a:ext cx="4109126" cy="2867576"/>
          </a:xfrm>
        </p:spPr>
        <p:txBody>
          <a:bodyPr/>
          <a:lstStyle/>
          <a:p>
            <a:pPr marL="96838" indent="0">
              <a:buNone/>
            </a:pPr>
            <a:r>
              <a:rPr lang="ja-JP" altLang="en-US" dirty="0"/>
              <a:t>左記の</a:t>
            </a:r>
            <a:r>
              <a:rPr kumimoji="1" lang="ja-JP" altLang="en-US" dirty="0"/>
              <a:t>サンプルプログラムでは</a:t>
            </a:r>
            <a:br>
              <a:rPr lang="en-US" altLang="ja-JP" dirty="0"/>
            </a:br>
            <a:r>
              <a:rPr kumimoji="1" lang="ja-JP" altLang="en-US" dirty="0"/>
              <a:t>例外が発生しているにも関わらず</a:t>
            </a:r>
            <a:br>
              <a:rPr kumimoji="1" lang="en-US" altLang="ja-JP" dirty="0"/>
            </a:br>
            <a:r>
              <a:rPr kumimoji="1" lang="en-US" altLang="ja-JP" dirty="0"/>
              <a:t>catch</a:t>
            </a:r>
            <a:r>
              <a:rPr kumimoji="1" lang="ja-JP" altLang="en-US" dirty="0"/>
              <a:t>文で何も処理を記述していません。</a:t>
            </a:r>
            <a:endParaRPr lang="en-US" altLang="ja-JP" dirty="0"/>
          </a:p>
          <a:p>
            <a:pPr marL="96838" indent="0">
              <a:buNone/>
            </a:pPr>
            <a:r>
              <a:rPr kumimoji="1" lang="ja-JP" altLang="en-US" dirty="0"/>
              <a:t>そのため、本当に例外が発生したか</a:t>
            </a:r>
            <a:br>
              <a:rPr kumimoji="1" lang="en-US" altLang="ja-JP" dirty="0"/>
            </a:br>
            <a:r>
              <a:rPr kumimoji="1" lang="ja-JP" altLang="en-US" dirty="0"/>
              <a:t>分からなくなってしまいます。</a:t>
            </a:r>
          </a:p>
          <a:p>
            <a:pPr marL="96838" indent="0">
              <a:buNone/>
            </a:pPr>
            <a:r>
              <a:rPr kumimoji="1" lang="ja-JP" altLang="en-US" dirty="0"/>
              <a:t>これが</a:t>
            </a:r>
            <a:r>
              <a:rPr kumimoji="1" lang="ja-JP" altLang="en-US" dirty="0">
                <a:solidFill>
                  <a:schemeClr val="tx2"/>
                </a:solidFill>
              </a:rPr>
              <a:t>例外のもみ消し</a:t>
            </a:r>
            <a:r>
              <a:rPr kumimoji="1" lang="ja-JP" altLang="en-US" dirty="0"/>
              <a:t>です。</a:t>
            </a:r>
            <a:endParaRPr lang="en-US" altLang="ja-JP" dirty="0"/>
          </a:p>
          <a:p>
            <a:pPr marL="96838" indent="0">
              <a:buNone/>
            </a:pPr>
            <a:r>
              <a:rPr kumimoji="1" lang="ja-JP" altLang="en-US" dirty="0"/>
              <a:t>後々重大な不具合になりかねないため、</a:t>
            </a:r>
            <a:br>
              <a:rPr lang="en-US" altLang="ja-JP" dirty="0"/>
            </a:br>
            <a:r>
              <a:rPr lang="ja-JP" altLang="en-US" dirty="0"/>
              <a:t>基本的にもみ消しは行いません。</a:t>
            </a:r>
            <a:endParaRPr lang="en-US" altLang="ja-JP" dirty="0"/>
          </a:p>
          <a:p>
            <a:pPr marL="96838" indent="0">
              <a:buNone/>
            </a:pPr>
            <a:r>
              <a:rPr kumimoji="1" lang="ja-JP" altLang="en-US" dirty="0"/>
              <a:t>特別な理由で</a:t>
            </a:r>
            <a:r>
              <a:rPr lang="ja-JP" altLang="en-US" dirty="0"/>
              <a:t>もみ消しを行う場合は</a:t>
            </a:r>
            <a:br>
              <a:rPr lang="en-US" altLang="ja-JP" dirty="0"/>
            </a:br>
            <a:r>
              <a:rPr kumimoji="1" lang="ja-JP" altLang="en-US" dirty="0"/>
              <a:t>理由を明確にコメントで記載しましょう。</a:t>
            </a:r>
          </a:p>
          <a:p>
            <a:endParaRPr kumimoji="1" lang="ja-JP" altLang="en-US" dirty="0"/>
          </a:p>
        </p:txBody>
      </p:sp>
      <p:sp>
        <p:nvSpPr>
          <p:cNvPr id="6" name="テキスト プレースホルダー 5">
            <a:extLst>
              <a:ext uri="{FF2B5EF4-FFF2-40B4-BE49-F238E27FC236}">
                <a16:creationId xmlns:a16="http://schemas.microsoft.com/office/drawing/2014/main" id="{31E8E468-2E95-45DE-AB3D-A3FD776B2A09}"/>
              </a:ext>
            </a:extLst>
          </p:cNvPr>
          <p:cNvSpPr>
            <a:spLocks noGrp="1"/>
          </p:cNvSpPr>
          <p:nvPr>
            <p:ph type="body" sz="quarter" idx="15"/>
          </p:nvPr>
        </p:nvSpPr>
        <p:spPr>
          <a:xfrm>
            <a:off x="463549" y="1023814"/>
            <a:ext cx="7177471" cy="767655"/>
          </a:xfrm>
        </p:spPr>
        <p:txBody>
          <a:bodyPr/>
          <a:lstStyle/>
          <a:p>
            <a:r>
              <a:rPr kumimoji="1" lang="ja-JP" altLang="en-US" dirty="0"/>
              <a:t>例外のもみ消しとは</a:t>
            </a:r>
            <a:r>
              <a:rPr kumimoji="1" lang="en-US" altLang="ja-JP" dirty="0"/>
              <a:t>catch</a:t>
            </a:r>
            <a:r>
              <a:rPr kumimoji="1" lang="ja-JP" altLang="en-US" dirty="0"/>
              <a:t>ブロックに処理を記述しないこと</a:t>
            </a:r>
          </a:p>
        </p:txBody>
      </p:sp>
      <p:sp>
        <p:nvSpPr>
          <p:cNvPr id="7" name="テキスト プレースホルダー 6">
            <a:extLst>
              <a:ext uri="{FF2B5EF4-FFF2-40B4-BE49-F238E27FC236}">
                <a16:creationId xmlns:a16="http://schemas.microsoft.com/office/drawing/2014/main" id="{46CC1447-5761-4376-B487-E650B4A20C5D}"/>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F50E1B21-62B4-42ED-9B91-9FFD059046CE}"/>
              </a:ext>
            </a:extLst>
          </p:cNvPr>
          <p:cNvSpPr txBox="1">
            <a:spLocks/>
          </p:cNvSpPr>
          <p:nvPr/>
        </p:nvSpPr>
        <p:spPr>
          <a:xfrm>
            <a:off x="462875" y="1916512"/>
            <a:ext cx="4109125" cy="28675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en-US" altLang="ja-JP" sz="1200" dirty="0"/>
              <a:t>public class Sample {</a:t>
            </a:r>
          </a:p>
          <a:p>
            <a:pPr marL="96838" indent="0">
              <a:buNone/>
            </a:pPr>
            <a:r>
              <a:rPr lang="ja-JP" altLang="en-US" sz="1200" dirty="0"/>
              <a:t>　</a:t>
            </a:r>
            <a:r>
              <a:rPr lang="en-US" altLang="ja-JP" sz="1200" dirty="0"/>
              <a:t>public static void main(String[] args) {</a:t>
            </a:r>
            <a:br>
              <a:rPr lang="en-US" altLang="ja-JP" sz="1200" dirty="0"/>
            </a:br>
            <a:r>
              <a:rPr lang="ja-JP" altLang="en-US" sz="1200" dirty="0"/>
              <a:t>　　</a:t>
            </a:r>
            <a:r>
              <a:rPr lang="en-US" altLang="ja-JP" sz="1200" dirty="0"/>
              <a:t>try {</a:t>
            </a:r>
            <a:br>
              <a:rPr lang="en-US" altLang="ja-JP" sz="1200" dirty="0"/>
            </a:br>
            <a:r>
              <a:rPr lang="ja-JP" altLang="en-US" sz="1200" dirty="0"/>
              <a:t>　　　</a:t>
            </a:r>
            <a:r>
              <a:rPr lang="en-US" altLang="ja-JP" sz="1200" dirty="0"/>
              <a:t>sub();</a:t>
            </a:r>
            <a:br>
              <a:rPr lang="en-US" altLang="ja-JP" sz="1200" dirty="0"/>
            </a:br>
            <a:r>
              <a:rPr lang="ja-JP" altLang="en-US" sz="1200" dirty="0"/>
              <a:t>　　</a:t>
            </a:r>
            <a:r>
              <a:rPr lang="en-US" altLang="ja-JP" sz="1200" dirty="0"/>
              <a:t>} catch(IOException e) {</a:t>
            </a:r>
            <a:br>
              <a:rPr lang="en-US" altLang="ja-JP" sz="1200" dirty="0"/>
            </a:br>
            <a:r>
              <a:rPr lang="ja-JP" altLang="en-US" sz="1200" dirty="0"/>
              <a:t>　　　　</a:t>
            </a:r>
            <a:br>
              <a:rPr lang="en-US" altLang="ja-JP" sz="1200" dirty="0"/>
            </a:br>
            <a:r>
              <a:rPr lang="ja-JP" altLang="en-US" sz="1200" dirty="0"/>
              <a:t>　　</a:t>
            </a:r>
            <a:r>
              <a:rPr lang="en-US" altLang="ja-JP" sz="1200" dirty="0"/>
              <a:t>}</a:t>
            </a:r>
            <a:br>
              <a:rPr lang="en-US" altLang="ja-JP" sz="1200" dirty="0"/>
            </a:br>
            <a:r>
              <a:rPr lang="ja-JP" altLang="en-US" sz="1200" dirty="0"/>
              <a:t>　</a:t>
            </a:r>
            <a:r>
              <a:rPr lang="en-US" altLang="ja-JP" sz="1200" dirty="0"/>
              <a:t>}</a:t>
            </a:r>
            <a:br>
              <a:rPr lang="en-US" altLang="ja-JP" sz="1200" dirty="0"/>
            </a:br>
            <a:br>
              <a:rPr lang="en-US" altLang="ja-JP" sz="1200" dirty="0"/>
            </a:br>
            <a:r>
              <a:rPr lang="ja-JP" altLang="en-US" sz="1200" dirty="0"/>
              <a:t>　</a:t>
            </a:r>
            <a:r>
              <a:rPr lang="en-US" altLang="ja-JP" sz="1200"/>
              <a:t>void sub</a:t>
            </a:r>
            <a:r>
              <a:rPr lang="en-US" altLang="ja-JP" sz="1200">
                <a:solidFill>
                  <a:schemeClr val="dk1"/>
                </a:solidFill>
                <a:ea typeface="MS Gothic"/>
                <a:cs typeface="MS Gothic"/>
                <a:sym typeface="MS Gothic"/>
              </a:rPr>
              <a:t>() </a:t>
            </a:r>
            <a:r>
              <a:rPr lang="en-US" altLang="ja-JP" sz="1200" dirty="0">
                <a:solidFill>
                  <a:schemeClr val="dk1"/>
                </a:solidFill>
                <a:ea typeface="MS Gothic"/>
                <a:cs typeface="MS Gothic"/>
                <a:sym typeface="MS Gothic"/>
              </a:rPr>
              <a:t>throws IOException </a:t>
            </a:r>
            <a:r>
              <a:rPr lang="en-US" altLang="ja-JP" sz="1200" dirty="0"/>
              <a:t>{</a:t>
            </a:r>
            <a:br>
              <a:rPr lang="en-US" altLang="ja-JP" sz="1200" dirty="0"/>
            </a:br>
            <a:r>
              <a:rPr lang="ja-JP" altLang="en-US" sz="1200" dirty="0"/>
              <a:t>　　</a:t>
            </a:r>
            <a:r>
              <a:rPr lang="en-US" altLang="ja-JP" sz="1200" dirty="0"/>
              <a:t>// </a:t>
            </a:r>
            <a:r>
              <a:rPr lang="ja-JP" altLang="en-US" sz="1200" dirty="0"/>
              <a:t>例外発生処理</a:t>
            </a:r>
            <a:br>
              <a:rPr lang="en-US" altLang="ja-JP" sz="1200" dirty="0"/>
            </a:br>
            <a:r>
              <a:rPr lang="ja-JP" altLang="en-US" sz="1200" dirty="0"/>
              <a:t>　　</a:t>
            </a:r>
            <a:r>
              <a:rPr lang="en-US" altLang="ja-JP" sz="1200" dirty="0">
                <a:solidFill>
                  <a:schemeClr val="dk1"/>
                </a:solidFill>
                <a:ea typeface="MS Gothic"/>
                <a:cs typeface="MS Gothic"/>
                <a:sym typeface="MS Gothic"/>
              </a:rPr>
              <a:t>FileWriter fw = new FileWriter(“hoge.txt”);</a:t>
            </a:r>
            <a:br>
              <a:rPr lang="en-US" altLang="ja-JP" sz="1200" dirty="0">
                <a:solidFill>
                  <a:schemeClr val="dk1"/>
                </a:solidFill>
                <a:ea typeface="MS Gothic"/>
                <a:cs typeface="MS Gothic"/>
                <a:sym typeface="MS Gothic"/>
              </a:rPr>
            </a:br>
            <a:r>
              <a:rPr lang="ja-JP" altLang="en-US" sz="1200" dirty="0">
                <a:solidFill>
                  <a:schemeClr val="dk1"/>
                </a:solidFill>
                <a:ea typeface="MS Gothic"/>
                <a:cs typeface="MS Gothic"/>
                <a:sym typeface="MS Gothic"/>
              </a:rPr>
              <a:t>　</a:t>
            </a:r>
            <a:r>
              <a:rPr lang="en-US" altLang="ja-JP" sz="1200" dirty="0">
                <a:solidFill>
                  <a:schemeClr val="dk1"/>
                </a:solidFill>
                <a:ea typeface="MS Gothic"/>
                <a:cs typeface="MS Gothic"/>
                <a:sym typeface="MS Gothic"/>
              </a:rPr>
              <a:t>}</a:t>
            </a:r>
          </a:p>
          <a:p>
            <a:pPr marL="96838" indent="0">
              <a:buNone/>
            </a:pPr>
            <a:r>
              <a:rPr lang="en-US" altLang="ja-JP" sz="1200" dirty="0">
                <a:solidFill>
                  <a:schemeClr val="dk1"/>
                </a:solidFill>
                <a:ea typeface="MS Gothic"/>
                <a:cs typeface="MS Gothic"/>
                <a:sym typeface="MS Gothic"/>
              </a:rPr>
              <a:t>}</a:t>
            </a:r>
          </a:p>
        </p:txBody>
      </p:sp>
      <p:sp>
        <p:nvSpPr>
          <p:cNvPr id="9" name="Google Shape;306;p31">
            <a:extLst>
              <a:ext uri="{FF2B5EF4-FFF2-40B4-BE49-F238E27FC236}">
                <a16:creationId xmlns:a16="http://schemas.microsoft.com/office/drawing/2014/main" id="{21DD2D41-DC65-4E04-A36C-B77E0B4BFF9D}"/>
              </a:ext>
            </a:extLst>
          </p:cNvPr>
          <p:cNvSpPr/>
          <p:nvPr/>
        </p:nvSpPr>
        <p:spPr>
          <a:xfrm>
            <a:off x="1095118" y="2852245"/>
            <a:ext cx="1558706" cy="201308"/>
          </a:xfrm>
          <a:prstGeom prst="rect">
            <a:avLst/>
          </a:prstGeom>
          <a:solidFill>
            <a:srgbClr val="FFC000">
              <a:alpha val="29803"/>
            </a:srgbClr>
          </a:solidFill>
          <a:ln w="127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Tree>
    <p:extLst>
      <p:ext uri="{BB962C8B-B14F-4D97-AF65-F5344CB8AC3E}">
        <p14:creationId xmlns:p14="http://schemas.microsoft.com/office/powerpoint/2010/main" val="1631171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B61D845-1D3A-4495-B239-517A680DB2F1}"/>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89F88717-F2CA-412F-B97D-F2E5A9D06613}"/>
              </a:ext>
            </a:extLst>
          </p:cNvPr>
          <p:cNvSpPr>
            <a:spLocks noGrp="1"/>
          </p:cNvSpPr>
          <p:nvPr>
            <p:ph type="ctrTitle"/>
          </p:nvPr>
        </p:nvSpPr>
        <p:spPr/>
        <p:txBody>
          <a:bodyPr/>
          <a:lstStyle/>
          <a:p>
            <a:r>
              <a:rPr kumimoji="1" lang="ja-JP" altLang="en-US" dirty="0"/>
              <a:t>例外を発生させる</a:t>
            </a:r>
          </a:p>
        </p:txBody>
      </p:sp>
      <p:sp>
        <p:nvSpPr>
          <p:cNvPr id="4" name="スライド番号プレースホルダー 3">
            <a:extLst>
              <a:ext uri="{FF2B5EF4-FFF2-40B4-BE49-F238E27FC236}">
                <a16:creationId xmlns:a16="http://schemas.microsoft.com/office/drawing/2014/main" id="{622FF4AF-00F9-48AD-BB60-6CF17EE3EEC8}"/>
              </a:ext>
            </a:extLst>
          </p:cNvPr>
          <p:cNvSpPr>
            <a:spLocks noGrp="1"/>
          </p:cNvSpPr>
          <p:nvPr>
            <p:ph type="sldNum" sz="quarter" idx="4"/>
          </p:nvPr>
        </p:nvSpPr>
        <p:spPr/>
        <p:txBody>
          <a:bodyPr/>
          <a:lstStyle/>
          <a:p>
            <a:fld id="{00000000-1234-1234-1234-123412341234}" type="slidenum">
              <a:rPr lang="en" smtClean="0"/>
              <a:pPr/>
              <a:t>24</a:t>
            </a:fld>
            <a:endParaRPr lang="en" dirty="0">
              <a:latin typeface="+mn-ea"/>
            </a:endParaRPr>
          </a:p>
        </p:txBody>
      </p:sp>
      <p:sp>
        <p:nvSpPr>
          <p:cNvPr id="5" name="テキスト プレースホルダー 4">
            <a:extLst>
              <a:ext uri="{FF2B5EF4-FFF2-40B4-BE49-F238E27FC236}">
                <a16:creationId xmlns:a16="http://schemas.microsoft.com/office/drawing/2014/main" id="{82E4DF40-4EF6-48EB-9485-A1658EE7F2B9}"/>
              </a:ext>
            </a:extLst>
          </p:cNvPr>
          <p:cNvSpPr>
            <a:spLocks noGrp="1"/>
          </p:cNvSpPr>
          <p:nvPr>
            <p:ph type="body" sz="quarter" idx="14"/>
          </p:nvPr>
        </p:nvSpPr>
        <p:spPr>
          <a:xfrm>
            <a:off x="462875" y="1871341"/>
            <a:ext cx="8216900" cy="596852"/>
          </a:xfrm>
        </p:spPr>
        <p:txBody>
          <a:bodyPr/>
          <a:lstStyle/>
          <a:p>
            <a:pPr marL="96838" indent="0">
              <a:buNone/>
            </a:pPr>
            <a:r>
              <a:rPr kumimoji="1" lang="ja-JP" altLang="en-US" dirty="0"/>
              <a:t>これまでは意図せず発生した例外への処理を見てきましたが、</a:t>
            </a:r>
            <a:endParaRPr kumimoji="1" lang="en-US" altLang="ja-JP" dirty="0"/>
          </a:p>
          <a:p>
            <a:pPr marL="96838" indent="0">
              <a:buNone/>
            </a:pPr>
            <a:r>
              <a:rPr lang="ja-JP" altLang="en-US" dirty="0"/>
              <a:t>例外は故意に発生させることもできます。</a:t>
            </a:r>
            <a:endParaRPr kumimoji="1" lang="en-US" altLang="ja-JP" dirty="0"/>
          </a:p>
        </p:txBody>
      </p:sp>
      <p:sp>
        <p:nvSpPr>
          <p:cNvPr id="6" name="テキスト プレースホルダー 5">
            <a:extLst>
              <a:ext uri="{FF2B5EF4-FFF2-40B4-BE49-F238E27FC236}">
                <a16:creationId xmlns:a16="http://schemas.microsoft.com/office/drawing/2014/main" id="{ECEF25C9-6849-420E-BDD5-9CF931B9A0D0}"/>
              </a:ext>
            </a:extLst>
          </p:cNvPr>
          <p:cNvSpPr>
            <a:spLocks noGrp="1"/>
          </p:cNvSpPr>
          <p:nvPr>
            <p:ph type="body" sz="quarter" idx="15"/>
          </p:nvPr>
        </p:nvSpPr>
        <p:spPr>
          <a:xfrm>
            <a:off x="463549" y="1023814"/>
            <a:ext cx="7177471" cy="722484"/>
          </a:xfrm>
        </p:spPr>
        <p:txBody>
          <a:bodyPr/>
          <a:lstStyle/>
          <a:p>
            <a:r>
              <a:rPr kumimoji="1" lang="ja-JP" altLang="en-US" dirty="0"/>
              <a:t>任意の場所で故意に例外を発生させる際は</a:t>
            </a:r>
            <a:r>
              <a:rPr kumimoji="1" lang="en-US" altLang="ja-JP" dirty="0">
                <a:solidFill>
                  <a:schemeClr val="tx2"/>
                </a:solidFill>
              </a:rPr>
              <a:t>throw</a:t>
            </a:r>
            <a:r>
              <a:rPr kumimoji="1" lang="ja-JP" altLang="en-US" dirty="0">
                <a:solidFill>
                  <a:schemeClr val="tx2"/>
                </a:solidFill>
              </a:rPr>
              <a:t>命令（</a:t>
            </a:r>
            <a:r>
              <a:rPr kumimoji="1" lang="en-US" altLang="ja-JP" dirty="0">
                <a:solidFill>
                  <a:schemeClr val="tx2"/>
                </a:solidFill>
              </a:rPr>
              <a:t>throw</a:t>
            </a:r>
            <a:r>
              <a:rPr kumimoji="1" lang="ja-JP" altLang="en-US" dirty="0">
                <a:solidFill>
                  <a:schemeClr val="tx2"/>
                </a:solidFill>
              </a:rPr>
              <a:t>ステートメント）</a:t>
            </a:r>
            <a:endParaRPr kumimoji="1" lang="en-US" altLang="ja-JP" dirty="0">
              <a:solidFill>
                <a:schemeClr val="tx2"/>
              </a:solidFill>
            </a:endParaRPr>
          </a:p>
        </p:txBody>
      </p:sp>
      <p:sp>
        <p:nvSpPr>
          <p:cNvPr id="7" name="テキスト プレースホルダー 6">
            <a:extLst>
              <a:ext uri="{FF2B5EF4-FFF2-40B4-BE49-F238E27FC236}">
                <a16:creationId xmlns:a16="http://schemas.microsoft.com/office/drawing/2014/main" id="{BA937274-6281-4175-A509-3D0B497C348D}"/>
              </a:ext>
            </a:extLst>
          </p:cNvPr>
          <p:cNvSpPr>
            <a:spLocks noGrp="1"/>
          </p:cNvSpPr>
          <p:nvPr>
            <p:ph type="body" sz="quarter" idx="16"/>
          </p:nvPr>
        </p:nvSpPr>
        <p:spPr/>
        <p:txBody>
          <a:bodyPr/>
          <a:lstStyle/>
          <a:p>
            <a:endParaRPr kumimoji="1" lang="ja-JP" altLang="en-US"/>
          </a:p>
        </p:txBody>
      </p:sp>
      <p:sp>
        <p:nvSpPr>
          <p:cNvPr id="8" name="Google Shape;173;p21">
            <a:extLst>
              <a:ext uri="{FF2B5EF4-FFF2-40B4-BE49-F238E27FC236}">
                <a16:creationId xmlns:a16="http://schemas.microsoft.com/office/drawing/2014/main" id="{71401C15-F42B-4CA3-A1E5-A71AF4F228CE}"/>
              </a:ext>
            </a:extLst>
          </p:cNvPr>
          <p:cNvSpPr/>
          <p:nvPr/>
        </p:nvSpPr>
        <p:spPr>
          <a:xfrm>
            <a:off x="462875" y="2593236"/>
            <a:ext cx="7340972" cy="791028"/>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96838" indent="0">
              <a:lnSpc>
                <a:spcPct val="150000"/>
              </a:lnSpc>
              <a:buNone/>
            </a:pPr>
            <a:r>
              <a:rPr kumimoji="1" lang="en-US" altLang="ja-JP" sz="1400" b="1" dirty="0">
                <a:solidFill>
                  <a:schemeClr val="accent1"/>
                </a:solidFill>
              </a:rPr>
              <a:t>throw </a:t>
            </a:r>
            <a:r>
              <a:rPr kumimoji="1" lang="ja-JP" altLang="en-US" sz="1400" b="1" dirty="0">
                <a:solidFill>
                  <a:schemeClr val="accent1"/>
                </a:solidFill>
              </a:rPr>
              <a:t>例外インスタンス</a:t>
            </a:r>
            <a:endParaRPr kumimoji="1" lang="en-US" altLang="ja-JP" sz="1400" b="1" dirty="0">
              <a:solidFill>
                <a:schemeClr val="accent1"/>
              </a:solidFill>
            </a:endParaRPr>
          </a:p>
          <a:p>
            <a:pPr marL="96838" indent="0" algn="r">
              <a:lnSpc>
                <a:spcPct val="150000"/>
              </a:lnSpc>
              <a:buNone/>
            </a:pPr>
            <a:r>
              <a:rPr kumimoji="1" lang="en-US" altLang="ja-JP" sz="1400" b="1" dirty="0">
                <a:solidFill>
                  <a:schemeClr val="accent1"/>
                </a:solidFill>
              </a:rPr>
              <a:t>※</a:t>
            </a:r>
            <a:r>
              <a:rPr kumimoji="1" lang="ja-JP" altLang="en-US" sz="1400" b="1" dirty="0">
                <a:solidFill>
                  <a:schemeClr val="accent1"/>
                </a:solidFill>
              </a:rPr>
              <a:t>一般的には </a:t>
            </a:r>
            <a:r>
              <a:rPr kumimoji="1" lang="en-US" altLang="ja-JP" sz="1400" b="1" dirty="0">
                <a:solidFill>
                  <a:schemeClr val="accent1"/>
                </a:solidFill>
              </a:rPr>
              <a:t>throw new </a:t>
            </a:r>
            <a:r>
              <a:rPr kumimoji="1" lang="ja-JP" altLang="en-US" sz="1400" b="1" dirty="0">
                <a:solidFill>
                  <a:schemeClr val="accent1"/>
                </a:solidFill>
              </a:rPr>
              <a:t>例外クラス名</a:t>
            </a:r>
            <a:r>
              <a:rPr kumimoji="1" lang="en-US" altLang="ja-JP" sz="1400" b="1" dirty="0">
                <a:solidFill>
                  <a:schemeClr val="accent1"/>
                </a:solidFill>
              </a:rPr>
              <a:t>(“</a:t>
            </a:r>
            <a:r>
              <a:rPr kumimoji="1" lang="ja-JP" altLang="en-US" sz="1400" b="1" dirty="0">
                <a:solidFill>
                  <a:schemeClr val="accent1"/>
                </a:solidFill>
              </a:rPr>
              <a:t>エラーメッセージ</a:t>
            </a:r>
            <a:r>
              <a:rPr kumimoji="1" lang="en-US" altLang="ja-JP" sz="1400" b="1" dirty="0">
                <a:solidFill>
                  <a:schemeClr val="accent1"/>
                </a:solidFill>
              </a:rPr>
              <a:t>”); </a:t>
            </a:r>
            <a:r>
              <a:rPr kumimoji="1" lang="ja-JP" altLang="en-US" sz="1400" b="1" dirty="0">
                <a:solidFill>
                  <a:schemeClr val="accent1"/>
                </a:solidFill>
              </a:rPr>
              <a:t>のように記載します</a:t>
            </a:r>
            <a:endParaRPr kumimoji="1" lang="en-US" altLang="ja-JP" sz="1400" b="1" dirty="0">
              <a:solidFill>
                <a:schemeClr val="accent1"/>
              </a:solidFill>
            </a:endParaRPr>
          </a:p>
        </p:txBody>
      </p:sp>
      <p:sp>
        <p:nvSpPr>
          <p:cNvPr id="9" name="テキスト プレースホルダー 4">
            <a:extLst>
              <a:ext uri="{FF2B5EF4-FFF2-40B4-BE49-F238E27FC236}">
                <a16:creationId xmlns:a16="http://schemas.microsoft.com/office/drawing/2014/main" id="{C7CF3CF1-4F2A-4C25-8735-9ADF606DA6E6}"/>
              </a:ext>
            </a:extLst>
          </p:cNvPr>
          <p:cNvSpPr txBox="1">
            <a:spLocks/>
          </p:cNvSpPr>
          <p:nvPr/>
        </p:nvSpPr>
        <p:spPr>
          <a:xfrm>
            <a:off x="462875" y="3741030"/>
            <a:ext cx="8216900" cy="59685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endParaRPr lang="en-US" altLang="ja-JP" dirty="0"/>
          </a:p>
        </p:txBody>
      </p:sp>
      <p:sp>
        <p:nvSpPr>
          <p:cNvPr id="10" name="テキスト プレースホルダー 4">
            <a:extLst>
              <a:ext uri="{FF2B5EF4-FFF2-40B4-BE49-F238E27FC236}">
                <a16:creationId xmlns:a16="http://schemas.microsoft.com/office/drawing/2014/main" id="{8C5483E6-E7A4-46FA-AD83-9B7D1F7B29C4}"/>
              </a:ext>
            </a:extLst>
          </p:cNvPr>
          <p:cNvSpPr txBox="1">
            <a:spLocks/>
          </p:cNvSpPr>
          <p:nvPr/>
        </p:nvSpPr>
        <p:spPr>
          <a:xfrm>
            <a:off x="462875" y="3509307"/>
            <a:ext cx="8216900" cy="120707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記述例</a:t>
            </a:r>
            <a:endParaRPr lang="en-US" altLang="ja-JP" dirty="0"/>
          </a:p>
          <a:p>
            <a:r>
              <a:rPr lang="en-US" altLang="ja-JP" dirty="0"/>
              <a:t>throw new NullPointerException();</a:t>
            </a:r>
            <a:r>
              <a:rPr lang="ja-JP" altLang="en-US" dirty="0"/>
              <a:t>　　　　　　　　→記述箇所で</a:t>
            </a:r>
            <a:r>
              <a:rPr lang="en-US" altLang="ja-JP" dirty="0"/>
              <a:t>NullPointerException</a:t>
            </a:r>
            <a:r>
              <a:rPr lang="ja-JP" altLang="en-US" dirty="0"/>
              <a:t>が発生</a:t>
            </a:r>
            <a:endParaRPr lang="en-US" altLang="ja-JP" dirty="0"/>
          </a:p>
          <a:p>
            <a:r>
              <a:rPr lang="en-US" altLang="ja-JP" dirty="0"/>
              <a:t>throw new ArithmeticException(“</a:t>
            </a:r>
            <a:r>
              <a:rPr lang="ja-JP" altLang="en-US" dirty="0"/>
              <a:t>計算時例外発生</a:t>
            </a:r>
            <a:r>
              <a:rPr lang="en-US" altLang="ja-JP" dirty="0"/>
              <a:t>”); </a:t>
            </a:r>
            <a:r>
              <a:rPr lang="ja-JP" altLang="en-US" dirty="0"/>
              <a:t>→記述箇所で</a:t>
            </a:r>
            <a:r>
              <a:rPr lang="en-US" altLang="ja-JP" dirty="0"/>
              <a:t>ArithmeticException</a:t>
            </a:r>
            <a:r>
              <a:rPr lang="ja-JP" altLang="en-US" dirty="0"/>
              <a:t>が発生</a:t>
            </a:r>
            <a:endParaRPr lang="en-US" altLang="ja-JP" dirty="0"/>
          </a:p>
        </p:txBody>
      </p:sp>
    </p:spTree>
    <p:extLst>
      <p:ext uri="{BB962C8B-B14F-4D97-AF65-F5344CB8AC3E}">
        <p14:creationId xmlns:p14="http://schemas.microsoft.com/office/powerpoint/2010/main" val="2517615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lang="ja-JP" altLang="en-US" dirty="0"/>
              <a:t>オリジナル例外</a:t>
            </a:r>
            <a:endParaRPr kumimoji="1" lang="ja-JP" altLang="en-US" dirty="0"/>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25</a:t>
            </a:fld>
            <a:endParaRPr lang="en" dirty="0">
              <a:latin typeface="+mn-ea"/>
            </a:endParaRPr>
          </a:p>
        </p:txBody>
      </p:sp>
      <p:grpSp>
        <p:nvGrpSpPr>
          <p:cNvPr id="5" name="グループ化 4">
            <a:extLst>
              <a:ext uri="{FF2B5EF4-FFF2-40B4-BE49-F238E27FC236}">
                <a16:creationId xmlns:a16="http://schemas.microsoft.com/office/drawing/2014/main" id="{A44B4048-971D-4173-B9D4-DC3B6BE6B579}"/>
              </a:ext>
            </a:extLst>
          </p:cNvPr>
          <p:cNvGrpSpPr/>
          <p:nvPr/>
        </p:nvGrpSpPr>
        <p:grpSpPr>
          <a:xfrm>
            <a:off x="268873" y="786891"/>
            <a:ext cx="8411576" cy="4075185"/>
            <a:chOff x="268873" y="786891"/>
            <a:chExt cx="8411576" cy="4132541"/>
          </a:xfrm>
        </p:grpSpPr>
        <p:sp>
          <p:nvSpPr>
            <p:cNvPr id="6" name="四角形: 角を丸くする 5">
              <a:extLst>
                <a:ext uri="{FF2B5EF4-FFF2-40B4-BE49-F238E27FC236}">
                  <a16:creationId xmlns:a16="http://schemas.microsoft.com/office/drawing/2014/main" id="{86A4B4B3-72EC-42DF-9192-2E6EA70F2129}"/>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テキスト ボックス 6">
              <a:extLst>
                <a:ext uri="{FF2B5EF4-FFF2-40B4-BE49-F238E27FC236}">
                  <a16:creationId xmlns:a16="http://schemas.microsoft.com/office/drawing/2014/main" id="{6E402657-7E23-45B6-8B4D-D3962EEEABC8}"/>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8" name="図 7">
              <a:extLst>
                <a:ext uri="{FF2B5EF4-FFF2-40B4-BE49-F238E27FC236}">
                  <a16:creationId xmlns:a16="http://schemas.microsoft.com/office/drawing/2014/main" id="{28E59DE7-F016-4DD7-9C80-3CB25F8A7AC6}"/>
                </a:ext>
              </a:extLst>
            </p:cNvPr>
            <p:cNvPicPr>
              <a:picLocks noChangeAspect="1"/>
            </p:cNvPicPr>
            <p:nvPr/>
          </p:nvPicPr>
          <p:blipFill>
            <a:blip r:embed="rId3"/>
            <a:stretch>
              <a:fillRect/>
            </a:stretch>
          </p:blipFill>
          <p:spPr>
            <a:xfrm>
              <a:off x="268873" y="805343"/>
              <a:ext cx="728929" cy="728929"/>
            </a:xfrm>
            <a:prstGeom prst="rect">
              <a:avLst/>
            </a:prstGeom>
          </p:spPr>
        </p:pic>
        <p:sp>
          <p:nvSpPr>
            <p:cNvPr id="9" name="吹き出し: 円形 8">
              <a:extLst>
                <a:ext uri="{FF2B5EF4-FFF2-40B4-BE49-F238E27FC236}">
                  <a16:creationId xmlns:a16="http://schemas.microsoft.com/office/drawing/2014/main" id="{1A3B0D07-9639-402F-8EC7-806D5CDC95BD}"/>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2" name="テキスト プレースホルダー 7">
            <a:extLst>
              <a:ext uri="{FF2B5EF4-FFF2-40B4-BE49-F238E27FC236}">
                <a16:creationId xmlns:a16="http://schemas.microsoft.com/office/drawing/2014/main" id="{4E6A31DE-7FE5-4684-BE8A-68D488E83B54}"/>
              </a:ext>
            </a:extLst>
          </p:cNvPr>
          <p:cNvSpPr txBox="1">
            <a:spLocks/>
          </p:cNvSpPr>
          <p:nvPr/>
        </p:nvSpPr>
        <p:spPr>
          <a:xfrm>
            <a:off x="462875" y="1426136"/>
            <a:ext cx="8216900" cy="343189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任意の</a:t>
            </a:r>
            <a:r>
              <a:rPr lang="en-US" altLang="ja-JP" dirty="0"/>
              <a:t>Exception</a:t>
            </a:r>
            <a:r>
              <a:rPr lang="ja-JP" altLang="en-US" dirty="0"/>
              <a:t>クラスを継承することでユーザー独自の例外クラスを定義することができます。</a:t>
            </a:r>
            <a:endParaRPr lang="en-US" altLang="ja-JP" dirty="0"/>
          </a:p>
          <a:p>
            <a:pPr marL="96838" indent="0">
              <a:buFont typeface="Arial" panose="020B0604020202020204" pitchFamily="34" charset="0"/>
              <a:buNone/>
            </a:pPr>
            <a:r>
              <a:rPr lang="ja-JP" altLang="en-US" dirty="0"/>
              <a:t>これを</a:t>
            </a:r>
            <a:r>
              <a:rPr lang="ja-JP" altLang="en-US" dirty="0">
                <a:solidFill>
                  <a:srgbClr val="FF0000"/>
                </a:solidFill>
              </a:rPr>
              <a:t>オリジナル例外（独自例外）</a:t>
            </a:r>
            <a:r>
              <a:rPr lang="ja-JP" altLang="en-US" dirty="0"/>
              <a:t>と呼びます。</a:t>
            </a:r>
            <a:endParaRPr lang="en-US" altLang="ja-JP" dirty="0"/>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ja-JP" altLang="en-US" dirty="0"/>
              <a:t>オリジナル例外は以下のような場面で用いられることが多いです。</a:t>
            </a:r>
            <a:endParaRPr lang="en-US" altLang="ja-JP" dirty="0"/>
          </a:p>
          <a:p>
            <a:r>
              <a:rPr lang="ja-JP" altLang="en-US" dirty="0"/>
              <a:t>アプリで共通の例外処理を作成したい場合</a:t>
            </a:r>
            <a:endParaRPr lang="en-US" altLang="ja-JP" dirty="0"/>
          </a:p>
          <a:p>
            <a:r>
              <a:rPr lang="ja-JP" altLang="en-US" dirty="0"/>
              <a:t>既存の</a:t>
            </a:r>
            <a:r>
              <a:rPr lang="en-US" altLang="ja-JP" dirty="0"/>
              <a:t>Exception</a:t>
            </a:r>
            <a:r>
              <a:rPr lang="ja-JP" altLang="en-US" dirty="0"/>
              <a:t>では対応できないケースのエラーが発生する場合</a:t>
            </a:r>
            <a:endParaRPr lang="en-US" altLang="ja-JP" dirty="0"/>
          </a:p>
          <a:p>
            <a:r>
              <a:rPr lang="ja-JP" altLang="en-US" dirty="0"/>
              <a:t>既存の</a:t>
            </a:r>
            <a:r>
              <a:rPr lang="en-US" altLang="ja-JP" dirty="0"/>
              <a:t>Exception</a:t>
            </a:r>
            <a:r>
              <a:rPr lang="ja-JP" altLang="en-US" dirty="0"/>
              <a:t>で対応できるがわかりやすい処理にカスタマイズしたい場合</a:t>
            </a:r>
            <a:endParaRPr lang="en-US" altLang="ja-JP" dirty="0"/>
          </a:p>
          <a:p>
            <a:endParaRPr lang="en-US" altLang="ja-JP" dirty="0"/>
          </a:p>
          <a:p>
            <a:pPr marL="96838" indent="0">
              <a:buNone/>
            </a:pPr>
            <a:r>
              <a:rPr lang="ja-JP" altLang="en-US" dirty="0"/>
              <a:t>上記のように、オリジナル例外を定義することによって</a:t>
            </a:r>
            <a:endParaRPr lang="en-US" altLang="ja-JP" dirty="0"/>
          </a:p>
          <a:p>
            <a:pPr marL="96838" indent="0">
              <a:buNone/>
            </a:pPr>
            <a:r>
              <a:rPr lang="ja-JP" altLang="en-US" dirty="0"/>
              <a:t>例外処理に拡張性を持たせることができます。</a:t>
            </a:r>
            <a:endParaRPr lang="en-US" altLang="ja-JP" dirty="0"/>
          </a:p>
          <a:p>
            <a:pPr marL="96838" indent="0">
              <a:buNone/>
            </a:pPr>
            <a:endParaRPr lang="en-US" altLang="ja-JP" dirty="0"/>
          </a:p>
          <a:p>
            <a:pPr marL="96838" indent="0">
              <a:buNone/>
            </a:pPr>
            <a:r>
              <a:rPr lang="ja-JP" altLang="en-US" dirty="0"/>
              <a:t>次のページでサンプルコードを見てみましょう。</a:t>
            </a:r>
            <a:endParaRPr lang="en-US" altLang="ja-JP" dirty="0"/>
          </a:p>
        </p:txBody>
      </p:sp>
    </p:spTree>
    <p:extLst>
      <p:ext uri="{BB962C8B-B14F-4D97-AF65-F5344CB8AC3E}">
        <p14:creationId xmlns:p14="http://schemas.microsoft.com/office/powerpoint/2010/main" val="2603982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lang="ja-JP" altLang="en-US" dirty="0"/>
              <a:t>オリジナル例外</a:t>
            </a:r>
            <a:endParaRPr kumimoji="1" lang="ja-JP" altLang="en-US" dirty="0"/>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26</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8216900" cy="352089"/>
          </a:xfrm>
        </p:spPr>
        <p:txBody>
          <a:bodyPr/>
          <a:lstStyle/>
          <a:p>
            <a:pPr marL="96838" indent="0">
              <a:buNone/>
            </a:pPr>
            <a:r>
              <a:rPr kumimoji="1" lang="en-US" altLang="ja-JP" dirty="0"/>
              <a:t>OriginalExcSample.java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1211580"/>
            <a:ext cx="4038599" cy="354330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OriginalExcSample {</a:t>
            </a:r>
          </a:p>
          <a:p>
            <a:pPr marL="96838" indent="0">
              <a:buFont typeface="Arial" panose="020B0604020202020204" pitchFamily="34" charset="0"/>
              <a:buNone/>
            </a:pPr>
            <a:r>
              <a:rPr lang="en-US" altLang="ja-JP" sz="1200" dirty="0"/>
              <a:t>  public static void main(String[] args) {</a:t>
            </a:r>
          </a:p>
          <a:p>
            <a:pPr marL="96838" indent="0">
              <a:buFont typeface="Arial" panose="020B0604020202020204" pitchFamily="34" charset="0"/>
              <a:buNone/>
            </a:pPr>
            <a:r>
              <a:rPr lang="ja-JP" altLang="en-US" sz="1200" dirty="0"/>
              <a:t>　　</a:t>
            </a:r>
            <a:r>
              <a:rPr lang="en-US" altLang="ja-JP" sz="1200" dirty="0"/>
              <a:t>System.out.println("</a:t>
            </a:r>
            <a:r>
              <a:rPr lang="ja-JP" altLang="en-US" sz="1200" dirty="0"/>
              <a:t>システムを開始します</a:t>
            </a:r>
            <a:r>
              <a:rPr lang="en-US" altLang="ja-JP" sz="1200" dirty="0"/>
              <a:t>");</a:t>
            </a:r>
          </a:p>
          <a:p>
            <a:pPr marL="96838" indent="0">
              <a:buFont typeface="Arial" panose="020B0604020202020204" pitchFamily="34" charset="0"/>
              <a:buNone/>
            </a:pPr>
            <a:r>
              <a:rPr lang="ja-JP" altLang="en-US" sz="1200" dirty="0"/>
              <a:t>　　</a:t>
            </a:r>
            <a:r>
              <a:rPr lang="en-US" altLang="ja-JP" sz="1200" dirty="0"/>
              <a:t>try {</a:t>
            </a:r>
          </a:p>
          <a:p>
            <a:pPr marL="96838" indent="0">
              <a:buFont typeface="Arial" panose="020B0604020202020204" pitchFamily="34" charset="0"/>
              <a:buNone/>
            </a:pPr>
            <a:r>
              <a:rPr lang="ja-JP" altLang="en-US" sz="1200" dirty="0"/>
              <a:t>　　　</a:t>
            </a:r>
            <a:r>
              <a:rPr lang="en-US" altLang="ja-JP" sz="1200" dirty="0"/>
              <a:t>System.out.println("</a:t>
            </a:r>
            <a:r>
              <a:rPr lang="ja-JP" altLang="en-US" sz="1200" dirty="0"/>
              <a:t>処理を開始します</a:t>
            </a:r>
            <a:r>
              <a:rPr lang="en-US" altLang="ja-JP" sz="1200" dirty="0"/>
              <a:t>");</a:t>
            </a:r>
          </a:p>
          <a:p>
            <a:pPr marL="96838" indent="0">
              <a:buFont typeface="Arial" panose="020B0604020202020204" pitchFamily="34" charset="0"/>
              <a:buNone/>
            </a:pPr>
            <a:r>
              <a:rPr lang="ja-JP" altLang="en-US" sz="1200" dirty="0"/>
              <a:t>　　　</a:t>
            </a:r>
            <a:r>
              <a:rPr lang="en-US" altLang="ja-JP" sz="1200" dirty="0"/>
              <a:t>runException();</a:t>
            </a:r>
          </a:p>
          <a:p>
            <a:pPr marL="96838" indent="0">
              <a:buFont typeface="Arial" panose="020B0604020202020204" pitchFamily="34" charset="0"/>
              <a:buNone/>
            </a:pPr>
            <a:r>
              <a:rPr lang="ja-JP" altLang="en-US" sz="1200" dirty="0"/>
              <a:t>　　　</a:t>
            </a:r>
            <a:r>
              <a:rPr lang="en-US" altLang="ja-JP" sz="1200" dirty="0"/>
              <a:t>System.out.println("</a:t>
            </a:r>
            <a:r>
              <a:rPr lang="ja-JP" altLang="en-US" sz="1200" dirty="0"/>
              <a:t>処理を終了します</a:t>
            </a:r>
            <a:r>
              <a:rPr lang="en-US" altLang="ja-JP" sz="1200" dirty="0"/>
              <a:t>");</a:t>
            </a:r>
          </a:p>
          <a:p>
            <a:pPr marL="96838" indent="0">
              <a:buFont typeface="Arial" panose="020B0604020202020204" pitchFamily="34" charset="0"/>
              <a:buNone/>
            </a:pPr>
            <a:r>
              <a:rPr lang="ja-JP" altLang="en-US" sz="1200" dirty="0"/>
              <a:t>　　</a:t>
            </a:r>
            <a:r>
              <a:rPr lang="en-US" altLang="ja-JP" sz="1200" dirty="0"/>
              <a:t>} catch (ChooseSevenException e) {</a:t>
            </a:r>
          </a:p>
          <a:p>
            <a:pPr marL="96838" indent="0">
              <a:buFont typeface="Arial" panose="020B0604020202020204" pitchFamily="34" charset="0"/>
              <a:buNone/>
            </a:pPr>
            <a:r>
              <a:rPr lang="ja-JP" altLang="en-US" sz="1200" dirty="0"/>
              <a:t>　　　</a:t>
            </a:r>
            <a:r>
              <a:rPr lang="en-US" altLang="ja-JP" sz="1200" dirty="0"/>
              <a:t>e.printStackTrace();</a:t>
            </a:r>
          </a:p>
          <a:p>
            <a:pPr marL="96838" indent="0">
              <a:buFont typeface="Arial" panose="020B0604020202020204" pitchFamily="34" charset="0"/>
              <a:buNone/>
            </a:pPr>
            <a:r>
              <a:rPr lang="ja-JP" altLang="en-US" sz="1200" dirty="0"/>
              <a:t>　　　</a:t>
            </a:r>
            <a:r>
              <a:rPr lang="en-US" altLang="ja-JP" sz="1200" dirty="0"/>
              <a:t>System.out.println("</a:t>
            </a:r>
            <a:r>
              <a:rPr lang="ja-JP" altLang="en-US" sz="1200" dirty="0"/>
              <a:t>処理を中断します</a:t>
            </a:r>
            <a:r>
              <a:rPr lang="en-US" altLang="ja-JP" sz="1200" dirty="0"/>
              <a:t>");</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ja-JP" altLang="en-US" sz="1200" dirty="0"/>
              <a:t>　　　</a:t>
            </a:r>
            <a:r>
              <a:rPr lang="en-US" altLang="ja-JP" sz="1200" dirty="0"/>
              <a:t>System.out.println("</a:t>
            </a:r>
            <a:r>
              <a:rPr lang="ja-JP" altLang="en-US" sz="1200" dirty="0"/>
              <a:t>システムを終了します</a:t>
            </a:r>
            <a:r>
              <a:rPr lang="en-US" altLang="ja-JP" sz="1200" dirty="0"/>
              <a:t>");</a:t>
            </a:r>
          </a:p>
          <a:p>
            <a:pPr marL="96838" indent="0">
              <a:buFont typeface="Arial" panose="020B0604020202020204" pitchFamily="34" charset="0"/>
              <a:buNone/>
            </a:pPr>
            <a:r>
              <a:rPr lang="ja-JP" altLang="en-US" sz="1200" dirty="0"/>
              <a:t>　</a:t>
            </a:r>
            <a:r>
              <a:rPr lang="en-US" altLang="ja-JP" sz="1200" dirty="0"/>
              <a:t>}</a:t>
            </a:r>
          </a:p>
        </p:txBody>
      </p:sp>
      <p:sp>
        <p:nvSpPr>
          <p:cNvPr id="10" name="テキスト プレースホルダー 7">
            <a:extLst>
              <a:ext uri="{FF2B5EF4-FFF2-40B4-BE49-F238E27FC236}">
                <a16:creationId xmlns:a16="http://schemas.microsoft.com/office/drawing/2014/main" id="{2BDD1324-306A-4815-A8B2-871C05758FA6}"/>
              </a:ext>
            </a:extLst>
          </p:cNvPr>
          <p:cNvSpPr txBox="1">
            <a:spLocks/>
          </p:cNvSpPr>
          <p:nvPr/>
        </p:nvSpPr>
        <p:spPr>
          <a:xfrm>
            <a:off x="4641850" y="1150620"/>
            <a:ext cx="4037925" cy="36042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endParaRPr lang="en-US" altLang="ja-JP" dirty="0"/>
          </a:p>
        </p:txBody>
      </p:sp>
      <p:sp>
        <p:nvSpPr>
          <p:cNvPr id="8" name="テキスト プレースホルダー 4">
            <a:extLst>
              <a:ext uri="{FF2B5EF4-FFF2-40B4-BE49-F238E27FC236}">
                <a16:creationId xmlns:a16="http://schemas.microsoft.com/office/drawing/2014/main" id="{159F79D6-0900-495D-BDD7-BC0CFC6AE72D}"/>
              </a:ext>
            </a:extLst>
          </p:cNvPr>
          <p:cNvSpPr txBox="1">
            <a:spLocks/>
          </p:cNvSpPr>
          <p:nvPr/>
        </p:nvSpPr>
        <p:spPr>
          <a:xfrm>
            <a:off x="4572000" y="1211580"/>
            <a:ext cx="4038599" cy="354330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endParaRPr lang="en-US" altLang="ja-JP" sz="1200" dirty="0"/>
          </a:p>
          <a:p>
            <a:pPr marL="96838" indent="0">
              <a:buFont typeface="Arial" panose="020B0604020202020204" pitchFamily="34" charset="0"/>
              <a:buNone/>
            </a:pPr>
            <a:r>
              <a:rPr lang="ja-JP" altLang="en-US" sz="1200" dirty="0"/>
              <a:t>　</a:t>
            </a:r>
            <a:r>
              <a:rPr lang="en-US" altLang="ja-JP" sz="1200" dirty="0"/>
              <a:t>static void runException() throws </a:t>
            </a:r>
            <a:br>
              <a:rPr lang="en-US" altLang="ja-JP" sz="1200" dirty="0"/>
            </a:br>
            <a:r>
              <a:rPr lang="ja-JP" altLang="en-US" sz="1200" dirty="0"/>
              <a:t>　　　　　　　　　　　　　</a:t>
            </a:r>
            <a:r>
              <a:rPr lang="en-US" altLang="ja-JP" sz="1200" dirty="0"/>
              <a:t>ChooseSevenException {</a:t>
            </a:r>
          </a:p>
          <a:p>
            <a:pPr marL="96838" indent="0">
              <a:buFont typeface="Arial" panose="020B0604020202020204" pitchFamily="34" charset="0"/>
              <a:buNone/>
            </a:pPr>
            <a:r>
              <a:rPr lang="ja-JP" altLang="en-US" sz="1200" dirty="0"/>
              <a:t>　　</a:t>
            </a:r>
            <a:r>
              <a:rPr lang="en-US" altLang="ja-JP" sz="1200" dirty="0"/>
              <a:t>for (int i = 0; i &lt; 10; i++) {</a:t>
            </a:r>
          </a:p>
          <a:p>
            <a:pPr marL="96838" indent="0">
              <a:buFont typeface="Arial" panose="020B0604020202020204" pitchFamily="34" charset="0"/>
              <a:buNone/>
            </a:pPr>
            <a:r>
              <a:rPr lang="ja-JP" altLang="en-US" sz="1200" dirty="0"/>
              <a:t>　　　</a:t>
            </a:r>
            <a:r>
              <a:rPr lang="en-US" altLang="ja-JP" sz="1200" dirty="0"/>
              <a:t>if (i == 7) {</a:t>
            </a:r>
          </a:p>
          <a:p>
            <a:pPr marL="96838" indent="0">
              <a:buFont typeface="Arial" panose="020B0604020202020204" pitchFamily="34" charset="0"/>
              <a:buNone/>
            </a:pPr>
            <a:r>
              <a:rPr lang="ja-JP" altLang="en-US" sz="1200" dirty="0"/>
              <a:t>　　　　</a:t>
            </a:r>
            <a:r>
              <a:rPr lang="en-US" altLang="ja-JP" sz="1200" dirty="0"/>
              <a:t>throw new ChooseSevenException</a:t>
            </a:r>
            <a:br>
              <a:rPr lang="en-US" altLang="ja-JP" sz="1200" dirty="0"/>
            </a:br>
            <a:r>
              <a:rPr lang="ja-JP" altLang="en-US" sz="1200" dirty="0"/>
              <a:t>　　　　　　　　　　</a:t>
            </a:r>
            <a:r>
              <a:rPr lang="en-US" altLang="ja-JP" sz="1200" dirty="0"/>
              <a:t>("</a:t>
            </a:r>
            <a:r>
              <a:rPr lang="ja-JP" altLang="en-US" sz="1200" dirty="0"/>
              <a:t>数字の</a:t>
            </a:r>
            <a:r>
              <a:rPr lang="en-US" altLang="ja-JP" sz="1200" dirty="0"/>
              <a:t>7</a:t>
            </a:r>
            <a:r>
              <a:rPr lang="ja-JP" altLang="en-US" sz="1200" dirty="0"/>
              <a:t>が選択されました</a:t>
            </a:r>
            <a:r>
              <a:rPr lang="en-US" altLang="ja-JP" sz="1200" dirty="0"/>
              <a:t>");</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ja-JP" altLang="en-US" sz="1200" dirty="0"/>
              <a:t>　　　</a:t>
            </a:r>
            <a:r>
              <a:rPr lang="en-US" altLang="ja-JP" sz="1200" dirty="0"/>
              <a:t>System.out.println</a:t>
            </a:r>
            <a:br>
              <a:rPr lang="en-US" altLang="ja-JP" sz="1200" dirty="0"/>
            </a:br>
            <a:r>
              <a:rPr lang="ja-JP" altLang="en-US" sz="1200" dirty="0"/>
              <a:t>　　　　　　　</a:t>
            </a:r>
            <a:r>
              <a:rPr lang="en-US" altLang="ja-JP" sz="1200" dirty="0"/>
              <a:t>("</a:t>
            </a:r>
            <a:r>
              <a:rPr lang="ja-JP" altLang="en-US" sz="1200" dirty="0"/>
              <a:t>現在の数字は</a:t>
            </a:r>
            <a:r>
              <a:rPr lang="en-US" altLang="ja-JP" sz="1200" dirty="0"/>
              <a:t>『" + i + "』</a:t>
            </a:r>
            <a:r>
              <a:rPr lang="ja-JP" altLang="en-US" sz="1200" dirty="0"/>
              <a:t>です</a:t>
            </a:r>
            <a:r>
              <a:rPr lang="en-US" altLang="ja-JP" sz="1200" dirty="0"/>
              <a:t>");</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en-US" altLang="ja-JP" sz="1200" dirty="0"/>
              <a:t>}</a:t>
            </a:r>
          </a:p>
        </p:txBody>
      </p:sp>
      <p:cxnSp>
        <p:nvCxnSpPr>
          <p:cNvPr id="9" name="直線コネクタ 8">
            <a:extLst>
              <a:ext uri="{FF2B5EF4-FFF2-40B4-BE49-F238E27FC236}">
                <a16:creationId xmlns:a16="http://schemas.microsoft.com/office/drawing/2014/main" id="{9C85C31E-7BB3-461C-9889-B0EC1553977C}"/>
              </a:ext>
            </a:extLst>
          </p:cNvPr>
          <p:cNvCxnSpPr>
            <a:cxnSpLocks/>
          </p:cNvCxnSpPr>
          <p:nvPr/>
        </p:nvCxnSpPr>
        <p:spPr>
          <a:xfrm>
            <a:off x="4572000" y="1211580"/>
            <a:ext cx="0" cy="354330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24960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kumimoji="1" lang="ja-JP" altLang="en-US" dirty="0"/>
              <a:t>オリジナル例外</a:t>
            </a:r>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27</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4109125" cy="352089"/>
          </a:xfrm>
        </p:spPr>
        <p:txBody>
          <a:bodyPr/>
          <a:lstStyle/>
          <a:p>
            <a:pPr marL="96838" indent="0">
              <a:buNone/>
            </a:pPr>
            <a:r>
              <a:rPr lang="en-US" altLang="ja-JP" sz="1400" dirty="0"/>
              <a:t>ChooseSevenException</a:t>
            </a:r>
            <a:r>
              <a:rPr kumimoji="1" lang="en-US" altLang="ja-JP" dirty="0"/>
              <a:t>.java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462875" y="1150620"/>
            <a:ext cx="4109125"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ChooseSevenException extends </a:t>
            </a:r>
            <a:br>
              <a:rPr lang="en-US" altLang="ja-JP" sz="1200" dirty="0"/>
            </a:br>
            <a:r>
              <a:rPr lang="ja-JP" altLang="en-US" sz="1200" dirty="0"/>
              <a:t>　　　　　　　　　　　　　　　　　　　</a:t>
            </a:r>
            <a:r>
              <a:rPr lang="en-US" altLang="ja-JP" sz="1200" dirty="0"/>
              <a:t>Exception {</a:t>
            </a:r>
          </a:p>
          <a:p>
            <a:pPr marL="96838" indent="0">
              <a:buFont typeface="Arial" panose="020B0604020202020204" pitchFamily="34" charset="0"/>
              <a:buNone/>
            </a:pPr>
            <a:r>
              <a:rPr lang="ja-JP" altLang="en-US" sz="1200" dirty="0"/>
              <a:t>　</a:t>
            </a:r>
            <a:r>
              <a:rPr lang="en-US" altLang="ja-JP" sz="1200" dirty="0"/>
              <a:t>public ChooseSevenException(String msg) {</a:t>
            </a:r>
          </a:p>
          <a:p>
            <a:pPr marL="96838" indent="0">
              <a:buFont typeface="Arial" panose="020B0604020202020204" pitchFamily="34" charset="0"/>
              <a:buNone/>
            </a:pPr>
            <a:r>
              <a:rPr lang="ja-JP" altLang="en-US" sz="1200" dirty="0"/>
              <a:t>　　</a:t>
            </a:r>
            <a:r>
              <a:rPr lang="en-US" altLang="ja-JP" sz="1200" dirty="0"/>
              <a:t>super(msg);</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en-US" altLang="ja-JP" sz="1200" dirty="0"/>
              <a:t>}</a:t>
            </a:r>
          </a:p>
          <a:p>
            <a:pPr marL="96838" indent="0">
              <a:buNone/>
            </a:pPr>
            <a:endParaRPr lang="en-US" altLang="ja-JP" sz="1200" dirty="0"/>
          </a:p>
        </p:txBody>
      </p:sp>
      <p:sp>
        <p:nvSpPr>
          <p:cNvPr id="10" name="テキスト プレースホルダー 7">
            <a:extLst>
              <a:ext uri="{FF2B5EF4-FFF2-40B4-BE49-F238E27FC236}">
                <a16:creationId xmlns:a16="http://schemas.microsoft.com/office/drawing/2014/main" id="{2BDD1324-306A-4815-A8B2-871C05758FA6}"/>
              </a:ext>
            </a:extLst>
          </p:cNvPr>
          <p:cNvSpPr txBox="1">
            <a:spLocks/>
          </p:cNvSpPr>
          <p:nvPr/>
        </p:nvSpPr>
        <p:spPr>
          <a:xfrm>
            <a:off x="4641850" y="1150620"/>
            <a:ext cx="4037925" cy="36042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kumimoji="1" lang="en-US" altLang="ja-JP" dirty="0"/>
              <a:t>ChooseSevenException</a:t>
            </a:r>
            <a:r>
              <a:rPr kumimoji="1" lang="ja-JP" altLang="en-US" dirty="0"/>
              <a:t>クラスに</a:t>
            </a:r>
            <a:endParaRPr kumimoji="1" lang="en-US" altLang="ja-JP" dirty="0"/>
          </a:p>
          <a:p>
            <a:pPr marL="96838" indent="0">
              <a:buNone/>
            </a:pPr>
            <a:r>
              <a:rPr kumimoji="1" lang="en-US" altLang="ja-JP" dirty="0"/>
              <a:t>Exception</a:t>
            </a:r>
            <a:r>
              <a:rPr kumimoji="1" lang="ja-JP" altLang="en-US" dirty="0"/>
              <a:t>クラスを継承させることで</a:t>
            </a:r>
            <a:endParaRPr kumimoji="1" lang="en-US" altLang="ja-JP" dirty="0"/>
          </a:p>
          <a:p>
            <a:pPr marL="96838" indent="0">
              <a:buNone/>
            </a:pPr>
            <a:r>
              <a:rPr lang="ja-JP" altLang="en-US" dirty="0"/>
              <a:t>独自の</a:t>
            </a:r>
            <a:r>
              <a:rPr lang="en-US" altLang="ja-JP" dirty="0"/>
              <a:t>Exception</a:t>
            </a:r>
            <a:r>
              <a:rPr lang="ja-JP" altLang="en-US" dirty="0"/>
              <a:t>系例外を作成しました。</a:t>
            </a:r>
            <a:endParaRPr lang="en-US" altLang="ja-JP" dirty="0"/>
          </a:p>
          <a:p>
            <a:pPr marL="96838" indent="0">
              <a:buNone/>
            </a:pPr>
            <a:endParaRPr kumimoji="1" lang="en-US" altLang="ja-JP" dirty="0"/>
          </a:p>
          <a:p>
            <a:pPr marL="96838" indent="0">
              <a:buNone/>
            </a:pPr>
            <a:endParaRPr kumimoji="1" lang="en-US" altLang="ja-JP" dirty="0"/>
          </a:p>
          <a:p>
            <a:pPr marL="96838" indent="0">
              <a:buNone/>
            </a:pPr>
            <a:r>
              <a:rPr lang="ja-JP" altLang="en-US" dirty="0"/>
              <a:t>実行結果</a:t>
            </a:r>
            <a:endParaRPr kumimoji="1" lang="en-US" altLang="ja-JP" dirty="0"/>
          </a:p>
        </p:txBody>
      </p:sp>
      <p:sp>
        <p:nvSpPr>
          <p:cNvPr id="11" name="テキスト プレースホルダー 4">
            <a:extLst>
              <a:ext uri="{FF2B5EF4-FFF2-40B4-BE49-F238E27FC236}">
                <a16:creationId xmlns:a16="http://schemas.microsoft.com/office/drawing/2014/main" id="{E8568393-FA1D-4F94-9999-0C30E814BE42}"/>
              </a:ext>
            </a:extLst>
          </p:cNvPr>
          <p:cNvSpPr txBox="1">
            <a:spLocks/>
          </p:cNvSpPr>
          <p:nvPr/>
        </p:nvSpPr>
        <p:spPr>
          <a:xfrm>
            <a:off x="4570650" y="1150620"/>
            <a:ext cx="4109125" cy="360425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endParaRPr lang="ja-JP" altLang="en-US" dirty="0"/>
          </a:p>
        </p:txBody>
      </p:sp>
      <p:pic>
        <p:nvPicPr>
          <p:cNvPr id="9" name="図 8" descr="テキスト&#10;&#10;自動的に生成された説明">
            <a:extLst>
              <a:ext uri="{FF2B5EF4-FFF2-40B4-BE49-F238E27FC236}">
                <a16:creationId xmlns:a16="http://schemas.microsoft.com/office/drawing/2014/main" id="{A532565F-B44C-46E1-90CA-BECECC725541}"/>
              </a:ext>
            </a:extLst>
          </p:cNvPr>
          <p:cNvPicPr>
            <a:picLocks noChangeAspect="1"/>
          </p:cNvPicPr>
          <p:nvPr/>
        </p:nvPicPr>
        <p:blipFill>
          <a:blip r:embed="rId3"/>
          <a:stretch>
            <a:fillRect/>
          </a:stretch>
        </p:blipFill>
        <p:spPr>
          <a:xfrm>
            <a:off x="4666063" y="2836874"/>
            <a:ext cx="4037925" cy="1486995"/>
          </a:xfrm>
          <a:prstGeom prst="rect">
            <a:avLst/>
          </a:prstGeom>
        </p:spPr>
      </p:pic>
    </p:spTree>
    <p:extLst>
      <p:ext uri="{BB962C8B-B14F-4D97-AF65-F5344CB8AC3E}">
        <p14:creationId xmlns:p14="http://schemas.microsoft.com/office/powerpoint/2010/main" val="3981310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kumimoji="1" lang="ja-JP" altLang="en-US" dirty="0"/>
              <a:t>正しいプログラミングによる例外回避</a:t>
            </a:r>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28</a:t>
            </a:fld>
            <a:endParaRPr lang="en" dirty="0">
              <a:latin typeface="+mn-ea"/>
            </a:endParaRPr>
          </a:p>
        </p:txBody>
      </p:sp>
      <p:grpSp>
        <p:nvGrpSpPr>
          <p:cNvPr id="5" name="グループ化 4">
            <a:extLst>
              <a:ext uri="{FF2B5EF4-FFF2-40B4-BE49-F238E27FC236}">
                <a16:creationId xmlns:a16="http://schemas.microsoft.com/office/drawing/2014/main" id="{A44B4048-971D-4173-B9D4-DC3B6BE6B579}"/>
              </a:ext>
            </a:extLst>
          </p:cNvPr>
          <p:cNvGrpSpPr/>
          <p:nvPr/>
        </p:nvGrpSpPr>
        <p:grpSpPr>
          <a:xfrm>
            <a:off x="268873" y="786891"/>
            <a:ext cx="8411576" cy="4075185"/>
            <a:chOff x="268873" y="786891"/>
            <a:chExt cx="8411576" cy="4132541"/>
          </a:xfrm>
        </p:grpSpPr>
        <p:sp>
          <p:nvSpPr>
            <p:cNvPr id="6" name="四角形: 角を丸くする 5">
              <a:extLst>
                <a:ext uri="{FF2B5EF4-FFF2-40B4-BE49-F238E27FC236}">
                  <a16:creationId xmlns:a16="http://schemas.microsoft.com/office/drawing/2014/main" id="{86A4B4B3-72EC-42DF-9192-2E6EA70F2129}"/>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テキスト ボックス 6">
              <a:extLst>
                <a:ext uri="{FF2B5EF4-FFF2-40B4-BE49-F238E27FC236}">
                  <a16:creationId xmlns:a16="http://schemas.microsoft.com/office/drawing/2014/main" id="{6E402657-7E23-45B6-8B4D-D3962EEEABC8}"/>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8" name="図 7">
              <a:extLst>
                <a:ext uri="{FF2B5EF4-FFF2-40B4-BE49-F238E27FC236}">
                  <a16:creationId xmlns:a16="http://schemas.microsoft.com/office/drawing/2014/main" id="{28E59DE7-F016-4DD7-9C80-3CB25F8A7AC6}"/>
                </a:ext>
              </a:extLst>
            </p:cNvPr>
            <p:cNvPicPr>
              <a:picLocks noChangeAspect="1"/>
            </p:cNvPicPr>
            <p:nvPr/>
          </p:nvPicPr>
          <p:blipFill>
            <a:blip r:embed="rId3"/>
            <a:stretch>
              <a:fillRect/>
            </a:stretch>
          </p:blipFill>
          <p:spPr>
            <a:xfrm>
              <a:off x="268873" y="805343"/>
              <a:ext cx="728929" cy="728929"/>
            </a:xfrm>
            <a:prstGeom prst="rect">
              <a:avLst/>
            </a:prstGeom>
          </p:spPr>
        </p:pic>
        <p:sp>
          <p:nvSpPr>
            <p:cNvPr id="9" name="吹き出し: 円形 8">
              <a:extLst>
                <a:ext uri="{FF2B5EF4-FFF2-40B4-BE49-F238E27FC236}">
                  <a16:creationId xmlns:a16="http://schemas.microsoft.com/office/drawing/2014/main" id="{1A3B0D07-9639-402F-8EC7-806D5CDC95BD}"/>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2" name="テキスト プレースホルダー 7">
            <a:extLst>
              <a:ext uri="{FF2B5EF4-FFF2-40B4-BE49-F238E27FC236}">
                <a16:creationId xmlns:a16="http://schemas.microsoft.com/office/drawing/2014/main" id="{4E6A31DE-7FE5-4684-BE8A-68D488E83B54}"/>
              </a:ext>
            </a:extLst>
          </p:cNvPr>
          <p:cNvSpPr txBox="1">
            <a:spLocks/>
          </p:cNvSpPr>
          <p:nvPr/>
        </p:nvSpPr>
        <p:spPr>
          <a:xfrm>
            <a:off x="462875" y="1357461"/>
            <a:ext cx="8216900" cy="350056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RuntimeException</a:t>
            </a:r>
            <a:r>
              <a:rPr lang="ja-JP" altLang="en-US" dirty="0"/>
              <a:t>系例外は正しいプログラミングをすることで発生を回避できます。</a:t>
            </a:r>
            <a:br>
              <a:rPr lang="en-US" altLang="ja-JP" dirty="0"/>
            </a:br>
            <a:r>
              <a:rPr lang="ja-JP" altLang="en-US" dirty="0"/>
              <a:t>今回は</a:t>
            </a:r>
            <a:r>
              <a:rPr lang="en-US" altLang="ja-JP" dirty="0"/>
              <a:t>NullPointerException</a:t>
            </a:r>
            <a:r>
              <a:rPr lang="ja-JP" altLang="en-US" dirty="0"/>
              <a:t>の回避について見てみましょう。</a:t>
            </a:r>
            <a:endParaRPr lang="en-US" altLang="ja-JP" dirty="0"/>
          </a:p>
          <a:p>
            <a:pPr marL="96838" indent="0">
              <a:buNone/>
            </a:pPr>
            <a:endParaRPr lang="en-US" altLang="ja-JP" dirty="0"/>
          </a:p>
          <a:p>
            <a:r>
              <a:rPr lang="en-US" altLang="ja-JP" dirty="0"/>
              <a:t>if</a:t>
            </a:r>
            <a:r>
              <a:rPr lang="ja-JP" altLang="en-US" dirty="0"/>
              <a:t>文の条件式で</a:t>
            </a:r>
            <a:r>
              <a:rPr lang="en-US" altLang="ja-JP" dirty="0"/>
              <a:t>null</a:t>
            </a:r>
            <a:r>
              <a:rPr lang="ja-JP" altLang="en-US" dirty="0"/>
              <a:t>チェックする方法</a:t>
            </a:r>
            <a:endParaRPr lang="en-US" altLang="ja-JP" dirty="0"/>
          </a:p>
          <a:p>
            <a:pPr marL="96838" indent="0">
              <a:buNone/>
            </a:pPr>
            <a:r>
              <a:rPr lang="ja-JP" altLang="en-US" dirty="0"/>
              <a:t>　</a:t>
            </a:r>
            <a:r>
              <a:rPr lang="en-US" altLang="ja-JP" dirty="0"/>
              <a:t>if (obj != null &amp;&amp; obj</a:t>
            </a:r>
            <a:r>
              <a:rPr lang="ja-JP" altLang="en-US" dirty="0"/>
              <a:t>～</a:t>
            </a:r>
            <a:r>
              <a:rPr lang="en-US" altLang="ja-JP" dirty="0"/>
              <a:t>) {…}</a:t>
            </a:r>
          </a:p>
          <a:p>
            <a:pPr marL="96838" indent="0">
              <a:buNone/>
            </a:pPr>
            <a:endParaRPr lang="en-US" altLang="ja-JP" dirty="0"/>
          </a:p>
          <a:p>
            <a:r>
              <a:rPr lang="ja-JP" altLang="en-US" dirty="0"/>
              <a:t>定数やリテラルとの比較</a:t>
            </a:r>
            <a:endParaRPr lang="en-US" altLang="ja-JP" dirty="0"/>
          </a:p>
          <a:p>
            <a:pPr marL="96838" indent="0">
              <a:buNone/>
            </a:pPr>
            <a:r>
              <a:rPr lang="ja-JP" altLang="en-US" dirty="0"/>
              <a:t>　</a:t>
            </a:r>
            <a:r>
              <a:rPr lang="en-US" altLang="ja-JP" dirty="0"/>
              <a:t>if (“hoge”.equals(obj)) {…}</a:t>
            </a:r>
          </a:p>
          <a:p>
            <a:pPr marL="96838" indent="0">
              <a:buNone/>
            </a:pPr>
            <a:endParaRPr lang="en-US" altLang="ja-JP" dirty="0"/>
          </a:p>
          <a:p>
            <a:r>
              <a:rPr lang="ja-JP" altLang="en-US" dirty="0"/>
              <a:t>チェック対象のオブジェクトを初期化する</a:t>
            </a:r>
            <a:endParaRPr lang="en-US" altLang="ja-JP" dirty="0"/>
          </a:p>
          <a:p>
            <a:pPr marL="96838" indent="0">
              <a:buNone/>
            </a:pPr>
            <a:r>
              <a:rPr lang="ja-JP" altLang="en-US" dirty="0"/>
              <a:t>　</a:t>
            </a:r>
            <a:r>
              <a:rPr lang="en-US" altLang="ja-JP" dirty="0"/>
              <a:t>String obj;</a:t>
            </a:r>
            <a:r>
              <a:rPr lang="ja-JP" altLang="en-US" dirty="0"/>
              <a:t>　　　　→</a:t>
            </a:r>
            <a:r>
              <a:rPr lang="en-US" altLang="ja-JP" dirty="0"/>
              <a:t>×</a:t>
            </a:r>
          </a:p>
          <a:p>
            <a:pPr marL="96838" indent="0">
              <a:buNone/>
            </a:pPr>
            <a:r>
              <a:rPr lang="ja-JP" altLang="en-US" dirty="0"/>
              <a:t>　</a:t>
            </a:r>
            <a:r>
              <a:rPr lang="en-US" altLang="ja-JP" dirty="0"/>
              <a:t>String obj = “”;</a:t>
            </a:r>
            <a:r>
              <a:rPr lang="ja-JP" altLang="en-US" dirty="0"/>
              <a:t>　 →〇</a:t>
            </a:r>
            <a:endParaRPr lang="en-US" altLang="ja-JP" dirty="0"/>
          </a:p>
        </p:txBody>
      </p:sp>
    </p:spTree>
    <p:extLst>
      <p:ext uri="{BB962C8B-B14F-4D97-AF65-F5344CB8AC3E}">
        <p14:creationId xmlns:p14="http://schemas.microsoft.com/office/powerpoint/2010/main" val="30272608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8564073-650A-4726-99CE-EA82CE37513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90D4FF1-CE17-468D-A94B-0EA4BDC9102B}"/>
              </a:ext>
            </a:extLst>
          </p:cNvPr>
          <p:cNvSpPr>
            <a:spLocks noGrp="1"/>
          </p:cNvSpPr>
          <p:nvPr>
            <p:ph type="ctrTitle"/>
          </p:nvPr>
        </p:nvSpPr>
        <p:spPr/>
        <p:txBody>
          <a:bodyPr/>
          <a:lstStyle/>
          <a:p>
            <a:r>
              <a:rPr lang="ja-JP" altLang="en-US" dirty="0"/>
              <a:t>例外</a:t>
            </a:r>
            <a:r>
              <a:rPr lang="en-US" altLang="ja-JP" dirty="0"/>
              <a:t>のまとめ</a:t>
            </a:r>
            <a:endParaRPr kumimoji="1" lang="ja-JP" altLang="en-US" dirty="0"/>
          </a:p>
        </p:txBody>
      </p:sp>
      <p:sp>
        <p:nvSpPr>
          <p:cNvPr id="4" name="スライド番号プレースホルダー 3">
            <a:extLst>
              <a:ext uri="{FF2B5EF4-FFF2-40B4-BE49-F238E27FC236}">
                <a16:creationId xmlns:a16="http://schemas.microsoft.com/office/drawing/2014/main" id="{F3EFE716-3008-4D5B-B3FC-67A585FEB4D8}"/>
              </a:ext>
            </a:extLst>
          </p:cNvPr>
          <p:cNvSpPr>
            <a:spLocks noGrp="1"/>
          </p:cNvSpPr>
          <p:nvPr>
            <p:ph type="sldNum" sz="quarter" idx="4"/>
          </p:nvPr>
        </p:nvSpPr>
        <p:spPr/>
        <p:txBody>
          <a:bodyPr/>
          <a:lstStyle/>
          <a:p>
            <a:fld id="{00000000-1234-1234-1234-123412341234}" type="slidenum">
              <a:rPr lang="en" smtClean="0"/>
              <a:pPr/>
              <a:t>29</a:t>
            </a:fld>
            <a:endParaRPr lang="en" dirty="0"/>
          </a:p>
        </p:txBody>
      </p:sp>
      <p:sp>
        <p:nvSpPr>
          <p:cNvPr id="5" name="テキスト プレースホルダー 4">
            <a:extLst>
              <a:ext uri="{FF2B5EF4-FFF2-40B4-BE49-F238E27FC236}">
                <a16:creationId xmlns:a16="http://schemas.microsoft.com/office/drawing/2014/main" id="{133F1DED-CA16-4302-9912-4B561EF34336}"/>
              </a:ext>
            </a:extLst>
          </p:cNvPr>
          <p:cNvSpPr>
            <a:spLocks noGrp="1"/>
          </p:cNvSpPr>
          <p:nvPr>
            <p:ph type="body" sz="quarter" idx="14"/>
          </p:nvPr>
        </p:nvSpPr>
        <p:spPr/>
        <p:txBody>
          <a:bodyPr/>
          <a:lstStyle/>
          <a:p>
            <a:r>
              <a:rPr lang="ja-JP" altLang="en-US" dirty="0"/>
              <a:t>例外とは何ですか？</a:t>
            </a:r>
            <a:endParaRPr lang="en-US" altLang="ja-JP" dirty="0"/>
          </a:p>
          <a:p>
            <a:endParaRPr kumimoji="1" lang="en-US" altLang="ja-JP" b="1" dirty="0"/>
          </a:p>
          <a:p>
            <a:r>
              <a:rPr kumimoji="1" lang="ja-JP" altLang="en-US" dirty="0"/>
              <a:t>例外クラスの種類は</a:t>
            </a:r>
            <a:r>
              <a:rPr kumimoji="1" lang="en-US" altLang="ja-JP" dirty="0"/>
              <a:t>3</a:t>
            </a:r>
            <a:r>
              <a:rPr kumimoji="1" lang="ja-JP" altLang="en-US" dirty="0"/>
              <a:t>種類に大別</a:t>
            </a:r>
            <a:r>
              <a:rPr kumimoji="1" lang="ja-JP" altLang="en-US"/>
              <a:t>できますがその</a:t>
            </a:r>
            <a:r>
              <a:rPr kumimoji="1" lang="en-US" altLang="ja-JP"/>
              <a:t>3</a:t>
            </a:r>
            <a:r>
              <a:rPr kumimoji="1" lang="ja-JP" altLang="en-US" dirty="0"/>
              <a:t>種類は何ですか？</a:t>
            </a:r>
            <a:endParaRPr kumimoji="1" lang="en-US" altLang="ja-JP" dirty="0"/>
          </a:p>
          <a:p>
            <a:endParaRPr lang="en-US" altLang="ja-JP" dirty="0"/>
          </a:p>
          <a:p>
            <a:r>
              <a:rPr lang="ja-JP" altLang="en-US" dirty="0"/>
              <a:t>例外処理に用いられる構文は何ですか？</a:t>
            </a:r>
            <a:endParaRPr lang="en-US" altLang="ja-JP" dirty="0"/>
          </a:p>
          <a:p>
            <a:endParaRPr lang="en-US" altLang="ja-JP" dirty="0"/>
          </a:p>
          <a:p>
            <a:r>
              <a:rPr kumimoji="1" lang="ja-JP" altLang="en-US" dirty="0"/>
              <a:t>例外を伝播させる際に用いるのは何ですか？</a:t>
            </a:r>
            <a:endParaRPr lang="en-US" altLang="ja-JP" dirty="0"/>
          </a:p>
          <a:p>
            <a:endParaRPr kumimoji="1" lang="en-US" altLang="ja-JP" dirty="0"/>
          </a:p>
          <a:p>
            <a:r>
              <a:rPr kumimoji="1" lang="ja-JP" altLang="en-US" dirty="0"/>
              <a:t>例外を故意に発生させる際に用いるのは何ですか？</a:t>
            </a:r>
            <a:endParaRPr kumimoji="1" lang="en-US" altLang="ja-JP" dirty="0"/>
          </a:p>
        </p:txBody>
      </p:sp>
    </p:spTree>
    <p:extLst>
      <p:ext uri="{BB962C8B-B14F-4D97-AF65-F5344CB8AC3E}">
        <p14:creationId xmlns:p14="http://schemas.microsoft.com/office/powerpoint/2010/main" val="2979480215"/>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5626</TotalTime>
  <Words>3600</Words>
  <Application>Microsoft Office PowerPoint</Application>
  <PresentationFormat>画面に合わせる (16:9)</PresentationFormat>
  <Paragraphs>492</Paragraphs>
  <Slides>30</Slides>
  <Notes>16</Notes>
  <HiddenSlides>1</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30</vt:i4>
      </vt:variant>
    </vt:vector>
  </HeadingPairs>
  <TitlesOfParts>
    <vt:vector size="40" baseType="lpstr">
      <vt:lpstr>MS Gothic</vt:lpstr>
      <vt:lpstr>Gill Sans Ultra Bold</vt:lpstr>
      <vt:lpstr>MyricaM M</vt:lpstr>
      <vt:lpstr>Arial</vt:lpstr>
      <vt:lpstr>Meiryo</vt:lpstr>
      <vt:lpstr>HGP創英角ﾎﾟｯﾌﾟ体</vt:lpstr>
      <vt:lpstr>Montserrat</vt:lpstr>
      <vt:lpstr>BIZ UDゴシック</vt:lpstr>
      <vt:lpstr>游ゴシック</vt:lpstr>
      <vt:lpstr>template</vt:lpstr>
      <vt:lpstr>改訂履歴</vt:lpstr>
      <vt:lpstr>例外</vt:lpstr>
      <vt:lpstr>テキストの ゴール</vt:lpstr>
      <vt:lpstr>テキストの 流れ</vt:lpstr>
      <vt:lpstr>例外とは</vt:lpstr>
      <vt:lpstr>例外処理の流れ</vt:lpstr>
      <vt:lpstr>例外処理の流れ</vt:lpstr>
      <vt:lpstr>例外の種類</vt:lpstr>
      <vt:lpstr>例外の種類</vt:lpstr>
      <vt:lpstr>例外の種類</vt:lpstr>
      <vt:lpstr>例外インスタンス</vt:lpstr>
      <vt:lpstr>例外インスタンス</vt:lpstr>
      <vt:lpstr>try-catchの注意点</vt:lpstr>
      <vt:lpstr>try-catchの注意点</vt:lpstr>
      <vt:lpstr>try-catchの注意点</vt:lpstr>
      <vt:lpstr>必ず行う処理</vt:lpstr>
      <vt:lpstr>必ず行う処理</vt:lpstr>
      <vt:lpstr>例外の伝播</vt:lpstr>
      <vt:lpstr>例外の伝播</vt:lpstr>
      <vt:lpstr>例外の伝播</vt:lpstr>
      <vt:lpstr>例外の伝播</vt:lpstr>
      <vt:lpstr>例外の伝播</vt:lpstr>
      <vt:lpstr>例外の伝播</vt:lpstr>
      <vt:lpstr>例外をもみ消さない</vt:lpstr>
      <vt:lpstr>例外を発生させる</vt:lpstr>
      <vt:lpstr>オリジナル例外</vt:lpstr>
      <vt:lpstr>オリジナル例外</vt:lpstr>
      <vt:lpstr>オリジナル例外</vt:lpstr>
      <vt:lpstr>正しいプログラミングによる例外回避</vt:lpstr>
      <vt:lpstr>例外のまとめ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28</cp:revision>
  <dcterms:created xsi:type="dcterms:W3CDTF">2020-11-26T07:05:51Z</dcterms:created>
  <dcterms:modified xsi:type="dcterms:W3CDTF">2025-03-19T07:53:53Z</dcterms:modified>
</cp:coreProperties>
</file>