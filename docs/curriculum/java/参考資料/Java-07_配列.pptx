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embedTrueTypeFonts="1" saveSubsetFonts="1" autoCompressPictures="0">
  <p:sldMasterIdLst>
    <p:sldMasterId id="2147483665" r:id="rId1"/>
  </p:sldMasterIdLst>
  <p:notesMasterIdLst>
    <p:notesMasterId r:id="rId27"/>
  </p:notesMasterIdLst>
  <p:handoutMasterIdLst>
    <p:handoutMasterId r:id="rId28"/>
  </p:handoutMasterIdLst>
  <p:sldIdLst>
    <p:sldId id="388" r:id="rId2"/>
    <p:sldId id="256" r:id="rId3"/>
    <p:sldId id="360" r:id="rId4"/>
    <p:sldId id="361" r:id="rId5"/>
    <p:sldId id="382" r:id="rId6"/>
    <p:sldId id="364" r:id="rId7"/>
    <p:sldId id="383" r:id="rId8"/>
    <p:sldId id="365" r:id="rId9"/>
    <p:sldId id="366" r:id="rId10"/>
    <p:sldId id="367" r:id="rId11"/>
    <p:sldId id="368" r:id="rId12"/>
    <p:sldId id="369" r:id="rId13"/>
    <p:sldId id="384" r:id="rId14"/>
    <p:sldId id="370" r:id="rId15"/>
    <p:sldId id="371" r:id="rId16"/>
    <p:sldId id="372" r:id="rId17"/>
    <p:sldId id="386" r:id="rId18"/>
    <p:sldId id="373" r:id="rId19"/>
    <p:sldId id="374" r:id="rId20"/>
    <p:sldId id="387" r:id="rId21"/>
    <p:sldId id="377" r:id="rId22"/>
    <p:sldId id="378" r:id="rId23"/>
    <p:sldId id="379" r:id="rId24"/>
    <p:sldId id="380" r:id="rId25"/>
    <p:sldId id="381" r:id="rId26"/>
  </p:sldIdLst>
  <p:sldSz cx="9144000" cy="5143500" type="screen16x9"/>
  <p:notesSz cx="6858000" cy="9144000"/>
  <p:embeddedFontLst>
    <p:embeddedFont>
      <p:font typeface="MyricaM M" panose="020B0600070205080204" charset="-128"/>
      <p:regular r:id="rId29"/>
    </p:embeddedFont>
    <p:embeddedFont>
      <p:font typeface="Meiryo" panose="020B0604030504040204" pitchFamily="50" charset="-128"/>
      <p:regular r:id="rId30"/>
      <p:bold r:id="rId31"/>
      <p:italic r:id="rId32"/>
      <p:boldItalic r:id="rId33"/>
    </p:embeddedFont>
    <p:embeddedFont>
      <p:font typeface="BIZ UDゴシック" panose="020B0400000000000000" pitchFamily="49" charset="-128"/>
      <p:regular r:id="rId34"/>
      <p:bold r:id="rId35"/>
    </p:embeddedFont>
    <p:embeddedFont>
      <p:font typeface="Gill Sans Ultra Bold" panose="020B0A02020104020203" pitchFamily="34" charset="0"/>
      <p:regular r:id="rId36"/>
    </p:embeddedFont>
    <p:embeddedFont>
      <p:font typeface="HGP創英角ﾎﾟｯﾌﾟ体" panose="040B0A00000000000000" pitchFamily="50" charset="-128"/>
      <p:regular r:id="rId37"/>
    </p:embeddedFont>
    <p:embeddedFont>
      <p:font typeface="Montserrat" panose="00000500000000000000" pitchFamily="2" charset="0"/>
      <p:regular r:id="rId38"/>
      <p:bold r:id="rId39"/>
      <p:italic r:id="rId40"/>
      <p:boldItalic r:id="rId41"/>
    </p:embeddedFont>
    <p:embeddedFont>
      <p:font typeface="游ゴシック" panose="020B0400000000000000" pitchFamily="50" charset="-128"/>
      <p:regular r:id="rId42"/>
      <p:bold r:id="rId4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0000"/>
    <a:srgbClr val="000000"/>
    <a:srgbClr val="FF0000"/>
    <a:srgbClr val="FF9900"/>
    <a:srgbClr val="7D7D7D"/>
    <a:srgbClr val="4D4D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DAC1B92-06B8-4DD9-B31C-A81573C5778B}">
  <a:tblStyle styleId="{CDAC1B92-06B8-4DD9-B31C-A81573C5778B}"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DBED569-4797-4DF1-A0F4-6AAB3CD982D8}" styleName="淡色スタイル 3 - アクセント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49" autoAdjust="0"/>
    <p:restoredTop sz="95412" autoAdjust="0"/>
  </p:normalViewPr>
  <p:slideViewPr>
    <p:cSldViewPr snapToGrid="0">
      <p:cViewPr varScale="1">
        <p:scale>
          <a:sx n="104" d="100"/>
          <a:sy n="104" d="100"/>
        </p:scale>
        <p:origin x="552" y="102"/>
      </p:cViewPr>
      <p:guideLst/>
    </p:cSldViewPr>
  </p:slideViewPr>
  <p:outlineViewPr>
    <p:cViewPr>
      <p:scale>
        <a:sx n="33" d="100"/>
        <a:sy n="33" d="100"/>
      </p:scale>
      <p:origin x="0" y="0"/>
    </p:cViewPr>
    <p:sldLst>
      <p:sld r:id="rId1" collapse="1"/>
    </p:sldLst>
  </p:outlineViewPr>
  <p:notesTextViewPr>
    <p:cViewPr>
      <p:scale>
        <a:sx n="1" d="1"/>
        <a:sy n="1" d="1"/>
      </p:scale>
      <p:origin x="0" y="0"/>
    </p:cViewPr>
  </p:notesTextViewPr>
  <p:notesViewPr>
    <p:cSldViewPr snapToGrid="0">
      <p:cViewPr varScale="1">
        <p:scale>
          <a:sx n="52" d="100"/>
          <a:sy n="52" d="100"/>
        </p:scale>
        <p:origin x="2862"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13.fntdata"/></Relationships>
</file>

<file path=ppt/_rels/viewProps.xml.rels><?xml version="1.0" encoding="UTF-8" standalone="yes"?>
<Relationships xmlns="http://schemas.openxmlformats.org/package/2006/relationships"><Relationship Id="rId1"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鈴木 秀規" userId="f68c5fd9-22d5-4c0a-9833-7fb0f5135313" providerId="ADAL" clId="{B600404B-B4AC-BA48-ABCA-42DD293133BE}"/>
    <pc:docChg chg="undo custSel addSld delSld modSld sldOrd">
      <pc:chgData name="鈴木 秀規" userId="f68c5fd9-22d5-4c0a-9833-7fb0f5135313" providerId="ADAL" clId="{B600404B-B4AC-BA48-ABCA-42DD293133BE}" dt="2020-12-02T08:19:39.228" v="9351" actId="6549"/>
      <pc:docMkLst>
        <pc:docMk/>
      </pc:docMkLst>
      <pc:sldChg chg="addSp delSp modSp mod">
        <pc:chgData name="鈴木 秀規" userId="f68c5fd9-22d5-4c0a-9833-7fb0f5135313" providerId="ADAL" clId="{B600404B-B4AC-BA48-ABCA-42DD293133BE}" dt="2020-12-02T04:54:04.684" v="4077" actId="12"/>
        <pc:sldMkLst>
          <pc:docMk/>
          <pc:sldMk cId="510692425" sldId="259"/>
        </pc:sldMkLst>
        <pc:spChg chg="add mod">
          <ac:chgData name="鈴木 秀規" userId="f68c5fd9-22d5-4c0a-9833-7fb0f5135313" providerId="ADAL" clId="{B600404B-B4AC-BA48-ABCA-42DD293133BE}" dt="2020-12-02T02:23:27.049" v="1554" actId="14100"/>
          <ac:spMkLst>
            <pc:docMk/>
            <pc:sldMk cId="510692425" sldId="259"/>
            <ac:spMk id="2" creationId="{DC201A77-6CED-B64F-B3B1-47082D385545}"/>
          </ac:spMkLst>
        </pc:spChg>
        <pc:spChg chg="add del mod">
          <ac:chgData name="鈴木 秀規" userId="f68c5fd9-22d5-4c0a-9833-7fb0f5135313" providerId="ADAL" clId="{B600404B-B4AC-BA48-ABCA-42DD293133BE}" dt="2020-12-02T02:09:33.143" v="746" actId="478"/>
          <ac:spMkLst>
            <pc:docMk/>
            <pc:sldMk cId="510692425" sldId="259"/>
            <ac:spMk id="3" creationId="{CC3BEACF-542D-8D43-8EB6-E67A6836736E}"/>
          </ac:spMkLst>
        </pc:spChg>
        <pc:spChg chg="add mod">
          <ac:chgData name="鈴木 秀規" userId="f68c5fd9-22d5-4c0a-9833-7fb0f5135313" providerId="ADAL" clId="{B600404B-B4AC-BA48-ABCA-42DD293133BE}" dt="2020-12-02T02:11:22.858" v="766" actId="122"/>
          <ac:spMkLst>
            <pc:docMk/>
            <pc:sldMk cId="510692425" sldId="259"/>
            <ac:spMk id="4" creationId="{727D21BD-9F31-F24E-B765-050B498880B7}"/>
          </ac:spMkLst>
        </pc:spChg>
        <pc:spChg chg="mod">
          <ac:chgData name="鈴木 秀規" userId="f68c5fd9-22d5-4c0a-9833-7fb0f5135313" providerId="ADAL" clId="{B600404B-B4AC-BA48-ABCA-42DD293133BE}" dt="2020-12-02T01:49:22.837" v="702" actId="114"/>
          <ac:spMkLst>
            <pc:docMk/>
            <pc:sldMk cId="510692425" sldId="259"/>
            <ac:spMk id="7" creationId="{26125C28-3058-490D-92C2-94CB56CB505F}"/>
          </ac:spMkLst>
        </pc:spChg>
        <pc:spChg chg="add del mod">
          <ac:chgData name="鈴木 秀規" userId="f68c5fd9-22d5-4c0a-9833-7fb0f5135313" providerId="ADAL" clId="{B600404B-B4AC-BA48-ABCA-42DD293133BE}" dt="2020-12-02T04:54:04.684" v="4077" actId="12"/>
          <ac:spMkLst>
            <pc:docMk/>
            <pc:sldMk cId="510692425" sldId="259"/>
            <ac:spMk id="9" creationId="{14E1B7D8-B324-1D47-BB93-2B20562C44B8}"/>
          </ac:spMkLst>
        </pc:spChg>
        <pc:spChg chg="mod">
          <ac:chgData name="鈴木 秀規" userId="f68c5fd9-22d5-4c0a-9833-7fb0f5135313" providerId="ADAL" clId="{B600404B-B4AC-BA48-ABCA-42DD293133BE}" dt="2020-12-02T02:28:29.305" v="1762" actId="14100"/>
          <ac:spMkLst>
            <pc:docMk/>
            <pc:sldMk cId="510692425" sldId="259"/>
            <ac:spMk id="10" creationId="{3E5F57E8-1388-43AE-8DB4-00724FCD3EB3}"/>
          </ac:spMkLst>
        </pc:spChg>
        <pc:spChg chg="add del mod">
          <ac:chgData name="鈴木 秀規" userId="f68c5fd9-22d5-4c0a-9833-7fb0f5135313" providerId="ADAL" clId="{B600404B-B4AC-BA48-ABCA-42DD293133BE}" dt="2020-12-02T04:27:55.213" v="2673" actId="478"/>
          <ac:spMkLst>
            <pc:docMk/>
            <pc:sldMk cId="510692425" sldId="259"/>
            <ac:spMk id="11" creationId="{E2E00357-82C8-894B-AEA7-3E016C1C75A3}"/>
          </ac:spMkLst>
        </pc:spChg>
        <pc:spChg chg="add del mod">
          <ac:chgData name="鈴木 秀規" userId="f68c5fd9-22d5-4c0a-9833-7fb0f5135313" providerId="ADAL" clId="{B600404B-B4AC-BA48-ABCA-42DD293133BE}" dt="2020-12-02T02:29:58.865" v="1775" actId="478"/>
          <ac:spMkLst>
            <pc:docMk/>
            <pc:sldMk cId="510692425" sldId="259"/>
            <ac:spMk id="12" creationId="{AA4BC16F-B774-2548-9D76-CEAC3ACF35C6}"/>
          </ac:spMkLst>
        </pc:spChg>
        <pc:spChg chg="add del mod">
          <ac:chgData name="鈴木 秀規" userId="f68c5fd9-22d5-4c0a-9833-7fb0f5135313" providerId="ADAL" clId="{B600404B-B4AC-BA48-ABCA-42DD293133BE}" dt="2020-12-02T04:27:55.213" v="2673" actId="478"/>
          <ac:spMkLst>
            <pc:docMk/>
            <pc:sldMk cId="510692425" sldId="259"/>
            <ac:spMk id="13" creationId="{B973EC8C-CE64-954A-8E60-CEA7F2605A1C}"/>
          </ac:spMkLst>
        </pc:spChg>
        <pc:spChg chg="add del mod">
          <ac:chgData name="鈴木 秀規" userId="f68c5fd9-22d5-4c0a-9833-7fb0f5135313" providerId="ADAL" clId="{B600404B-B4AC-BA48-ABCA-42DD293133BE}" dt="2020-12-02T04:27:55.213" v="2673" actId="478"/>
          <ac:spMkLst>
            <pc:docMk/>
            <pc:sldMk cId="510692425" sldId="259"/>
            <ac:spMk id="14" creationId="{3CA950C9-C4F5-7543-BD2D-DFCE2F576188}"/>
          </ac:spMkLst>
        </pc:spChg>
        <pc:spChg chg="add del mod">
          <ac:chgData name="鈴木 秀規" userId="f68c5fd9-22d5-4c0a-9833-7fb0f5135313" providerId="ADAL" clId="{B600404B-B4AC-BA48-ABCA-42DD293133BE}" dt="2020-12-02T04:27:55.213" v="2673" actId="478"/>
          <ac:spMkLst>
            <pc:docMk/>
            <pc:sldMk cId="510692425" sldId="259"/>
            <ac:spMk id="15" creationId="{ED5AD4F3-B985-664A-86AC-B10F1F90B886}"/>
          </ac:spMkLst>
        </pc:spChg>
        <pc:spChg chg="add mod">
          <ac:chgData name="鈴木 秀規" userId="f68c5fd9-22d5-4c0a-9833-7fb0f5135313" providerId="ADAL" clId="{B600404B-B4AC-BA48-ABCA-42DD293133BE}" dt="2020-12-02T04:28:23.990" v="2714" actId="20577"/>
          <ac:spMkLst>
            <pc:docMk/>
            <pc:sldMk cId="510692425" sldId="259"/>
            <ac:spMk id="16" creationId="{15D20A36-4487-7441-AAC0-662645AC7C25}"/>
          </ac:spMkLst>
        </pc:spChg>
        <pc:grpChg chg="add">
          <ac:chgData name="鈴木 秀規" userId="f68c5fd9-22d5-4c0a-9833-7fb0f5135313" providerId="ADAL" clId="{B600404B-B4AC-BA48-ABCA-42DD293133BE}" dt="2020-12-02T02:13:59.325" v="791" actId="164"/>
          <ac:grpSpMkLst>
            <pc:docMk/>
            <pc:sldMk cId="510692425" sldId="259"/>
            <ac:grpSpMk id="8" creationId="{6ADB31C3-0BE2-AE4F-A979-FDA1F14C8FD1}"/>
          </ac:grpSpMkLst>
        </pc:grpChg>
      </pc:sldChg>
      <pc:sldChg chg="addSp delSp modSp mod modClrScheme chgLayout">
        <pc:chgData name="鈴木 秀規" userId="f68c5fd9-22d5-4c0a-9833-7fb0f5135313" providerId="ADAL" clId="{B600404B-B4AC-BA48-ABCA-42DD293133BE}" dt="2020-12-02T05:50:50.043" v="6319" actId="20577"/>
        <pc:sldMkLst>
          <pc:docMk/>
          <pc:sldMk cId="1511176286" sldId="261"/>
        </pc:sldMkLst>
        <pc:spChg chg="add mod ord">
          <ac:chgData name="鈴木 秀規" userId="f68c5fd9-22d5-4c0a-9833-7fb0f5135313" providerId="ADAL" clId="{B600404B-B4AC-BA48-ABCA-42DD293133BE}" dt="2020-12-02T05:50:50.043" v="6319" actId="20577"/>
          <ac:spMkLst>
            <pc:docMk/>
            <pc:sldMk cId="1511176286" sldId="261"/>
            <ac:spMk id="3" creationId="{0B12D7F3-A5C2-B94D-B5AC-293A43E6E105}"/>
          </ac:spMkLst>
        </pc:spChg>
        <pc:spChg chg="add del mod ord">
          <ac:chgData name="鈴木 秀規" userId="f68c5fd9-22d5-4c0a-9833-7fb0f5135313" providerId="ADAL" clId="{B600404B-B4AC-BA48-ABCA-42DD293133BE}" dt="2020-12-02T04:14:35.860" v="2005" actId="478"/>
          <ac:spMkLst>
            <pc:docMk/>
            <pc:sldMk cId="1511176286" sldId="261"/>
            <ac:spMk id="4" creationId="{E852CDE0-AA4B-314A-B85C-A782B80C00D9}"/>
          </ac:spMkLst>
        </pc:spChg>
        <pc:spChg chg="mod ord">
          <ac:chgData name="鈴木 秀規" userId="f68c5fd9-22d5-4c0a-9833-7fb0f5135313" providerId="ADAL" clId="{B600404B-B4AC-BA48-ABCA-42DD293133BE}" dt="2020-12-02T04:20:15.484" v="2178" actId="6264"/>
          <ac:spMkLst>
            <pc:docMk/>
            <pc:sldMk cId="1511176286" sldId="261"/>
            <ac:spMk id="5" creationId="{A3029779-EAC3-4C79-8D54-6C50A59BB25F}"/>
          </ac:spMkLst>
        </pc:spChg>
        <pc:spChg chg="mod ord">
          <ac:chgData name="鈴木 秀規" userId="f68c5fd9-22d5-4c0a-9833-7fb0f5135313" providerId="ADAL" clId="{B600404B-B4AC-BA48-ABCA-42DD293133BE}" dt="2020-12-02T04:20:15.484" v="2178" actId="6264"/>
          <ac:spMkLst>
            <pc:docMk/>
            <pc:sldMk cId="1511176286" sldId="261"/>
            <ac:spMk id="6" creationId="{93CAF3DF-C091-49F3-9A99-6DC437D36896}"/>
          </ac:spMkLst>
        </pc:spChg>
        <pc:spChg chg="mod ord">
          <ac:chgData name="鈴木 秀規" userId="f68c5fd9-22d5-4c0a-9833-7fb0f5135313" providerId="ADAL" clId="{B600404B-B4AC-BA48-ABCA-42DD293133BE}" dt="2020-12-02T05:50:12.152" v="6260" actId="114"/>
          <ac:spMkLst>
            <pc:docMk/>
            <pc:sldMk cId="1511176286" sldId="261"/>
            <ac:spMk id="7" creationId="{26125C28-3058-490D-92C2-94CB56CB505F}"/>
          </ac:spMkLst>
        </pc:spChg>
        <pc:spChg chg="add del mod ord">
          <ac:chgData name="鈴木 秀規" userId="f68c5fd9-22d5-4c0a-9833-7fb0f5135313" providerId="ADAL" clId="{B600404B-B4AC-BA48-ABCA-42DD293133BE}" dt="2020-12-02T04:18:39.054" v="2164" actId="6264"/>
          <ac:spMkLst>
            <pc:docMk/>
            <pc:sldMk cId="1511176286" sldId="261"/>
            <ac:spMk id="9" creationId="{C3192905-400E-EF41-AE20-89458CD96150}"/>
          </ac:spMkLst>
        </pc:spChg>
        <pc:spChg chg="del mod">
          <ac:chgData name="鈴木 秀規" userId="f68c5fd9-22d5-4c0a-9833-7fb0f5135313" providerId="ADAL" clId="{B600404B-B4AC-BA48-ABCA-42DD293133BE}" dt="2020-12-02T04:08:41.396" v="1831" actId="700"/>
          <ac:spMkLst>
            <pc:docMk/>
            <pc:sldMk cId="1511176286" sldId="261"/>
            <ac:spMk id="10" creationId="{3E5F57E8-1388-43AE-8DB4-00724FCD3EB3}"/>
          </ac:spMkLst>
        </pc:spChg>
        <pc:spChg chg="add del mod">
          <ac:chgData name="鈴木 秀規" userId="f68c5fd9-22d5-4c0a-9833-7fb0f5135313" providerId="ADAL" clId="{B600404B-B4AC-BA48-ABCA-42DD293133BE}" dt="2020-12-02T04:18:39.054" v="2164" actId="6264"/>
          <ac:spMkLst>
            <pc:docMk/>
            <pc:sldMk cId="1511176286" sldId="261"/>
            <ac:spMk id="11" creationId="{F5A7CD29-DF2C-2649-8D6C-D9CD9FFF89EE}"/>
          </ac:spMkLst>
        </pc:spChg>
        <pc:spChg chg="add del mod">
          <ac:chgData name="鈴木 秀規" userId="f68c5fd9-22d5-4c0a-9833-7fb0f5135313" providerId="ADAL" clId="{B600404B-B4AC-BA48-ABCA-42DD293133BE}" dt="2020-12-02T04:18:39.054" v="2164" actId="6264"/>
          <ac:spMkLst>
            <pc:docMk/>
            <pc:sldMk cId="1511176286" sldId="261"/>
            <ac:spMk id="12" creationId="{00BB7E62-BEF6-014D-B3C4-5CD6A5EF82A6}"/>
          </ac:spMkLst>
        </pc:spChg>
        <pc:spChg chg="add del mod">
          <ac:chgData name="鈴木 秀規" userId="f68c5fd9-22d5-4c0a-9833-7fb0f5135313" providerId="ADAL" clId="{B600404B-B4AC-BA48-ABCA-42DD293133BE}" dt="2020-12-02T04:18:39.054" v="2164" actId="6264"/>
          <ac:spMkLst>
            <pc:docMk/>
            <pc:sldMk cId="1511176286" sldId="261"/>
            <ac:spMk id="13" creationId="{CC291E27-F70F-4A45-B050-7EDC3A665555}"/>
          </ac:spMkLst>
        </pc:spChg>
        <pc:spChg chg="add del mod">
          <ac:chgData name="鈴木 秀規" userId="f68c5fd9-22d5-4c0a-9833-7fb0f5135313" providerId="ADAL" clId="{B600404B-B4AC-BA48-ABCA-42DD293133BE}" dt="2020-12-02T04:18:39.054" v="2164" actId="6264"/>
          <ac:spMkLst>
            <pc:docMk/>
            <pc:sldMk cId="1511176286" sldId="261"/>
            <ac:spMk id="14" creationId="{904467C0-5C51-654B-BEBF-953CC27972D7}"/>
          </ac:spMkLst>
        </pc:spChg>
        <pc:spChg chg="add del mod ord">
          <ac:chgData name="鈴木 秀規" userId="f68c5fd9-22d5-4c0a-9833-7fb0f5135313" providerId="ADAL" clId="{B600404B-B4AC-BA48-ABCA-42DD293133BE}" dt="2020-12-02T04:18:51.543" v="2165" actId="700"/>
          <ac:spMkLst>
            <pc:docMk/>
            <pc:sldMk cId="1511176286" sldId="261"/>
            <ac:spMk id="15" creationId="{EC25E2CB-2FED-5943-9A3F-BD1999E6F085}"/>
          </ac:spMkLst>
        </pc:spChg>
        <pc:spChg chg="add mod">
          <ac:chgData name="鈴木 秀規" userId="f68c5fd9-22d5-4c0a-9833-7fb0f5135313" providerId="ADAL" clId="{B600404B-B4AC-BA48-ABCA-42DD293133BE}" dt="2020-12-02T04:20:06.076" v="2176" actId="242"/>
          <ac:spMkLst>
            <pc:docMk/>
            <pc:sldMk cId="1511176286" sldId="261"/>
            <ac:spMk id="16" creationId="{3D3083A4-EDBD-F44F-B749-8C32843AE7E8}"/>
          </ac:spMkLst>
        </pc:spChg>
        <pc:spChg chg="add del mod">
          <ac:chgData name="鈴木 秀規" userId="f68c5fd9-22d5-4c0a-9833-7fb0f5135313" providerId="ADAL" clId="{B600404B-B4AC-BA48-ABCA-42DD293133BE}" dt="2020-12-02T04:20:15.484" v="2178" actId="6264"/>
          <ac:spMkLst>
            <pc:docMk/>
            <pc:sldMk cId="1511176286" sldId="261"/>
            <ac:spMk id="17" creationId="{B7EEAD20-B52E-C84D-BA41-A4B13D35618D}"/>
          </ac:spMkLst>
        </pc:spChg>
        <pc:spChg chg="add del mod">
          <ac:chgData name="鈴木 秀規" userId="f68c5fd9-22d5-4c0a-9833-7fb0f5135313" providerId="ADAL" clId="{B600404B-B4AC-BA48-ABCA-42DD293133BE}" dt="2020-12-02T04:20:15.484" v="2178" actId="6264"/>
          <ac:spMkLst>
            <pc:docMk/>
            <pc:sldMk cId="1511176286" sldId="261"/>
            <ac:spMk id="18" creationId="{40B8B8CE-4432-2546-8F34-537F5F02040C}"/>
          </ac:spMkLst>
        </pc:spChg>
        <pc:spChg chg="add del mod">
          <ac:chgData name="鈴木 秀規" userId="f68c5fd9-22d5-4c0a-9833-7fb0f5135313" providerId="ADAL" clId="{B600404B-B4AC-BA48-ABCA-42DD293133BE}" dt="2020-12-02T04:20:15.484" v="2178" actId="6264"/>
          <ac:spMkLst>
            <pc:docMk/>
            <pc:sldMk cId="1511176286" sldId="261"/>
            <ac:spMk id="19" creationId="{43D5AFBE-3129-1040-8963-822EAB0C5BD8}"/>
          </ac:spMkLst>
        </pc:spChg>
        <pc:spChg chg="add del mod">
          <ac:chgData name="鈴木 秀規" userId="f68c5fd9-22d5-4c0a-9833-7fb0f5135313" providerId="ADAL" clId="{B600404B-B4AC-BA48-ABCA-42DD293133BE}" dt="2020-12-02T04:20:15.484" v="2178" actId="6264"/>
          <ac:spMkLst>
            <pc:docMk/>
            <pc:sldMk cId="1511176286" sldId="261"/>
            <ac:spMk id="20" creationId="{2F0831C7-3517-C74B-BAB4-5369133A2678}"/>
          </ac:spMkLst>
        </pc:spChg>
        <pc:graphicFrameChg chg="add del mod modGraphic">
          <ac:chgData name="鈴木 秀規" userId="f68c5fd9-22d5-4c0a-9833-7fb0f5135313" providerId="ADAL" clId="{B600404B-B4AC-BA48-ABCA-42DD293133BE}" dt="2020-12-02T04:13:51.067" v="1969" actId="478"/>
          <ac:graphicFrameMkLst>
            <pc:docMk/>
            <pc:sldMk cId="1511176286" sldId="261"/>
            <ac:graphicFrameMk id="2" creationId="{498EC15B-77CB-D94B-ABA0-F0F409B243C6}"/>
          </ac:graphicFrameMkLst>
        </pc:graphicFrameChg>
        <pc:graphicFrameChg chg="add mod modGraphic">
          <ac:chgData name="鈴木 秀規" userId="f68c5fd9-22d5-4c0a-9833-7fb0f5135313" providerId="ADAL" clId="{B600404B-B4AC-BA48-ABCA-42DD293133BE}" dt="2020-12-02T04:42:16.648" v="3412" actId="20577"/>
          <ac:graphicFrameMkLst>
            <pc:docMk/>
            <pc:sldMk cId="1511176286" sldId="261"/>
            <ac:graphicFrameMk id="8" creationId="{2E59ED26-9DC1-6D41-B485-712238FCF173}"/>
          </ac:graphicFrameMkLst>
        </pc:graphicFrameChg>
      </pc:sldChg>
      <pc:sldChg chg="del">
        <pc:chgData name="鈴木 秀規" userId="f68c5fd9-22d5-4c0a-9833-7fb0f5135313" providerId="ADAL" clId="{B600404B-B4AC-BA48-ABCA-42DD293133BE}" dt="2020-12-02T04:27:42.306" v="2672" actId="2696"/>
        <pc:sldMkLst>
          <pc:docMk/>
          <pc:sldMk cId="1713214288" sldId="262"/>
        </pc:sldMkLst>
      </pc:sldChg>
      <pc:sldChg chg="del">
        <pc:chgData name="鈴木 秀規" userId="f68c5fd9-22d5-4c0a-9833-7fb0f5135313" providerId="ADAL" clId="{B600404B-B4AC-BA48-ABCA-42DD293133BE}" dt="2020-12-02T04:27:42.306" v="2672" actId="2696"/>
        <pc:sldMkLst>
          <pc:docMk/>
          <pc:sldMk cId="254834012" sldId="263"/>
        </pc:sldMkLst>
      </pc:sldChg>
      <pc:sldChg chg="del">
        <pc:chgData name="鈴木 秀規" userId="f68c5fd9-22d5-4c0a-9833-7fb0f5135313" providerId="ADAL" clId="{B600404B-B4AC-BA48-ABCA-42DD293133BE}" dt="2020-12-02T04:27:42.306" v="2672" actId="2696"/>
        <pc:sldMkLst>
          <pc:docMk/>
          <pc:sldMk cId="1099120957" sldId="264"/>
        </pc:sldMkLst>
      </pc:sldChg>
      <pc:sldChg chg="del">
        <pc:chgData name="鈴木 秀規" userId="f68c5fd9-22d5-4c0a-9833-7fb0f5135313" providerId="ADAL" clId="{B600404B-B4AC-BA48-ABCA-42DD293133BE}" dt="2020-12-02T04:27:42.306" v="2672" actId="2696"/>
        <pc:sldMkLst>
          <pc:docMk/>
          <pc:sldMk cId="1314233390" sldId="265"/>
        </pc:sldMkLst>
      </pc:sldChg>
      <pc:sldChg chg="del">
        <pc:chgData name="鈴木 秀規" userId="f68c5fd9-22d5-4c0a-9833-7fb0f5135313" providerId="ADAL" clId="{B600404B-B4AC-BA48-ABCA-42DD293133BE}" dt="2020-12-02T04:27:42.306" v="2672" actId="2696"/>
        <pc:sldMkLst>
          <pc:docMk/>
          <pc:sldMk cId="1172273642" sldId="266"/>
        </pc:sldMkLst>
      </pc:sldChg>
      <pc:sldChg chg="del">
        <pc:chgData name="鈴木 秀規" userId="f68c5fd9-22d5-4c0a-9833-7fb0f5135313" providerId="ADAL" clId="{B600404B-B4AC-BA48-ABCA-42DD293133BE}" dt="2020-12-02T04:27:42.306" v="2672" actId="2696"/>
        <pc:sldMkLst>
          <pc:docMk/>
          <pc:sldMk cId="3121341803" sldId="268"/>
        </pc:sldMkLst>
      </pc:sldChg>
      <pc:sldChg chg="del">
        <pc:chgData name="鈴木 秀規" userId="f68c5fd9-22d5-4c0a-9833-7fb0f5135313" providerId="ADAL" clId="{B600404B-B4AC-BA48-ABCA-42DD293133BE}" dt="2020-12-02T04:27:42.306" v="2672" actId="2696"/>
        <pc:sldMkLst>
          <pc:docMk/>
          <pc:sldMk cId="3266701290" sldId="270"/>
        </pc:sldMkLst>
      </pc:sldChg>
      <pc:sldChg chg="del">
        <pc:chgData name="鈴木 秀規" userId="f68c5fd9-22d5-4c0a-9833-7fb0f5135313" providerId="ADAL" clId="{B600404B-B4AC-BA48-ABCA-42DD293133BE}" dt="2020-12-02T04:27:42.306" v="2672" actId="2696"/>
        <pc:sldMkLst>
          <pc:docMk/>
          <pc:sldMk cId="3345440256" sldId="271"/>
        </pc:sldMkLst>
      </pc:sldChg>
      <pc:sldChg chg="del">
        <pc:chgData name="鈴木 秀規" userId="f68c5fd9-22d5-4c0a-9833-7fb0f5135313" providerId="ADAL" clId="{B600404B-B4AC-BA48-ABCA-42DD293133BE}" dt="2020-12-02T04:27:42.306" v="2672" actId="2696"/>
        <pc:sldMkLst>
          <pc:docMk/>
          <pc:sldMk cId="1062431507" sldId="272"/>
        </pc:sldMkLst>
      </pc:sldChg>
      <pc:sldChg chg="del">
        <pc:chgData name="鈴木 秀規" userId="f68c5fd9-22d5-4c0a-9833-7fb0f5135313" providerId="ADAL" clId="{B600404B-B4AC-BA48-ABCA-42DD293133BE}" dt="2020-12-02T04:27:42.306" v="2672" actId="2696"/>
        <pc:sldMkLst>
          <pc:docMk/>
          <pc:sldMk cId="321865084" sldId="274"/>
        </pc:sldMkLst>
      </pc:sldChg>
      <pc:sldChg chg="del">
        <pc:chgData name="鈴木 秀規" userId="f68c5fd9-22d5-4c0a-9833-7fb0f5135313" providerId="ADAL" clId="{B600404B-B4AC-BA48-ABCA-42DD293133BE}" dt="2020-12-02T04:27:42.306" v="2672" actId="2696"/>
        <pc:sldMkLst>
          <pc:docMk/>
          <pc:sldMk cId="1750612290" sldId="275"/>
        </pc:sldMkLst>
      </pc:sldChg>
      <pc:sldChg chg="del">
        <pc:chgData name="鈴木 秀規" userId="f68c5fd9-22d5-4c0a-9833-7fb0f5135313" providerId="ADAL" clId="{B600404B-B4AC-BA48-ABCA-42DD293133BE}" dt="2020-12-02T04:27:42.306" v="2672" actId="2696"/>
        <pc:sldMkLst>
          <pc:docMk/>
          <pc:sldMk cId="2863491344" sldId="276"/>
        </pc:sldMkLst>
      </pc:sldChg>
      <pc:sldChg chg="modSp del mod">
        <pc:chgData name="鈴木 秀規" userId="f68c5fd9-22d5-4c0a-9833-7fb0f5135313" providerId="ADAL" clId="{B600404B-B4AC-BA48-ABCA-42DD293133BE}" dt="2020-12-02T01:48:28.078" v="628" actId="2696"/>
        <pc:sldMkLst>
          <pc:docMk/>
          <pc:sldMk cId="1678292941" sldId="359"/>
        </pc:sldMkLst>
        <pc:spChg chg="mod">
          <ac:chgData name="鈴木 秀規" userId="f68c5fd9-22d5-4c0a-9833-7fb0f5135313" providerId="ADAL" clId="{B600404B-B4AC-BA48-ABCA-42DD293133BE}" dt="2020-12-02T01:41:11.197" v="113" actId="20577"/>
          <ac:spMkLst>
            <pc:docMk/>
            <pc:sldMk cId="1678292941" sldId="359"/>
            <ac:spMk id="5" creationId="{9FB73B72-EC40-4233-BAB1-83ECFE5A4DD1}"/>
          </ac:spMkLst>
        </pc:spChg>
      </pc:sldChg>
      <pc:sldChg chg="modSp mod">
        <pc:chgData name="鈴木 秀規" userId="f68c5fd9-22d5-4c0a-9833-7fb0f5135313" providerId="ADAL" clId="{B600404B-B4AC-BA48-ABCA-42DD293133BE}" dt="2020-12-02T01:48:09.543" v="626" actId="20577"/>
        <pc:sldMkLst>
          <pc:docMk/>
          <pc:sldMk cId="1668843990" sldId="360"/>
        </pc:sldMkLst>
        <pc:spChg chg="mod">
          <ac:chgData name="鈴木 秀規" userId="f68c5fd9-22d5-4c0a-9833-7fb0f5135313" providerId="ADAL" clId="{B600404B-B4AC-BA48-ABCA-42DD293133BE}" dt="2020-12-02T01:45:44.912" v="351" actId="20577"/>
          <ac:spMkLst>
            <pc:docMk/>
            <pc:sldMk cId="1668843990" sldId="360"/>
            <ac:spMk id="6" creationId="{296F413B-E489-4470-92CF-59B185034A28}"/>
          </ac:spMkLst>
        </pc:spChg>
        <pc:spChg chg="mod">
          <ac:chgData name="鈴木 秀規" userId="f68c5fd9-22d5-4c0a-9833-7fb0f5135313" providerId="ADAL" clId="{B600404B-B4AC-BA48-ABCA-42DD293133BE}" dt="2020-12-02T01:48:09.543" v="626" actId="20577"/>
          <ac:spMkLst>
            <pc:docMk/>
            <pc:sldMk cId="1668843990" sldId="360"/>
            <ac:spMk id="9" creationId="{A4832727-EA7F-44D6-A9F2-E4AE0246960A}"/>
          </ac:spMkLst>
        </pc:spChg>
      </pc:sldChg>
      <pc:sldChg chg="modSp mod">
        <pc:chgData name="鈴木 秀規" userId="f68c5fd9-22d5-4c0a-9833-7fb0f5135313" providerId="ADAL" clId="{B600404B-B4AC-BA48-ABCA-42DD293133BE}" dt="2020-12-02T01:48:17.333" v="627" actId="5793"/>
        <pc:sldMkLst>
          <pc:docMk/>
          <pc:sldMk cId="267129399" sldId="361"/>
        </pc:sldMkLst>
        <pc:spChg chg="mod">
          <ac:chgData name="鈴木 秀規" userId="f68c5fd9-22d5-4c0a-9833-7fb0f5135313" providerId="ADAL" clId="{B600404B-B4AC-BA48-ABCA-42DD293133BE}" dt="2020-12-02T01:45:36.756" v="348" actId="20577"/>
          <ac:spMkLst>
            <pc:docMk/>
            <pc:sldMk cId="267129399" sldId="361"/>
            <ac:spMk id="3" creationId="{AA9BFD7B-04B5-49CD-8E91-4AC76C8C681F}"/>
          </ac:spMkLst>
        </pc:spChg>
        <pc:spChg chg="mod">
          <ac:chgData name="鈴木 秀規" userId="f68c5fd9-22d5-4c0a-9833-7fb0f5135313" providerId="ADAL" clId="{B600404B-B4AC-BA48-ABCA-42DD293133BE}" dt="2020-12-02T01:48:17.333" v="627" actId="5793"/>
          <ac:spMkLst>
            <pc:docMk/>
            <pc:sldMk cId="267129399" sldId="361"/>
            <ac:spMk id="6" creationId="{D0F3BEAC-A5EA-4EE4-95C7-0AEC1107FD29}"/>
          </ac:spMkLst>
        </pc:spChg>
      </pc:sldChg>
      <pc:sldChg chg="addSp delSp modSp new mod chgLayout">
        <pc:chgData name="鈴木 秀規" userId="f68c5fd9-22d5-4c0a-9833-7fb0f5135313" providerId="ADAL" clId="{B600404B-B4AC-BA48-ABCA-42DD293133BE}" dt="2020-12-02T05:24:56.732" v="4844" actId="14734"/>
        <pc:sldMkLst>
          <pc:docMk/>
          <pc:sldMk cId="2503862587" sldId="362"/>
        </pc:sldMkLst>
        <pc:spChg chg="mod ord">
          <ac:chgData name="鈴木 秀規" userId="f68c5fd9-22d5-4c0a-9833-7fb0f5135313" providerId="ADAL" clId="{B600404B-B4AC-BA48-ABCA-42DD293133BE}" dt="2020-12-02T04:33:42.301" v="2887" actId="700"/>
          <ac:spMkLst>
            <pc:docMk/>
            <pc:sldMk cId="2503862587" sldId="362"/>
            <ac:spMk id="2" creationId="{6E4694B3-F66C-2C42-ABF3-667F907DA0DD}"/>
          </ac:spMkLst>
        </pc:spChg>
        <pc:spChg chg="mod ord">
          <ac:chgData name="鈴木 秀規" userId="f68c5fd9-22d5-4c0a-9833-7fb0f5135313" providerId="ADAL" clId="{B600404B-B4AC-BA48-ABCA-42DD293133BE}" dt="2020-12-02T05:09:53.477" v="4274" actId="20577"/>
          <ac:spMkLst>
            <pc:docMk/>
            <pc:sldMk cId="2503862587" sldId="362"/>
            <ac:spMk id="3" creationId="{0AA7DF0E-6130-4E46-AE0F-FC0B82015E51}"/>
          </ac:spMkLst>
        </pc:spChg>
        <pc:spChg chg="mod ord">
          <ac:chgData name="鈴木 秀規" userId="f68c5fd9-22d5-4c0a-9833-7fb0f5135313" providerId="ADAL" clId="{B600404B-B4AC-BA48-ABCA-42DD293133BE}" dt="2020-12-02T04:33:42.301" v="2887" actId="700"/>
          <ac:spMkLst>
            <pc:docMk/>
            <pc:sldMk cId="2503862587" sldId="362"/>
            <ac:spMk id="4" creationId="{D9FB1868-09BC-2B48-A261-614253F308F0}"/>
          </ac:spMkLst>
        </pc:spChg>
        <pc:spChg chg="del">
          <ac:chgData name="鈴木 秀規" userId="f68c5fd9-22d5-4c0a-9833-7fb0f5135313" providerId="ADAL" clId="{B600404B-B4AC-BA48-ABCA-42DD293133BE}" dt="2020-12-02T04:33:42.301" v="2887" actId="700"/>
          <ac:spMkLst>
            <pc:docMk/>
            <pc:sldMk cId="2503862587" sldId="362"/>
            <ac:spMk id="5" creationId="{EC071710-D4A1-D947-8F95-B8885D252A75}"/>
          </ac:spMkLst>
        </pc:spChg>
        <pc:spChg chg="add mod ord">
          <ac:chgData name="鈴木 秀規" userId="f68c5fd9-22d5-4c0a-9833-7fb0f5135313" providerId="ADAL" clId="{B600404B-B4AC-BA48-ABCA-42DD293133BE}" dt="2020-12-02T05:16:01.006" v="4537" actId="14100"/>
          <ac:spMkLst>
            <pc:docMk/>
            <pc:sldMk cId="2503862587" sldId="362"/>
            <ac:spMk id="6" creationId="{A4890558-85D0-1F40-B0C3-667A893B0352}"/>
          </ac:spMkLst>
        </pc:spChg>
        <pc:graphicFrameChg chg="add mod modGraphic">
          <ac:chgData name="鈴木 秀規" userId="f68c5fd9-22d5-4c0a-9833-7fb0f5135313" providerId="ADAL" clId="{B600404B-B4AC-BA48-ABCA-42DD293133BE}" dt="2020-12-02T05:24:56.732" v="4844" actId="14734"/>
          <ac:graphicFrameMkLst>
            <pc:docMk/>
            <pc:sldMk cId="2503862587" sldId="362"/>
            <ac:graphicFrameMk id="7" creationId="{4A74ACCC-FCC6-6B42-8E3E-348AE8E67A5C}"/>
          </ac:graphicFrameMkLst>
        </pc:graphicFrameChg>
      </pc:sldChg>
      <pc:sldChg chg="delSp modSp add mod ord">
        <pc:chgData name="鈴木 秀規" userId="f68c5fd9-22d5-4c0a-9833-7fb0f5135313" providerId="ADAL" clId="{B600404B-B4AC-BA48-ABCA-42DD293133BE}" dt="2020-12-02T05:51:40.506" v="6349" actId="114"/>
        <pc:sldMkLst>
          <pc:docMk/>
          <pc:sldMk cId="4089106883" sldId="363"/>
        </pc:sldMkLst>
        <pc:spChg chg="mod">
          <ac:chgData name="鈴木 秀規" userId="f68c5fd9-22d5-4c0a-9833-7fb0f5135313" providerId="ADAL" clId="{B600404B-B4AC-BA48-ABCA-42DD293133BE}" dt="2020-12-02T04:53:21.389" v="4074" actId="14100"/>
          <ac:spMkLst>
            <pc:docMk/>
            <pc:sldMk cId="4089106883" sldId="363"/>
            <ac:spMk id="2" creationId="{DC201A77-6CED-B64F-B3B1-47082D385545}"/>
          </ac:spMkLst>
        </pc:spChg>
        <pc:spChg chg="mod">
          <ac:chgData name="鈴木 秀規" userId="f68c5fd9-22d5-4c0a-9833-7fb0f5135313" providerId="ADAL" clId="{B600404B-B4AC-BA48-ABCA-42DD293133BE}" dt="2020-12-02T05:51:40.506" v="6349" actId="114"/>
          <ac:spMkLst>
            <pc:docMk/>
            <pc:sldMk cId="4089106883" sldId="363"/>
            <ac:spMk id="7" creationId="{26125C28-3058-490D-92C2-94CB56CB505F}"/>
          </ac:spMkLst>
        </pc:spChg>
        <pc:spChg chg="mod">
          <ac:chgData name="鈴木 秀規" userId="f68c5fd9-22d5-4c0a-9833-7fb0f5135313" providerId="ADAL" clId="{B600404B-B4AC-BA48-ABCA-42DD293133BE}" dt="2020-12-02T04:53:17.495" v="4073" actId="14100"/>
          <ac:spMkLst>
            <pc:docMk/>
            <pc:sldMk cId="4089106883" sldId="363"/>
            <ac:spMk id="9" creationId="{14E1B7D8-B324-1D47-BB93-2B20562C44B8}"/>
          </ac:spMkLst>
        </pc:spChg>
        <pc:spChg chg="mod">
          <ac:chgData name="鈴木 秀規" userId="f68c5fd9-22d5-4c0a-9833-7fb0f5135313" providerId="ADAL" clId="{B600404B-B4AC-BA48-ABCA-42DD293133BE}" dt="2020-12-02T05:26:43.906" v="5049" actId="20577"/>
          <ac:spMkLst>
            <pc:docMk/>
            <pc:sldMk cId="4089106883" sldId="363"/>
            <ac:spMk id="10" creationId="{3E5F57E8-1388-43AE-8DB4-00724FCD3EB3}"/>
          </ac:spMkLst>
        </pc:spChg>
        <pc:spChg chg="del">
          <ac:chgData name="鈴木 秀規" userId="f68c5fd9-22d5-4c0a-9833-7fb0f5135313" providerId="ADAL" clId="{B600404B-B4AC-BA48-ABCA-42DD293133BE}" dt="2020-12-02T04:39:08.472" v="3216" actId="478"/>
          <ac:spMkLst>
            <pc:docMk/>
            <pc:sldMk cId="4089106883" sldId="363"/>
            <ac:spMk id="16" creationId="{15D20A36-4487-7441-AAC0-662645AC7C25}"/>
          </ac:spMkLst>
        </pc:spChg>
      </pc:sldChg>
      <pc:sldChg chg="modSp new mod">
        <pc:chgData name="鈴木 秀規" userId="f68c5fd9-22d5-4c0a-9833-7fb0f5135313" providerId="ADAL" clId="{B600404B-B4AC-BA48-ABCA-42DD293133BE}" dt="2020-12-02T07:35:57.521" v="8283" actId="20577"/>
        <pc:sldMkLst>
          <pc:docMk/>
          <pc:sldMk cId="3893490019" sldId="364"/>
        </pc:sldMkLst>
        <pc:spChg chg="mod">
          <ac:chgData name="鈴木 秀規" userId="f68c5fd9-22d5-4c0a-9833-7fb0f5135313" providerId="ADAL" clId="{B600404B-B4AC-BA48-ABCA-42DD293133BE}" dt="2020-12-02T05:28:00.095" v="5105" actId="20577"/>
          <ac:spMkLst>
            <pc:docMk/>
            <pc:sldMk cId="3893490019" sldId="364"/>
            <ac:spMk id="3" creationId="{3A3F26A6-F565-3340-BD2E-EB9E7892240E}"/>
          </ac:spMkLst>
        </pc:spChg>
        <pc:spChg chg="mod">
          <ac:chgData name="鈴木 秀規" userId="f68c5fd9-22d5-4c0a-9833-7fb0f5135313" providerId="ADAL" clId="{B600404B-B4AC-BA48-ABCA-42DD293133BE}" dt="2020-12-02T07:35:57.521" v="8283" actId="20577"/>
          <ac:spMkLst>
            <pc:docMk/>
            <pc:sldMk cId="3893490019" sldId="364"/>
            <ac:spMk id="5" creationId="{2BB4C47D-B980-1C4B-8248-0869FD55EB3D}"/>
          </ac:spMkLst>
        </pc:spChg>
      </pc:sldChg>
      <pc:sldChg chg="addSp delSp modSp new mod modClrScheme chgLayout">
        <pc:chgData name="鈴木 秀規" userId="f68c5fd9-22d5-4c0a-9833-7fb0f5135313" providerId="ADAL" clId="{B600404B-B4AC-BA48-ABCA-42DD293133BE}" dt="2020-12-02T08:01:23.432" v="9334" actId="12385"/>
        <pc:sldMkLst>
          <pc:docMk/>
          <pc:sldMk cId="2559106598" sldId="365"/>
        </pc:sldMkLst>
        <pc:spChg chg="mod ord">
          <ac:chgData name="鈴木 秀規" userId="f68c5fd9-22d5-4c0a-9833-7fb0f5135313" providerId="ADAL" clId="{B600404B-B4AC-BA48-ABCA-42DD293133BE}" dt="2020-12-02T05:49:05.916" v="6232" actId="700"/>
          <ac:spMkLst>
            <pc:docMk/>
            <pc:sldMk cId="2559106598" sldId="365"/>
            <ac:spMk id="2" creationId="{78E72CC0-84D7-F940-8547-5CD32644186A}"/>
          </ac:spMkLst>
        </pc:spChg>
        <pc:spChg chg="mod ord">
          <ac:chgData name="鈴木 秀規" userId="f68c5fd9-22d5-4c0a-9833-7fb0f5135313" providerId="ADAL" clId="{B600404B-B4AC-BA48-ABCA-42DD293133BE}" dt="2020-12-02T05:49:05.916" v="6232" actId="700"/>
          <ac:spMkLst>
            <pc:docMk/>
            <pc:sldMk cId="2559106598" sldId="365"/>
            <ac:spMk id="3" creationId="{570D767C-529D-1D4C-9BD6-2E3AAE679914}"/>
          </ac:spMkLst>
        </pc:spChg>
        <pc:spChg chg="mod ord">
          <ac:chgData name="鈴木 秀規" userId="f68c5fd9-22d5-4c0a-9833-7fb0f5135313" providerId="ADAL" clId="{B600404B-B4AC-BA48-ABCA-42DD293133BE}" dt="2020-12-02T05:49:05.916" v="6232" actId="700"/>
          <ac:spMkLst>
            <pc:docMk/>
            <pc:sldMk cId="2559106598" sldId="365"/>
            <ac:spMk id="4" creationId="{5C76D554-1D05-0D47-95D6-B29E81E5EAFC}"/>
          </ac:spMkLst>
        </pc:spChg>
        <pc:spChg chg="del">
          <ac:chgData name="鈴木 秀規" userId="f68c5fd9-22d5-4c0a-9833-7fb0f5135313" providerId="ADAL" clId="{B600404B-B4AC-BA48-ABCA-42DD293133BE}" dt="2020-12-02T05:49:05.916" v="6232" actId="700"/>
          <ac:spMkLst>
            <pc:docMk/>
            <pc:sldMk cId="2559106598" sldId="365"/>
            <ac:spMk id="5" creationId="{98336345-77D1-E74E-B614-58C5A3FC2AFC}"/>
          </ac:spMkLst>
        </pc:spChg>
        <pc:graphicFrameChg chg="add mod modGraphic">
          <ac:chgData name="鈴木 秀規" userId="f68c5fd9-22d5-4c0a-9833-7fb0f5135313" providerId="ADAL" clId="{B600404B-B4AC-BA48-ABCA-42DD293133BE}" dt="2020-12-02T08:01:23.432" v="9334" actId="12385"/>
          <ac:graphicFrameMkLst>
            <pc:docMk/>
            <pc:sldMk cId="2559106598" sldId="365"/>
            <ac:graphicFrameMk id="6" creationId="{A5C776C1-5736-6E41-AFE0-D7FC9EBFA87B}"/>
          </ac:graphicFrameMkLst>
        </pc:graphicFrameChg>
      </pc:sldChg>
      <pc:sldChg chg="modSp new del mod">
        <pc:chgData name="鈴木 秀規" userId="f68c5fd9-22d5-4c0a-9833-7fb0f5135313" providerId="ADAL" clId="{B600404B-B4AC-BA48-ABCA-42DD293133BE}" dt="2020-12-02T07:34:48.074" v="8254" actId="2696"/>
        <pc:sldMkLst>
          <pc:docMk/>
          <pc:sldMk cId="671293941" sldId="366"/>
        </pc:sldMkLst>
        <pc:spChg chg="mod">
          <ac:chgData name="鈴木 秀規" userId="f68c5fd9-22d5-4c0a-9833-7fb0f5135313" providerId="ADAL" clId="{B600404B-B4AC-BA48-ABCA-42DD293133BE}" dt="2020-12-02T06:02:14.509" v="6889" actId="20577"/>
          <ac:spMkLst>
            <pc:docMk/>
            <pc:sldMk cId="671293941" sldId="366"/>
            <ac:spMk id="3" creationId="{32F6F70D-4A22-6441-9F95-1F3D498CB74F}"/>
          </ac:spMkLst>
        </pc:spChg>
        <pc:spChg chg="mod">
          <ac:chgData name="鈴木 秀規" userId="f68c5fd9-22d5-4c0a-9833-7fb0f5135313" providerId="ADAL" clId="{B600404B-B4AC-BA48-ABCA-42DD293133BE}" dt="2020-12-02T06:05:46.880" v="6905" actId="20577"/>
          <ac:spMkLst>
            <pc:docMk/>
            <pc:sldMk cId="671293941" sldId="366"/>
            <ac:spMk id="5" creationId="{A0D45762-B465-394B-8671-1944E65D97C7}"/>
          </ac:spMkLst>
        </pc:spChg>
      </pc:sldChg>
      <pc:sldChg chg="modSp add mod ord">
        <pc:chgData name="鈴木 秀規" userId="f68c5fd9-22d5-4c0a-9833-7fb0f5135313" providerId="ADAL" clId="{B600404B-B4AC-BA48-ABCA-42DD293133BE}" dt="2020-12-02T07:38:38.710" v="8518" actId="20577"/>
        <pc:sldMkLst>
          <pc:docMk/>
          <pc:sldMk cId="15529201" sldId="367"/>
        </pc:sldMkLst>
        <pc:spChg chg="mod">
          <ac:chgData name="鈴木 秀規" userId="f68c5fd9-22d5-4c0a-9833-7fb0f5135313" providerId="ADAL" clId="{B600404B-B4AC-BA48-ABCA-42DD293133BE}" dt="2020-12-02T06:11:15.049" v="7173" actId="14100"/>
          <ac:spMkLst>
            <pc:docMk/>
            <pc:sldMk cId="15529201" sldId="367"/>
            <ac:spMk id="2" creationId="{DC201A77-6CED-B64F-B3B1-47082D385545}"/>
          </ac:spMkLst>
        </pc:spChg>
        <pc:spChg chg="mod">
          <ac:chgData name="鈴木 秀規" userId="f68c5fd9-22d5-4c0a-9833-7fb0f5135313" providerId="ADAL" clId="{B600404B-B4AC-BA48-ABCA-42DD293133BE}" dt="2020-12-02T06:14:22.528" v="7407" actId="20577"/>
          <ac:spMkLst>
            <pc:docMk/>
            <pc:sldMk cId="15529201" sldId="367"/>
            <ac:spMk id="7" creationId="{26125C28-3058-490D-92C2-94CB56CB505F}"/>
          </ac:spMkLst>
        </pc:spChg>
        <pc:spChg chg="mod">
          <ac:chgData name="鈴木 秀規" userId="f68c5fd9-22d5-4c0a-9833-7fb0f5135313" providerId="ADAL" clId="{B600404B-B4AC-BA48-ABCA-42DD293133BE}" dt="2020-12-02T06:13:07.833" v="7308" actId="20577"/>
          <ac:spMkLst>
            <pc:docMk/>
            <pc:sldMk cId="15529201" sldId="367"/>
            <ac:spMk id="9" creationId="{14E1B7D8-B324-1D47-BB93-2B20562C44B8}"/>
          </ac:spMkLst>
        </pc:spChg>
        <pc:spChg chg="mod">
          <ac:chgData name="鈴木 秀規" userId="f68c5fd9-22d5-4c0a-9833-7fb0f5135313" providerId="ADAL" clId="{B600404B-B4AC-BA48-ABCA-42DD293133BE}" dt="2020-12-02T07:38:38.710" v="8518" actId="20577"/>
          <ac:spMkLst>
            <pc:docMk/>
            <pc:sldMk cId="15529201" sldId="367"/>
            <ac:spMk id="10" creationId="{3E5F57E8-1388-43AE-8DB4-00724FCD3EB3}"/>
          </ac:spMkLst>
        </pc:spChg>
      </pc:sldChg>
      <pc:sldChg chg="modSp add mod">
        <pc:chgData name="鈴木 秀規" userId="f68c5fd9-22d5-4c0a-9833-7fb0f5135313" providerId="ADAL" clId="{B600404B-B4AC-BA48-ABCA-42DD293133BE}" dt="2020-12-02T08:19:39.228" v="9351" actId="6549"/>
        <pc:sldMkLst>
          <pc:docMk/>
          <pc:sldMk cId="1431651866" sldId="368"/>
        </pc:sldMkLst>
        <pc:spChg chg="mod">
          <ac:chgData name="鈴木 秀規" userId="f68c5fd9-22d5-4c0a-9833-7fb0f5135313" providerId="ADAL" clId="{B600404B-B4AC-BA48-ABCA-42DD293133BE}" dt="2020-12-02T08:01:57.843" v="9350" actId="20577"/>
          <ac:spMkLst>
            <pc:docMk/>
            <pc:sldMk cId="1431651866" sldId="368"/>
            <ac:spMk id="3" creationId="{570D767C-529D-1D4C-9BD6-2E3AAE679914}"/>
          </ac:spMkLst>
        </pc:spChg>
        <pc:graphicFrameChg chg="modGraphic">
          <ac:chgData name="鈴木 秀規" userId="f68c5fd9-22d5-4c0a-9833-7fb0f5135313" providerId="ADAL" clId="{B600404B-B4AC-BA48-ABCA-42DD293133BE}" dt="2020-12-02T08:19:39.228" v="9351" actId="6549"/>
          <ac:graphicFrameMkLst>
            <pc:docMk/>
            <pc:sldMk cId="1431651866" sldId="368"/>
            <ac:graphicFrameMk id="6" creationId="{A5C776C1-5736-6E41-AFE0-D7FC9EBFA87B}"/>
          </ac:graphicFrameMkLst>
        </pc:graphicFrameChg>
      </pc:sldChg>
      <pc:sldMasterChg chg="delSldLayout">
        <pc:chgData name="鈴木 秀規" userId="f68c5fd9-22d5-4c0a-9833-7fb0f5135313" providerId="ADAL" clId="{B600404B-B4AC-BA48-ABCA-42DD293133BE}" dt="2020-12-02T04:27:42.306" v="2672" actId="2696"/>
        <pc:sldMasterMkLst>
          <pc:docMk/>
          <pc:sldMasterMk cId="435389543" sldId="2147483658"/>
        </pc:sldMasterMkLst>
        <pc:sldLayoutChg chg="del">
          <pc:chgData name="鈴木 秀規" userId="f68c5fd9-22d5-4c0a-9833-7fb0f5135313" providerId="ADAL" clId="{B600404B-B4AC-BA48-ABCA-42DD293133BE}" dt="2020-12-02T04:27:42.306" v="2672" actId="2696"/>
          <pc:sldLayoutMkLst>
            <pc:docMk/>
            <pc:sldMasterMk cId="435389543" sldId="2147483658"/>
            <pc:sldLayoutMk cId="2862377429" sldId="2147483665"/>
          </pc:sldLayoutMkLst>
        </pc:sldLayoutChg>
      </pc:sldMasterChg>
    </pc:docChg>
  </pc:docChgLst>
  <pc:docChgLst>
    <pc:chgData name="営業サーバ" userId="c35045ed-c185-45de-8f58-be20a28877d8" providerId="ADAL" clId="{034C929F-50EC-4052-8F50-398F27893DAE}"/>
    <pc:docChg chg="modSld">
      <pc:chgData name="営業サーバ" userId="c35045ed-c185-45de-8f58-be20a28877d8" providerId="ADAL" clId="{034C929F-50EC-4052-8F50-398F27893DAE}" dt="2020-11-26T07:12:51.982" v="0"/>
      <pc:docMkLst>
        <pc:docMk/>
      </pc:docMkLst>
      <pc:sldChg chg="modSp mod">
        <pc:chgData name="営業サーバ" userId="c35045ed-c185-45de-8f58-be20a28877d8" providerId="ADAL" clId="{034C929F-50EC-4052-8F50-398F27893DAE}" dt="2020-11-26T07:12:51.982" v="0"/>
        <pc:sldMkLst>
          <pc:docMk/>
          <pc:sldMk cId="0" sldId="256"/>
        </pc:sldMkLst>
        <pc:spChg chg="mod">
          <ac:chgData name="営業サーバ" userId="c35045ed-c185-45de-8f58-be20a28877d8" providerId="ADAL" clId="{034C929F-50EC-4052-8F50-398F27893DAE}" dt="2020-11-26T07:12:51.982" v="0"/>
          <ac:spMkLst>
            <pc:docMk/>
            <pc:sldMk cId="0" sldId="256"/>
            <ac:spMk id="56" creationId="{00000000-0000-0000-0000-000000000000}"/>
          </ac:spMkLst>
        </pc:spChg>
      </pc:sldChg>
    </pc:docChg>
  </pc:docChgLst>
  <pc:docChgLst>
    <pc:chgData name="鈴木 秀規" userId="f68c5fd9-22d5-4c0a-9833-7fb0f5135313" providerId="ADAL" clId="{E98ED17A-7109-B540-9D8D-B21534B0C6CC}"/>
    <pc:docChg chg="undo redo custSel addSld delSld modSld sldOrd">
      <pc:chgData name="鈴木 秀規" userId="f68c5fd9-22d5-4c0a-9833-7fb0f5135313" providerId="ADAL" clId="{E98ED17A-7109-B540-9D8D-B21534B0C6CC}" dt="2020-12-03T01:25:32.355" v="4574" actId="20577"/>
      <pc:docMkLst>
        <pc:docMk/>
      </pc:docMkLst>
      <pc:sldChg chg="modSp mod">
        <pc:chgData name="鈴木 秀規" userId="f68c5fd9-22d5-4c0a-9833-7fb0f5135313" providerId="ADAL" clId="{E98ED17A-7109-B540-9D8D-B21534B0C6CC}" dt="2020-12-03T00:41:04.785" v="2001" actId="207"/>
        <pc:sldMkLst>
          <pc:docMk/>
          <pc:sldMk cId="1668843990" sldId="360"/>
        </pc:sldMkLst>
        <pc:spChg chg="mod">
          <ac:chgData name="鈴木 秀規" userId="f68c5fd9-22d5-4c0a-9833-7fb0f5135313" providerId="ADAL" clId="{E98ED17A-7109-B540-9D8D-B21534B0C6CC}" dt="2020-12-03T00:41:04.785" v="2001" actId="207"/>
          <ac:spMkLst>
            <pc:docMk/>
            <pc:sldMk cId="1668843990" sldId="360"/>
            <ac:spMk id="9" creationId="{A4832727-EA7F-44D6-A9F2-E4AE0246960A}"/>
          </ac:spMkLst>
        </pc:spChg>
      </pc:sldChg>
      <pc:sldChg chg="modSp mod">
        <pc:chgData name="鈴木 秀規" userId="f68c5fd9-22d5-4c0a-9833-7fb0f5135313" providerId="ADAL" clId="{E98ED17A-7109-B540-9D8D-B21534B0C6CC}" dt="2020-12-03T00:40:51.829" v="1985" actId="207"/>
        <pc:sldMkLst>
          <pc:docMk/>
          <pc:sldMk cId="267129399" sldId="361"/>
        </pc:sldMkLst>
        <pc:spChg chg="mod">
          <ac:chgData name="鈴木 秀規" userId="f68c5fd9-22d5-4c0a-9833-7fb0f5135313" providerId="ADAL" clId="{E98ED17A-7109-B540-9D8D-B21534B0C6CC}" dt="2020-12-03T00:40:51.829" v="1985" actId="207"/>
          <ac:spMkLst>
            <pc:docMk/>
            <pc:sldMk cId="267129399" sldId="361"/>
            <ac:spMk id="6" creationId="{D0F3BEAC-A5EA-4EE4-95C7-0AEC1107FD29}"/>
          </ac:spMkLst>
        </pc:spChg>
      </pc:sldChg>
      <pc:sldChg chg="modSp mod">
        <pc:chgData name="鈴木 秀規" userId="f68c5fd9-22d5-4c0a-9833-7fb0f5135313" providerId="ADAL" clId="{E98ED17A-7109-B540-9D8D-B21534B0C6CC}" dt="2020-12-03T00:09:50.546" v="69" actId="13926"/>
        <pc:sldMkLst>
          <pc:docMk/>
          <pc:sldMk cId="2503862587" sldId="362"/>
        </pc:sldMkLst>
        <pc:graphicFrameChg chg="modGraphic">
          <ac:chgData name="鈴木 秀規" userId="f68c5fd9-22d5-4c0a-9833-7fb0f5135313" providerId="ADAL" clId="{E98ED17A-7109-B540-9D8D-B21534B0C6CC}" dt="2020-12-03T00:09:50.546" v="69" actId="13926"/>
          <ac:graphicFrameMkLst>
            <pc:docMk/>
            <pc:sldMk cId="2503862587" sldId="362"/>
            <ac:graphicFrameMk id="7" creationId="{4A74ACCC-FCC6-6B42-8E3E-348AE8E67A5C}"/>
          </ac:graphicFrameMkLst>
        </pc:graphicFrameChg>
      </pc:sldChg>
      <pc:sldChg chg="modSp mod">
        <pc:chgData name="鈴木 秀規" userId="f68c5fd9-22d5-4c0a-9833-7fb0f5135313" providerId="ADAL" clId="{E98ED17A-7109-B540-9D8D-B21534B0C6CC}" dt="2020-12-03T00:11:54.831" v="266" actId="20577"/>
        <pc:sldMkLst>
          <pc:docMk/>
          <pc:sldMk cId="1431651866" sldId="368"/>
        </pc:sldMkLst>
        <pc:spChg chg="mod">
          <ac:chgData name="鈴木 秀規" userId="f68c5fd9-22d5-4c0a-9833-7fb0f5135313" providerId="ADAL" clId="{E98ED17A-7109-B540-9D8D-B21534B0C6CC}" dt="2020-12-03T00:05:53.907" v="27" actId="20577"/>
          <ac:spMkLst>
            <pc:docMk/>
            <pc:sldMk cId="1431651866" sldId="368"/>
            <ac:spMk id="3" creationId="{570D767C-529D-1D4C-9BD6-2E3AAE679914}"/>
          </ac:spMkLst>
        </pc:spChg>
        <pc:graphicFrameChg chg="mod modGraphic">
          <ac:chgData name="鈴木 秀規" userId="f68c5fd9-22d5-4c0a-9833-7fb0f5135313" providerId="ADAL" clId="{E98ED17A-7109-B540-9D8D-B21534B0C6CC}" dt="2020-12-03T00:11:54.831" v="266" actId="20577"/>
          <ac:graphicFrameMkLst>
            <pc:docMk/>
            <pc:sldMk cId="1431651866" sldId="368"/>
            <ac:graphicFrameMk id="6" creationId="{A5C776C1-5736-6E41-AFE0-D7FC9EBFA87B}"/>
          </ac:graphicFrameMkLst>
        </pc:graphicFrameChg>
      </pc:sldChg>
      <pc:sldChg chg="addSp delSp modSp new mod modClrScheme chgLayout">
        <pc:chgData name="鈴木 秀規" userId="f68c5fd9-22d5-4c0a-9833-7fb0f5135313" providerId="ADAL" clId="{E98ED17A-7109-B540-9D8D-B21534B0C6CC}" dt="2020-12-03T00:30:58.436" v="1852" actId="113"/>
        <pc:sldMkLst>
          <pc:docMk/>
          <pc:sldMk cId="3018498330" sldId="369"/>
        </pc:sldMkLst>
        <pc:spChg chg="mod ord">
          <ac:chgData name="鈴木 秀規" userId="f68c5fd9-22d5-4c0a-9833-7fb0f5135313" providerId="ADAL" clId="{E98ED17A-7109-B540-9D8D-B21534B0C6CC}" dt="2020-12-03T00:15:50.957" v="308" actId="700"/>
          <ac:spMkLst>
            <pc:docMk/>
            <pc:sldMk cId="3018498330" sldId="369"/>
            <ac:spMk id="2" creationId="{66EC7532-098F-E543-A5F5-DCE2A43E7B47}"/>
          </ac:spMkLst>
        </pc:spChg>
        <pc:spChg chg="mod ord">
          <ac:chgData name="鈴木 秀規" userId="f68c5fd9-22d5-4c0a-9833-7fb0f5135313" providerId="ADAL" clId="{E98ED17A-7109-B540-9D8D-B21534B0C6CC}" dt="2020-12-03T00:22:38.430" v="839" actId="20577"/>
          <ac:spMkLst>
            <pc:docMk/>
            <pc:sldMk cId="3018498330" sldId="369"/>
            <ac:spMk id="3" creationId="{F1C6C295-7820-0949-875F-EAF056230447}"/>
          </ac:spMkLst>
        </pc:spChg>
        <pc:spChg chg="mod ord">
          <ac:chgData name="鈴木 秀規" userId="f68c5fd9-22d5-4c0a-9833-7fb0f5135313" providerId="ADAL" clId="{E98ED17A-7109-B540-9D8D-B21534B0C6CC}" dt="2020-12-03T00:15:50.957" v="308" actId="700"/>
          <ac:spMkLst>
            <pc:docMk/>
            <pc:sldMk cId="3018498330" sldId="369"/>
            <ac:spMk id="4" creationId="{0B3C1CED-6132-7648-873E-BC90BCD14454}"/>
          </ac:spMkLst>
        </pc:spChg>
        <pc:spChg chg="add mod ord">
          <ac:chgData name="鈴木 秀規" userId="f68c5fd9-22d5-4c0a-9833-7fb0f5135313" providerId="ADAL" clId="{E98ED17A-7109-B540-9D8D-B21534B0C6CC}" dt="2020-12-03T00:30:58.436" v="1852" actId="113"/>
          <ac:spMkLst>
            <pc:docMk/>
            <pc:sldMk cId="3018498330" sldId="369"/>
            <ac:spMk id="5" creationId="{6B35BADF-F225-2348-897F-AF9752777AC5}"/>
          </ac:spMkLst>
        </pc:spChg>
        <pc:spChg chg="mod">
          <ac:chgData name="鈴木 秀規" userId="f68c5fd9-22d5-4c0a-9833-7fb0f5135313" providerId="ADAL" clId="{E98ED17A-7109-B540-9D8D-B21534B0C6CC}" dt="2020-12-03T00:25:13.532" v="1197"/>
          <ac:spMkLst>
            <pc:docMk/>
            <pc:sldMk cId="3018498330" sldId="369"/>
            <ac:spMk id="7" creationId="{7389CFBE-CBA4-3044-8F7A-0832B95E2F69}"/>
          </ac:spMkLst>
        </pc:spChg>
        <pc:spChg chg="mod">
          <ac:chgData name="鈴木 秀規" userId="f68c5fd9-22d5-4c0a-9833-7fb0f5135313" providerId="ADAL" clId="{E98ED17A-7109-B540-9D8D-B21534B0C6CC}" dt="2020-12-03T00:25:13.532" v="1197"/>
          <ac:spMkLst>
            <pc:docMk/>
            <pc:sldMk cId="3018498330" sldId="369"/>
            <ac:spMk id="8" creationId="{2F0CFBA7-C5CD-2441-813A-37125FC4817F}"/>
          </ac:spMkLst>
        </pc:spChg>
        <pc:spChg chg="add del mod">
          <ac:chgData name="鈴木 秀規" userId="f68c5fd9-22d5-4c0a-9833-7fb0f5135313" providerId="ADAL" clId="{E98ED17A-7109-B540-9D8D-B21534B0C6CC}" dt="2020-12-03T00:25:21.474" v="1200" actId="478"/>
          <ac:spMkLst>
            <pc:docMk/>
            <pc:sldMk cId="3018498330" sldId="369"/>
            <ac:spMk id="9" creationId="{3E884ED8-CB61-D543-B6E2-843DFC8389FB}"/>
          </ac:spMkLst>
        </pc:spChg>
        <pc:spChg chg="add del mod">
          <ac:chgData name="鈴木 秀規" userId="f68c5fd9-22d5-4c0a-9833-7fb0f5135313" providerId="ADAL" clId="{E98ED17A-7109-B540-9D8D-B21534B0C6CC}" dt="2020-12-03T00:26:04.588" v="1224" actId="478"/>
          <ac:spMkLst>
            <pc:docMk/>
            <pc:sldMk cId="3018498330" sldId="369"/>
            <ac:spMk id="10" creationId="{A7FAB5BB-1B58-CB4E-AE9C-8EA9B9D7FA24}"/>
          </ac:spMkLst>
        </pc:spChg>
        <pc:spChg chg="add mod">
          <ac:chgData name="鈴木 秀規" userId="f68c5fd9-22d5-4c0a-9833-7fb0f5135313" providerId="ADAL" clId="{E98ED17A-7109-B540-9D8D-B21534B0C6CC}" dt="2020-12-03T00:28:30.002" v="1621" actId="20577"/>
          <ac:spMkLst>
            <pc:docMk/>
            <pc:sldMk cId="3018498330" sldId="369"/>
            <ac:spMk id="11" creationId="{B4286CF0-DD30-344B-A450-767F0006A1A9}"/>
          </ac:spMkLst>
        </pc:spChg>
        <pc:grpChg chg="add mod">
          <ac:chgData name="鈴木 秀規" userId="f68c5fd9-22d5-4c0a-9833-7fb0f5135313" providerId="ADAL" clId="{E98ED17A-7109-B540-9D8D-B21534B0C6CC}" dt="2020-12-03T00:25:13.532" v="1197"/>
          <ac:grpSpMkLst>
            <pc:docMk/>
            <pc:sldMk cId="3018498330" sldId="369"/>
            <ac:grpSpMk id="6" creationId="{DE734515-ACC6-2E42-9D2E-E4E038D8D99A}"/>
          </ac:grpSpMkLst>
        </pc:grpChg>
      </pc:sldChg>
      <pc:sldChg chg="modSp new del mod">
        <pc:chgData name="鈴木 秀規" userId="f68c5fd9-22d5-4c0a-9833-7fb0f5135313" providerId="ADAL" clId="{E98ED17A-7109-B540-9D8D-B21534B0C6CC}" dt="2020-12-03T00:19:32.708" v="624" actId="2696"/>
        <pc:sldMkLst>
          <pc:docMk/>
          <pc:sldMk cId="2598863501" sldId="370"/>
        </pc:sldMkLst>
        <pc:spChg chg="mod">
          <ac:chgData name="鈴木 秀規" userId="f68c5fd9-22d5-4c0a-9833-7fb0f5135313" providerId="ADAL" clId="{E98ED17A-7109-B540-9D8D-B21534B0C6CC}" dt="2020-12-03T00:19:29.498" v="623" actId="20577"/>
          <ac:spMkLst>
            <pc:docMk/>
            <pc:sldMk cId="2598863501" sldId="370"/>
            <ac:spMk id="3" creationId="{EF268E63-F4E2-A445-97FA-CF579BA4774C}"/>
          </ac:spMkLst>
        </pc:spChg>
      </pc:sldChg>
      <pc:sldChg chg="modSp new mod ord">
        <pc:chgData name="鈴木 秀規" userId="f68c5fd9-22d5-4c0a-9833-7fb0f5135313" providerId="ADAL" clId="{E98ED17A-7109-B540-9D8D-B21534B0C6CC}" dt="2020-12-03T00:41:58.575" v="2005" actId="20578"/>
        <pc:sldMkLst>
          <pc:docMk/>
          <pc:sldMk cId="3805279594" sldId="370"/>
        </pc:sldMkLst>
        <pc:spChg chg="mod">
          <ac:chgData name="鈴木 秀規" userId="f68c5fd9-22d5-4c0a-9833-7fb0f5135313" providerId="ADAL" clId="{E98ED17A-7109-B540-9D8D-B21534B0C6CC}" dt="2020-12-03T00:38:59.922" v="1891" actId="20577"/>
          <ac:spMkLst>
            <pc:docMk/>
            <pc:sldMk cId="3805279594" sldId="370"/>
            <ac:spMk id="3" creationId="{9CB86EFC-2A3F-214C-A2A0-00EB1AC0E3F3}"/>
          </ac:spMkLst>
        </pc:spChg>
        <pc:spChg chg="mod">
          <ac:chgData name="鈴木 秀規" userId="f68c5fd9-22d5-4c0a-9833-7fb0f5135313" providerId="ADAL" clId="{E98ED17A-7109-B540-9D8D-B21534B0C6CC}" dt="2020-12-03T00:40:00.384" v="1967" actId="20577"/>
          <ac:spMkLst>
            <pc:docMk/>
            <pc:sldMk cId="3805279594" sldId="370"/>
            <ac:spMk id="5" creationId="{D9D24A15-605C-D342-9DF6-15A80C8E63C7}"/>
          </ac:spMkLst>
        </pc:spChg>
      </pc:sldChg>
      <pc:sldChg chg="modSp new mod">
        <pc:chgData name="鈴木 秀規" userId="f68c5fd9-22d5-4c0a-9833-7fb0f5135313" providerId="ADAL" clId="{E98ED17A-7109-B540-9D8D-B21534B0C6CC}" dt="2020-12-03T01:25:32.355" v="4574" actId="20577"/>
        <pc:sldMkLst>
          <pc:docMk/>
          <pc:sldMk cId="2800751255" sldId="371"/>
        </pc:sldMkLst>
        <pc:spChg chg="mod">
          <ac:chgData name="鈴木 秀規" userId="f68c5fd9-22d5-4c0a-9833-7fb0f5135313" providerId="ADAL" clId="{E98ED17A-7109-B540-9D8D-B21534B0C6CC}" dt="2020-12-03T01:24:23.480" v="4457" actId="20577"/>
          <ac:spMkLst>
            <pc:docMk/>
            <pc:sldMk cId="2800751255" sldId="371"/>
            <ac:spMk id="3" creationId="{86AF2C75-7C50-5545-B86A-AB0C1071AFF0}"/>
          </ac:spMkLst>
        </pc:spChg>
        <pc:spChg chg="mod">
          <ac:chgData name="鈴木 秀規" userId="f68c5fd9-22d5-4c0a-9833-7fb0f5135313" providerId="ADAL" clId="{E98ED17A-7109-B540-9D8D-B21534B0C6CC}" dt="2020-12-03T01:25:32.355" v="4574" actId="20577"/>
          <ac:spMkLst>
            <pc:docMk/>
            <pc:sldMk cId="2800751255" sldId="371"/>
            <ac:spMk id="5" creationId="{199D3E35-553D-E34C-ABB7-3B8D9DB70C07}"/>
          </ac:spMkLst>
        </pc:spChg>
      </pc:sldChg>
      <pc:sldChg chg="modSp add del mod">
        <pc:chgData name="鈴木 秀規" userId="f68c5fd9-22d5-4c0a-9833-7fb0f5135313" providerId="ADAL" clId="{E98ED17A-7109-B540-9D8D-B21534B0C6CC}" dt="2020-12-03T01:23:47.866" v="4441" actId="2696"/>
        <pc:sldMkLst>
          <pc:docMk/>
          <pc:sldMk cId="2920690313" sldId="371"/>
        </pc:sldMkLst>
        <pc:spChg chg="mod">
          <ac:chgData name="鈴木 秀規" userId="f68c5fd9-22d5-4c0a-9833-7fb0f5135313" providerId="ADAL" clId="{E98ED17A-7109-B540-9D8D-B21534B0C6CC}" dt="2020-12-03T00:42:25.265" v="2063" actId="20577"/>
          <ac:spMkLst>
            <pc:docMk/>
            <pc:sldMk cId="2920690313" sldId="371"/>
            <ac:spMk id="3" creationId="{F1C6C295-7820-0949-875F-EAF056230447}"/>
          </ac:spMkLst>
        </pc:spChg>
        <pc:spChg chg="mod">
          <ac:chgData name="鈴木 秀規" userId="f68c5fd9-22d5-4c0a-9833-7fb0f5135313" providerId="ADAL" clId="{E98ED17A-7109-B540-9D8D-B21534B0C6CC}" dt="2020-12-03T01:02:23.598" v="3980" actId="20577"/>
          <ac:spMkLst>
            <pc:docMk/>
            <pc:sldMk cId="2920690313" sldId="371"/>
            <ac:spMk id="5" creationId="{6B35BADF-F225-2348-897F-AF9752777AC5}"/>
          </ac:spMkLst>
        </pc:spChg>
        <pc:spChg chg="mod">
          <ac:chgData name="鈴木 秀規" userId="f68c5fd9-22d5-4c0a-9833-7fb0f5135313" providerId="ADAL" clId="{E98ED17A-7109-B540-9D8D-B21534B0C6CC}" dt="2020-12-03T00:46:58.847" v="2499" actId="20577"/>
          <ac:spMkLst>
            <pc:docMk/>
            <pc:sldMk cId="2920690313" sldId="371"/>
            <ac:spMk id="11" creationId="{B4286CF0-DD30-344B-A450-767F0006A1A9}"/>
          </ac:spMkLst>
        </pc:spChg>
      </pc:sldChg>
      <pc:sldChg chg="new del">
        <pc:chgData name="鈴木 秀規" userId="f68c5fd9-22d5-4c0a-9833-7fb0f5135313" providerId="ADAL" clId="{E98ED17A-7109-B540-9D8D-B21534B0C6CC}" dt="2020-12-03T00:41:47.526" v="2003" actId="2696"/>
        <pc:sldMkLst>
          <pc:docMk/>
          <pc:sldMk cId="4021239412" sldId="371"/>
        </pc:sldMkLst>
      </pc:sldChg>
      <pc:sldChg chg="addSp delSp modSp new del mod modClrScheme chgLayout">
        <pc:chgData name="鈴木 秀規" userId="f68c5fd9-22d5-4c0a-9833-7fb0f5135313" providerId="ADAL" clId="{E98ED17A-7109-B540-9D8D-B21534B0C6CC}" dt="2020-12-03T01:23:47.866" v="4441" actId="2696"/>
        <pc:sldMkLst>
          <pc:docMk/>
          <pc:sldMk cId="1635587013" sldId="372"/>
        </pc:sldMkLst>
        <pc:spChg chg="mod ord">
          <ac:chgData name="鈴木 秀規" userId="f68c5fd9-22d5-4c0a-9833-7fb0f5135313" providerId="ADAL" clId="{E98ED17A-7109-B540-9D8D-B21534B0C6CC}" dt="2020-12-03T01:00:58.087" v="3892" actId="700"/>
          <ac:spMkLst>
            <pc:docMk/>
            <pc:sldMk cId="1635587013" sldId="372"/>
            <ac:spMk id="2" creationId="{5078F227-8528-3540-AF9F-E4C525D46E51}"/>
          </ac:spMkLst>
        </pc:spChg>
        <pc:spChg chg="mod ord">
          <ac:chgData name="鈴木 秀規" userId="f68c5fd9-22d5-4c0a-9833-7fb0f5135313" providerId="ADAL" clId="{E98ED17A-7109-B540-9D8D-B21534B0C6CC}" dt="2020-12-03T01:02:16.565" v="3974" actId="20577"/>
          <ac:spMkLst>
            <pc:docMk/>
            <pc:sldMk cId="1635587013" sldId="372"/>
            <ac:spMk id="3" creationId="{38B5B614-E92D-C34C-B48C-B49809F551F5}"/>
          </ac:spMkLst>
        </pc:spChg>
        <pc:spChg chg="mod ord">
          <ac:chgData name="鈴木 秀規" userId="f68c5fd9-22d5-4c0a-9833-7fb0f5135313" providerId="ADAL" clId="{E98ED17A-7109-B540-9D8D-B21534B0C6CC}" dt="2020-12-03T01:00:58.087" v="3892" actId="700"/>
          <ac:spMkLst>
            <pc:docMk/>
            <pc:sldMk cId="1635587013" sldId="372"/>
            <ac:spMk id="4" creationId="{7E6ABC7F-1D7C-2643-A2E5-FD593C087B97}"/>
          </ac:spMkLst>
        </pc:spChg>
        <pc:spChg chg="del">
          <ac:chgData name="鈴木 秀規" userId="f68c5fd9-22d5-4c0a-9833-7fb0f5135313" providerId="ADAL" clId="{E98ED17A-7109-B540-9D8D-B21534B0C6CC}" dt="2020-12-03T01:00:55.215" v="3891" actId="700"/>
          <ac:spMkLst>
            <pc:docMk/>
            <pc:sldMk cId="1635587013" sldId="372"/>
            <ac:spMk id="5" creationId="{C84F0EC1-BEE9-1240-B931-66A4575EE533}"/>
          </ac:spMkLst>
        </pc:spChg>
        <pc:spChg chg="add mod ord">
          <ac:chgData name="鈴木 秀規" userId="f68c5fd9-22d5-4c0a-9833-7fb0f5135313" providerId="ADAL" clId="{E98ED17A-7109-B540-9D8D-B21534B0C6CC}" dt="2020-12-03T01:11:38.290" v="4283" actId="113"/>
          <ac:spMkLst>
            <pc:docMk/>
            <pc:sldMk cId="1635587013" sldId="372"/>
            <ac:spMk id="6" creationId="{7A317AAC-7FA8-7044-8617-53BFC58410B7}"/>
          </ac:spMkLst>
        </pc:spChg>
        <pc:spChg chg="add del mod">
          <ac:chgData name="鈴木 秀規" userId="f68c5fd9-22d5-4c0a-9833-7fb0f5135313" providerId="ADAL" clId="{E98ED17A-7109-B540-9D8D-B21534B0C6CC}" dt="2020-12-03T01:01:07.927" v="3894"/>
          <ac:spMkLst>
            <pc:docMk/>
            <pc:sldMk cId="1635587013" sldId="372"/>
            <ac:spMk id="7" creationId="{2D1E7911-94F1-9A43-976E-12D1608396B0}"/>
          </ac:spMkLst>
        </pc:spChg>
        <pc:spChg chg="add mod">
          <ac:chgData name="鈴木 秀規" userId="f68c5fd9-22d5-4c0a-9833-7fb0f5135313" providerId="ADAL" clId="{E98ED17A-7109-B540-9D8D-B21534B0C6CC}" dt="2020-12-03T01:11:19.402" v="4281" actId="14100"/>
          <ac:spMkLst>
            <pc:docMk/>
            <pc:sldMk cId="1635587013" sldId="372"/>
            <ac:spMk id="11" creationId="{88D872CC-356E-AF48-AA16-FAA6E94AAA63}"/>
          </ac:spMkLst>
        </pc:spChg>
        <pc:picChg chg="add mod">
          <ac:chgData name="鈴木 秀規" userId="f68c5fd9-22d5-4c0a-9833-7fb0f5135313" providerId="ADAL" clId="{E98ED17A-7109-B540-9D8D-B21534B0C6CC}" dt="2020-12-03T01:11:09.469" v="4278" actId="14100"/>
          <ac:picMkLst>
            <pc:docMk/>
            <pc:sldMk cId="1635587013" sldId="372"/>
            <ac:picMk id="9" creationId="{D02AEF55-75BE-9A46-B250-FC3DC2E377DE}"/>
          </ac:picMkLst>
        </pc:picChg>
        <pc:picChg chg="add del mod">
          <ac:chgData name="鈴木 秀規" userId="f68c5fd9-22d5-4c0a-9833-7fb0f5135313" providerId="ADAL" clId="{E98ED17A-7109-B540-9D8D-B21534B0C6CC}" dt="2020-12-03T01:09:31.274" v="4256" actId="478"/>
          <ac:picMkLst>
            <pc:docMk/>
            <pc:sldMk cId="1635587013" sldId="372"/>
            <ac:picMk id="13" creationId="{181B2E39-FB46-D84F-BDF6-092FF822422D}"/>
          </ac:picMkLst>
        </pc:picChg>
        <pc:picChg chg="add mod">
          <ac:chgData name="鈴木 秀規" userId="f68c5fd9-22d5-4c0a-9833-7fb0f5135313" providerId="ADAL" clId="{E98ED17A-7109-B540-9D8D-B21534B0C6CC}" dt="2020-12-03T01:11:22.332" v="4282" actId="1076"/>
          <ac:picMkLst>
            <pc:docMk/>
            <pc:sldMk cId="1635587013" sldId="372"/>
            <ac:picMk id="15" creationId="{4374EA10-B603-D54A-93C0-72956B90F74B}"/>
          </ac:picMkLst>
        </pc:picChg>
        <pc:inkChg chg="add del">
          <ac:chgData name="鈴木 秀規" userId="f68c5fd9-22d5-4c0a-9833-7fb0f5135313" providerId="ADAL" clId="{E98ED17A-7109-B540-9D8D-B21534B0C6CC}" dt="2020-12-03T01:07:32.252" v="4214" actId="9405"/>
          <ac:inkMkLst>
            <pc:docMk/>
            <pc:sldMk cId="1635587013" sldId="372"/>
            <ac:inkMk id="10" creationId="{52E244E1-A625-FC4A-B3CE-A5C917494B56}"/>
          </ac:inkMkLst>
        </pc:inkChg>
      </pc:sldChg>
      <pc:sldChg chg="addSp delSp modSp add del mod">
        <pc:chgData name="鈴木 秀規" userId="f68c5fd9-22d5-4c0a-9833-7fb0f5135313" providerId="ADAL" clId="{E98ED17A-7109-B540-9D8D-B21534B0C6CC}" dt="2020-12-03T01:23:47.866" v="4441" actId="2696"/>
        <pc:sldMkLst>
          <pc:docMk/>
          <pc:sldMk cId="615592541" sldId="373"/>
        </pc:sldMkLst>
        <pc:spChg chg="mod">
          <ac:chgData name="鈴木 秀規" userId="f68c5fd9-22d5-4c0a-9833-7fb0f5135313" providerId="ADAL" clId="{E98ED17A-7109-B540-9D8D-B21534B0C6CC}" dt="2020-12-03T01:12:33.393" v="4394" actId="20577"/>
          <ac:spMkLst>
            <pc:docMk/>
            <pc:sldMk cId="615592541" sldId="373"/>
            <ac:spMk id="6" creationId="{7A317AAC-7FA8-7044-8617-53BFC58410B7}"/>
          </ac:spMkLst>
        </pc:spChg>
        <pc:spChg chg="del">
          <ac:chgData name="鈴木 秀規" userId="f68c5fd9-22d5-4c0a-9833-7fb0f5135313" providerId="ADAL" clId="{E98ED17A-7109-B540-9D8D-B21534B0C6CC}" dt="2020-12-03T01:12:36.799" v="4395" actId="478"/>
          <ac:spMkLst>
            <pc:docMk/>
            <pc:sldMk cId="615592541" sldId="373"/>
            <ac:spMk id="11" creationId="{88D872CC-356E-AF48-AA16-FAA6E94AAA63}"/>
          </ac:spMkLst>
        </pc:spChg>
        <pc:grpChg chg="del mod">
          <ac:chgData name="鈴木 秀規" userId="f68c5fd9-22d5-4c0a-9833-7fb0f5135313" providerId="ADAL" clId="{E98ED17A-7109-B540-9D8D-B21534B0C6CC}" dt="2020-12-03T01:12:56.873" v="4408"/>
          <ac:grpSpMkLst>
            <pc:docMk/>
            <pc:sldMk cId="615592541" sldId="373"/>
            <ac:grpSpMk id="14" creationId="{8551A2E1-818D-7146-B07E-DF10303D9250}"/>
          </ac:grpSpMkLst>
        </pc:grpChg>
        <pc:grpChg chg="del mod">
          <ac:chgData name="鈴木 秀規" userId="f68c5fd9-22d5-4c0a-9833-7fb0f5135313" providerId="ADAL" clId="{E98ED17A-7109-B540-9D8D-B21534B0C6CC}" dt="2020-12-03T01:13:00.256" v="4414"/>
          <ac:grpSpMkLst>
            <pc:docMk/>
            <pc:sldMk cId="615592541" sldId="373"/>
            <ac:grpSpMk id="21" creationId="{1A19AE5A-D3A5-1B43-8537-FD9C98B59252}"/>
          </ac:grpSpMkLst>
        </pc:grpChg>
        <pc:grpChg chg="del mod">
          <ac:chgData name="鈴木 秀規" userId="f68c5fd9-22d5-4c0a-9833-7fb0f5135313" providerId="ADAL" clId="{E98ED17A-7109-B540-9D8D-B21534B0C6CC}" dt="2020-12-03T01:13:00.256" v="4414"/>
          <ac:grpSpMkLst>
            <pc:docMk/>
            <pc:sldMk cId="615592541" sldId="373"/>
            <ac:grpSpMk id="25" creationId="{4F9FE873-6A52-FD4C-9258-CA185F43F37E}"/>
          </ac:grpSpMkLst>
        </pc:grpChg>
        <pc:grpChg chg="mod">
          <ac:chgData name="鈴木 秀規" userId="f68c5fd9-22d5-4c0a-9833-7fb0f5135313" providerId="ADAL" clId="{E98ED17A-7109-B540-9D8D-B21534B0C6CC}" dt="2020-12-03T01:13:00.256" v="4414"/>
          <ac:grpSpMkLst>
            <pc:docMk/>
            <pc:sldMk cId="615592541" sldId="373"/>
            <ac:grpSpMk id="27" creationId="{D272DCE0-9EB4-9E40-9E1F-B34593E59CE7}"/>
          </ac:grpSpMkLst>
        </pc:grpChg>
        <pc:grpChg chg="mod">
          <ac:chgData name="鈴木 秀規" userId="f68c5fd9-22d5-4c0a-9833-7fb0f5135313" providerId="ADAL" clId="{E98ED17A-7109-B540-9D8D-B21534B0C6CC}" dt="2020-12-03T01:13:04.351" v="4419"/>
          <ac:grpSpMkLst>
            <pc:docMk/>
            <pc:sldMk cId="615592541" sldId="373"/>
            <ac:grpSpMk id="32" creationId="{FF31E88D-1A46-5542-82FA-9B7E260065D7}"/>
          </ac:grpSpMkLst>
        </pc:grpChg>
        <pc:grpChg chg="del mod">
          <ac:chgData name="鈴木 秀規" userId="f68c5fd9-22d5-4c0a-9833-7fb0f5135313" providerId="ADAL" clId="{E98ED17A-7109-B540-9D8D-B21534B0C6CC}" dt="2020-12-03T01:13:15.987" v="4431"/>
          <ac:grpSpMkLst>
            <pc:docMk/>
            <pc:sldMk cId="615592541" sldId="373"/>
            <ac:grpSpMk id="35" creationId="{839705A0-C752-514B-B68E-4DB44DC8A134}"/>
          </ac:grpSpMkLst>
        </pc:grpChg>
        <pc:grpChg chg="del mod">
          <ac:chgData name="鈴木 秀規" userId="f68c5fd9-22d5-4c0a-9833-7fb0f5135313" providerId="ADAL" clId="{E98ED17A-7109-B540-9D8D-B21534B0C6CC}" dt="2020-12-03T01:13:22.530" v="4437"/>
          <ac:grpSpMkLst>
            <pc:docMk/>
            <pc:sldMk cId="615592541" sldId="373"/>
            <ac:grpSpMk id="44" creationId="{5930A674-1151-AE4E-9CAE-276FA17D766A}"/>
          </ac:grpSpMkLst>
        </pc:grpChg>
        <pc:grpChg chg="del mod">
          <ac:chgData name="鈴木 秀規" userId="f68c5fd9-22d5-4c0a-9833-7fb0f5135313" providerId="ADAL" clId="{E98ED17A-7109-B540-9D8D-B21534B0C6CC}" dt="2020-12-03T01:13:25.226" v="4440"/>
          <ac:grpSpMkLst>
            <pc:docMk/>
            <pc:sldMk cId="615592541" sldId="373"/>
            <ac:grpSpMk id="50" creationId="{C4183422-7E13-7C4C-B712-DE3E98AD633A}"/>
          </ac:grpSpMkLst>
        </pc:grpChg>
        <pc:grpChg chg="mod">
          <ac:chgData name="鈴木 秀規" userId="f68c5fd9-22d5-4c0a-9833-7fb0f5135313" providerId="ADAL" clId="{E98ED17A-7109-B540-9D8D-B21534B0C6CC}" dt="2020-12-03T01:13:22.530" v="4437"/>
          <ac:grpSpMkLst>
            <pc:docMk/>
            <pc:sldMk cId="615592541" sldId="373"/>
            <ac:grpSpMk id="51" creationId="{BADCCBE2-93D5-1B43-B588-3A3CFF852C58}"/>
          </ac:grpSpMkLst>
        </pc:grpChg>
        <pc:grpChg chg="mod">
          <ac:chgData name="鈴木 秀規" userId="f68c5fd9-22d5-4c0a-9833-7fb0f5135313" providerId="ADAL" clId="{E98ED17A-7109-B540-9D8D-B21534B0C6CC}" dt="2020-12-03T01:13:25.226" v="4440"/>
          <ac:grpSpMkLst>
            <pc:docMk/>
            <pc:sldMk cId="615592541" sldId="373"/>
            <ac:grpSpMk id="54" creationId="{EC51F5D5-9987-304C-81F2-23905D124D38}"/>
          </ac:grpSpMkLst>
        </pc:grpChg>
        <pc:picChg chg="del">
          <ac:chgData name="鈴木 秀規" userId="f68c5fd9-22d5-4c0a-9833-7fb0f5135313" providerId="ADAL" clId="{E98ED17A-7109-B540-9D8D-B21534B0C6CC}" dt="2020-12-03T01:12:36.799" v="4395" actId="478"/>
          <ac:picMkLst>
            <pc:docMk/>
            <pc:sldMk cId="615592541" sldId="373"/>
            <ac:picMk id="9" creationId="{D02AEF55-75BE-9A46-B250-FC3DC2E377DE}"/>
          </ac:picMkLst>
        </pc:picChg>
        <pc:picChg chg="del">
          <ac:chgData name="鈴木 秀規" userId="f68c5fd9-22d5-4c0a-9833-7fb0f5135313" providerId="ADAL" clId="{E98ED17A-7109-B540-9D8D-B21534B0C6CC}" dt="2020-12-03T01:12:36.799" v="4395" actId="478"/>
          <ac:picMkLst>
            <pc:docMk/>
            <pc:sldMk cId="615592541" sldId="373"/>
            <ac:picMk id="15" creationId="{4374EA10-B603-D54A-93C0-72956B90F74B}"/>
          </ac:picMkLst>
        </pc:picChg>
        <pc:inkChg chg="add">
          <ac:chgData name="鈴木 秀規" userId="f68c5fd9-22d5-4c0a-9833-7fb0f5135313" providerId="ADAL" clId="{E98ED17A-7109-B540-9D8D-B21534B0C6CC}" dt="2020-12-03T01:12:45.376" v="4396" actId="9405"/>
          <ac:inkMkLst>
            <pc:docMk/>
            <pc:sldMk cId="615592541" sldId="373"/>
            <ac:inkMk id="5" creationId="{0AAFCCC5-5E76-CA48-81D5-A4E539E4401A}"/>
          </ac:inkMkLst>
        </pc:inkChg>
        <pc:inkChg chg="add">
          <ac:chgData name="鈴木 秀規" userId="f68c5fd9-22d5-4c0a-9833-7fb0f5135313" providerId="ADAL" clId="{E98ED17A-7109-B540-9D8D-B21534B0C6CC}" dt="2020-12-03T01:12:46.255" v="4397" actId="9405"/>
          <ac:inkMkLst>
            <pc:docMk/>
            <pc:sldMk cId="615592541" sldId="373"/>
            <ac:inkMk id="7" creationId="{2D2B5447-4F6B-9C44-9888-8B103E237897}"/>
          </ac:inkMkLst>
        </pc:inkChg>
        <pc:inkChg chg="add">
          <ac:chgData name="鈴木 秀規" userId="f68c5fd9-22d5-4c0a-9833-7fb0f5135313" providerId="ADAL" clId="{E98ED17A-7109-B540-9D8D-B21534B0C6CC}" dt="2020-12-03T01:12:47.620" v="4398" actId="9405"/>
          <ac:inkMkLst>
            <pc:docMk/>
            <pc:sldMk cId="615592541" sldId="373"/>
            <ac:inkMk id="8" creationId="{32D62E2B-CE79-3B4C-B7D1-ECDA946FA396}"/>
          </ac:inkMkLst>
        </pc:inkChg>
        <pc:inkChg chg="add">
          <ac:chgData name="鈴木 秀規" userId="f68c5fd9-22d5-4c0a-9833-7fb0f5135313" providerId="ADAL" clId="{E98ED17A-7109-B540-9D8D-B21534B0C6CC}" dt="2020-12-03T01:12:48.478" v="4399" actId="9405"/>
          <ac:inkMkLst>
            <pc:docMk/>
            <pc:sldMk cId="615592541" sldId="373"/>
            <ac:inkMk id="10" creationId="{C38D747C-B1C5-7646-8912-EAF8AD9B05FB}"/>
          </ac:inkMkLst>
        </pc:inkChg>
        <pc:inkChg chg="add mod">
          <ac:chgData name="鈴木 秀規" userId="f68c5fd9-22d5-4c0a-9833-7fb0f5135313" providerId="ADAL" clId="{E98ED17A-7109-B540-9D8D-B21534B0C6CC}" dt="2020-12-03T01:13:00.256" v="4414"/>
          <ac:inkMkLst>
            <pc:docMk/>
            <pc:sldMk cId="615592541" sldId="373"/>
            <ac:inkMk id="12" creationId="{806335AF-A205-0341-B2A0-1D60694F4960}"/>
          </ac:inkMkLst>
        </pc:inkChg>
        <pc:inkChg chg="add mod">
          <ac:chgData name="鈴木 秀規" userId="f68c5fd9-22d5-4c0a-9833-7fb0f5135313" providerId="ADAL" clId="{E98ED17A-7109-B540-9D8D-B21534B0C6CC}" dt="2020-12-03T01:13:00.256" v="4414"/>
          <ac:inkMkLst>
            <pc:docMk/>
            <pc:sldMk cId="615592541" sldId="373"/>
            <ac:inkMk id="13" creationId="{265E78D4-90FC-E941-952F-4DC34934B910}"/>
          </ac:inkMkLst>
        </pc:inkChg>
        <pc:inkChg chg="add mod">
          <ac:chgData name="鈴木 秀規" userId="f68c5fd9-22d5-4c0a-9833-7fb0f5135313" providerId="ADAL" clId="{E98ED17A-7109-B540-9D8D-B21534B0C6CC}" dt="2020-12-03T01:13:00.256" v="4414"/>
          <ac:inkMkLst>
            <pc:docMk/>
            <pc:sldMk cId="615592541" sldId="373"/>
            <ac:inkMk id="16" creationId="{25D529C6-2677-8143-A2EC-3E3D29C398ED}"/>
          </ac:inkMkLst>
        </pc:inkChg>
        <pc:inkChg chg="add mod">
          <ac:chgData name="鈴木 秀規" userId="f68c5fd9-22d5-4c0a-9833-7fb0f5135313" providerId="ADAL" clId="{E98ED17A-7109-B540-9D8D-B21534B0C6CC}" dt="2020-12-03T01:13:00.256" v="4414"/>
          <ac:inkMkLst>
            <pc:docMk/>
            <pc:sldMk cId="615592541" sldId="373"/>
            <ac:inkMk id="17" creationId="{06274F75-3053-9645-A2A8-DF2DE6A3B538}"/>
          </ac:inkMkLst>
        </pc:inkChg>
        <pc:inkChg chg="add mod">
          <ac:chgData name="鈴木 秀規" userId="f68c5fd9-22d5-4c0a-9833-7fb0f5135313" providerId="ADAL" clId="{E98ED17A-7109-B540-9D8D-B21534B0C6CC}" dt="2020-12-03T01:13:00.256" v="4414"/>
          <ac:inkMkLst>
            <pc:docMk/>
            <pc:sldMk cId="615592541" sldId="373"/>
            <ac:inkMk id="18" creationId="{5D9D1CCC-7C4B-4F45-9E8C-46E7A461F224}"/>
          </ac:inkMkLst>
        </pc:inkChg>
        <pc:inkChg chg="add mod">
          <ac:chgData name="鈴木 秀規" userId="f68c5fd9-22d5-4c0a-9833-7fb0f5135313" providerId="ADAL" clId="{E98ED17A-7109-B540-9D8D-B21534B0C6CC}" dt="2020-12-03T01:13:00.256" v="4414"/>
          <ac:inkMkLst>
            <pc:docMk/>
            <pc:sldMk cId="615592541" sldId="373"/>
            <ac:inkMk id="19" creationId="{80067FE2-41C2-1547-839E-8D7B8C559F11}"/>
          </ac:inkMkLst>
        </pc:inkChg>
        <pc:inkChg chg="add mod">
          <ac:chgData name="鈴木 秀規" userId="f68c5fd9-22d5-4c0a-9833-7fb0f5135313" providerId="ADAL" clId="{E98ED17A-7109-B540-9D8D-B21534B0C6CC}" dt="2020-12-03T01:13:00.256" v="4414"/>
          <ac:inkMkLst>
            <pc:docMk/>
            <pc:sldMk cId="615592541" sldId="373"/>
            <ac:inkMk id="20" creationId="{F851E1F2-49C9-2445-9F7E-DE468F4F208B}"/>
          </ac:inkMkLst>
        </pc:inkChg>
        <pc:inkChg chg="add mod">
          <ac:chgData name="鈴木 秀規" userId="f68c5fd9-22d5-4c0a-9833-7fb0f5135313" providerId="ADAL" clId="{E98ED17A-7109-B540-9D8D-B21534B0C6CC}" dt="2020-12-03T01:13:00.256" v="4414"/>
          <ac:inkMkLst>
            <pc:docMk/>
            <pc:sldMk cId="615592541" sldId="373"/>
            <ac:inkMk id="22" creationId="{30A1AF40-AD9F-8C47-9E55-8A996B26915D}"/>
          </ac:inkMkLst>
        </pc:inkChg>
        <pc:inkChg chg="add mod">
          <ac:chgData name="鈴木 秀規" userId="f68c5fd9-22d5-4c0a-9833-7fb0f5135313" providerId="ADAL" clId="{E98ED17A-7109-B540-9D8D-B21534B0C6CC}" dt="2020-12-03T01:13:00.256" v="4414"/>
          <ac:inkMkLst>
            <pc:docMk/>
            <pc:sldMk cId="615592541" sldId="373"/>
            <ac:inkMk id="23" creationId="{B40EA742-73B3-364D-AA23-FB8590AC2207}"/>
          </ac:inkMkLst>
        </pc:inkChg>
        <pc:inkChg chg="add mod">
          <ac:chgData name="鈴木 秀規" userId="f68c5fd9-22d5-4c0a-9833-7fb0f5135313" providerId="ADAL" clId="{E98ED17A-7109-B540-9D8D-B21534B0C6CC}" dt="2020-12-03T01:13:00.256" v="4414"/>
          <ac:inkMkLst>
            <pc:docMk/>
            <pc:sldMk cId="615592541" sldId="373"/>
            <ac:inkMk id="24" creationId="{5795096A-74E9-234F-8BC6-A2B37FEC1E1B}"/>
          </ac:inkMkLst>
        </pc:inkChg>
        <pc:inkChg chg="add mod">
          <ac:chgData name="鈴木 秀規" userId="f68c5fd9-22d5-4c0a-9833-7fb0f5135313" providerId="ADAL" clId="{E98ED17A-7109-B540-9D8D-B21534B0C6CC}" dt="2020-12-03T01:13:00.256" v="4414"/>
          <ac:inkMkLst>
            <pc:docMk/>
            <pc:sldMk cId="615592541" sldId="373"/>
            <ac:inkMk id="26" creationId="{9B6B34F6-24F6-0845-A046-BBBEA60020BC}"/>
          </ac:inkMkLst>
        </pc:inkChg>
        <pc:inkChg chg="add mod">
          <ac:chgData name="鈴木 秀規" userId="f68c5fd9-22d5-4c0a-9833-7fb0f5135313" providerId="ADAL" clId="{E98ED17A-7109-B540-9D8D-B21534B0C6CC}" dt="2020-12-03T01:13:04.351" v="4419"/>
          <ac:inkMkLst>
            <pc:docMk/>
            <pc:sldMk cId="615592541" sldId="373"/>
            <ac:inkMk id="28" creationId="{12C4A5BC-67FB-BC4D-BC74-8AF6D08168AF}"/>
          </ac:inkMkLst>
        </pc:inkChg>
        <pc:inkChg chg="add mod">
          <ac:chgData name="鈴木 秀規" userId="f68c5fd9-22d5-4c0a-9833-7fb0f5135313" providerId="ADAL" clId="{E98ED17A-7109-B540-9D8D-B21534B0C6CC}" dt="2020-12-03T01:13:04.351" v="4419"/>
          <ac:inkMkLst>
            <pc:docMk/>
            <pc:sldMk cId="615592541" sldId="373"/>
            <ac:inkMk id="29" creationId="{6DAC1C2F-D9A4-1944-8C16-2751D238E4A6}"/>
          </ac:inkMkLst>
        </pc:inkChg>
        <pc:inkChg chg="add mod">
          <ac:chgData name="鈴木 秀規" userId="f68c5fd9-22d5-4c0a-9833-7fb0f5135313" providerId="ADAL" clId="{E98ED17A-7109-B540-9D8D-B21534B0C6CC}" dt="2020-12-03T01:13:04.351" v="4419"/>
          <ac:inkMkLst>
            <pc:docMk/>
            <pc:sldMk cId="615592541" sldId="373"/>
            <ac:inkMk id="30" creationId="{B951B618-8B83-0845-91F9-73B0D476A03E}"/>
          </ac:inkMkLst>
        </pc:inkChg>
        <pc:inkChg chg="add mod">
          <ac:chgData name="鈴木 秀規" userId="f68c5fd9-22d5-4c0a-9833-7fb0f5135313" providerId="ADAL" clId="{E98ED17A-7109-B540-9D8D-B21534B0C6CC}" dt="2020-12-03T01:13:04.351" v="4419"/>
          <ac:inkMkLst>
            <pc:docMk/>
            <pc:sldMk cId="615592541" sldId="373"/>
            <ac:inkMk id="31" creationId="{72845632-76A6-8147-A9AC-11489DA2606D}"/>
          </ac:inkMkLst>
        </pc:inkChg>
        <pc:inkChg chg="add mod">
          <ac:chgData name="鈴木 秀規" userId="f68c5fd9-22d5-4c0a-9833-7fb0f5135313" providerId="ADAL" clId="{E98ED17A-7109-B540-9D8D-B21534B0C6CC}" dt="2020-12-03T01:13:22.530" v="4437"/>
          <ac:inkMkLst>
            <pc:docMk/>
            <pc:sldMk cId="615592541" sldId="373"/>
            <ac:inkMk id="33" creationId="{327E1137-848C-0542-A008-A361377DC6B3}"/>
          </ac:inkMkLst>
        </pc:inkChg>
        <pc:inkChg chg="add mod">
          <ac:chgData name="鈴木 秀規" userId="f68c5fd9-22d5-4c0a-9833-7fb0f5135313" providerId="ADAL" clId="{E98ED17A-7109-B540-9D8D-B21534B0C6CC}" dt="2020-12-03T01:13:22.530" v="4437"/>
          <ac:inkMkLst>
            <pc:docMk/>
            <pc:sldMk cId="615592541" sldId="373"/>
            <ac:inkMk id="34" creationId="{04E87504-CE51-1647-BC33-8498586A5F99}"/>
          </ac:inkMkLst>
        </pc:inkChg>
        <pc:inkChg chg="add mod">
          <ac:chgData name="鈴木 秀規" userId="f68c5fd9-22d5-4c0a-9833-7fb0f5135313" providerId="ADAL" clId="{E98ED17A-7109-B540-9D8D-B21534B0C6CC}" dt="2020-12-03T01:13:22.530" v="4437"/>
          <ac:inkMkLst>
            <pc:docMk/>
            <pc:sldMk cId="615592541" sldId="373"/>
            <ac:inkMk id="36" creationId="{914ED145-23CC-D24F-B377-64500A97C9BD}"/>
          </ac:inkMkLst>
        </pc:inkChg>
        <pc:inkChg chg="add mod">
          <ac:chgData name="鈴木 秀規" userId="f68c5fd9-22d5-4c0a-9833-7fb0f5135313" providerId="ADAL" clId="{E98ED17A-7109-B540-9D8D-B21534B0C6CC}" dt="2020-12-03T01:13:22.530" v="4437"/>
          <ac:inkMkLst>
            <pc:docMk/>
            <pc:sldMk cId="615592541" sldId="373"/>
            <ac:inkMk id="37" creationId="{FA522D34-9A1E-3845-B98E-2AEBD709AF4C}"/>
          </ac:inkMkLst>
        </pc:inkChg>
        <pc:inkChg chg="add mod">
          <ac:chgData name="鈴木 秀規" userId="f68c5fd9-22d5-4c0a-9833-7fb0f5135313" providerId="ADAL" clId="{E98ED17A-7109-B540-9D8D-B21534B0C6CC}" dt="2020-12-03T01:13:22.530" v="4437"/>
          <ac:inkMkLst>
            <pc:docMk/>
            <pc:sldMk cId="615592541" sldId="373"/>
            <ac:inkMk id="38" creationId="{9066D749-49B2-DD47-A77B-9E073DE6E36E}"/>
          </ac:inkMkLst>
        </pc:inkChg>
        <pc:inkChg chg="add mod">
          <ac:chgData name="鈴木 秀規" userId="f68c5fd9-22d5-4c0a-9833-7fb0f5135313" providerId="ADAL" clId="{E98ED17A-7109-B540-9D8D-B21534B0C6CC}" dt="2020-12-03T01:13:22.530" v="4437"/>
          <ac:inkMkLst>
            <pc:docMk/>
            <pc:sldMk cId="615592541" sldId="373"/>
            <ac:inkMk id="39" creationId="{6D0E7CA8-6D0E-5D45-95BF-6DD492468F82}"/>
          </ac:inkMkLst>
        </pc:inkChg>
        <pc:inkChg chg="add mod">
          <ac:chgData name="鈴木 秀規" userId="f68c5fd9-22d5-4c0a-9833-7fb0f5135313" providerId="ADAL" clId="{E98ED17A-7109-B540-9D8D-B21534B0C6CC}" dt="2020-12-03T01:13:22.530" v="4437"/>
          <ac:inkMkLst>
            <pc:docMk/>
            <pc:sldMk cId="615592541" sldId="373"/>
            <ac:inkMk id="40" creationId="{EBE4CD0E-56F2-C94C-85BD-2F0E4734D0C6}"/>
          </ac:inkMkLst>
        </pc:inkChg>
        <pc:inkChg chg="add mod">
          <ac:chgData name="鈴木 秀規" userId="f68c5fd9-22d5-4c0a-9833-7fb0f5135313" providerId="ADAL" clId="{E98ED17A-7109-B540-9D8D-B21534B0C6CC}" dt="2020-12-03T01:13:22.530" v="4437"/>
          <ac:inkMkLst>
            <pc:docMk/>
            <pc:sldMk cId="615592541" sldId="373"/>
            <ac:inkMk id="41" creationId="{C0C2010C-9DF9-6F4D-954C-13A577A55AD1}"/>
          </ac:inkMkLst>
        </pc:inkChg>
        <pc:inkChg chg="add mod">
          <ac:chgData name="鈴木 秀規" userId="f68c5fd9-22d5-4c0a-9833-7fb0f5135313" providerId="ADAL" clId="{E98ED17A-7109-B540-9D8D-B21534B0C6CC}" dt="2020-12-03T01:13:22.530" v="4437"/>
          <ac:inkMkLst>
            <pc:docMk/>
            <pc:sldMk cId="615592541" sldId="373"/>
            <ac:inkMk id="42" creationId="{0625FF5C-52FE-9445-8BF7-0BA1D54C9A6F}"/>
          </ac:inkMkLst>
        </pc:inkChg>
        <pc:inkChg chg="add mod">
          <ac:chgData name="鈴木 秀規" userId="f68c5fd9-22d5-4c0a-9833-7fb0f5135313" providerId="ADAL" clId="{E98ED17A-7109-B540-9D8D-B21534B0C6CC}" dt="2020-12-03T01:13:22.530" v="4437"/>
          <ac:inkMkLst>
            <pc:docMk/>
            <pc:sldMk cId="615592541" sldId="373"/>
            <ac:inkMk id="43" creationId="{0F4A4156-4EB8-0B43-83C5-FC67006F1FDE}"/>
          </ac:inkMkLst>
        </pc:inkChg>
        <pc:inkChg chg="add mod">
          <ac:chgData name="鈴木 秀規" userId="f68c5fd9-22d5-4c0a-9833-7fb0f5135313" providerId="ADAL" clId="{E98ED17A-7109-B540-9D8D-B21534B0C6CC}" dt="2020-12-03T01:13:22.530" v="4437"/>
          <ac:inkMkLst>
            <pc:docMk/>
            <pc:sldMk cId="615592541" sldId="373"/>
            <ac:inkMk id="45" creationId="{588F4819-1DC0-1740-A4EF-E006190C5EEF}"/>
          </ac:inkMkLst>
        </pc:inkChg>
        <pc:inkChg chg="add mod">
          <ac:chgData name="鈴木 秀規" userId="f68c5fd9-22d5-4c0a-9833-7fb0f5135313" providerId="ADAL" clId="{E98ED17A-7109-B540-9D8D-B21534B0C6CC}" dt="2020-12-03T01:13:22.530" v="4437"/>
          <ac:inkMkLst>
            <pc:docMk/>
            <pc:sldMk cId="615592541" sldId="373"/>
            <ac:inkMk id="46" creationId="{E2E294BA-E2E1-1A41-AEFC-7921BD5BB7ED}"/>
          </ac:inkMkLst>
        </pc:inkChg>
        <pc:inkChg chg="add mod">
          <ac:chgData name="鈴木 秀規" userId="f68c5fd9-22d5-4c0a-9833-7fb0f5135313" providerId="ADAL" clId="{E98ED17A-7109-B540-9D8D-B21534B0C6CC}" dt="2020-12-03T01:13:25.226" v="4440"/>
          <ac:inkMkLst>
            <pc:docMk/>
            <pc:sldMk cId="615592541" sldId="373"/>
            <ac:inkMk id="47" creationId="{ADB155EE-7897-0340-A79E-B348072C7BAC}"/>
          </ac:inkMkLst>
        </pc:inkChg>
        <pc:inkChg chg="add mod">
          <ac:chgData name="鈴木 秀規" userId="f68c5fd9-22d5-4c0a-9833-7fb0f5135313" providerId="ADAL" clId="{E98ED17A-7109-B540-9D8D-B21534B0C6CC}" dt="2020-12-03T01:13:25.226" v="4440"/>
          <ac:inkMkLst>
            <pc:docMk/>
            <pc:sldMk cId="615592541" sldId="373"/>
            <ac:inkMk id="48" creationId="{602A42FD-E6A0-DE42-AADE-9BD997397654}"/>
          </ac:inkMkLst>
        </pc:inkChg>
        <pc:inkChg chg="add mod">
          <ac:chgData name="鈴木 秀規" userId="f68c5fd9-22d5-4c0a-9833-7fb0f5135313" providerId="ADAL" clId="{E98ED17A-7109-B540-9D8D-B21534B0C6CC}" dt="2020-12-03T01:13:25.226" v="4440"/>
          <ac:inkMkLst>
            <pc:docMk/>
            <pc:sldMk cId="615592541" sldId="373"/>
            <ac:inkMk id="49" creationId="{CB785C1E-0477-6F47-AED8-83ABC4D01D6C}"/>
          </ac:inkMkLst>
        </pc:inkChg>
        <pc:inkChg chg="add mod">
          <ac:chgData name="鈴木 秀規" userId="f68c5fd9-22d5-4c0a-9833-7fb0f5135313" providerId="ADAL" clId="{E98ED17A-7109-B540-9D8D-B21534B0C6CC}" dt="2020-12-03T01:13:25.226" v="4440"/>
          <ac:inkMkLst>
            <pc:docMk/>
            <pc:sldMk cId="615592541" sldId="373"/>
            <ac:inkMk id="52" creationId="{12C88632-5B91-3741-8EB2-3FC9DA49DBAA}"/>
          </ac:inkMkLst>
        </pc:inkChg>
        <pc:inkChg chg="add mod">
          <ac:chgData name="鈴木 秀規" userId="f68c5fd9-22d5-4c0a-9833-7fb0f5135313" providerId="ADAL" clId="{E98ED17A-7109-B540-9D8D-B21534B0C6CC}" dt="2020-12-03T01:13:25.226" v="4440"/>
          <ac:inkMkLst>
            <pc:docMk/>
            <pc:sldMk cId="615592541" sldId="373"/>
            <ac:inkMk id="53" creationId="{12F4DDED-0E09-5E49-992F-7534E6CC9135}"/>
          </ac:inkMkLst>
        </pc:inkChg>
      </pc:sldChg>
    </pc:docChg>
  </pc:docChgLst>
  <pc:docChgLst>
    <pc:chgData name="鈴木 秀規" userId="f68c5fd9-22d5-4c0a-9833-7fb0f5135313" providerId="ADAL" clId="{E853165E-E035-4511-B5B4-308A168A0417}"/>
    <pc:docChg chg="undo custSel addSld delSld modSld sldOrd">
      <pc:chgData name="鈴木 秀規" userId="f68c5fd9-22d5-4c0a-9833-7fb0f5135313" providerId="ADAL" clId="{E853165E-E035-4511-B5B4-308A168A0417}" dt="2021-01-26T07:40:36.140" v="901" actId="207"/>
      <pc:docMkLst>
        <pc:docMk/>
      </pc:docMkLst>
      <pc:sldChg chg="modSp mod">
        <pc:chgData name="鈴木 秀規" userId="f68c5fd9-22d5-4c0a-9833-7fb0f5135313" providerId="ADAL" clId="{E853165E-E035-4511-B5B4-308A168A0417}" dt="2021-01-26T06:47:48.930" v="0"/>
        <pc:sldMkLst>
          <pc:docMk/>
          <pc:sldMk cId="0" sldId="256"/>
        </pc:sldMkLst>
        <pc:spChg chg="mod">
          <ac:chgData name="鈴木 秀規" userId="f68c5fd9-22d5-4c0a-9833-7fb0f5135313" providerId="ADAL" clId="{E853165E-E035-4511-B5B4-308A168A0417}" dt="2021-01-26T06:47:48.930" v="0"/>
          <ac:spMkLst>
            <pc:docMk/>
            <pc:sldMk cId="0" sldId="256"/>
            <ac:spMk id="56" creationId="{00000000-0000-0000-0000-000000000000}"/>
          </ac:spMkLst>
        </pc:spChg>
      </pc:sldChg>
      <pc:sldChg chg="modSp mod">
        <pc:chgData name="鈴木 秀規" userId="f68c5fd9-22d5-4c0a-9833-7fb0f5135313" providerId="ADAL" clId="{E853165E-E035-4511-B5B4-308A168A0417}" dt="2021-01-26T06:49:05.682" v="12" actId="207"/>
        <pc:sldMkLst>
          <pc:docMk/>
          <pc:sldMk cId="1859091905" sldId="362"/>
        </pc:sldMkLst>
        <pc:spChg chg="mod">
          <ac:chgData name="鈴木 秀規" userId="f68c5fd9-22d5-4c0a-9833-7fb0f5135313" providerId="ADAL" clId="{E853165E-E035-4511-B5B4-308A168A0417}" dt="2021-01-26T06:48:04.540" v="1"/>
          <ac:spMkLst>
            <pc:docMk/>
            <pc:sldMk cId="1859091905" sldId="362"/>
            <ac:spMk id="7" creationId="{58177CF6-E256-4D88-B489-5F2EFF09AC4C}"/>
          </ac:spMkLst>
        </pc:spChg>
        <pc:spChg chg="mod">
          <ac:chgData name="鈴木 秀規" userId="f68c5fd9-22d5-4c0a-9833-7fb0f5135313" providerId="ADAL" clId="{E853165E-E035-4511-B5B4-308A168A0417}" dt="2021-01-26T06:49:05.682" v="12" actId="207"/>
          <ac:spMkLst>
            <pc:docMk/>
            <pc:sldMk cId="1859091905" sldId="362"/>
            <ac:spMk id="8" creationId="{C57C43D1-E1C5-418D-A114-931FDA96CE3D}"/>
          </ac:spMkLst>
        </pc:spChg>
      </pc:sldChg>
      <pc:sldChg chg="addSp modSp new mod">
        <pc:chgData name="鈴木 秀規" userId="f68c5fd9-22d5-4c0a-9833-7fb0f5135313" providerId="ADAL" clId="{E853165E-E035-4511-B5B4-308A168A0417}" dt="2021-01-26T06:50:48.508" v="56" actId="12385"/>
        <pc:sldMkLst>
          <pc:docMk/>
          <pc:sldMk cId="793301096" sldId="363"/>
        </pc:sldMkLst>
        <pc:spChg chg="mod">
          <ac:chgData name="鈴木 秀規" userId="f68c5fd9-22d5-4c0a-9833-7fb0f5135313" providerId="ADAL" clId="{E853165E-E035-4511-B5B4-308A168A0417}" dt="2021-01-26T06:49:57.100" v="41" actId="20577"/>
          <ac:spMkLst>
            <pc:docMk/>
            <pc:sldMk cId="793301096" sldId="363"/>
            <ac:spMk id="3" creationId="{CAEF03B5-8A80-40F1-B6F3-91A3C874CB8C}"/>
          </ac:spMkLst>
        </pc:spChg>
        <pc:spChg chg="mod">
          <ac:chgData name="鈴木 秀規" userId="f68c5fd9-22d5-4c0a-9833-7fb0f5135313" providerId="ADAL" clId="{E853165E-E035-4511-B5B4-308A168A0417}" dt="2021-01-26T06:50:08.482" v="43" actId="14100"/>
          <ac:spMkLst>
            <pc:docMk/>
            <pc:sldMk cId="793301096" sldId="363"/>
            <ac:spMk id="5" creationId="{3C545612-3038-40B1-A295-2CFF199741DE}"/>
          </ac:spMkLst>
        </pc:spChg>
        <pc:graphicFrameChg chg="add mod modGraphic">
          <ac:chgData name="鈴木 秀規" userId="f68c5fd9-22d5-4c0a-9833-7fb0f5135313" providerId="ADAL" clId="{E853165E-E035-4511-B5B4-308A168A0417}" dt="2021-01-26T06:50:48.508" v="56" actId="12385"/>
          <ac:graphicFrameMkLst>
            <pc:docMk/>
            <pc:sldMk cId="793301096" sldId="363"/>
            <ac:graphicFrameMk id="6" creationId="{5E38C811-DE1D-4334-A5BC-95985E1285ED}"/>
          </ac:graphicFrameMkLst>
        </pc:graphicFrameChg>
      </pc:sldChg>
      <pc:sldChg chg="del">
        <pc:chgData name="鈴木 秀規" userId="f68c5fd9-22d5-4c0a-9833-7fb0f5135313" providerId="ADAL" clId="{E853165E-E035-4511-B5B4-308A168A0417}" dt="2021-01-26T06:49:23.924" v="13" actId="2696"/>
        <pc:sldMkLst>
          <pc:docMk/>
          <pc:sldMk cId="3069677134" sldId="363"/>
        </pc:sldMkLst>
      </pc:sldChg>
      <pc:sldChg chg="addSp modSp new mod">
        <pc:chgData name="鈴木 秀規" userId="f68c5fd9-22d5-4c0a-9833-7fb0f5135313" providerId="ADAL" clId="{E853165E-E035-4511-B5B4-308A168A0417}" dt="2021-01-26T06:53:45.356" v="106" actId="207"/>
        <pc:sldMkLst>
          <pc:docMk/>
          <pc:sldMk cId="7953356" sldId="364"/>
        </pc:sldMkLst>
        <pc:spChg chg="mod">
          <ac:chgData name="鈴木 秀規" userId="f68c5fd9-22d5-4c0a-9833-7fb0f5135313" providerId="ADAL" clId="{E853165E-E035-4511-B5B4-308A168A0417}" dt="2021-01-26T06:51:32.794" v="58"/>
          <ac:spMkLst>
            <pc:docMk/>
            <pc:sldMk cId="7953356" sldId="364"/>
            <ac:spMk id="3" creationId="{BD59F02B-7C32-4210-BA64-A90F6DDDDA21}"/>
          </ac:spMkLst>
        </pc:spChg>
        <pc:spChg chg="mod">
          <ac:chgData name="鈴木 秀規" userId="f68c5fd9-22d5-4c0a-9833-7fb0f5135313" providerId="ADAL" clId="{E853165E-E035-4511-B5B4-308A168A0417}" dt="2021-01-26T06:52:04.128" v="66" actId="207"/>
          <ac:spMkLst>
            <pc:docMk/>
            <pc:sldMk cId="7953356" sldId="364"/>
            <ac:spMk id="5" creationId="{B4FD4BC4-80F7-45E9-873C-F05FA4D90E7F}"/>
          </ac:spMkLst>
        </pc:spChg>
        <pc:spChg chg="add mod">
          <ac:chgData name="鈴木 秀規" userId="f68c5fd9-22d5-4c0a-9833-7fb0f5135313" providerId="ADAL" clId="{E853165E-E035-4511-B5B4-308A168A0417}" dt="2021-01-26T06:52:55.530" v="95" actId="14100"/>
          <ac:spMkLst>
            <pc:docMk/>
            <pc:sldMk cId="7953356" sldId="364"/>
            <ac:spMk id="6" creationId="{D3DA8777-804A-47C3-9725-557A2585CDBC}"/>
          </ac:spMkLst>
        </pc:spChg>
        <pc:spChg chg="add mod">
          <ac:chgData name="鈴木 秀規" userId="f68c5fd9-22d5-4c0a-9833-7fb0f5135313" providerId="ADAL" clId="{E853165E-E035-4511-B5B4-308A168A0417}" dt="2021-01-26T06:53:13.991" v="98" actId="14100"/>
          <ac:spMkLst>
            <pc:docMk/>
            <pc:sldMk cId="7953356" sldId="364"/>
            <ac:spMk id="7" creationId="{3FEB2926-C905-4FA8-B450-B619224DA1C1}"/>
          </ac:spMkLst>
        </pc:spChg>
        <pc:spChg chg="add mod">
          <ac:chgData name="鈴木 秀規" userId="f68c5fd9-22d5-4c0a-9833-7fb0f5135313" providerId="ADAL" clId="{E853165E-E035-4511-B5B4-308A168A0417}" dt="2021-01-26T06:53:45.356" v="106" actId="207"/>
          <ac:spMkLst>
            <pc:docMk/>
            <pc:sldMk cId="7953356" sldId="364"/>
            <ac:spMk id="8" creationId="{6A367164-A928-4A01-943C-55D34E06BEB2}"/>
          </ac:spMkLst>
        </pc:spChg>
      </pc:sldChg>
      <pc:sldChg chg="del">
        <pc:chgData name="鈴木 秀規" userId="f68c5fd9-22d5-4c0a-9833-7fb0f5135313" providerId="ADAL" clId="{E853165E-E035-4511-B5B4-308A168A0417}" dt="2021-01-26T06:49:23.924" v="13" actId="2696"/>
        <pc:sldMkLst>
          <pc:docMk/>
          <pc:sldMk cId="2175104273" sldId="364"/>
        </pc:sldMkLst>
      </pc:sldChg>
      <pc:sldChg chg="addSp delSp modSp new mod">
        <pc:chgData name="鈴木 秀規" userId="f68c5fd9-22d5-4c0a-9833-7fb0f5135313" providerId="ADAL" clId="{E853165E-E035-4511-B5B4-308A168A0417}" dt="2021-01-26T06:56:32.270" v="142" actId="207"/>
        <pc:sldMkLst>
          <pc:docMk/>
          <pc:sldMk cId="761714059" sldId="365"/>
        </pc:sldMkLst>
        <pc:spChg chg="mod">
          <ac:chgData name="鈴木 秀規" userId="f68c5fd9-22d5-4c0a-9833-7fb0f5135313" providerId="ADAL" clId="{E853165E-E035-4511-B5B4-308A168A0417}" dt="2021-01-26T06:53:58.034" v="108"/>
          <ac:spMkLst>
            <pc:docMk/>
            <pc:sldMk cId="761714059" sldId="365"/>
            <ac:spMk id="3" creationId="{3733A05E-9BA9-4926-9517-67B8A0E150D6}"/>
          </ac:spMkLst>
        </pc:spChg>
        <pc:spChg chg="mod">
          <ac:chgData name="鈴木 秀規" userId="f68c5fd9-22d5-4c0a-9833-7fb0f5135313" providerId="ADAL" clId="{E853165E-E035-4511-B5B4-308A168A0417}" dt="2021-01-26T06:54:20.720" v="112" actId="14100"/>
          <ac:spMkLst>
            <pc:docMk/>
            <pc:sldMk cId="761714059" sldId="365"/>
            <ac:spMk id="5" creationId="{E96A51FE-B42A-4EE4-A9DA-EEAF06618A1F}"/>
          </ac:spMkLst>
        </pc:spChg>
        <pc:spChg chg="add del">
          <ac:chgData name="鈴木 秀規" userId="f68c5fd9-22d5-4c0a-9833-7fb0f5135313" providerId="ADAL" clId="{E853165E-E035-4511-B5B4-308A168A0417}" dt="2021-01-26T06:54:35.192" v="114" actId="22"/>
          <ac:spMkLst>
            <pc:docMk/>
            <pc:sldMk cId="761714059" sldId="365"/>
            <ac:spMk id="7" creationId="{64B6B4F5-BFC6-4B7A-AE6A-58D1D989F876}"/>
          </ac:spMkLst>
        </pc:spChg>
        <pc:spChg chg="add mod">
          <ac:chgData name="鈴木 秀規" userId="f68c5fd9-22d5-4c0a-9833-7fb0f5135313" providerId="ADAL" clId="{E853165E-E035-4511-B5B4-308A168A0417}" dt="2021-01-26T06:56:32.270" v="142" actId="207"/>
          <ac:spMkLst>
            <pc:docMk/>
            <pc:sldMk cId="761714059" sldId="365"/>
            <ac:spMk id="9" creationId="{8A048620-FC94-4515-9BB9-AFAA97223774}"/>
          </ac:spMkLst>
        </pc:spChg>
        <pc:graphicFrameChg chg="add mod modGraphic">
          <ac:chgData name="鈴木 秀規" userId="f68c5fd9-22d5-4c0a-9833-7fb0f5135313" providerId="ADAL" clId="{E853165E-E035-4511-B5B4-308A168A0417}" dt="2021-01-26T06:55:55.576" v="132" actId="313"/>
          <ac:graphicFrameMkLst>
            <pc:docMk/>
            <pc:sldMk cId="761714059" sldId="365"/>
            <ac:graphicFrameMk id="8" creationId="{24A77B15-E2C0-47AB-8182-DE4F73A9C347}"/>
          </ac:graphicFrameMkLst>
        </pc:graphicFrameChg>
      </pc:sldChg>
      <pc:sldChg chg="del">
        <pc:chgData name="鈴木 秀規" userId="f68c5fd9-22d5-4c0a-9833-7fb0f5135313" providerId="ADAL" clId="{E853165E-E035-4511-B5B4-308A168A0417}" dt="2021-01-26T06:49:23.924" v="13" actId="2696"/>
        <pc:sldMkLst>
          <pc:docMk/>
          <pc:sldMk cId="1672930496" sldId="365"/>
        </pc:sldMkLst>
      </pc:sldChg>
      <pc:sldChg chg="modSp new mod">
        <pc:chgData name="鈴木 秀規" userId="f68c5fd9-22d5-4c0a-9833-7fb0f5135313" providerId="ADAL" clId="{E853165E-E035-4511-B5B4-308A168A0417}" dt="2021-01-26T06:57:55.540" v="162" actId="20577"/>
        <pc:sldMkLst>
          <pc:docMk/>
          <pc:sldMk cId="680852098" sldId="366"/>
        </pc:sldMkLst>
        <pc:spChg chg="mod">
          <ac:chgData name="鈴木 秀規" userId="f68c5fd9-22d5-4c0a-9833-7fb0f5135313" providerId="ADAL" clId="{E853165E-E035-4511-B5B4-308A168A0417}" dt="2021-01-26T06:56:49.451" v="144"/>
          <ac:spMkLst>
            <pc:docMk/>
            <pc:sldMk cId="680852098" sldId="366"/>
            <ac:spMk id="3" creationId="{FADC6B5B-32D8-4456-8CAF-77166E55C7D9}"/>
          </ac:spMkLst>
        </pc:spChg>
        <pc:spChg chg="mod">
          <ac:chgData name="鈴木 秀規" userId="f68c5fd9-22d5-4c0a-9833-7fb0f5135313" providerId="ADAL" clId="{E853165E-E035-4511-B5B4-308A168A0417}" dt="2021-01-26T06:57:55.540" v="162" actId="20577"/>
          <ac:spMkLst>
            <pc:docMk/>
            <pc:sldMk cId="680852098" sldId="366"/>
            <ac:spMk id="5" creationId="{AF203247-FDC5-4142-A6A8-9F290121F747}"/>
          </ac:spMkLst>
        </pc:spChg>
      </pc:sldChg>
      <pc:sldChg chg="del">
        <pc:chgData name="鈴木 秀規" userId="f68c5fd9-22d5-4c0a-9833-7fb0f5135313" providerId="ADAL" clId="{E853165E-E035-4511-B5B4-308A168A0417}" dt="2021-01-26T06:49:23.924" v="13" actId="2696"/>
        <pc:sldMkLst>
          <pc:docMk/>
          <pc:sldMk cId="3813337944" sldId="366"/>
        </pc:sldMkLst>
      </pc:sldChg>
      <pc:sldChg chg="del">
        <pc:chgData name="鈴木 秀規" userId="f68c5fd9-22d5-4c0a-9833-7fb0f5135313" providerId="ADAL" clId="{E853165E-E035-4511-B5B4-308A168A0417}" dt="2021-01-26T06:49:23.924" v="13" actId="2696"/>
        <pc:sldMkLst>
          <pc:docMk/>
          <pc:sldMk cId="926421663" sldId="367"/>
        </pc:sldMkLst>
      </pc:sldChg>
      <pc:sldChg chg="modSp new mod">
        <pc:chgData name="鈴木 秀規" userId="f68c5fd9-22d5-4c0a-9833-7fb0f5135313" providerId="ADAL" clId="{E853165E-E035-4511-B5B4-308A168A0417}" dt="2021-01-26T06:58:36.452" v="173" actId="207"/>
        <pc:sldMkLst>
          <pc:docMk/>
          <pc:sldMk cId="4223884688" sldId="367"/>
        </pc:sldMkLst>
        <pc:spChg chg="mod">
          <ac:chgData name="鈴木 秀規" userId="f68c5fd9-22d5-4c0a-9833-7fb0f5135313" providerId="ADAL" clId="{E853165E-E035-4511-B5B4-308A168A0417}" dt="2021-01-26T06:58:09.020" v="164"/>
          <ac:spMkLst>
            <pc:docMk/>
            <pc:sldMk cId="4223884688" sldId="367"/>
            <ac:spMk id="3" creationId="{4D44382D-F420-4DA2-97ED-86AF4EE00219}"/>
          </ac:spMkLst>
        </pc:spChg>
        <pc:spChg chg="mod">
          <ac:chgData name="鈴木 秀規" userId="f68c5fd9-22d5-4c0a-9833-7fb0f5135313" providerId="ADAL" clId="{E853165E-E035-4511-B5B4-308A168A0417}" dt="2021-01-26T06:58:36.452" v="173" actId="207"/>
          <ac:spMkLst>
            <pc:docMk/>
            <pc:sldMk cId="4223884688" sldId="367"/>
            <ac:spMk id="5" creationId="{671AB20C-6279-46AD-9F80-21F317F80AA7}"/>
          </ac:spMkLst>
        </pc:spChg>
      </pc:sldChg>
      <pc:sldChg chg="addSp modSp new mod">
        <pc:chgData name="鈴木 秀規" userId="f68c5fd9-22d5-4c0a-9833-7fb0f5135313" providerId="ADAL" clId="{E853165E-E035-4511-B5B4-308A168A0417}" dt="2021-01-26T07:00:37.342" v="193" actId="20577"/>
        <pc:sldMkLst>
          <pc:docMk/>
          <pc:sldMk cId="1322122799" sldId="368"/>
        </pc:sldMkLst>
        <pc:spChg chg="mod">
          <ac:chgData name="鈴木 秀規" userId="f68c5fd9-22d5-4c0a-9833-7fb0f5135313" providerId="ADAL" clId="{E853165E-E035-4511-B5B4-308A168A0417}" dt="2021-01-26T06:58:54.688" v="175"/>
          <ac:spMkLst>
            <pc:docMk/>
            <pc:sldMk cId="1322122799" sldId="368"/>
            <ac:spMk id="3" creationId="{89C63CE1-B4C7-4E52-9D4C-89FC8C97920A}"/>
          </ac:spMkLst>
        </pc:spChg>
        <pc:spChg chg="mod">
          <ac:chgData name="鈴木 秀規" userId="f68c5fd9-22d5-4c0a-9833-7fb0f5135313" providerId="ADAL" clId="{E853165E-E035-4511-B5B4-308A168A0417}" dt="2021-01-26T06:59:05.901" v="179" actId="14100"/>
          <ac:spMkLst>
            <pc:docMk/>
            <pc:sldMk cId="1322122799" sldId="368"/>
            <ac:spMk id="5" creationId="{77F3E9FD-1612-4B26-AF75-B3654AA72AE3}"/>
          </ac:spMkLst>
        </pc:spChg>
        <pc:spChg chg="add mod">
          <ac:chgData name="鈴木 秀規" userId="f68c5fd9-22d5-4c0a-9833-7fb0f5135313" providerId="ADAL" clId="{E853165E-E035-4511-B5B4-308A168A0417}" dt="2021-01-26T07:00:37.342" v="193" actId="20577"/>
          <ac:spMkLst>
            <pc:docMk/>
            <pc:sldMk cId="1322122799" sldId="368"/>
            <ac:spMk id="7" creationId="{C343A5EB-2A4E-49AD-9B0E-AA7D5DED592C}"/>
          </ac:spMkLst>
        </pc:spChg>
        <pc:graphicFrameChg chg="add mod modGraphic">
          <ac:chgData name="鈴木 秀規" userId="f68c5fd9-22d5-4c0a-9833-7fb0f5135313" providerId="ADAL" clId="{E853165E-E035-4511-B5B4-308A168A0417}" dt="2021-01-26T06:59:38.318" v="186" actId="12385"/>
          <ac:graphicFrameMkLst>
            <pc:docMk/>
            <pc:sldMk cId="1322122799" sldId="368"/>
            <ac:graphicFrameMk id="6" creationId="{66BCC900-1F2F-43EB-97AE-71D9DFF52AF4}"/>
          </ac:graphicFrameMkLst>
        </pc:graphicFrameChg>
      </pc:sldChg>
      <pc:sldChg chg="del">
        <pc:chgData name="鈴木 秀規" userId="f68c5fd9-22d5-4c0a-9833-7fb0f5135313" providerId="ADAL" clId="{E853165E-E035-4511-B5B4-308A168A0417}" dt="2021-01-26T06:49:23.924" v="13" actId="2696"/>
        <pc:sldMkLst>
          <pc:docMk/>
          <pc:sldMk cId="1591258520" sldId="368"/>
        </pc:sldMkLst>
      </pc:sldChg>
      <pc:sldChg chg="addSp modSp new mod">
        <pc:chgData name="鈴木 秀規" userId="f68c5fd9-22d5-4c0a-9833-7fb0f5135313" providerId="ADAL" clId="{E853165E-E035-4511-B5B4-308A168A0417}" dt="2021-01-26T07:09:00.463" v="507" actId="1076"/>
        <pc:sldMkLst>
          <pc:docMk/>
          <pc:sldMk cId="315703525" sldId="369"/>
        </pc:sldMkLst>
        <pc:spChg chg="mod">
          <ac:chgData name="鈴木 秀規" userId="f68c5fd9-22d5-4c0a-9833-7fb0f5135313" providerId="ADAL" clId="{E853165E-E035-4511-B5B4-308A168A0417}" dt="2021-01-26T07:00:51.742" v="195"/>
          <ac:spMkLst>
            <pc:docMk/>
            <pc:sldMk cId="315703525" sldId="369"/>
            <ac:spMk id="3" creationId="{3579D21D-214D-4555-8975-F5BB54400AC7}"/>
          </ac:spMkLst>
        </pc:spChg>
        <pc:spChg chg="mod">
          <ac:chgData name="鈴木 秀規" userId="f68c5fd9-22d5-4c0a-9833-7fb0f5135313" providerId="ADAL" clId="{E853165E-E035-4511-B5B4-308A168A0417}" dt="2021-01-26T07:01:02.441" v="199" actId="14100"/>
          <ac:spMkLst>
            <pc:docMk/>
            <pc:sldMk cId="315703525" sldId="369"/>
            <ac:spMk id="5" creationId="{D163C203-11FA-4A78-BFC9-15A479C92BB8}"/>
          </ac:spMkLst>
        </pc:spChg>
        <pc:spChg chg="add mod">
          <ac:chgData name="鈴木 秀規" userId="f68c5fd9-22d5-4c0a-9833-7fb0f5135313" providerId="ADAL" clId="{E853165E-E035-4511-B5B4-308A168A0417}" dt="2021-01-26T07:03:44.599" v="264" actId="14100"/>
          <ac:spMkLst>
            <pc:docMk/>
            <pc:sldMk cId="315703525" sldId="369"/>
            <ac:spMk id="7" creationId="{FFE3FAC7-5395-4AAF-ABA2-9B7509B04D4D}"/>
          </ac:spMkLst>
        </pc:spChg>
        <pc:spChg chg="add mod">
          <ac:chgData name="鈴木 秀規" userId="f68c5fd9-22d5-4c0a-9833-7fb0f5135313" providerId="ADAL" clId="{E853165E-E035-4511-B5B4-308A168A0417}" dt="2021-01-26T07:08:14.331" v="500" actId="1076"/>
          <ac:spMkLst>
            <pc:docMk/>
            <pc:sldMk cId="315703525" sldId="369"/>
            <ac:spMk id="9" creationId="{6D5056E3-2F58-4B23-BB19-5CEAC7EB4FB7}"/>
          </ac:spMkLst>
        </pc:spChg>
        <pc:spChg chg="add mod">
          <ac:chgData name="鈴木 秀規" userId="f68c5fd9-22d5-4c0a-9833-7fb0f5135313" providerId="ADAL" clId="{E853165E-E035-4511-B5B4-308A168A0417}" dt="2021-01-26T07:08:16.235" v="501" actId="571"/>
          <ac:spMkLst>
            <pc:docMk/>
            <pc:sldMk cId="315703525" sldId="369"/>
            <ac:spMk id="10" creationId="{04909C17-CFB9-4D4C-9AC6-0A3C971DE333}"/>
          </ac:spMkLst>
        </pc:spChg>
        <pc:spChg chg="add mod">
          <ac:chgData name="鈴木 秀規" userId="f68c5fd9-22d5-4c0a-9833-7fb0f5135313" providerId="ADAL" clId="{E853165E-E035-4511-B5B4-308A168A0417}" dt="2021-01-26T07:08:25.768" v="502" actId="571"/>
          <ac:spMkLst>
            <pc:docMk/>
            <pc:sldMk cId="315703525" sldId="369"/>
            <ac:spMk id="11" creationId="{59DE6BC7-E6E4-423A-BB58-C78E0EE07548}"/>
          </ac:spMkLst>
        </pc:spChg>
        <pc:spChg chg="add mod">
          <ac:chgData name="鈴木 秀規" userId="f68c5fd9-22d5-4c0a-9833-7fb0f5135313" providerId="ADAL" clId="{E853165E-E035-4511-B5B4-308A168A0417}" dt="2021-01-26T07:08:25.768" v="502" actId="571"/>
          <ac:spMkLst>
            <pc:docMk/>
            <pc:sldMk cId="315703525" sldId="369"/>
            <ac:spMk id="12" creationId="{8ADCFC81-F201-4182-9877-E88678F91386}"/>
          </ac:spMkLst>
        </pc:spChg>
        <pc:spChg chg="add mod">
          <ac:chgData name="鈴木 秀規" userId="f68c5fd9-22d5-4c0a-9833-7fb0f5135313" providerId="ADAL" clId="{E853165E-E035-4511-B5B4-308A168A0417}" dt="2021-01-26T07:09:00.463" v="507" actId="1076"/>
          <ac:spMkLst>
            <pc:docMk/>
            <pc:sldMk cId="315703525" sldId="369"/>
            <ac:spMk id="13" creationId="{7FC3877A-4C79-40D9-956C-E51FFDD02FB7}"/>
          </ac:spMkLst>
        </pc:spChg>
        <pc:graphicFrameChg chg="add mod modGraphic">
          <ac:chgData name="鈴木 秀規" userId="f68c5fd9-22d5-4c0a-9833-7fb0f5135313" providerId="ADAL" clId="{E853165E-E035-4511-B5B4-308A168A0417}" dt="2021-01-26T07:03:07.125" v="255" actId="1076"/>
          <ac:graphicFrameMkLst>
            <pc:docMk/>
            <pc:sldMk cId="315703525" sldId="369"/>
            <ac:graphicFrameMk id="6" creationId="{3FB337BA-FCC4-476F-851F-E9D142017ED6}"/>
          </ac:graphicFrameMkLst>
        </pc:graphicFrameChg>
        <pc:graphicFrameChg chg="add mod modGraphic">
          <ac:chgData name="鈴木 秀規" userId="f68c5fd9-22d5-4c0a-9833-7fb0f5135313" providerId="ADAL" clId="{E853165E-E035-4511-B5B4-308A168A0417}" dt="2021-01-26T07:07:46.065" v="495" actId="12385"/>
          <ac:graphicFrameMkLst>
            <pc:docMk/>
            <pc:sldMk cId="315703525" sldId="369"/>
            <ac:graphicFrameMk id="8" creationId="{49C03C2E-C2C3-4E43-A6AC-F47AF13EE8CD}"/>
          </ac:graphicFrameMkLst>
        </pc:graphicFrameChg>
      </pc:sldChg>
      <pc:sldChg chg="del">
        <pc:chgData name="鈴木 秀規" userId="f68c5fd9-22d5-4c0a-9833-7fb0f5135313" providerId="ADAL" clId="{E853165E-E035-4511-B5B4-308A168A0417}" dt="2021-01-26T06:49:23.924" v="13" actId="2696"/>
        <pc:sldMkLst>
          <pc:docMk/>
          <pc:sldMk cId="4005864456" sldId="369"/>
        </pc:sldMkLst>
      </pc:sldChg>
      <pc:sldChg chg="del">
        <pc:chgData name="鈴木 秀規" userId="f68c5fd9-22d5-4c0a-9833-7fb0f5135313" providerId="ADAL" clId="{E853165E-E035-4511-B5B4-308A168A0417}" dt="2021-01-26T06:49:23.924" v="13" actId="2696"/>
        <pc:sldMkLst>
          <pc:docMk/>
          <pc:sldMk cId="1111639589" sldId="370"/>
        </pc:sldMkLst>
      </pc:sldChg>
      <pc:sldChg chg="modSp new mod">
        <pc:chgData name="鈴木 秀規" userId="f68c5fd9-22d5-4c0a-9833-7fb0f5135313" providerId="ADAL" clId="{E853165E-E035-4511-B5B4-308A168A0417}" dt="2021-01-26T07:09:37.636" v="514" actId="207"/>
        <pc:sldMkLst>
          <pc:docMk/>
          <pc:sldMk cId="1918088230" sldId="370"/>
        </pc:sldMkLst>
        <pc:spChg chg="mod">
          <ac:chgData name="鈴木 秀規" userId="f68c5fd9-22d5-4c0a-9833-7fb0f5135313" providerId="ADAL" clId="{E853165E-E035-4511-B5B4-308A168A0417}" dt="2021-01-26T07:09:18.165" v="509"/>
          <ac:spMkLst>
            <pc:docMk/>
            <pc:sldMk cId="1918088230" sldId="370"/>
            <ac:spMk id="3" creationId="{64F1479F-1941-4D3E-9030-5EA412C6B32C}"/>
          </ac:spMkLst>
        </pc:spChg>
        <pc:spChg chg="mod">
          <ac:chgData name="鈴木 秀規" userId="f68c5fd9-22d5-4c0a-9833-7fb0f5135313" providerId="ADAL" clId="{E853165E-E035-4511-B5B4-308A168A0417}" dt="2021-01-26T07:09:37.636" v="514" actId="207"/>
          <ac:spMkLst>
            <pc:docMk/>
            <pc:sldMk cId="1918088230" sldId="370"/>
            <ac:spMk id="5" creationId="{BFCE6B65-8715-4522-A55C-2D7440524DC1}"/>
          </ac:spMkLst>
        </pc:spChg>
      </pc:sldChg>
      <pc:sldChg chg="del">
        <pc:chgData name="鈴木 秀規" userId="f68c5fd9-22d5-4c0a-9833-7fb0f5135313" providerId="ADAL" clId="{E853165E-E035-4511-B5B4-308A168A0417}" dt="2021-01-26T06:49:23.924" v="13" actId="2696"/>
        <pc:sldMkLst>
          <pc:docMk/>
          <pc:sldMk cId="1449548173" sldId="371"/>
        </pc:sldMkLst>
      </pc:sldChg>
      <pc:sldChg chg="addSp modSp new mod">
        <pc:chgData name="鈴木 秀規" userId="f68c5fd9-22d5-4c0a-9833-7fb0f5135313" providerId="ADAL" clId="{E853165E-E035-4511-B5B4-308A168A0417}" dt="2021-01-26T07:10:45.286" v="527" actId="6549"/>
        <pc:sldMkLst>
          <pc:docMk/>
          <pc:sldMk cId="1875641365" sldId="371"/>
        </pc:sldMkLst>
        <pc:spChg chg="mod">
          <ac:chgData name="鈴木 秀規" userId="f68c5fd9-22d5-4c0a-9833-7fb0f5135313" providerId="ADAL" clId="{E853165E-E035-4511-B5B4-308A168A0417}" dt="2021-01-26T07:09:52.646" v="516"/>
          <ac:spMkLst>
            <pc:docMk/>
            <pc:sldMk cId="1875641365" sldId="371"/>
            <ac:spMk id="3" creationId="{79199FA5-8FEC-4EF4-8FEB-C59D90C2228A}"/>
          </ac:spMkLst>
        </pc:spChg>
        <pc:spChg chg="mod">
          <ac:chgData name="鈴木 秀規" userId="f68c5fd9-22d5-4c0a-9833-7fb0f5135313" providerId="ADAL" clId="{E853165E-E035-4511-B5B4-308A168A0417}" dt="2021-01-26T07:10:06.341" v="519" actId="14100"/>
          <ac:spMkLst>
            <pc:docMk/>
            <pc:sldMk cId="1875641365" sldId="371"/>
            <ac:spMk id="5" creationId="{5DA25019-0660-4BDD-B55E-B5F9E8A5F8FA}"/>
          </ac:spMkLst>
        </pc:spChg>
        <pc:spChg chg="add mod">
          <ac:chgData name="鈴木 秀規" userId="f68c5fd9-22d5-4c0a-9833-7fb0f5135313" providerId="ADAL" clId="{E853165E-E035-4511-B5B4-308A168A0417}" dt="2021-01-26T07:10:45.286" v="527" actId="6549"/>
          <ac:spMkLst>
            <pc:docMk/>
            <pc:sldMk cId="1875641365" sldId="371"/>
            <ac:spMk id="7" creationId="{46B1B2EB-2B3A-4DC1-B80B-474661379F83}"/>
          </ac:spMkLst>
        </pc:spChg>
        <pc:graphicFrameChg chg="add mod modGraphic">
          <ac:chgData name="鈴木 秀規" userId="f68c5fd9-22d5-4c0a-9833-7fb0f5135313" providerId="ADAL" clId="{E853165E-E035-4511-B5B4-308A168A0417}" dt="2021-01-26T07:10:27.368" v="524" actId="12385"/>
          <ac:graphicFrameMkLst>
            <pc:docMk/>
            <pc:sldMk cId="1875641365" sldId="371"/>
            <ac:graphicFrameMk id="6" creationId="{DB6E5E4E-A296-4C66-AFBD-8AB7FFAEFF35}"/>
          </ac:graphicFrameMkLst>
        </pc:graphicFrameChg>
      </pc:sldChg>
      <pc:sldChg chg="del">
        <pc:chgData name="鈴木 秀規" userId="f68c5fd9-22d5-4c0a-9833-7fb0f5135313" providerId="ADAL" clId="{E853165E-E035-4511-B5B4-308A168A0417}" dt="2021-01-26T06:49:23.924" v="13" actId="2696"/>
        <pc:sldMkLst>
          <pc:docMk/>
          <pc:sldMk cId="944436562" sldId="372"/>
        </pc:sldMkLst>
      </pc:sldChg>
      <pc:sldChg chg="addSp modSp new mod">
        <pc:chgData name="鈴木 秀規" userId="f68c5fd9-22d5-4c0a-9833-7fb0f5135313" providerId="ADAL" clId="{E853165E-E035-4511-B5B4-308A168A0417}" dt="2021-01-26T07:16:30.417" v="558" actId="14100"/>
        <pc:sldMkLst>
          <pc:docMk/>
          <pc:sldMk cId="4147123060" sldId="372"/>
        </pc:sldMkLst>
        <pc:spChg chg="mod">
          <ac:chgData name="鈴木 秀規" userId="f68c5fd9-22d5-4c0a-9833-7fb0f5135313" providerId="ADAL" clId="{E853165E-E035-4511-B5B4-308A168A0417}" dt="2021-01-26T07:14:45.061" v="529"/>
          <ac:spMkLst>
            <pc:docMk/>
            <pc:sldMk cId="4147123060" sldId="372"/>
            <ac:spMk id="3" creationId="{2EA18155-BA30-4B8F-9456-D66423E4C71E}"/>
          </ac:spMkLst>
        </pc:spChg>
        <pc:spChg chg="mod">
          <ac:chgData name="鈴木 秀規" userId="f68c5fd9-22d5-4c0a-9833-7fb0f5135313" providerId="ADAL" clId="{E853165E-E035-4511-B5B4-308A168A0417}" dt="2021-01-26T07:15:11.190" v="545" actId="14100"/>
          <ac:spMkLst>
            <pc:docMk/>
            <pc:sldMk cId="4147123060" sldId="372"/>
            <ac:spMk id="5" creationId="{7F2EA038-8175-4307-8624-788489285D38}"/>
          </ac:spMkLst>
        </pc:spChg>
        <pc:spChg chg="add mod">
          <ac:chgData name="鈴木 秀規" userId="f68c5fd9-22d5-4c0a-9833-7fb0f5135313" providerId="ADAL" clId="{E853165E-E035-4511-B5B4-308A168A0417}" dt="2021-01-26T07:16:30.417" v="558" actId="14100"/>
          <ac:spMkLst>
            <pc:docMk/>
            <pc:sldMk cId="4147123060" sldId="372"/>
            <ac:spMk id="7" creationId="{7C184432-A4C0-43A0-9489-DFE4013BDC15}"/>
          </ac:spMkLst>
        </pc:spChg>
        <pc:graphicFrameChg chg="add mod modGraphic">
          <ac:chgData name="鈴木 秀規" userId="f68c5fd9-22d5-4c0a-9833-7fb0f5135313" providerId="ADAL" clId="{E853165E-E035-4511-B5B4-308A168A0417}" dt="2021-01-26T07:15:29.391" v="550" actId="12385"/>
          <ac:graphicFrameMkLst>
            <pc:docMk/>
            <pc:sldMk cId="4147123060" sldId="372"/>
            <ac:graphicFrameMk id="6" creationId="{8D427EB3-FACB-4063-B0DC-990726DCB991}"/>
          </ac:graphicFrameMkLst>
        </pc:graphicFrameChg>
      </pc:sldChg>
      <pc:sldChg chg="del">
        <pc:chgData name="鈴木 秀規" userId="f68c5fd9-22d5-4c0a-9833-7fb0f5135313" providerId="ADAL" clId="{E853165E-E035-4511-B5B4-308A168A0417}" dt="2021-01-26T06:49:23.924" v="13" actId="2696"/>
        <pc:sldMkLst>
          <pc:docMk/>
          <pc:sldMk cId="35644827" sldId="373"/>
        </pc:sldMkLst>
      </pc:sldChg>
      <pc:sldChg chg="modSp new mod">
        <pc:chgData name="鈴木 秀規" userId="f68c5fd9-22d5-4c0a-9833-7fb0f5135313" providerId="ADAL" clId="{E853165E-E035-4511-B5B4-308A168A0417}" dt="2021-01-26T07:17:03.116" v="569" actId="207"/>
        <pc:sldMkLst>
          <pc:docMk/>
          <pc:sldMk cId="310747956" sldId="373"/>
        </pc:sldMkLst>
        <pc:spChg chg="mod">
          <ac:chgData name="鈴木 秀規" userId="f68c5fd9-22d5-4c0a-9833-7fb0f5135313" providerId="ADAL" clId="{E853165E-E035-4511-B5B4-308A168A0417}" dt="2021-01-26T07:16:39.438" v="560"/>
          <ac:spMkLst>
            <pc:docMk/>
            <pc:sldMk cId="310747956" sldId="373"/>
            <ac:spMk id="3" creationId="{1D48062C-486F-4508-9019-5F8EBA5C15A4}"/>
          </ac:spMkLst>
        </pc:spChg>
        <pc:spChg chg="mod">
          <ac:chgData name="鈴木 秀規" userId="f68c5fd9-22d5-4c0a-9833-7fb0f5135313" providerId="ADAL" clId="{E853165E-E035-4511-B5B4-308A168A0417}" dt="2021-01-26T07:17:03.116" v="569" actId="207"/>
          <ac:spMkLst>
            <pc:docMk/>
            <pc:sldMk cId="310747956" sldId="373"/>
            <ac:spMk id="5" creationId="{A4750B68-70D9-4C99-AF60-82482FAB7F0A}"/>
          </ac:spMkLst>
        </pc:spChg>
      </pc:sldChg>
      <pc:sldChg chg="modSp new mod">
        <pc:chgData name="鈴木 秀規" userId="f68c5fd9-22d5-4c0a-9833-7fb0f5135313" providerId="ADAL" clId="{E853165E-E035-4511-B5B4-308A168A0417}" dt="2021-01-26T07:18:19.034" v="594" actId="207"/>
        <pc:sldMkLst>
          <pc:docMk/>
          <pc:sldMk cId="84034417" sldId="374"/>
        </pc:sldMkLst>
        <pc:spChg chg="mod">
          <ac:chgData name="鈴木 秀規" userId="f68c5fd9-22d5-4c0a-9833-7fb0f5135313" providerId="ADAL" clId="{E853165E-E035-4511-B5B4-308A168A0417}" dt="2021-01-26T07:17:12.938" v="571"/>
          <ac:spMkLst>
            <pc:docMk/>
            <pc:sldMk cId="84034417" sldId="374"/>
            <ac:spMk id="3" creationId="{E06B1000-9220-4D64-830A-7136494F2DBF}"/>
          </ac:spMkLst>
        </pc:spChg>
        <pc:spChg chg="mod">
          <ac:chgData name="鈴木 秀規" userId="f68c5fd9-22d5-4c0a-9833-7fb0f5135313" providerId="ADAL" clId="{E853165E-E035-4511-B5B4-308A168A0417}" dt="2021-01-26T07:18:19.034" v="594" actId="207"/>
          <ac:spMkLst>
            <pc:docMk/>
            <pc:sldMk cId="84034417" sldId="374"/>
            <ac:spMk id="5" creationId="{8AB3D740-2F1A-4FA4-AF46-FF8F852F0650}"/>
          </ac:spMkLst>
        </pc:spChg>
      </pc:sldChg>
      <pc:sldChg chg="del">
        <pc:chgData name="鈴木 秀規" userId="f68c5fd9-22d5-4c0a-9833-7fb0f5135313" providerId="ADAL" clId="{E853165E-E035-4511-B5B4-308A168A0417}" dt="2021-01-26T06:49:23.924" v="13" actId="2696"/>
        <pc:sldMkLst>
          <pc:docMk/>
          <pc:sldMk cId="3586215112" sldId="374"/>
        </pc:sldMkLst>
      </pc:sldChg>
      <pc:sldChg chg="del">
        <pc:chgData name="鈴木 秀規" userId="f68c5fd9-22d5-4c0a-9833-7fb0f5135313" providerId="ADAL" clId="{E853165E-E035-4511-B5B4-308A168A0417}" dt="2021-01-26T06:49:23.924" v="13" actId="2696"/>
        <pc:sldMkLst>
          <pc:docMk/>
          <pc:sldMk cId="3278431197" sldId="375"/>
        </pc:sldMkLst>
      </pc:sldChg>
      <pc:sldChg chg="modSp new mod">
        <pc:chgData name="鈴木 秀規" userId="f68c5fd9-22d5-4c0a-9833-7fb0f5135313" providerId="ADAL" clId="{E853165E-E035-4511-B5B4-308A168A0417}" dt="2021-01-26T07:19:41.168" v="628" actId="207"/>
        <pc:sldMkLst>
          <pc:docMk/>
          <pc:sldMk cId="4133178376" sldId="375"/>
        </pc:sldMkLst>
        <pc:spChg chg="mod">
          <ac:chgData name="鈴木 秀規" userId="f68c5fd9-22d5-4c0a-9833-7fb0f5135313" providerId="ADAL" clId="{E853165E-E035-4511-B5B4-308A168A0417}" dt="2021-01-26T07:18:35.603" v="596"/>
          <ac:spMkLst>
            <pc:docMk/>
            <pc:sldMk cId="4133178376" sldId="375"/>
            <ac:spMk id="3" creationId="{746B367E-1769-43F6-B709-9DC962BCAD84}"/>
          </ac:spMkLst>
        </pc:spChg>
        <pc:spChg chg="mod">
          <ac:chgData name="鈴木 秀規" userId="f68c5fd9-22d5-4c0a-9833-7fb0f5135313" providerId="ADAL" clId="{E853165E-E035-4511-B5B4-308A168A0417}" dt="2021-01-26T07:19:41.168" v="628" actId="207"/>
          <ac:spMkLst>
            <pc:docMk/>
            <pc:sldMk cId="4133178376" sldId="375"/>
            <ac:spMk id="5" creationId="{7BD660E2-4B00-4845-95F2-9DBB4781CAE5}"/>
          </ac:spMkLst>
        </pc:spChg>
      </pc:sldChg>
      <pc:sldChg chg="del">
        <pc:chgData name="鈴木 秀規" userId="f68c5fd9-22d5-4c0a-9833-7fb0f5135313" providerId="ADAL" clId="{E853165E-E035-4511-B5B4-308A168A0417}" dt="2021-01-26T06:49:23.924" v="13" actId="2696"/>
        <pc:sldMkLst>
          <pc:docMk/>
          <pc:sldMk cId="3335697102" sldId="376"/>
        </pc:sldMkLst>
      </pc:sldChg>
      <pc:sldChg chg="modSp new mod">
        <pc:chgData name="鈴木 秀規" userId="f68c5fd9-22d5-4c0a-9833-7fb0f5135313" providerId="ADAL" clId="{E853165E-E035-4511-B5B4-308A168A0417}" dt="2021-01-26T07:21:48.714" v="658" actId="207"/>
        <pc:sldMkLst>
          <pc:docMk/>
          <pc:sldMk cId="3795804375" sldId="376"/>
        </pc:sldMkLst>
        <pc:spChg chg="mod">
          <ac:chgData name="鈴木 秀規" userId="f68c5fd9-22d5-4c0a-9833-7fb0f5135313" providerId="ADAL" clId="{E853165E-E035-4511-B5B4-308A168A0417}" dt="2021-01-26T07:20:07.699" v="630"/>
          <ac:spMkLst>
            <pc:docMk/>
            <pc:sldMk cId="3795804375" sldId="376"/>
            <ac:spMk id="3" creationId="{B507E0B6-C1E9-4F9D-8B09-1681C4D89919}"/>
          </ac:spMkLst>
        </pc:spChg>
        <pc:spChg chg="mod">
          <ac:chgData name="鈴木 秀規" userId="f68c5fd9-22d5-4c0a-9833-7fb0f5135313" providerId="ADAL" clId="{E853165E-E035-4511-B5B4-308A168A0417}" dt="2021-01-26T07:21:48.714" v="658" actId="207"/>
          <ac:spMkLst>
            <pc:docMk/>
            <pc:sldMk cId="3795804375" sldId="376"/>
            <ac:spMk id="5" creationId="{BE107BB1-F5D7-4713-A850-B3ACA63D2DE9}"/>
          </ac:spMkLst>
        </pc:spChg>
      </pc:sldChg>
      <pc:sldChg chg="del">
        <pc:chgData name="鈴木 秀規" userId="f68c5fd9-22d5-4c0a-9833-7fb0f5135313" providerId="ADAL" clId="{E853165E-E035-4511-B5B4-308A168A0417}" dt="2021-01-26T06:49:23.924" v="13" actId="2696"/>
        <pc:sldMkLst>
          <pc:docMk/>
          <pc:sldMk cId="1075370688" sldId="377"/>
        </pc:sldMkLst>
      </pc:sldChg>
      <pc:sldChg chg="modSp new mod">
        <pc:chgData name="鈴木 秀規" userId="f68c5fd9-22d5-4c0a-9833-7fb0f5135313" providerId="ADAL" clId="{E853165E-E035-4511-B5B4-308A168A0417}" dt="2021-01-26T07:24:00.081" v="677"/>
        <pc:sldMkLst>
          <pc:docMk/>
          <pc:sldMk cId="4201067025" sldId="377"/>
        </pc:sldMkLst>
        <pc:spChg chg="mod">
          <ac:chgData name="鈴木 秀規" userId="f68c5fd9-22d5-4c0a-9833-7fb0f5135313" providerId="ADAL" clId="{E853165E-E035-4511-B5B4-308A168A0417}" dt="2021-01-26T07:24:00.081" v="677"/>
          <ac:spMkLst>
            <pc:docMk/>
            <pc:sldMk cId="4201067025" sldId="377"/>
            <ac:spMk id="3" creationId="{0665AB20-5634-4D5D-BE5B-3E4D60E5D7CB}"/>
          </ac:spMkLst>
        </pc:spChg>
        <pc:spChg chg="mod">
          <ac:chgData name="鈴木 秀規" userId="f68c5fd9-22d5-4c0a-9833-7fb0f5135313" providerId="ADAL" clId="{E853165E-E035-4511-B5B4-308A168A0417}" dt="2021-01-26T07:23:42.653" v="676" actId="207"/>
          <ac:spMkLst>
            <pc:docMk/>
            <pc:sldMk cId="4201067025" sldId="377"/>
            <ac:spMk id="5" creationId="{63F330CA-F3E7-4D06-A9A4-0E49DCF88952}"/>
          </ac:spMkLst>
        </pc:spChg>
      </pc:sldChg>
      <pc:sldChg chg="modSp new mod">
        <pc:chgData name="鈴木 秀規" userId="f68c5fd9-22d5-4c0a-9833-7fb0f5135313" providerId="ADAL" clId="{E853165E-E035-4511-B5B4-308A168A0417}" dt="2021-01-26T07:25:50.648" v="716" actId="20577"/>
        <pc:sldMkLst>
          <pc:docMk/>
          <pc:sldMk cId="2170260322" sldId="378"/>
        </pc:sldMkLst>
        <pc:spChg chg="mod">
          <ac:chgData name="鈴木 秀規" userId="f68c5fd9-22d5-4c0a-9833-7fb0f5135313" providerId="ADAL" clId="{E853165E-E035-4511-B5B4-308A168A0417}" dt="2021-01-26T07:24:20.672" v="679"/>
          <ac:spMkLst>
            <pc:docMk/>
            <pc:sldMk cId="2170260322" sldId="378"/>
            <ac:spMk id="3" creationId="{0DA8AECB-9949-437E-B1D6-39595C07B0D8}"/>
          </ac:spMkLst>
        </pc:spChg>
        <pc:spChg chg="mod">
          <ac:chgData name="鈴木 秀規" userId="f68c5fd9-22d5-4c0a-9833-7fb0f5135313" providerId="ADAL" clId="{E853165E-E035-4511-B5B4-308A168A0417}" dt="2021-01-26T07:25:50.648" v="716" actId="20577"/>
          <ac:spMkLst>
            <pc:docMk/>
            <pc:sldMk cId="2170260322" sldId="378"/>
            <ac:spMk id="5" creationId="{4FDEE744-CA72-4937-ADAC-29EBAB9434D3}"/>
          </ac:spMkLst>
        </pc:spChg>
      </pc:sldChg>
      <pc:sldChg chg="del">
        <pc:chgData name="鈴木 秀規" userId="f68c5fd9-22d5-4c0a-9833-7fb0f5135313" providerId="ADAL" clId="{E853165E-E035-4511-B5B4-308A168A0417}" dt="2021-01-26T06:49:23.924" v="13" actId="2696"/>
        <pc:sldMkLst>
          <pc:docMk/>
          <pc:sldMk cId="2580646882" sldId="378"/>
        </pc:sldMkLst>
      </pc:sldChg>
      <pc:sldChg chg="del">
        <pc:chgData name="鈴木 秀規" userId="f68c5fd9-22d5-4c0a-9833-7fb0f5135313" providerId="ADAL" clId="{E853165E-E035-4511-B5B4-308A168A0417}" dt="2021-01-26T06:49:23.924" v="13" actId="2696"/>
        <pc:sldMkLst>
          <pc:docMk/>
          <pc:sldMk cId="3868544456" sldId="379"/>
        </pc:sldMkLst>
      </pc:sldChg>
      <pc:sldChg chg="modSp new mod">
        <pc:chgData name="鈴木 秀規" userId="f68c5fd9-22d5-4c0a-9833-7fb0f5135313" providerId="ADAL" clId="{E853165E-E035-4511-B5B4-308A168A0417}" dt="2021-01-26T07:27:23.533" v="740" actId="207"/>
        <pc:sldMkLst>
          <pc:docMk/>
          <pc:sldMk cId="4171248681" sldId="379"/>
        </pc:sldMkLst>
        <pc:spChg chg="mod">
          <ac:chgData name="鈴木 秀規" userId="f68c5fd9-22d5-4c0a-9833-7fb0f5135313" providerId="ADAL" clId="{E853165E-E035-4511-B5B4-308A168A0417}" dt="2021-01-26T07:26:07.408" v="718"/>
          <ac:spMkLst>
            <pc:docMk/>
            <pc:sldMk cId="4171248681" sldId="379"/>
            <ac:spMk id="3" creationId="{6AB4C576-1A20-40B6-9482-425697740EAC}"/>
          </ac:spMkLst>
        </pc:spChg>
        <pc:spChg chg="mod">
          <ac:chgData name="鈴木 秀規" userId="f68c5fd9-22d5-4c0a-9833-7fb0f5135313" providerId="ADAL" clId="{E853165E-E035-4511-B5B4-308A168A0417}" dt="2021-01-26T07:27:23.533" v="740" actId="207"/>
          <ac:spMkLst>
            <pc:docMk/>
            <pc:sldMk cId="4171248681" sldId="379"/>
            <ac:spMk id="5" creationId="{411E77CC-7B52-4ADF-9369-7EE2F4FF9FB4}"/>
          </ac:spMkLst>
        </pc:spChg>
      </pc:sldChg>
      <pc:sldChg chg="modSp new mod">
        <pc:chgData name="鈴木 秀規" userId="f68c5fd9-22d5-4c0a-9833-7fb0f5135313" providerId="ADAL" clId="{E853165E-E035-4511-B5B4-308A168A0417}" dt="2021-01-26T07:30:14.987" v="775" actId="207"/>
        <pc:sldMkLst>
          <pc:docMk/>
          <pc:sldMk cId="1003752797" sldId="380"/>
        </pc:sldMkLst>
        <pc:spChg chg="mod">
          <ac:chgData name="鈴木 秀規" userId="f68c5fd9-22d5-4c0a-9833-7fb0f5135313" providerId="ADAL" clId="{E853165E-E035-4511-B5B4-308A168A0417}" dt="2021-01-26T07:27:37.948" v="742"/>
          <ac:spMkLst>
            <pc:docMk/>
            <pc:sldMk cId="1003752797" sldId="380"/>
            <ac:spMk id="3" creationId="{3DD7817D-51CC-4908-AFA3-B8716B0E7C8D}"/>
          </ac:spMkLst>
        </pc:spChg>
        <pc:spChg chg="mod">
          <ac:chgData name="鈴木 秀規" userId="f68c5fd9-22d5-4c0a-9833-7fb0f5135313" providerId="ADAL" clId="{E853165E-E035-4511-B5B4-308A168A0417}" dt="2021-01-26T07:30:14.987" v="775" actId="207"/>
          <ac:spMkLst>
            <pc:docMk/>
            <pc:sldMk cId="1003752797" sldId="380"/>
            <ac:spMk id="5" creationId="{A04F5A0A-D700-4503-AA4B-9F9FF34EA903}"/>
          </ac:spMkLst>
        </pc:spChg>
      </pc:sldChg>
      <pc:sldChg chg="del">
        <pc:chgData name="鈴木 秀規" userId="f68c5fd9-22d5-4c0a-9833-7fb0f5135313" providerId="ADAL" clId="{E853165E-E035-4511-B5B4-308A168A0417}" dt="2021-01-26T06:49:23.924" v="13" actId="2696"/>
        <pc:sldMkLst>
          <pc:docMk/>
          <pc:sldMk cId="1868720455" sldId="380"/>
        </pc:sldMkLst>
      </pc:sldChg>
      <pc:sldChg chg="modSp new mod">
        <pc:chgData name="鈴木 秀規" userId="f68c5fd9-22d5-4c0a-9833-7fb0f5135313" providerId="ADAL" clId="{E853165E-E035-4511-B5B4-308A168A0417}" dt="2021-01-26T07:31:18.750" v="789" actId="207"/>
        <pc:sldMkLst>
          <pc:docMk/>
          <pc:sldMk cId="2315279680" sldId="381"/>
        </pc:sldMkLst>
        <pc:spChg chg="mod">
          <ac:chgData name="鈴木 秀規" userId="f68c5fd9-22d5-4c0a-9833-7fb0f5135313" providerId="ADAL" clId="{E853165E-E035-4511-B5B4-308A168A0417}" dt="2021-01-26T07:30:34.108" v="777"/>
          <ac:spMkLst>
            <pc:docMk/>
            <pc:sldMk cId="2315279680" sldId="381"/>
            <ac:spMk id="3" creationId="{3AA44DE9-1882-47A0-A1B1-12AE5F0F2CA2}"/>
          </ac:spMkLst>
        </pc:spChg>
        <pc:spChg chg="mod">
          <ac:chgData name="鈴木 秀規" userId="f68c5fd9-22d5-4c0a-9833-7fb0f5135313" providerId="ADAL" clId="{E853165E-E035-4511-B5B4-308A168A0417}" dt="2021-01-26T07:31:18.750" v="789" actId="207"/>
          <ac:spMkLst>
            <pc:docMk/>
            <pc:sldMk cId="2315279680" sldId="381"/>
            <ac:spMk id="5" creationId="{608B9E3C-5E1C-4FFD-81A1-35C10C8DAB11}"/>
          </ac:spMkLst>
        </pc:spChg>
      </pc:sldChg>
      <pc:sldChg chg="del">
        <pc:chgData name="鈴木 秀規" userId="f68c5fd9-22d5-4c0a-9833-7fb0f5135313" providerId="ADAL" clId="{E853165E-E035-4511-B5B4-308A168A0417}" dt="2021-01-26T06:49:23.924" v="13" actId="2696"/>
        <pc:sldMkLst>
          <pc:docMk/>
          <pc:sldMk cId="3747614513" sldId="381"/>
        </pc:sldMkLst>
      </pc:sldChg>
      <pc:sldChg chg="del">
        <pc:chgData name="鈴木 秀規" userId="f68c5fd9-22d5-4c0a-9833-7fb0f5135313" providerId="ADAL" clId="{E853165E-E035-4511-B5B4-308A168A0417}" dt="2021-01-26T06:49:23.924" v="13" actId="2696"/>
        <pc:sldMkLst>
          <pc:docMk/>
          <pc:sldMk cId="882110079" sldId="382"/>
        </pc:sldMkLst>
      </pc:sldChg>
      <pc:sldChg chg="addSp modSp new mod">
        <pc:chgData name="鈴木 秀規" userId="f68c5fd9-22d5-4c0a-9833-7fb0f5135313" providerId="ADAL" clId="{E853165E-E035-4511-B5B4-308A168A0417}" dt="2021-01-26T07:34:31.793" v="831" actId="14100"/>
        <pc:sldMkLst>
          <pc:docMk/>
          <pc:sldMk cId="3359842153" sldId="382"/>
        </pc:sldMkLst>
        <pc:spChg chg="mod">
          <ac:chgData name="鈴木 秀規" userId="f68c5fd9-22d5-4c0a-9833-7fb0f5135313" providerId="ADAL" clId="{E853165E-E035-4511-B5B4-308A168A0417}" dt="2021-01-26T07:31:47.528" v="791"/>
          <ac:spMkLst>
            <pc:docMk/>
            <pc:sldMk cId="3359842153" sldId="382"/>
            <ac:spMk id="3" creationId="{5BF686A8-918B-4F3E-8480-FEA5F57E528A}"/>
          </ac:spMkLst>
        </pc:spChg>
        <pc:spChg chg="mod">
          <ac:chgData name="鈴木 秀規" userId="f68c5fd9-22d5-4c0a-9833-7fb0f5135313" providerId="ADAL" clId="{E853165E-E035-4511-B5B4-308A168A0417}" dt="2021-01-26T07:32:40.096" v="801" actId="1076"/>
          <ac:spMkLst>
            <pc:docMk/>
            <pc:sldMk cId="3359842153" sldId="382"/>
            <ac:spMk id="5" creationId="{1316296B-B24E-4F7F-9D1A-245D14D29C41}"/>
          </ac:spMkLst>
        </pc:spChg>
        <pc:spChg chg="add mod">
          <ac:chgData name="鈴木 秀規" userId="f68c5fd9-22d5-4c0a-9833-7fb0f5135313" providerId="ADAL" clId="{E853165E-E035-4511-B5B4-308A168A0417}" dt="2021-01-26T07:33:49.580" v="823" actId="207"/>
          <ac:spMkLst>
            <pc:docMk/>
            <pc:sldMk cId="3359842153" sldId="382"/>
            <ac:spMk id="6" creationId="{95B1C548-0F5B-4737-A0BD-405E70558ED2}"/>
          </ac:spMkLst>
        </pc:spChg>
        <pc:spChg chg="add mod">
          <ac:chgData name="鈴木 秀規" userId="f68c5fd9-22d5-4c0a-9833-7fb0f5135313" providerId="ADAL" clId="{E853165E-E035-4511-B5B4-308A168A0417}" dt="2021-01-26T07:34:31.793" v="831" actId="14100"/>
          <ac:spMkLst>
            <pc:docMk/>
            <pc:sldMk cId="3359842153" sldId="382"/>
            <ac:spMk id="7" creationId="{AF0ACB7C-680B-4722-98C7-CBF77C542C99}"/>
          </ac:spMkLst>
        </pc:spChg>
      </pc:sldChg>
      <pc:sldChg chg="modSp new mod">
        <pc:chgData name="鈴木 秀規" userId="f68c5fd9-22d5-4c0a-9833-7fb0f5135313" providerId="ADAL" clId="{E853165E-E035-4511-B5B4-308A168A0417}" dt="2021-01-26T07:36:21.744" v="847" actId="207"/>
        <pc:sldMkLst>
          <pc:docMk/>
          <pc:sldMk cId="2193843838" sldId="383"/>
        </pc:sldMkLst>
        <pc:spChg chg="mod">
          <ac:chgData name="鈴木 秀規" userId="f68c5fd9-22d5-4c0a-9833-7fb0f5135313" providerId="ADAL" clId="{E853165E-E035-4511-B5B4-308A168A0417}" dt="2021-01-26T07:35:06.888" v="833"/>
          <ac:spMkLst>
            <pc:docMk/>
            <pc:sldMk cId="2193843838" sldId="383"/>
            <ac:spMk id="3" creationId="{371F9F1C-E73B-4FDA-97E3-F6FA05DF4201}"/>
          </ac:spMkLst>
        </pc:spChg>
        <pc:spChg chg="mod">
          <ac:chgData name="鈴木 秀規" userId="f68c5fd9-22d5-4c0a-9833-7fb0f5135313" providerId="ADAL" clId="{E853165E-E035-4511-B5B4-308A168A0417}" dt="2021-01-26T07:36:21.744" v="847" actId="207"/>
          <ac:spMkLst>
            <pc:docMk/>
            <pc:sldMk cId="2193843838" sldId="383"/>
            <ac:spMk id="5" creationId="{ECFFFE50-9C3A-41A8-A1A8-E9307DCB243E}"/>
          </ac:spMkLst>
        </pc:spChg>
      </pc:sldChg>
      <pc:sldChg chg="del">
        <pc:chgData name="鈴木 秀規" userId="f68c5fd9-22d5-4c0a-9833-7fb0f5135313" providerId="ADAL" clId="{E853165E-E035-4511-B5B4-308A168A0417}" dt="2021-01-26T06:49:23.924" v="13" actId="2696"/>
        <pc:sldMkLst>
          <pc:docMk/>
          <pc:sldMk cId="2781782632" sldId="383"/>
        </pc:sldMkLst>
      </pc:sldChg>
      <pc:sldChg chg="modSp add mod ord">
        <pc:chgData name="鈴木 秀規" userId="f68c5fd9-22d5-4c0a-9833-7fb0f5135313" providerId="ADAL" clId="{E853165E-E035-4511-B5B4-308A168A0417}" dt="2021-01-26T07:39:14.652" v="873" actId="1076"/>
        <pc:sldMkLst>
          <pc:docMk/>
          <pc:sldMk cId="1703172032" sldId="384"/>
        </pc:sldMkLst>
        <pc:spChg chg="mod">
          <ac:chgData name="鈴木 秀規" userId="f68c5fd9-22d5-4c0a-9833-7fb0f5135313" providerId="ADAL" clId="{E853165E-E035-4511-B5B4-308A168A0417}" dt="2021-01-26T07:36:42.249" v="853"/>
          <ac:spMkLst>
            <pc:docMk/>
            <pc:sldMk cId="1703172032" sldId="384"/>
            <ac:spMk id="5" creationId="{1316296B-B24E-4F7F-9D1A-245D14D29C41}"/>
          </ac:spMkLst>
        </pc:spChg>
        <pc:spChg chg="mod">
          <ac:chgData name="鈴木 秀規" userId="f68c5fd9-22d5-4c0a-9833-7fb0f5135313" providerId="ADAL" clId="{E853165E-E035-4511-B5B4-308A168A0417}" dt="2021-01-26T07:39:06.824" v="871" actId="14100"/>
          <ac:spMkLst>
            <pc:docMk/>
            <pc:sldMk cId="1703172032" sldId="384"/>
            <ac:spMk id="6" creationId="{95B1C548-0F5B-4737-A0BD-405E70558ED2}"/>
          </ac:spMkLst>
        </pc:spChg>
        <pc:spChg chg="mod">
          <ac:chgData name="鈴木 秀規" userId="f68c5fd9-22d5-4c0a-9833-7fb0f5135313" providerId="ADAL" clId="{E853165E-E035-4511-B5B4-308A168A0417}" dt="2021-01-26T07:39:14.652" v="873" actId="1076"/>
          <ac:spMkLst>
            <pc:docMk/>
            <pc:sldMk cId="1703172032" sldId="384"/>
            <ac:spMk id="7" creationId="{AF0ACB7C-680B-4722-98C7-CBF77C542C99}"/>
          </ac:spMkLst>
        </pc:spChg>
      </pc:sldChg>
      <pc:sldChg chg="del">
        <pc:chgData name="鈴木 秀規" userId="f68c5fd9-22d5-4c0a-9833-7fb0f5135313" providerId="ADAL" clId="{E853165E-E035-4511-B5B4-308A168A0417}" dt="2021-01-26T06:49:23.924" v="13" actId="2696"/>
        <pc:sldMkLst>
          <pc:docMk/>
          <pc:sldMk cId="4147991204" sldId="384"/>
        </pc:sldMkLst>
      </pc:sldChg>
      <pc:sldChg chg="modSp new mod">
        <pc:chgData name="鈴木 秀規" userId="f68c5fd9-22d5-4c0a-9833-7fb0f5135313" providerId="ADAL" clId="{E853165E-E035-4511-B5B4-308A168A0417}" dt="2021-01-26T07:40:36.140" v="901" actId="207"/>
        <pc:sldMkLst>
          <pc:docMk/>
          <pc:sldMk cId="405086457" sldId="385"/>
        </pc:sldMkLst>
        <pc:spChg chg="mod">
          <ac:chgData name="鈴木 秀規" userId="f68c5fd9-22d5-4c0a-9833-7fb0f5135313" providerId="ADAL" clId="{E853165E-E035-4511-B5B4-308A168A0417}" dt="2021-01-26T07:39:28.938" v="875"/>
          <ac:spMkLst>
            <pc:docMk/>
            <pc:sldMk cId="405086457" sldId="385"/>
            <ac:spMk id="3" creationId="{3160D83B-ECD4-4212-832C-905B76595963}"/>
          </ac:spMkLst>
        </pc:spChg>
        <pc:spChg chg="mod">
          <ac:chgData name="鈴木 秀規" userId="f68c5fd9-22d5-4c0a-9833-7fb0f5135313" providerId="ADAL" clId="{E853165E-E035-4511-B5B4-308A168A0417}" dt="2021-01-26T07:40:36.140" v="901" actId="207"/>
          <ac:spMkLst>
            <pc:docMk/>
            <pc:sldMk cId="405086457" sldId="385"/>
            <ac:spMk id="5" creationId="{24EF08D6-A88C-4E3D-A14F-34B27436FAEC}"/>
          </ac:spMkLst>
        </pc:spChg>
      </pc:sldChg>
      <pc:sldChg chg="del">
        <pc:chgData name="鈴木 秀規" userId="f68c5fd9-22d5-4c0a-9833-7fb0f5135313" providerId="ADAL" clId="{E853165E-E035-4511-B5B4-308A168A0417}" dt="2021-01-26T06:49:23.924" v="13" actId="2696"/>
        <pc:sldMkLst>
          <pc:docMk/>
          <pc:sldMk cId="1389535331" sldId="385"/>
        </pc:sldMkLst>
      </pc:sldChg>
      <pc:sldChg chg="del">
        <pc:chgData name="鈴木 秀規" userId="f68c5fd9-22d5-4c0a-9833-7fb0f5135313" providerId="ADAL" clId="{E853165E-E035-4511-B5B4-308A168A0417}" dt="2021-01-26T06:49:23.924" v="13" actId="2696"/>
        <pc:sldMkLst>
          <pc:docMk/>
          <pc:sldMk cId="3711062952" sldId="386"/>
        </pc:sldMkLst>
      </pc:sldChg>
      <pc:sldChg chg="del">
        <pc:chgData name="鈴木 秀規" userId="f68c5fd9-22d5-4c0a-9833-7fb0f5135313" providerId="ADAL" clId="{E853165E-E035-4511-B5B4-308A168A0417}" dt="2021-01-26T06:49:23.924" v="13" actId="2696"/>
        <pc:sldMkLst>
          <pc:docMk/>
          <pc:sldMk cId="556755707" sldId="387"/>
        </pc:sldMkLst>
      </pc:sldChg>
      <pc:sldChg chg="del">
        <pc:chgData name="鈴木 秀規" userId="f68c5fd9-22d5-4c0a-9833-7fb0f5135313" providerId="ADAL" clId="{E853165E-E035-4511-B5B4-308A168A0417}" dt="2021-01-26T06:49:23.924" v="13" actId="2696"/>
        <pc:sldMkLst>
          <pc:docMk/>
          <pc:sldMk cId="2438793549" sldId="388"/>
        </pc:sldMkLst>
      </pc:sldChg>
      <pc:sldChg chg="del">
        <pc:chgData name="鈴木 秀規" userId="f68c5fd9-22d5-4c0a-9833-7fb0f5135313" providerId="ADAL" clId="{E853165E-E035-4511-B5B4-308A168A0417}" dt="2021-01-26T06:49:23.924" v="13" actId="2696"/>
        <pc:sldMkLst>
          <pc:docMk/>
          <pc:sldMk cId="1715481522" sldId="389"/>
        </pc:sldMkLst>
      </pc:sldChg>
      <pc:sldChg chg="del">
        <pc:chgData name="鈴木 秀規" userId="f68c5fd9-22d5-4c0a-9833-7fb0f5135313" providerId="ADAL" clId="{E853165E-E035-4511-B5B4-308A168A0417}" dt="2021-01-26T06:49:23.924" v="13" actId="2696"/>
        <pc:sldMkLst>
          <pc:docMk/>
          <pc:sldMk cId="2118453056" sldId="390"/>
        </pc:sldMkLst>
      </pc:sldChg>
      <pc:sldChg chg="del">
        <pc:chgData name="鈴木 秀規" userId="f68c5fd9-22d5-4c0a-9833-7fb0f5135313" providerId="ADAL" clId="{E853165E-E035-4511-B5B4-308A168A0417}" dt="2021-01-26T06:49:23.924" v="13" actId="2696"/>
        <pc:sldMkLst>
          <pc:docMk/>
          <pc:sldMk cId="2854077937" sldId="391"/>
        </pc:sldMkLst>
      </pc:sldChg>
      <pc:sldChg chg="del">
        <pc:chgData name="鈴木 秀規" userId="f68c5fd9-22d5-4c0a-9833-7fb0f5135313" providerId="ADAL" clId="{E853165E-E035-4511-B5B4-308A168A0417}" dt="2021-01-26T06:49:23.924" v="13" actId="2696"/>
        <pc:sldMkLst>
          <pc:docMk/>
          <pc:sldMk cId="2566377597" sldId="392"/>
        </pc:sldMkLst>
      </pc:sldChg>
      <pc:sldChg chg="del">
        <pc:chgData name="鈴木 秀規" userId="f68c5fd9-22d5-4c0a-9833-7fb0f5135313" providerId="ADAL" clId="{E853165E-E035-4511-B5B4-308A168A0417}" dt="2021-01-26T06:49:23.924" v="13" actId="2696"/>
        <pc:sldMkLst>
          <pc:docMk/>
          <pc:sldMk cId="1398339670" sldId="393"/>
        </pc:sldMkLst>
      </pc:sldChg>
    </pc:docChg>
  </pc:docChgLst>
  <pc:docChgLst>
    <pc:chgData name="菊地 燈" userId="da1cf00e-85b3-4cd7-9f88-eb38295f0f42" providerId="ADAL" clId="{7B19C4E8-4060-4A31-A11A-9EE881ACCE07}"/>
    <pc:docChg chg="modSld">
      <pc:chgData name="菊地 燈" userId="da1cf00e-85b3-4cd7-9f88-eb38295f0f42" providerId="ADAL" clId="{7B19C4E8-4060-4A31-A11A-9EE881ACCE07}" dt="2022-09-05T03:32:54.717" v="3" actId="20577"/>
      <pc:docMkLst>
        <pc:docMk/>
      </pc:docMkLst>
      <pc:sldChg chg="modSp mod">
        <pc:chgData name="菊地 燈" userId="da1cf00e-85b3-4cd7-9f88-eb38295f0f42" providerId="ADAL" clId="{7B19C4E8-4060-4A31-A11A-9EE881ACCE07}" dt="2022-09-05T03:31:25.695" v="1" actId="20577"/>
        <pc:sldMkLst>
          <pc:docMk/>
          <pc:sldMk cId="1668843990" sldId="360"/>
        </pc:sldMkLst>
        <pc:spChg chg="mod">
          <ac:chgData name="菊地 燈" userId="da1cf00e-85b3-4cd7-9f88-eb38295f0f42" providerId="ADAL" clId="{7B19C4E8-4060-4A31-A11A-9EE881ACCE07}" dt="2022-09-05T03:31:25.695" v="1" actId="20577"/>
          <ac:spMkLst>
            <pc:docMk/>
            <pc:sldMk cId="1668843990" sldId="360"/>
            <ac:spMk id="9" creationId="{A4832727-EA7F-44D6-A9F2-E4AE0246960A}"/>
          </ac:spMkLst>
        </pc:spChg>
      </pc:sldChg>
      <pc:sldChg chg="modSp mod">
        <pc:chgData name="菊地 燈" userId="da1cf00e-85b3-4cd7-9f88-eb38295f0f42" providerId="ADAL" clId="{7B19C4E8-4060-4A31-A11A-9EE881ACCE07}" dt="2022-09-05T03:31:36.847" v="2" actId="20577"/>
        <pc:sldMkLst>
          <pc:docMk/>
          <pc:sldMk cId="267129399" sldId="361"/>
        </pc:sldMkLst>
        <pc:spChg chg="mod">
          <ac:chgData name="菊地 燈" userId="da1cf00e-85b3-4cd7-9f88-eb38295f0f42" providerId="ADAL" clId="{7B19C4E8-4060-4A31-A11A-9EE881ACCE07}" dt="2022-09-05T03:31:36.847" v="2" actId="20577"/>
          <ac:spMkLst>
            <pc:docMk/>
            <pc:sldMk cId="267129399" sldId="361"/>
            <ac:spMk id="6" creationId="{D0F3BEAC-A5EA-4EE4-95C7-0AEC1107FD29}"/>
          </ac:spMkLst>
        </pc:spChg>
      </pc:sldChg>
      <pc:sldChg chg="modSp mod">
        <pc:chgData name="菊地 燈" userId="da1cf00e-85b3-4cd7-9f88-eb38295f0f42" providerId="ADAL" clId="{7B19C4E8-4060-4A31-A11A-9EE881ACCE07}" dt="2022-09-05T03:32:54.717" v="3" actId="20577"/>
        <pc:sldMkLst>
          <pc:docMk/>
          <pc:sldMk cId="2111497926" sldId="381"/>
        </pc:sldMkLst>
        <pc:spChg chg="mod">
          <ac:chgData name="菊地 燈" userId="da1cf00e-85b3-4cd7-9f88-eb38295f0f42" providerId="ADAL" clId="{7B19C4E8-4060-4A31-A11A-9EE881ACCE07}" dt="2022-09-05T03:32:54.717" v="3" actId="20577"/>
          <ac:spMkLst>
            <pc:docMk/>
            <pc:sldMk cId="2111497926" sldId="381"/>
            <ac:spMk id="5" creationId="{97FF8E1B-6515-4505-A6A5-65F15F62F25E}"/>
          </ac:spMkLst>
        </pc:spChg>
      </pc:sldChg>
    </pc:docChg>
  </pc:docChgLst>
  <pc:docChgLst>
    <pc:chgData name="鈴木 秀規" userId="f68c5fd9-22d5-4c0a-9833-7fb0f5135313" providerId="ADAL" clId="{AF96CCF2-A840-4D79-B969-C063CAB364A1}"/>
    <pc:docChg chg="modSld">
      <pc:chgData name="鈴木 秀規" userId="f68c5fd9-22d5-4c0a-9833-7fb0f5135313" providerId="ADAL" clId="{AF96CCF2-A840-4D79-B969-C063CAB364A1}" dt="2020-12-10T05:20:41.835" v="381" actId="5793"/>
      <pc:docMkLst>
        <pc:docMk/>
      </pc:docMkLst>
      <pc:sldChg chg="modSp mod">
        <pc:chgData name="鈴木 秀規" userId="f68c5fd9-22d5-4c0a-9833-7fb0f5135313" providerId="ADAL" clId="{AF96CCF2-A840-4D79-B969-C063CAB364A1}" dt="2020-12-10T05:16:41.920" v="277" actId="207"/>
        <pc:sldMkLst>
          <pc:docMk/>
          <pc:sldMk cId="510692425" sldId="259"/>
        </pc:sldMkLst>
        <pc:spChg chg="mod">
          <ac:chgData name="鈴木 秀規" userId="f68c5fd9-22d5-4c0a-9833-7fb0f5135313" providerId="ADAL" clId="{AF96CCF2-A840-4D79-B969-C063CAB364A1}" dt="2020-12-10T05:16:41.920" v="277" actId="207"/>
          <ac:spMkLst>
            <pc:docMk/>
            <pc:sldMk cId="510692425" sldId="259"/>
            <ac:spMk id="10" creationId="{3E5F57E8-1388-43AE-8DB4-00724FCD3EB3}"/>
          </ac:spMkLst>
        </pc:spChg>
      </pc:sldChg>
      <pc:sldChg chg="modSp mod">
        <pc:chgData name="鈴木 秀規" userId="f68c5fd9-22d5-4c0a-9833-7fb0f5135313" providerId="ADAL" clId="{AF96CCF2-A840-4D79-B969-C063CAB364A1}" dt="2020-12-10T05:14:37.944" v="120"/>
        <pc:sldMkLst>
          <pc:docMk/>
          <pc:sldMk cId="1668843990" sldId="360"/>
        </pc:sldMkLst>
        <pc:spChg chg="mod">
          <ac:chgData name="鈴木 秀規" userId="f68c5fd9-22d5-4c0a-9833-7fb0f5135313" providerId="ADAL" clId="{AF96CCF2-A840-4D79-B969-C063CAB364A1}" dt="2020-12-10T05:14:37.944" v="120"/>
          <ac:spMkLst>
            <pc:docMk/>
            <pc:sldMk cId="1668843990" sldId="360"/>
            <ac:spMk id="9" creationId="{A4832727-EA7F-44D6-A9F2-E4AE0246960A}"/>
          </ac:spMkLst>
        </pc:spChg>
      </pc:sldChg>
      <pc:sldChg chg="modSp mod">
        <pc:chgData name="鈴木 秀規" userId="f68c5fd9-22d5-4c0a-9833-7fb0f5135313" providerId="ADAL" clId="{AF96CCF2-A840-4D79-B969-C063CAB364A1}" dt="2020-12-10T05:15:57.439" v="239" actId="20577"/>
        <pc:sldMkLst>
          <pc:docMk/>
          <pc:sldMk cId="267129399" sldId="361"/>
        </pc:sldMkLst>
        <pc:spChg chg="mod">
          <ac:chgData name="鈴木 秀規" userId="f68c5fd9-22d5-4c0a-9833-7fb0f5135313" providerId="ADAL" clId="{AF96CCF2-A840-4D79-B969-C063CAB364A1}" dt="2020-12-10T05:15:57.439" v="239" actId="20577"/>
          <ac:spMkLst>
            <pc:docMk/>
            <pc:sldMk cId="267129399" sldId="361"/>
            <ac:spMk id="6" creationId="{D0F3BEAC-A5EA-4EE4-95C7-0AEC1107FD29}"/>
          </ac:spMkLst>
        </pc:spChg>
      </pc:sldChg>
      <pc:sldChg chg="modSp mod">
        <pc:chgData name="鈴木 秀規" userId="f68c5fd9-22d5-4c0a-9833-7fb0f5135313" providerId="ADAL" clId="{AF96CCF2-A840-4D79-B969-C063CAB364A1}" dt="2020-12-10T05:19:40.511" v="338" actId="207"/>
        <pc:sldMkLst>
          <pc:docMk/>
          <pc:sldMk cId="3018498330" sldId="369"/>
        </pc:sldMkLst>
        <pc:spChg chg="mod">
          <ac:chgData name="鈴木 秀規" userId="f68c5fd9-22d5-4c0a-9833-7fb0f5135313" providerId="ADAL" clId="{AF96CCF2-A840-4D79-B969-C063CAB364A1}" dt="2020-12-10T05:19:40.511" v="338" actId="207"/>
          <ac:spMkLst>
            <pc:docMk/>
            <pc:sldMk cId="3018498330" sldId="369"/>
            <ac:spMk id="5" creationId="{6B35BADF-F225-2348-897F-AF9752777AC5}"/>
          </ac:spMkLst>
        </pc:spChg>
      </pc:sldChg>
      <pc:sldChg chg="modSp mod">
        <pc:chgData name="鈴木 秀規" userId="f68c5fd9-22d5-4c0a-9833-7fb0f5135313" providerId="ADAL" clId="{AF96CCF2-A840-4D79-B969-C063CAB364A1}" dt="2020-12-10T05:20:41.835" v="381" actId="5793"/>
        <pc:sldMkLst>
          <pc:docMk/>
          <pc:sldMk cId="3805279594" sldId="370"/>
        </pc:sldMkLst>
        <pc:spChg chg="mod">
          <ac:chgData name="鈴木 秀規" userId="f68c5fd9-22d5-4c0a-9833-7fb0f5135313" providerId="ADAL" clId="{AF96CCF2-A840-4D79-B969-C063CAB364A1}" dt="2020-12-10T05:20:41.835" v="381" actId="5793"/>
          <ac:spMkLst>
            <pc:docMk/>
            <pc:sldMk cId="3805279594" sldId="370"/>
            <ac:spMk id="5" creationId="{D9D24A15-605C-D342-9DF6-15A80C8E63C7}"/>
          </ac:spMkLst>
        </pc:spChg>
      </pc:sldChg>
      <pc:sldChg chg="modSp mod">
        <pc:chgData name="鈴木 秀規" userId="f68c5fd9-22d5-4c0a-9833-7fb0f5135313" providerId="ADAL" clId="{AF96CCF2-A840-4D79-B969-C063CAB364A1}" dt="2020-12-10T05:20:03.861" v="347" actId="20577"/>
        <pc:sldMkLst>
          <pc:docMk/>
          <pc:sldMk cId="2800751255" sldId="371"/>
        </pc:sldMkLst>
        <pc:spChg chg="mod">
          <ac:chgData name="鈴木 秀規" userId="f68c5fd9-22d5-4c0a-9833-7fb0f5135313" providerId="ADAL" clId="{AF96CCF2-A840-4D79-B969-C063CAB364A1}" dt="2020-12-10T05:20:03.861" v="347" actId="20577"/>
          <ac:spMkLst>
            <pc:docMk/>
            <pc:sldMk cId="2800751255" sldId="371"/>
            <ac:spMk id="5" creationId="{199D3E35-553D-E34C-ABB7-3B8D9DB70C07}"/>
          </ac:spMkLst>
        </pc:spChg>
      </pc:sldChg>
    </pc:docChg>
  </pc:docChgLst>
  <pc:docChgLst>
    <pc:chgData name="h_suzuki@rhizome01.onmicrosoft.com" userId="f68c5fd9-22d5-4c0a-9833-7fb0f5135313" providerId="ADAL" clId="{54691D87-E22F-426B-B8C1-5D670484D34F}"/>
    <pc:docChg chg="modSld">
      <pc:chgData name="h_suzuki@rhizome01.onmicrosoft.com" userId="f68c5fd9-22d5-4c0a-9833-7fb0f5135313" providerId="ADAL" clId="{54691D87-E22F-426B-B8C1-5D670484D34F}" dt="2021-12-06T08:26:23.261" v="1"/>
      <pc:docMkLst>
        <pc:docMk/>
      </pc:docMkLst>
      <pc:sldChg chg="modSp mod">
        <pc:chgData name="h_suzuki@rhizome01.onmicrosoft.com" userId="f68c5fd9-22d5-4c0a-9833-7fb0f5135313" providerId="ADAL" clId="{54691D87-E22F-426B-B8C1-5D670484D34F}" dt="2021-12-06T08:26:23.261" v="1"/>
        <pc:sldMkLst>
          <pc:docMk/>
          <pc:sldMk cId="1288993640" sldId="370"/>
        </pc:sldMkLst>
        <pc:spChg chg="mod">
          <ac:chgData name="h_suzuki@rhizome01.onmicrosoft.com" userId="f68c5fd9-22d5-4c0a-9833-7fb0f5135313" providerId="ADAL" clId="{54691D87-E22F-426B-B8C1-5D670484D34F}" dt="2021-12-06T08:26:23.261" v="1"/>
          <ac:spMkLst>
            <pc:docMk/>
            <pc:sldMk cId="1288993640" sldId="370"/>
            <ac:spMk id="7" creationId="{F872DE77-6502-48CB-A358-D937CA5BE6BE}"/>
          </ac:spMkLst>
        </pc:spChg>
      </pc:sldChg>
    </pc:docChg>
  </pc:docChgLst>
  <pc:docChgLst>
    <pc:chgData name="今野 稔章" userId="9659808f-245f-46a7-991e-983cdf43b7a2" providerId="ADAL" clId="{C29B9F34-B94A-468F-8F62-57148249FA85}"/>
    <pc:docChg chg="modSld">
      <pc:chgData name="今野 稔章" userId="9659808f-245f-46a7-991e-983cdf43b7a2" providerId="ADAL" clId="{C29B9F34-B94A-468F-8F62-57148249FA85}" dt="2021-03-15T01:42:50.979" v="14"/>
      <pc:docMkLst>
        <pc:docMk/>
      </pc:docMkLst>
      <pc:sldChg chg="modSp mod">
        <pc:chgData name="今野 稔章" userId="9659808f-245f-46a7-991e-983cdf43b7a2" providerId="ADAL" clId="{C29B9F34-B94A-468F-8F62-57148249FA85}" dt="2021-03-15T01:42:50.979" v="14"/>
        <pc:sldMkLst>
          <pc:docMk/>
          <pc:sldMk cId="3025764782" sldId="365"/>
        </pc:sldMkLst>
        <pc:spChg chg="mod">
          <ac:chgData name="今野 稔章" userId="9659808f-245f-46a7-991e-983cdf43b7a2" providerId="ADAL" clId="{C29B9F34-B94A-468F-8F62-57148249FA85}" dt="2021-03-15T01:42:50.979" v="14"/>
          <ac:spMkLst>
            <pc:docMk/>
            <pc:sldMk cId="3025764782" sldId="365"/>
            <ac:spMk id="5" creationId="{62359AF8-7954-46A8-94DD-32F6059CB2B7}"/>
          </ac:spMkLst>
        </pc:spChg>
      </pc:sldChg>
    </pc:docChg>
  </pc:docChgLst>
  <pc:docChgLst>
    <pc:chgData name="鈴木 秀規" userId="f68c5fd9-22d5-4c0a-9833-7fb0f5135313" providerId="ADAL" clId="{1FFDFDEC-295D-434A-B582-72A8CC8A5E88}"/>
    <pc:docChg chg="undo custSel addSld delSld modSld">
      <pc:chgData name="鈴木 秀規" userId="f68c5fd9-22d5-4c0a-9833-7fb0f5135313" providerId="ADAL" clId="{1FFDFDEC-295D-434A-B582-72A8CC8A5E88}" dt="2021-01-26T04:14:36.735" v="1145" actId="2696"/>
      <pc:docMkLst>
        <pc:docMk/>
      </pc:docMkLst>
      <pc:sldChg chg="modSp mod">
        <pc:chgData name="鈴木 秀規" userId="f68c5fd9-22d5-4c0a-9833-7fb0f5135313" providerId="ADAL" clId="{1FFDFDEC-295D-434A-B582-72A8CC8A5E88}" dt="2021-01-14T07:55:57.714" v="879" actId="20577"/>
        <pc:sldMkLst>
          <pc:docMk/>
          <pc:sldMk cId="0" sldId="256"/>
        </pc:sldMkLst>
        <pc:spChg chg="mod">
          <ac:chgData name="鈴木 秀規" userId="f68c5fd9-22d5-4c0a-9833-7fb0f5135313" providerId="ADAL" clId="{1FFDFDEC-295D-434A-B582-72A8CC8A5E88}" dt="2021-01-14T07:55:57.714" v="879" actId="20577"/>
          <ac:spMkLst>
            <pc:docMk/>
            <pc:sldMk cId="0" sldId="256"/>
            <ac:spMk id="56" creationId="{00000000-0000-0000-0000-000000000000}"/>
          </ac:spMkLst>
        </pc:spChg>
      </pc:sldChg>
      <pc:sldChg chg="del">
        <pc:chgData name="鈴木 秀規" userId="f68c5fd9-22d5-4c0a-9833-7fb0f5135313" providerId="ADAL" clId="{1FFDFDEC-295D-434A-B582-72A8CC8A5E88}" dt="2021-01-14T02:02:02.288" v="173" actId="2696"/>
        <pc:sldMkLst>
          <pc:docMk/>
          <pc:sldMk cId="1511176286" sldId="261"/>
        </pc:sldMkLst>
      </pc:sldChg>
      <pc:sldChg chg="modSp mod">
        <pc:chgData name="鈴木 秀規" userId="f68c5fd9-22d5-4c0a-9833-7fb0f5135313" providerId="ADAL" clId="{1FFDFDEC-295D-434A-B582-72A8CC8A5E88}" dt="2021-01-14T01:53:14.302" v="5" actId="20577"/>
        <pc:sldMkLst>
          <pc:docMk/>
          <pc:sldMk cId="1668843990" sldId="360"/>
        </pc:sldMkLst>
        <pc:spChg chg="mod">
          <ac:chgData name="鈴木 秀規" userId="f68c5fd9-22d5-4c0a-9833-7fb0f5135313" providerId="ADAL" clId="{1FFDFDEC-295D-434A-B582-72A8CC8A5E88}" dt="2021-01-14T01:53:14.302" v="5" actId="20577"/>
          <ac:spMkLst>
            <pc:docMk/>
            <pc:sldMk cId="1668843990" sldId="360"/>
            <ac:spMk id="9" creationId="{A4832727-EA7F-44D6-A9F2-E4AE0246960A}"/>
          </ac:spMkLst>
        </pc:spChg>
      </pc:sldChg>
      <pc:sldChg chg="modSp mod">
        <pc:chgData name="鈴木 秀規" userId="f68c5fd9-22d5-4c0a-9833-7fb0f5135313" providerId="ADAL" clId="{1FFDFDEC-295D-434A-B582-72A8CC8A5E88}" dt="2021-01-26T04:14:26.201" v="1144"/>
        <pc:sldMkLst>
          <pc:docMk/>
          <pc:sldMk cId="267129399" sldId="361"/>
        </pc:sldMkLst>
        <pc:spChg chg="mod">
          <ac:chgData name="鈴木 秀規" userId="f68c5fd9-22d5-4c0a-9833-7fb0f5135313" providerId="ADAL" clId="{1FFDFDEC-295D-434A-B582-72A8CC8A5E88}" dt="2021-01-26T04:14:26.201" v="1144"/>
          <ac:spMkLst>
            <pc:docMk/>
            <pc:sldMk cId="267129399" sldId="361"/>
            <ac:spMk id="6" creationId="{D0F3BEAC-A5EA-4EE4-95C7-0AEC1107FD29}"/>
          </ac:spMkLst>
        </pc:spChg>
      </pc:sldChg>
      <pc:sldChg chg="del">
        <pc:chgData name="鈴木 秀規" userId="f68c5fd9-22d5-4c0a-9833-7fb0f5135313" providerId="ADAL" clId="{1FFDFDEC-295D-434A-B582-72A8CC8A5E88}" dt="2021-01-14T02:02:02.288" v="173" actId="2696"/>
        <pc:sldMkLst>
          <pc:docMk/>
          <pc:sldMk cId="2503862587" sldId="362"/>
        </pc:sldMkLst>
      </pc:sldChg>
      <pc:sldChg chg="del">
        <pc:chgData name="鈴木 秀規" userId="f68c5fd9-22d5-4c0a-9833-7fb0f5135313" providerId="ADAL" clId="{1FFDFDEC-295D-434A-B582-72A8CC8A5E88}" dt="2021-01-14T02:02:02.288" v="173" actId="2696"/>
        <pc:sldMkLst>
          <pc:docMk/>
          <pc:sldMk cId="3893490019" sldId="364"/>
        </pc:sldMkLst>
      </pc:sldChg>
      <pc:sldChg chg="del">
        <pc:chgData name="鈴木 秀規" userId="f68c5fd9-22d5-4c0a-9833-7fb0f5135313" providerId="ADAL" clId="{1FFDFDEC-295D-434A-B582-72A8CC8A5E88}" dt="2021-01-14T02:02:02.288" v="173" actId="2696"/>
        <pc:sldMkLst>
          <pc:docMk/>
          <pc:sldMk cId="2559106598" sldId="365"/>
        </pc:sldMkLst>
      </pc:sldChg>
      <pc:sldChg chg="del">
        <pc:chgData name="鈴木 秀規" userId="f68c5fd9-22d5-4c0a-9833-7fb0f5135313" providerId="ADAL" clId="{1FFDFDEC-295D-434A-B582-72A8CC8A5E88}" dt="2021-01-14T02:02:02.288" v="173" actId="2696"/>
        <pc:sldMkLst>
          <pc:docMk/>
          <pc:sldMk cId="15529201" sldId="367"/>
        </pc:sldMkLst>
      </pc:sldChg>
      <pc:sldChg chg="del">
        <pc:chgData name="鈴木 秀規" userId="f68c5fd9-22d5-4c0a-9833-7fb0f5135313" providerId="ADAL" clId="{1FFDFDEC-295D-434A-B582-72A8CC8A5E88}" dt="2021-01-14T02:02:02.288" v="173" actId="2696"/>
        <pc:sldMkLst>
          <pc:docMk/>
          <pc:sldMk cId="1431651866" sldId="368"/>
        </pc:sldMkLst>
      </pc:sldChg>
      <pc:sldChg chg="del">
        <pc:chgData name="鈴木 秀規" userId="f68c5fd9-22d5-4c0a-9833-7fb0f5135313" providerId="ADAL" clId="{1FFDFDEC-295D-434A-B582-72A8CC8A5E88}" dt="2021-01-14T02:02:02.288" v="173" actId="2696"/>
        <pc:sldMkLst>
          <pc:docMk/>
          <pc:sldMk cId="3805279594" sldId="370"/>
        </pc:sldMkLst>
      </pc:sldChg>
      <pc:sldChg chg="del">
        <pc:chgData name="鈴木 秀規" userId="f68c5fd9-22d5-4c0a-9833-7fb0f5135313" providerId="ADAL" clId="{1FFDFDEC-295D-434A-B582-72A8CC8A5E88}" dt="2021-01-14T02:02:02.288" v="173" actId="2696"/>
        <pc:sldMkLst>
          <pc:docMk/>
          <pc:sldMk cId="2800751255" sldId="371"/>
        </pc:sldMkLst>
      </pc:sldChg>
      <pc:sldChg chg="addSp delSp modSp add del mod">
        <pc:chgData name="鈴木 秀規" userId="f68c5fd9-22d5-4c0a-9833-7fb0f5135313" providerId="ADAL" clId="{1FFDFDEC-295D-434A-B582-72A8CC8A5E88}" dt="2021-01-26T04:07:56.960" v="1122" actId="2696"/>
        <pc:sldMkLst>
          <pc:docMk/>
          <pc:sldMk cId="172008769" sldId="372"/>
        </pc:sldMkLst>
        <pc:spChg chg="add del mod">
          <ac:chgData name="鈴木 秀規" userId="f68c5fd9-22d5-4c0a-9833-7fb0f5135313" providerId="ADAL" clId="{1FFDFDEC-295D-434A-B582-72A8CC8A5E88}" dt="2021-01-14T01:56:40.925" v="60" actId="478"/>
          <ac:spMkLst>
            <pc:docMk/>
            <pc:sldMk cId="172008769" sldId="372"/>
            <ac:spMk id="5" creationId="{67B38081-02F3-4384-BBAE-22C104C2455D}"/>
          </ac:spMkLst>
        </pc:spChg>
        <pc:spChg chg="mod">
          <ac:chgData name="鈴木 秀規" userId="f68c5fd9-22d5-4c0a-9833-7fb0f5135313" providerId="ADAL" clId="{1FFDFDEC-295D-434A-B582-72A8CC8A5E88}" dt="2021-01-14T01:55:41.096" v="38" actId="20577"/>
          <ac:spMkLst>
            <pc:docMk/>
            <pc:sldMk cId="172008769" sldId="372"/>
            <ac:spMk id="6" creationId="{3706AB8D-A382-42EF-9DE4-041BFCABF741}"/>
          </ac:spMkLst>
        </pc:spChg>
        <pc:spChg chg="del">
          <ac:chgData name="鈴木 秀規" userId="f68c5fd9-22d5-4c0a-9833-7fb0f5135313" providerId="ADAL" clId="{1FFDFDEC-295D-434A-B582-72A8CC8A5E88}" dt="2021-01-14T01:55:46.815" v="39" actId="478"/>
          <ac:spMkLst>
            <pc:docMk/>
            <pc:sldMk cId="172008769" sldId="372"/>
            <ac:spMk id="7" creationId="{672739A4-DFB9-47C7-9258-80F9236238A4}"/>
          </ac:spMkLst>
        </pc:spChg>
        <pc:spChg chg="mod">
          <ac:chgData name="鈴木 秀規" userId="f68c5fd9-22d5-4c0a-9833-7fb0f5135313" providerId="ADAL" clId="{1FFDFDEC-295D-434A-B582-72A8CC8A5E88}" dt="2021-01-14T01:56:25.122" v="59" actId="14100"/>
          <ac:spMkLst>
            <pc:docMk/>
            <pc:sldMk cId="172008769" sldId="372"/>
            <ac:spMk id="8" creationId="{1A8BB172-35AF-4185-A46A-ED93D3A7D7C5}"/>
          </ac:spMkLst>
        </pc:spChg>
        <pc:spChg chg="del">
          <ac:chgData name="鈴木 秀規" userId="f68c5fd9-22d5-4c0a-9833-7fb0f5135313" providerId="ADAL" clId="{1FFDFDEC-295D-434A-B582-72A8CC8A5E88}" dt="2021-01-14T01:55:46.815" v="39" actId="478"/>
          <ac:spMkLst>
            <pc:docMk/>
            <pc:sldMk cId="172008769" sldId="372"/>
            <ac:spMk id="10" creationId="{0AFC5742-3896-4E4B-91EB-5143E04BDFE8}"/>
          </ac:spMkLst>
        </pc:spChg>
        <pc:spChg chg="add mod">
          <ac:chgData name="鈴木 秀規" userId="f68c5fd9-22d5-4c0a-9833-7fb0f5135313" providerId="ADAL" clId="{1FFDFDEC-295D-434A-B582-72A8CC8A5E88}" dt="2021-01-26T03:27:03.211" v="885" actId="1036"/>
          <ac:spMkLst>
            <pc:docMk/>
            <pc:sldMk cId="172008769" sldId="372"/>
            <ac:spMk id="11" creationId="{0EE89B3D-777A-4D82-AF4A-FEBBC0B38D57}"/>
          </ac:spMkLst>
        </pc:spChg>
        <pc:spChg chg="mod">
          <ac:chgData name="鈴木 秀規" userId="f68c5fd9-22d5-4c0a-9833-7fb0f5135313" providerId="ADAL" clId="{1FFDFDEC-295D-434A-B582-72A8CC8A5E88}" dt="2021-01-14T01:56:41.228" v="61"/>
          <ac:spMkLst>
            <pc:docMk/>
            <pc:sldMk cId="172008769" sldId="372"/>
            <ac:spMk id="13" creationId="{00FBD691-EDB3-459B-AE89-CE15BB28FB9C}"/>
          </ac:spMkLst>
        </pc:spChg>
        <pc:spChg chg="mod">
          <ac:chgData name="鈴木 秀規" userId="f68c5fd9-22d5-4c0a-9833-7fb0f5135313" providerId="ADAL" clId="{1FFDFDEC-295D-434A-B582-72A8CC8A5E88}" dt="2021-01-14T01:56:41.228" v="61"/>
          <ac:spMkLst>
            <pc:docMk/>
            <pc:sldMk cId="172008769" sldId="372"/>
            <ac:spMk id="14" creationId="{760527DA-04D2-438C-8525-3AFE1849FF14}"/>
          </ac:spMkLst>
        </pc:spChg>
        <pc:spChg chg="mod">
          <ac:chgData name="鈴木 秀規" userId="f68c5fd9-22d5-4c0a-9833-7fb0f5135313" providerId="ADAL" clId="{1FFDFDEC-295D-434A-B582-72A8CC8A5E88}" dt="2021-01-14T01:56:41.228" v="61"/>
          <ac:spMkLst>
            <pc:docMk/>
            <pc:sldMk cId="172008769" sldId="372"/>
            <ac:spMk id="15" creationId="{C2114889-2F4A-4C98-8174-9526FFFDABA8}"/>
          </ac:spMkLst>
        </pc:spChg>
        <pc:spChg chg="add mod">
          <ac:chgData name="鈴木 秀規" userId="f68c5fd9-22d5-4c0a-9833-7fb0f5135313" providerId="ADAL" clId="{1FFDFDEC-295D-434A-B582-72A8CC8A5E88}" dt="2021-01-26T03:27:03.211" v="885" actId="1036"/>
          <ac:spMkLst>
            <pc:docMk/>
            <pc:sldMk cId="172008769" sldId="372"/>
            <ac:spMk id="16" creationId="{08963021-C7BF-4E30-88F9-27358B57D639}"/>
          </ac:spMkLst>
        </pc:spChg>
        <pc:spChg chg="add mod">
          <ac:chgData name="鈴木 秀規" userId="f68c5fd9-22d5-4c0a-9833-7fb0f5135313" providerId="ADAL" clId="{1FFDFDEC-295D-434A-B582-72A8CC8A5E88}" dt="2021-01-26T03:27:03.211" v="885" actId="1036"/>
          <ac:spMkLst>
            <pc:docMk/>
            <pc:sldMk cId="172008769" sldId="372"/>
            <ac:spMk id="20" creationId="{DDB2A47F-7592-4281-8601-0082B2A0F27B}"/>
          </ac:spMkLst>
        </pc:spChg>
        <pc:spChg chg="add mod">
          <ac:chgData name="鈴木 秀規" userId="f68c5fd9-22d5-4c0a-9833-7fb0f5135313" providerId="ADAL" clId="{1FFDFDEC-295D-434A-B582-72A8CC8A5E88}" dt="2021-01-26T03:27:03.211" v="885" actId="1036"/>
          <ac:spMkLst>
            <pc:docMk/>
            <pc:sldMk cId="172008769" sldId="372"/>
            <ac:spMk id="21" creationId="{E6A262F3-374E-4532-B119-B865B91C4E39}"/>
          </ac:spMkLst>
        </pc:spChg>
        <pc:grpChg chg="add mod">
          <ac:chgData name="鈴木 秀規" userId="f68c5fd9-22d5-4c0a-9833-7fb0f5135313" providerId="ADAL" clId="{1FFDFDEC-295D-434A-B582-72A8CC8A5E88}" dt="2021-01-26T03:27:03.211" v="885" actId="1036"/>
          <ac:grpSpMkLst>
            <pc:docMk/>
            <pc:sldMk cId="172008769" sldId="372"/>
            <ac:grpSpMk id="12" creationId="{3BF1A17C-1891-4B32-9243-CD5A4079FDC1}"/>
          </ac:grpSpMkLst>
        </pc:grpChg>
        <pc:picChg chg="add mod">
          <ac:chgData name="鈴木 秀規" userId="f68c5fd9-22d5-4c0a-9833-7fb0f5135313" providerId="ADAL" clId="{1FFDFDEC-295D-434A-B582-72A8CC8A5E88}" dt="2021-01-26T03:27:03.211" v="885" actId="1036"/>
          <ac:picMkLst>
            <pc:docMk/>
            <pc:sldMk cId="172008769" sldId="372"/>
            <ac:picMk id="17" creationId="{6BB4F070-ED21-451B-8D3B-ABEA92C592CF}"/>
          </ac:picMkLst>
        </pc:picChg>
        <pc:picChg chg="add mod">
          <ac:chgData name="鈴木 秀規" userId="f68c5fd9-22d5-4c0a-9833-7fb0f5135313" providerId="ADAL" clId="{1FFDFDEC-295D-434A-B582-72A8CC8A5E88}" dt="2021-01-26T03:27:03.211" v="885" actId="1036"/>
          <ac:picMkLst>
            <pc:docMk/>
            <pc:sldMk cId="172008769" sldId="372"/>
            <ac:picMk id="18" creationId="{18CDD6B3-104E-4B2C-ABCE-BDDA2A03556C}"/>
          </ac:picMkLst>
        </pc:picChg>
        <pc:picChg chg="add mod">
          <ac:chgData name="鈴木 秀規" userId="f68c5fd9-22d5-4c0a-9833-7fb0f5135313" providerId="ADAL" clId="{1FFDFDEC-295D-434A-B582-72A8CC8A5E88}" dt="2021-01-26T03:27:03.211" v="885" actId="1036"/>
          <ac:picMkLst>
            <pc:docMk/>
            <pc:sldMk cId="172008769" sldId="372"/>
            <ac:picMk id="19" creationId="{1818FF79-0FA6-4DDC-A3CE-FD7017CADC96}"/>
          </ac:picMkLst>
        </pc:picChg>
      </pc:sldChg>
      <pc:sldChg chg="del">
        <pc:chgData name="鈴木 秀規" userId="f68c5fd9-22d5-4c0a-9833-7fb0f5135313" providerId="ADAL" clId="{1FFDFDEC-295D-434A-B582-72A8CC8A5E88}" dt="2021-01-14T02:02:02.288" v="173" actId="2696"/>
        <pc:sldMkLst>
          <pc:docMk/>
          <pc:sldMk cId="1008457363" sldId="373"/>
        </pc:sldMkLst>
      </pc:sldChg>
      <pc:sldChg chg="del">
        <pc:chgData name="鈴木 秀規" userId="f68c5fd9-22d5-4c0a-9833-7fb0f5135313" providerId="ADAL" clId="{1FFDFDEC-295D-434A-B582-72A8CC8A5E88}" dt="2021-01-14T02:02:02.288" v="173" actId="2696"/>
        <pc:sldMkLst>
          <pc:docMk/>
          <pc:sldMk cId="3737915234" sldId="374"/>
        </pc:sldMkLst>
      </pc:sldChg>
      <pc:sldChg chg="addSp delSp modSp new mod modClrScheme chgLayout">
        <pc:chgData name="鈴木 秀規" userId="f68c5fd9-22d5-4c0a-9833-7fb0f5135313" providerId="ADAL" clId="{1FFDFDEC-295D-434A-B582-72A8CC8A5E88}" dt="2021-01-14T01:59:45.566" v="120" actId="20577"/>
        <pc:sldMkLst>
          <pc:docMk/>
          <pc:sldMk cId="1907161375" sldId="375"/>
        </pc:sldMkLst>
        <pc:spChg chg="mod ord">
          <ac:chgData name="鈴木 秀規" userId="f68c5fd9-22d5-4c0a-9833-7fb0f5135313" providerId="ADAL" clId="{1FFDFDEC-295D-434A-B582-72A8CC8A5E88}" dt="2021-01-14T01:54:25.584" v="9" actId="700"/>
          <ac:spMkLst>
            <pc:docMk/>
            <pc:sldMk cId="1907161375" sldId="375"/>
            <ac:spMk id="2" creationId="{F2C33459-1977-49C7-8169-E241134D1068}"/>
          </ac:spMkLst>
        </pc:spChg>
        <pc:spChg chg="del mod ord">
          <ac:chgData name="鈴木 秀規" userId="f68c5fd9-22d5-4c0a-9833-7fb0f5135313" providerId="ADAL" clId="{1FFDFDEC-295D-434A-B582-72A8CC8A5E88}" dt="2021-01-14T01:54:25.584" v="9" actId="700"/>
          <ac:spMkLst>
            <pc:docMk/>
            <pc:sldMk cId="1907161375" sldId="375"/>
            <ac:spMk id="3" creationId="{636E995A-F897-446B-8750-F1FA333D638B}"/>
          </ac:spMkLst>
        </pc:spChg>
        <pc:spChg chg="mod ord">
          <ac:chgData name="鈴木 秀規" userId="f68c5fd9-22d5-4c0a-9833-7fb0f5135313" providerId="ADAL" clId="{1FFDFDEC-295D-434A-B582-72A8CC8A5E88}" dt="2021-01-14T01:54:25.584" v="9" actId="700"/>
          <ac:spMkLst>
            <pc:docMk/>
            <pc:sldMk cId="1907161375" sldId="375"/>
            <ac:spMk id="4" creationId="{B2A3B6B7-9A60-4D01-AAEE-C2106AF10B28}"/>
          </ac:spMkLst>
        </pc:spChg>
        <pc:spChg chg="del mod ord">
          <ac:chgData name="鈴木 秀規" userId="f68c5fd9-22d5-4c0a-9833-7fb0f5135313" providerId="ADAL" clId="{1FFDFDEC-295D-434A-B582-72A8CC8A5E88}" dt="2021-01-14T01:54:25.584" v="9" actId="700"/>
          <ac:spMkLst>
            <pc:docMk/>
            <pc:sldMk cId="1907161375" sldId="375"/>
            <ac:spMk id="5" creationId="{B151D206-9F6E-4D12-A8D3-8A8829BB5028}"/>
          </ac:spMkLst>
        </pc:spChg>
        <pc:spChg chg="del">
          <ac:chgData name="鈴木 秀規" userId="f68c5fd9-22d5-4c0a-9833-7fb0f5135313" providerId="ADAL" clId="{1FFDFDEC-295D-434A-B582-72A8CC8A5E88}" dt="2021-01-14T01:54:25.584" v="9" actId="700"/>
          <ac:spMkLst>
            <pc:docMk/>
            <pc:sldMk cId="1907161375" sldId="375"/>
            <ac:spMk id="6" creationId="{D6696C33-9BDD-48AC-8E27-0A64C91D0D98}"/>
          </ac:spMkLst>
        </pc:spChg>
        <pc:spChg chg="del">
          <ac:chgData name="鈴木 秀規" userId="f68c5fd9-22d5-4c0a-9833-7fb0f5135313" providerId="ADAL" clId="{1FFDFDEC-295D-434A-B582-72A8CC8A5E88}" dt="2021-01-14T01:54:25.584" v="9" actId="700"/>
          <ac:spMkLst>
            <pc:docMk/>
            <pc:sldMk cId="1907161375" sldId="375"/>
            <ac:spMk id="7" creationId="{E4D4E024-E9E2-43D0-B1F1-F13EC947B786}"/>
          </ac:spMkLst>
        </pc:spChg>
        <pc:spChg chg="add mod ord">
          <ac:chgData name="鈴木 秀規" userId="f68c5fd9-22d5-4c0a-9833-7fb0f5135313" providerId="ADAL" clId="{1FFDFDEC-295D-434A-B582-72A8CC8A5E88}" dt="2021-01-14T01:58:04.334" v="101" actId="20577"/>
          <ac:spMkLst>
            <pc:docMk/>
            <pc:sldMk cId="1907161375" sldId="375"/>
            <ac:spMk id="8" creationId="{78B182D4-16E3-44FD-A2E5-1D567BDD09F0}"/>
          </ac:spMkLst>
        </pc:spChg>
        <pc:spChg chg="add mod ord">
          <ac:chgData name="鈴木 秀規" userId="f68c5fd9-22d5-4c0a-9833-7fb0f5135313" providerId="ADAL" clId="{1FFDFDEC-295D-434A-B582-72A8CC8A5E88}" dt="2021-01-14T01:59:03.773" v="108" actId="14100"/>
          <ac:spMkLst>
            <pc:docMk/>
            <pc:sldMk cId="1907161375" sldId="375"/>
            <ac:spMk id="9" creationId="{4F6550AC-7983-47F0-BE4F-14B2B41AE9EE}"/>
          </ac:spMkLst>
        </pc:spChg>
        <pc:spChg chg="add mod">
          <ac:chgData name="鈴木 秀規" userId="f68c5fd9-22d5-4c0a-9833-7fb0f5135313" providerId="ADAL" clId="{1FFDFDEC-295D-434A-B582-72A8CC8A5E88}" dt="2021-01-14T01:59:18.272" v="110" actId="1076"/>
          <ac:spMkLst>
            <pc:docMk/>
            <pc:sldMk cId="1907161375" sldId="375"/>
            <ac:spMk id="10" creationId="{07AAD370-75E4-4088-9385-8BD5A3B0B1FA}"/>
          </ac:spMkLst>
        </pc:spChg>
        <pc:spChg chg="add mod">
          <ac:chgData name="鈴木 秀規" userId="f68c5fd9-22d5-4c0a-9833-7fb0f5135313" providerId="ADAL" clId="{1FFDFDEC-295D-434A-B582-72A8CC8A5E88}" dt="2021-01-14T01:59:36.868" v="115" actId="207"/>
          <ac:spMkLst>
            <pc:docMk/>
            <pc:sldMk cId="1907161375" sldId="375"/>
            <ac:spMk id="14" creationId="{A20BE2EF-A56E-47BB-9FD3-66EB89F1CAB2}"/>
          </ac:spMkLst>
        </pc:spChg>
        <pc:spChg chg="add mod">
          <ac:chgData name="鈴木 秀規" userId="f68c5fd9-22d5-4c0a-9833-7fb0f5135313" providerId="ADAL" clId="{1FFDFDEC-295D-434A-B582-72A8CC8A5E88}" dt="2021-01-14T01:59:18.272" v="110" actId="1076"/>
          <ac:spMkLst>
            <pc:docMk/>
            <pc:sldMk cId="1907161375" sldId="375"/>
            <ac:spMk id="17" creationId="{21ED72EF-CCE7-4002-AA1A-6B5AC15DFF59}"/>
          </ac:spMkLst>
        </pc:spChg>
        <pc:spChg chg="add mod">
          <ac:chgData name="鈴木 秀規" userId="f68c5fd9-22d5-4c0a-9833-7fb0f5135313" providerId="ADAL" clId="{1FFDFDEC-295D-434A-B582-72A8CC8A5E88}" dt="2021-01-14T01:59:18.272" v="110" actId="1076"/>
          <ac:spMkLst>
            <pc:docMk/>
            <pc:sldMk cId="1907161375" sldId="375"/>
            <ac:spMk id="18" creationId="{0326BFB2-441C-48B3-A336-83EED185BD7F}"/>
          </ac:spMkLst>
        </pc:spChg>
        <pc:spChg chg="add mod">
          <ac:chgData name="鈴木 秀規" userId="f68c5fd9-22d5-4c0a-9833-7fb0f5135313" providerId="ADAL" clId="{1FFDFDEC-295D-434A-B582-72A8CC8A5E88}" dt="2021-01-14T01:59:18.272" v="110" actId="1076"/>
          <ac:spMkLst>
            <pc:docMk/>
            <pc:sldMk cId="1907161375" sldId="375"/>
            <ac:spMk id="19" creationId="{E7B78823-E559-44B9-B837-BC65C7418CA2}"/>
          </ac:spMkLst>
        </pc:spChg>
        <pc:spChg chg="add mod">
          <ac:chgData name="鈴木 秀規" userId="f68c5fd9-22d5-4c0a-9833-7fb0f5135313" providerId="ADAL" clId="{1FFDFDEC-295D-434A-B582-72A8CC8A5E88}" dt="2021-01-14T01:59:18.272" v="110" actId="1076"/>
          <ac:spMkLst>
            <pc:docMk/>
            <pc:sldMk cId="1907161375" sldId="375"/>
            <ac:spMk id="21" creationId="{9504068A-D6BB-4A8F-B6B6-F71AFA026404}"/>
          </ac:spMkLst>
        </pc:spChg>
        <pc:spChg chg="add mod">
          <ac:chgData name="鈴木 秀規" userId="f68c5fd9-22d5-4c0a-9833-7fb0f5135313" providerId="ADAL" clId="{1FFDFDEC-295D-434A-B582-72A8CC8A5E88}" dt="2021-01-14T01:59:18.272" v="110" actId="1076"/>
          <ac:spMkLst>
            <pc:docMk/>
            <pc:sldMk cId="1907161375" sldId="375"/>
            <ac:spMk id="25" creationId="{84546D2E-07EA-4D64-8042-B418A8D1EB7F}"/>
          </ac:spMkLst>
        </pc:spChg>
        <pc:spChg chg="add mod">
          <ac:chgData name="鈴木 秀規" userId="f68c5fd9-22d5-4c0a-9833-7fb0f5135313" providerId="ADAL" clId="{1FFDFDEC-295D-434A-B582-72A8CC8A5E88}" dt="2021-01-14T01:59:45.566" v="120" actId="20577"/>
          <ac:spMkLst>
            <pc:docMk/>
            <pc:sldMk cId="1907161375" sldId="375"/>
            <ac:spMk id="31" creationId="{05E58047-D705-49A5-9998-531FF0EE584D}"/>
          </ac:spMkLst>
        </pc:spChg>
        <pc:picChg chg="add mod">
          <ac:chgData name="鈴木 秀規" userId="f68c5fd9-22d5-4c0a-9833-7fb0f5135313" providerId="ADAL" clId="{1FFDFDEC-295D-434A-B582-72A8CC8A5E88}" dt="2021-01-14T01:59:18.272" v="110" actId="1076"/>
          <ac:picMkLst>
            <pc:docMk/>
            <pc:sldMk cId="1907161375" sldId="375"/>
            <ac:picMk id="11" creationId="{564BFD27-68F4-4E9B-BBD1-3DF2216B791D}"/>
          </ac:picMkLst>
        </pc:picChg>
        <pc:picChg chg="add mod">
          <ac:chgData name="鈴木 秀規" userId="f68c5fd9-22d5-4c0a-9833-7fb0f5135313" providerId="ADAL" clId="{1FFDFDEC-295D-434A-B582-72A8CC8A5E88}" dt="2021-01-14T01:59:18.272" v="110" actId="1076"/>
          <ac:picMkLst>
            <pc:docMk/>
            <pc:sldMk cId="1907161375" sldId="375"/>
            <ac:picMk id="12" creationId="{B50ED766-00D9-495F-A414-BBA5DB6E911F}"/>
          </ac:picMkLst>
        </pc:picChg>
        <pc:picChg chg="add mod">
          <ac:chgData name="鈴木 秀規" userId="f68c5fd9-22d5-4c0a-9833-7fb0f5135313" providerId="ADAL" clId="{1FFDFDEC-295D-434A-B582-72A8CC8A5E88}" dt="2021-01-14T01:59:18.272" v="110" actId="1076"/>
          <ac:picMkLst>
            <pc:docMk/>
            <pc:sldMk cId="1907161375" sldId="375"/>
            <ac:picMk id="13" creationId="{675DBB52-291D-4CFA-83BC-E791C49F2029}"/>
          </ac:picMkLst>
        </pc:picChg>
        <pc:picChg chg="add mod">
          <ac:chgData name="鈴木 秀規" userId="f68c5fd9-22d5-4c0a-9833-7fb0f5135313" providerId="ADAL" clId="{1FFDFDEC-295D-434A-B582-72A8CC8A5E88}" dt="2021-01-14T01:59:18.272" v="110" actId="1076"/>
          <ac:picMkLst>
            <pc:docMk/>
            <pc:sldMk cId="1907161375" sldId="375"/>
            <ac:picMk id="20" creationId="{C6F8F643-F6C2-48A3-A5B6-AD5484107388}"/>
          </ac:picMkLst>
        </pc:picChg>
        <pc:picChg chg="add mod">
          <ac:chgData name="鈴木 秀規" userId="f68c5fd9-22d5-4c0a-9833-7fb0f5135313" providerId="ADAL" clId="{1FFDFDEC-295D-434A-B582-72A8CC8A5E88}" dt="2021-01-14T01:59:18.272" v="110" actId="1076"/>
          <ac:picMkLst>
            <pc:docMk/>
            <pc:sldMk cId="1907161375" sldId="375"/>
            <ac:picMk id="23" creationId="{C8CD0E29-FC7E-401E-8953-904CC4E89018}"/>
          </ac:picMkLst>
        </pc:picChg>
        <pc:picChg chg="add mod">
          <ac:chgData name="鈴木 秀規" userId="f68c5fd9-22d5-4c0a-9833-7fb0f5135313" providerId="ADAL" clId="{1FFDFDEC-295D-434A-B582-72A8CC8A5E88}" dt="2021-01-14T01:59:18.272" v="110" actId="1076"/>
          <ac:picMkLst>
            <pc:docMk/>
            <pc:sldMk cId="1907161375" sldId="375"/>
            <ac:picMk id="24" creationId="{6AF5DD5D-6F24-49E8-9C70-34C2AB7E47BD}"/>
          </ac:picMkLst>
        </pc:picChg>
        <pc:picChg chg="add mod">
          <ac:chgData name="鈴木 秀規" userId="f68c5fd9-22d5-4c0a-9833-7fb0f5135313" providerId="ADAL" clId="{1FFDFDEC-295D-434A-B582-72A8CC8A5E88}" dt="2021-01-14T01:59:18.272" v="110" actId="1076"/>
          <ac:picMkLst>
            <pc:docMk/>
            <pc:sldMk cId="1907161375" sldId="375"/>
            <ac:picMk id="29" creationId="{4D35E043-D2AD-4290-8C14-32D0728BF532}"/>
          </ac:picMkLst>
        </pc:picChg>
        <pc:picChg chg="add mod">
          <ac:chgData name="鈴木 秀規" userId="f68c5fd9-22d5-4c0a-9833-7fb0f5135313" providerId="ADAL" clId="{1FFDFDEC-295D-434A-B582-72A8CC8A5E88}" dt="2021-01-14T01:59:18.272" v="110" actId="1076"/>
          <ac:picMkLst>
            <pc:docMk/>
            <pc:sldMk cId="1907161375" sldId="375"/>
            <ac:picMk id="30" creationId="{C010E05C-1871-42D5-9FB7-ABF30847EAF3}"/>
          </ac:picMkLst>
        </pc:picChg>
        <pc:picChg chg="add mod">
          <ac:chgData name="鈴木 秀規" userId="f68c5fd9-22d5-4c0a-9833-7fb0f5135313" providerId="ADAL" clId="{1FFDFDEC-295D-434A-B582-72A8CC8A5E88}" dt="2021-01-14T01:59:18.272" v="110" actId="1076"/>
          <ac:picMkLst>
            <pc:docMk/>
            <pc:sldMk cId="1907161375" sldId="375"/>
            <ac:picMk id="32" creationId="{E9F0B6A4-1999-4C8C-A73B-2901C433607C}"/>
          </ac:picMkLst>
        </pc:picChg>
        <pc:cxnChg chg="add mod">
          <ac:chgData name="鈴木 秀規" userId="f68c5fd9-22d5-4c0a-9833-7fb0f5135313" providerId="ADAL" clId="{1FFDFDEC-295D-434A-B582-72A8CC8A5E88}" dt="2021-01-14T01:59:18.272" v="110" actId="1076"/>
          <ac:cxnSpMkLst>
            <pc:docMk/>
            <pc:sldMk cId="1907161375" sldId="375"/>
            <ac:cxnSpMk id="15" creationId="{0F95D75C-089C-431C-9673-BAF8BC7E7B81}"/>
          </ac:cxnSpMkLst>
        </pc:cxnChg>
        <pc:cxnChg chg="add mod">
          <ac:chgData name="鈴木 秀規" userId="f68c5fd9-22d5-4c0a-9833-7fb0f5135313" providerId="ADAL" clId="{1FFDFDEC-295D-434A-B582-72A8CC8A5E88}" dt="2021-01-14T01:59:18.272" v="110" actId="1076"/>
          <ac:cxnSpMkLst>
            <pc:docMk/>
            <pc:sldMk cId="1907161375" sldId="375"/>
            <ac:cxnSpMk id="16" creationId="{EBAA7087-1D49-4E99-B6FE-4EE4FDA7636C}"/>
          </ac:cxnSpMkLst>
        </pc:cxnChg>
        <pc:cxnChg chg="add mod">
          <ac:chgData name="鈴木 秀規" userId="f68c5fd9-22d5-4c0a-9833-7fb0f5135313" providerId="ADAL" clId="{1FFDFDEC-295D-434A-B582-72A8CC8A5E88}" dt="2021-01-14T01:59:18.272" v="110" actId="1076"/>
          <ac:cxnSpMkLst>
            <pc:docMk/>
            <pc:sldMk cId="1907161375" sldId="375"/>
            <ac:cxnSpMk id="22" creationId="{FCC53815-0305-4D47-9C8D-837854022F3D}"/>
          </ac:cxnSpMkLst>
        </pc:cxnChg>
        <pc:cxnChg chg="add mod">
          <ac:chgData name="鈴木 秀規" userId="f68c5fd9-22d5-4c0a-9833-7fb0f5135313" providerId="ADAL" clId="{1FFDFDEC-295D-434A-B582-72A8CC8A5E88}" dt="2021-01-14T01:59:18.272" v="110" actId="1076"/>
          <ac:cxnSpMkLst>
            <pc:docMk/>
            <pc:sldMk cId="1907161375" sldId="375"/>
            <ac:cxnSpMk id="26" creationId="{6164547E-80FC-4466-ACDC-B8B858B19E4A}"/>
          </ac:cxnSpMkLst>
        </pc:cxnChg>
        <pc:cxnChg chg="add mod">
          <ac:chgData name="鈴木 秀規" userId="f68c5fd9-22d5-4c0a-9833-7fb0f5135313" providerId="ADAL" clId="{1FFDFDEC-295D-434A-B582-72A8CC8A5E88}" dt="2021-01-14T01:59:18.272" v="110" actId="1076"/>
          <ac:cxnSpMkLst>
            <pc:docMk/>
            <pc:sldMk cId="1907161375" sldId="375"/>
            <ac:cxnSpMk id="27" creationId="{C8083653-A187-4061-9CFC-9CA906255BB5}"/>
          </ac:cxnSpMkLst>
        </pc:cxnChg>
        <pc:cxnChg chg="add mod">
          <ac:chgData name="鈴木 秀規" userId="f68c5fd9-22d5-4c0a-9833-7fb0f5135313" providerId="ADAL" clId="{1FFDFDEC-295D-434A-B582-72A8CC8A5E88}" dt="2021-01-14T01:59:18.272" v="110" actId="1076"/>
          <ac:cxnSpMkLst>
            <pc:docMk/>
            <pc:sldMk cId="1907161375" sldId="375"/>
            <ac:cxnSpMk id="28" creationId="{B0B783CC-E721-469F-8E26-C91C6EA2D86D}"/>
          </ac:cxnSpMkLst>
        </pc:cxnChg>
      </pc:sldChg>
      <pc:sldChg chg="addSp modSp new del mod">
        <pc:chgData name="鈴木 秀規" userId="f68c5fd9-22d5-4c0a-9833-7fb0f5135313" providerId="ADAL" clId="{1FFDFDEC-295D-434A-B582-72A8CC8A5E88}" dt="2021-01-14T02:02:02.288" v="173" actId="2696"/>
        <pc:sldMkLst>
          <pc:docMk/>
          <pc:sldMk cId="2108988060" sldId="376"/>
        </pc:sldMkLst>
        <pc:spChg chg="mod">
          <ac:chgData name="鈴木 秀規" userId="f68c5fd9-22d5-4c0a-9833-7fb0f5135313" providerId="ADAL" clId="{1FFDFDEC-295D-434A-B582-72A8CC8A5E88}" dt="2021-01-14T02:00:18.963" v="141" actId="20577"/>
          <ac:spMkLst>
            <pc:docMk/>
            <pc:sldMk cId="2108988060" sldId="376"/>
            <ac:spMk id="3" creationId="{4034037C-2A01-447F-B387-82829C86D752}"/>
          </ac:spMkLst>
        </pc:spChg>
        <pc:spChg chg="mod">
          <ac:chgData name="鈴木 秀規" userId="f68c5fd9-22d5-4c0a-9833-7fb0f5135313" providerId="ADAL" clId="{1FFDFDEC-295D-434A-B582-72A8CC8A5E88}" dt="2021-01-14T02:00:42.734" v="149" actId="14100"/>
          <ac:spMkLst>
            <pc:docMk/>
            <pc:sldMk cId="2108988060" sldId="376"/>
            <ac:spMk id="5" creationId="{E15B8FA5-9AB3-4033-B52C-496ED6F99D7F}"/>
          </ac:spMkLst>
        </pc:spChg>
        <pc:spChg chg="add mod">
          <ac:chgData name="鈴木 秀規" userId="f68c5fd9-22d5-4c0a-9833-7fb0f5135313" providerId="ADAL" clId="{1FFDFDEC-295D-434A-B582-72A8CC8A5E88}" dt="2021-01-14T02:01:35.267" v="172" actId="2711"/>
          <ac:spMkLst>
            <pc:docMk/>
            <pc:sldMk cId="2108988060" sldId="376"/>
            <ac:spMk id="6" creationId="{0D2BEEBB-6965-4B5F-ACDB-F88BB098F84F}"/>
          </ac:spMkLst>
        </pc:spChg>
        <pc:spChg chg="add mod">
          <ac:chgData name="鈴木 秀規" userId="f68c5fd9-22d5-4c0a-9833-7fb0f5135313" providerId="ADAL" clId="{1FFDFDEC-295D-434A-B582-72A8CC8A5E88}" dt="2021-01-14T02:01:22.917" v="170" actId="2711"/>
          <ac:spMkLst>
            <pc:docMk/>
            <pc:sldMk cId="2108988060" sldId="376"/>
            <ac:spMk id="7" creationId="{0FCC3EBA-F893-40BB-B081-ACC77689B0FC}"/>
          </ac:spMkLst>
        </pc:spChg>
        <pc:spChg chg="add mod">
          <ac:chgData name="鈴木 秀規" userId="f68c5fd9-22d5-4c0a-9833-7fb0f5135313" providerId="ADAL" clId="{1FFDFDEC-295D-434A-B582-72A8CC8A5E88}" dt="2021-01-14T02:00:56.108" v="167" actId="1038"/>
          <ac:spMkLst>
            <pc:docMk/>
            <pc:sldMk cId="2108988060" sldId="376"/>
            <ac:spMk id="23" creationId="{1F6C9A36-E9A4-4BD6-825B-FC77DB8E9344}"/>
          </ac:spMkLst>
        </pc:spChg>
        <pc:picChg chg="add mod">
          <ac:chgData name="鈴木 秀規" userId="f68c5fd9-22d5-4c0a-9833-7fb0f5135313" providerId="ADAL" clId="{1FFDFDEC-295D-434A-B582-72A8CC8A5E88}" dt="2021-01-14T02:00:56.108" v="167" actId="1038"/>
          <ac:picMkLst>
            <pc:docMk/>
            <pc:sldMk cId="2108988060" sldId="376"/>
            <ac:picMk id="8" creationId="{7D4690F8-FC21-4394-B9FE-9B820E6B457B}"/>
          </ac:picMkLst>
        </pc:picChg>
        <pc:picChg chg="add mod">
          <ac:chgData name="鈴木 秀規" userId="f68c5fd9-22d5-4c0a-9833-7fb0f5135313" providerId="ADAL" clId="{1FFDFDEC-295D-434A-B582-72A8CC8A5E88}" dt="2021-01-14T02:00:56.108" v="167" actId="1038"/>
          <ac:picMkLst>
            <pc:docMk/>
            <pc:sldMk cId="2108988060" sldId="376"/>
            <ac:picMk id="9" creationId="{336C59ED-035D-4032-9BFD-BF65F969EDF1}"/>
          </ac:picMkLst>
        </pc:picChg>
        <pc:picChg chg="add mod">
          <ac:chgData name="鈴木 秀規" userId="f68c5fd9-22d5-4c0a-9833-7fb0f5135313" providerId="ADAL" clId="{1FFDFDEC-295D-434A-B582-72A8CC8A5E88}" dt="2021-01-14T02:00:56.108" v="167" actId="1038"/>
          <ac:picMkLst>
            <pc:docMk/>
            <pc:sldMk cId="2108988060" sldId="376"/>
            <ac:picMk id="10" creationId="{180159D8-3060-47E5-A3FF-F69BA91BCC65}"/>
          </ac:picMkLst>
        </pc:picChg>
        <pc:picChg chg="add mod">
          <ac:chgData name="鈴木 秀規" userId="f68c5fd9-22d5-4c0a-9833-7fb0f5135313" providerId="ADAL" clId="{1FFDFDEC-295D-434A-B582-72A8CC8A5E88}" dt="2021-01-14T02:00:56.108" v="167" actId="1038"/>
          <ac:picMkLst>
            <pc:docMk/>
            <pc:sldMk cId="2108988060" sldId="376"/>
            <ac:picMk id="11" creationId="{D0AA5A03-85CD-431A-AA28-AF9AF959A7D7}"/>
          </ac:picMkLst>
        </pc:picChg>
        <pc:picChg chg="add mod">
          <ac:chgData name="鈴木 秀規" userId="f68c5fd9-22d5-4c0a-9833-7fb0f5135313" providerId="ADAL" clId="{1FFDFDEC-295D-434A-B582-72A8CC8A5E88}" dt="2021-01-14T02:00:56.108" v="167" actId="1038"/>
          <ac:picMkLst>
            <pc:docMk/>
            <pc:sldMk cId="2108988060" sldId="376"/>
            <ac:picMk id="15" creationId="{80A29E5E-9321-468A-9CCA-AF71B189FBF3}"/>
          </ac:picMkLst>
        </pc:picChg>
        <pc:picChg chg="add mod">
          <ac:chgData name="鈴木 秀規" userId="f68c5fd9-22d5-4c0a-9833-7fb0f5135313" providerId="ADAL" clId="{1FFDFDEC-295D-434A-B582-72A8CC8A5E88}" dt="2021-01-14T02:00:56.108" v="167" actId="1038"/>
          <ac:picMkLst>
            <pc:docMk/>
            <pc:sldMk cId="2108988060" sldId="376"/>
            <ac:picMk id="17" creationId="{F611D90C-FAEF-4108-B794-0C74A595485A}"/>
          </ac:picMkLst>
        </pc:picChg>
        <pc:picChg chg="add mod">
          <ac:chgData name="鈴木 秀規" userId="f68c5fd9-22d5-4c0a-9833-7fb0f5135313" providerId="ADAL" clId="{1FFDFDEC-295D-434A-B582-72A8CC8A5E88}" dt="2021-01-14T02:00:56.108" v="167" actId="1038"/>
          <ac:picMkLst>
            <pc:docMk/>
            <pc:sldMk cId="2108988060" sldId="376"/>
            <ac:picMk id="19" creationId="{13B29F4B-524E-49F7-AB7F-930E08C2CCEC}"/>
          </ac:picMkLst>
        </pc:picChg>
        <pc:picChg chg="add mod">
          <ac:chgData name="鈴木 秀規" userId="f68c5fd9-22d5-4c0a-9833-7fb0f5135313" providerId="ADAL" clId="{1FFDFDEC-295D-434A-B582-72A8CC8A5E88}" dt="2021-01-14T02:00:56.108" v="167" actId="1038"/>
          <ac:picMkLst>
            <pc:docMk/>
            <pc:sldMk cId="2108988060" sldId="376"/>
            <ac:picMk id="20" creationId="{B096E803-6DF6-44E4-835A-4594EBFDE7DE}"/>
          </ac:picMkLst>
        </pc:picChg>
        <pc:cxnChg chg="add mod">
          <ac:chgData name="鈴木 秀規" userId="f68c5fd9-22d5-4c0a-9833-7fb0f5135313" providerId="ADAL" clId="{1FFDFDEC-295D-434A-B582-72A8CC8A5E88}" dt="2021-01-14T02:00:56.108" v="167" actId="1038"/>
          <ac:cxnSpMkLst>
            <pc:docMk/>
            <pc:sldMk cId="2108988060" sldId="376"/>
            <ac:cxnSpMk id="12" creationId="{9275C84D-51CF-4E43-9882-182A2890E520}"/>
          </ac:cxnSpMkLst>
        </pc:cxnChg>
        <pc:cxnChg chg="add mod">
          <ac:chgData name="鈴木 秀規" userId="f68c5fd9-22d5-4c0a-9833-7fb0f5135313" providerId="ADAL" clId="{1FFDFDEC-295D-434A-B582-72A8CC8A5E88}" dt="2021-01-14T02:00:56.108" v="167" actId="1038"/>
          <ac:cxnSpMkLst>
            <pc:docMk/>
            <pc:sldMk cId="2108988060" sldId="376"/>
            <ac:cxnSpMk id="13" creationId="{DF4E31EB-54A7-4852-8F50-0540BE9E3E92}"/>
          </ac:cxnSpMkLst>
        </pc:cxnChg>
        <pc:cxnChg chg="add mod">
          <ac:chgData name="鈴木 秀規" userId="f68c5fd9-22d5-4c0a-9833-7fb0f5135313" providerId="ADAL" clId="{1FFDFDEC-295D-434A-B582-72A8CC8A5E88}" dt="2021-01-14T02:00:56.108" v="167" actId="1038"/>
          <ac:cxnSpMkLst>
            <pc:docMk/>
            <pc:sldMk cId="2108988060" sldId="376"/>
            <ac:cxnSpMk id="14" creationId="{3756BD93-8BA4-4E4B-93AE-C0D53EC65ED2}"/>
          </ac:cxnSpMkLst>
        </pc:cxnChg>
        <pc:cxnChg chg="add mod">
          <ac:chgData name="鈴木 秀規" userId="f68c5fd9-22d5-4c0a-9833-7fb0f5135313" providerId="ADAL" clId="{1FFDFDEC-295D-434A-B582-72A8CC8A5E88}" dt="2021-01-14T02:00:56.108" v="167" actId="1038"/>
          <ac:cxnSpMkLst>
            <pc:docMk/>
            <pc:sldMk cId="2108988060" sldId="376"/>
            <ac:cxnSpMk id="16" creationId="{9361722C-727A-4C85-AFBE-03A5C414B66F}"/>
          </ac:cxnSpMkLst>
        </pc:cxnChg>
        <pc:cxnChg chg="add mod">
          <ac:chgData name="鈴木 秀規" userId="f68c5fd9-22d5-4c0a-9833-7fb0f5135313" providerId="ADAL" clId="{1FFDFDEC-295D-434A-B582-72A8CC8A5E88}" dt="2021-01-14T02:00:56.108" v="167" actId="1038"/>
          <ac:cxnSpMkLst>
            <pc:docMk/>
            <pc:sldMk cId="2108988060" sldId="376"/>
            <ac:cxnSpMk id="18" creationId="{7B9A898E-71D2-4F9C-9A94-21BFC2A57883}"/>
          </ac:cxnSpMkLst>
        </pc:cxnChg>
        <pc:cxnChg chg="add mod">
          <ac:chgData name="鈴木 秀規" userId="f68c5fd9-22d5-4c0a-9833-7fb0f5135313" providerId="ADAL" clId="{1FFDFDEC-295D-434A-B582-72A8CC8A5E88}" dt="2021-01-14T02:00:56.108" v="167" actId="1038"/>
          <ac:cxnSpMkLst>
            <pc:docMk/>
            <pc:sldMk cId="2108988060" sldId="376"/>
            <ac:cxnSpMk id="21" creationId="{DFB78371-7452-4CFF-828C-3F19969B1ECE}"/>
          </ac:cxnSpMkLst>
        </pc:cxnChg>
        <pc:cxnChg chg="add mod">
          <ac:chgData name="鈴木 秀規" userId="f68c5fd9-22d5-4c0a-9833-7fb0f5135313" providerId="ADAL" clId="{1FFDFDEC-295D-434A-B582-72A8CC8A5E88}" dt="2021-01-14T02:00:56.108" v="167" actId="1038"/>
          <ac:cxnSpMkLst>
            <pc:docMk/>
            <pc:sldMk cId="2108988060" sldId="376"/>
            <ac:cxnSpMk id="22" creationId="{B6B0AD38-13DB-41EA-9A1F-2C1952CFF914}"/>
          </ac:cxnSpMkLst>
        </pc:cxnChg>
      </pc:sldChg>
      <pc:sldChg chg="addSp modSp new mod">
        <pc:chgData name="鈴木 秀規" userId="f68c5fd9-22d5-4c0a-9833-7fb0f5135313" providerId="ADAL" clId="{1FFDFDEC-295D-434A-B582-72A8CC8A5E88}" dt="2021-01-14T02:02:38.621" v="211" actId="1076"/>
        <pc:sldMkLst>
          <pc:docMk/>
          <pc:sldMk cId="2720488262" sldId="376"/>
        </pc:sldMkLst>
        <pc:spChg chg="mod">
          <ac:chgData name="鈴木 秀規" userId="f68c5fd9-22d5-4c0a-9833-7fb0f5135313" providerId="ADAL" clId="{1FFDFDEC-295D-434A-B582-72A8CC8A5E88}" dt="2021-01-14T02:02:12.463" v="202" actId="20577"/>
          <ac:spMkLst>
            <pc:docMk/>
            <pc:sldMk cId="2720488262" sldId="376"/>
            <ac:spMk id="3" creationId="{7E76A76D-A4A9-46AF-854D-786E7BC777F0}"/>
          </ac:spMkLst>
        </pc:spChg>
        <pc:spChg chg="mod">
          <ac:chgData name="鈴木 秀規" userId="f68c5fd9-22d5-4c0a-9833-7fb0f5135313" providerId="ADAL" clId="{1FFDFDEC-295D-434A-B582-72A8CC8A5E88}" dt="2021-01-14T02:02:30.004" v="209" actId="207"/>
          <ac:spMkLst>
            <pc:docMk/>
            <pc:sldMk cId="2720488262" sldId="376"/>
            <ac:spMk id="5" creationId="{053BE284-A5FE-49E2-93EB-ED11556292A1}"/>
          </ac:spMkLst>
        </pc:spChg>
        <pc:spChg chg="add mod">
          <ac:chgData name="鈴木 秀規" userId="f68c5fd9-22d5-4c0a-9833-7fb0f5135313" providerId="ADAL" clId="{1FFDFDEC-295D-434A-B582-72A8CC8A5E88}" dt="2021-01-14T02:02:38.621" v="211" actId="1076"/>
          <ac:spMkLst>
            <pc:docMk/>
            <pc:sldMk cId="2720488262" sldId="376"/>
            <ac:spMk id="6" creationId="{3FDB19DB-E07E-4F5F-ADE2-8952BB7ABFD9}"/>
          </ac:spMkLst>
        </pc:spChg>
        <pc:spChg chg="add mod">
          <ac:chgData name="鈴木 秀規" userId="f68c5fd9-22d5-4c0a-9833-7fb0f5135313" providerId="ADAL" clId="{1FFDFDEC-295D-434A-B582-72A8CC8A5E88}" dt="2021-01-14T02:02:38.621" v="211" actId="1076"/>
          <ac:spMkLst>
            <pc:docMk/>
            <pc:sldMk cId="2720488262" sldId="376"/>
            <ac:spMk id="7" creationId="{7CF06173-29D3-4D35-835B-E0E1E7C5F04B}"/>
          </ac:spMkLst>
        </pc:spChg>
        <pc:spChg chg="add mod">
          <ac:chgData name="鈴木 秀規" userId="f68c5fd9-22d5-4c0a-9833-7fb0f5135313" providerId="ADAL" clId="{1FFDFDEC-295D-434A-B582-72A8CC8A5E88}" dt="2021-01-14T02:02:38.621" v="211" actId="1076"/>
          <ac:spMkLst>
            <pc:docMk/>
            <pc:sldMk cId="2720488262" sldId="376"/>
            <ac:spMk id="8" creationId="{E75346FE-F118-48D8-9BA4-5715319032B0}"/>
          </ac:spMkLst>
        </pc:spChg>
        <pc:spChg chg="add mod">
          <ac:chgData name="鈴木 秀規" userId="f68c5fd9-22d5-4c0a-9833-7fb0f5135313" providerId="ADAL" clId="{1FFDFDEC-295D-434A-B582-72A8CC8A5E88}" dt="2021-01-14T02:02:38.621" v="211" actId="1076"/>
          <ac:spMkLst>
            <pc:docMk/>
            <pc:sldMk cId="2720488262" sldId="376"/>
            <ac:spMk id="9" creationId="{CC214F5B-CCBE-4F4D-A63F-1C91155FD880}"/>
          </ac:spMkLst>
        </pc:spChg>
        <pc:spChg chg="add mod">
          <ac:chgData name="鈴木 秀規" userId="f68c5fd9-22d5-4c0a-9833-7fb0f5135313" providerId="ADAL" clId="{1FFDFDEC-295D-434A-B582-72A8CC8A5E88}" dt="2021-01-14T02:02:38.621" v="211" actId="1076"/>
          <ac:spMkLst>
            <pc:docMk/>
            <pc:sldMk cId="2720488262" sldId="376"/>
            <ac:spMk id="10" creationId="{4B8696C4-7CBC-49D4-BA27-0B15F1DA9A5A}"/>
          </ac:spMkLst>
        </pc:spChg>
        <pc:spChg chg="add mod">
          <ac:chgData name="鈴木 秀規" userId="f68c5fd9-22d5-4c0a-9833-7fb0f5135313" providerId="ADAL" clId="{1FFDFDEC-295D-434A-B582-72A8CC8A5E88}" dt="2021-01-14T02:02:38.621" v="211" actId="1076"/>
          <ac:spMkLst>
            <pc:docMk/>
            <pc:sldMk cId="2720488262" sldId="376"/>
            <ac:spMk id="11" creationId="{61531945-198A-4659-919F-54A6276F9688}"/>
          </ac:spMkLst>
        </pc:spChg>
        <pc:picChg chg="add mod">
          <ac:chgData name="鈴木 秀規" userId="f68c5fd9-22d5-4c0a-9833-7fb0f5135313" providerId="ADAL" clId="{1FFDFDEC-295D-434A-B582-72A8CC8A5E88}" dt="2021-01-14T02:02:38.621" v="211" actId="1076"/>
          <ac:picMkLst>
            <pc:docMk/>
            <pc:sldMk cId="2720488262" sldId="376"/>
            <ac:picMk id="12" creationId="{264B2629-3235-4C1F-81CC-0EB9738C6DF9}"/>
          </ac:picMkLst>
        </pc:picChg>
        <pc:picChg chg="add mod">
          <ac:chgData name="鈴木 秀規" userId="f68c5fd9-22d5-4c0a-9833-7fb0f5135313" providerId="ADAL" clId="{1FFDFDEC-295D-434A-B582-72A8CC8A5E88}" dt="2021-01-14T02:02:38.621" v="211" actId="1076"/>
          <ac:picMkLst>
            <pc:docMk/>
            <pc:sldMk cId="2720488262" sldId="376"/>
            <ac:picMk id="13" creationId="{07A0F9A4-F2B7-462B-87D6-F59F33309D73}"/>
          </ac:picMkLst>
        </pc:picChg>
        <pc:cxnChg chg="add mod">
          <ac:chgData name="鈴木 秀規" userId="f68c5fd9-22d5-4c0a-9833-7fb0f5135313" providerId="ADAL" clId="{1FFDFDEC-295D-434A-B582-72A8CC8A5E88}" dt="2021-01-14T02:02:38.621" v="211" actId="1076"/>
          <ac:cxnSpMkLst>
            <pc:docMk/>
            <pc:sldMk cId="2720488262" sldId="376"/>
            <ac:cxnSpMk id="14" creationId="{A021EA36-EAD1-413B-9C82-429596853257}"/>
          </ac:cxnSpMkLst>
        </pc:cxnChg>
        <pc:cxnChg chg="add mod">
          <ac:chgData name="鈴木 秀規" userId="f68c5fd9-22d5-4c0a-9833-7fb0f5135313" providerId="ADAL" clId="{1FFDFDEC-295D-434A-B582-72A8CC8A5E88}" dt="2021-01-14T02:02:38.621" v="211" actId="1076"/>
          <ac:cxnSpMkLst>
            <pc:docMk/>
            <pc:sldMk cId="2720488262" sldId="376"/>
            <ac:cxnSpMk id="15" creationId="{D5C25223-29DF-4B17-B420-0CB7560CD3AC}"/>
          </ac:cxnSpMkLst>
        </pc:cxnChg>
        <pc:cxnChg chg="add mod">
          <ac:chgData name="鈴木 秀規" userId="f68c5fd9-22d5-4c0a-9833-7fb0f5135313" providerId="ADAL" clId="{1FFDFDEC-295D-434A-B582-72A8CC8A5E88}" dt="2021-01-14T02:02:38.621" v="211" actId="1076"/>
          <ac:cxnSpMkLst>
            <pc:docMk/>
            <pc:sldMk cId="2720488262" sldId="376"/>
            <ac:cxnSpMk id="16" creationId="{24763586-9DAE-493B-8315-4FF9493818EE}"/>
          </ac:cxnSpMkLst>
        </pc:cxnChg>
        <pc:cxnChg chg="add mod">
          <ac:chgData name="鈴木 秀規" userId="f68c5fd9-22d5-4c0a-9833-7fb0f5135313" providerId="ADAL" clId="{1FFDFDEC-295D-434A-B582-72A8CC8A5E88}" dt="2021-01-14T02:02:38.621" v="211" actId="1076"/>
          <ac:cxnSpMkLst>
            <pc:docMk/>
            <pc:sldMk cId="2720488262" sldId="376"/>
            <ac:cxnSpMk id="17" creationId="{C098CE7A-3790-4DBB-B135-514F41130A01}"/>
          </ac:cxnSpMkLst>
        </pc:cxnChg>
      </pc:sldChg>
      <pc:sldChg chg="addSp delSp modSp new add del mod">
        <pc:chgData name="鈴木 秀規" userId="f68c5fd9-22d5-4c0a-9833-7fb0f5135313" providerId="ADAL" clId="{1FFDFDEC-295D-434A-B582-72A8CC8A5E88}" dt="2021-01-26T03:29:01.368" v="886" actId="14100"/>
        <pc:sldMkLst>
          <pc:docMk/>
          <pc:sldMk cId="3649920568" sldId="377"/>
        </pc:sldMkLst>
        <pc:spChg chg="mod">
          <ac:chgData name="鈴木 秀規" userId="f68c5fd9-22d5-4c0a-9833-7fb0f5135313" providerId="ADAL" clId="{1FFDFDEC-295D-434A-B582-72A8CC8A5E88}" dt="2021-01-14T02:03:05.174" v="223" actId="20577"/>
          <ac:spMkLst>
            <pc:docMk/>
            <pc:sldMk cId="3649920568" sldId="377"/>
            <ac:spMk id="3" creationId="{DF13203F-8593-420C-AE20-66E21972FB4D}"/>
          </ac:spMkLst>
        </pc:spChg>
        <pc:spChg chg="mod">
          <ac:chgData name="鈴木 秀規" userId="f68c5fd9-22d5-4c0a-9833-7fb0f5135313" providerId="ADAL" clId="{1FFDFDEC-295D-434A-B582-72A8CC8A5E88}" dt="2021-01-26T03:29:01.368" v="886" actId="14100"/>
          <ac:spMkLst>
            <pc:docMk/>
            <pc:sldMk cId="3649920568" sldId="377"/>
            <ac:spMk id="5" creationId="{63D511F6-27E6-40A2-9A93-B28B3EF22E08}"/>
          </ac:spMkLst>
        </pc:spChg>
        <pc:spChg chg="add del mod">
          <ac:chgData name="鈴木 秀規" userId="f68c5fd9-22d5-4c0a-9833-7fb0f5135313" providerId="ADAL" clId="{1FFDFDEC-295D-434A-B582-72A8CC8A5E88}" dt="2021-01-14T02:04:21.934" v="240" actId="478"/>
          <ac:spMkLst>
            <pc:docMk/>
            <pc:sldMk cId="3649920568" sldId="377"/>
            <ac:spMk id="6" creationId="{D2845405-5103-4C62-BB3C-E80E03C545AE}"/>
          </ac:spMkLst>
        </pc:spChg>
        <pc:spChg chg="add del mod">
          <ac:chgData name="鈴木 秀規" userId="f68c5fd9-22d5-4c0a-9833-7fb0f5135313" providerId="ADAL" clId="{1FFDFDEC-295D-434A-B582-72A8CC8A5E88}" dt="2021-01-14T02:04:21.934" v="240" actId="478"/>
          <ac:spMkLst>
            <pc:docMk/>
            <pc:sldMk cId="3649920568" sldId="377"/>
            <ac:spMk id="10" creationId="{E9941C32-1BEA-433B-B5DA-07AC1252A60F}"/>
          </ac:spMkLst>
        </pc:spChg>
        <pc:spChg chg="add del mod">
          <ac:chgData name="鈴木 秀規" userId="f68c5fd9-22d5-4c0a-9833-7fb0f5135313" providerId="ADAL" clId="{1FFDFDEC-295D-434A-B582-72A8CC8A5E88}" dt="2021-01-14T02:04:21.934" v="240" actId="478"/>
          <ac:spMkLst>
            <pc:docMk/>
            <pc:sldMk cId="3649920568" sldId="377"/>
            <ac:spMk id="13" creationId="{D98634BF-B3C5-4EDA-96E5-D352230508C6}"/>
          </ac:spMkLst>
        </pc:spChg>
        <pc:spChg chg="add del mod">
          <ac:chgData name="鈴木 秀規" userId="f68c5fd9-22d5-4c0a-9833-7fb0f5135313" providerId="ADAL" clId="{1FFDFDEC-295D-434A-B582-72A8CC8A5E88}" dt="2021-01-14T02:04:21.934" v="240" actId="478"/>
          <ac:spMkLst>
            <pc:docMk/>
            <pc:sldMk cId="3649920568" sldId="377"/>
            <ac:spMk id="14" creationId="{150B9EE1-73C9-4075-9A0E-D054ABA7F56A}"/>
          </ac:spMkLst>
        </pc:spChg>
        <pc:spChg chg="add del mod">
          <ac:chgData name="鈴木 秀規" userId="f68c5fd9-22d5-4c0a-9833-7fb0f5135313" providerId="ADAL" clId="{1FFDFDEC-295D-434A-B582-72A8CC8A5E88}" dt="2021-01-14T02:04:21.934" v="240" actId="478"/>
          <ac:spMkLst>
            <pc:docMk/>
            <pc:sldMk cId="3649920568" sldId="377"/>
            <ac:spMk id="16" creationId="{5E32583E-40E0-42F7-8034-4FFF71881D5C}"/>
          </ac:spMkLst>
        </pc:spChg>
        <pc:spChg chg="add del mod">
          <ac:chgData name="鈴木 秀規" userId="f68c5fd9-22d5-4c0a-9833-7fb0f5135313" providerId="ADAL" clId="{1FFDFDEC-295D-434A-B582-72A8CC8A5E88}" dt="2021-01-14T02:04:21.934" v="240" actId="478"/>
          <ac:spMkLst>
            <pc:docMk/>
            <pc:sldMk cId="3649920568" sldId="377"/>
            <ac:spMk id="17" creationId="{CF346F72-7AFE-4925-93DC-FDD7E804143F}"/>
          </ac:spMkLst>
        </pc:spChg>
        <pc:spChg chg="add del mod">
          <ac:chgData name="鈴木 秀規" userId="f68c5fd9-22d5-4c0a-9833-7fb0f5135313" providerId="ADAL" clId="{1FFDFDEC-295D-434A-B582-72A8CC8A5E88}" dt="2021-01-14T02:04:21.934" v="240" actId="478"/>
          <ac:spMkLst>
            <pc:docMk/>
            <pc:sldMk cId="3649920568" sldId="377"/>
            <ac:spMk id="20" creationId="{E9152E8C-4229-44F2-9DC1-CDC1BA9A5AD2}"/>
          </ac:spMkLst>
        </pc:spChg>
        <pc:spChg chg="add del mod">
          <ac:chgData name="鈴木 秀規" userId="f68c5fd9-22d5-4c0a-9833-7fb0f5135313" providerId="ADAL" clId="{1FFDFDEC-295D-434A-B582-72A8CC8A5E88}" dt="2021-01-14T02:04:21.934" v="240" actId="478"/>
          <ac:spMkLst>
            <pc:docMk/>
            <pc:sldMk cId="3649920568" sldId="377"/>
            <ac:spMk id="21" creationId="{05EAAF42-2527-44E6-9B7A-D3034CE102CC}"/>
          </ac:spMkLst>
        </pc:spChg>
        <pc:spChg chg="add del mod">
          <ac:chgData name="鈴木 秀規" userId="f68c5fd9-22d5-4c0a-9833-7fb0f5135313" providerId="ADAL" clId="{1FFDFDEC-295D-434A-B582-72A8CC8A5E88}" dt="2021-01-14T02:04:21.934" v="240" actId="478"/>
          <ac:spMkLst>
            <pc:docMk/>
            <pc:sldMk cId="3649920568" sldId="377"/>
            <ac:spMk id="22" creationId="{8A3C8E80-DD1C-4652-B997-D788E663BEE4}"/>
          </ac:spMkLst>
        </pc:spChg>
        <pc:spChg chg="add del mod">
          <ac:chgData name="鈴木 秀規" userId="f68c5fd9-22d5-4c0a-9833-7fb0f5135313" providerId="ADAL" clId="{1FFDFDEC-295D-434A-B582-72A8CC8A5E88}" dt="2021-01-14T02:04:21.934" v="240" actId="478"/>
          <ac:spMkLst>
            <pc:docMk/>
            <pc:sldMk cId="3649920568" sldId="377"/>
            <ac:spMk id="23" creationId="{8B17CD57-67F5-4E8B-9C1D-455AF85951A9}"/>
          </ac:spMkLst>
        </pc:spChg>
        <pc:spChg chg="add del mod">
          <ac:chgData name="鈴木 秀規" userId="f68c5fd9-22d5-4c0a-9833-7fb0f5135313" providerId="ADAL" clId="{1FFDFDEC-295D-434A-B582-72A8CC8A5E88}" dt="2021-01-14T02:04:21.934" v="240" actId="478"/>
          <ac:spMkLst>
            <pc:docMk/>
            <pc:sldMk cId="3649920568" sldId="377"/>
            <ac:spMk id="24" creationId="{0AA6CF66-5F0A-4C62-8899-D61D2AA31212}"/>
          </ac:spMkLst>
        </pc:spChg>
        <pc:spChg chg="add del mod">
          <ac:chgData name="鈴木 秀規" userId="f68c5fd9-22d5-4c0a-9833-7fb0f5135313" providerId="ADAL" clId="{1FFDFDEC-295D-434A-B582-72A8CC8A5E88}" dt="2021-01-14T02:04:21.934" v="240" actId="478"/>
          <ac:spMkLst>
            <pc:docMk/>
            <pc:sldMk cId="3649920568" sldId="377"/>
            <ac:spMk id="25" creationId="{A13B0CD3-F44A-4B4E-93FB-112CBFC0E562}"/>
          </ac:spMkLst>
        </pc:spChg>
        <pc:spChg chg="add del mod">
          <ac:chgData name="鈴木 秀規" userId="f68c5fd9-22d5-4c0a-9833-7fb0f5135313" providerId="ADAL" clId="{1FFDFDEC-295D-434A-B582-72A8CC8A5E88}" dt="2021-01-14T02:04:21.934" v="240" actId="478"/>
          <ac:spMkLst>
            <pc:docMk/>
            <pc:sldMk cId="3649920568" sldId="377"/>
            <ac:spMk id="26" creationId="{BF42F3B7-1C69-4091-AFEA-40E9B9421075}"/>
          </ac:spMkLst>
        </pc:spChg>
        <pc:spChg chg="add del mod">
          <ac:chgData name="鈴木 秀規" userId="f68c5fd9-22d5-4c0a-9833-7fb0f5135313" providerId="ADAL" clId="{1FFDFDEC-295D-434A-B582-72A8CC8A5E88}" dt="2021-01-14T02:05:27.788" v="286" actId="478"/>
          <ac:spMkLst>
            <pc:docMk/>
            <pc:sldMk cId="3649920568" sldId="377"/>
            <ac:spMk id="30" creationId="{0B4F687E-D4E0-4135-AC7C-527281EC3D14}"/>
          </ac:spMkLst>
        </pc:spChg>
        <pc:spChg chg="add mod">
          <ac:chgData name="鈴木 秀規" userId="f68c5fd9-22d5-4c0a-9833-7fb0f5135313" providerId="ADAL" clId="{1FFDFDEC-295D-434A-B582-72A8CC8A5E88}" dt="2021-01-14T03:36:28.590" v="767" actId="20577"/>
          <ac:spMkLst>
            <pc:docMk/>
            <pc:sldMk cId="3649920568" sldId="377"/>
            <ac:spMk id="31" creationId="{FFC60DF4-583B-4EF1-886C-A29A4130BA29}"/>
          </ac:spMkLst>
        </pc:spChg>
        <pc:spChg chg="add del mod">
          <ac:chgData name="鈴木 秀規" userId="f68c5fd9-22d5-4c0a-9833-7fb0f5135313" providerId="ADAL" clId="{1FFDFDEC-295D-434A-B582-72A8CC8A5E88}" dt="2021-01-14T02:16:36.835" v="446" actId="1076"/>
          <ac:spMkLst>
            <pc:docMk/>
            <pc:sldMk cId="3649920568" sldId="377"/>
            <ac:spMk id="34" creationId="{8F2C3383-3D92-46AC-BD0E-043B93B52929}"/>
          </ac:spMkLst>
        </pc:spChg>
        <pc:spChg chg="add del mod">
          <ac:chgData name="鈴木 秀規" userId="f68c5fd9-22d5-4c0a-9833-7fb0f5135313" providerId="ADAL" clId="{1FFDFDEC-295D-434A-B582-72A8CC8A5E88}" dt="2021-01-14T02:06:26.115" v="302" actId="478"/>
          <ac:spMkLst>
            <pc:docMk/>
            <pc:sldMk cId="3649920568" sldId="377"/>
            <ac:spMk id="35" creationId="{C69D6D9F-3157-4061-9774-8F87C0A7A76D}"/>
          </ac:spMkLst>
        </pc:spChg>
        <pc:spChg chg="add del mod">
          <ac:chgData name="鈴木 秀規" userId="f68c5fd9-22d5-4c0a-9833-7fb0f5135313" providerId="ADAL" clId="{1FFDFDEC-295D-434A-B582-72A8CC8A5E88}" dt="2021-01-14T02:16:31.942" v="445" actId="478"/>
          <ac:spMkLst>
            <pc:docMk/>
            <pc:sldMk cId="3649920568" sldId="377"/>
            <ac:spMk id="46" creationId="{F67477F8-6865-4B2A-A073-E83E5CC25623}"/>
          </ac:spMkLst>
        </pc:spChg>
        <pc:spChg chg="add del mod">
          <ac:chgData name="鈴木 秀規" userId="f68c5fd9-22d5-4c0a-9833-7fb0f5135313" providerId="ADAL" clId="{1FFDFDEC-295D-434A-B582-72A8CC8A5E88}" dt="2021-01-14T02:16:31.942" v="445" actId="478"/>
          <ac:spMkLst>
            <pc:docMk/>
            <pc:sldMk cId="3649920568" sldId="377"/>
            <ac:spMk id="47" creationId="{BB6E310E-301D-4047-8904-D7EA81227523}"/>
          </ac:spMkLst>
        </pc:spChg>
        <pc:spChg chg="add del mod">
          <ac:chgData name="鈴木 秀規" userId="f68c5fd9-22d5-4c0a-9833-7fb0f5135313" providerId="ADAL" clId="{1FFDFDEC-295D-434A-B582-72A8CC8A5E88}" dt="2021-01-14T02:16:01.629" v="442" actId="478"/>
          <ac:spMkLst>
            <pc:docMk/>
            <pc:sldMk cId="3649920568" sldId="377"/>
            <ac:spMk id="48" creationId="{BF786DD5-0EB2-4730-B00E-F22341692CD7}"/>
          </ac:spMkLst>
        </pc:spChg>
        <pc:spChg chg="add del mod">
          <ac:chgData name="鈴木 秀規" userId="f68c5fd9-22d5-4c0a-9833-7fb0f5135313" providerId="ADAL" clId="{1FFDFDEC-295D-434A-B582-72A8CC8A5E88}" dt="2021-01-14T02:16:01.629" v="442" actId="478"/>
          <ac:spMkLst>
            <pc:docMk/>
            <pc:sldMk cId="3649920568" sldId="377"/>
            <ac:spMk id="49" creationId="{77CA64BB-7E63-4245-8D28-F37677F8555D}"/>
          </ac:spMkLst>
        </pc:spChg>
        <pc:spChg chg="add del mod">
          <ac:chgData name="鈴木 秀規" userId="f68c5fd9-22d5-4c0a-9833-7fb0f5135313" providerId="ADAL" clId="{1FFDFDEC-295D-434A-B582-72A8CC8A5E88}" dt="2021-01-14T02:16:01.629" v="442" actId="478"/>
          <ac:spMkLst>
            <pc:docMk/>
            <pc:sldMk cId="3649920568" sldId="377"/>
            <ac:spMk id="50" creationId="{0A739127-191F-4C4F-8FF6-7AD938954C7B}"/>
          </ac:spMkLst>
        </pc:spChg>
        <pc:spChg chg="add del mod">
          <ac:chgData name="鈴木 秀規" userId="f68c5fd9-22d5-4c0a-9833-7fb0f5135313" providerId="ADAL" clId="{1FFDFDEC-295D-434A-B582-72A8CC8A5E88}" dt="2021-01-14T02:16:01.629" v="442" actId="478"/>
          <ac:spMkLst>
            <pc:docMk/>
            <pc:sldMk cId="3649920568" sldId="377"/>
            <ac:spMk id="51" creationId="{BAAC543E-D653-406C-BC24-004A738F98DF}"/>
          </ac:spMkLst>
        </pc:spChg>
        <pc:spChg chg="add mod">
          <ac:chgData name="鈴木 秀規" userId="f68c5fd9-22d5-4c0a-9833-7fb0f5135313" providerId="ADAL" clId="{1FFDFDEC-295D-434A-B582-72A8CC8A5E88}" dt="2021-01-14T02:11:52.343" v="379" actId="1076"/>
          <ac:spMkLst>
            <pc:docMk/>
            <pc:sldMk cId="3649920568" sldId="377"/>
            <ac:spMk id="52" creationId="{9FD0A5F7-3C21-449A-86AA-27C6C68FBB14}"/>
          </ac:spMkLst>
        </pc:spChg>
        <pc:spChg chg="add del mod">
          <ac:chgData name="鈴木 秀規" userId="f68c5fd9-22d5-4c0a-9833-7fb0f5135313" providerId="ADAL" clId="{1FFDFDEC-295D-434A-B582-72A8CC8A5E88}" dt="2021-01-14T02:16:01.629" v="442" actId="478"/>
          <ac:spMkLst>
            <pc:docMk/>
            <pc:sldMk cId="3649920568" sldId="377"/>
            <ac:spMk id="61" creationId="{83D46220-ADF8-4081-A483-E5B7CD8BA853}"/>
          </ac:spMkLst>
        </pc:spChg>
        <pc:spChg chg="add del mod">
          <ac:chgData name="鈴木 秀規" userId="f68c5fd9-22d5-4c0a-9833-7fb0f5135313" providerId="ADAL" clId="{1FFDFDEC-295D-434A-B582-72A8CC8A5E88}" dt="2021-01-14T02:16:01.629" v="442" actId="478"/>
          <ac:spMkLst>
            <pc:docMk/>
            <pc:sldMk cId="3649920568" sldId="377"/>
            <ac:spMk id="62" creationId="{D6CA32A0-C620-4951-966F-93FC0AB160BD}"/>
          </ac:spMkLst>
        </pc:spChg>
        <pc:spChg chg="add del mod">
          <ac:chgData name="鈴木 秀規" userId="f68c5fd9-22d5-4c0a-9833-7fb0f5135313" providerId="ADAL" clId="{1FFDFDEC-295D-434A-B582-72A8CC8A5E88}" dt="2021-01-14T02:19:36.642" v="496" actId="478"/>
          <ac:spMkLst>
            <pc:docMk/>
            <pc:sldMk cId="3649920568" sldId="377"/>
            <ac:spMk id="66" creationId="{E2C49944-ACA2-4A58-B0E5-0D3B7E65719E}"/>
          </ac:spMkLst>
        </pc:spChg>
        <pc:spChg chg="add mod">
          <ac:chgData name="鈴木 秀規" userId="f68c5fd9-22d5-4c0a-9833-7fb0f5135313" providerId="ADAL" clId="{1FFDFDEC-295D-434A-B582-72A8CC8A5E88}" dt="2021-01-14T02:21:14.524" v="523" actId="207"/>
          <ac:spMkLst>
            <pc:docMk/>
            <pc:sldMk cId="3649920568" sldId="377"/>
            <ac:spMk id="67" creationId="{0671154F-E1FA-4A93-B4CE-E5911A6852BA}"/>
          </ac:spMkLst>
        </pc:spChg>
        <pc:spChg chg="add mod">
          <ac:chgData name="鈴木 秀規" userId="f68c5fd9-22d5-4c0a-9833-7fb0f5135313" providerId="ADAL" clId="{1FFDFDEC-295D-434A-B582-72A8CC8A5E88}" dt="2021-01-14T02:22:21.665" v="553" actId="14100"/>
          <ac:spMkLst>
            <pc:docMk/>
            <pc:sldMk cId="3649920568" sldId="377"/>
            <ac:spMk id="68" creationId="{A3733B56-91A6-4B5A-8E5E-C9331ECCCC0B}"/>
          </ac:spMkLst>
        </pc:spChg>
        <pc:spChg chg="add mod">
          <ac:chgData name="鈴木 秀規" userId="f68c5fd9-22d5-4c0a-9833-7fb0f5135313" providerId="ADAL" clId="{1FFDFDEC-295D-434A-B582-72A8CC8A5E88}" dt="2021-01-14T02:22:32.890" v="556" actId="1035"/>
          <ac:spMkLst>
            <pc:docMk/>
            <pc:sldMk cId="3649920568" sldId="377"/>
            <ac:spMk id="69" creationId="{5E42E419-B13D-4016-8238-7F4799B6EB23}"/>
          </ac:spMkLst>
        </pc:spChg>
        <pc:spChg chg="add del mod">
          <ac:chgData name="鈴木 秀規" userId="f68c5fd9-22d5-4c0a-9833-7fb0f5135313" providerId="ADAL" clId="{1FFDFDEC-295D-434A-B582-72A8CC8A5E88}" dt="2021-01-14T03:36:49.050" v="769" actId="478"/>
          <ac:spMkLst>
            <pc:docMk/>
            <pc:sldMk cId="3649920568" sldId="377"/>
            <ac:spMk id="70" creationId="{75EE7C32-A449-48C9-858A-29C1A72E0B2F}"/>
          </ac:spMkLst>
        </pc:spChg>
        <pc:grpChg chg="add mod">
          <ac:chgData name="鈴木 秀規" userId="f68c5fd9-22d5-4c0a-9833-7fb0f5135313" providerId="ADAL" clId="{1FFDFDEC-295D-434A-B582-72A8CC8A5E88}" dt="2021-01-14T02:16:43.606" v="449" actId="1076"/>
          <ac:grpSpMkLst>
            <pc:docMk/>
            <pc:sldMk cId="3649920568" sldId="377"/>
            <ac:grpSpMk id="32" creationId="{A6E6B39E-1581-4318-9C25-C50545DCF6E5}"/>
          </ac:grpSpMkLst>
        </pc:grpChg>
        <pc:grpChg chg="add del mod">
          <ac:chgData name="鈴木 秀規" userId="f68c5fd9-22d5-4c0a-9833-7fb0f5135313" providerId="ADAL" clId="{1FFDFDEC-295D-434A-B582-72A8CC8A5E88}" dt="2021-01-14T02:16:01.629" v="442" actId="478"/>
          <ac:grpSpMkLst>
            <pc:docMk/>
            <pc:sldMk cId="3649920568" sldId="377"/>
            <ac:grpSpMk id="54" creationId="{D4036D75-2FD5-461E-A87F-4C388D4052D0}"/>
          </ac:grpSpMkLst>
        </pc:grpChg>
        <pc:picChg chg="add del mod">
          <ac:chgData name="鈴木 秀規" userId="f68c5fd9-22d5-4c0a-9833-7fb0f5135313" providerId="ADAL" clId="{1FFDFDEC-295D-434A-B582-72A8CC8A5E88}" dt="2021-01-14T02:04:21.934" v="240" actId="478"/>
          <ac:picMkLst>
            <pc:docMk/>
            <pc:sldMk cId="3649920568" sldId="377"/>
            <ac:picMk id="7" creationId="{E20396D6-2E5A-4A3C-866A-3EDECF145E1F}"/>
          </ac:picMkLst>
        </pc:picChg>
        <pc:picChg chg="add del mod">
          <ac:chgData name="鈴木 秀規" userId="f68c5fd9-22d5-4c0a-9833-7fb0f5135313" providerId="ADAL" clId="{1FFDFDEC-295D-434A-B582-72A8CC8A5E88}" dt="2021-01-14T02:04:21.934" v="240" actId="478"/>
          <ac:picMkLst>
            <pc:docMk/>
            <pc:sldMk cId="3649920568" sldId="377"/>
            <ac:picMk id="8" creationId="{E560B7DF-E113-4E23-B6A5-CAD857447DB8}"/>
          </ac:picMkLst>
        </pc:picChg>
        <pc:picChg chg="add del mod">
          <ac:chgData name="鈴木 秀規" userId="f68c5fd9-22d5-4c0a-9833-7fb0f5135313" providerId="ADAL" clId="{1FFDFDEC-295D-434A-B582-72A8CC8A5E88}" dt="2021-01-14T02:04:21.934" v="240" actId="478"/>
          <ac:picMkLst>
            <pc:docMk/>
            <pc:sldMk cId="3649920568" sldId="377"/>
            <ac:picMk id="9" creationId="{B194A6BA-DF1B-426E-9CDD-97A45AC51E7D}"/>
          </ac:picMkLst>
        </pc:picChg>
        <pc:picChg chg="add del mod">
          <ac:chgData name="鈴木 秀規" userId="f68c5fd9-22d5-4c0a-9833-7fb0f5135313" providerId="ADAL" clId="{1FFDFDEC-295D-434A-B582-72A8CC8A5E88}" dt="2021-01-14T02:04:21.934" v="240" actId="478"/>
          <ac:picMkLst>
            <pc:docMk/>
            <pc:sldMk cId="3649920568" sldId="377"/>
            <ac:picMk id="15" creationId="{7F2FFC44-3FB7-42E8-880F-3FA0352F329F}"/>
          </ac:picMkLst>
        </pc:picChg>
        <pc:picChg chg="add mod">
          <ac:chgData name="鈴木 秀規" userId="f68c5fd9-22d5-4c0a-9833-7fb0f5135313" providerId="ADAL" clId="{1FFDFDEC-295D-434A-B582-72A8CC8A5E88}" dt="2021-01-14T02:05:34.524" v="287" actId="164"/>
          <ac:picMkLst>
            <pc:docMk/>
            <pc:sldMk cId="3649920568" sldId="377"/>
            <ac:picMk id="27" creationId="{E93CA468-4AE8-485A-AB76-A2D114168246}"/>
          </ac:picMkLst>
        </pc:picChg>
        <pc:picChg chg="add mod">
          <ac:chgData name="鈴木 秀規" userId="f68c5fd9-22d5-4c0a-9833-7fb0f5135313" providerId="ADAL" clId="{1FFDFDEC-295D-434A-B582-72A8CC8A5E88}" dt="2021-01-14T02:05:34.524" v="287" actId="164"/>
          <ac:picMkLst>
            <pc:docMk/>
            <pc:sldMk cId="3649920568" sldId="377"/>
            <ac:picMk id="28" creationId="{AD28C022-22D5-4A58-AFE7-972EB062E364}"/>
          </ac:picMkLst>
        </pc:picChg>
        <pc:picChg chg="add mod">
          <ac:chgData name="鈴木 秀規" userId="f68c5fd9-22d5-4c0a-9833-7fb0f5135313" providerId="ADAL" clId="{1FFDFDEC-295D-434A-B582-72A8CC8A5E88}" dt="2021-01-14T02:05:34.524" v="287" actId="164"/>
          <ac:picMkLst>
            <pc:docMk/>
            <pc:sldMk cId="3649920568" sldId="377"/>
            <ac:picMk id="29" creationId="{9D45EBC1-DEE0-40E3-A104-46EB8914BDF4}"/>
          </ac:picMkLst>
        </pc:picChg>
        <pc:picChg chg="add del mod ord">
          <ac:chgData name="鈴木 秀規" userId="f68c5fd9-22d5-4c0a-9833-7fb0f5135313" providerId="ADAL" clId="{1FFDFDEC-295D-434A-B582-72A8CC8A5E88}" dt="2021-01-14T02:16:36.835" v="446" actId="1076"/>
          <ac:picMkLst>
            <pc:docMk/>
            <pc:sldMk cId="3649920568" sldId="377"/>
            <ac:picMk id="33" creationId="{0E9D1243-8407-457A-82BD-F88B5BBECD23}"/>
          </ac:picMkLst>
        </pc:picChg>
        <pc:picChg chg="add mod">
          <ac:chgData name="鈴木 秀規" userId="f68c5fd9-22d5-4c0a-9833-7fb0f5135313" providerId="ADAL" clId="{1FFDFDEC-295D-434A-B582-72A8CC8A5E88}" dt="2021-01-14T02:11:52.343" v="379" actId="1076"/>
          <ac:picMkLst>
            <pc:docMk/>
            <pc:sldMk cId="3649920568" sldId="377"/>
            <ac:picMk id="53" creationId="{0A86E771-969C-4F01-BFA0-1B211831F160}"/>
          </ac:picMkLst>
        </pc:picChg>
        <pc:cxnChg chg="add del mod">
          <ac:chgData name="鈴木 秀規" userId="f68c5fd9-22d5-4c0a-9833-7fb0f5135313" providerId="ADAL" clId="{1FFDFDEC-295D-434A-B582-72A8CC8A5E88}" dt="2021-01-14T02:04:21.934" v="240" actId="478"/>
          <ac:cxnSpMkLst>
            <pc:docMk/>
            <pc:sldMk cId="3649920568" sldId="377"/>
            <ac:cxnSpMk id="11" creationId="{0483F4C0-0407-44D3-A78F-49E51B86787C}"/>
          </ac:cxnSpMkLst>
        </pc:cxnChg>
        <pc:cxnChg chg="add del mod">
          <ac:chgData name="鈴木 秀規" userId="f68c5fd9-22d5-4c0a-9833-7fb0f5135313" providerId="ADAL" clId="{1FFDFDEC-295D-434A-B582-72A8CC8A5E88}" dt="2021-01-14T02:04:21.934" v="240" actId="478"/>
          <ac:cxnSpMkLst>
            <pc:docMk/>
            <pc:sldMk cId="3649920568" sldId="377"/>
            <ac:cxnSpMk id="12" creationId="{2E04BDFF-7969-411B-93A0-D8331BA8189C}"/>
          </ac:cxnSpMkLst>
        </pc:cxnChg>
        <pc:cxnChg chg="add del mod">
          <ac:chgData name="鈴木 秀規" userId="f68c5fd9-22d5-4c0a-9833-7fb0f5135313" providerId="ADAL" clId="{1FFDFDEC-295D-434A-B582-72A8CC8A5E88}" dt="2021-01-14T02:04:21.934" v="240" actId="478"/>
          <ac:cxnSpMkLst>
            <pc:docMk/>
            <pc:sldMk cId="3649920568" sldId="377"/>
            <ac:cxnSpMk id="18" creationId="{1C833306-77D8-44F7-AB46-81396D7788AF}"/>
          </ac:cxnSpMkLst>
        </pc:cxnChg>
        <pc:cxnChg chg="add del mod">
          <ac:chgData name="鈴木 秀規" userId="f68c5fd9-22d5-4c0a-9833-7fb0f5135313" providerId="ADAL" clId="{1FFDFDEC-295D-434A-B582-72A8CC8A5E88}" dt="2021-01-14T02:04:21.934" v="240" actId="478"/>
          <ac:cxnSpMkLst>
            <pc:docMk/>
            <pc:sldMk cId="3649920568" sldId="377"/>
            <ac:cxnSpMk id="19" creationId="{2B632CD0-09BA-467C-8CA1-BF1493109906}"/>
          </ac:cxnSpMkLst>
        </pc:cxnChg>
        <pc:cxnChg chg="add del mod">
          <ac:chgData name="鈴木 秀規" userId="f68c5fd9-22d5-4c0a-9833-7fb0f5135313" providerId="ADAL" clId="{1FFDFDEC-295D-434A-B582-72A8CC8A5E88}" dt="2021-01-14T02:16:31.942" v="445" actId="478"/>
          <ac:cxnSpMkLst>
            <pc:docMk/>
            <pc:sldMk cId="3649920568" sldId="377"/>
            <ac:cxnSpMk id="36" creationId="{AD6D5368-C535-4AA1-ADF8-B5E214C9BE42}"/>
          </ac:cxnSpMkLst>
        </pc:cxnChg>
        <pc:cxnChg chg="add del mod">
          <ac:chgData name="鈴木 秀規" userId="f68c5fd9-22d5-4c0a-9833-7fb0f5135313" providerId="ADAL" clId="{1FFDFDEC-295D-434A-B582-72A8CC8A5E88}" dt="2021-01-14T02:16:31.942" v="445" actId="478"/>
          <ac:cxnSpMkLst>
            <pc:docMk/>
            <pc:sldMk cId="3649920568" sldId="377"/>
            <ac:cxnSpMk id="41" creationId="{58F1D3BC-BF7A-4996-B9E2-60AA8D6F04E3}"/>
          </ac:cxnSpMkLst>
        </pc:cxnChg>
        <pc:cxnChg chg="add del mod">
          <ac:chgData name="鈴木 秀規" userId="f68c5fd9-22d5-4c0a-9833-7fb0f5135313" providerId="ADAL" clId="{1FFDFDEC-295D-434A-B582-72A8CC8A5E88}" dt="2021-01-14T02:16:01.629" v="442" actId="478"/>
          <ac:cxnSpMkLst>
            <pc:docMk/>
            <pc:sldMk cId="3649920568" sldId="377"/>
            <ac:cxnSpMk id="55" creationId="{BAEC9F89-E461-491B-94AE-A27E46E881FD}"/>
          </ac:cxnSpMkLst>
        </pc:cxnChg>
        <pc:cxnChg chg="add del mod">
          <ac:chgData name="鈴木 秀規" userId="f68c5fd9-22d5-4c0a-9833-7fb0f5135313" providerId="ADAL" clId="{1FFDFDEC-295D-434A-B582-72A8CC8A5E88}" dt="2021-01-14T02:16:01.629" v="442" actId="478"/>
          <ac:cxnSpMkLst>
            <pc:docMk/>
            <pc:sldMk cId="3649920568" sldId="377"/>
            <ac:cxnSpMk id="58" creationId="{410B3091-C760-4FE8-B549-D0650C6C8145}"/>
          </ac:cxnSpMkLst>
        </pc:cxnChg>
        <pc:cxnChg chg="add mod">
          <ac:chgData name="鈴木 秀規" userId="f68c5fd9-22d5-4c0a-9833-7fb0f5135313" providerId="ADAL" clId="{1FFDFDEC-295D-434A-B582-72A8CC8A5E88}" dt="2021-01-14T02:17:40.921" v="469" actId="1038"/>
          <ac:cxnSpMkLst>
            <pc:docMk/>
            <pc:sldMk cId="3649920568" sldId="377"/>
            <ac:cxnSpMk id="64" creationId="{100ADEA5-B42F-4347-9286-D7704FC7BE9D}"/>
          </ac:cxnSpMkLst>
        </pc:cxnChg>
        <pc:cxnChg chg="add del mod">
          <ac:chgData name="鈴木 秀規" userId="f68c5fd9-22d5-4c0a-9833-7fb0f5135313" providerId="ADAL" clId="{1FFDFDEC-295D-434A-B582-72A8CC8A5E88}" dt="2021-01-14T03:36:49.050" v="769" actId="478"/>
          <ac:cxnSpMkLst>
            <pc:docMk/>
            <pc:sldMk cId="3649920568" sldId="377"/>
            <ac:cxnSpMk id="65" creationId="{161C3D35-36D5-4C34-A872-287438D6956F}"/>
          </ac:cxnSpMkLst>
        </pc:cxnChg>
      </pc:sldChg>
      <pc:sldChg chg="delSp modSp add del mod">
        <pc:chgData name="鈴木 秀規" userId="f68c5fd9-22d5-4c0a-9833-7fb0f5135313" providerId="ADAL" clId="{1FFDFDEC-295D-434A-B582-72A8CC8A5E88}" dt="2021-01-14T02:29:25.757" v="739" actId="47"/>
        <pc:sldMkLst>
          <pc:docMk/>
          <pc:sldMk cId="2320012680" sldId="378"/>
        </pc:sldMkLst>
        <pc:spChg chg="mod">
          <ac:chgData name="鈴木 秀規" userId="f68c5fd9-22d5-4c0a-9833-7fb0f5135313" providerId="ADAL" clId="{1FFDFDEC-295D-434A-B582-72A8CC8A5E88}" dt="2021-01-14T02:14:54.356" v="440" actId="20577"/>
          <ac:spMkLst>
            <pc:docMk/>
            <pc:sldMk cId="2320012680" sldId="378"/>
            <ac:spMk id="3" creationId="{DF13203F-8593-420C-AE20-66E21972FB4D}"/>
          </ac:spMkLst>
        </pc:spChg>
        <pc:spChg chg="del">
          <ac:chgData name="鈴木 秀規" userId="f68c5fd9-22d5-4c0a-9833-7fb0f5135313" providerId="ADAL" clId="{1FFDFDEC-295D-434A-B582-72A8CC8A5E88}" dt="2021-01-14T02:22:56.356" v="557" actId="478"/>
          <ac:spMkLst>
            <pc:docMk/>
            <pc:sldMk cId="2320012680" sldId="378"/>
            <ac:spMk id="31" creationId="{FFC60DF4-583B-4EF1-886C-A29A4130BA29}"/>
          </ac:spMkLst>
        </pc:spChg>
        <pc:spChg chg="del">
          <ac:chgData name="鈴木 秀規" userId="f68c5fd9-22d5-4c0a-9833-7fb0f5135313" providerId="ADAL" clId="{1FFDFDEC-295D-434A-B582-72A8CC8A5E88}" dt="2021-01-14T02:22:56.356" v="557" actId="478"/>
          <ac:spMkLst>
            <pc:docMk/>
            <pc:sldMk cId="2320012680" sldId="378"/>
            <ac:spMk id="34" creationId="{8F2C3383-3D92-46AC-BD0E-043B93B52929}"/>
          </ac:spMkLst>
        </pc:spChg>
        <pc:spChg chg="del">
          <ac:chgData name="鈴木 秀規" userId="f68c5fd9-22d5-4c0a-9833-7fb0f5135313" providerId="ADAL" clId="{1FFDFDEC-295D-434A-B582-72A8CC8A5E88}" dt="2021-01-14T02:22:56.356" v="557" actId="478"/>
          <ac:spMkLst>
            <pc:docMk/>
            <pc:sldMk cId="2320012680" sldId="378"/>
            <ac:spMk id="46" creationId="{F67477F8-6865-4B2A-A073-E83E5CC25623}"/>
          </ac:spMkLst>
        </pc:spChg>
        <pc:spChg chg="del">
          <ac:chgData name="鈴木 秀規" userId="f68c5fd9-22d5-4c0a-9833-7fb0f5135313" providerId="ADAL" clId="{1FFDFDEC-295D-434A-B582-72A8CC8A5E88}" dt="2021-01-14T02:22:56.356" v="557" actId="478"/>
          <ac:spMkLst>
            <pc:docMk/>
            <pc:sldMk cId="2320012680" sldId="378"/>
            <ac:spMk id="47" creationId="{BB6E310E-301D-4047-8904-D7EA81227523}"/>
          </ac:spMkLst>
        </pc:spChg>
        <pc:spChg chg="del">
          <ac:chgData name="鈴木 秀規" userId="f68c5fd9-22d5-4c0a-9833-7fb0f5135313" providerId="ADAL" clId="{1FFDFDEC-295D-434A-B582-72A8CC8A5E88}" dt="2021-01-14T02:22:56.356" v="557" actId="478"/>
          <ac:spMkLst>
            <pc:docMk/>
            <pc:sldMk cId="2320012680" sldId="378"/>
            <ac:spMk id="61" creationId="{83D46220-ADF8-4081-A483-E5B7CD8BA853}"/>
          </ac:spMkLst>
        </pc:spChg>
        <pc:spChg chg="del">
          <ac:chgData name="鈴木 秀規" userId="f68c5fd9-22d5-4c0a-9833-7fb0f5135313" providerId="ADAL" clId="{1FFDFDEC-295D-434A-B582-72A8CC8A5E88}" dt="2021-01-14T02:22:56.356" v="557" actId="478"/>
          <ac:spMkLst>
            <pc:docMk/>
            <pc:sldMk cId="2320012680" sldId="378"/>
            <ac:spMk id="62" creationId="{D6CA32A0-C620-4951-966F-93FC0AB160BD}"/>
          </ac:spMkLst>
        </pc:spChg>
        <pc:grpChg chg="del">
          <ac:chgData name="鈴木 秀規" userId="f68c5fd9-22d5-4c0a-9833-7fb0f5135313" providerId="ADAL" clId="{1FFDFDEC-295D-434A-B582-72A8CC8A5E88}" dt="2021-01-14T02:22:56.356" v="557" actId="478"/>
          <ac:grpSpMkLst>
            <pc:docMk/>
            <pc:sldMk cId="2320012680" sldId="378"/>
            <ac:grpSpMk id="32" creationId="{A6E6B39E-1581-4318-9C25-C50545DCF6E5}"/>
          </ac:grpSpMkLst>
        </pc:grpChg>
        <pc:picChg chg="del">
          <ac:chgData name="鈴木 秀規" userId="f68c5fd9-22d5-4c0a-9833-7fb0f5135313" providerId="ADAL" clId="{1FFDFDEC-295D-434A-B582-72A8CC8A5E88}" dt="2021-01-14T02:22:56.356" v="557" actId="478"/>
          <ac:picMkLst>
            <pc:docMk/>
            <pc:sldMk cId="2320012680" sldId="378"/>
            <ac:picMk id="33" creationId="{0E9D1243-8407-457A-82BD-F88B5BBECD23}"/>
          </ac:picMkLst>
        </pc:picChg>
        <pc:cxnChg chg="del">
          <ac:chgData name="鈴木 秀規" userId="f68c5fd9-22d5-4c0a-9833-7fb0f5135313" providerId="ADAL" clId="{1FFDFDEC-295D-434A-B582-72A8CC8A5E88}" dt="2021-01-14T02:22:56.356" v="557" actId="478"/>
          <ac:cxnSpMkLst>
            <pc:docMk/>
            <pc:sldMk cId="2320012680" sldId="378"/>
            <ac:cxnSpMk id="36" creationId="{AD6D5368-C535-4AA1-ADF8-B5E214C9BE42}"/>
          </ac:cxnSpMkLst>
        </pc:cxnChg>
        <pc:cxnChg chg="del">
          <ac:chgData name="鈴木 秀規" userId="f68c5fd9-22d5-4c0a-9833-7fb0f5135313" providerId="ADAL" clId="{1FFDFDEC-295D-434A-B582-72A8CC8A5E88}" dt="2021-01-14T02:22:56.356" v="557" actId="478"/>
          <ac:cxnSpMkLst>
            <pc:docMk/>
            <pc:sldMk cId="2320012680" sldId="378"/>
            <ac:cxnSpMk id="41" creationId="{58F1D3BC-BF7A-4996-B9E2-60AA8D6F04E3}"/>
          </ac:cxnSpMkLst>
        </pc:cxnChg>
        <pc:cxnChg chg="del">
          <ac:chgData name="鈴木 秀規" userId="f68c5fd9-22d5-4c0a-9833-7fb0f5135313" providerId="ADAL" clId="{1FFDFDEC-295D-434A-B582-72A8CC8A5E88}" dt="2021-01-14T02:22:56.356" v="557" actId="478"/>
          <ac:cxnSpMkLst>
            <pc:docMk/>
            <pc:sldMk cId="2320012680" sldId="378"/>
            <ac:cxnSpMk id="55" creationId="{BAEC9F89-E461-491B-94AE-A27E46E881FD}"/>
          </ac:cxnSpMkLst>
        </pc:cxnChg>
        <pc:cxnChg chg="del">
          <ac:chgData name="鈴木 秀規" userId="f68c5fd9-22d5-4c0a-9833-7fb0f5135313" providerId="ADAL" clId="{1FFDFDEC-295D-434A-B582-72A8CC8A5E88}" dt="2021-01-14T02:22:56.356" v="557" actId="478"/>
          <ac:cxnSpMkLst>
            <pc:docMk/>
            <pc:sldMk cId="2320012680" sldId="378"/>
            <ac:cxnSpMk id="58" creationId="{410B3091-C760-4FE8-B549-D0650C6C8145}"/>
          </ac:cxnSpMkLst>
        </pc:cxnChg>
      </pc:sldChg>
      <pc:sldChg chg="addSp delSp modSp add mod">
        <pc:chgData name="鈴木 秀規" userId="f68c5fd9-22d5-4c0a-9833-7fb0f5135313" providerId="ADAL" clId="{1FFDFDEC-295D-434A-B582-72A8CC8A5E88}" dt="2021-01-26T03:29:33.385" v="892" actId="207"/>
        <pc:sldMkLst>
          <pc:docMk/>
          <pc:sldMk cId="958544309" sldId="379"/>
        </pc:sldMkLst>
        <pc:spChg chg="mod">
          <ac:chgData name="鈴木 秀規" userId="f68c5fd9-22d5-4c0a-9833-7fb0f5135313" providerId="ADAL" clId="{1FFDFDEC-295D-434A-B582-72A8CC8A5E88}" dt="2021-01-14T02:23:19.325" v="581" actId="20577"/>
          <ac:spMkLst>
            <pc:docMk/>
            <pc:sldMk cId="958544309" sldId="379"/>
            <ac:spMk id="3" creationId="{DF13203F-8593-420C-AE20-66E21972FB4D}"/>
          </ac:spMkLst>
        </pc:spChg>
        <pc:spChg chg="mod">
          <ac:chgData name="鈴木 秀規" userId="f68c5fd9-22d5-4c0a-9833-7fb0f5135313" providerId="ADAL" clId="{1FFDFDEC-295D-434A-B582-72A8CC8A5E88}" dt="2021-01-14T03:35:50.846" v="746" actId="1076"/>
          <ac:spMkLst>
            <pc:docMk/>
            <pc:sldMk cId="958544309" sldId="379"/>
            <ac:spMk id="5" creationId="{63D511F6-27E6-40A2-9A93-B28B3EF22E08}"/>
          </ac:spMkLst>
        </pc:spChg>
        <pc:spChg chg="add mod">
          <ac:chgData name="鈴木 秀規" userId="f68c5fd9-22d5-4c0a-9833-7fb0f5135313" providerId="ADAL" clId="{1FFDFDEC-295D-434A-B582-72A8CC8A5E88}" dt="2021-01-14T02:27:29.650" v="667" actId="1076"/>
          <ac:spMkLst>
            <pc:docMk/>
            <pc:sldMk cId="958544309" sldId="379"/>
            <ac:spMk id="19" creationId="{BFD7670E-D948-4916-A5B0-BC868BB5A7B8}"/>
          </ac:spMkLst>
        </pc:spChg>
        <pc:spChg chg="add mod">
          <ac:chgData name="鈴木 秀規" userId="f68c5fd9-22d5-4c0a-9833-7fb0f5135313" providerId="ADAL" clId="{1FFDFDEC-295D-434A-B582-72A8CC8A5E88}" dt="2021-01-14T02:27:29.650" v="667" actId="1076"/>
          <ac:spMkLst>
            <pc:docMk/>
            <pc:sldMk cId="958544309" sldId="379"/>
            <ac:spMk id="20" creationId="{342B2FC8-CEB9-4A3C-A4B9-0E07B43AA2D9}"/>
          </ac:spMkLst>
        </pc:spChg>
        <pc:spChg chg="add del mod">
          <ac:chgData name="鈴木 秀規" userId="f68c5fd9-22d5-4c0a-9833-7fb0f5135313" providerId="ADAL" clId="{1FFDFDEC-295D-434A-B582-72A8CC8A5E88}" dt="2021-01-14T03:35:53.946" v="747" actId="478"/>
          <ac:spMkLst>
            <pc:docMk/>
            <pc:sldMk cId="958544309" sldId="379"/>
            <ac:spMk id="21" creationId="{4CE962B2-0B0B-488B-B395-9937FEA31235}"/>
          </ac:spMkLst>
        </pc:spChg>
        <pc:spChg chg="add del mod">
          <ac:chgData name="鈴木 秀規" userId="f68c5fd9-22d5-4c0a-9833-7fb0f5135313" providerId="ADAL" clId="{1FFDFDEC-295D-434A-B582-72A8CC8A5E88}" dt="2021-01-14T03:35:53.946" v="747" actId="478"/>
          <ac:spMkLst>
            <pc:docMk/>
            <pc:sldMk cId="958544309" sldId="379"/>
            <ac:spMk id="22" creationId="{08473672-4663-4E76-AE85-614E63232CA2}"/>
          </ac:spMkLst>
        </pc:spChg>
        <pc:spChg chg="add del mod">
          <ac:chgData name="鈴木 秀規" userId="f68c5fd9-22d5-4c0a-9833-7fb0f5135313" providerId="ADAL" clId="{1FFDFDEC-295D-434A-B582-72A8CC8A5E88}" dt="2021-01-14T03:35:53.946" v="747" actId="478"/>
          <ac:spMkLst>
            <pc:docMk/>
            <pc:sldMk cId="958544309" sldId="379"/>
            <ac:spMk id="23" creationId="{9CEE2320-9DDB-4293-8B65-34AAC77B7A28}"/>
          </ac:spMkLst>
        </pc:spChg>
        <pc:spChg chg="add del mod">
          <ac:chgData name="鈴木 秀規" userId="f68c5fd9-22d5-4c0a-9833-7fb0f5135313" providerId="ADAL" clId="{1FFDFDEC-295D-434A-B582-72A8CC8A5E88}" dt="2021-01-14T03:35:53.946" v="747" actId="478"/>
          <ac:spMkLst>
            <pc:docMk/>
            <pc:sldMk cId="958544309" sldId="379"/>
            <ac:spMk id="24" creationId="{9EA7CECF-2E5C-48EB-89FD-A206EC488576}"/>
          </ac:spMkLst>
        </pc:spChg>
        <pc:spChg chg="mod">
          <ac:chgData name="鈴木 秀規" userId="f68c5fd9-22d5-4c0a-9833-7fb0f5135313" providerId="ADAL" clId="{1FFDFDEC-295D-434A-B582-72A8CC8A5E88}" dt="2021-01-14T02:27:21.306" v="666" actId="1038"/>
          <ac:spMkLst>
            <pc:docMk/>
            <pc:sldMk cId="958544309" sldId="379"/>
            <ac:spMk id="26" creationId="{E7DF1ACA-6CF0-40A9-9E99-DABEBFCB70AB}"/>
          </ac:spMkLst>
        </pc:spChg>
        <pc:spChg chg="del mod">
          <ac:chgData name="鈴木 秀規" userId="f68c5fd9-22d5-4c0a-9833-7fb0f5135313" providerId="ADAL" clId="{1FFDFDEC-295D-434A-B582-72A8CC8A5E88}" dt="2021-01-14T03:36:11.610" v="750" actId="478"/>
          <ac:spMkLst>
            <pc:docMk/>
            <pc:sldMk cId="958544309" sldId="379"/>
            <ac:spMk id="31" creationId="{FFC60DF4-583B-4EF1-886C-A29A4130BA29}"/>
          </ac:spMkLst>
        </pc:spChg>
        <pc:spChg chg="mod">
          <ac:chgData name="鈴木 秀規" userId="f68c5fd9-22d5-4c0a-9833-7fb0f5135313" providerId="ADAL" clId="{1FFDFDEC-295D-434A-B582-72A8CC8A5E88}" dt="2021-01-14T02:27:29.650" v="667" actId="1076"/>
          <ac:spMkLst>
            <pc:docMk/>
            <pc:sldMk cId="958544309" sldId="379"/>
            <ac:spMk id="34" creationId="{8F2C3383-3D92-46AC-BD0E-043B93B52929}"/>
          </ac:spMkLst>
        </pc:spChg>
        <pc:spChg chg="add mod">
          <ac:chgData name="鈴木 秀規" userId="f68c5fd9-22d5-4c0a-9833-7fb0f5135313" providerId="ADAL" clId="{1FFDFDEC-295D-434A-B582-72A8CC8A5E88}" dt="2021-01-14T02:27:06.061" v="657" actId="571"/>
          <ac:spMkLst>
            <pc:docMk/>
            <pc:sldMk cId="958544309" sldId="379"/>
            <ac:spMk id="37" creationId="{47831BC6-F284-47AB-A050-EAD5ACCAD148}"/>
          </ac:spMkLst>
        </pc:spChg>
        <pc:spChg chg="add mod">
          <ac:chgData name="鈴木 秀規" userId="f68c5fd9-22d5-4c0a-9833-7fb0f5135313" providerId="ADAL" clId="{1FFDFDEC-295D-434A-B582-72A8CC8A5E88}" dt="2021-01-14T02:27:06.061" v="657" actId="571"/>
          <ac:spMkLst>
            <pc:docMk/>
            <pc:sldMk cId="958544309" sldId="379"/>
            <ac:spMk id="38" creationId="{14CF0358-BECE-42C6-9A83-4C21DB825E4B}"/>
          </ac:spMkLst>
        </pc:spChg>
        <pc:spChg chg="add del mod">
          <ac:chgData name="鈴木 秀規" userId="f68c5fd9-22d5-4c0a-9833-7fb0f5135313" providerId="ADAL" clId="{1FFDFDEC-295D-434A-B582-72A8CC8A5E88}" dt="2021-01-14T03:35:47.969" v="744" actId="478"/>
          <ac:spMkLst>
            <pc:docMk/>
            <pc:sldMk cId="958544309" sldId="379"/>
            <ac:spMk id="41" creationId="{7E7E9EA2-6ECB-437C-B67E-E541576A4C98}"/>
          </ac:spMkLst>
        </pc:spChg>
        <pc:spChg chg="add del mod">
          <ac:chgData name="鈴木 秀規" userId="f68c5fd9-22d5-4c0a-9833-7fb0f5135313" providerId="ADAL" clId="{1FFDFDEC-295D-434A-B582-72A8CC8A5E88}" dt="2021-01-14T03:36:11.610" v="750" actId="478"/>
          <ac:spMkLst>
            <pc:docMk/>
            <pc:sldMk cId="958544309" sldId="379"/>
            <ac:spMk id="42" creationId="{B4F1AB1F-1298-4572-9A9F-3D1A30394D5D}"/>
          </ac:spMkLst>
        </pc:spChg>
        <pc:spChg chg="add del mod">
          <ac:chgData name="鈴木 秀規" userId="f68c5fd9-22d5-4c0a-9833-7fb0f5135313" providerId="ADAL" clId="{1FFDFDEC-295D-434A-B582-72A8CC8A5E88}" dt="2021-01-14T03:35:57.106" v="748" actId="478"/>
          <ac:spMkLst>
            <pc:docMk/>
            <pc:sldMk cId="958544309" sldId="379"/>
            <ac:spMk id="43" creationId="{3F27ACB4-8E48-4CC7-9582-119D2221438E}"/>
          </ac:spMkLst>
        </pc:spChg>
        <pc:spChg chg="add del mod">
          <ac:chgData name="鈴木 秀規" userId="f68c5fd9-22d5-4c0a-9833-7fb0f5135313" providerId="ADAL" clId="{1FFDFDEC-295D-434A-B582-72A8CC8A5E88}" dt="2021-01-14T03:35:47.969" v="744" actId="478"/>
          <ac:spMkLst>
            <pc:docMk/>
            <pc:sldMk cId="958544309" sldId="379"/>
            <ac:spMk id="44" creationId="{BDF61BC1-2F48-40F0-9086-6D8E83B221C3}"/>
          </ac:spMkLst>
        </pc:spChg>
        <pc:spChg chg="add mod">
          <ac:chgData name="鈴木 秀規" userId="f68c5fd9-22d5-4c0a-9833-7fb0f5135313" providerId="ADAL" clId="{1FFDFDEC-295D-434A-B582-72A8CC8A5E88}" dt="2021-01-26T03:29:33.385" v="892" actId="207"/>
          <ac:spMkLst>
            <pc:docMk/>
            <pc:sldMk cId="958544309" sldId="379"/>
            <ac:spMk id="46" creationId="{DFEF5E98-F257-46FC-9AC3-6F94A2A4DCB1}"/>
          </ac:spMkLst>
        </pc:spChg>
        <pc:spChg chg="add mod">
          <ac:chgData name="鈴木 秀規" userId="f68c5fd9-22d5-4c0a-9833-7fb0f5135313" providerId="ADAL" clId="{1FFDFDEC-295D-434A-B582-72A8CC8A5E88}" dt="2021-01-26T03:29:31.786" v="890" actId="207"/>
          <ac:spMkLst>
            <pc:docMk/>
            <pc:sldMk cId="958544309" sldId="379"/>
            <ac:spMk id="47" creationId="{712C7B56-3695-447A-B9B3-72DADE91B379}"/>
          </ac:spMkLst>
        </pc:spChg>
        <pc:spChg chg="add mod">
          <ac:chgData name="鈴木 秀規" userId="f68c5fd9-22d5-4c0a-9833-7fb0f5135313" providerId="ADAL" clId="{1FFDFDEC-295D-434A-B582-72A8CC8A5E88}" dt="2021-01-14T03:38:06.938" v="823" actId="207"/>
          <ac:spMkLst>
            <pc:docMk/>
            <pc:sldMk cId="958544309" sldId="379"/>
            <ac:spMk id="48" creationId="{1EE0B00C-5149-4751-9E8A-5739504BF85B}"/>
          </ac:spMkLst>
        </pc:spChg>
        <pc:spChg chg="del mod">
          <ac:chgData name="鈴木 秀規" userId="f68c5fd9-22d5-4c0a-9833-7fb0f5135313" providerId="ADAL" clId="{1FFDFDEC-295D-434A-B582-72A8CC8A5E88}" dt="2021-01-14T03:36:56.851" v="770" actId="478"/>
          <ac:spMkLst>
            <pc:docMk/>
            <pc:sldMk cId="958544309" sldId="379"/>
            <ac:spMk id="67" creationId="{0671154F-E1FA-4A93-B4CE-E5911A6852BA}"/>
          </ac:spMkLst>
        </pc:spChg>
        <pc:spChg chg="del mod">
          <ac:chgData name="鈴木 秀規" userId="f68c5fd9-22d5-4c0a-9833-7fb0f5135313" providerId="ADAL" clId="{1FFDFDEC-295D-434A-B582-72A8CC8A5E88}" dt="2021-01-14T03:36:56.851" v="770" actId="478"/>
          <ac:spMkLst>
            <pc:docMk/>
            <pc:sldMk cId="958544309" sldId="379"/>
            <ac:spMk id="68" creationId="{A3733B56-91A6-4B5A-8E5E-C9331ECCCC0B}"/>
          </ac:spMkLst>
        </pc:spChg>
        <pc:spChg chg="del mod">
          <ac:chgData name="鈴木 秀規" userId="f68c5fd9-22d5-4c0a-9833-7fb0f5135313" providerId="ADAL" clId="{1FFDFDEC-295D-434A-B582-72A8CC8A5E88}" dt="2021-01-14T03:36:56.851" v="770" actId="478"/>
          <ac:spMkLst>
            <pc:docMk/>
            <pc:sldMk cId="958544309" sldId="379"/>
            <ac:spMk id="69" creationId="{5E42E419-B13D-4016-8238-7F4799B6EB23}"/>
          </ac:spMkLst>
        </pc:spChg>
        <pc:spChg chg="mod">
          <ac:chgData name="鈴木 秀規" userId="f68c5fd9-22d5-4c0a-9833-7fb0f5135313" providerId="ADAL" clId="{1FFDFDEC-295D-434A-B582-72A8CC8A5E88}" dt="2021-01-14T02:27:29.650" v="667" actId="1076"/>
          <ac:spMkLst>
            <pc:docMk/>
            <pc:sldMk cId="958544309" sldId="379"/>
            <ac:spMk id="70" creationId="{75EE7C32-A449-48C9-858A-29C1A72E0B2F}"/>
          </ac:spMkLst>
        </pc:spChg>
        <pc:grpChg chg="add del mod">
          <ac:chgData name="鈴木 秀規" userId="f68c5fd9-22d5-4c0a-9833-7fb0f5135313" providerId="ADAL" clId="{1FFDFDEC-295D-434A-B582-72A8CC8A5E88}" dt="2021-01-14T03:36:02.778" v="749" actId="478"/>
          <ac:grpSpMkLst>
            <pc:docMk/>
            <pc:sldMk cId="958544309" sldId="379"/>
            <ac:grpSpMk id="25" creationId="{CF251A41-CE0D-496B-BA17-6C42231ED860}"/>
          </ac:grpSpMkLst>
        </pc:grpChg>
        <pc:grpChg chg="mod">
          <ac:chgData name="鈴木 秀規" userId="f68c5fd9-22d5-4c0a-9833-7fb0f5135313" providerId="ADAL" clId="{1FFDFDEC-295D-434A-B582-72A8CC8A5E88}" dt="2021-01-14T02:27:29.650" v="667" actId="1076"/>
          <ac:grpSpMkLst>
            <pc:docMk/>
            <pc:sldMk cId="958544309" sldId="379"/>
            <ac:grpSpMk id="32" creationId="{A6E6B39E-1581-4318-9C25-C50545DCF6E5}"/>
          </ac:grpSpMkLst>
        </pc:grpChg>
        <pc:picChg chg="mod">
          <ac:chgData name="鈴木 秀規" userId="f68c5fd9-22d5-4c0a-9833-7fb0f5135313" providerId="ADAL" clId="{1FFDFDEC-295D-434A-B582-72A8CC8A5E88}" dt="2021-01-14T02:27:21.306" v="666" actId="1038"/>
          <ac:picMkLst>
            <pc:docMk/>
            <pc:sldMk cId="958544309" sldId="379"/>
            <ac:picMk id="30" creationId="{9EA8748A-3EB3-43D4-9CA2-3A57C5E566FB}"/>
          </ac:picMkLst>
        </pc:picChg>
        <pc:picChg chg="mod">
          <ac:chgData name="鈴木 秀規" userId="f68c5fd9-22d5-4c0a-9833-7fb0f5135313" providerId="ADAL" clId="{1FFDFDEC-295D-434A-B582-72A8CC8A5E88}" dt="2021-01-14T02:27:29.650" v="667" actId="1076"/>
          <ac:picMkLst>
            <pc:docMk/>
            <pc:sldMk cId="958544309" sldId="379"/>
            <ac:picMk id="33" creationId="{0E9D1243-8407-457A-82BD-F88B5BBECD23}"/>
          </ac:picMkLst>
        </pc:picChg>
        <pc:cxnChg chg="add mod">
          <ac:chgData name="鈴木 秀規" userId="f68c5fd9-22d5-4c0a-9833-7fb0f5135313" providerId="ADAL" clId="{1FFDFDEC-295D-434A-B582-72A8CC8A5E88}" dt="2021-01-14T02:27:06.061" v="657" actId="571"/>
          <ac:cxnSpMkLst>
            <pc:docMk/>
            <pc:sldMk cId="958544309" sldId="379"/>
            <ac:cxnSpMk id="35" creationId="{9145D3A1-D0B7-4B5F-9A44-6B1E6DCF3564}"/>
          </ac:cxnSpMkLst>
        </pc:cxnChg>
        <pc:cxnChg chg="add mod">
          <ac:chgData name="鈴木 秀規" userId="f68c5fd9-22d5-4c0a-9833-7fb0f5135313" providerId="ADAL" clId="{1FFDFDEC-295D-434A-B582-72A8CC8A5E88}" dt="2021-01-14T02:27:06.061" v="657" actId="571"/>
          <ac:cxnSpMkLst>
            <pc:docMk/>
            <pc:sldMk cId="958544309" sldId="379"/>
            <ac:cxnSpMk id="36" creationId="{27189465-2A10-428A-B8BD-B9B0AACB95D7}"/>
          </ac:cxnSpMkLst>
        </pc:cxnChg>
        <pc:cxnChg chg="add del mod">
          <ac:chgData name="鈴木 秀規" userId="f68c5fd9-22d5-4c0a-9833-7fb0f5135313" providerId="ADAL" clId="{1FFDFDEC-295D-434A-B582-72A8CC8A5E88}" dt="2021-01-14T03:35:47.969" v="744" actId="478"/>
          <ac:cxnSpMkLst>
            <pc:docMk/>
            <pc:sldMk cId="958544309" sldId="379"/>
            <ac:cxnSpMk id="39" creationId="{E0E94342-9E08-4812-AB10-36E809847C8B}"/>
          </ac:cxnSpMkLst>
        </pc:cxnChg>
        <pc:cxnChg chg="add del mod">
          <ac:chgData name="鈴木 秀規" userId="f68c5fd9-22d5-4c0a-9833-7fb0f5135313" providerId="ADAL" clId="{1FFDFDEC-295D-434A-B582-72A8CC8A5E88}" dt="2021-01-14T03:35:47.969" v="744" actId="478"/>
          <ac:cxnSpMkLst>
            <pc:docMk/>
            <pc:sldMk cId="958544309" sldId="379"/>
            <ac:cxnSpMk id="40" creationId="{0B4CE507-17D6-44DD-B21E-7CB9FBC4E5CF}"/>
          </ac:cxnSpMkLst>
        </pc:cxnChg>
        <pc:cxnChg chg="add mod">
          <ac:chgData name="鈴木 秀規" userId="f68c5fd9-22d5-4c0a-9833-7fb0f5135313" providerId="ADAL" clId="{1FFDFDEC-295D-434A-B582-72A8CC8A5E88}" dt="2021-01-14T03:38:15.722" v="824" actId="208"/>
          <ac:cxnSpMkLst>
            <pc:docMk/>
            <pc:sldMk cId="958544309" sldId="379"/>
            <ac:cxnSpMk id="45" creationId="{CF0C4889-BCE8-4917-B51A-918A62203966}"/>
          </ac:cxnSpMkLst>
        </pc:cxnChg>
        <pc:cxnChg chg="del mod">
          <ac:chgData name="鈴木 秀規" userId="f68c5fd9-22d5-4c0a-9833-7fb0f5135313" providerId="ADAL" clId="{1FFDFDEC-295D-434A-B582-72A8CC8A5E88}" dt="2021-01-14T03:36:56.851" v="770" actId="478"/>
          <ac:cxnSpMkLst>
            <pc:docMk/>
            <pc:sldMk cId="958544309" sldId="379"/>
            <ac:cxnSpMk id="64" creationId="{100ADEA5-B42F-4347-9286-D7704FC7BE9D}"/>
          </ac:cxnSpMkLst>
        </pc:cxnChg>
        <pc:cxnChg chg="mod">
          <ac:chgData name="鈴木 秀規" userId="f68c5fd9-22d5-4c0a-9833-7fb0f5135313" providerId="ADAL" clId="{1FFDFDEC-295D-434A-B582-72A8CC8A5E88}" dt="2021-01-14T02:27:29.650" v="667" actId="1076"/>
          <ac:cxnSpMkLst>
            <pc:docMk/>
            <pc:sldMk cId="958544309" sldId="379"/>
            <ac:cxnSpMk id="65" creationId="{161C3D35-36D5-4C34-A872-287438D6956F}"/>
          </ac:cxnSpMkLst>
        </pc:cxnChg>
      </pc:sldChg>
      <pc:sldChg chg="addSp delSp modSp add mod">
        <pc:chgData name="鈴木 秀規" userId="f68c5fd9-22d5-4c0a-9833-7fb0f5135313" providerId="ADAL" clId="{1FFDFDEC-295D-434A-B582-72A8CC8A5E88}" dt="2021-01-14T03:40:27.213" v="842" actId="1076"/>
        <pc:sldMkLst>
          <pc:docMk/>
          <pc:sldMk cId="690129785" sldId="380"/>
        </pc:sldMkLst>
        <pc:spChg chg="mod">
          <ac:chgData name="鈴木 秀規" userId="f68c5fd9-22d5-4c0a-9833-7fb0f5135313" providerId="ADAL" clId="{1FFDFDEC-295D-434A-B582-72A8CC8A5E88}" dt="2021-01-14T03:35:31.183" v="743"/>
          <ac:spMkLst>
            <pc:docMk/>
            <pc:sldMk cId="690129785" sldId="380"/>
            <ac:spMk id="5" creationId="{63D511F6-27E6-40A2-9A93-B28B3EF22E08}"/>
          </ac:spMkLst>
        </pc:spChg>
        <pc:spChg chg="mod">
          <ac:chgData name="鈴木 秀規" userId="f68c5fd9-22d5-4c0a-9833-7fb0f5135313" providerId="ADAL" clId="{1FFDFDEC-295D-434A-B582-72A8CC8A5E88}" dt="2021-01-14T03:38:39.508" v="826" actId="207"/>
          <ac:spMkLst>
            <pc:docMk/>
            <pc:sldMk cId="690129785" sldId="380"/>
            <ac:spMk id="19" creationId="{BFD7670E-D948-4916-A5B0-BC868BB5A7B8}"/>
          </ac:spMkLst>
        </pc:spChg>
        <pc:spChg chg="mod">
          <ac:chgData name="鈴木 秀規" userId="f68c5fd9-22d5-4c0a-9833-7fb0f5135313" providerId="ADAL" clId="{1FFDFDEC-295D-434A-B582-72A8CC8A5E88}" dt="2021-01-14T03:38:39.508" v="826" actId="207"/>
          <ac:spMkLst>
            <pc:docMk/>
            <pc:sldMk cId="690129785" sldId="380"/>
            <ac:spMk id="20" creationId="{342B2FC8-CEB9-4A3C-A4B9-0E07B43AA2D9}"/>
          </ac:spMkLst>
        </pc:spChg>
        <pc:spChg chg="del">
          <ac:chgData name="鈴木 秀規" userId="f68c5fd9-22d5-4c0a-9833-7fb0f5135313" providerId="ADAL" clId="{1FFDFDEC-295D-434A-B582-72A8CC8A5E88}" dt="2021-01-14T03:38:57.355" v="829" actId="478"/>
          <ac:spMkLst>
            <pc:docMk/>
            <pc:sldMk cId="690129785" sldId="380"/>
            <ac:spMk id="31" creationId="{FFC60DF4-583B-4EF1-886C-A29A4130BA29}"/>
          </ac:spMkLst>
        </pc:spChg>
        <pc:spChg chg="add mod">
          <ac:chgData name="鈴木 秀規" userId="f68c5fd9-22d5-4c0a-9833-7fb0f5135313" providerId="ADAL" clId="{1FFDFDEC-295D-434A-B582-72A8CC8A5E88}" dt="2021-01-14T03:39:14.610" v="833" actId="1076"/>
          <ac:spMkLst>
            <pc:docMk/>
            <pc:sldMk cId="690129785" sldId="380"/>
            <ac:spMk id="35" creationId="{442AE633-127A-4F03-BFC5-1CFB48F3BC01}"/>
          </ac:spMkLst>
        </pc:spChg>
        <pc:spChg chg="add mod">
          <ac:chgData name="鈴木 秀規" userId="f68c5fd9-22d5-4c0a-9833-7fb0f5135313" providerId="ADAL" clId="{1FFDFDEC-295D-434A-B582-72A8CC8A5E88}" dt="2021-01-14T03:39:21.599" v="835" actId="6549"/>
          <ac:spMkLst>
            <pc:docMk/>
            <pc:sldMk cId="690129785" sldId="380"/>
            <ac:spMk id="36" creationId="{4D0D594F-AB92-4BC7-ADA3-5E3676F7A0D3}"/>
          </ac:spMkLst>
        </pc:spChg>
        <pc:spChg chg="del">
          <ac:chgData name="鈴木 秀規" userId="f68c5fd9-22d5-4c0a-9833-7fb0f5135313" providerId="ADAL" clId="{1FFDFDEC-295D-434A-B582-72A8CC8A5E88}" dt="2021-01-14T03:36:43.601" v="768" actId="478"/>
          <ac:spMkLst>
            <pc:docMk/>
            <pc:sldMk cId="690129785" sldId="380"/>
            <ac:spMk id="67" creationId="{0671154F-E1FA-4A93-B4CE-E5911A6852BA}"/>
          </ac:spMkLst>
        </pc:spChg>
        <pc:spChg chg="del">
          <ac:chgData name="鈴木 秀規" userId="f68c5fd9-22d5-4c0a-9833-7fb0f5135313" providerId="ADAL" clId="{1FFDFDEC-295D-434A-B582-72A8CC8A5E88}" dt="2021-01-14T03:36:43.601" v="768" actId="478"/>
          <ac:spMkLst>
            <pc:docMk/>
            <pc:sldMk cId="690129785" sldId="380"/>
            <ac:spMk id="68" creationId="{A3733B56-91A6-4B5A-8E5E-C9331ECCCC0B}"/>
          </ac:spMkLst>
        </pc:spChg>
        <pc:spChg chg="del">
          <ac:chgData name="鈴木 秀規" userId="f68c5fd9-22d5-4c0a-9833-7fb0f5135313" providerId="ADAL" clId="{1FFDFDEC-295D-434A-B582-72A8CC8A5E88}" dt="2021-01-14T03:36:43.601" v="768" actId="478"/>
          <ac:spMkLst>
            <pc:docMk/>
            <pc:sldMk cId="690129785" sldId="380"/>
            <ac:spMk id="69" creationId="{5E42E419-B13D-4016-8238-7F4799B6EB23}"/>
          </ac:spMkLst>
        </pc:spChg>
        <pc:spChg chg="mod">
          <ac:chgData name="鈴木 秀規" userId="f68c5fd9-22d5-4c0a-9833-7fb0f5135313" providerId="ADAL" clId="{1FFDFDEC-295D-434A-B582-72A8CC8A5E88}" dt="2021-01-14T03:38:43.857" v="827" actId="207"/>
          <ac:spMkLst>
            <pc:docMk/>
            <pc:sldMk cId="690129785" sldId="380"/>
            <ac:spMk id="70" creationId="{75EE7C32-A449-48C9-858A-29C1A72E0B2F}"/>
          </ac:spMkLst>
        </pc:spChg>
        <pc:picChg chg="add mod">
          <ac:chgData name="鈴木 秀規" userId="f68c5fd9-22d5-4c0a-9833-7fb0f5135313" providerId="ADAL" clId="{1FFDFDEC-295D-434A-B582-72A8CC8A5E88}" dt="2021-01-14T03:40:27.213" v="842" actId="1076"/>
          <ac:picMkLst>
            <pc:docMk/>
            <pc:sldMk cId="690129785" sldId="380"/>
            <ac:picMk id="7" creationId="{693BFE0A-79C3-4E5A-A460-85BD918A8380}"/>
          </ac:picMkLst>
        </pc:picChg>
        <pc:cxnChg chg="del">
          <ac:chgData name="鈴木 秀規" userId="f68c5fd9-22d5-4c0a-9833-7fb0f5135313" providerId="ADAL" clId="{1FFDFDEC-295D-434A-B582-72A8CC8A5E88}" dt="2021-01-14T03:36:43.601" v="768" actId="478"/>
          <ac:cxnSpMkLst>
            <pc:docMk/>
            <pc:sldMk cId="690129785" sldId="380"/>
            <ac:cxnSpMk id="64" creationId="{100ADEA5-B42F-4347-9286-D7704FC7BE9D}"/>
          </ac:cxnSpMkLst>
        </pc:cxnChg>
        <pc:cxnChg chg="mod">
          <ac:chgData name="鈴木 秀規" userId="f68c5fd9-22d5-4c0a-9833-7fb0f5135313" providerId="ADAL" clId="{1FFDFDEC-295D-434A-B582-72A8CC8A5E88}" dt="2021-01-14T03:38:47.556" v="828" actId="208"/>
          <ac:cxnSpMkLst>
            <pc:docMk/>
            <pc:sldMk cId="690129785" sldId="380"/>
            <ac:cxnSpMk id="65" creationId="{161C3D35-36D5-4C34-A872-287438D6956F}"/>
          </ac:cxnSpMkLst>
        </pc:cxnChg>
      </pc:sldChg>
      <pc:sldChg chg="new del">
        <pc:chgData name="鈴木 秀規" userId="f68c5fd9-22d5-4c0a-9833-7fb0f5135313" providerId="ADAL" clId="{1FFDFDEC-295D-434A-B582-72A8CC8A5E88}" dt="2021-01-14T03:35:11.845" v="741" actId="2696"/>
        <pc:sldMkLst>
          <pc:docMk/>
          <pc:sldMk cId="1494621647" sldId="380"/>
        </pc:sldMkLst>
      </pc:sldChg>
      <pc:sldChg chg="addSp delSp modSp new mod">
        <pc:chgData name="鈴木 秀規" userId="f68c5fd9-22d5-4c0a-9833-7fb0f5135313" providerId="ADAL" clId="{1FFDFDEC-295D-434A-B582-72A8CC8A5E88}" dt="2021-01-14T03:42:59.759" v="869" actId="207"/>
        <pc:sldMkLst>
          <pc:docMk/>
          <pc:sldMk cId="2547390421" sldId="381"/>
        </pc:sldMkLst>
        <pc:spChg chg="mod">
          <ac:chgData name="鈴木 秀規" userId="f68c5fd9-22d5-4c0a-9833-7fb0f5135313" providerId="ADAL" clId="{1FFDFDEC-295D-434A-B582-72A8CC8A5E88}" dt="2021-01-14T03:41:02.743" v="844"/>
          <ac:spMkLst>
            <pc:docMk/>
            <pc:sldMk cId="2547390421" sldId="381"/>
            <ac:spMk id="3" creationId="{236A2B6A-B051-4601-BC09-0A4E40E958EC}"/>
          </ac:spMkLst>
        </pc:spChg>
        <pc:spChg chg="mod">
          <ac:chgData name="鈴木 秀規" userId="f68c5fd9-22d5-4c0a-9833-7fb0f5135313" providerId="ADAL" clId="{1FFDFDEC-295D-434A-B582-72A8CC8A5E88}" dt="2021-01-14T03:42:59.759" v="869" actId="207"/>
          <ac:spMkLst>
            <pc:docMk/>
            <pc:sldMk cId="2547390421" sldId="381"/>
            <ac:spMk id="5" creationId="{2E8B918B-3E76-4823-84DC-91C8203F970A}"/>
          </ac:spMkLst>
        </pc:spChg>
        <pc:spChg chg="add mod">
          <ac:chgData name="鈴木 秀規" userId="f68c5fd9-22d5-4c0a-9833-7fb0f5135313" providerId="ADAL" clId="{1FFDFDEC-295D-434A-B582-72A8CC8A5E88}" dt="2021-01-14T03:41:44.623" v="854" actId="207"/>
          <ac:spMkLst>
            <pc:docMk/>
            <pc:sldMk cId="2547390421" sldId="381"/>
            <ac:spMk id="6" creationId="{B9C15A32-3348-4403-96B7-043F173C077F}"/>
          </ac:spMkLst>
        </pc:spChg>
        <pc:spChg chg="add mod">
          <ac:chgData name="鈴木 秀規" userId="f68c5fd9-22d5-4c0a-9833-7fb0f5135313" providerId="ADAL" clId="{1FFDFDEC-295D-434A-B582-72A8CC8A5E88}" dt="2021-01-14T03:42:25.827" v="860" actId="207"/>
          <ac:spMkLst>
            <pc:docMk/>
            <pc:sldMk cId="2547390421" sldId="381"/>
            <ac:spMk id="8" creationId="{67921FE2-D48F-40A3-9E4A-C0E39838B9C9}"/>
          </ac:spMkLst>
        </pc:spChg>
        <pc:spChg chg="add mod">
          <ac:chgData name="鈴木 秀規" userId="f68c5fd9-22d5-4c0a-9833-7fb0f5135313" providerId="ADAL" clId="{1FFDFDEC-295D-434A-B582-72A8CC8A5E88}" dt="2021-01-14T03:42:17.807" v="859" actId="13822"/>
          <ac:spMkLst>
            <pc:docMk/>
            <pc:sldMk cId="2547390421" sldId="381"/>
            <ac:spMk id="9" creationId="{70D21FF4-2AD4-4571-8733-6297D1F24FFB}"/>
          </ac:spMkLst>
        </pc:spChg>
        <pc:spChg chg="add del mod">
          <ac:chgData name="鈴木 秀規" userId="f68c5fd9-22d5-4c0a-9833-7fb0f5135313" providerId="ADAL" clId="{1FFDFDEC-295D-434A-B582-72A8CC8A5E88}" dt="2021-01-14T03:42:48.716" v="865"/>
          <ac:spMkLst>
            <pc:docMk/>
            <pc:sldMk cId="2547390421" sldId="381"/>
            <ac:spMk id="13" creationId="{BC61954F-4826-4D29-AB58-318DFEFC6CD8}"/>
          </ac:spMkLst>
        </pc:spChg>
        <pc:spChg chg="add del mod">
          <ac:chgData name="鈴木 秀規" userId="f68c5fd9-22d5-4c0a-9833-7fb0f5135313" providerId="ADAL" clId="{1FFDFDEC-295D-434A-B582-72A8CC8A5E88}" dt="2021-01-14T03:42:48.716" v="865"/>
          <ac:spMkLst>
            <pc:docMk/>
            <pc:sldMk cId="2547390421" sldId="381"/>
            <ac:spMk id="15" creationId="{200225F7-5DCA-4A81-97BA-18B028D6555C}"/>
          </ac:spMkLst>
        </pc:spChg>
        <pc:spChg chg="add del mod">
          <ac:chgData name="鈴木 秀規" userId="f68c5fd9-22d5-4c0a-9833-7fb0f5135313" providerId="ADAL" clId="{1FFDFDEC-295D-434A-B582-72A8CC8A5E88}" dt="2021-01-14T03:42:48.716" v="865"/>
          <ac:spMkLst>
            <pc:docMk/>
            <pc:sldMk cId="2547390421" sldId="381"/>
            <ac:spMk id="16" creationId="{A76A9395-02D3-4893-AA80-077B85EC34DE}"/>
          </ac:spMkLst>
        </pc:spChg>
        <pc:cxnChg chg="add mod">
          <ac:chgData name="鈴木 秀規" userId="f68c5fd9-22d5-4c0a-9833-7fb0f5135313" providerId="ADAL" clId="{1FFDFDEC-295D-434A-B582-72A8CC8A5E88}" dt="2021-01-14T03:41:58.185" v="857" actId="14100"/>
          <ac:cxnSpMkLst>
            <pc:docMk/>
            <pc:sldMk cId="2547390421" sldId="381"/>
            <ac:cxnSpMk id="7" creationId="{DFF4ED54-7A34-4A0C-945A-51688849F719}"/>
          </ac:cxnSpMkLst>
        </pc:cxnChg>
        <pc:cxnChg chg="add mod">
          <ac:chgData name="鈴木 秀規" userId="f68c5fd9-22d5-4c0a-9833-7fb0f5135313" providerId="ADAL" clId="{1FFDFDEC-295D-434A-B582-72A8CC8A5E88}" dt="2021-01-14T03:41:55.139" v="856" actId="14100"/>
          <ac:cxnSpMkLst>
            <pc:docMk/>
            <pc:sldMk cId="2547390421" sldId="381"/>
            <ac:cxnSpMk id="10" creationId="{02AED7FF-9D9D-4560-A387-F55F9D64CB0D}"/>
          </ac:cxnSpMkLst>
        </pc:cxnChg>
        <pc:cxnChg chg="add del mod">
          <ac:chgData name="鈴木 秀規" userId="f68c5fd9-22d5-4c0a-9833-7fb0f5135313" providerId="ADAL" clId="{1FFDFDEC-295D-434A-B582-72A8CC8A5E88}" dt="2021-01-14T03:42:48.716" v="865"/>
          <ac:cxnSpMkLst>
            <pc:docMk/>
            <pc:sldMk cId="2547390421" sldId="381"/>
            <ac:cxnSpMk id="14" creationId="{8C9E9DE6-058A-441C-A5F3-BF0A9865E5FB}"/>
          </ac:cxnSpMkLst>
        </pc:cxnChg>
        <pc:cxnChg chg="add del mod">
          <ac:chgData name="鈴木 秀規" userId="f68c5fd9-22d5-4c0a-9833-7fb0f5135313" providerId="ADAL" clId="{1FFDFDEC-295D-434A-B582-72A8CC8A5E88}" dt="2021-01-14T03:42:48.716" v="865"/>
          <ac:cxnSpMkLst>
            <pc:docMk/>
            <pc:sldMk cId="2547390421" sldId="381"/>
            <ac:cxnSpMk id="17" creationId="{AD1445E4-E103-46D7-B55D-14568F6ACA4F}"/>
          </ac:cxnSpMkLst>
        </pc:cxnChg>
      </pc:sldChg>
      <pc:sldChg chg="addSp delSp modSp new add del mod chgLayout">
        <pc:chgData name="鈴木 秀規" userId="f68c5fd9-22d5-4c0a-9833-7fb0f5135313" providerId="ADAL" clId="{1FFDFDEC-295D-434A-B582-72A8CC8A5E88}" dt="2021-01-26T04:14:36.735" v="1145" actId="2696"/>
        <pc:sldMkLst>
          <pc:docMk/>
          <pc:sldMk cId="4270902671" sldId="382"/>
        </pc:sldMkLst>
        <pc:spChg chg="del">
          <ac:chgData name="鈴木 秀規" userId="f68c5fd9-22d5-4c0a-9833-7fb0f5135313" providerId="ADAL" clId="{1FFDFDEC-295D-434A-B582-72A8CC8A5E88}" dt="2021-01-26T03:44:33.395" v="928" actId="478"/>
          <ac:spMkLst>
            <pc:docMk/>
            <pc:sldMk cId="4270902671" sldId="382"/>
            <ac:spMk id="2" creationId="{680AF992-1EFF-4152-AB8D-ED0F6CBCDA55}"/>
          </ac:spMkLst>
        </pc:spChg>
        <pc:spChg chg="mod ord">
          <ac:chgData name="鈴木 秀規" userId="f68c5fd9-22d5-4c0a-9833-7fb0f5135313" providerId="ADAL" clId="{1FFDFDEC-295D-434A-B582-72A8CC8A5E88}" dt="2021-01-26T03:48:51.751" v="991" actId="6264"/>
          <ac:spMkLst>
            <pc:docMk/>
            <pc:sldMk cId="4270902671" sldId="382"/>
            <ac:spMk id="3" creationId="{347745C2-842F-461A-8482-F5E3F2B33188}"/>
          </ac:spMkLst>
        </pc:spChg>
        <pc:spChg chg="mod ord">
          <ac:chgData name="鈴木 秀規" userId="f68c5fd9-22d5-4c0a-9833-7fb0f5135313" providerId="ADAL" clId="{1FFDFDEC-295D-434A-B582-72A8CC8A5E88}" dt="2021-01-26T03:48:51.751" v="991" actId="6264"/>
          <ac:spMkLst>
            <pc:docMk/>
            <pc:sldMk cId="4270902671" sldId="382"/>
            <ac:spMk id="4" creationId="{B2D33C3D-4F1E-4861-BEE1-D418CFD9014C}"/>
          </ac:spMkLst>
        </pc:spChg>
        <pc:spChg chg="mod ord">
          <ac:chgData name="鈴木 秀規" userId="f68c5fd9-22d5-4c0a-9833-7fb0f5135313" providerId="ADAL" clId="{1FFDFDEC-295D-434A-B582-72A8CC8A5E88}" dt="2021-01-26T03:48:51.751" v="991" actId="6264"/>
          <ac:spMkLst>
            <pc:docMk/>
            <pc:sldMk cId="4270902671" sldId="382"/>
            <ac:spMk id="5" creationId="{86E9EC95-4197-4F9B-96BF-D31C5A1A1A4D}"/>
          </ac:spMkLst>
        </pc:spChg>
        <pc:spChg chg="del">
          <ac:chgData name="鈴木 秀規" userId="f68c5fd9-22d5-4c0a-9833-7fb0f5135313" providerId="ADAL" clId="{1FFDFDEC-295D-434A-B582-72A8CC8A5E88}" dt="2021-01-26T03:44:33.395" v="928" actId="478"/>
          <ac:spMkLst>
            <pc:docMk/>
            <pc:sldMk cId="4270902671" sldId="382"/>
            <ac:spMk id="6" creationId="{7F70CC25-12EA-4832-BEC8-55567F25E694}"/>
          </ac:spMkLst>
        </pc:spChg>
        <pc:spChg chg="add mod">
          <ac:chgData name="鈴木 秀規" userId="f68c5fd9-22d5-4c0a-9833-7fb0f5135313" providerId="ADAL" clId="{1FFDFDEC-295D-434A-B582-72A8CC8A5E88}" dt="2021-01-26T03:45:11.198" v="938" actId="14100"/>
          <ac:spMkLst>
            <pc:docMk/>
            <pc:sldMk cId="4270902671" sldId="382"/>
            <ac:spMk id="10" creationId="{7C3760F5-0448-4B07-9357-5DD9243CD6A1}"/>
          </ac:spMkLst>
        </pc:spChg>
        <pc:spChg chg="add mod">
          <ac:chgData name="鈴木 秀規" userId="f68c5fd9-22d5-4c0a-9833-7fb0f5135313" providerId="ADAL" clId="{1FFDFDEC-295D-434A-B582-72A8CC8A5E88}" dt="2021-01-26T03:45:13.642" v="939" actId="14100"/>
          <ac:spMkLst>
            <pc:docMk/>
            <pc:sldMk cId="4270902671" sldId="382"/>
            <ac:spMk id="11" creationId="{6AFAD27C-B17C-4A26-8D46-B84638FE20C9}"/>
          </ac:spMkLst>
        </pc:spChg>
        <pc:spChg chg="add mod">
          <ac:chgData name="鈴木 秀規" userId="f68c5fd9-22d5-4c0a-9833-7fb0f5135313" providerId="ADAL" clId="{1FFDFDEC-295D-434A-B582-72A8CC8A5E88}" dt="2021-01-26T03:46:45.261" v="950" actId="1076"/>
          <ac:spMkLst>
            <pc:docMk/>
            <pc:sldMk cId="4270902671" sldId="382"/>
            <ac:spMk id="12" creationId="{4779DC12-997D-427C-8D5F-D3C32CCE9829}"/>
          </ac:spMkLst>
        </pc:spChg>
        <pc:spChg chg="add mod">
          <ac:chgData name="鈴木 秀規" userId="f68c5fd9-22d5-4c0a-9833-7fb0f5135313" providerId="ADAL" clId="{1FFDFDEC-295D-434A-B582-72A8CC8A5E88}" dt="2021-01-26T03:46:45.261" v="950" actId="1076"/>
          <ac:spMkLst>
            <pc:docMk/>
            <pc:sldMk cId="4270902671" sldId="382"/>
            <ac:spMk id="13" creationId="{17D11134-6A3C-4349-80D0-227C8553B2C2}"/>
          </ac:spMkLst>
        </pc:spChg>
        <pc:spChg chg="add mod">
          <ac:chgData name="鈴木 秀規" userId="f68c5fd9-22d5-4c0a-9833-7fb0f5135313" providerId="ADAL" clId="{1FFDFDEC-295D-434A-B582-72A8CC8A5E88}" dt="2021-01-26T03:46:45.261" v="950" actId="1076"/>
          <ac:spMkLst>
            <pc:docMk/>
            <pc:sldMk cId="4270902671" sldId="382"/>
            <ac:spMk id="15" creationId="{BF8B4138-1FB6-4D1C-AADA-7F5C45A6ECDD}"/>
          </ac:spMkLst>
        </pc:spChg>
        <pc:spChg chg="add mod">
          <ac:chgData name="鈴木 秀規" userId="f68c5fd9-22d5-4c0a-9833-7fb0f5135313" providerId="ADAL" clId="{1FFDFDEC-295D-434A-B582-72A8CC8A5E88}" dt="2021-01-26T03:46:45.261" v="950" actId="1076"/>
          <ac:spMkLst>
            <pc:docMk/>
            <pc:sldMk cId="4270902671" sldId="382"/>
            <ac:spMk id="18" creationId="{E28B5E37-BE31-4DBF-8316-79E231D1CCD1}"/>
          </ac:spMkLst>
        </pc:spChg>
        <pc:spChg chg="add mod">
          <ac:chgData name="鈴木 秀規" userId="f68c5fd9-22d5-4c0a-9833-7fb0f5135313" providerId="ADAL" clId="{1FFDFDEC-295D-434A-B582-72A8CC8A5E88}" dt="2021-01-26T03:46:45.261" v="950" actId="1076"/>
          <ac:spMkLst>
            <pc:docMk/>
            <pc:sldMk cId="4270902671" sldId="382"/>
            <ac:spMk id="24" creationId="{A9E63F44-7FDA-4B83-BD1E-2F9BC602BDFC}"/>
          </ac:spMkLst>
        </pc:spChg>
        <pc:spChg chg="add mod">
          <ac:chgData name="鈴木 秀規" userId="f68c5fd9-22d5-4c0a-9833-7fb0f5135313" providerId="ADAL" clId="{1FFDFDEC-295D-434A-B582-72A8CC8A5E88}" dt="2021-01-26T03:50:19.700" v="1008" actId="1582"/>
          <ac:spMkLst>
            <pc:docMk/>
            <pc:sldMk cId="4270902671" sldId="382"/>
            <ac:spMk id="25" creationId="{D203164A-16BB-4A33-A44C-D5005AB76239}"/>
          </ac:spMkLst>
        </pc:spChg>
        <pc:spChg chg="add del mod">
          <ac:chgData name="鈴木 秀規" userId="f68c5fd9-22d5-4c0a-9833-7fb0f5135313" providerId="ADAL" clId="{1FFDFDEC-295D-434A-B582-72A8CC8A5E88}" dt="2021-01-26T03:48:51.751" v="991" actId="6264"/>
          <ac:spMkLst>
            <pc:docMk/>
            <pc:sldMk cId="4270902671" sldId="382"/>
            <ac:spMk id="33" creationId="{373F4D12-7797-41A9-BB1E-6C465033A0A1}"/>
          </ac:spMkLst>
        </pc:spChg>
        <pc:spChg chg="add del mod">
          <ac:chgData name="鈴木 秀規" userId="f68c5fd9-22d5-4c0a-9833-7fb0f5135313" providerId="ADAL" clId="{1FFDFDEC-295D-434A-B582-72A8CC8A5E88}" dt="2021-01-26T03:48:51.751" v="991" actId="6264"/>
          <ac:spMkLst>
            <pc:docMk/>
            <pc:sldMk cId="4270902671" sldId="382"/>
            <ac:spMk id="34" creationId="{6AC6CE12-29A2-4E11-AA40-582DFEAC4BA6}"/>
          </ac:spMkLst>
        </pc:spChg>
        <pc:spChg chg="add del mod">
          <ac:chgData name="鈴木 秀規" userId="f68c5fd9-22d5-4c0a-9833-7fb0f5135313" providerId="ADAL" clId="{1FFDFDEC-295D-434A-B582-72A8CC8A5E88}" dt="2021-01-26T03:48:51.751" v="991" actId="6264"/>
          <ac:spMkLst>
            <pc:docMk/>
            <pc:sldMk cId="4270902671" sldId="382"/>
            <ac:spMk id="35" creationId="{B55A2A41-E70B-49B7-A2C1-E9ADC31A34F2}"/>
          </ac:spMkLst>
        </pc:spChg>
        <pc:spChg chg="add del mod ord">
          <ac:chgData name="鈴木 秀規" userId="f68c5fd9-22d5-4c0a-9833-7fb0f5135313" providerId="ADAL" clId="{1FFDFDEC-295D-434A-B582-72A8CC8A5E88}" dt="2021-01-26T03:48:58.807" v="992" actId="478"/>
          <ac:spMkLst>
            <pc:docMk/>
            <pc:sldMk cId="4270902671" sldId="382"/>
            <ac:spMk id="36" creationId="{8E4298F6-82EF-43C7-9819-DFC83B203660}"/>
          </ac:spMkLst>
        </pc:spChg>
        <pc:spChg chg="add mod ord">
          <ac:chgData name="鈴木 秀規" userId="f68c5fd9-22d5-4c0a-9833-7fb0f5135313" providerId="ADAL" clId="{1FFDFDEC-295D-434A-B582-72A8CC8A5E88}" dt="2021-01-26T03:49:45.941" v="1002" actId="20577"/>
          <ac:spMkLst>
            <pc:docMk/>
            <pc:sldMk cId="4270902671" sldId="382"/>
            <ac:spMk id="37" creationId="{BD46D08B-CDC1-40F7-B3B2-96E4746B3A1C}"/>
          </ac:spMkLst>
        </pc:spChg>
        <pc:picChg chg="add mod">
          <ac:chgData name="鈴木 秀規" userId="f68c5fd9-22d5-4c0a-9833-7fb0f5135313" providerId="ADAL" clId="{1FFDFDEC-295D-434A-B582-72A8CC8A5E88}" dt="2021-01-26T03:44:38.047" v="930" actId="1076"/>
          <ac:picMkLst>
            <pc:docMk/>
            <pc:sldMk cId="4270902671" sldId="382"/>
            <ac:picMk id="7" creationId="{ACC068A0-50E1-42AC-8287-E81E4235FF5C}"/>
          </ac:picMkLst>
        </pc:picChg>
        <pc:picChg chg="add mod">
          <ac:chgData name="鈴木 秀規" userId="f68c5fd9-22d5-4c0a-9833-7fb0f5135313" providerId="ADAL" clId="{1FFDFDEC-295D-434A-B582-72A8CC8A5E88}" dt="2021-01-26T03:44:38.047" v="930" actId="1076"/>
          <ac:picMkLst>
            <pc:docMk/>
            <pc:sldMk cId="4270902671" sldId="382"/>
            <ac:picMk id="8" creationId="{8D2F85B8-D0BB-4D5F-B8E8-359B9642BC18}"/>
          </ac:picMkLst>
        </pc:picChg>
        <pc:picChg chg="add mod">
          <ac:chgData name="鈴木 秀規" userId="f68c5fd9-22d5-4c0a-9833-7fb0f5135313" providerId="ADAL" clId="{1FFDFDEC-295D-434A-B582-72A8CC8A5E88}" dt="2021-01-26T03:44:38.047" v="930" actId="1076"/>
          <ac:picMkLst>
            <pc:docMk/>
            <pc:sldMk cId="4270902671" sldId="382"/>
            <ac:picMk id="9" creationId="{6567B165-D14C-4A46-B20C-33602CEB18CE}"/>
          </ac:picMkLst>
        </pc:picChg>
        <pc:picChg chg="add mod">
          <ac:chgData name="鈴木 秀規" userId="f68c5fd9-22d5-4c0a-9833-7fb0f5135313" providerId="ADAL" clId="{1FFDFDEC-295D-434A-B582-72A8CC8A5E88}" dt="2021-01-26T03:46:45.261" v="950" actId="1076"/>
          <ac:picMkLst>
            <pc:docMk/>
            <pc:sldMk cId="4270902671" sldId="382"/>
            <ac:picMk id="14" creationId="{89F5CAE8-7DD6-4E66-9E6B-8D828B62D848}"/>
          </ac:picMkLst>
        </pc:picChg>
        <pc:picChg chg="add mod">
          <ac:chgData name="鈴木 秀規" userId="f68c5fd9-22d5-4c0a-9833-7fb0f5135313" providerId="ADAL" clId="{1FFDFDEC-295D-434A-B582-72A8CC8A5E88}" dt="2021-01-26T03:46:45.261" v="950" actId="1076"/>
          <ac:picMkLst>
            <pc:docMk/>
            <pc:sldMk cId="4270902671" sldId="382"/>
            <ac:picMk id="17" creationId="{56C46E48-5776-47D9-8EE8-C88D764F6B56}"/>
          </ac:picMkLst>
        </pc:picChg>
        <pc:picChg chg="add mod">
          <ac:chgData name="鈴木 秀規" userId="f68c5fd9-22d5-4c0a-9833-7fb0f5135313" providerId="ADAL" clId="{1FFDFDEC-295D-434A-B582-72A8CC8A5E88}" dt="2021-01-26T03:46:45.261" v="950" actId="1076"/>
          <ac:picMkLst>
            <pc:docMk/>
            <pc:sldMk cId="4270902671" sldId="382"/>
            <ac:picMk id="22" creationId="{2076DD48-3ECF-49F3-93DF-4DA0CE8394BC}"/>
          </ac:picMkLst>
        </pc:picChg>
        <pc:picChg chg="add mod">
          <ac:chgData name="鈴木 秀規" userId="f68c5fd9-22d5-4c0a-9833-7fb0f5135313" providerId="ADAL" clId="{1FFDFDEC-295D-434A-B582-72A8CC8A5E88}" dt="2021-01-26T03:46:45.261" v="950" actId="1076"/>
          <ac:picMkLst>
            <pc:docMk/>
            <pc:sldMk cId="4270902671" sldId="382"/>
            <ac:picMk id="23" creationId="{3E2CE605-C0B8-4C18-98C1-B3840CD70767}"/>
          </ac:picMkLst>
        </pc:picChg>
        <pc:picChg chg="add mod">
          <ac:chgData name="鈴木 秀規" userId="f68c5fd9-22d5-4c0a-9833-7fb0f5135313" providerId="ADAL" clId="{1FFDFDEC-295D-434A-B582-72A8CC8A5E88}" dt="2021-01-26T03:46:04.691" v="945" actId="1076"/>
          <ac:picMkLst>
            <pc:docMk/>
            <pc:sldMk cId="4270902671" sldId="382"/>
            <ac:picMk id="26" creationId="{70D95F10-BF3B-4B19-9089-47831CF622D5}"/>
          </ac:picMkLst>
        </pc:picChg>
        <pc:cxnChg chg="add mod">
          <ac:chgData name="鈴木 秀規" userId="f68c5fd9-22d5-4c0a-9833-7fb0f5135313" providerId="ADAL" clId="{1FFDFDEC-295D-434A-B582-72A8CC8A5E88}" dt="2021-01-26T03:46:45.261" v="950" actId="1076"/>
          <ac:cxnSpMkLst>
            <pc:docMk/>
            <pc:sldMk cId="4270902671" sldId="382"/>
            <ac:cxnSpMk id="16" creationId="{8E32A4B4-C96D-4681-AEF9-EE7D9B309FBF}"/>
          </ac:cxnSpMkLst>
        </pc:cxnChg>
        <pc:cxnChg chg="add mod">
          <ac:chgData name="鈴木 秀規" userId="f68c5fd9-22d5-4c0a-9833-7fb0f5135313" providerId="ADAL" clId="{1FFDFDEC-295D-434A-B582-72A8CC8A5E88}" dt="2021-01-26T03:47:04.403" v="982" actId="1035"/>
          <ac:cxnSpMkLst>
            <pc:docMk/>
            <pc:sldMk cId="4270902671" sldId="382"/>
            <ac:cxnSpMk id="19" creationId="{F3DB8BCB-0D70-41DF-9FD3-2A8B659F17CF}"/>
          </ac:cxnSpMkLst>
        </pc:cxnChg>
        <pc:cxnChg chg="add mod">
          <ac:chgData name="鈴木 秀規" userId="f68c5fd9-22d5-4c0a-9833-7fb0f5135313" providerId="ADAL" clId="{1FFDFDEC-295D-434A-B582-72A8CC8A5E88}" dt="2021-01-26T03:46:45.261" v="950" actId="1076"/>
          <ac:cxnSpMkLst>
            <pc:docMk/>
            <pc:sldMk cId="4270902671" sldId="382"/>
            <ac:cxnSpMk id="20" creationId="{C35F15FD-C964-4627-B22E-64C02E3B1E13}"/>
          </ac:cxnSpMkLst>
        </pc:cxnChg>
        <pc:cxnChg chg="add mod">
          <ac:chgData name="鈴木 秀規" userId="f68c5fd9-22d5-4c0a-9833-7fb0f5135313" providerId="ADAL" clId="{1FFDFDEC-295D-434A-B582-72A8CC8A5E88}" dt="2021-01-26T03:47:41.189" v="983" actId="14100"/>
          <ac:cxnSpMkLst>
            <pc:docMk/>
            <pc:sldMk cId="4270902671" sldId="382"/>
            <ac:cxnSpMk id="21" creationId="{5E8CC0CA-3411-4CB6-8412-CE026E3E4961}"/>
          </ac:cxnSpMkLst>
        </pc:cxnChg>
        <pc:cxnChg chg="add mod">
          <ac:chgData name="鈴木 秀規" userId="f68c5fd9-22d5-4c0a-9833-7fb0f5135313" providerId="ADAL" clId="{1FFDFDEC-295D-434A-B582-72A8CC8A5E88}" dt="2021-01-26T03:48:36.080" v="990" actId="14100"/>
          <ac:cxnSpMkLst>
            <pc:docMk/>
            <pc:sldMk cId="4270902671" sldId="382"/>
            <ac:cxnSpMk id="28" creationId="{55404DBE-4FD6-4F92-8981-38B9A55EE093}"/>
          </ac:cxnSpMkLst>
        </pc:cxnChg>
        <pc:cxnChg chg="add mod">
          <ac:chgData name="鈴木 秀規" userId="f68c5fd9-22d5-4c0a-9833-7fb0f5135313" providerId="ADAL" clId="{1FFDFDEC-295D-434A-B582-72A8CC8A5E88}" dt="2021-01-26T03:48:08.374" v="989" actId="14100"/>
          <ac:cxnSpMkLst>
            <pc:docMk/>
            <pc:sldMk cId="4270902671" sldId="382"/>
            <ac:cxnSpMk id="30" creationId="{5862DF2C-3636-4E19-B516-9E62A13C3584}"/>
          </ac:cxnSpMkLst>
        </pc:cxnChg>
      </pc:sldChg>
      <pc:sldChg chg="addSp delSp modSp add del mod chgLayout">
        <pc:chgData name="鈴木 秀規" userId="f68c5fd9-22d5-4c0a-9833-7fb0f5135313" providerId="ADAL" clId="{1FFDFDEC-295D-434A-B582-72A8CC8A5E88}" dt="2021-01-26T04:14:36.735" v="1145" actId="2696"/>
        <pc:sldMkLst>
          <pc:docMk/>
          <pc:sldMk cId="3431740700" sldId="383"/>
        </pc:sldMkLst>
        <pc:spChg chg="mod ord">
          <ac:chgData name="鈴木 秀規" userId="f68c5fd9-22d5-4c0a-9833-7fb0f5135313" providerId="ADAL" clId="{1FFDFDEC-295D-434A-B582-72A8CC8A5E88}" dt="2021-01-26T04:02:31.002" v="1073" actId="6264"/>
          <ac:spMkLst>
            <pc:docMk/>
            <pc:sldMk cId="3431740700" sldId="383"/>
            <ac:spMk id="3" creationId="{347745C2-842F-461A-8482-F5E3F2B33188}"/>
          </ac:spMkLst>
        </pc:spChg>
        <pc:spChg chg="mod ord">
          <ac:chgData name="鈴木 秀規" userId="f68c5fd9-22d5-4c0a-9833-7fb0f5135313" providerId="ADAL" clId="{1FFDFDEC-295D-434A-B582-72A8CC8A5E88}" dt="2021-01-26T04:02:31.002" v="1073" actId="6264"/>
          <ac:spMkLst>
            <pc:docMk/>
            <pc:sldMk cId="3431740700" sldId="383"/>
            <ac:spMk id="4" creationId="{B2D33C3D-4F1E-4861-BEE1-D418CFD9014C}"/>
          </ac:spMkLst>
        </pc:spChg>
        <pc:spChg chg="mod ord">
          <ac:chgData name="鈴木 秀規" userId="f68c5fd9-22d5-4c0a-9833-7fb0f5135313" providerId="ADAL" clId="{1FFDFDEC-295D-434A-B582-72A8CC8A5E88}" dt="2021-01-26T04:02:31.002" v="1073" actId="6264"/>
          <ac:spMkLst>
            <pc:docMk/>
            <pc:sldMk cId="3431740700" sldId="383"/>
            <ac:spMk id="5" creationId="{86E9EC95-4197-4F9B-96BF-D31C5A1A1A4D}"/>
          </ac:spMkLst>
        </pc:spChg>
        <pc:spChg chg="add del mod">
          <ac:chgData name="鈴木 秀規" userId="f68c5fd9-22d5-4c0a-9833-7fb0f5135313" providerId="ADAL" clId="{1FFDFDEC-295D-434A-B582-72A8CC8A5E88}" dt="2021-01-26T03:59:15.368" v="1013" actId="478"/>
          <ac:spMkLst>
            <pc:docMk/>
            <pc:sldMk cId="3431740700" sldId="383"/>
            <ac:spMk id="6" creationId="{A4CFD6BF-E687-457B-A250-DEA51B3540B4}"/>
          </ac:spMkLst>
        </pc:spChg>
        <pc:spChg chg="del">
          <ac:chgData name="鈴木 秀規" userId="f68c5fd9-22d5-4c0a-9833-7fb0f5135313" providerId="ADAL" clId="{1FFDFDEC-295D-434A-B582-72A8CC8A5E88}" dt="2021-01-26T03:58:14.416" v="1010" actId="478"/>
          <ac:spMkLst>
            <pc:docMk/>
            <pc:sldMk cId="3431740700" sldId="383"/>
            <ac:spMk id="10" creationId="{7C3760F5-0448-4B07-9357-5DD9243CD6A1}"/>
          </ac:spMkLst>
        </pc:spChg>
        <pc:spChg chg="del">
          <ac:chgData name="鈴木 秀規" userId="f68c5fd9-22d5-4c0a-9833-7fb0f5135313" providerId="ADAL" clId="{1FFDFDEC-295D-434A-B582-72A8CC8A5E88}" dt="2021-01-26T03:58:14.416" v="1010" actId="478"/>
          <ac:spMkLst>
            <pc:docMk/>
            <pc:sldMk cId="3431740700" sldId="383"/>
            <ac:spMk id="11" creationId="{6AFAD27C-B17C-4A26-8D46-B84638FE20C9}"/>
          </ac:spMkLst>
        </pc:spChg>
        <pc:spChg chg="del">
          <ac:chgData name="鈴木 秀規" userId="f68c5fd9-22d5-4c0a-9833-7fb0f5135313" providerId="ADAL" clId="{1FFDFDEC-295D-434A-B582-72A8CC8A5E88}" dt="2021-01-26T03:58:14.416" v="1010" actId="478"/>
          <ac:spMkLst>
            <pc:docMk/>
            <pc:sldMk cId="3431740700" sldId="383"/>
            <ac:spMk id="12" creationId="{4779DC12-997D-427C-8D5F-D3C32CCE9829}"/>
          </ac:spMkLst>
        </pc:spChg>
        <pc:spChg chg="del">
          <ac:chgData name="鈴木 秀規" userId="f68c5fd9-22d5-4c0a-9833-7fb0f5135313" providerId="ADAL" clId="{1FFDFDEC-295D-434A-B582-72A8CC8A5E88}" dt="2021-01-26T03:58:14.416" v="1010" actId="478"/>
          <ac:spMkLst>
            <pc:docMk/>
            <pc:sldMk cId="3431740700" sldId="383"/>
            <ac:spMk id="13" creationId="{17D11134-6A3C-4349-80D0-227C8553B2C2}"/>
          </ac:spMkLst>
        </pc:spChg>
        <pc:spChg chg="del">
          <ac:chgData name="鈴木 秀規" userId="f68c5fd9-22d5-4c0a-9833-7fb0f5135313" providerId="ADAL" clId="{1FFDFDEC-295D-434A-B582-72A8CC8A5E88}" dt="2021-01-26T03:58:14.416" v="1010" actId="478"/>
          <ac:spMkLst>
            <pc:docMk/>
            <pc:sldMk cId="3431740700" sldId="383"/>
            <ac:spMk id="15" creationId="{BF8B4138-1FB6-4D1C-AADA-7F5C45A6ECDD}"/>
          </ac:spMkLst>
        </pc:spChg>
        <pc:spChg chg="del">
          <ac:chgData name="鈴木 秀規" userId="f68c5fd9-22d5-4c0a-9833-7fb0f5135313" providerId="ADAL" clId="{1FFDFDEC-295D-434A-B582-72A8CC8A5E88}" dt="2021-01-26T03:58:14.416" v="1010" actId="478"/>
          <ac:spMkLst>
            <pc:docMk/>
            <pc:sldMk cId="3431740700" sldId="383"/>
            <ac:spMk id="18" creationId="{E28B5E37-BE31-4DBF-8316-79E231D1CCD1}"/>
          </ac:spMkLst>
        </pc:spChg>
        <pc:spChg chg="del">
          <ac:chgData name="鈴木 秀規" userId="f68c5fd9-22d5-4c0a-9833-7fb0f5135313" providerId="ADAL" clId="{1FFDFDEC-295D-434A-B582-72A8CC8A5E88}" dt="2021-01-26T03:58:14.416" v="1010" actId="478"/>
          <ac:spMkLst>
            <pc:docMk/>
            <pc:sldMk cId="3431740700" sldId="383"/>
            <ac:spMk id="24" creationId="{A9E63F44-7FDA-4B83-BD1E-2F9BC602BDFC}"/>
          </ac:spMkLst>
        </pc:spChg>
        <pc:spChg chg="del">
          <ac:chgData name="鈴木 秀規" userId="f68c5fd9-22d5-4c0a-9833-7fb0f5135313" providerId="ADAL" clId="{1FFDFDEC-295D-434A-B582-72A8CC8A5E88}" dt="2021-01-26T03:58:14.416" v="1010" actId="478"/>
          <ac:spMkLst>
            <pc:docMk/>
            <pc:sldMk cId="3431740700" sldId="383"/>
            <ac:spMk id="25" creationId="{D203164A-16BB-4A33-A44C-D5005AB76239}"/>
          </ac:spMkLst>
        </pc:spChg>
        <pc:spChg chg="add del mod">
          <ac:chgData name="鈴木 秀規" userId="f68c5fd9-22d5-4c0a-9833-7fb0f5135313" providerId="ADAL" clId="{1FFDFDEC-295D-434A-B582-72A8CC8A5E88}" dt="2021-01-26T04:02:31.002" v="1073" actId="6264"/>
          <ac:spMkLst>
            <pc:docMk/>
            <pc:sldMk cId="3431740700" sldId="383"/>
            <ac:spMk id="29" creationId="{2A5D0E9E-56FA-473F-9905-EC3AB66EE25A}"/>
          </ac:spMkLst>
        </pc:spChg>
        <pc:spChg chg="add mod">
          <ac:chgData name="鈴木 秀規" userId="f68c5fd9-22d5-4c0a-9833-7fb0f5135313" providerId="ADAL" clId="{1FFDFDEC-295D-434A-B582-72A8CC8A5E88}" dt="2021-01-26T04:01:45.805" v="1071" actId="207"/>
          <ac:spMkLst>
            <pc:docMk/>
            <pc:sldMk cId="3431740700" sldId="383"/>
            <ac:spMk id="32" creationId="{E0F1595E-F0A3-4E14-9651-C87ED18BF9DA}"/>
          </ac:spMkLst>
        </pc:spChg>
        <pc:spChg chg="add mod">
          <ac:chgData name="鈴木 秀規" userId="f68c5fd9-22d5-4c0a-9833-7fb0f5135313" providerId="ADAL" clId="{1FFDFDEC-295D-434A-B582-72A8CC8A5E88}" dt="2021-01-26T04:09:56.305" v="1133" actId="1076"/>
          <ac:spMkLst>
            <pc:docMk/>
            <pc:sldMk cId="3431740700" sldId="383"/>
            <ac:spMk id="34" creationId="{F7EDC701-37B8-4468-97D8-52607030CA94}"/>
          </ac:spMkLst>
        </pc:spChg>
        <pc:spChg chg="add mod">
          <ac:chgData name="鈴木 秀規" userId="f68c5fd9-22d5-4c0a-9833-7fb0f5135313" providerId="ADAL" clId="{1FFDFDEC-295D-434A-B582-72A8CC8A5E88}" dt="2021-01-26T04:09:59.136" v="1134" actId="1076"/>
          <ac:spMkLst>
            <pc:docMk/>
            <pc:sldMk cId="3431740700" sldId="383"/>
            <ac:spMk id="35" creationId="{8EA723BF-2FD8-4A16-A3C8-BFD746C683D1}"/>
          </ac:spMkLst>
        </pc:spChg>
        <pc:spChg chg="add del mod">
          <ac:chgData name="鈴木 秀規" userId="f68c5fd9-22d5-4c0a-9833-7fb0f5135313" providerId="ADAL" clId="{1FFDFDEC-295D-434A-B582-72A8CC8A5E88}" dt="2021-01-26T04:01:11.785" v="1048" actId="478"/>
          <ac:spMkLst>
            <pc:docMk/>
            <pc:sldMk cId="3431740700" sldId="383"/>
            <ac:spMk id="36" creationId="{6B158A07-162D-47DD-AB6B-E1D320D975E0}"/>
          </ac:spMkLst>
        </pc:spChg>
        <pc:spChg chg="del">
          <ac:chgData name="鈴木 秀規" userId="f68c5fd9-22d5-4c0a-9833-7fb0f5135313" providerId="ADAL" clId="{1FFDFDEC-295D-434A-B582-72A8CC8A5E88}" dt="2021-01-26T03:59:02.800" v="1011" actId="478"/>
          <ac:spMkLst>
            <pc:docMk/>
            <pc:sldMk cId="3431740700" sldId="383"/>
            <ac:spMk id="37" creationId="{BD46D08B-CDC1-40F7-B3B2-96E4746B3A1C}"/>
          </ac:spMkLst>
        </pc:spChg>
        <pc:spChg chg="add mod">
          <ac:chgData name="鈴木 秀規" userId="f68c5fd9-22d5-4c0a-9833-7fb0f5135313" providerId="ADAL" clId="{1FFDFDEC-295D-434A-B582-72A8CC8A5E88}" dt="2021-01-26T04:01:32.103" v="1068" actId="14100"/>
          <ac:spMkLst>
            <pc:docMk/>
            <pc:sldMk cId="3431740700" sldId="383"/>
            <ac:spMk id="38" creationId="{40FD59BC-B13E-4715-9DC8-5CB6A9E68577}"/>
          </ac:spMkLst>
        </pc:spChg>
        <pc:spChg chg="add del mod">
          <ac:chgData name="鈴木 秀規" userId="f68c5fd9-22d5-4c0a-9833-7fb0f5135313" providerId="ADAL" clId="{1FFDFDEC-295D-434A-B582-72A8CC8A5E88}" dt="2021-01-26T04:02:31.002" v="1073" actId="6264"/>
          <ac:spMkLst>
            <pc:docMk/>
            <pc:sldMk cId="3431740700" sldId="383"/>
            <ac:spMk id="39" creationId="{72F8AD91-8F73-4C4F-AB59-5F3FD39C1312}"/>
          </ac:spMkLst>
        </pc:spChg>
        <pc:spChg chg="add del mod">
          <ac:chgData name="鈴木 秀規" userId="f68c5fd9-22d5-4c0a-9833-7fb0f5135313" providerId="ADAL" clId="{1FFDFDEC-295D-434A-B582-72A8CC8A5E88}" dt="2021-01-26T04:02:31.002" v="1073" actId="6264"/>
          <ac:spMkLst>
            <pc:docMk/>
            <pc:sldMk cId="3431740700" sldId="383"/>
            <ac:spMk id="40" creationId="{42A095DC-2541-467D-84CE-0FD53E764CA5}"/>
          </ac:spMkLst>
        </pc:spChg>
        <pc:spChg chg="add del mod ord">
          <ac:chgData name="鈴木 秀規" userId="f68c5fd9-22d5-4c0a-9833-7fb0f5135313" providerId="ADAL" clId="{1FFDFDEC-295D-434A-B582-72A8CC8A5E88}" dt="2021-01-26T04:02:37.244" v="1074" actId="478"/>
          <ac:spMkLst>
            <pc:docMk/>
            <pc:sldMk cId="3431740700" sldId="383"/>
            <ac:spMk id="41" creationId="{EB08CBDB-7389-4C58-9794-DD4F1F3C7E58}"/>
          </ac:spMkLst>
        </pc:spChg>
        <pc:spChg chg="add mod ord">
          <ac:chgData name="鈴木 秀規" userId="f68c5fd9-22d5-4c0a-9833-7fb0f5135313" providerId="ADAL" clId="{1FFDFDEC-295D-434A-B582-72A8CC8A5E88}" dt="2021-01-26T04:10:02.911" v="1143" actId="12"/>
          <ac:spMkLst>
            <pc:docMk/>
            <pc:sldMk cId="3431740700" sldId="383"/>
            <ac:spMk id="42" creationId="{C2B7E0DC-5323-408A-937A-1D9A8EEEF045}"/>
          </ac:spMkLst>
        </pc:spChg>
        <pc:grpChg chg="add mod">
          <ac:chgData name="鈴木 秀規" userId="f68c5fd9-22d5-4c0a-9833-7fb0f5135313" providerId="ADAL" clId="{1FFDFDEC-295D-434A-B582-72A8CC8A5E88}" dt="2021-01-26T04:01:37.979" v="1069" actId="1076"/>
          <ac:grpSpMkLst>
            <pc:docMk/>
            <pc:sldMk cId="3431740700" sldId="383"/>
            <ac:grpSpMk id="27" creationId="{BEDB55EE-07B8-464D-A27C-24F43E1B2BCB}"/>
          </ac:grpSpMkLst>
        </pc:grpChg>
        <pc:picChg chg="del">
          <ac:chgData name="鈴木 秀規" userId="f68c5fd9-22d5-4c0a-9833-7fb0f5135313" providerId="ADAL" clId="{1FFDFDEC-295D-434A-B582-72A8CC8A5E88}" dt="2021-01-26T03:58:14.416" v="1010" actId="478"/>
          <ac:picMkLst>
            <pc:docMk/>
            <pc:sldMk cId="3431740700" sldId="383"/>
            <ac:picMk id="7" creationId="{ACC068A0-50E1-42AC-8287-E81E4235FF5C}"/>
          </ac:picMkLst>
        </pc:picChg>
        <pc:picChg chg="del">
          <ac:chgData name="鈴木 秀規" userId="f68c5fd9-22d5-4c0a-9833-7fb0f5135313" providerId="ADAL" clId="{1FFDFDEC-295D-434A-B582-72A8CC8A5E88}" dt="2021-01-26T03:58:14.416" v="1010" actId="478"/>
          <ac:picMkLst>
            <pc:docMk/>
            <pc:sldMk cId="3431740700" sldId="383"/>
            <ac:picMk id="8" creationId="{8D2F85B8-D0BB-4D5F-B8E8-359B9642BC18}"/>
          </ac:picMkLst>
        </pc:picChg>
        <pc:picChg chg="del">
          <ac:chgData name="鈴木 秀規" userId="f68c5fd9-22d5-4c0a-9833-7fb0f5135313" providerId="ADAL" clId="{1FFDFDEC-295D-434A-B582-72A8CC8A5E88}" dt="2021-01-26T03:58:14.416" v="1010" actId="478"/>
          <ac:picMkLst>
            <pc:docMk/>
            <pc:sldMk cId="3431740700" sldId="383"/>
            <ac:picMk id="9" creationId="{6567B165-D14C-4A46-B20C-33602CEB18CE}"/>
          </ac:picMkLst>
        </pc:picChg>
        <pc:picChg chg="del">
          <ac:chgData name="鈴木 秀規" userId="f68c5fd9-22d5-4c0a-9833-7fb0f5135313" providerId="ADAL" clId="{1FFDFDEC-295D-434A-B582-72A8CC8A5E88}" dt="2021-01-26T03:58:14.416" v="1010" actId="478"/>
          <ac:picMkLst>
            <pc:docMk/>
            <pc:sldMk cId="3431740700" sldId="383"/>
            <ac:picMk id="14" creationId="{89F5CAE8-7DD6-4E66-9E6B-8D828B62D848}"/>
          </ac:picMkLst>
        </pc:picChg>
        <pc:picChg chg="del">
          <ac:chgData name="鈴木 秀規" userId="f68c5fd9-22d5-4c0a-9833-7fb0f5135313" providerId="ADAL" clId="{1FFDFDEC-295D-434A-B582-72A8CC8A5E88}" dt="2021-01-26T03:58:14.416" v="1010" actId="478"/>
          <ac:picMkLst>
            <pc:docMk/>
            <pc:sldMk cId="3431740700" sldId="383"/>
            <ac:picMk id="17" creationId="{56C46E48-5776-47D9-8EE8-C88D764F6B56}"/>
          </ac:picMkLst>
        </pc:picChg>
        <pc:picChg chg="del">
          <ac:chgData name="鈴木 秀規" userId="f68c5fd9-22d5-4c0a-9833-7fb0f5135313" providerId="ADAL" clId="{1FFDFDEC-295D-434A-B582-72A8CC8A5E88}" dt="2021-01-26T03:58:14.416" v="1010" actId="478"/>
          <ac:picMkLst>
            <pc:docMk/>
            <pc:sldMk cId="3431740700" sldId="383"/>
            <ac:picMk id="22" creationId="{2076DD48-3ECF-49F3-93DF-4DA0CE8394BC}"/>
          </ac:picMkLst>
        </pc:picChg>
        <pc:picChg chg="del">
          <ac:chgData name="鈴木 秀規" userId="f68c5fd9-22d5-4c0a-9833-7fb0f5135313" providerId="ADAL" clId="{1FFDFDEC-295D-434A-B582-72A8CC8A5E88}" dt="2021-01-26T03:58:14.416" v="1010" actId="478"/>
          <ac:picMkLst>
            <pc:docMk/>
            <pc:sldMk cId="3431740700" sldId="383"/>
            <ac:picMk id="23" creationId="{3E2CE605-C0B8-4C18-98C1-B3840CD70767}"/>
          </ac:picMkLst>
        </pc:picChg>
        <pc:picChg chg="del">
          <ac:chgData name="鈴木 秀規" userId="f68c5fd9-22d5-4c0a-9833-7fb0f5135313" providerId="ADAL" clId="{1FFDFDEC-295D-434A-B582-72A8CC8A5E88}" dt="2021-01-26T03:58:14.416" v="1010" actId="478"/>
          <ac:picMkLst>
            <pc:docMk/>
            <pc:sldMk cId="3431740700" sldId="383"/>
            <ac:picMk id="26" creationId="{70D95F10-BF3B-4B19-9089-47831CF622D5}"/>
          </ac:picMkLst>
        </pc:picChg>
        <pc:picChg chg="add mod">
          <ac:chgData name="鈴木 秀規" userId="f68c5fd9-22d5-4c0a-9833-7fb0f5135313" providerId="ADAL" clId="{1FFDFDEC-295D-434A-B582-72A8CC8A5E88}" dt="2021-01-26T04:09:59.660" v="1135" actId="14100"/>
          <ac:picMkLst>
            <pc:docMk/>
            <pc:sldMk cId="3431740700" sldId="383"/>
            <ac:picMk id="31" creationId="{1200ADEE-A09A-459A-B06D-58A20EB6F05F}"/>
          </ac:picMkLst>
        </pc:picChg>
        <pc:picChg chg="add mod">
          <ac:chgData name="鈴木 秀規" userId="f68c5fd9-22d5-4c0a-9833-7fb0f5135313" providerId="ADAL" clId="{1FFDFDEC-295D-434A-B582-72A8CC8A5E88}" dt="2021-01-26T04:01:01.321" v="1047" actId="164"/>
          <ac:picMkLst>
            <pc:docMk/>
            <pc:sldMk cId="3431740700" sldId="383"/>
            <ac:picMk id="33" creationId="{7F719B36-A8B6-4247-8535-E1D2F51893DB}"/>
          </ac:picMkLst>
        </pc:picChg>
        <pc:cxnChg chg="del">
          <ac:chgData name="鈴木 秀規" userId="f68c5fd9-22d5-4c0a-9833-7fb0f5135313" providerId="ADAL" clId="{1FFDFDEC-295D-434A-B582-72A8CC8A5E88}" dt="2021-01-26T03:58:14.416" v="1010" actId="478"/>
          <ac:cxnSpMkLst>
            <pc:docMk/>
            <pc:sldMk cId="3431740700" sldId="383"/>
            <ac:cxnSpMk id="16" creationId="{8E32A4B4-C96D-4681-AEF9-EE7D9B309FBF}"/>
          </ac:cxnSpMkLst>
        </pc:cxnChg>
        <pc:cxnChg chg="del">
          <ac:chgData name="鈴木 秀規" userId="f68c5fd9-22d5-4c0a-9833-7fb0f5135313" providerId="ADAL" clId="{1FFDFDEC-295D-434A-B582-72A8CC8A5E88}" dt="2021-01-26T03:58:14.416" v="1010" actId="478"/>
          <ac:cxnSpMkLst>
            <pc:docMk/>
            <pc:sldMk cId="3431740700" sldId="383"/>
            <ac:cxnSpMk id="19" creationId="{F3DB8BCB-0D70-41DF-9FD3-2A8B659F17CF}"/>
          </ac:cxnSpMkLst>
        </pc:cxnChg>
        <pc:cxnChg chg="del">
          <ac:chgData name="鈴木 秀規" userId="f68c5fd9-22d5-4c0a-9833-7fb0f5135313" providerId="ADAL" clId="{1FFDFDEC-295D-434A-B582-72A8CC8A5E88}" dt="2021-01-26T03:58:14.416" v="1010" actId="478"/>
          <ac:cxnSpMkLst>
            <pc:docMk/>
            <pc:sldMk cId="3431740700" sldId="383"/>
            <ac:cxnSpMk id="20" creationId="{C35F15FD-C964-4627-B22E-64C02E3B1E13}"/>
          </ac:cxnSpMkLst>
        </pc:cxnChg>
        <pc:cxnChg chg="del">
          <ac:chgData name="鈴木 秀規" userId="f68c5fd9-22d5-4c0a-9833-7fb0f5135313" providerId="ADAL" clId="{1FFDFDEC-295D-434A-B582-72A8CC8A5E88}" dt="2021-01-26T03:58:14.416" v="1010" actId="478"/>
          <ac:cxnSpMkLst>
            <pc:docMk/>
            <pc:sldMk cId="3431740700" sldId="383"/>
            <ac:cxnSpMk id="21" creationId="{5E8CC0CA-3411-4CB6-8412-CE026E3E4961}"/>
          </ac:cxnSpMkLst>
        </pc:cxnChg>
        <pc:cxnChg chg="del">
          <ac:chgData name="鈴木 秀規" userId="f68c5fd9-22d5-4c0a-9833-7fb0f5135313" providerId="ADAL" clId="{1FFDFDEC-295D-434A-B582-72A8CC8A5E88}" dt="2021-01-26T03:58:14.416" v="1010" actId="478"/>
          <ac:cxnSpMkLst>
            <pc:docMk/>
            <pc:sldMk cId="3431740700" sldId="383"/>
            <ac:cxnSpMk id="28" creationId="{55404DBE-4FD6-4F92-8981-38B9A55EE093}"/>
          </ac:cxnSpMkLst>
        </pc:cxnChg>
        <pc:cxnChg chg="del">
          <ac:chgData name="鈴木 秀規" userId="f68c5fd9-22d5-4c0a-9833-7fb0f5135313" providerId="ADAL" clId="{1FFDFDEC-295D-434A-B582-72A8CC8A5E88}" dt="2021-01-26T03:58:14.416" v="1010" actId="478"/>
          <ac:cxnSpMkLst>
            <pc:docMk/>
            <pc:sldMk cId="3431740700" sldId="383"/>
            <ac:cxnSpMk id="30" creationId="{5862DF2C-3636-4E19-B516-9E62A13C3584}"/>
          </ac:cxnSpMkLst>
        </pc:cxnChg>
      </pc:sldChg>
      <pc:sldChg chg="addSp delSp modSp new del mod modClrScheme chgLayout">
        <pc:chgData name="鈴木 秀規" userId="f68c5fd9-22d5-4c0a-9833-7fb0f5135313" providerId="ADAL" clId="{1FFDFDEC-295D-434A-B582-72A8CC8A5E88}" dt="2021-01-26T04:09:55.234" v="1132" actId="680"/>
        <pc:sldMkLst>
          <pc:docMk/>
          <pc:sldMk cId="949411827" sldId="384"/>
        </pc:sldMkLst>
        <pc:spChg chg="add del mod ord">
          <ac:chgData name="鈴木 秀規" userId="f68c5fd9-22d5-4c0a-9833-7fb0f5135313" providerId="ADAL" clId="{1FFDFDEC-295D-434A-B582-72A8CC8A5E88}" dt="2021-01-26T04:09:54.227" v="1131" actId="700"/>
          <ac:spMkLst>
            <pc:docMk/>
            <pc:sldMk cId="949411827" sldId="384"/>
            <ac:spMk id="2" creationId="{D6F808A7-7307-4EC5-864E-FC8208B0AE46}"/>
          </ac:spMkLst>
        </pc:spChg>
        <pc:spChg chg="add del mod ord">
          <ac:chgData name="鈴木 秀規" userId="f68c5fd9-22d5-4c0a-9833-7fb0f5135313" providerId="ADAL" clId="{1FFDFDEC-295D-434A-B582-72A8CC8A5E88}" dt="2021-01-26T04:09:54.227" v="1131" actId="700"/>
          <ac:spMkLst>
            <pc:docMk/>
            <pc:sldMk cId="949411827" sldId="384"/>
            <ac:spMk id="3" creationId="{03C746A9-C96B-46DF-BD82-8B507DB22135}"/>
          </ac:spMkLst>
        </pc:spChg>
        <pc:spChg chg="mod ord">
          <ac:chgData name="鈴木 秀規" userId="f68c5fd9-22d5-4c0a-9833-7fb0f5135313" providerId="ADAL" clId="{1FFDFDEC-295D-434A-B582-72A8CC8A5E88}" dt="2021-01-26T04:09:54.227" v="1131" actId="700"/>
          <ac:spMkLst>
            <pc:docMk/>
            <pc:sldMk cId="949411827" sldId="384"/>
            <ac:spMk id="4" creationId="{2268533C-B512-4CED-9B27-7769E939632A}"/>
          </ac:spMkLst>
        </pc:spChg>
        <pc:spChg chg="mod ord">
          <ac:chgData name="鈴木 秀規" userId="f68c5fd9-22d5-4c0a-9833-7fb0f5135313" providerId="ADAL" clId="{1FFDFDEC-295D-434A-B582-72A8CC8A5E88}" dt="2021-01-26T04:09:54.227" v="1131" actId="700"/>
          <ac:spMkLst>
            <pc:docMk/>
            <pc:sldMk cId="949411827" sldId="384"/>
            <ac:spMk id="5" creationId="{F2A78FC6-8266-4153-942F-A3792617271D}"/>
          </ac:spMkLst>
        </pc:spChg>
        <pc:spChg chg="add del">
          <ac:chgData name="鈴木 秀規" userId="f68c5fd9-22d5-4c0a-9833-7fb0f5135313" providerId="ADAL" clId="{1FFDFDEC-295D-434A-B582-72A8CC8A5E88}" dt="2021-01-26T04:09:54.227" v="1131" actId="700"/>
          <ac:spMkLst>
            <pc:docMk/>
            <pc:sldMk cId="949411827" sldId="384"/>
            <ac:spMk id="6" creationId="{21B4622A-D25A-435E-B470-22F1DB6C998F}"/>
          </ac:spMkLst>
        </pc:spChg>
        <pc:spChg chg="add del mod ord">
          <ac:chgData name="鈴木 秀規" userId="f68c5fd9-22d5-4c0a-9833-7fb0f5135313" providerId="ADAL" clId="{1FFDFDEC-295D-434A-B582-72A8CC8A5E88}" dt="2021-01-26T04:09:54.227" v="1131" actId="700"/>
          <ac:spMkLst>
            <pc:docMk/>
            <pc:sldMk cId="949411827" sldId="384"/>
            <ac:spMk id="7" creationId="{0DA1857B-2EDE-4CE3-B404-59D7C225D7CB}"/>
          </ac:spMkLst>
        </pc:spChg>
        <pc:spChg chg="add del mod ord">
          <ac:chgData name="鈴木 秀規" userId="f68c5fd9-22d5-4c0a-9833-7fb0f5135313" providerId="ADAL" clId="{1FFDFDEC-295D-434A-B582-72A8CC8A5E88}" dt="2021-01-26T04:09:54.227" v="1131" actId="700"/>
          <ac:spMkLst>
            <pc:docMk/>
            <pc:sldMk cId="949411827" sldId="384"/>
            <ac:spMk id="8" creationId="{46B998EA-E1C7-43BB-B136-2B9F4052217F}"/>
          </ac:spMkLst>
        </pc:spChg>
        <pc:spChg chg="add del mod">
          <ac:chgData name="鈴木 秀規" userId="f68c5fd9-22d5-4c0a-9833-7fb0f5135313" providerId="ADAL" clId="{1FFDFDEC-295D-434A-B582-72A8CC8A5E88}" dt="2021-01-26T04:09:53.169" v="1129" actId="6264"/>
          <ac:spMkLst>
            <pc:docMk/>
            <pc:sldMk cId="949411827" sldId="384"/>
            <ac:spMk id="9" creationId="{3B461521-F8A2-4A0C-B060-3695402786D2}"/>
          </ac:spMkLst>
        </pc:spChg>
        <pc:spChg chg="add del mod">
          <ac:chgData name="鈴木 秀規" userId="f68c5fd9-22d5-4c0a-9833-7fb0f5135313" providerId="ADAL" clId="{1FFDFDEC-295D-434A-B582-72A8CC8A5E88}" dt="2021-01-26T04:09:53.169" v="1129" actId="6264"/>
          <ac:spMkLst>
            <pc:docMk/>
            <pc:sldMk cId="949411827" sldId="384"/>
            <ac:spMk id="10" creationId="{FCA127BC-C7DF-4689-87BE-C8BA567A2BBA}"/>
          </ac:spMkLst>
        </pc:spChg>
        <pc:spChg chg="add del mod">
          <ac:chgData name="鈴木 秀規" userId="f68c5fd9-22d5-4c0a-9833-7fb0f5135313" providerId="ADAL" clId="{1FFDFDEC-295D-434A-B582-72A8CC8A5E88}" dt="2021-01-26T04:09:53.169" v="1129" actId="6264"/>
          <ac:spMkLst>
            <pc:docMk/>
            <pc:sldMk cId="949411827" sldId="384"/>
            <ac:spMk id="11" creationId="{0EBDD992-35B1-4057-A6DD-F87ABE74E2B7}"/>
          </ac:spMkLst>
        </pc:spChg>
        <pc:spChg chg="add del mod ord">
          <ac:chgData name="鈴木 秀規" userId="f68c5fd9-22d5-4c0a-9833-7fb0f5135313" providerId="ADAL" clId="{1FFDFDEC-295D-434A-B582-72A8CC8A5E88}" dt="2021-01-26T04:09:53.169" v="1129" actId="6264"/>
          <ac:spMkLst>
            <pc:docMk/>
            <pc:sldMk cId="949411827" sldId="384"/>
            <ac:spMk id="12" creationId="{57D0D45A-7F80-4DF4-BA60-0514BC220F17}"/>
          </ac:spMkLst>
        </pc:spChg>
      </pc:sldChg>
    </pc:docChg>
  </pc:docChgLst>
  <pc:docChgLst>
    <pc:chgData name="鈴木 秀規" userId="f68c5fd9-22d5-4c0a-9833-7fb0f5135313" providerId="ADAL" clId="{BE39BC92-915D-4BE9-AEA4-43CFA5564052}"/>
    <pc:docChg chg="undo custSel addSld delSld modSld">
      <pc:chgData name="鈴木 秀規" userId="f68c5fd9-22d5-4c0a-9833-7fb0f5135313" providerId="ADAL" clId="{BE39BC92-915D-4BE9-AEA4-43CFA5564052}" dt="2021-02-01T05:26:03.472" v="1897" actId="6549"/>
      <pc:docMkLst>
        <pc:docMk/>
      </pc:docMkLst>
      <pc:sldChg chg="modSp mod">
        <pc:chgData name="鈴木 秀規" userId="f68c5fd9-22d5-4c0a-9833-7fb0f5135313" providerId="ADAL" clId="{BE39BC92-915D-4BE9-AEA4-43CFA5564052}" dt="2021-01-28T02:07:33.365" v="8" actId="20577"/>
        <pc:sldMkLst>
          <pc:docMk/>
          <pc:sldMk cId="0" sldId="256"/>
        </pc:sldMkLst>
        <pc:spChg chg="mod">
          <ac:chgData name="鈴木 秀規" userId="f68c5fd9-22d5-4c0a-9833-7fb0f5135313" providerId="ADAL" clId="{BE39BC92-915D-4BE9-AEA4-43CFA5564052}" dt="2021-01-28T02:07:33.365" v="8" actId="20577"/>
          <ac:spMkLst>
            <pc:docMk/>
            <pc:sldMk cId="0" sldId="256"/>
            <ac:spMk id="56" creationId="{00000000-0000-0000-0000-000000000000}"/>
          </ac:spMkLst>
        </pc:spChg>
      </pc:sldChg>
      <pc:sldChg chg="modSp mod">
        <pc:chgData name="鈴木 秀規" userId="f68c5fd9-22d5-4c0a-9833-7fb0f5135313" providerId="ADAL" clId="{BE39BC92-915D-4BE9-AEA4-43CFA5564052}" dt="2021-02-01T05:17:38.642" v="1742"/>
        <pc:sldMkLst>
          <pc:docMk/>
          <pc:sldMk cId="1668843990" sldId="360"/>
        </pc:sldMkLst>
        <pc:spChg chg="mod">
          <ac:chgData name="鈴木 秀規" userId="f68c5fd9-22d5-4c0a-9833-7fb0f5135313" providerId="ADAL" clId="{BE39BC92-915D-4BE9-AEA4-43CFA5564052}" dt="2021-02-01T05:17:38.642" v="1742"/>
          <ac:spMkLst>
            <pc:docMk/>
            <pc:sldMk cId="1668843990" sldId="360"/>
            <ac:spMk id="9" creationId="{A4832727-EA7F-44D6-A9F2-E4AE0246960A}"/>
          </ac:spMkLst>
        </pc:spChg>
      </pc:sldChg>
      <pc:sldChg chg="modSp mod">
        <pc:chgData name="鈴木 秀規" userId="f68c5fd9-22d5-4c0a-9833-7fb0f5135313" providerId="ADAL" clId="{BE39BC92-915D-4BE9-AEA4-43CFA5564052}" dt="2021-02-01T05:26:03.472" v="1897" actId="6549"/>
        <pc:sldMkLst>
          <pc:docMk/>
          <pc:sldMk cId="267129399" sldId="361"/>
        </pc:sldMkLst>
        <pc:spChg chg="mod">
          <ac:chgData name="鈴木 秀規" userId="f68c5fd9-22d5-4c0a-9833-7fb0f5135313" providerId="ADAL" clId="{BE39BC92-915D-4BE9-AEA4-43CFA5564052}" dt="2021-02-01T05:26:03.472" v="1897" actId="6549"/>
          <ac:spMkLst>
            <pc:docMk/>
            <pc:sldMk cId="267129399" sldId="361"/>
            <ac:spMk id="6" creationId="{D0F3BEAC-A5EA-4EE4-95C7-0AEC1107FD29}"/>
          </ac:spMkLst>
        </pc:spChg>
      </pc:sldChg>
      <pc:sldChg chg="del">
        <pc:chgData name="鈴木 秀規" userId="f68c5fd9-22d5-4c0a-9833-7fb0f5135313" providerId="ADAL" clId="{BE39BC92-915D-4BE9-AEA4-43CFA5564052}" dt="2021-01-28T02:09:51.679" v="33" actId="2696"/>
        <pc:sldMkLst>
          <pc:docMk/>
          <pc:sldMk cId="1859091905" sldId="362"/>
        </pc:sldMkLst>
      </pc:sldChg>
      <pc:sldChg chg="del">
        <pc:chgData name="鈴木 秀規" userId="f68c5fd9-22d5-4c0a-9833-7fb0f5135313" providerId="ADAL" clId="{BE39BC92-915D-4BE9-AEA4-43CFA5564052}" dt="2021-01-28T02:07:53.316" v="9" actId="2696"/>
        <pc:sldMkLst>
          <pc:docMk/>
          <pc:sldMk cId="2294830573" sldId="363"/>
        </pc:sldMkLst>
      </pc:sldChg>
      <pc:sldChg chg="addSp delSp modSp new mod modClrScheme chgLayout">
        <pc:chgData name="鈴木 秀規" userId="f68c5fd9-22d5-4c0a-9833-7fb0f5135313" providerId="ADAL" clId="{BE39BC92-915D-4BE9-AEA4-43CFA5564052}" dt="2021-01-28T02:09:40.539" v="32" actId="207"/>
        <pc:sldMkLst>
          <pc:docMk/>
          <pc:sldMk cId="2397736379" sldId="363"/>
        </pc:sldMkLst>
        <pc:spChg chg="del mod ord">
          <ac:chgData name="鈴木 秀規" userId="f68c5fd9-22d5-4c0a-9833-7fb0f5135313" providerId="ADAL" clId="{BE39BC92-915D-4BE9-AEA4-43CFA5564052}" dt="2021-01-28T02:08:17.136" v="11" actId="700"/>
          <ac:spMkLst>
            <pc:docMk/>
            <pc:sldMk cId="2397736379" sldId="363"/>
            <ac:spMk id="2" creationId="{ECF94125-F70F-4DFD-9A24-1605B41C084D}"/>
          </ac:spMkLst>
        </pc:spChg>
        <pc:spChg chg="del mod ord">
          <ac:chgData name="鈴木 秀規" userId="f68c5fd9-22d5-4c0a-9833-7fb0f5135313" providerId="ADAL" clId="{BE39BC92-915D-4BE9-AEA4-43CFA5564052}" dt="2021-01-28T02:08:17.136" v="11" actId="700"/>
          <ac:spMkLst>
            <pc:docMk/>
            <pc:sldMk cId="2397736379" sldId="363"/>
            <ac:spMk id="3" creationId="{D95523EC-6C8F-490C-93CB-26DFD358471E}"/>
          </ac:spMkLst>
        </pc:spChg>
        <pc:spChg chg="mod ord">
          <ac:chgData name="鈴木 秀規" userId="f68c5fd9-22d5-4c0a-9833-7fb0f5135313" providerId="ADAL" clId="{BE39BC92-915D-4BE9-AEA4-43CFA5564052}" dt="2021-01-28T02:08:17.136" v="11" actId="700"/>
          <ac:spMkLst>
            <pc:docMk/>
            <pc:sldMk cId="2397736379" sldId="363"/>
            <ac:spMk id="4" creationId="{DE764CD8-0B12-484E-890C-8A5A26296D13}"/>
          </ac:spMkLst>
        </pc:spChg>
        <pc:spChg chg="mod ord">
          <ac:chgData name="鈴木 秀規" userId="f68c5fd9-22d5-4c0a-9833-7fb0f5135313" providerId="ADAL" clId="{BE39BC92-915D-4BE9-AEA4-43CFA5564052}" dt="2021-01-28T02:08:17.136" v="11" actId="700"/>
          <ac:spMkLst>
            <pc:docMk/>
            <pc:sldMk cId="2397736379" sldId="363"/>
            <ac:spMk id="5" creationId="{433B62C4-B6B9-4622-B802-69C25D6F2A49}"/>
          </ac:spMkLst>
        </pc:spChg>
        <pc:spChg chg="del">
          <ac:chgData name="鈴木 秀規" userId="f68c5fd9-22d5-4c0a-9833-7fb0f5135313" providerId="ADAL" clId="{BE39BC92-915D-4BE9-AEA4-43CFA5564052}" dt="2021-01-28T02:08:17.136" v="11" actId="700"/>
          <ac:spMkLst>
            <pc:docMk/>
            <pc:sldMk cId="2397736379" sldId="363"/>
            <ac:spMk id="6" creationId="{AB0A71B5-7DD3-4736-905A-46EED9A1D167}"/>
          </ac:spMkLst>
        </pc:spChg>
        <pc:spChg chg="add mod ord">
          <ac:chgData name="鈴木 秀規" userId="f68c5fd9-22d5-4c0a-9833-7fb0f5135313" providerId="ADAL" clId="{BE39BC92-915D-4BE9-AEA4-43CFA5564052}" dt="2021-01-28T02:08:25.553" v="12"/>
          <ac:spMkLst>
            <pc:docMk/>
            <pc:sldMk cId="2397736379" sldId="363"/>
            <ac:spMk id="7" creationId="{9630AD22-E64D-4A96-B059-2AF9F6580C25}"/>
          </ac:spMkLst>
        </pc:spChg>
        <pc:spChg chg="add mod ord">
          <ac:chgData name="鈴木 秀規" userId="f68c5fd9-22d5-4c0a-9833-7fb0f5135313" providerId="ADAL" clId="{BE39BC92-915D-4BE9-AEA4-43CFA5564052}" dt="2021-01-28T02:09:40.539" v="32" actId="207"/>
          <ac:spMkLst>
            <pc:docMk/>
            <pc:sldMk cId="2397736379" sldId="363"/>
            <ac:spMk id="8" creationId="{787CF02A-01AB-4517-BA3E-25572FA82648}"/>
          </ac:spMkLst>
        </pc:spChg>
      </pc:sldChg>
      <pc:sldChg chg="addSp modSp new mod">
        <pc:chgData name="鈴木 秀規" userId="f68c5fd9-22d5-4c0a-9833-7fb0f5135313" providerId="ADAL" clId="{BE39BC92-915D-4BE9-AEA4-43CFA5564052}" dt="2021-01-28T02:12:44.068" v="68" actId="207"/>
        <pc:sldMkLst>
          <pc:docMk/>
          <pc:sldMk cId="655144691" sldId="364"/>
        </pc:sldMkLst>
        <pc:spChg chg="mod">
          <ac:chgData name="鈴木 秀規" userId="f68c5fd9-22d5-4c0a-9833-7fb0f5135313" providerId="ADAL" clId="{BE39BC92-915D-4BE9-AEA4-43CFA5564052}" dt="2021-01-28T02:10:01.652" v="35"/>
          <ac:spMkLst>
            <pc:docMk/>
            <pc:sldMk cId="655144691" sldId="364"/>
            <ac:spMk id="3" creationId="{54E60DEB-3CF0-4D89-AB0B-045AFE2F15B2}"/>
          </ac:spMkLst>
        </pc:spChg>
        <pc:spChg chg="mod">
          <ac:chgData name="鈴木 秀規" userId="f68c5fd9-22d5-4c0a-9833-7fb0f5135313" providerId="ADAL" clId="{BE39BC92-915D-4BE9-AEA4-43CFA5564052}" dt="2021-01-28T02:11:56.237" v="60" actId="14100"/>
          <ac:spMkLst>
            <pc:docMk/>
            <pc:sldMk cId="655144691" sldId="364"/>
            <ac:spMk id="5" creationId="{D4511741-E9E3-4257-8CFE-534B1CA03E7B}"/>
          </ac:spMkLst>
        </pc:spChg>
        <pc:spChg chg="mod">
          <ac:chgData name="鈴木 秀規" userId="f68c5fd9-22d5-4c0a-9833-7fb0f5135313" providerId="ADAL" clId="{BE39BC92-915D-4BE9-AEA4-43CFA5564052}" dt="2021-01-28T02:10:35.039" v="42" actId="2711"/>
          <ac:spMkLst>
            <pc:docMk/>
            <pc:sldMk cId="655144691" sldId="364"/>
            <ac:spMk id="7" creationId="{6DCB21D9-A62A-455C-BDC9-4D9B5095E8ED}"/>
          </ac:spMkLst>
        </pc:spChg>
        <pc:spChg chg="mod">
          <ac:chgData name="鈴木 秀規" userId="f68c5fd9-22d5-4c0a-9833-7fb0f5135313" providerId="ADAL" clId="{BE39BC92-915D-4BE9-AEA4-43CFA5564052}" dt="2021-01-28T02:10:35.039" v="42" actId="2711"/>
          <ac:spMkLst>
            <pc:docMk/>
            <pc:sldMk cId="655144691" sldId="364"/>
            <ac:spMk id="8" creationId="{23C05CFD-5519-42FD-9E09-8924C155AA3B}"/>
          </ac:spMkLst>
        </pc:spChg>
        <pc:spChg chg="mod">
          <ac:chgData name="鈴木 秀規" userId="f68c5fd9-22d5-4c0a-9833-7fb0f5135313" providerId="ADAL" clId="{BE39BC92-915D-4BE9-AEA4-43CFA5564052}" dt="2021-01-28T02:10:35.039" v="42" actId="2711"/>
          <ac:spMkLst>
            <pc:docMk/>
            <pc:sldMk cId="655144691" sldId="364"/>
            <ac:spMk id="9" creationId="{AF9DA8F2-FC02-49C9-9EED-291488A6FDAC}"/>
          </ac:spMkLst>
        </pc:spChg>
        <pc:spChg chg="mod">
          <ac:chgData name="鈴木 秀規" userId="f68c5fd9-22d5-4c0a-9833-7fb0f5135313" providerId="ADAL" clId="{BE39BC92-915D-4BE9-AEA4-43CFA5564052}" dt="2021-01-28T02:10:35.039" v="42" actId="2711"/>
          <ac:spMkLst>
            <pc:docMk/>
            <pc:sldMk cId="655144691" sldId="364"/>
            <ac:spMk id="10" creationId="{F162C742-F2D1-4E3F-B9B5-1B59E1BAF548}"/>
          </ac:spMkLst>
        </pc:spChg>
        <pc:spChg chg="mod">
          <ac:chgData name="鈴木 秀規" userId="f68c5fd9-22d5-4c0a-9833-7fb0f5135313" providerId="ADAL" clId="{BE39BC92-915D-4BE9-AEA4-43CFA5564052}" dt="2021-01-28T02:10:35.039" v="42" actId="2711"/>
          <ac:spMkLst>
            <pc:docMk/>
            <pc:sldMk cId="655144691" sldId="364"/>
            <ac:spMk id="11" creationId="{7F343D24-C241-43FF-85F4-AFF6B6B72916}"/>
          </ac:spMkLst>
        </pc:spChg>
        <pc:spChg chg="mod">
          <ac:chgData name="鈴木 秀規" userId="f68c5fd9-22d5-4c0a-9833-7fb0f5135313" providerId="ADAL" clId="{BE39BC92-915D-4BE9-AEA4-43CFA5564052}" dt="2021-01-28T02:10:35.039" v="42" actId="2711"/>
          <ac:spMkLst>
            <pc:docMk/>
            <pc:sldMk cId="655144691" sldId="364"/>
            <ac:spMk id="12" creationId="{56B27176-02CE-41EA-8E3D-CB068F79DFE4}"/>
          </ac:spMkLst>
        </pc:spChg>
        <pc:spChg chg="mod">
          <ac:chgData name="鈴木 秀規" userId="f68c5fd9-22d5-4c0a-9833-7fb0f5135313" providerId="ADAL" clId="{BE39BC92-915D-4BE9-AEA4-43CFA5564052}" dt="2021-01-28T02:10:35.039" v="42" actId="2711"/>
          <ac:spMkLst>
            <pc:docMk/>
            <pc:sldMk cId="655144691" sldId="364"/>
            <ac:spMk id="13" creationId="{BE7959ED-1898-4CA0-98A9-01976F9401FE}"/>
          </ac:spMkLst>
        </pc:spChg>
        <pc:spChg chg="add mod">
          <ac:chgData name="鈴木 秀規" userId="f68c5fd9-22d5-4c0a-9833-7fb0f5135313" providerId="ADAL" clId="{BE39BC92-915D-4BE9-AEA4-43CFA5564052}" dt="2021-01-28T02:11:49.243" v="58" actId="164"/>
          <ac:spMkLst>
            <pc:docMk/>
            <pc:sldMk cId="655144691" sldId="364"/>
            <ac:spMk id="14" creationId="{115BB9DC-9006-42FC-89B8-95AD8402514F}"/>
          </ac:spMkLst>
        </pc:spChg>
        <pc:spChg chg="add mod">
          <ac:chgData name="鈴木 秀規" userId="f68c5fd9-22d5-4c0a-9833-7fb0f5135313" providerId="ADAL" clId="{BE39BC92-915D-4BE9-AEA4-43CFA5564052}" dt="2021-01-28T02:11:49.243" v="58" actId="164"/>
          <ac:spMkLst>
            <pc:docMk/>
            <pc:sldMk cId="655144691" sldId="364"/>
            <ac:spMk id="15" creationId="{F5252EAB-166B-4928-B8DF-79EE13DE20C2}"/>
          </ac:spMkLst>
        </pc:spChg>
        <pc:spChg chg="add mod">
          <ac:chgData name="鈴木 秀規" userId="f68c5fd9-22d5-4c0a-9833-7fb0f5135313" providerId="ADAL" clId="{BE39BC92-915D-4BE9-AEA4-43CFA5564052}" dt="2021-01-28T02:11:49.243" v="58" actId="164"/>
          <ac:spMkLst>
            <pc:docMk/>
            <pc:sldMk cId="655144691" sldId="364"/>
            <ac:spMk id="16" creationId="{1EBB0533-3B6B-4153-99FF-60DA3A5C87FE}"/>
          </ac:spMkLst>
        </pc:spChg>
        <pc:spChg chg="add mod">
          <ac:chgData name="鈴木 秀規" userId="f68c5fd9-22d5-4c0a-9833-7fb0f5135313" providerId="ADAL" clId="{BE39BC92-915D-4BE9-AEA4-43CFA5564052}" dt="2021-01-28T02:11:49.243" v="58" actId="164"/>
          <ac:spMkLst>
            <pc:docMk/>
            <pc:sldMk cId="655144691" sldId="364"/>
            <ac:spMk id="17" creationId="{E2E073F8-32E6-4D79-8C97-BAB3A6BFE6F8}"/>
          </ac:spMkLst>
        </pc:spChg>
        <pc:spChg chg="add mod">
          <ac:chgData name="鈴木 秀規" userId="f68c5fd9-22d5-4c0a-9833-7fb0f5135313" providerId="ADAL" clId="{BE39BC92-915D-4BE9-AEA4-43CFA5564052}" dt="2021-01-28T02:11:49.243" v="58" actId="164"/>
          <ac:spMkLst>
            <pc:docMk/>
            <pc:sldMk cId="655144691" sldId="364"/>
            <ac:spMk id="18" creationId="{3015448E-7458-44DA-8693-648E12BF0C31}"/>
          </ac:spMkLst>
        </pc:spChg>
        <pc:spChg chg="add mod">
          <ac:chgData name="鈴木 秀規" userId="f68c5fd9-22d5-4c0a-9833-7fb0f5135313" providerId="ADAL" clId="{BE39BC92-915D-4BE9-AEA4-43CFA5564052}" dt="2021-01-28T02:11:49.243" v="58" actId="164"/>
          <ac:spMkLst>
            <pc:docMk/>
            <pc:sldMk cId="655144691" sldId="364"/>
            <ac:spMk id="19" creationId="{3005D83C-B7EC-4DA8-8ECE-3DE2BE5A30E3}"/>
          </ac:spMkLst>
        </pc:spChg>
        <pc:spChg chg="add mod ord">
          <ac:chgData name="鈴木 秀規" userId="f68c5fd9-22d5-4c0a-9833-7fb0f5135313" providerId="ADAL" clId="{BE39BC92-915D-4BE9-AEA4-43CFA5564052}" dt="2021-01-28T02:11:49.243" v="58" actId="164"/>
          <ac:spMkLst>
            <pc:docMk/>
            <pc:sldMk cId="655144691" sldId="364"/>
            <ac:spMk id="20" creationId="{794B0652-4AF5-4519-B01F-F5AE0D5AB1CA}"/>
          </ac:spMkLst>
        </pc:spChg>
        <pc:spChg chg="add mod">
          <ac:chgData name="鈴木 秀規" userId="f68c5fd9-22d5-4c0a-9833-7fb0f5135313" providerId="ADAL" clId="{BE39BC92-915D-4BE9-AEA4-43CFA5564052}" dt="2021-01-28T02:12:44.068" v="68" actId="207"/>
          <ac:spMkLst>
            <pc:docMk/>
            <pc:sldMk cId="655144691" sldId="364"/>
            <ac:spMk id="22" creationId="{6269760F-A874-4513-8213-97598B0F505A}"/>
          </ac:spMkLst>
        </pc:spChg>
        <pc:grpChg chg="add mod">
          <ac:chgData name="鈴木 秀規" userId="f68c5fd9-22d5-4c0a-9833-7fb0f5135313" providerId="ADAL" clId="{BE39BC92-915D-4BE9-AEA4-43CFA5564052}" dt="2021-01-28T02:11:49.243" v="58" actId="164"/>
          <ac:grpSpMkLst>
            <pc:docMk/>
            <pc:sldMk cId="655144691" sldId="364"/>
            <ac:grpSpMk id="6" creationId="{1024C8AB-1378-4703-8FB6-E8F322F41B16}"/>
          </ac:grpSpMkLst>
        </pc:grpChg>
        <pc:grpChg chg="add mod">
          <ac:chgData name="鈴木 秀規" userId="f68c5fd9-22d5-4c0a-9833-7fb0f5135313" providerId="ADAL" clId="{BE39BC92-915D-4BE9-AEA4-43CFA5564052}" dt="2021-01-28T02:11:52.630" v="59" actId="1076"/>
          <ac:grpSpMkLst>
            <pc:docMk/>
            <pc:sldMk cId="655144691" sldId="364"/>
            <ac:grpSpMk id="21" creationId="{7A7ACBB5-4C1B-46A7-927D-81EB144B3E37}"/>
          </ac:grpSpMkLst>
        </pc:grpChg>
      </pc:sldChg>
      <pc:sldChg chg="del">
        <pc:chgData name="鈴木 秀規" userId="f68c5fd9-22d5-4c0a-9833-7fb0f5135313" providerId="ADAL" clId="{BE39BC92-915D-4BE9-AEA4-43CFA5564052}" dt="2021-01-28T02:07:53.316" v="9" actId="2696"/>
        <pc:sldMkLst>
          <pc:docMk/>
          <pc:sldMk cId="1110472243" sldId="364"/>
        </pc:sldMkLst>
      </pc:sldChg>
      <pc:sldChg chg="del">
        <pc:chgData name="鈴木 秀規" userId="f68c5fd9-22d5-4c0a-9833-7fb0f5135313" providerId="ADAL" clId="{BE39BC92-915D-4BE9-AEA4-43CFA5564052}" dt="2021-01-28T02:07:53.316" v="9" actId="2696"/>
        <pc:sldMkLst>
          <pc:docMk/>
          <pc:sldMk cId="2023125260" sldId="365"/>
        </pc:sldMkLst>
      </pc:sldChg>
      <pc:sldChg chg="addSp modSp new mod">
        <pc:chgData name="鈴木 秀規" userId="f68c5fd9-22d5-4c0a-9833-7fb0f5135313" providerId="ADAL" clId="{BE39BC92-915D-4BE9-AEA4-43CFA5564052}" dt="2021-01-28T02:18:54.305" v="324" actId="12385"/>
        <pc:sldMkLst>
          <pc:docMk/>
          <pc:sldMk cId="3025764782" sldId="365"/>
        </pc:sldMkLst>
        <pc:spChg chg="mod">
          <ac:chgData name="鈴木 秀規" userId="f68c5fd9-22d5-4c0a-9833-7fb0f5135313" providerId="ADAL" clId="{BE39BC92-915D-4BE9-AEA4-43CFA5564052}" dt="2021-01-28T02:13:06.887" v="70"/>
          <ac:spMkLst>
            <pc:docMk/>
            <pc:sldMk cId="3025764782" sldId="365"/>
            <ac:spMk id="3" creationId="{6B20F84A-74E9-4AE6-9643-9ED31F4B5BFB}"/>
          </ac:spMkLst>
        </pc:spChg>
        <pc:spChg chg="mod">
          <ac:chgData name="鈴木 秀規" userId="f68c5fd9-22d5-4c0a-9833-7fb0f5135313" providerId="ADAL" clId="{BE39BC92-915D-4BE9-AEA4-43CFA5564052}" dt="2021-01-28T02:14:02.162" v="83" actId="14100"/>
          <ac:spMkLst>
            <pc:docMk/>
            <pc:sldMk cId="3025764782" sldId="365"/>
            <ac:spMk id="5" creationId="{62359AF8-7954-46A8-94DD-32F6059CB2B7}"/>
          </ac:spMkLst>
        </pc:spChg>
        <pc:spChg chg="add mod">
          <ac:chgData name="鈴木 秀規" userId="f68c5fd9-22d5-4c0a-9833-7fb0f5135313" providerId="ADAL" clId="{BE39BC92-915D-4BE9-AEA4-43CFA5564052}" dt="2021-01-28T02:18:20.274" v="323" actId="207"/>
          <ac:spMkLst>
            <pc:docMk/>
            <pc:sldMk cId="3025764782" sldId="365"/>
            <ac:spMk id="7" creationId="{4BB5458C-2295-4333-908D-3684DE458D08}"/>
          </ac:spMkLst>
        </pc:spChg>
        <pc:spChg chg="add mod">
          <ac:chgData name="鈴木 秀規" userId="f68c5fd9-22d5-4c0a-9833-7fb0f5135313" providerId="ADAL" clId="{BE39BC92-915D-4BE9-AEA4-43CFA5564052}" dt="2021-01-28T02:18:20.274" v="323" actId="207"/>
          <ac:spMkLst>
            <pc:docMk/>
            <pc:sldMk cId="3025764782" sldId="365"/>
            <ac:spMk id="8" creationId="{6B2668E2-1D6A-42ED-904A-CC96DFD8A4FA}"/>
          </ac:spMkLst>
        </pc:spChg>
        <pc:spChg chg="add mod">
          <ac:chgData name="鈴木 秀規" userId="f68c5fd9-22d5-4c0a-9833-7fb0f5135313" providerId="ADAL" clId="{BE39BC92-915D-4BE9-AEA4-43CFA5564052}" dt="2021-01-28T02:18:20.274" v="323" actId="207"/>
          <ac:spMkLst>
            <pc:docMk/>
            <pc:sldMk cId="3025764782" sldId="365"/>
            <ac:spMk id="9" creationId="{5A2F7215-6636-4AE3-AE50-5A3767DA50CC}"/>
          </ac:spMkLst>
        </pc:spChg>
        <pc:spChg chg="add mod">
          <ac:chgData name="鈴木 秀規" userId="f68c5fd9-22d5-4c0a-9833-7fb0f5135313" providerId="ADAL" clId="{BE39BC92-915D-4BE9-AEA4-43CFA5564052}" dt="2021-01-28T02:18:20.274" v="323" actId="207"/>
          <ac:spMkLst>
            <pc:docMk/>
            <pc:sldMk cId="3025764782" sldId="365"/>
            <ac:spMk id="10" creationId="{B9A49085-154E-4FAB-9546-485C6C12A9DC}"/>
          </ac:spMkLst>
        </pc:spChg>
        <pc:graphicFrameChg chg="add mod modGraphic">
          <ac:chgData name="鈴木 秀規" userId="f68c5fd9-22d5-4c0a-9833-7fb0f5135313" providerId="ADAL" clId="{BE39BC92-915D-4BE9-AEA4-43CFA5564052}" dt="2021-01-28T02:18:54.305" v="324" actId="12385"/>
          <ac:graphicFrameMkLst>
            <pc:docMk/>
            <pc:sldMk cId="3025764782" sldId="365"/>
            <ac:graphicFrameMk id="6" creationId="{44380A86-AA42-4DB7-A671-620E8EF972B8}"/>
          </ac:graphicFrameMkLst>
        </pc:graphicFrameChg>
      </pc:sldChg>
      <pc:sldChg chg="del">
        <pc:chgData name="鈴木 秀規" userId="f68c5fd9-22d5-4c0a-9833-7fb0f5135313" providerId="ADAL" clId="{BE39BC92-915D-4BE9-AEA4-43CFA5564052}" dt="2021-01-28T02:07:53.316" v="9" actId="2696"/>
        <pc:sldMkLst>
          <pc:docMk/>
          <pc:sldMk cId="597858556" sldId="366"/>
        </pc:sldMkLst>
      </pc:sldChg>
      <pc:sldChg chg="addSp modSp new mod">
        <pc:chgData name="鈴木 秀規" userId="f68c5fd9-22d5-4c0a-9833-7fb0f5135313" providerId="ADAL" clId="{BE39BC92-915D-4BE9-AEA4-43CFA5564052}" dt="2021-01-28T02:21:18.459" v="349" actId="2711"/>
        <pc:sldMkLst>
          <pc:docMk/>
          <pc:sldMk cId="4018965676" sldId="366"/>
        </pc:sldMkLst>
        <pc:spChg chg="mod">
          <ac:chgData name="鈴木 秀規" userId="f68c5fd9-22d5-4c0a-9833-7fb0f5135313" providerId="ADAL" clId="{BE39BC92-915D-4BE9-AEA4-43CFA5564052}" dt="2021-01-28T02:20:00.769" v="326"/>
          <ac:spMkLst>
            <pc:docMk/>
            <pc:sldMk cId="4018965676" sldId="366"/>
            <ac:spMk id="3" creationId="{6065C671-29C1-42DC-9C1E-A88CECEB07A6}"/>
          </ac:spMkLst>
        </pc:spChg>
        <pc:spChg chg="mod">
          <ac:chgData name="鈴木 秀規" userId="f68c5fd9-22d5-4c0a-9833-7fb0f5135313" providerId="ADAL" clId="{BE39BC92-915D-4BE9-AEA4-43CFA5564052}" dt="2021-01-28T02:21:12.195" v="346" actId="14100"/>
          <ac:spMkLst>
            <pc:docMk/>
            <pc:sldMk cId="4018965676" sldId="366"/>
            <ac:spMk id="5" creationId="{35CC0BAD-936C-4EB6-92E1-56B969F9F1E7}"/>
          </ac:spMkLst>
        </pc:spChg>
        <pc:spChg chg="add mod">
          <ac:chgData name="鈴木 秀規" userId="f68c5fd9-22d5-4c0a-9833-7fb0f5135313" providerId="ADAL" clId="{BE39BC92-915D-4BE9-AEA4-43CFA5564052}" dt="2021-01-28T02:21:18.459" v="349" actId="2711"/>
          <ac:spMkLst>
            <pc:docMk/>
            <pc:sldMk cId="4018965676" sldId="366"/>
            <ac:spMk id="6" creationId="{2221DFF8-72C3-4060-B108-4E7A7779EDF8}"/>
          </ac:spMkLst>
        </pc:spChg>
      </pc:sldChg>
      <pc:sldChg chg="addSp delSp modSp new mod">
        <pc:chgData name="鈴木 秀規" userId="f68c5fd9-22d5-4c0a-9833-7fb0f5135313" providerId="ADAL" clId="{BE39BC92-915D-4BE9-AEA4-43CFA5564052}" dt="2021-01-28T03:28:53.898" v="519" actId="207"/>
        <pc:sldMkLst>
          <pc:docMk/>
          <pc:sldMk cId="2327445248" sldId="367"/>
        </pc:sldMkLst>
        <pc:spChg chg="mod">
          <ac:chgData name="鈴木 秀規" userId="f68c5fd9-22d5-4c0a-9833-7fb0f5135313" providerId="ADAL" clId="{BE39BC92-915D-4BE9-AEA4-43CFA5564052}" dt="2021-01-28T02:21:33.854" v="351"/>
          <ac:spMkLst>
            <pc:docMk/>
            <pc:sldMk cId="2327445248" sldId="367"/>
            <ac:spMk id="3" creationId="{DC9775AD-DF08-487A-8150-66A5547804BA}"/>
          </ac:spMkLst>
        </pc:spChg>
        <pc:spChg chg="add del mod">
          <ac:chgData name="鈴木 秀規" userId="f68c5fd9-22d5-4c0a-9833-7fb0f5135313" providerId="ADAL" clId="{BE39BC92-915D-4BE9-AEA4-43CFA5564052}" dt="2021-01-28T02:27:12.713" v="463" actId="1076"/>
          <ac:spMkLst>
            <pc:docMk/>
            <pc:sldMk cId="2327445248" sldId="367"/>
            <ac:spMk id="5" creationId="{F6F2B032-1854-426E-853D-2DDB691ABD42}"/>
          </ac:spMkLst>
        </pc:spChg>
        <pc:spChg chg="add del mod">
          <ac:chgData name="鈴木 秀規" userId="f68c5fd9-22d5-4c0a-9833-7fb0f5135313" providerId="ADAL" clId="{BE39BC92-915D-4BE9-AEA4-43CFA5564052}" dt="2021-01-28T02:23:28.422" v="393" actId="21"/>
          <ac:spMkLst>
            <pc:docMk/>
            <pc:sldMk cId="2327445248" sldId="367"/>
            <ac:spMk id="7" creationId="{2C8121B7-7B73-4CF8-9B38-1985AD6689A3}"/>
          </ac:spMkLst>
        </pc:spChg>
        <pc:spChg chg="add del mod">
          <ac:chgData name="鈴木 秀規" userId="f68c5fd9-22d5-4c0a-9833-7fb0f5135313" providerId="ADAL" clId="{BE39BC92-915D-4BE9-AEA4-43CFA5564052}" dt="2021-01-28T02:23:34.979" v="396"/>
          <ac:spMkLst>
            <pc:docMk/>
            <pc:sldMk cId="2327445248" sldId="367"/>
            <ac:spMk id="8" creationId="{BA8392B6-C7A7-411F-8F37-EA78C90F9C2A}"/>
          </ac:spMkLst>
        </pc:spChg>
        <pc:spChg chg="add mod">
          <ac:chgData name="鈴木 秀規" userId="f68c5fd9-22d5-4c0a-9833-7fb0f5135313" providerId="ADAL" clId="{BE39BC92-915D-4BE9-AEA4-43CFA5564052}" dt="2021-01-28T02:25:33.653" v="447" actId="404"/>
          <ac:spMkLst>
            <pc:docMk/>
            <pc:sldMk cId="2327445248" sldId="367"/>
            <ac:spMk id="9" creationId="{4CD9BE09-5129-4C3B-A4FE-048849E95693}"/>
          </ac:spMkLst>
        </pc:spChg>
        <pc:spChg chg="add mod">
          <ac:chgData name="鈴木 秀規" userId="f68c5fd9-22d5-4c0a-9833-7fb0f5135313" providerId="ADAL" clId="{BE39BC92-915D-4BE9-AEA4-43CFA5564052}" dt="2021-01-28T02:25:33.653" v="447" actId="404"/>
          <ac:spMkLst>
            <pc:docMk/>
            <pc:sldMk cId="2327445248" sldId="367"/>
            <ac:spMk id="10" creationId="{62E7CF24-56CC-47C3-98B0-A46BE86CF153}"/>
          </ac:spMkLst>
        </pc:spChg>
        <pc:spChg chg="add mod">
          <ac:chgData name="鈴木 秀規" userId="f68c5fd9-22d5-4c0a-9833-7fb0f5135313" providerId="ADAL" clId="{BE39BC92-915D-4BE9-AEA4-43CFA5564052}" dt="2021-01-28T02:25:33.653" v="447" actId="404"/>
          <ac:spMkLst>
            <pc:docMk/>
            <pc:sldMk cId="2327445248" sldId="367"/>
            <ac:spMk id="11" creationId="{3FF84382-C8EB-42C6-A379-F156E0D315E0}"/>
          </ac:spMkLst>
        </pc:spChg>
        <pc:spChg chg="add del mod">
          <ac:chgData name="鈴木 秀規" userId="f68c5fd9-22d5-4c0a-9833-7fb0f5135313" providerId="ADAL" clId="{BE39BC92-915D-4BE9-AEA4-43CFA5564052}" dt="2021-01-28T02:24:03.238" v="399" actId="478"/>
          <ac:spMkLst>
            <pc:docMk/>
            <pc:sldMk cId="2327445248" sldId="367"/>
            <ac:spMk id="12" creationId="{9D56C091-0C55-4440-9277-678FBEDFEE53}"/>
          </ac:spMkLst>
        </pc:spChg>
        <pc:spChg chg="add del mod">
          <ac:chgData name="鈴木 秀規" userId="f68c5fd9-22d5-4c0a-9833-7fb0f5135313" providerId="ADAL" clId="{BE39BC92-915D-4BE9-AEA4-43CFA5564052}" dt="2021-01-28T02:24:03.238" v="399" actId="478"/>
          <ac:spMkLst>
            <pc:docMk/>
            <pc:sldMk cId="2327445248" sldId="367"/>
            <ac:spMk id="13" creationId="{41C9036D-466D-473F-9CBD-EF7336C0B96B}"/>
          </ac:spMkLst>
        </pc:spChg>
        <pc:spChg chg="add del mod">
          <ac:chgData name="鈴木 秀規" userId="f68c5fd9-22d5-4c0a-9833-7fb0f5135313" providerId="ADAL" clId="{BE39BC92-915D-4BE9-AEA4-43CFA5564052}" dt="2021-01-28T02:24:03.238" v="399" actId="478"/>
          <ac:spMkLst>
            <pc:docMk/>
            <pc:sldMk cId="2327445248" sldId="367"/>
            <ac:spMk id="14" creationId="{C85FBBCE-6672-47F7-ABB4-F250306F30B3}"/>
          </ac:spMkLst>
        </pc:spChg>
        <pc:spChg chg="add mod">
          <ac:chgData name="鈴木 秀規" userId="f68c5fd9-22d5-4c0a-9833-7fb0f5135313" providerId="ADAL" clId="{BE39BC92-915D-4BE9-AEA4-43CFA5564052}" dt="2021-01-28T02:25:36.319" v="448" actId="20577"/>
          <ac:spMkLst>
            <pc:docMk/>
            <pc:sldMk cId="2327445248" sldId="367"/>
            <ac:spMk id="15" creationId="{06BC60B0-1315-4548-80FD-D156800B6A3C}"/>
          </ac:spMkLst>
        </pc:spChg>
        <pc:spChg chg="add mod">
          <ac:chgData name="鈴木 秀規" userId="f68c5fd9-22d5-4c0a-9833-7fb0f5135313" providerId="ADAL" clId="{BE39BC92-915D-4BE9-AEA4-43CFA5564052}" dt="2021-01-28T03:28:03.464" v="503" actId="1076"/>
          <ac:spMkLst>
            <pc:docMk/>
            <pc:sldMk cId="2327445248" sldId="367"/>
            <ac:spMk id="16" creationId="{324C1AE3-2904-4520-828A-7F5E0D2E112C}"/>
          </ac:spMkLst>
        </pc:spChg>
        <pc:spChg chg="add del mod">
          <ac:chgData name="鈴木 秀規" userId="f68c5fd9-22d5-4c0a-9833-7fb0f5135313" providerId="ADAL" clId="{BE39BC92-915D-4BE9-AEA4-43CFA5564052}" dt="2021-01-28T03:27:55.954" v="502" actId="478"/>
          <ac:spMkLst>
            <pc:docMk/>
            <pc:sldMk cId="2327445248" sldId="367"/>
            <ac:spMk id="17" creationId="{D290F318-A1F7-4790-B832-EEA027B26901}"/>
          </ac:spMkLst>
        </pc:spChg>
        <pc:spChg chg="add mod">
          <ac:chgData name="鈴木 秀規" userId="f68c5fd9-22d5-4c0a-9833-7fb0f5135313" providerId="ADAL" clId="{BE39BC92-915D-4BE9-AEA4-43CFA5564052}" dt="2021-01-28T03:28:53.898" v="519" actId="207"/>
          <ac:spMkLst>
            <pc:docMk/>
            <pc:sldMk cId="2327445248" sldId="367"/>
            <ac:spMk id="18" creationId="{01407575-3DFD-4109-94C2-A5F86AC9B86C}"/>
          </ac:spMkLst>
        </pc:spChg>
      </pc:sldChg>
      <pc:sldChg chg="del">
        <pc:chgData name="鈴木 秀規" userId="f68c5fd9-22d5-4c0a-9833-7fb0f5135313" providerId="ADAL" clId="{BE39BC92-915D-4BE9-AEA4-43CFA5564052}" dt="2021-01-28T02:07:53.316" v="9" actId="2696"/>
        <pc:sldMkLst>
          <pc:docMk/>
          <pc:sldMk cId="3532048317" sldId="367"/>
        </pc:sldMkLst>
      </pc:sldChg>
      <pc:sldChg chg="addSp modSp new mod">
        <pc:chgData name="鈴木 秀規" userId="f68c5fd9-22d5-4c0a-9833-7fb0f5135313" providerId="ADAL" clId="{BE39BC92-915D-4BE9-AEA4-43CFA5564052}" dt="2021-01-28T03:30:10.927" v="537" actId="1076"/>
        <pc:sldMkLst>
          <pc:docMk/>
          <pc:sldMk cId="19046241" sldId="368"/>
        </pc:sldMkLst>
        <pc:spChg chg="mod">
          <ac:chgData name="鈴木 秀規" userId="f68c5fd9-22d5-4c0a-9833-7fb0f5135313" providerId="ADAL" clId="{BE39BC92-915D-4BE9-AEA4-43CFA5564052}" dt="2021-01-28T02:27:52.380" v="467"/>
          <ac:spMkLst>
            <pc:docMk/>
            <pc:sldMk cId="19046241" sldId="368"/>
            <ac:spMk id="3" creationId="{FC9C1281-C10D-4E7F-9AF6-89FF603B4C74}"/>
          </ac:spMkLst>
        </pc:spChg>
        <pc:spChg chg="mod">
          <ac:chgData name="鈴木 秀規" userId="f68c5fd9-22d5-4c0a-9833-7fb0f5135313" providerId="ADAL" clId="{BE39BC92-915D-4BE9-AEA4-43CFA5564052}" dt="2021-01-28T02:29:30.132" v="499" actId="14100"/>
          <ac:spMkLst>
            <pc:docMk/>
            <pc:sldMk cId="19046241" sldId="368"/>
            <ac:spMk id="5" creationId="{AB608DCD-A62C-492B-9BD6-076E4C270D07}"/>
          </ac:spMkLst>
        </pc:spChg>
        <pc:spChg chg="add mod">
          <ac:chgData name="鈴木 秀規" userId="f68c5fd9-22d5-4c0a-9833-7fb0f5135313" providerId="ADAL" clId="{BE39BC92-915D-4BE9-AEA4-43CFA5564052}" dt="2021-01-28T03:29:06.399" v="520"/>
          <ac:spMkLst>
            <pc:docMk/>
            <pc:sldMk cId="19046241" sldId="368"/>
            <ac:spMk id="6" creationId="{4A907D25-C3F3-4AC4-87A1-486B8B2AD49A}"/>
          </ac:spMkLst>
        </pc:spChg>
        <pc:spChg chg="add mod">
          <ac:chgData name="鈴木 秀規" userId="f68c5fd9-22d5-4c0a-9833-7fb0f5135313" providerId="ADAL" clId="{BE39BC92-915D-4BE9-AEA4-43CFA5564052}" dt="2021-01-28T03:29:06.399" v="520"/>
          <ac:spMkLst>
            <pc:docMk/>
            <pc:sldMk cId="19046241" sldId="368"/>
            <ac:spMk id="7" creationId="{811BFB9F-6064-4F41-AF6E-1F3F16C39BAB}"/>
          </ac:spMkLst>
        </pc:spChg>
        <pc:spChg chg="add mod">
          <ac:chgData name="鈴木 秀規" userId="f68c5fd9-22d5-4c0a-9833-7fb0f5135313" providerId="ADAL" clId="{BE39BC92-915D-4BE9-AEA4-43CFA5564052}" dt="2021-01-28T03:29:06.399" v="520"/>
          <ac:spMkLst>
            <pc:docMk/>
            <pc:sldMk cId="19046241" sldId="368"/>
            <ac:spMk id="8" creationId="{A2238F6F-B629-40F1-AFFC-F83AFCF0A03E}"/>
          </ac:spMkLst>
        </pc:spChg>
        <pc:spChg chg="add mod">
          <ac:chgData name="鈴木 秀規" userId="f68c5fd9-22d5-4c0a-9833-7fb0f5135313" providerId="ADAL" clId="{BE39BC92-915D-4BE9-AEA4-43CFA5564052}" dt="2021-01-28T03:29:06.399" v="520"/>
          <ac:spMkLst>
            <pc:docMk/>
            <pc:sldMk cId="19046241" sldId="368"/>
            <ac:spMk id="9" creationId="{C72FE042-B436-4C24-96D7-09A90D6817E1}"/>
          </ac:spMkLst>
        </pc:spChg>
        <pc:spChg chg="add mod">
          <ac:chgData name="鈴木 秀規" userId="f68c5fd9-22d5-4c0a-9833-7fb0f5135313" providerId="ADAL" clId="{BE39BC92-915D-4BE9-AEA4-43CFA5564052}" dt="2021-01-28T03:29:06.399" v="520"/>
          <ac:spMkLst>
            <pc:docMk/>
            <pc:sldMk cId="19046241" sldId="368"/>
            <ac:spMk id="10" creationId="{3C3D1B91-4159-44EA-8500-9DEE12086EEF}"/>
          </ac:spMkLst>
        </pc:spChg>
        <pc:spChg chg="add mod">
          <ac:chgData name="鈴木 秀規" userId="f68c5fd9-22d5-4c0a-9833-7fb0f5135313" providerId="ADAL" clId="{BE39BC92-915D-4BE9-AEA4-43CFA5564052}" dt="2021-01-28T03:29:06.399" v="520"/>
          <ac:spMkLst>
            <pc:docMk/>
            <pc:sldMk cId="19046241" sldId="368"/>
            <ac:spMk id="11" creationId="{3BF806A8-C064-4CFC-BC1C-692B306EB673}"/>
          </ac:spMkLst>
        </pc:spChg>
        <pc:spChg chg="add mod">
          <ac:chgData name="鈴木 秀規" userId="f68c5fd9-22d5-4c0a-9833-7fb0f5135313" providerId="ADAL" clId="{BE39BC92-915D-4BE9-AEA4-43CFA5564052}" dt="2021-01-28T03:29:51.219" v="531" actId="1076"/>
          <ac:spMkLst>
            <pc:docMk/>
            <pc:sldMk cId="19046241" sldId="368"/>
            <ac:spMk id="12" creationId="{EE3B6725-EF61-4BAF-B319-7E7756E54D92}"/>
          </ac:spMkLst>
        </pc:spChg>
        <pc:spChg chg="add mod">
          <ac:chgData name="鈴木 秀規" userId="f68c5fd9-22d5-4c0a-9833-7fb0f5135313" providerId="ADAL" clId="{BE39BC92-915D-4BE9-AEA4-43CFA5564052}" dt="2021-01-28T03:30:10.927" v="537" actId="1076"/>
          <ac:spMkLst>
            <pc:docMk/>
            <pc:sldMk cId="19046241" sldId="368"/>
            <ac:spMk id="13" creationId="{DB8999FD-C198-4B59-8093-E336EA6D9961}"/>
          </ac:spMkLst>
        </pc:spChg>
      </pc:sldChg>
      <pc:sldChg chg="del">
        <pc:chgData name="鈴木 秀規" userId="f68c5fd9-22d5-4c0a-9833-7fb0f5135313" providerId="ADAL" clId="{BE39BC92-915D-4BE9-AEA4-43CFA5564052}" dt="2021-01-28T02:07:53.316" v="9" actId="2696"/>
        <pc:sldMkLst>
          <pc:docMk/>
          <pc:sldMk cId="1946457624" sldId="368"/>
        </pc:sldMkLst>
      </pc:sldChg>
      <pc:sldChg chg="addSp modSp new mod">
        <pc:chgData name="鈴木 秀規" userId="f68c5fd9-22d5-4c0a-9833-7fb0f5135313" providerId="ADAL" clId="{BE39BC92-915D-4BE9-AEA4-43CFA5564052}" dt="2021-01-28T03:33:18.002" v="572" actId="2085"/>
        <pc:sldMkLst>
          <pc:docMk/>
          <pc:sldMk cId="1634234875" sldId="369"/>
        </pc:sldMkLst>
        <pc:spChg chg="mod">
          <ac:chgData name="鈴木 秀規" userId="f68c5fd9-22d5-4c0a-9833-7fb0f5135313" providerId="ADAL" clId="{BE39BC92-915D-4BE9-AEA4-43CFA5564052}" dt="2021-01-28T03:30:30.967" v="539"/>
          <ac:spMkLst>
            <pc:docMk/>
            <pc:sldMk cId="1634234875" sldId="369"/>
            <ac:spMk id="3" creationId="{369F2C59-9C4F-4D1E-A16E-5DA411534166}"/>
          </ac:spMkLst>
        </pc:spChg>
        <pc:spChg chg="mod">
          <ac:chgData name="鈴木 秀規" userId="f68c5fd9-22d5-4c0a-9833-7fb0f5135313" providerId="ADAL" clId="{BE39BC92-915D-4BE9-AEA4-43CFA5564052}" dt="2021-01-28T03:31:04.668" v="547" actId="207"/>
          <ac:spMkLst>
            <pc:docMk/>
            <pc:sldMk cId="1634234875" sldId="369"/>
            <ac:spMk id="5" creationId="{098CDAD6-FA90-48E9-B182-AA7C0CD3A137}"/>
          </ac:spMkLst>
        </pc:spChg>
        <pc:spChg chg="add mod">
          <ac:chgData name="鈴木 秀規" userId="f68c5fd9-22d5-4c0a-9833-7fb0f5135313" providerId="ADAL" clId="{BE39BC92-915D-4BE9-AEA4-43CFA5564052}" dt="2021-01-28T03:31:21.876" v="549" actId="1076"/>
          <ac:spMkLst>
            <pc:docMk/>
            <pc:sldMk cId="1634234875" sldId="369"/>
            <ac:spMk id="6" creationId="{3E01E329-2738-42A5-8FF4-5B7EBA58EC55}"/>
          </ac:spMkLst>
        </pc:spChg>
        <pc:spChg chg="add mod">
          <ac:chgData name="鈴木 秀規" userId="f68c5fd9-22d5-4c0a-9833-7fb0f5135313" providerId="ADAL" clId="{BE39BC92-915D-4BE9-AEA4-43CFA5564052}" dt="2021-01-28T03:31:21.876" v="549" actId="1076"/>
          <ac:spMkLst>
            <pc:docMk/>
            <pc:sldMk cId="1634234875" sldId="369"/>
            <ac:spMk id="7" creationId="{5B9AD53B-6CEC-4F36-9321-E13020D82304}"/>
          </ac:spMkLst>
        </pc:spChg>
        <pc:spChg chg="add mod">
          <ac:chgData name="鈴木 秀規" userId="f68c5fd9-22d5-4c0a-9833-7fb0f5135313" providerId="ADAL" clId="{BE39BC92-915D-4BE9-AEA4-43CFA5564052}" dt="2021-01-28T03:31:21.876" v="549" actId="1076"/>
          <ac:spMkLst>
            <pc:docMk/>
            <pc:sldMk cId="1634234875" sldId="369"/>
            <ac:spMk id="8" creationId="{964239B4-F145-43F4-B627-067A33FB9E97}"/>
          </ac:spMkLst>
        </pc:spChg>
        <pc:spChg chg="add mod">
          <ac:chgData name="鈴木 秀規" userId="f68c5fd9-22d5-4c0a-9833-7fb0f5135313" providerId="ADAL" clId="{BE39BC92-915D-4BE9-AEA4-43CFA5564052}" dt="2021-01-28T03:31:21.876" v="549" actId="1076"/>
          <ac:spMkLst>
            <pc:docMk/>
            <pc:sldMk cId="1634234875" sldId="369"/>
            <ac:spMk id="9" creationId="{FE42A2C2-EB89-46D7-B9EE-6692EED9C6CC}"/>
          </ac:spMkLst>
        </pc:spChg>
        <pc:spChg chg="add mod">
          <ac:chgData name="鈴木 秀規" userId="f68c5fd9-22d5-4c0a-9833-7fb0f5135313" providerId="ADAL" clId="{BE39BC92-915D-4BE9-AEA4-43CFA5564052}" dt="2021-01-28T03:31:21.876" v="549" actId="1076"/>
          <ac:spMkLst>
            <pc:docMk/>
            <pc:sldMk cId="1634234875" sldId="369"/>
            <ac:spMk id="10" creationId="{37D45E4F-836C-479A-8ABF-FFB655B3CE29}"/>
          </ac:spMkLst>
        </pc:spChg>
        <pc:spChg chg="add mod">
          <ac:chgData name="鈴木 秀規" userId="f68c5fd9-22d5-4c0a-9833-7fb0f5135313" providerId="ADAL" clId="{BE39BC92-915D-4BE9-AEA4-43CFA5564052}" dt="2021-01-28T03:31:21.876" v="549" actId="1076"/>
          <ac:spMkLst>
            <pc:docMk/>
            <pc:sldMk cId="1634234875" sldId="369"/>
            <ac:spMk id="11" creationId="{497CE668-D349-4D89-AE31-FFABE8A54804}"/>
          </ac:spMkLst>
        </pc:spChg>
        <pc:spChg chg="add mod">
          <ac:chgData name="鈴木 秀規" userId="f68c5fd9-22d5-4c0a-9833-7fb0f5135313" providerId="ADAL" clId="{BE39BC92-915D-4BE9-AEA4-43CFA5564052}" dt="2021-01-28T03:31:21.876" v="549" actId="1076"/>
          <ac:spMkLst>
            <pc:docMk/>
            <pc:sldMk cId="1634234875" sldId="369"/>
            <ac:spMk id="12" creationId="{0A5F0D82-F981-4288-9DE4-78893C76B455}"/>
          </ac:spMkLst>
        </pc:spChg>
        <pc:spChg chg="add mod">
          <ac:chgData name="鈴木 秀規" userId="f68c5fd9-22d5-4c0a-9833-7fb0f5135313" providerId="ADAL" clId="{BE39BC92-915D-4BE9-AEA4-43CFA5564052}" dt="2021-01-28T03:31:21.876" v="549" actId="1076"/>
          <ac:spMkLst>
            <pc:docMk/>
            <pc:sldMk cId="1634234875" sldId="369"/>
            <ac:spMk id="13" creationId="{005E43D2-C1DF-41B3-A878-A79AEEDFA23B}"/>
          </ac:spMkLst>
        </pc:spChg>
        <pc:spChg chg="add mod">
          <ac:chgData name="鈴木 秀規" userId="f68c5fd9-22d5-4c0a-9833-7fb0f5135313" providerId="ADAL" clId="{BE39BC92-915D-4BE9-AEA4-43CFA5564052}" dt="2021-01-28T03:33:18.002" v="572" actId="2085"/>
          <ac:spMkLst>
            <pc:docMk/>
            <pc:sldMk cId="1634234875" sldId="369"/>
            <ac:spMk id="16" creationId="{5E12762F-BFC4-4700-934C-7B5033C83A64}"/>
          </ac:spMkLst>
        </pc:spChg>
        <pc:picChg chg="add mod">
          <ac:chgData name="鈴木 秀規" userId="f68c5fd9-22d5-4c0a-9833-7fb0f5135313" providerId="ADAL" clId="{BE39BC92-915D-4BE9-AEA4-43CFA5564052}" dt="2021-01-28T03:33:07.338" v="570" actId="207"/>
          <ac:picMkLst>
            <pc:docMk/>
            <pc:sldMk cId="1634234875" sldId="369"/>
            <ac:picMk id="15" creationId="{495CBC68-4B2C-4DD5-8B0D-0BC0470142E0}"/>
          </ac:picMkLst>
        </pc:picChg>
      </pc:sldChg>
      <pc:sldChg chg="del">
        <pc:chgData name="鈴木 秀規" userId="f68c5fd9-22d5-4c0a-9833-7fb0f5135313" providerId="ADAL" clId="{BE39BC92-915D-4BE9-AEA4-43CFA5564052}" dt="2021-01-28T02:07:53.316" v="9" actId="2696"/>
        <pc:sldMkLst>
          <pc:docMk/>
          <pc:sldMk cId="2558863877" sldId="369"/>
        </pc:sldMkLst>
      </pc:sldChg>
      <pc:sldChg chg="del">
        <pc:chgData name="鈴木 秀規" userId="f68c5fd9-22d5-4c0a-9833-7fb0f5135313" providerId="ADAL" clId="{BE39BC92-915D-4BE9-AEA4-43CFA5564052}" dt="2021-01-28T02:07:53.316" v="9" actId="2696"/>
        <pc:sldMkLst>
          <pc:docMk/>
          <pc:sldMk cId="1008659216" sldId="370"/>
        </pc:sldMkLst>
      </pc:sldChg>
      <pc:sldChg chg="addSp modSp new mod">
        <pc:chgData name="鈴木 秀規" userId="f68c5fd9-22d5-4c0a-9833-7fb0f5135313" providerId="ADAL" clId="{BE39BC92-915D-4BE9-AEA4-43CFA5564052}" dt="2021-01-28T03:36:42.206" v="626" actId="1076"/>
        <pc:sldMkLst>
          <pc:docMk/>
          <pc:sldMk cId="1288993640" sldId="370"/>
        </pc:sldMkLst>
        <pc:spChg chg="mod">
          <ac:chgData name="鈴木 秀規" userId="f68c5fd9-22d5-4c0a-9833-7fb0f5135313" providerId="ADAL" clId="{BE39BC92-915D-4BE9-AEA4-43CFA5564052}" dt="2021-01-28T03:33:37.456" v="574"/>
          <ac:spMkLst>
            <pc:docMk/>
            <pc:sldMk cId="1288993640" sldId="370"/>
            <ac:spMk id="3" creationId="{35721FFA-D1D7-45CF-AF1C-6ADEC50BF982}"/>
          </ac:spMkLst>
        </pc:spChg>
        <pc:spChg chg="mod">
          <ac:chgData name="鈴木 秀規" userId="f68c5fd9-22d5-4c0a-9833-7fb0f5135313" providerId="ADAL" clId="{BE39BC92-915D-4BE9-AEA4-43CFA5564052}" dt="2021-01-28T03:34:54.173" v="597" actId="14100"/>
          <ac:spMkLst>
            <pc:docMk/>
            <pc:sldMk cId="1288993640" sldId="370"/>
            <ac:spMk id="5" creationId="{1ECE987E-1BA6-4C52-A3AE-C83F2C85D3C8}"/>
          </ac:spMkLst>
        </pc:spChg>
        <pc:spChg chg="add mod">
          <ac:chgData name="鈴木 秀規" userId="f68c5fd9-22d5-4c0a-9833-7fb0f5135313" providerId="ADAL" clId="{BE39BC92-915D-4BE9-AEA4-43CFA5564052}" dt="2021-01-28T03:36:35.975" v="625" actId="207"/>
          <ac:spMkLst>
            <pc:docMk/>
            <pc:sldMk cId="1288993640" sldId="370"/>
            <ac:spMk id="7" creationId="{F872DE77-6502-48CB-A358-D937CA5BE6BE}"/>
          </ac:spMkLst>
        </pc:spChg>
        <pc:graphicFrameChg chg="add mod modGraphic">
          <ac:chgData name="鈴木 秀規" userId="f68c5fd9-22d5-4c0a-9833-7fb0f5135313" providerId="ADAL" clId="{BE39BC92-915D-4BE9-AEA4-43CFA5564052}" dt="2021-01-28T03:36:42.206" v="626" actId="1076"/>
          <ac:graphicFrameMkLst>
            <pc:docMk/>
            <pc:sldMk cId="1288993640" sldId="370"/>
            <ac:graphicFrameMk id="6" creationId="{A46328A8-4387-401E-8457-B9D2F8695792}"/>
          </ac:graphicFrameMkLst>
        </pc:graphicFrameChg>
      </pc:sldChg>
      <pc:sldChg chg="addSp delSp modSp new mod">
        <pc:chgData name="鈴木 秀規" userId="f68c5fd9-22d5-4c0a-9833-7fb0f5135313" providerId="ADAL" clId="{BE39BC92-915D-4BE9-AEA4-43CFA5564052}" dt="2021-01-28T03:41:56.755" v="690" actId="1036"/>
        <pc:sldMkLst>
          <pc:docMk/>
          <pc:sldMk cId="269703063" sldId="371"/>
        </pc:sldMkLst>
        <pc:spChg chg="mod">
          <ac:chgData name="鈴木 秀規" userId="f68c5fd9-22d5-4c0a-9833-7fb0f5135313" providerId="ADAL" clId="{BE39BC92-915D-4BE9-AEA4-43CFA5564052}" dt="2021-01-28T03:36:56.465" v="628"/>
          <ac:spMkLst>
            <pc:docMk/>
            <pc:sldMk cId="269703063" sldId="371"/>
            <ac:spMk id="3" creationId="{F28C555D-7085-4A91-ACBC-9F093652BD57}"/>
          </ac:spMkLst>
        </pc:spChg>
        <pc:spChg chg="mod">
          <ac:chgData name="鈴木 秀規" userId="f68c5fd9-22d5-4c0a-9833-7fb0f5135313" providerId="ADAL" clId="{BE39BC92-915D-4BE9-AEA4-43CFA5564052}" dt="2021-01-28T03:37:42.784" v="637" actId="12"/>
          <ac:spMkLst>
            <pc:docMk/>
            <pc:sldMk cId="269703063" sldId="371"/>
            <ac:spMk id="5" creationId="{78D1BDF9-E38D-422F-BA46-821E29D129FB}"/>
          </ac:spMkLst>
        </pc:spChg>
        <pc:spChg chg="add mod">
          <ac:chgData name="鈴木 秀規" userId="f68c5fd9-22d5-4c0a-9833-7fb0f5135313" providerId="ADAL" clId="{BE39BC92-915D-4BE9-AEA4-43CFA5564052}" dt="2021-01-28T03:39:10.765" v="653" actId="1076"/>
          <ac:spMkLst>
            <pc:docMk/>
            <pc:sldMk cId="269703063" sldId="371"/>
            <ac:spMk id="7" creationId="{88A6D309-1FBE-4767-97A5-7F4841AF68E4}"/>
          </ac:spMkLst>
        </pc:spChg>
        <pc:graphicFrameChg chg="add mod modGraphic">
          <ac:chgData name="鈴木 秀規" userId="f68c5fd9-22d5-4c0a-9833-7fb0f5135313" providerId="ADAL" clId="{BE39BC92-915D-4BE9-AEA4-43CFA5564052}" dt="2021-01-28T03:39:05.224" v="652" actId="14100"/>
          <ac:graphicFrameMkLst>
            <pc:docMk/>
            <pc:sldMk cId="269703063" sldId="371"/>
            <ac:graphicFrameMk id="6" creationId="{7DFD3F1E-EB5D-45EC-A16F-D2C68B5B57D5}"/>
          </ac:graphicFrameMkLst>
        </pc:graphicFrameChg>
        <pc:graphicFrameChg chg="add del mod">
          <ac:chgData name="鈴木 秀規" userId="f68c5fd9-22d5-4c0a-9833-7fb0f5135313" providerId="ADAL" clId="{BE39BC92-915D-4BE9-AEA4-43CFA5564052}" dt="2021-01-28T03:38:34.587" v="644" actId="478"/>
          <ac:graphicFrameMkLst>
            <pc:docMk/>
            <pc:sldMk cId="269703063" sldId="371"/>
            <ac:graphicFrameMk id="8" creationId="{E74ECA25-8C4B-403B-BE43-67D2CDCA7083}"/>
          </ac:graphicFrameMkLst>
        </pc:graphicFrameChg>
        <pc:graphicFrameChg chg="add mod modGraphic">
          <ac:chgData name="鈴木 秀規" userId="f68c5fd9-22d5-4c0a-9833-7fb0f5135313" providerId="ADAL" clId="{BE39BC92-915D-4BE9-AEA4-43CFA5564052}" dt="2021-01-28T03:40:41.912" v="677" actId="207"/>
          <ac:graphicFrameMkLst>
            <pc:docMk/>
            <pc:sldMk cId="269703063" sldId="371"/>
            <ac:graphicFrameMk id="9" creationId="{BAC907AF-2C33-4AB2-91B8-BCEAA25ADC4E}"/>
          </ac:graphicFrameMkLst>
        </pc:graphicFrameChg>
        <pc:graphicFrameChg chg="add mod modGraphic">
          <ac:chgData name="鈴木 秀規" userId="f68c5fd9-22d5-4c0a-9833-7fb0f5135313" providerId="ADAL" clId="{BE39BC92-915D-4BE9-AEA4-43CFA5564052}" dt="2021-01-28T03:41:56.755" v="690" actId="1036"/>
          <ac:graphicFrameMkLst>
            <pc:docMk/>
            <pc:sldMk cId="269703063" sldId="371"/>
            <ac:graphicFrameMk id="10" creationId="{2D38E5AD-F13D-4928-BE97-51DCF54ED4D1}"/>
          </ac:graphicFrameMkLst>
        </pc:graphicFrameChg>
      </pc:sldChg>
      <pc:sldChg chg="del">
        <pc:chgData name="鈴木 秀規" userId="f68c5fd9-22d5-4c0a-9833-7fb0f5135313" providerId="ADAL" clId="{BE39BC92-915D-4BE9-AEA4-43CFA5564052}" dt="2021-01-28T02:07:53.316" v="9" actId="2696"/>
        <pc:sldMkLst>
          <pc:docMk/>
          <pc:sldMk cId="3350652435" sldId="371"/>
        </pc:sldMkLst>
      </pc:sldChg>
      <pc:sldChg chg="addSp delSp modSp new mod modClrScheme chgLayout">
        <pc:chgData name="鈴木 秀規" userId="f68c5fd9-22d5-4c0a-9833-7fb0f5135313" providerId="ADAL" clId="{BE39BC92-915D-4BE9-AEA4-43CFA5564052}" dt="2021-01-28T03:47:33.636" v="981" actId="113"/>
        <pc:sldMkLst>
          <pc:docMk/>
          <pc:sldMk cId="2141290884" sldId="372"/>
        </pc:sldMkLst>
        <pc:spChg chg="mod ord">
          <ac:chgData name="鈴木 秀規" userId="f68c5fd9-22d5-4c0a-9833-7fb0f5135313" providerId="ADAL" clId="{BE39BC92-915D-4BE9-AEA4-43CFA5564052}" dt="2021-01-28T03:42:15.366" v="727" actId="700"/>
          <ac:spMkLst>
            <pc:docMk/>
            <pc:sldMk cId="2141290884" sldId="372"/>
            <ac:spMk id="2" creationId="{6A046B87-A81E-4C22-8387-16143B6E20B9}"/>
          </ac:spMkLst>
        </pc:spChg>
        <pc:spChg chg="mod ord">
          <ac:chgData name="鈴木 秀規" userId="f68c5fd9-22d5-4c0a-9833-7fb0f5135313" providerId="ADAL" clId="{BE39BC92-915D-4BE9-AEA4-43CFA5564052}" dt="2021-01-28T03:42:15.366" v="727" actId="700"/>
          <ac:spMkLst>
            <pc:docMk/>
            <pc:sldMk cId="2141290884" sldId="372"/>
            <ac:spMk id="3" creationId="{E9F5DE10-FC9D-4093-A7C7-7D8DAF229C20}"/>
          </ac:spMkLst>
        </pc:spChg>
        <pc:spChg chg="mod ord">
          <ac:chgData name="鈴木 秀規" userId="f68c5fd9-22d5-4c0a-9833-7fb0f5135313" providerId="ADAL" clId="{BE39BC92-915D-4BE9-AEA4-43CFA5564052}" dt="2021-01-28T03:42:15.366" v="727" actId="700"/>
          <ac:spMkLst>
            <pc:docMk/>
            <pc:sldMk cId="2141290884" sldId="372"/>
            <ac:spMk id="4" creationId="{E55A8B9C-9FFF-451E-9382-C1B3EA752028}"/>
          </ac:spMkLst>
        </pc:spChg>
        <pc:spChg chg="del mod ord">
          <ac:chgData name="鈴木 秀規" userId="f68c5fd9-22d5-4c0a-9833-7fb0f5135313" providerId="ADAL" clId="{BE39BC92-915D-4BE9-AEA4-43CFA5564052}" dt="2021-01-28T03:42:15.366" v="727" actId="700"/>
          <ac:spMkLst>
            <pc:docMk/>
            <pc:sldMk cId="2141290884" sldId="372"/>
            <ac:spMk id="5" creationId="{7B9BDC31-9DCA-4560-8DC7-651E5FB7EF63}"/>
          </ac:spMkLst>
        </pc:spChg>
        <pc:spChg chg="add mod ord">
          <ac:chgData name="鈴木 秀規" userId="f68c5fd9-22d5-4c0a-9833-7fb0f5135313" providerId="ADAL" clId="{BE39BC92-915D-4BE9-AEA4-43CFA5564052}" dt="2021-01-28T03:42:55.706" v="819" actId="20577"/>
          <ac:spMkLst>
            <pc:docMk/>
            <pc:sldMk cId="2141290884" sldId="372"/>
            <ac:spMk id="6" creationId="{7EB8D24C-BA49-4E35-9008-7EA7A9DA9F7D}"/>
          </ac:spMkLst>
        </pc:spChg>
        <pc:spChg chg="add mod ord">
          <ac:chgData name="鈴木 秀規" userId="f68c5fd9-22d5-4c0a-9833-7fb0f5135313" providerId="ADAL" clId="{BE39BC92-915D-4BE9-AEA4-43CFA5564052}" dt="2021-01-28T03:47:33.636" v="981" actId="113"/>
          <ac:spMkLst>
            <pc:docMk/>
            <pc:sldMk cId="2141290884" sldId="372"/>
            <ac:spMk id="7" creationId="{BE7D8EEA-841B-4634-959A-C8CF290A3A97}"/>
          </ac:spMkLst>
        </pc:spChg>
      </pc:sldChg>
      <pc:sldChg chg="del">
        <pc:chgData name="鈴木 秀規" userId="f68c5fd9-22d5-4c0a-9833-7fb0f5135313" providerId="ADAL" clId="{BE39BC92-915D-4BE9-AEA4-43CFA5564052}" dt="2021-01-28T02:07:53.316" v="9" actId="2696"/>
        <pc:sldMkLst>
          <pc:docMk/>
          <pc:sldMk cId="3443851444" sldId="372"/>
        </pc:sldMkLst>
      </pc:sldChg>
      <pc:sldChg chg="addSp delSp modSp new mod modClrScheme chgLayout">
        <pc:chgData name="鈴木 秀規" userId="f68c5fd9-22d5-4c0a-9833-7fb0f5135313" providerId="ADAL" clId="{BE39BC92-915D-4BE9-AEA4-43CFA5564052}" dt="2021-01-28T03:53:29.399" v="1069" actId="14100"/>
        <pc:sldMkLst>
          <pc:docMk/>
          <pc:sldMk cId="1104417737" sldId="373"/>
        </pc:sldMkLst>
        <pc:spChg chg="del mod ord">
          <ac:chgData name="鈴木 秀規" userId="f68c5fd9-22d5-4c0a-9833-7fb0f5135313" providerId="ADAL" clId="{BE39BC92-915D-4BE9-AEA4-43CFA5564052}" dt="2021-01-28T03:47:41.928" v="983" actId="700"/>
          <ac:spMkLst>
            <pc:docMk/>
            <pc:sldMk cId="1104417737" sldId="373"/>
            <ac:spMk id="2" creationId="{F626FF5B-9363-415F-ACB2-CFCBB7500313}"/>
          </ac:spMkLst>
        </pc:spChg>
        <pc:spChg chg="mod ord">
          <ac:chgData name="鈴木 秀規" userId="f68c5fd9-22d5-4c0a-9833-7fb0f5135313" providerId="ADAL" clId="{BE39BC92-915D-4BE9-AEA4-43CFA5564052}" dt="2021-01-28T03:47:41.928" v="983" actId="700"/>
          <ac:spMkLst>
            <pc:docMk/>
            <pc:sldMk cId="1104417737" sldId="373"/>
            <ac:spMk id="3" creationId="{305B29A1-0D3C-4926-A08E-218D94F73216}"/>
          </ac:spMkLst>
        </pc:spChg>
        <pc:spChg chg="mod ord">
          <ac:chgData name="鈴木 秀規" userId="f68c5fd9-22d5-4c0a-9833-7fb0f5135313" providerId="ADAL" clId="{BE39BC92-915D-4BE9-AEA4-43CFA5564052}" dt="2021-01-28T03:47:41.928" v="983" actId="700"/>
          <ac:spMkLst>
            <pc:docMk/>
            <pc:sldMk cId="1104417737" sldId="373"/>
            <ac:spMk id="4" creationId="{C94A89B8-7177-4C8A-8497-091DB549B056}"/>
          </ac:spMkLst>
        </pc:spChg>
        <pc:spChg chg="del mod ord">
          <ac:chgData name="鈴木 秀規" userId="f68c5fd9-22d5-4c0a-9833-7fb0f5135313" providerId="ADAL" clId="{BE39BC92-915D-4BE9-AEA4-43CFA5564052}" dt="2021-01-28T03:47:41.928" v="983" actId="700"/>
          <ac:spMkLst>
            <pc:docMk/>
            <pc:sldMk cId="1104417737" sldId="373"/>
            <ac:spMk id="5" creationId="{F8F83B5F-F112-4970-9755-FDA964D52B65}"/>
          </ac:spMkLst>
        </pc:spChg>
        <pc:spChg chg="del">
          <ac:chgData name="鈴木 秀規" userId="f68c5fd9-22d5-4c0a-9833-7fb0f5135313" providerId="ADAL" clId="{BE39BC92-915D-4BE9-AEA4-43CFA5564052}" dt="2021-01-28T03:47:41.928" v="983" actId="700"/>
          <ac:spMkLst>
            <pc:docMk/>
            <pc:sldMk cId="1104417737" sldId="373"/>
            <ac:spMk id="6" creationId="{0CD9AB3B-7C50-4E91-80FB-21D985E640FD}"/>
          </ac:spMkLst>
        </pc:spChg>
        <pc:spChg chg="add mod ord">
          <ac:chgData name="鈴木 秀規" userId="f68c5fd9-22d5-4c0a-9833-7fb0f5135313" providerId="ADAL" clId="{BE39BC92-915D-4BE9-AEA4-43CFA5564052}" dt="2021-01-28T03:47:52.381" v="984"/>
          <ac:spMkLst>
            <pc:docMk/>
            <pc:sldMk cId="1104417737" sldId="373"/>
            <ac:spMk id="7" creationId="{A76FA9C6-E58A-46C8-B4B5-8FB30264AB7D}"/>
          </ac:spMkLst>
        </pc:spChg>
        <pc:spChg chg="add mod ord">
          <ac:chgData name="鈴木 秀規" userId="f68c5fd9-22d5-4c0a-9833-7fb0f5135313" providerId="ADAL" clId="{BE39BC92-915D-4BE9-AEA4-43CFA5564052}" dt="2021-01-28T03:48:15.156" v="991" actId="20577"/>
          <ac:spMkLst>
            <pc:docMk/>
            <pc:sldMk cId="1104417737" sldId="373"/>
            <ac:spMk id="8" creationId="{2109464F-0FD1-4D4D-8CC3-59AC3574FB22}"/>
          </ac:spMkLst>
        </pc:spChg>
        <pc:spChg chg="add mod">
          <ac:chgData name="鈴木 秀規" userId="f68c5fd9-22d5-4c0a-9833-7fb0f5135313" providerId="ADAL" clId="{BE39BC92-915D-4BE9-AEA4-43CFA5564052}" dt="2021-01-28T03:53:29.399" v="1069" actId="14100"/>
          <ac:spMkLst>
            <pc:docMk/>
            <pc:sldMk cId="1104417737" sldId="373"/>
            <ac:spMk id="11" creationId="{F6C5540E-A21C-4E81-823D-AB2C6B0D5F29}"/>
          </ac:spMkLst>
        </pc:spChg>
        <pc:graphicFrameChg chg="add del mod modGraphic">
          <ac:chgData name="鈴木 秀規" userId="f68c5fd9-22d5-4c0a-9833-7fb0f5135313" providerId="ADAL" clId="{BE39BC92-915D-4BE9-AEA4-43CFA5564052}" dt="2021-01-28T03:49:25.804" v="999" actId="478"/>
          <ac:graphicFrameMkLst>
            <pc:docMk/>
            <pc:sldMk cId="1104417737" sldId="373"/>
            <ac:graphicFrameMk id="9" creationId="{B3B1568C-5F61-4D9D-9CDC-F44407006EDB}"/>
          </ac:graphicFrameMkLst>
        </pc:graphicFrameChg>
        <pc:graphicFrameChg chg="add mod modGraphic">
          <ac:chgData name="鈴木 秀規" userId="f68c5fd9-22d5-4c0a-9833-7fb0f5135313" providerId="ADAL" clId="{BE39BC92-915D-4BE9-AEA4-43CFA5564052}" dt="2021-01-28T03:52:04.846" v="1047" actId="313"/>
          <ac:graphicFrameMkLst>
            <pc:docMk/>
            <pc:sldMk cId="1104417737" sldId="373"/>
            <ac:graphicFrameMk id="10" creationId="{43D73CE5-CFDC-4FC7-9060-87C9D18AFD0E}"/>
          </ac:graphicFrameMkLst>
        </pc:graphicFrameChg>
      </pc:sldChg>
      <pc:sldChg chg="del">
        <pc:chgData name="鈴木 秀規" userId="f68c5fd9-22d5-4c0a-9833-7fb0f5135313" providerId="ADAL" clId="{BE39BC92-915D-4BE9-AEA4-43CFA5564052}" dt="2021-01-28T02:07:53.316" v="9" actId="2696"/>
        <pc:sldMkLst>
          <pc:docMk/>
          <pc:sldMk cId="2536938731" sldId="373"/>
        </pc:sldMkLst>
      </pc:sldChg>
      <pc:sldChg chg="del">
        <pc:chgData name="鈴木 秀規" userId="f68c5fd9-22d5-4c0a-9833-7fb0f5135313" providerId="ADAL" clId="{BE39BC92-915D-4BE9-AEA4-43CFA5564052}" dt="2021-01-28T02:07:53.316" v="9" actId="2696"/>
        <pc:sldMkLst>
          <pc:docMk/>
          <pc:sldMk cId="3337611443" sldId="374"/>
        </pc:sldMkLst>
      </pc:sldChg>
      <pc:sldChg chg="addSp modSp new mod">
        <pc:chgData name="鈴木 秀規" userId="f68c5fd9-22d5-4c0a-9833-7fb0f5135313" providerId="ADAL" clId="{BE39BC92-915D-4BE9-AEA4-43CFA5564052}" dt="2021-01-28T03:58:46.283" v="1127" actId="20577"/>
        <pc:sldMkLst>
          <pc:docMk/>
          <pc:sldMk cId="3417266570" sldId="374"/>
        </pc:sldMkLst>
        <pc:spChg chg="mod">
          <ac:chgData name="鈴木 秀規" userId="f68c5fd9-22d5-4c0a-9833-7fb0f5135313" providerId="ADAL" clId="{BE39BC92-915D-4BE9-AEA4-43CFA5564052}" dt="2021-01-28T03:54:41.607" v="1071"/>
          <ac:spMkLst>
            <pc:docMk/>
            <pc:sldMk cId="3417266570" sldId="374"/>
            <ac:spMk id="3" creationId="{C9DA2D84-A78B-4723-B005-A44B1AF31487}"/>
          </ac:spMkLst>
        </pc:spChg>
        <pc:spChg chg="mod">
          <ac:chgData name="鈴木 秀規" userId="f68c5fd9-22d5-4c0a-9833-7fb0f5135313" providerId="ADAL" clId="{BE39BC92-915D-4BE9-AEA4-43CFA5564052}" dt="2021-01-28T03:55:11.327" v="1078" actId="14100"/>
          <ac:spMkLst>
            <pc:docMk/>
            <pc:sldMk cId="3417266570" sldId="374"/>
            <ac:spMk id="5" creationId="{D345FCF4-B188-436C-9FB4-5149C3180134}"/>
          </ac:spMkLst>
        </pc:spChg>
        <pc:spChg chg="add mod">
          <ac:chgData name="鈴木 秀規" userId="f68c5fd9-22d5-4c0a-9833-7fb0f5135313" providerId="ADAL" clId="{BE39BC92-915D-4BE9-AEA4-43CFA5564052}" dt="2021-01-28T03:58:46.283" v="1127" actId="20577"/>
          <ac:spMkLst>
            <pc:docMk/>
            <pc:sldMk cId="3417266570" sldId="374"/>
            <ac:spMk id="7" creationId="{8129B86A-332A-48A1-A39B-A2FF311F1205}"/>
          </ac:spMkLst>
        </pc:spChg>
        <pc:graphicFrameChg chg="add mod modGraphic">
          <ac:chgData name="鈴木 秀規" userId="f68c5fd9-22d5-4c0a-9833-7fb0f5135313" providerId="ADAL" clId="{BE39BC92-915D-4BE9-AEA4-43CFA5564052}" dt="2021-01-28T03:58:02.067" v="1121" actId="14734"/>
          <ac:graphicFrameMkLst>
            <pc:docMk/>
            <pc:sldMk cId="3417266570" sldId="374"/>
            <ac:graphicFrameMk id="6" creationId="{88E6580C-D2B8-4568-A1AF-041FFE84BA33}"/>
          </ac:graphicFrameMkLst>
        </pc:graphicFrameChg>
      </pc:sldChg>
      <pc:sldChg chg="del">
        <pc:chgData name="鈴木 秀規" userId="f68c5fd9-22d5-4c0a-9833-7fb0f5135313" providerId="ADAL" clId="{BE39BC92-915D-4BE9-AEA4-43CFA5564052}" dt="2021-01-28T02:07:53.316" v="9" actId="2696"/>
        <pc:sldMkLst>
          <pc:docMk/>
          <pc:sldMk cId="571433644" sldId="375"/>
        </pc:sldMkLst>
      </pc:sldChg>
      <pc:sldChg chg="modSp new mod">
        <pc:chgData name="鈴木 秀規" userId="f68c5fd9-22d5-4c0a-9833-7fb0f5135313" providerId="ADAL" clId="{BE39BC92-915D-4BE9-AEA4-43CFA5564052}" dt="2021-01-28T04:21:58.281" v="1158" actId="207"/>
        <pc:sldMkLst>
          <pc:docMk/>
          <pc:sldMk cId="3525173344" sldId="375"/>
        </pc:sldMkLst>
        <pc:spChg chg="mod">
          <ac:chgData name="鈴木 秀規" userId="f68c5fd9-22d5-4c0a-9833-7fb0f5135313" providerId="ADAL" clId="{BE39BC92-915D-4BE9-AEA4-43CFA5564052}" dt="2021-01-28T03:59:20.523" v="1129"/>
          <ac:spMkLst>
            <pc:docMk/>
            <pc:sldMk cId="3525173344" sldId="375"/>
            <ac:spMk id="3" creationId="{CFF83AF9-23FD-409D-BA32-6E187A1AD0E5}"/>
          </ac:spMkLst>
        </pc:spChg>
        <pc:spChg chg="mod">
          <ac:chgData name="鈴木 秀規" userId="f68c5fd9-22d5-4c0a-9833-7fb0f5135313" providerId="ADAL" clId="{BE39BC92-915D-4BE9-AEA4-43CFA5564052}" dt="2021-01-28T04:21:58.281" v="1158" actId="207"/>
          <ac:spMkLst>
            <pc:docMk/>
            <pc:sldMk cId="3525173344" sldId="375"/>
            <ac:spMk id="5" creationId="{2D51B0E8-E569-42F7-AADB-343F9AB29447}"/>
          </ac:spMkLst>
        </pc:spChg>
      </pc:sldChg>
      <pc:sldChg chg="del">
        <pc:chgData name="鈴木 秀規" userId="f68c5fd9-22d5-4c0a-9833-7fb0f5135313" providerId="ADAL" clId="{BE39BC92-915D-4BE9-AEA4-43CFA5564052}" dt="2021-01-28T02:07:53.316" v="9" actId="2696"/>
        <pc:sldMkLst>
          <pc:docMk/>
          <pc:sldMk cId="941335972" sldId="376"/>
        </pc:sldMkLst>
      </pc:sldChg>
      <pc:sldChg chg="addSp modSp new mod">
        <pc:chgData name="鈴木 秀規" userId="f68c5fd9-22d5-4c0a-9833-7fb0f5135313" providerId="ADAL" clId="{BE39BC92-915D-4BE9-AEA4-43CFA5564052}" dt="2021-01-28T04:35:20.492" v="1252" actId="1076"/>
        <pc:sldMkLst>
          <pc:docMk/>
          <pc:sldMk cId="3171014613" sldId="376"/>
        </pc:sldMkLst>
        <pc:spChg chg="mod">
          <ac:chgData name="鈴木 秀規" userId="f68c5fd9-22d5-4c0a-9833-7fb0f5135313" providerId="ADAL" clId="{BE39BC92-915D-4BE9-AEA4-43CFA5564052}" dt="2021-01-28T04:23:20.752" v="1160"/>
          <ac:spMkLst>
            <pc:docMk/>
            <pc:sldMk cId="3171014613" sldId="376"/>
            <ac:spMk id="3" creationId="{311F91AF-7155-4B82-88B3-F4166C8BEA1E}"/>
          </ac:spMkLst>
        </pc:spChg>
        <pc:spChg chg="mod">
          <ac:chgData name="鈴木 秀規" userId="f68c5fd9-22d5-4c0a-9833-7fb0f5135313" providerId="ADAL" clId="{BE39BC92-915D-4BE9-AEA4-43CFA5564052}" dt="2021-01-28T04:24:34.991" v="1171" actId="14100"/>
          <ac:spMkLst>
            <pc:docMk/>
            <pc:sldMk cId="3171014613" sldId="376"/>
            <ac:spMk id="5" creationId="{9C3F9CCC-831D-4CC8-95B8-42081476B942}"/>
          </ac:spMkLst>
        </pc:spChg>
        <pc:spChg chg="add mod">
          <ac:chgData name="鈴木 秀規" userId="f68c5fd9-22d5-4c0a-9833-7fb0f5135313" providerId="ADAL" clId="{BE39BC92-915D-4BE9-AEA4-43CFA5564052}" dt="2021-01-28T04:24:23.069" v="1170" actId="1076"/>
          <ac:spMkLst>
            <pc:docMk/>
            <pc:sldMk cId="3171014613" sldId="376"/>
            <ac:spMk id="6" creationId="{1AD082C2-24CD-44FE-AFEE-ACDEF88A2638}"/>
          </ac:spMkLst>
        </pc:spChg>
        <pc:spChg chg="add mod">
          <ac:chgData name="鈴木 秀規" userId="f68c5fd9-22d5-4c0a-9833-7fb0f5135313" providerId="ADAL" clId="{BE39BC92-915D-4BE9-AEA4-43CFA5564052}" dt="2021-01-28T04:24:23.069" v="1170" actId="1076"/>
          <ac:spMkLst>
            <pc:docMk/>
            <pc:sldMk cId="3171014613" sldId="376"/>
            <ac:spMk id="7" creationId="{0EE56090-810D-489D-9DE6-238965FD723D}"/>
          </ac:spMkLst>
        </pc:spChg>
        <pc:spChg chg="add mod">
          <ac:chgData name="鈴木 秀規" userId="f68c5fd9-22d5-4c0a-9833-7fb0f5135313" providerId="ADAL" clId="{BE39BC92-915D-4BE9-AEA4-43CFA5564052}" dt="2021-01-28T04:24:23.069" v="1170" actId="1076"/>
          <ac:spMkLst>
            <pc:docMk/>
            <pc:sldMk cId="3171014613" sldId="376"/>
            <ac:spMk id="8" creationId="{37E56712-A8C9-4619-BAA5-91CCF58E7A92}"/>
          </ac:spMkLst>
        </pc:spChg>
        <pc:spChg chg="add mod">
          <ac:chgData name="鈴木 秀規" userId="f68c5fd9-22d5-4c0a-9833-7fb0f5135313" providerId="ADAL" clId="{BE39BC92-915D-4BE9-AEA4-43CFA5564052}" dt="2021-01-28T04:24:23.069" v="1170" actId="1076"/>
          <ac:spMkLst>
            <pc:docMk/>
            <pc:sldMk cId="3171014613" sldId="376"/>
            <ac:spMk id="9" creationId="{037B035B-AB2C-4218-B9F0-DF203CEA7AB8}"/>
          </ac:spMkLst>
        </pc:spChg>
        <pc:spChg chg="add mod">
          <ac:chgData name="鈴木 秀規" userId="f68c5fd9-22d5-4c0a-9833-7fb0f5135313" providerId="ADAL" clId="{BE39BC92-915D-4BE9-AEA4-43CFA5564052}" dt="2021-01-28T04:24:23.069" v="1170" actId="1076"/>
          <ac:spMkLst>
            <pc:docMk/>
            <pc:sldMk cId="3171014613" sldId="376"/>
            <ac:spMk id="10" creationId="{61678391-7104-4373-AB29-825F1F76A3AF}"/>
          </ac:spMkLst>
        </pc:spChg>
        <pc:spChg chg="add mod">
          <ac:chgData name="鈴木 秀規" userId="f68c5fd9-22d5-4c0a-9833-7fb0f5135313" providerId="ADAL" clId="{BE39BC92-915D-4BE9-AEA4-43CFA5564052}" dt="2021-01-28T04:24:23.069" v="1170" actId="1076"/>
          <ac:spMkLst>
            <pc:docMk/>
            <pc:sldMk cId="3171014613" sldId="376"/>
            <ac:spMk id="11" creationId="{20ACFF16-E5BB-4679-A508-A320003142A7}"/>
          </ac:spMkLst>
        </pc:spChg>
        <pc:spChg chg="add mod">
          <ac:chgData name="鈴木 秀規" userId="f68c5fd9-22d5-4c0a-9833-7fb0f5135313" providerId="ADAL" clId="{BE39BC92-915D-4BE9-AEA4-43CFA5564052}" dt="2021-01-28T04:25:33.536" v="1182" actId="207"/>
          <ac:spMkLst>
            <pc:docMk/>
            <pc:sldMk cId="3171014613" sldId="376"/>
            <ac:spMk id="12" creationId="{4F80E6C8-F746-4D16-B77C-625BBF73EE36}"/>
          </ac:spMkLst>
        </pc:spChg>
        <pc:spChg chg="add mod">
          <ac:chgData name="鈴木 秀規" userId="f68c5fd9-22d5-4c0a-9833-7fb0f5135313" providerId="ADAL" clId="{BE39BC92-915D-4BE9-AEA4-43CFA5564052}" dt="2021-01-28T04:26:17.325" v="1189" actId="1076"/>
          <ac:spMkLst>
            <pc:docMk/>
            <pc:sldMk cId="3171014613" sldId="376"/>
            <ac:spMk id="13" creationId="{3D868C90-9825-42D3-8248-08A224DD70E5}"/>
          </ac:spMkLst>
        </pc:spChg>
        <pc:spChg chg="add mod">
          <ac:chgData name="鈴木 秀規" userId="f68c5fd9-22d5-4c0a-9833-7fb0f5135313" providerId="ADAL" clId="{BE39BC92-915D-4BE9-AEA4-43CFA5564052}" dt="2021-01-28T04:33:26.591" v="1225" actId="1076"/>
          <ac:spMkLst>
            <pc:docMk/>
            <pc:sldMk cId="3171014613" sldId="376"/>
            <ac:spMk id="14" creationId="{331F7C47-3702-4546-960B-C87C50225A10}"/>
          </ac:spMkLst>
        </pc:spChg>
        <pc:spChg chg="add mod">
          <ac:chgData name="鈴木 秀規" userId="f68c5fd9-22d5-4c0a-9833-7fb0f5135313" providerId="ADAL" clId="{BE39BC92-915D-4BE9-AEA4-43CFA5564052}" dt="2021-01-28T04:33:22.423" v="1224" actId="571"/>
          <ac:spMkLst>
            <pc:docMk/>
            <pc:sldMk cId="3171014613" sldId="376"/>
            <ac:spMk id="15" creationId="{9ECC0DDA-255E-495F-9AC7-A5960E56213B}"/>
          </ac:spMkLst>
        </pc:spChg>
        <pc:spChg chg="add mod">
          <ac:chgData name="鈴木 秀規" userId="f68c5fd9-22d5-4c0a-9833-7fb0f5135313" providerId="ADAL" clId="{BE39BC92-915D-4BE9-AEA4-43CFA5564052}" dt="2021-01-28T04:33:22.423" v="1224" actId="571"/>
          <ac:spMkLst>
            <pc:docMk/>
            <pc:sldMk cId="3171014613" sldId="376"/>
            <ac:spMk id="16" creationId="{10A648DB-B60E-411C-8BE7-DC3558918CDE}"/>
          </ac:spMkLst>
        </pc:spChg>
        <pc:spChg chg="add mod">
          <ac:chgData name="鈴木 秀規" userId="f68c5fd9-22d5-4c0a-9833-7fb0f5135313" providerId="ADAL" clId="{BE39BC92-915D-4BE9-AEA4-43CFA5564052}" dt="2021-01-28T04:33:22.423" v="1224" actId="571"/>
          <ac:spMkLst>
            <pc:docMk/>
            <pc:sldMk cId="3171014613" sldId="376"/>
            <ac:spMk id="17" creationId="{F1541D18-CF5A-4ADD-91A6-6A9C7418E8BD}"/>
          </ac:spMkLst>
        </pc:spChg>
        <pc:spChg chg="add mod">
          <ac:chgData name="鈴木 秀規" userId="f68c5fd9-22d5-4c0a-9833-7fb0f5135313" providerId="ADAL" clId="{BE39BC92-915D-4BE9-AEA4-43CFA5564052}" dt="2021-01-28T04:33:22.423" v="1224" actId="571"/>
          <ac:spMkLst>
            <pc:docMk/>
            <pc:sldMk cId="3171014613" sldId="376"/>
            <ac:spMk id="18" creationId="{1EFCEC40-F035-48F5-B711-D6B5968BDDFB}"/>
          </ac:spMkLst>
        </pc:spChg>
        <pc:spChg chg="add mod">
          <ac:chgData name="鈴木 秀規" userId="f68c5fd9-22d5-4c0a-9833-7fb0f5135313" providerId="ADAL" clId="{BE39BC92-915D-4BE9-AEA4-43CFA5564052}" dt="2021-01-28T04:34:06.673" v="1238" actId="20577"/>
          <ac:spMkLst>
            <pc:docMk/>
            <pc:sldMk cId="3171014613" sldId="376"/>
            <ac:spMk id="19" creationId="{624A6EBF-3B70-4889-A5A2-71F0D6A2C19C}"/>
          </ac:spMkLst>
        </pc:spChg>
        <pc:spChg chg="add mod">
          <ac:chgData name="鈴木 秀規" userId="f68c5fd9-22d5-4c0a-9833-7fb0f5135313" providerId="ADAL" clId="{BE39BC92-915D-4BE9-AEA4-43CFA5564052}" dt="2021-01-28T04:33:47.718" v="1227" actId="14100"/>
          <ac:spMkLst>
            <pc:docMk/>
            <pc:sldMk cId="3171014613" sldId="376"/>
            <ac:spMk id="20" creationId="{784ABAB6-C536-4062-A6EB-3F4F2C6612FB}"/>
          </ac:spMkLst>
        </pc:spChg>
        <pc:spChg chg="add mod">
          <ac:chgData name="鈴木 秀規" userId="f68c5fd9-22d5-4c0a-9833-7fb0f5135313" providerId="ADAL" clId="{BE39BC92-915D-4BE9-AEA4-43CFA5564052}" dt="2021-01-28T04:34:02.552" v="1229" actId="571"/>
          <ac:spMkLst>
            <pc:docMk/>
            <pc:sldMk cId="3171014613" sldId="376"/>
            <ac:spMk id="21" creationId="{9516A39C-5C5D-4DAB-B566-8C09DC3790CE}"/>
          </ac:spMkLst>
        </pc:spChg>
        <pc:spChg chg="add mod">
          <ac:chgData name="鈴木 秀規" userId="f68c5fd9-22d5-4c0a-9833-7fb0f5135313" providerId="ADAL" clId="{BE39BC92-915D-4BE9-AEA4-43CFA5564052}" dt="2021-01-28T04:35:20.492" v="1252" actId="1076"/>
          <ac:spMkLst>
            <pc:docMk/>
            <pc:sldMk cId="3171014613" sldId="376"/>
            <ac:spMk id="22" creationId="{245B9BBB-B2D6-4FE4-B3E6-8DD29E586E35}"/>
          </ac:spMkLst>
        </pc:spChg>
      </pc:sldChg>
      <pc:sldChg chg="del">
        <pc:chgData name="鈴木 秀規" userId="f68c5fd9-22d5-4c0a-9833-7fb0f5135313" providerId="ADAL" clId="{BE39BC92-915D-4BE9-AEA4-43CFA5564052}" dt="2021-01-28T02:07:53.316" v="9" actId="2696"/>
        <pc:sldMkLst>
          <pc:docMk/>
          <pc:sldMk cId="2664152079" sldId="377"/>
        </pc:sldMkLst>
      </pc:sldChg>
      <pc:sldChg chg="modSp new mod">
        <pc:chgData name="鈴木 秀規" userId="f68c5fd9-22d5-4c0a-9833-7fb0f5135313" providerId="ADAL" clId="{BE39BC92-915D-4BE9-AEA4-43CFA5564052}" dt="2021-01-28T04:37:09.418" v="1295" actId="207"/>
        <pc:sldMkLst>
          <pc:docMk/>
          <pc:sldMk cId="2808150330" sldId="377"/>
        </pc:sldMkLst>
        <pc:spChg chg="mod">
          <ac:chgData name="鈴木 秀規" userId="f68c5fd9-22d5-4c0a-9833-7fb0f5135313" providerId="ADAL" clId="{BE39BC92-915D-4BE9-AEA4-43CFA5564052}" dt="2021-01-28T04:35:35.804" v="1254"/>
          <ac:spMkLst>
            <pc:docMk/>
            <pc:sldMk cId="2808150330" sldId="377"/>
            <ac:spMk id="3" creationId="{FA6E5A94-9424-40DF-95D5-1E582A92AD4E}"/>
          </ac:spMkLst>
        </pc:spChg>
        <pc:spChg chg="mod">
          <ac:chgData name="鈴木 秀規" userId="f68c5fd9-22d5-4c0a-9833-7fb0f5135313" providerId="ADAL" clId="{BE39BC92-915D-4BE9-AEA4-43CFA5564052}" dt="2021-01-28T04:37:09.418" v="1295" actId="207"/>
          <ac:spMkLst>
            <pc:docMk/>
            <pc:sldMk cId="2808150330" sldId="377"/>
            <ac:spMk id="5" creationId="{A6E94E8B-D0B0-497E-A46A-3DCC8B1724F0}"/>
          </ac:spMkLst>
        </pc:spChg>
      </pc:sldChg>
      <pc:sldChg chg="addSp delSp modSp new mod modClrScheme chgLayout">
        <pc:chgData name="鈴木 秀規" userId="f68c5fd9-22d5-4c0a-9833-7fb0f5135313" providerId="ADAL" clId="{BE39BC92-915D-4BE9-AEA4-43CFA5564052}" dt="2021-01-28T04:42:36.164" v="1404" actId="1076"/>
        <pc:sldMkLst>
          <pc:docMk/>
          <pc:sldMk cId="406741734" sldId="378"/>
        </pc:sldMkLst>
        <pc:spChg chg="mod ord">
          <ac:chgData name="鈴木 秀規" userId="f68c5fd9-22d5-4c0a-9833-7fb0f5135313" providerId="ADAL" clId="{BE39BC92-915D-4BE9-AEA4-43CFA5564052}" dt="2021-01-28T04:38:21.059" v="1299" actId="700"/>
          <ac:spMkLst>
            <pc:docMk/>
            <pc:sldMk cId="406741734" sldId="378"/>
            <ac:spMk id="2" creationId="{B983ECB7-4070-4EB9-A9BA-BFD5F1988C69}"/>
          </ac:spMkLst>
        </pc:spChg>
        <pc:spChg chg="mod ord">
          <ac:chgData name="鈴木 秀規" userId="f68c5fd9-22d5-4c0a-9833-7fb0f5135313" providerId="ADAL" clId="{BE39BC92-915D-4BE9-AEA4-43CFA5564052}" dt="2021-01-28T04:40:20.312" v="1317" actId="1076"/>
          <ac:spMkLst>
            <pc:docMk/>
            <pc:sldMk cId="406741734" sldId="378"/>
            <ac:spMk id="3" creationId="{9E5F0CA8-9D1E-4BA6-AA47-DFA3DA17C06B}"/>
          </ac:spMkLst>
        </pc:spChg>
        <pc:spChg chg="mod ord">
          <ac:chgData name="鈴木 秀規" userId="f68c5fd9-22d5-4c0a-9833-7fb0f5135313" providerId="ADAL" clId="{BE39BC92-915D-4BE9-AEA4-43CFA5564052}" dt="2021-01-28T04:38:21.059" v="1299" actId="700"/>
          <ac:spMkLst>
            <pc:docMk/>
            <pc:sldMk cId="406741734" sldId="378"/>
            <ac:spMk id="4" creationId="{2F4457EF-D67C-4FA9-B013-3F9413BB0472}"/>
          </ac:spMkLst>
        </pc:spChg>
        <pc:spChg chg="del">
          <ac:chgData name="鈴木 秀規" userId="f68c5fd9-22d5-4c0a-9833-7fb0f5135313" providerId="ADAL" clId="{BE39BC92-915D-4BE9-AEA4-43CFA5564052}" dt="2021-01-28T04:38:17.817" v="1298" actId="700"/>
          <ac:spMkLst>
            <pc:docMk/>
            <pc:sldMk cId="406741734" sldId="378"/>
            <ac:spMk id="5" creationId="{39835A23-ACE9-407B-BD13-6F0664EF72B1}"/>
          </ac:spMkLst>
        </pc:spChg>
        <pc:spChg chg="add mod">
          <ac:chgData name="鈴木 秀規" userId="f68c5fd9-22d5-4c0a-9833-7fb0f5135313" providerId="ADAL" clId="{BE39BC92-915D-4BE9-AEA4-43CFA5564052}" dt="2021-01-28T04:42:36.164" v="1404" actId="1076"/>
          <ac:spMkLst>
            <pc:docMk/>
            <pc:sldMk cId="406741734" sldId="378"/>
            <ac:spMk id="7" creationId="{94428383-BDF5-4327-8C83-2EE0C9C9692C}"/>
          </ac:spMkLst>
        </pc:spChg>
        <pc:spChg chg="add mod">
          <ac:chgData name="鈴木 秀規" userId="f68c5fd9-22d5-4c0a-9833-7fb0f5135313" providerId="ADAL" clId="{BE39BC92-915D-4BE9-AEA4-43CFA5564052}" dt="2021-01-28T04:42:32.443" v="1403" actId="1076"/>
          <ac:spMkLst>
            <pc:docMk/>
            <pc:sldMk cId="406741734" sldId="378"/>
            <ac:spMk id="8" creationId="{50AEFE30-CA90-4A91-8BBA-A90D9AA4059A}"/>
          </ac:spMkLst>
        </pc:spChg>
        <pc:spChg chg="add mod">
          <ac:chgData name="鈴木 秀規" userId="f68c5fd9-22d5-4c0a-9833-7fb0f5135313" providerId="ADAL" clId="{BE39BC92-915D-4BE9-AEA4-43CFA5564052}" dt="2021-01-28T04:42:21.954" v="1402" actId="1076"/>
          <ac:spMkLst>
            <pc:docMk/>
            <pc:sldMk cId="406741734" sldId="378"/>
            <ac:spMk id="9" creationId="{EA5DEEDD-3C91-4255-B05B-D564E1CD681A}"/>
          </ac:spMkLst>
        </pc:spChg>
        <pc:spChg chg="add mod">
          <ac:chgData name="鈴木 秀規" userId="f68c5fd9-22d5-4c0a-9833-7fb0f5135313" providerId="ADAL" clId="{BE39BC92-915D-4BE9-AEA4-43CFA5564052}" dt="2021-01-28T04:42:21.954" v="1402" actId="1076"/>
          <ac:spMkLst>
            <pc:docMk/>
            <pc:sldMk cId="406741734" sldId="378"/>
            <ac:spMk id="10" creationId="{1E98B982-C49F-4BBF-9AD0-E6648175CFC9}"/>
          </ac:spMkLst>
        </pc:spChg>
        <pc:graphicFrameChg chg="add mod modGraphic">
          <ac:chgData name="鈴木 秀規" userId="f68c5fd9-22d5-4c0a-9833-7fb0f5135313" providerId="ADAL" clId="{BE39BC92-915D-4BE9-AEA4-43CFA5564052}" dt="2021-01-28T04:42:14.357" v="1401" actId="14100"/>
          <ac:graphicFrameMkLst>
            <pc:docMk/>
            <pc:sldMk cId="406741734" sldId="378"/>
            <ac:graphicFrameMk id="6" creationId="{80DEDF5B-A980-4B9F-9ADB-8AA360C0AEF0}"/>
          </ac:graphicFrameMkLst>
        </pc:graphicFrameChg>
      </pc:sldChg>
      <pc:sldChg chg="del">
        <pc:chgData name="鈴木 秀規" userId="f68c5fd9-22d5-4c0a-9833-7fb0f5135313" providerId="ADAL" clId="{BE39BC92-915D-4BE9-AEA4-43CFA5564052}" dt="2021-01-28T02:07:53.316" v="9" actId="2696"/>
        <pc:sldMkLst>
          <pc:docMk/>
          <pc:sldMk cId="3649152916" sldId="378"/>
        </pc:sldMkLst>
      </pc:sldChg>
      <pc:sldChg chg="addSp modSp new mod">
        <pc:chgData name="鈴木 秀規" userId="f68c5fd9-22d5-4c0a-9833-7fb0f5135313" providerId="ADAL" clId="{BE39BC92-915D-4BE9-AEA4-43CFA5564052}" dt="2021-01-28T04:46:54.998" v="1436"/>
        <pc:sldMkLst>
          <pc:docMk/>
          <pc:sldMk cId="449625136" sldId="379"/>
        </pc:sldMkLst>
        <pc:spChg chg="mod">
          <ac:chgData name="鈴木 秀規" userId="f68c5fd9-22d5-4c0a-9833-7fb0f5135313" providerId="ADAL" clId="{BE39BC92-915D-4BE9-AEA4-43CFA5564052}" dt="2021-01-28T04:42:58.492" v="1408"/>
          <ac:spMkLst>
            <pc:docMk/>
            <pc:sldMk cId="449625136" sldId="379"/>
            <ac:spMk id="3" creationId="{F055CD44-65FB-4F1A-A80A-8052AB76E1C3}"/>
          </ac:spMkLst>
        </pc:spChg>
        <pc:spChg chg="add mod">
          <ac:chgData name="鈴木 秀規" userId="f68c5fd9-22d5-4c0a-9833-7fb0f5135313" providerId="ADAL" clId="{BE39BC92-915D-4BE9-AEA4-43CFA5564052}" dt="2021-01-28T04:43:12.026" v="1409"/>
          <ac:spMkLst>
            <pc:docMk/>
            <pc:sldMk cId="449625136" sldId="379"/>
            <ac:spMk id="5" creationId="{1BC739A0-353C-4E4D-A084-FEFFEBC71AAE}"/>
          </ac:spMkLst>
        </pc:spChg>
        <pc:spChg chg="add mod">
          <ac:chgData name="鈴木 秀規" userId="f68c5fd9-22d5-4c0a-9833-7fb0f5135313" providerId="ADAL" clId="{BE39BC92-915D-4BE9-AEA4-43CFA5564052}" dt="2021-01-28T04:46:31.885" v="1430" actId="1076"/>
          <ac:spMkLst>
            <pc:docMk/>
            <pc:sldMk cId="449625136" sldId="379"/>
            <ac:spMk id="7" creationId="{52DA9BAD-191D-4E9C-8997-20F7DC6FE161}"/>
          </ac:spMkLst>
        </pc:spChg>
        <pc:spChg chg="add mod">
          <ac:chgData name="鈴木 秀規" userId="f68c5fd9-22d5-4c0a-9833-7fb0f5135313" providerId="ADAL" clId="{BE39BC92-915D-4BE9-AEA4-43CFA5564052}" dt="2021-01-28T04:46:54.998" v="1436"/>
          <ac:spMkLst>
            <pc:docMk/>
            <pc:sldMk cId="449625136" sldId="379"/>
            <ac:spMk id="9" creationId="{79B170A4-53A6-4074-BFDF-AEEF03E95FEF}"/>
          </ac:spMkLst>
        </pc:spChg>
        <pc:graphicFrameChg chg="add mod modGraphic">
          <ac:chgData name="鈴木 秀規" userId="f68c5fd9-22d5-4c0a-9833-7fb0f5135313" providerId="ADAL" clId="{BE39BC92-915D-4BE9-AEA4-43CFA5564052}" dt="2021-01-28T04:43:58.487" v="1418"/>
          <ac:graphicFrameMkLst>
            <pc:docMk/>
            <pc:sldMk cId="449625136" sldId="379"/>
            <ac:graphicFrameMk id="6" creationId="{7BB308BA-B6BB-4022-85FB-9F8CBC0A9380}"/>
          </ac:graphicFrameMkLst>
        </pc:graphicFrameChg>
        <pc:graphicFrameChg chg="add mod modGraphic">
          <ac:chgData name="鈴木 秀規" userId="f68c5fd9-22d5-4c0a-9833-7fb0f5135313" providerId="ADAL" clId="{BE39BC92-915D-4BE9-AEA4-43CFA5564052}" dt="2021-01-28T04:46:27.080" v="1429" actId="1076"/>
          <ac:graphicFrameMkLst>
            <pc:docMk/>
            <pc:sldMk cId="449625136" sldId="379"/>
            <ac:graphicFrameMk id="8" creationId="{356FF9CD-B1B8-4CAE-85F0-424105CA5266}"/>
          </ac:graphicFrameMkLst>
        </pc:graphicFrameChg>
      </pc:sldChg>
      <pc:sldChg chg="del">
        <pc:chgData name="鈴木 秀規" userId="f68c5fd9-22d5-4c0a-9833-7fb0f5135313" providerId="ADAL" clId="{BE39BC92-915D-4BE9-AEA4-43CFA5564052}" dt="2021-01-28T02:07:53.316" v="9" actId="2696"/>
        <pc:sldMkLst>
          <pc:docMk/>
          <pc:sldMk cId="4159378562" sldId="379"/>
        </pc:sldMkLst>
      </pc:sldChg>
      <pc:sldChg chg="addSp modSp new mod modClrScheme chgLayout">
        <pc:chgData name="鈴木 秀規" userId="f68c5fd9-22d5-4c0a-9833-7fb0f5135313" providerId="ADAL" clId="{BE39BC92-915D-4BE9-AEA4-43CFA5564052}" dt="2021-01-28T04:48:00.821" v="1456" actId="207"/>
        <pc:sldMkLst>
          <pc:docMk/>
          <pc:sldMk cId="1911761034" sldId="380"/>
        </pc:sldMkLst>
        <pc:spChg chg="mod ord">
          <ac:chgData name="鈴木 秀規" userId="f68c5fd9-22d5-4c0a-9833-7fb0f5135313" providerId="ADAL" clId="{BE39BC92-915D-4BE9-AEA4-43CFA5564052}" dt="2021-01-28T04:47:20.854" v="1439" actId="700"/>
          <ac:spMkLst>
            <pc:docMk/>
            <pc:sldMk cId="1911761034" sldId="380"/>
            <ac:spMk id="2" creationId="{78E8D6A0-DB0C-4C22-837A-F24B180D3594}"/>
          </ac:spMkLst>
        </pc:spChg>
        <pc:spChg chg="mod ord">
          <ac:chgData name="鈴木 秀規" userId="f68c5fd9-22d5-4c0a-9833-7fb0f5135313" providerId="ADAL" clId="{BE39BC92-915D-4BE9-AEA4-43CFA5564052}" dt="2021-01-28T04:47:20.854" v="1439" actId="700"/>
          <ac:spMkLst>
            <pc:docMk/>
            <pc:sldMk cId="1911761034" sldId="380"/>
            <ac:spMk id="3" creationId="{1677D9CC-C96D-4EC5-9CAF-1D23C4A74CAC}"/>
          </ac:spMkLst>
        </pc:spChg>
        <pc:spChg chg="mod ord">
          <ac:chgData name="鈴木 秀規" userId="f68c5fd9-22d5-4c0a-9833-7fb0f5135313" providerId="ADAL" clId="{BE39BC92-915D-4BE9-AEA4-43CFA5564052}" dt="2021-01-28T04:47:20.854" v="1439" actId="700"/>
          <ac:spMkLst>
            <pc:docMk/>
            <pc:sldMk cId="1911761034" sldId="380"/>
            <ac:spMk id="4" creationId="{77559BE6-10B7-41C4-B3DE-D23B901449A0}"/>
          </ac:spMkLst>
        </pc:spChg>
        <pc:spChg chg="add mod ord">
          <ac:chgData name="鈴木 秀規" userId="f68c5fd9-22d5-4c0a-9833-7fb0f5135313" providerId="ADAL" clId="{BE39BC92-915D-4BE9-AEA4-43CFA5564052}" dt="2021-01-28T04:48:00.821" v="1456" actId="207"/>
          <ac:spMkLst>
            <pc:docMk/>
            <pc:sldMk cId="1911761034" sldId="380"/>
            <ac:spMk id="5" creationId="{B9147090-D778-4370-9F20-03AC80ADDE74}"/>
          </ac:spMkLst>
        </pc:spChg>
      </pc:sldChg>
      <pc:sldChg chg="del">
        <pc:chgData name="鈴木 秀規" userId="f68c5fd9-22d5-4c0a-9833-7fb0f5135313" providerId="ADAL" clId="{BE39BC92-915D-4BE9-AEA4-43CFA5564052}" dt="2021-01-28T02:07:53.316" v="9" actId="2696"/>
        <pc:sldMkLst>
          <pc:docMk/>
          <pc:sldMk cId="2745502941" sldId="380"/>
        </pc:sldMkLst>
      </pc:sldChg>
      <pc:sldChg chg="del">
        <pc:chgData name="鈴木 秀規" userId="f68c5fd9-22d5-4c0a-9833-7fb0f5135313" providerId="ADAL" clId="{BE39BC92-915D-4BE9-AEA4-43CFA5564052}" dt="2021-01-28T02:07:53.316" v="9" actId="2696"/>
        <pc:sldMkLst>
          <pc:docMk/>
          <pc:sldMk cId="301528646" sldId="381"/>
        </pc:sldMkLst>
      </pc:sldChg>
      <pc:sldChg chg="modSp new mod">
        <pc:chgData name="鈴木 秀規" userId="f68c5fd9-22d5-4c0a-9833-7fb0f5135313" providerId="ADAL" clId="{BE39BC92-915D-4BE9-AEA4-43CFA5564052}" dt="2021-01-28T04:49:32.770" v="1479" actId="207"/>
        <pc:sldMkLst>
          <pc:docMk/>
          <pc:sldMk cId="2111497926" sldId="381"/>
        </pc:sldMkLst>
        <pc:spChg chg="mod">
          <ac:chgData name="鈴木 秀規" userId="f68c5fd9-22d5-4c0a-9833-7fb0f5135313" providerId="ADAL" clId="{BE39BC92-915D-4BE9-AEA4-43CFA5564052}" dt="2021-01-28T04:48:32.954" v="1458"/>
          <ac:spMkLst>
            <pc:docMk/>
            <pc:sldMk cId="2111497926" sldId="381"/>
            <ac:spMk id="3" creationId="{A606E178-846D-4A22-AF83-37B3AE1BDFFF}"/>
          </ac:spMkLst>
        </pc:spChg>
        <pc:spChg chg="mod">
          <ac:chgData name="鈴木 秀規" userId="f68c5fd9-22d5-4c0a-9833-7fb0f5135313" providerId="ADAL" clId="{BE39BC92-915D-4BE9-AEA4-43CFA5564052}" dt="2021-01-28T04:49:32.770" v="1479" actId="207"/>
          <ac:spMkLst>
            <pc:docMk/>
            <pc:sldMk cId="2111497926" sldId="381"/>
            <ac:spMk id="5" creationId="{97FF8E1B-6515-4505-A6A5-65F15F62F25E}"/>
          </ac:spMkLst>
        </pc:spChg>
      </pc:sldChg>
      <pc:sldChg chg="new del">
        <pc:chgData name="鈴木 秀規" userId="f68c5fd9-22d5-4c0a-9833-7fb0f5135313" providerId="ADAL" clId="{BE39BC92-915D-4BE9-AEA4-43CFA5564052}" dt="2021-01-28T04:49:57.117" v="1481" actId="2696"/>
        <pc:sldMkLst>
          <pc:docMk/>
          <pc:sldMk cId="3242223749" sldId="382"/>
        </pc:sldMkLst>
      </pc:sldChg>
      <pc:sldChg chg="del">
        <pc:chgData name="鈴木 秀規" userId="f68c5fd9-22d5-4c0a-9833-7fb0f5135313" providerId="ADAL" clId="{BE39BC92-915D-4BE9-AEA4-43CFA5564052}" dt="2021-01-28T02:07:53.316" v="9" actId="2696"/>
        <pc:sldMkLst>
          <pc:docMk/>
          <pc:sldMk cId="3737758823" sldId="382"/>
        </pc:sldMkLst>
      </pc:sldChg>
      <pc:sldChg chg="del">
        <pc:chgData name="鈴木 秀規" userId="f68c5fd9-22d5-4c0a-9833-7fb0f5135313" providerId="ADAL" clId="{BE39BC92-915D-4BE9-AEA4-43CFA5564052}" dt="2021-01-28T02:07:53.316" v="9" actId="2696"/>
        <pc:sldMkLst>
          <pc:docMk/>
          <pc:sldMk cId="1383500861" sldId="383"/>
        </pc:sldMkLst>
      </pc:sldChg>
      <pc:sldChg chg="del">
        <pc:chgData name="鈴木 秀規" userId="f68c5fd9-22d5-4c0a-9833-7fb0f5135313" providerId="ADAL" clId="{BE39BC92-915D-4BE9-AEA4-43CFA5564052}" dt="2021-01-28T02:07:53.316" v="9" actId="2696"/>
        <pc:sldMkLst>
          <pc:docMk/>
          <pc:sldMk cId="1710849802" sldId="384"/>
        </pc:sldMkLst>
      </pc:sldChg>
      <pc:sldChg chg="del">
        <pc:chgData name="鈴木 秀規" userId="f68c5fd9-22d5-4c0a-9833-7fb0f5135313" providerId="ADAL" clId="{BE39BC92-915D-4BE9-AEA4-43CFA5564052}" dt="2021-01-28T02:07:53.316" v="9" actId="2696"/>
        <pc:sldMkLst>
          <pc:docMk/>
          <pc:sldMk cId="3198427957" sldId="385"/>
        </pc:sldMkLst>
      </pc:sldChg>
      <pc:sldChg chg="del">
        <pc:chgData name="鈴木 秀規" userId="f68c5fd9-22d5-4c0a-9833-7fb0f5135313" providerId="ADAL" clId="{BE39BC92-915D-4BE9-AEA4-43CFA5564052}" dt="2021-01-28T02:07:53.316" v="9" actId="2696"/>
        <pc:sldMkLst>
          <pc:docMk/>
          <pc:sldMk cId="2401145918" sldId="386"/>
        </pc:sldMkLst>
      </pc:sldChg>
      <pc:sldChg chg="del">
        <pc:chgData name="鈴木 秀規" userId="f68c5fd9-22d5-4c0a-9833-7fb0f5135313" providerId="ADAL" clId="{BE39BC92-915D-4BE9-AEA4-43CFA5564052}" dt="2021-01-28T02:07:53.316" v="9" actId="2696"/>
        <pc:sldMkLst>
          <pc:docMk/>
          <pc:sldMk cId="3730994383" sldId="387"/>
        </pc:sldMkLst>
      </pc:sldChg>
      <pc:sldChg chg="del">
        <pc:chgData name="鈴木 秀規" userId="f68c5fd9-22d5-4c0a-9833-7fb0f5135313" providerId="ADAL" clId="{BE39BC92-915D-4BE9-AEA4-43CFA5564052}" dt="2021-01-28T02:07:53.316" v="9" actId="2696"/>
        <pc:sldMkLst>
          <pc:docMk/>
          <pc:sldMk cId="218868488" sldId="388"/>
        </pc:sldMkLst>
      </pc:sldChg>
      <pc:sldChg chg="del">
        <pc:chgData name="鈴木 秀規" userId="f68c5fd9-22d5-4c0a-9833-7fb0f5135313" providerId="ADAL" clId="{BE39BC92-915D-4BE9-AEA4-43CFA5564052}" dt="2021-01-28T02:07:53.316" v="9" actId="2696"/>
        <pc:sldMkLst>
          <pc:docMk/>
          <pc:sldMk cId="2271233834" sldId="389"/>
        </pc:sldMkLst>
      </pc:sldChg>
      <pc:sldChg chg="del">
        <pc:chgData name="鈴木 秀規" userId="f68c5fd9-22d5-4c0a-9833-7fb0f5135313" providerId="ADAL" clId="{BE39BC92-915D-4BE9-AEA4-43CFA5564052}" dt="2021-01-28T02:07:53.316" v="9" actId="2696"/>
        <pc:sldMkLst>
          <pc:docMk/>
          <pc:sldMk cId="613103497" sldId="390"/>
        </pc:sldMkLst>
      </pc:sldChg>
      <pc:sldChg chg="del">
        <pc:chgData name="鈴木 秀規" userId="f68c5fd9-22d5-4c0a-9833-7fb0f5135313" providerId="ADAL" clId="{BE39BC92-915D-4BE9-AEA4-43CFA5564052}" dt="2021-01-28T02:07:53.316" v="9" actId="2696"/>
        <pc:sldMkLst>
          <pc:docMk/>
          <pc:sldMk cId="2862026351" sldId="391"/>
        </pc:sldMkLst>
      </pc:sldChg>
      <pc:sldChg chg="del">
        <pc:chgData name="鈴木 秀規" userId="f68c5fd9-22d5-4c0a-9833-7fb0f5135313" providerId="ADAL" clId="{BE39BC92-915D-4BE9-AEA4-43CFA5564052}" dt="2021-01-28T02:07:53.316" v="9" actId="2696"/>
        <pc:sldMkLst>
          <pc:docMk/>
          <pc:sldMk cId="539211239" sldId="392"/>
        </pc:sldMkLst>
      </pc:sldChg>
      <pc:sldChg chg="del">
        <pc:chgData name="鈴木 秀規" userId="f68c5fd9-22d5-4c0a-9833-7fb0f5135313" providerId="ADAL" clId="{BE39BC92-915D-4BE9-AEA4-43CFA5564052}" dt="2021-01-28T02:07:53.316" v="9" actId="2696"/>
        <pc:sldMkLst>
          <pc:docMk/>
          <pc:sldMk cId="382950322" sldId="393"/>
        </pc:sldMkLst>
      </pc:sldChg>
      <pc:sldChg chg="del">
        <pc:chgData name="鈴木 秀規" userId="f68c5fd9-22d5-4c0a-9833-7fb0f5135313" providerId="ADAL" clId="{BE39BC92-915D-4BE9-AEA4-43CFA5564052}" dt="2021-01-28T02:07:53.316" v="9" actId="2696"/>
        <pc:sldMkLst>
          <pc:docMk/>
          <pc:sldMk cId="2892649949" sldId="394"/>
        </pc:sldMkLst>
      </pc:sldChg>
      <pc:sldChg chg="del">
        <pc:chgData name="鈴木 秀規" userId="f68c5fd9-22d5-4c0a-9833-7fb0f5135313" providerId="ADAL" clId="{BE39BC92-915D-4BE9-AEA4-43CFA5564052}" dt="2021-01-28T02:07:53.316" v="9" actId="2696"/>
        <pc:sldMkLst>
          <pc:docMk/>
          <pc:sldMk cId="3667572454" sldId="395"/>
        </pc:sldMkLst>
      </pc:sldChg>
      <pc:sldChg chg="del">
        <pc:chgData name="鈴木 秀規" userId="f68c5fd9-22d5-4c0a-9833-7fb0f5135313" providerId="ADAL" clId="{BE39BC92-915D-4BE9-AEA4-43CFA5564052}" dt="2021-01-28T02:07:53.316" v="9" actId="2696"/>
        <pc:sldMkLst>
          <pc:docMk/>
          <pc:sldMk cId="3508846154" sldId="396"/>
        </pc:sldMkLst>
      </pc:sldChg>
      <pc:sldChg chg="del">
        <pc:chgData name="鈴木 秀規" userId="f68c5fd9-22d5-4c0a-9833-7fb0f5135313" providerId="ADAL" clId="{BE39BC92-915D-4BE9-AEA4-43CFA5564052}" dt="2021-01-28T02:07:53.316" v="9" actId="2696"/>
        <pc:sldMkLst>
          <pc:docMk/>
          <pc:sldMk cId="2748557657" sldId="397"/>
        </pc:sldMkLst>
      </pc:sldChg>
      <pc:sldChg chg="del">
        <pc:chgData name="鈴木 秀規" userId="f68c5fd9-22d5-4c0a-9833-7fb0f5135313" providerId="ADAL" clId="{BE39BC92-915D-4BE9-AEA4-43CFA5564052}" dt="2021-01-28T02:07:53.316" v="9" actId="2696"/>
        <pc:sldMkLst>
          <pc:docMk/>
          <pc:sldMk cId="2605664090" sldId="398"/>
        </pc:sldMkLst>
      </pc:sldChg>
      <pc:sldChg chg="del">
        <pc:chgData name="鈴木 秀規" userId="f68c5fd9-22d5-4c0a-9833-7fb0f5135313" providerId="ADAL" clId="{BE39BC92-915D-4BE9-AEA4-43CFA5564052}" dt="2021-01-28T02:07:53.316" v="9" actId="2696"/>
        <pc:sldMkLst>
          <pc:docMk/>
          <pc:sldMk cId="4011058669" sldId="399"/>
        </pc:sldMkLst>
      </pc:sldChg>
    </pc:docChg>
  </pc:docChgLst>
  <pc:docChgLst>
    <pc:chgData name="鈴木 秀規" userId="f68c5fd9-22d5-4c0a-9833-7fb0f5135313" providerId="ADAL" clId="{F2CAF9F8-F2C6-4EF5-92E4-F89FCD0750B4}"/>
    <pc:docChg chg="undo custSel addSld delSld modSld">
      <pc:chgData name="鈴木 秀規" userId="f68c5fd9-22d5-4c0a-9833-7fb0f5135313" providerId="ADAL" clId="{F2CAF9F8-F2C6-4EF5-92E4-F89FCD0750B4}" dt="2021-01-12T05:39:59.693" v="1538" actId="20577"/>
      <pc:docMkLst>
        <pc:docMk/>
      </pc:docMkLst>
      <pc:sldChg chg="modSp">
        <pc:chgData name="鈴木 秀規" userId="f68c5fd9-22d5-4c0a-9833-7fb0f5135313" providerId="ADAL" clId="{F2CAF9F8-F2C6-4EF5-92E4-F89FCD0750B4}" dt="2021-01-12T04:36:59.608" v="0"/>
        <pc:sldMkLst>
          <pc:docMk/>
          <pc:sldMk cId="0" sldId="256"/>
        </pc:sldMkLst>
        <pc:spChg chg="mod">
          <ac:chgData name="鈴木 秀規" userId="f68c5fd9-22d5-4c0a-9833-7fb0f5135313" providerId="ADAL" clId="{F2CAF9F8-F2C6-4EF5-92E4-F89FCD0750B4}" dt="2021-01-12T04:36:59.608" v="0"/>
          <ac:spMkLst>
            <pc:docMk/>
            <pc:sldMk cId="0" sldId="256"/>
            <ac:spMk id="3" creationId="{1AF37D55-893C-40DE-8876-567A09F9C298}"/>
          </ac:spMkLst>
        </pc:spChg>
        <pc:spChg chg="mod">
          <ac:chgData name="鈴木 秀規" userId="f68c5fd9-22d5-4c0a-9833-7fb0f5135313" providerId="ADAL" clId="{F2CAF9F8-F2C6-4EF5-92E4-F89FCD0750B4}" dt="2021-01-12T04:36:59.608" v="0"/>
          <ac:spMkLst>
            <pc:docMk/>
            <pc:sldMk cId="0" sldId="256"/>
            <ac:spMk id="56" creationId="{00000000-0000-0000-0000-000000000000}"/>
          </ac:spMkLst>
        </pc:spChg>
      </pc:sldChg>
      <pc:sldChg chg="modSp del mod">
        <pc:chgData name="鈴木 秀規" userId="f68c5fd9-22d5-4c0a-9833-7fb0f5135313" providerId="ADAL" clId="{F2CAF9F8-F2C6-4EF5-92E4-F89FCD0750B4}" dt="2021-01-12T04:40:43.366" v="27" actId="47"/>
        <pc:sldMkLst>
          <pc:docMk/>
          <pc:sldMk cId="510692425" sldId="259"/>
        </pc:sldMkLst>
        <pc:spChg chg="mod">
          <ac:chgData name="鈴木 秀規" userId="f68c5fd9-22d5-4c0a-9833-7fb0f5135313" providerId="ADAL" clId="{F2CAF9F8-F2C6-4EF5-92E4-F89FCD0750B4}" dt="2021-01-12T04:36:59.608" v="0"/>
          <ac:spMkLst>
            <pc:docMk/>
            <pc:sldMk cId="510692425" sldId="259"/>
            <ac:spMk id="5" creationId="{A3029779-EAC3-4C79-8D54-6C50A59BB25F}"/>
          </ac:spMkLst>
        </pc:spChg>
        <pc:spChg chg="mod">
          <ac:chgData name="鈴木 秀規" userId="f68c5fd9-22d5-4c0a-9833-7fb0f5135313" providerId="ADAL" clId="{F2CAF9F8-F2C6-4EF5-92E4-F89FCD0750B4}" dt="2021-01-12T04:36:59.608" v="0"/>
          <ac:spMkLst>
            <pc:docMk/>
            <pc:sldMk cId="510692425" sldId="259"/>
            <ac:spMk id="6" creationId="{93CAF3DF-C091-49F3-9A99-6DC437D36896}"/>
          </ac:spMkLst>
        </pc:spChg>
        <pc:spChg chg="mod">
          <ac:chgData name="鈴木 秀規" userId="f68c5fd9-22d5-4c0a-9833-7fb0f5135313" providerId="ADAL" clId="{F2CAF9F8-F2C6-4EF5-92E4-F89FCD0750B4}" dt="2021-01-12T04:36:59.608" v="0"/>
          <ac:spMkLst>
            <pc:docMk/>
            <pc:sldMk cId="510692425" sldId="259"/>
            <ac:spMk id="7" creationId="{26125C28-3058-490D-92C2-94CB56CB505F}"/>
          </ac:spMkLst>
        </pc:spChg>
        <pc:spChg chg="mod">
          <ac:chgData name="鈴木 秀規" userId="f68c5fd9-22d5-4c0a-9833-7fb0f5135313" providerId="ADAL" clId="{F2CAF9F8-F2C6-4EF5-92E4-F89FCD0750B4}" dt="2021-01-12T04:38:18.880" v="6" actId="2711"/>
          <ac:spMkLst>
            <pc:docMk/>
            <pc:sldMk cId="510692425" sldId="259"/>
            <ac:spMk id="10" creationId="{3E5F57E8-1388-43AE-8DB4-00724FCD3EB3}"/>
          </ac:spMkLst>
        </pc:spChg>
        <pc:spChg chg="mod">
          <ac:chgData name="鈴木 秀規" userId="f68c5fd9-22d5-4c0a-9833-7fb0f5135313" providerId="ADAL" clId="{F2CAF9F8-F2C6-4EF5-92E4-F89FCD0750B4}" dt="2021-01-12T04:40:35.582" v="24" actId="1076"/>
          <ac:spMkLst>
            <pc:docMk/>
            <pc:sldMk cId="510692425" sldId="259"/>
            <ac:spMk id="16" creationId="{15D20A36-4487-7441-AAC0-662645AC7C25}"/>
          </ac:spMkLst>
        </pc:spChg>
      </pc:sldChg>
      <pc:sldChg chg="modSp">
        <pc:chgData name="鈴木 秀規" userId="f68c5fd9-22d5-4c0a-9833-7fb0f5135313" providerId="ADAL" clId="{F2CAF9F8-F2C6-4EF5-92E4-F89FCD0750B4}" dt="2021-01-12T04:36:59.608" v="0"/>
        <pc:sldMkLst>
          <pc:docMk/>
          <pc:sldMk cId="1511176286" sldId="261"/>
        </pc:sldMkLst>
        <pc:spChg chg="mod">
          <ac:chgData name="鈴木 秀規" userId="f68c5fd9-22d5-4c0a-9833-7fb0f5135313" providerId="ADAL" clId="{F2CAF9F8-F2C6-4EF5-92E4-F89FCD0750B4}" dt="2021-01-12T04:36:59.608" v="0"/>
          <ac:spMkLst>
            <pc:docMk/>
            <pc:sldMk cId="1511176286" sldId="261"/>
            <ac:spMk id="5" creationId="{A3029779-EAC3-4C79-8D54-6C50A59BB25F}"/>
          </ac:spMkLst>
        </pc:spChg>
        <pc:spChg chg="mod">
          <ac:chgData name="鈴木 秀規" userId="f68c5fd9-22d5-4c0a-9833-7fb0f5135313" providerId="ADAL" clId="{F2CAF9F8-F2C6-4EF5-92E4-F89FCD0750B4}" dt="2021-01-12T04:36:59.608" v="0"/>
          <ac:spMkLst>
            <pc:docMk/>
            <pc:sldMk cId="1511176286" sldId="261"/>
            <ac:spMk id="6" creationId="{93CAF3DF-C091-49F3-9A99-6DC437D36896}"/>
          </ac:spMkLst>
        </pc:spChg>
        <pc:spChg chg="mod">
          <ac:chgData name="鈴木 秀規" userId="f68c5fd9-22d5-4c0a-9833-7fb0f5135313" providerId="ADAL" clId="{F2CAF9F8-F2C6-4EF5-92E4-F89FCD0750B4}" dt="2021-01-12T04:36:59.608" v="0"/>
          <ac:spMkLst>
            <pc:docMk/>
            <pc:sldMk cId="1511176286" sldId="261"/>
            <ac:spMk id="7" creationId="{26125C28-3058-490D-92C2-94CB56CB505F}"/>
          </ac:spMkLst>
        </pc:spChg>
      </pc:sldChg>
      <pc:sldChg chg="modSp">
        <pc:chgData name="鈴木 秀規" userId="f68c5fd9-22d5-4c0a-9833-7fb0f5135313" providerId="ADAL" clId="{F2CAF9F8-F2C6-4EF5-92E4-F89FCD0750B4}" dt="2021-01-12T04:36:59.608" v="0"/>
        <pc:sldMkLst>
          <pc:docMk/>
          <pc:sldMk cId="1668843990" sldId="360"/>
        </pc:sldMkLst>
        <pc:spChg chg="mod">
          <ac:chgData name="鈴木 秀規" userId="f68c5fd9-22d5-4c0a-9833-7fb0f5135313" providerId="ADAL" clId="{F2CAF9F8-F2C6-4EF5-92E4-F89FCD0750B4}" dt="2021-01-12T04:36:59.608" v="0"/>
          <ac:spMkLst>
            <pc:docMk/>
            <pc:sldMk cId="1668843990" sldId="360"/>
            <ac:spMk id="2" creationId="{40FB9845-3211-4E75-B8F8-E4AD28A089F9}"/>
          </ac:spMkLst>
        </pc:spChg>
        <pc:spChg chg="mod">
          <ac:chgData name="鈴木 秀規" userId="f68c5fd9-22d5-4c0a-9833-7fb0f5135313" providerId="ADAL" clId="{F2CAF9F8-F2C6-4EF5-92E4-F89FCD0750B4}" dt="2021-01-12T04:36:59.608" v="0"/>
          <ac:spMkLst>
            <pc:docMk/>
            <pc:sldMk cId="1668843990" sldId="360"/>
            <ac:spMk id="4" creationId="{334718C7-3237-4F5B-8C4E-46AD01EC8B16}"/>
          </ac:spMkLst>
        </pc:spChg>
        <pc:spChg chg="mod">
          <ac:chgData name="鈴木 秀規" userId="f68c5fd9-22d5-4c0a-9833-7fb0f5135313" providerId="ADAL" clId="{F2CAF9F8-F2C6-4EF5-92E4-F89FCD0750B4}" dt="2021-01-12T04:36:59.608" v="0"/>
          <ac:spMkLst>
            <pc:docMk/>
            <pc:sldMk cId="1668843990" sldId="360"/>
            <ac:spMk id="6" creationId="{296F413B-E489-4470-92CF-59B185034A28}"/>
          </ac:spMkLst>
        </pc:spChg>
        <pc:spChg chg="mod">
          <ac:chgData name="鈴木 秀規" userId="f68c5fd9-22d5-4c0a-9833-7fb0f5135313" providerId="ADAL" clId="{F2CAF9F8-F2C6-4EF5-92E4-F89FCD0750B4}" dt="2021-01-12T04:36:59.608" v="0"/>
          <ac:spMkLst>
            <pc:docMk/>
            <pc:sldMk cId="1668843990" sldId="360"/>
            <ac:spMk id="7" creationId="{F3941853-6FD3-4122-A071-E1BCBCDF59D4}"/>
          </ac:spMkLst>
        </pc:spChg>
        <pc:spChg chg="mod">
          <ac:chgData name="鈴木 秀規" userId="f68c5fd9-22d5-4c0a-9833-7fb0f5135313" providerId="ADAL" clId="{F2CAF9F8-F2C6-4EF5-92E4-F89FCD0750B4}" dt="2021-01-12T04:36:59.608" v="0"/>
          <ac:spMkLst>
            <pc:docMk/>
            <pc:sldMk cId="1668843990" sldId="360"/>
            <ac:spMk id="9" creationId="{A4832727-EA7F-44D6-A9F2-E4AE0246960A}"/>
          </ac:spMkLst>
        </pc:spChg>
      </pc:sldChg>
      <pc:sldChg chg="modSp">
        <pc:chgData name="鈴木 秀規" userId="f68c5fd9-22d5-4c0a-9833-7fb0f5135313" providerId="ADAL" clId="{F2CAF9F8-F2C6-4EF5-92E4-F89FCD0750B4}" dt="2021-01-12T04:36:59.608" v="0"/>
        <pc:sldMkLst>
          <pc:docMk/>
          <pc:sldMk cId="267129399" sldId="361"/>
        </pc:sldMkLst>
        <pc:spChg chg="mod">
          <ac:chgData name="鈴木 秀規" userId="f68c5fd9-22d5-4c0a-9833-7fb0f5135313" providerId="ADAL" clId="{F2CAF9F8-F2C6-4EF5-92E4-F89FCD0750B4}" dt="2021-01-12T04:36:59.608" v="0"/>
          <ac:spMkLst>
            <pc:docMk/>
            <pc:sldMk cId="267129399" sldId="361"/>
            <ac:spMk id="2" creationId="{8F991990-0DC6-4730-83E5-36F909A6129F}"/>
          </ac:spMkLst>
        </pc:spChg>
        <pc:spChg chg="mod">
          <ac:chgData name="鈴木 秀規" userId="f68c5fd9-22d5-4c0a-9833-7fb0f5135313" providerId="ADAL" clId="{F2CAF9F8-F2C6-4EF5-92E4-F89FCD0750B4}" dt="2021-01-12T04:36:59.608" v="0"/>
          <ac:spMkLst>
            <pc:docMk/>
            <pc:sldMk cId="267129399" sldId="361"/>
            <ac:spMk id="3" creationId="{AA9BFD7B-04B5-49CD-8E91-4AC76C8C681F}"/>
          </ac:spMkLst>
        </pc:spChg>
        <pc:spChg chg="mod">
          <ac:chgData name="鈴木 秀規" userId="f68c5fd9-22d5-4c0a-9833-7fb0f5135313" providerId="ADAL" clId="{F2CAF9F8-F2C6-4EF5-92E4-F89FCD0750B4}" dt="2021-01-12T04:36:59.608" v="0"/>
          <ac:spMkLst>
            <pc:docMk/>
            <pc:sldMk cId="267129399" sldId="361"/>
            <ac:spMk id="4" creationId="{CA8524E1-6DFF-4647-8FD1-738AA4991EDC}"/>
          </ac:spMkLst>
        </pc:spChg>
        <pc:spChg chg="mod">
          <ac:chgData name="鈴木 秀規" userId="f68c5fd9-22d5-4c0a-9833-7fb0f5135313" providerId="ADAL" clId="{F2CAF9F8-F2C6-4EF5-92E4-F89FCD0750B4}" dt="2021-01-12T04:36:59.608" v="0"/>
          <ac:spMkLst>
            <pc:docMk/>
            <pc:sldMk cId="267129399" sldId="361"/>
            <ac:spMk id="5" creationId="{6FFB24F3-38DB-45A5-BA62-DD27EF2E4AA2}"/>
          </ac:spMkLst>
        </pc:spChg>
        <pc:spChg chg="mod">
          <ac:chgData name="鈴木 秀規" userId="f68c5fd9-22d5-4c0a-9833-7fb0f5135313" providerId="ADAL" clId="{F2CAF9F8-F2C6-4EF5-92E4-F89FCD0750B4}" dt="2021-01-12T04:36:59.608" v="0"/>
          <ac:spMkLst>
            <pc:docMk/>
            <pc:sldMk cId="267129399" sldId="361"/>
            <ac:spMk id="6" creationId="{D0F3BEAC-A5EA-4EE4-95C7-0AEC1107FD29}"/>
          </ac:spMkLst>
        </pc:spChg>
      </pc:sldChg>
      <pc:sldChg chg="modSp">
        <pc:chgData name="鈴木 秀規" userId="f68c5fd9-22d5-4c0a-9833-7fb0f5135313" providerId="ADAL" clId="{F2CAF9F8-F2C6-4EF5-92E4-F89FCD0750B4}" dt="2021-01-12T04:36:59.608" v="0"/>
        <pc:sldMkLst>
          <pc:docMk/>
          <pc:sldMk cId="2503862587" sldId="362"/>
        </pc:sldMkLst>
        <pc:spChg chg="mod">
          <ac:chgData name="鈴木 秀規" userId="f68c5fd9-22d5-4c0a-9833-7fb0f5135313" providerId="ADAL" clId="{F2CAF9F8-F2C6-4EF5-92E4-F89FCD0750B4}" dt="2021-01-12T04:36:59.608" v="0"/>
          <ac:spMkLst>
            <pc:docMk/>
            <pc:sldMk cId="2503862587" sldId="362"/>
            <ac:spMk id="2" creationId="{6E4694B3-F66C-2C42-ABF3-667F907DA0DD}"/>
          </ac:spMkLst>
        </pc:spChg>
        <pc:spChg chg="mod">
          <ac:chgData name="鈴木 秀規" userId="f68c5fd9-22d5-4c0a-9833-7fb0f5135313" providerId="ADAL" clId="{F2CAF9F8-F2C6-4EF5-92E4-F89FCD0750B4}" dt="2021-01-12T04:36:59.608" v="0"/>
          <ac:spMkLst>
            <pc:docMk/>
            <pc:sldMk cId="2503862587" sldId="362"/>
            <ac:spMk id="3" creationId="{0AA7DF0E-6130-4E46-AE0F-FC0B82015E51}"/>
          </ac:spMkLst>
        </pc:spChg>
        <pc:spChg chg="mod">
          <ac:chgData name="鈴木 秀規" userId="f68c5fd9-22d5-4c0a-9833-7fb0f5135313" providerId="ADAL" clId="{F2CAF9F8-F2C6-4EF5-92E4-F89FCD0750B4}" dt="2021-01-12T04:36:59.608" v="0"/>
          <ac:spMkLst>
            <pc:docMk/>
            <pc:sldMk cId="2503862587" sldId="362"/>
            <ac:spMk id="4" creationId="{D9FB1868-09BC-2B48-A261-614253F308F0}"/>
          </ac:spMkLst>
        </pc:spChg>
      </pc:sldChg>
      <pc:sldChg chg="modSp del mod">
        <pc:chgData name="鈴木 秀規" userId="f68c5fd9-22d5-4c0a-9833-7fb0f5135313" providerId="ADAL" clId="{F2CAF9F8-F2C6-4EF5-92E4-F89FCD0750B4}" dt="2021-01-12T04:42:06.007" v="43" actId="2696"/>
        <pc:sldMkLst>
          <pc:docMk/>
          <pc:sldMk cId="4089106883" sldId="363"/>
        </pc:sldMkLst>
        <pc:spChg chg="mod">
          <ac:chgData name="鈴木 秀規" userId="f68c5fd9-22d5-4c0a-9833-7fb0f5135313" providerId="ADAL" clId="{F2CAF9F8-F2C6-4EF5-92E4-F89FCD0750B4}" dt="2021-01-12T04:36:59.608" v="0"/>
          <ac:spMkLst>
            <pc:docMk/>
            <pc:sldMk cId="4089106883" sldId="363"/>
            <ac:spMk id="5" creationId="{A3029779-EAC3-4C79-8D54-6C50A59BB25F}"/>
          </ac:spMkLst>
        </pc:spChg>
        <pc:spChg chg="mod">
          <ac:chgData name="鈴木 秀規" userId="f68c5fd9-22d5-4c0a-9833-7fb0f5135313" providerId="ADAL" clId="{F2CAF9F8-F2C6-4EF5-92E4-F89FCD0750B4}" dt="2021-01-12T04:36:59.608" v="0"/>
          <ac:spMkLst>
            <pc:docMk/>
            <pc:sldMk cId="4089106883" sldId="363"/>
            <ac:spMk id="6" creationId="{93CAF3DF-C091-49F3-9A99-6DC437D36896}"/>
          </ac:spMkLst>
        </pc:spChg>
        <pc:spChg chg="mod">
          <ac:chgData name="鈴木 秀規" userId="f68c5fd9-22d5-4c0a-9833-7fb0f5135313" providerId="ADAL" clId="{F2CAF9F8-F2C6-4EF5-92E4-F89FCD0750B4}" dt="2021-01-12T04:36:59.608" v="0"/>
          <ac:spMkLst>
            <pc:docMk/>
            <pc:sldMk cId="4089106883" sldId="363"/>
            <ac:spMk id="7" creationId="{26125C28-3058-490D-92C2-94CB56CB505F}"/>
          </ac:spMkLst>
        </pc:spChg>
        <pc:spChg chg="mod">
          <ac:chgData name="鈴木 秀規" userId="f68c5fd9-22d5-4c0a-9833-7fb0f5135313" providerId="ADAL" clId="{F2CAF9F8-F2C6-4EF5-92E4-F89FCD0750B4}" dt="2021-01-12T04:38:59.453" v="10" actId="2711"/>
          <ac:spMkLst>
            <pc:docMk/>
            <pc:sldMk cId="4089106883" sldId="363"/>
            <ac:spMk id="10" creationId="{3E5F57E8-1388-43AE-8DB4-00724FCD3EB3}"/>
          </ac:spMkLst>
        </pc:spChg>
      </pc:sldChg>
      <pc:sldChg chg="modSp">
        <pc:chgData name="鈴木 秀規" userId="f68c5fd9-22d5-4c0a-9833-7fb0f5135313" providerId="ADAL" clId="{F2CAF9F8-F2C6-4EF5-92E4-F89FCD0750B4}" dt="2021-01-12T04:36:59.608" v="0"/>
        <pc:sldMkLst>
          <pc:docMk/>
          <pc:sldMk cId="3893490019" sldId="364"/>
        </pc:sldMkLst>
        <pc:spChg chg="mod">
          <ac:chgData name="鈴木 秀規" userId="f68c5fd9-22d5-4c0a-9833-7fb0f5135313" providerId="ADAL" clId="{F2CAF9F8-F2C6-4EF5-92E4-F89FCD0750B4}" dt="2021-01-12T04:36:59.608" v="0"/>
          <ac:spMkLst>
            <pc:docMk/>
            <pc:sldMk cId="3893490019" sldId="364"/>
            <ac:spMk id="2" creationId="{7FABB1DA-A90A-BF44-B7B3-D07D46F61CAC}"/>
          </ac:spMkLst>
        </pc:spChg>
        <pc:spChg chg="mod">
          <ac:chgData name="鈴木 秀規" userId="f68c5fd9-22d5-4c0a-9833-7fb0f5135313" providerId="ADAL" clId="{F2CAF9F8-F2C6-4EF5-92E4-F89FCD0750B4}" dt="2021-01-12T04:36:59.608" v="0"/>
          <ac:spMkLst>
            <pc:docMk/>
            <pc:sldMk cId="3893490019" sldId="364"/>
            <ac:spMk id="3" creationId="{3A3F26A6-F565-3340-BD2E-EB9E7892240E}"/>
          </ac:spMkLst>
        </pc:spChg>
        <pc:spChg chg="mod">
          <ac:chgData name="鈴木 秀規" userId="f68c5fd9-22d5-4c0a-9833-7fb0f5135313" providerId="ADAL" clId="{F2CAF9F8-F2C6-4EF5-92E4-F89FCD0750B4}" dt="2021-01-12T04:36:59.608" v="0"/>
          <ac:spMkLst>
            <pc:docMk/>
            <pc:sldMk cId="3893490019" sldId="364"/>
            <ac:spMk id="4" creationId="{F0E6C3C8-6543-4445-AC1D-0374E8CE9FA7}"/>
          </ac:spMkLst>
        </pc:spChg>
        <pc:spChg chg="mod">
          <ac:chgData name="鈴木 秀規" userId="f68c5fd9-22d5-4c0a-9833-7fb0f5135313" providerId="ADAL" clId="{F2CAF9F8-F2C6-4EF5-92E4-F89FCD0750B4}" dt="2021-01-12T04:36:59.608" v="0"/>
          <ac:spMkLst>
            <pc:docMk/>
            <pc:sldMk cId="3893490019" sldId="364"/>
            <ac:spMk id="5" creationId="{2BB4C47D-B980-1C4B-8248-0869FD55EB3D}"/>
          </ac:spMkLst>
        </pc:spChg>
      </pc:sldChg>
      <pc:sldChg chg="modSp mod">
        <pc:chgData name="鈴木 秀規" userId="f68c5fd9-22d5-4c0a-9833-7fb0f5135313" providerId="ADAL" clId="{F2CAF9F8-F2C6-4EF5-92E4-F89FCD0750B4}" dt="2021-01-12T04:44:03.179" v="109" actId="404"/>
        <pc:sldMkLst>
          <pc:docMk/>
          <pc:sldMk cId="2559106598" sldId="365"/>
        </pc:sldMkLst>
        <pc:spChg chg="mod">
          <ac:chgData name="鈴木 秀規" userId="f68c5fd9-22d5-4c0a-9833-7fb0f5135313" providerId="ADAL" clId="{F2CAF9F8-F2C6-4EF5-92E4-F89FCD0750B4}" dt="2021-01-12T04:36:59.608" v="0"/>
          <ac:spMkLst>
            <pc:docMk/>
            <pc:sldMk cId="2559106598" sldId="365"/>
            <ac:spMk id="2" creationId="{78E72CC0-84D7-F940-8547-5CD32644186A}"/>
          </ac:spMkLst>
        </pc:spChg>
        <pc:spChg chg="mod">
          <ac:chgData name="鈴木 秀規" userId="f68c5fd9-22d5-4c0a-9833-7fb0f5135313" providerId="ADAL" clId="{F2CAF9F8-F2C6-4EF5-92E4-F89FCD0750B4}" dt="2021-01-12T04:36:59.608" v="0"/>
          <ac:spMkLst>
            <pc:docMk/>
            <pc:sldMk cId="2559106598" sldId="365"/>
            <ac:spMk id="3" creationId="{570D767C-529D-1D4C-9BD6-2E3AAE679914}"/>
          </ac:spMkLst>
        </pc:spChg>
        <pc:spChg chg="mod">
          <ac:chgData name="鈴木 秀規" userId="f68c5fd9-22d5-4c0a-9833-7fb0f5135313" providerId="ADAL" clId="{F2CAF9F8-F2C6-4EF5-92E4-F89FCD0750B4}" dt="2021-01-12T04:36:59.608" v="0"/>
          <ac:spMkLst>
            <pc:docMk/>
            <pc:sldMk cId="2559106598" sldId="365"/>
            <ac:spMk id="4" creationId="{5C76D554-1D05-0D47-95D6-B29E81E5EAFC}"/>
          </ac:spMkLst>
        </pc:spChg>
        <pc:graphicFrameChg chg="modGraphic">
          <ac:chgData name="鈴木 秀規" userId="f68c5fd9-22d5-4c0a-9833-7fb0f5135313" providerId="ADAL" clId="{F2CAF9F8-F2C6-4EF5-92E4-F89FCD0750B4}" dt="2021-01-12T04:44:03.179" v="109" actId="404"/>
          <ac:graphicFrameMkLst>
            <pc:docMk/>
            <pc:sldMk cId="2559106598" sldId="365"/>
            <ac:graphicFrameMk id="6" creationId="{A5C776C1-5736-6E41-AFE0-D7FC9EBFA87B}"/>
          </ac:graphicFrameMkLst>
        </pc:graphicFrameChg>
      </pc:sldChg>
      <pc:sldChg chg="addSp modSp mod modClrScheme chgLayout">
        <pc:chgData name="鈴木 秀規" userId="f68c5fd9-22d5-4c0a-9833-7fb0f5135313" providerId="ADAL" clId="{F2CAF9F8-F2C6-4EF5-92E4-F89FCD0750B4}" dt="2021-01-12T04:39:39.041" v="13" actId="700"/>
        <pc:sldMkLst>
          <pc:docMk/>
          <pc:sldMk cId="15529201" sldId="367"/>
        </pc:sldMkLst>
        <pc:spChg chg="add mod ord">
          <ac:chgData name="鈴木 秀規" userId="f68c5fd9-22d5-4c0a-9833-7fb0f5135313" providerId="ADAL" clId="{F2CAF9F8-F2C6-4EF5-92E4-F89FCD0750B4}" dt="2021-01-12T04:39:39.041" v="13" actId="700"/>
          <ac:spMkLst>
            <pc:docMk/>
            <pc:sldMk cId="15529201" sldId="367"/>
            <ac:spMk id="3" creationId="{A46A7E87-E7BA-4AD7-A158-ED4B8A59EEAA}"/>
          </ac:spMkLst>
        </pc:spChg>
        <pc:spChg chg="mod ord">
          <ac:chgData name="鈴木 秀規" userId="f68c5fd9-22d5-4c0a-9833-7fb0f5135313" providerId="ADAL" clId="{F2CAF9F8-F2C6-4EF5-92E4-F89FCD0750B4}" dt="2021-01-12T04:39:39.041" v="13" actId="700"/>
          <ac:spMkLst>
            <pc:docMk/>
            <pc:sldMk cId="15529201" sldId="367"/>
            <ac:spMk id="5" creationId="{A3029779-EAC3-4C79-8D54-6C50A59BB25F}"/>
          </ac:spMkLst>
        </pc:spChg>
        <pc:spChg chg="mod ord">
          <ac:chgData name="鈴木 秀規" userId="f68c5fd9-22d5-4c0a-9833-7fb0f5135313" providerId="ADAL" clId="{F2CAF9F8-F2C6-4EF5-92E4-F89FCD0750B4}" dt="2021-01-12T04:39:39.041" v="13" actId="700"/>
          <ac:spMkLst>
            <pc:docMk/>
            <pc:sldMk cId="15529201" sldId="367"/>
            <ac:spMk id="6" creationId="{93CAF3DF-C091-49F3-9A99-6DC437D36896}"/>
          </ac:spMkLst>
        </pc:spChg>
        <pc:spChg chg="mod ord">
          <ac:chgData name="鈴木 秀規" userId="f68c5fd9-22d5-4c0a-9833-7fb0f5135313" providerId="ADAL" clId="{F2CAF9F8-F2C6-4EF5-92E4-F89FCD0750B4}" dt="2021-01-12T04:39:39.041" v="13" actId="700"/>
          <ac:spMkLst>
            <pc:docMk/>
            <pc:sldMk cId="15529201" sldId="367"/>
            <ac:spMk id="7" creationId="{26125C28-3058-490D-92C2-94CB56CB505F}"/>
          </ac:spMkLst>
        </pc:spChg>
        <pc:spChg chg="mod ord">
          <ac:chgData name="鈴木 秀規" userId="f68c5fd9-22d5-4c0a-9833-7fb0f5135313" providerId="ADAL" clId="{F2CAF9F8-F2C6-4EF5-92E4-F89FCD0750B4}" dt="2021-01-12T04:39:39.041" v="13" actId="700"/>
          <ac:spMkLst>
            <pc:docMk/>
            <pc:sldMk cId="15529201" sldId="367"/>
            <ac:spMk id="10" creationId="{3E5F57E8-1388-43AE-8DB4-00724FCD3EB3}"/>
          </ac:spMkLst>
        </pc:spChg>
        <pc:spChg chg="add mod ord">
          <ac:chgData name="鈴木 秀規" userId="f68c5fd9-22d5-4c0a-9833-7fb0f5135313" providerId="ADAL" clId="{F2CAF9F8-F2C6-4EF5-92E4-F89FCD0750B4}" dt="2021-01-12T04:39:39.041" v="13" actId="700"/>
          <ac:spMkLst>
            <pc:docMk/>
            <pc:sldMk cId="15529201" sldId="367"/>
            <ac:spMk id="11" creationId="{3EB9FD6E-422E-4C20-A575-13013610EAF6}"/>
          </ac:spMkLst>
        </pc:spChg>
      </pc:sldChg>
      <pc:sldChg chg="modSp">
        <pc:chgData name="鈴木 秀規" userId="f68c5fd9-22d5-4c0a-9833-7fb0f5135313" providerId="ADAL" clId="{F2CAF9F8-F2C6-4EF5-92E4-F89FCD0750B4}" dt="2021-01-12T04:36:59.608" v="0"/>
        <pc:sldMkLst>
          <pc:docMk/>
          <pc:sldMk cId="1431651866" sldId="368"/>
        </pc:sldMkLst>
        <pc:spChg chg="mod">
          <ac:chgData name="鈴木 秀規" userId="f68c5fd9-22d5-4c0a-9833-7fb0f5135313" providerId="ADAL" clId="{F2CAF9F8-F2C6-4EF5-92E4-F89FCD0750B4}" dt="2021-01-12T04:36:59.608" v="0"/>
          <ac:spMkLst>
            <pc:docMk/>
            <pc:sldMk cId="1431651866" sldId="368"/>
            <ac:spMk id="2" creationId="{78E72CC0-84D7-F940-8547-5CD32644186A}"/>
          </ac:spMkLst>
        </pc:spChg>
        <pc:spChg chg="mod">
          <ac:chgData name="鈴木 秀規" userId="f68c5fd9-22d5-4c0a-9833-7fb0f5135313" providerId="ADAL" clId="{F2CAF9F8-F2C6-4EF5-92E4-F89FCD0750B4}" dt="2021-01-12T04:36:59.608" v="0"/>
          <ac:spMkLst>
            <pc:docMk/>
            <pc:sldMk cId="1431651866" sldId="368"/>
            <ac:spMk id="3" creationId="{570D767C-529D-1D4C-9BD6-2E3AAE679914}"/>
          </ac:spMkLst>
        </pc:spChg>
        <pc:spChg chg="mod">
          <ac:chgData name="鈴木 秀規" userId="f68c5fd9-22d5-4c0a-9833-7fb0f5135313" providerId="ADAL" clId="{F2CAF9F8-F2C6-4EF5-92E4-F89FCD0750B4}" dt="2021-01-12T04:36:59.608" v="0"/>
          <ac:spMkLst>
            <pc:docMk/>
            <pc:sldMk cId="1431651866" sldId="368"/>
            <ac:spMk id="4" creationId="{5C76D554-1D05-0D47-95D6-B29E81E5EAFC}"/>
          </ac:spMkLst>
        </pc:spChg>
      </pc:sldChg>
      <pc:sldChg chg="modSp del mod">
        <pc:chgData name="鈴木 秀規" userId="f68c5fd9-22d5-4c0a-9833-7fb0f5135313" providerId="ADAL" clId="{F2CAF9F8-F2C6-4EF5-92E4-F89FCD0750B4}" dt="2021-01-12T04:45:04.577" v="148" actId="2696"/>
        <pc:sldMkLst>
          <pc:docMk/>
          <pc:sldMk cId="3018498330" sldId="369"/>
        </pc:sldMkLst>
        <pc:spChg chg="mod">
          <ac:chgData name="鈴木 秀規" userId="f68c5fd9-22d5-4c0a-9833-7fb0f5135313" providerId="ADAL" clId="{F2CAF9F8-F2C6-4EF5-92E4-F89FCD0750B4}" dt="2021-01-12T04:36:59.608" v="0"/>
          <ac:spMkLst>
            <pc:docMk/>
            <pc:sldMk cId="3018498330" sldId="369"/>
            <ac:spMk id="2" creationId="{66EC7532-098F-E543-A5F5-DCE2A43E7B47}"/>
          </ac:spMkLst>
        </pc:spChg>
        <pc:spChg chg="mod">
          <ac:chgData name="鈴木 秀規" userId="f68c5fd9-22d5-4c0a-9833-7fb0f5135313" providerId="ADAL" clId="{F2CAF9F8-F2C6-4EF5-92E4-F89FCD0750B4}" dt="2021-01-12T04:36:59.608" v="0"/>
          <ac:spMkLst>
            <pc:docMk/>
            <pc:sldMk cId="3018498330" sldId="369"/>
            <ac:spMk id="3" creationId="{F1C6C295-7820-0949-875F-EAF056230447}"/>
          </ac:spMkLst>
        </pc:spChg>
        <pc:spChg chg="mod">
          <ac:chgData name="鈴木 秀規" userId="f68c5fd9-22d5-4c0a-9833-7fb0f5135313" providerId="ADAL" clId="{F2CAF9F8-F2C6-4EF5-92E4-F89FCD0750B4}" dt="2021-01-12T04:36:59.608" v="0"/>
          <ac:spMkLst>
            <pc:docMk/>
            <pc:sldMk cId="3018498330" sldId="369"/>
            <ac:spMk id="4" creationId="{0B3C1CED-6132-7648-873E-BC90BCD14454}"/>
          </ac:spMkLst>
        </pc:spChg>
        <pc:spChg chg="mod">
          <ac:chgData name="鈴木 秀規" userId="f68c5fd9-22d5-4c0a-9833-7fb0f5135313" providerId="ADAL" clId="{F2CAF9F8-F2C6-4EF5-92E4-F89FCD0750B4}" dt="2021-01-12T04:44:48.619" v="146" actId="21"/>
          <ac:spMkLst>
            <pc:docMk/>
            <pc:sldMk cId="3018498330" sldId="369"/>
            <ac:spMk id="5" creationId="{6B35BADF-F225-2348-897F-AF9752777AC5}"/>
          </ac:spMkLst>
        </pc:spChg>
      </pc:sldChg>
      <pc:sldChg chg="modSp add del mod">
        <pc:chgData name="鈴木 秀規" userId="f68c5fd9-22d5-4c0a-9833-7fb0f5135313" providerId="ADAL" clId="{F2CAF9F8-F2C6-4EF5-92E4-F89FCD0750B4}" dt="2021-01-12T05:39:59.693" v="1538" actId="20577"/>
        <pc:sldMkLst>
          <pc:docMk/>
          <pc:sldMk cId="3805279594" sldId="370"/>
        </pc:sldMkLst>
        <pc:spChg chg="mod">
          <ac:chgData name="鈴木 秀規" userId="f68c5fd9-22d5-4c0a-9833-7fb0f5135313" providerId="ADAL" clId="{F2CAF9F8-F2C6-4EF5-92E4-F89FCD0750B4}" dt="2021-01-12T04:36:59.608" v="0"/>
          <ac:spMkLst>
            <pc:docMk/>
            <pc:sldMk cId="3805279594" sldId="370"/>
            <ac:spMk id="2" creationId="{BBE8F2DC-477F-4A46-AA45-FC9B49760439}"/>
          </ac:spMkLst>
        </pc:spChg>
        <pc:spChg chg="mod">
          <ac:chgData name="鈴木 秀規" userId="f68c5fd9-22d5-4c0a-9833-7fb0f5135313" providerId="ADAL" clId="{F2CAF9F8-F2C6-4EF5-92E4-F89FCD0750B4}" dt="2021-01-12T04:36:59.608" v="0"/>
          <ac:spMkLst>
            <pc:docMk/>
            <pc:sldMk cId="3805279594" sldId="370"/>
            <ac:spMk id="3" creationId="{9CB86EFC-2A3F-214C-A2A0-00EB1AC0E3F3}"/>
          </ac:spMkLst>
        </pc:spChg>
        <pc:spChg chg="mod">
          <ac:chgData name="鈴木 秀規" userId="f68c5fd9-22d5-4c0a-9833-7fb0f5135313" providerId="ADAL" clId="{F2CAF9F8-F2C6-4EF5-92E4-F89FCD0750B4}" dt="2021-01-12T04:36:59.608" v="0"/>
          <ac:spMkLst>
            <pc:docMk/>
            <pc:sldMk cId="3805279594" sldId="370"/>
            <ac:spMk id="4" creationId="{767846D2-8A50-CE4D-B292-AB4CB00FC300}"/>
          </ac:spMkLst>
        </pc:spChg>
        <pc:spChg chg="mod">
          <ac:chgData name="鈴木 秀規" userId="f68c5fd9-22d5-4c0a-9833-7fb0f5135313" providerId="ADAL" clId="{F2CAF9F8-F2C6-4EF5-92E4-F89FCD0750B4}" dt="2021-01-12T05:39:59.693" v="1538" actId="20577"/>
          <ac:spMkLst>
            <pc:docMk/>
            <pc:sldMk cId="3805279594" sldId="370"/>
            <ac:spMk id="5" creationId="{D9D24A15-605C-D342-9DF6-15A80C8E63C7}"/>
          </ac:spMkLst>
        </pc:spChg>
      </pc:sldChg>
      <pc:sldChg chg="modSp">
        <pc:chgData name="鈴木 秀規" userId="f68c5fd9-22d5-4c0a-9833-7fb0f5135313" providerId="ADAL" clId="{F2CAF9F8-F2C6-4EF5-92E4-F89FCD0750B4}" dt="2021-01-12T04:36:59.608" v="0"/>
        <pc:sldMkLst>
          <pc:docMk/>
          <pc:sldMk cId="2800751255" sldId="371"/>
        </pc:sldMkLst>
        <pc:spChg chg="mod">
          <ac:chgData name="鈴木 秀規" userId="f68c5fd9-22d5-4c0a-9833-7fb0f5135313" providerId="ADAL" clId="{F2CAF9F8-F2C6-4EF5-92E4-F89FCD0750B4}" dt="2021-01-12T04:36:59.608" v="0"/>
          <ac:spMkLst>
            <pc:docMk/>
            <pc:sldMk cId="2800751255" sldId="371"/>
            <ac:spMk id="2" creationId="{992F612E-920E-DB42-831C-9A43B943FD23}"/>
          </ac:spMkLst>
        </pc:spChg>
        <pc:spChg chg="mod">
          <ac:chgData name="鈴木 秀規" userId="f68c5fd9-22d5-4c0a-9833-7fb0f5135313" providerId="ADAL" clId="{F2CAF9F8-F2C6-4EF5-92E4-F89FCD0750B4}" dt="2021-01-12T04:36:59.608" v="0"/>
          <ac:spMkLst>
            <pc:docMk/>
            <pc:sldMk cId="2800751255" sldId="371"/>
            <ac:spMk id="3" creationId="{86AF2C75-7C50-5545-B86A-AB0C1071AFF0}"/>
          </ac:spMkLst>
        </pc:spChg>
        <pc:spChg chg="mod">
          <ac:chgData name="鈴木 秀規" userId="f68c5fd9-22d5-4c0a-9833-7fb0f5135313" providerId="ADAL" clId="{F2CAF9F8-F2C6-4EF5-92E4-F89FCD0750B4}" dt="2021-01-12T04:36:59.608" v="0"/>
          <ac:spMkLst>
            <pc:docMk/>
            <pc:sldMk cId="2800751255" sldId="371"/>
            <ac:spMk id="4" creationId="{3D4BFF4A-92E9-3741-A870-60BBC65CCFE0}"/>
          </ac:spMkLst>
        </pc:spChg>
        <pc:spChg chg="mod">
          <ac:chgData name="鈴木 秀規" userId="f68c5fd9-22d5-4c0a-9833-7fb0f5135313" providerId="ADAL" clId="{F2CAF9F8-F2C6-4EF5-92E4-F89FCD0750B4}" dt="2021-01-12T04:36:59.608" v="0"/>
          <ac:spMkLst>
            <pc:docMk/>
            <pc:sldMk cId="2800751255" sldId="371"/>
            <ac:spMk id="5" creationId="{199D3E35-553D-E34C-ABB7-3B8D9DB70C07}"/>
          </ac:spMkLst>
        </pc:spChg>
      </pc:sldChg>
      <pc:sldChg chg="addSp delSp modSp new mod modClrScheme chgLayout">
        <pc:chgData name="鈴木 秀規" userId="f68c5fd9-22d5-4c0a-9833-7fb0f5135313" providerId="ADAL" clId="{F2CAF9F8-F2C6-4EF5-92E4-F89FCD0750B4}" dt="2021-01-12T04:42:45.469" v="105"/>
        <pc:sldMkLst>
          <pc:docMk/>
          <pc:sldMk cId="172008769" sldId="372"/>
        </pc:sldMkLst>
        <pc:spChg chg="del mod ord">
          <ac:chgData name="鈴木 秀規" userId="f68c5fd9-22d5-4c0a-9833-7fb0f5135313" providerId="ADAL" clId="{F2CAF9F8-F2C6-4EF5-92E4-F89FCD0750B4}" dt="2021-01-12T04:39:53.274" v="15" actId="700"/>
          <ac:spMkLst>
            <pc:docMk/>
            <pc:sldMk cId="172008769" sldId="372"/>
            <ac:spMk id="2" creationId="{EDE75749-E2ED-4EBC-AD20-E2D500F203D8}"/>
          </ac:spMkLst>
        </pc:spChg>
        <pc:spChg chg="mod ord">
          <ac:chgData name="鈴木 秀規" userId="f68c5fd9-22d5-4c0a-9833-7fb0f5135313" providerId="ADAL" clId="{F2CAF9F8-F2C6-4EF5-92E4-F89FCD0750B4}" dt="2021-01-12T04:39:53.274" v="15" actId="700"/>
          <ac:spMkLst>
            <pc:docMk/>
            <pc:sldMk cId="172008769" sldId="372"/>
            <ac:spMk id="3" creationId="{1B7C07C9-FEE3-4AC9-9F75-8ED3972B0330}"/>
          </ac:spMkLst>
        </pc:spChg>
        <pc:spChg chg="mod ord">
          <ac:chgData name="鈴木 秀規" userId="f68c5fd9-22d5-4c0a-9833-7fb0f5135313" providerId="ADAL" clId="{F2CAF9F8-F2C6-4EF5-92E4-F89FCD0750B4}" dt="2021-01-12T04:39:53.274" v="15" actId="700"/>
          <ac:spMkLst>
            <pc:docMk/>
            <pc:sldMk cId="172008769" sldId="372"/>
            <ac:spMk id="4" creationId="{09A94BC2-F42C-4D26-AFF8-47587794D6DB}"/>
          </ac:spMkLst>
        </pc:spChg>
        <pc:spChg chg="del mod ord">
          <ac:chgData name="鈴木 秀規" userId="f68c5fd9-22d5-4c0a-9833-7fb0f5135313" providerId="ADAL" clId="{F2CAF9F8-F2C6-4EF5-92E4-F89FCD0750B4}" dt="2021-01-12T04:39:53.274" v="15" actId="700"/>
          <ac:spMkLst>
            <pc:docMk/>
            <pc:sldMk cId="172008769" sldId="372"/>
            <ac:spMk id="5" creationId="{582A0B60-E9CC-4AAA-BC40-C52C15034634}"/>
          </ac:spMkLst>
        </pc:spChg>
        <pc:spChg chg="add mod ord">
          <ac:chgData name="鈴木 秀規" userId="f68c5fd9-22d5-4c0a-9833-7fb0f5135313" providerId="ADAL" clId="{F2CAF9F8-F2C6-4EF5-92E4-F89FCD0750B4}" dt="2021-01-12T04:42:45.469" v="105"/>
          <ac:spMkLst>
            <pc:docMk/>
            <pc:sldMk cId="172008769" sldId="372"/>
            <ac:spMk id="6" creationId="{3706AB8D-A382-42EF-9DE4-041BFCABF741}"/>
          </ac:spMkLst>
        </pc:spChg>
        <pc:spChg chg="add mod ord">
          <ac:chgData name="鈴木 秀規" userId="f68c5fd9-22d5-4c0a-9833-7fb0f5135313" providerId="ADAL" clId="{F2CAF9F8-F2C6-4EF5-92E4-F89FCD0750B4}" dt="2021-01-12T04:41:32.672" v="38" actId="14100"/>
          <ac:spMkLst>
            <pc:docMk/>
            <pc:sldMk cId="172008769" sldId="372"/>
            <ac:spMk id="7" creationId="{672739A4-DFB9-47C7-9258-80F9236238A4}"/>
          </ac:spMkLst>
        </pc:spChg>
        <pc:spChg chg="add mod ord">
          <ac:chgData name="鈴木 秀規" userId="f68c5fd9-22d5-4c0a-9833-7fb0f5135313" providerId="ADAL" clId="{F2CAF9F8-F2C6-4EF5-92E4-F89FCD0750B4}" dt="2021-01-12T04:41:26.967" v="36" actId="14100"/>
          <ac:spMkLst>
            <pc:docMk/>
            <pc:sldMk cId="172008769" sldId="372"/>
            <ac:spMk id="8" creationId="{1A8BB172-35AF-4185-A46A-ED93D3A7D7C5}"/>
          </ac:spMkLst>
        </pc:spChg>
        <pc:spChg chg="add mod ord">
          <ac:chgData name="鈴木 秀規" userId="f68c5fd9-22d5-4c0a-9833-7fb0f5135313" providerId="ADAL" clId="{F2CAF9F8-F2C6-4EF5-92E4-F89FCD0750B4}" dt="2021-01-12T04:39:53.274" v="15" actId="700"/>
          <ac:spMkLst>
            <pc:docMk/>
            <pc:sldMk cId="172008769" sldId="372"/>
            <ac:spMk id="9" creationId="{C8049898-5D79-42B6-B7CD-2DF86C0BA5FA}"/>
          </ac:spMkLst>
        </pc:spChg>
        <pc:spChg chg="add mod">
          <ac:chgData name="鈴木 秀規" userId="f68c5fd9-22d5-4c0a-9833-7fb0f5135313" providerId="ADAL" clId="{F2CAF9F8-F2C6-4EF5-92E4-F89FCD0750B4}" dt="2021-01-12T04:40:41.557" v="26" actId="14100"/>
          <ac:spMkLst>
            <pc:docMk/>
            <pc:sldMk cId="172008769" sldId="372"/>
            <ac:spMk id="10" creationId="{0AFC5742-3896-4E4B-91EB-5143E04BDFE8}"/>
          </ac:spMkLst>
        </pc:spChg>
      </pc:sldChg>
      <pc:sldChg chg="addSp delSp modSp new mod modClrScheme chgLayout">
        <pc:chgData name="鈴木 秀規" userId="f68c5fd9-22d5-4c0a-9833-7fb0f5135313" providerId="ADAL" clId="{F2CAF9F8-F2C6-4EF5-92E4-F89FCD0750B4}" dt="2021-01-12T04:42:02.973" v="42"/>
        <pc:sldMkLst>
          <pc:docMk/>
          <pc:sldMk cId="1008457363" sldId="373"/>
        </pc:sldMkLst>
        <pc:spChg chg="del mod ord">
          <ac:chgData name="鈴木 秀規" userId="f68c5fd9-22d5-4c0a-9833-7fb0f5135313" providerId="ADAL" clId="{F2CAF9F8-F2C6-4EF5-92E4-F89FCD0750B4}" dt="2021-01-12T04:40:55.323" v="29" actId="700"/>
          <ac:spMkLst>
            <pc:docMk/>
            <pc:sldMk cId="1008457363" sldId="373"/>
            <ac:spMk id="2" creationId="{D5A74365-A189-4C93-B3B0-6C8512FA2BB5}"/>
          </ac:spMkLst>
        </pc:spChg>
        <pc:spChg chg="mod ord">
          <ac:chgData name="鈴木 秀規" userId="f68c5fd9-22d5-4c0a-9833-7fb0f5135313" providerId="ADAL" clId="{F2CAF9F8-F2C6-4EF5-92E4-F89FCD0750B4}" dt="2021-01-12T04:40:55.323" v="29" actId="700"/>
          <ac:spMkLst>
            <pc:docMk/>
            <pc:sldMk cId="1008457363" sldId="373"/>
            <ac:spMk id="3" creationId="{F54F27B3-DDBF-476A-AD49-46F9A05EE6D4}"/>
          </ac:spMkLst>
        </pc:spChg>
        <pc:spChg chg="mod ord">
          <ac:chgData name="鈴木 秀規" userId="f68c5fd9-22d5-4c0a-9833-7fb0f5135313" providerId="ADAL" clId="{F2CAF9F8-F2C6-4EF5-92E4-F89FCD0750B4}" dt="2021-01-12T04:40:55.323" v="29" actId="700"/>
          <ac:spMkLst>
            <pc:docMk/>
            <pc:sldMk cId="1008457363" sldId="373"/>
            <ac:spMk id="4" creationId="{BFC7A35D-1013-4B1B-8268-48793F136D4C}"/>
          </ac:spMkLst>
        </pc:spChg>
        <pc:spChg chg="del mod ord">
          <ac:chgData name="鈴木 秀規" userId="f68c5fd9-22d5-4c0a-9833-7fb0f5135313" providerId="ADAL" clId="{F2CAF9F8-F2C6-4EF5-92E4-F89FCD0750B4}" dt="2021-01-12T04:40:55.323" v="29" actId="700"/>
          <ac:spMkLst>
            <pc:docMk/>
            <pc:sldMk cId="1008457363" sldId="373"/>
            <ac:spMk id="5" creationId="{9EA3119A-959C-4217-9181-5382384A593C}"/>
          </ac:spMkLst>
        </pc:spChg>
        <pc:spChg chg="add mod ord">
          <ac:chgData name="鈴木 秀規" userId="f68c5fd9-22d5-4c0a-9833-7fb0f5135313" providerId="ADAL" clId="{F2CAF9F8-F2C6-4EF5-92E4-F89FCD0750B4}" dt="2021-01-12T04:42:02.973" v="42"/>
          <ac:spMkLst>
            <pc:docMk/>
            <pc:sldMk cId="1008457363" sldId="373"/>
            <ac:spMk id="6" creationId="{0F81E6C4-7841-4153-9948-3830F64F1715}"/>
          </ac:spMkLst>
        </pc:spChg>
        <pc:spChg chg="add mod ord">
          <ac:chgData name="鈴木 秀規" userId="f68c5fd9-22d5-4c0a-9833-7fb0f5135313" providerId="ADAL" clId="{F2CAF9F8-F2C6-4EF5-92E4-F89FCD0750B4}" dt="2021-01-12T04:41:52.814" v="41" actId="12"/>
          <ac:spMkLst>
            <pc:docMk/>
            <pc:sldMk cId="1008457363" sldId="373"/>
            <ac:spMk id="7" creationId="{159221FC-71BC-49E4-B207-1A3CE6BB9F63}"/>
          </ac:spMkLst>
        </pc:spChg>
        <pc:spChg chg="add mod ord">
          <ac:chgData name="鈴木 秀規" userId="f68c5fd9-22d5-4c0a-9833-7fb0f5135313" providerId="ADAL" clId="{F2CAF9F8-F2C6-4EF5-92E4-F89FCD0750B4}" dt="2021-01-12T04:41:18.178" v="34" actId="14100"/>
          <ac:spMkLst>
            <pc:docMk/>
            <pc:sldMk cId="1008457363" sldId="373"/>
            <ac:spMk id="8" creationId="{DC47DB6E-DE5F-461B-8DA6-D7E7BFB3D9CA}"/>
          </ac:spMkLst>
        </pc:spChg>
        <pc:spChg chg="add mod ord">
          <ac:chgData name="鈴木 秀規" userId="f68c5fd9-22d5-4c0a-9833-7fb0f5135313" providerId="ADAL" clId="{F2CAF9F8-F2C6-4EF5-92E4-F89FCD0750B4}" dt="2021-01-12T04:40:55.323" v="29" actId="700"/>
          <ac:spMkLst>
            <pc:docMk/>
            <pc:sldMk cId="1008457363" sldId="373"/>
            <ac:spMk id="9" creationId="{3B4B4B26-E1BE-4F2F-85DB-B4EB50CCB2D1}"/>
          </ac:spMkLst>
        </pc:spChg>
      </pc:sldChg>
      <pc:sldChg chg="addSp delSp modSp new mod modClrScheme chgLayout">
        <pc:chgData name="鈴木 秀規" userId="f68c5fd9-22d5-4c0a-9833-7fb0f5135313" providerId="ADAL" clId="{F2CAF9F8-F2C6-4EF5-92E4-F89FCD0750B4}" dt="2021-01-12T04:44:51.548" v="147"/>
        <pc:sldMkLst>
          <pc:docMk/>
          <pc:sldMk cId="3737915234" sldId="374"/>
        </pc:sldMkLst>
        <pc:spChg chg="mod ord">
          <ac:chgData name="鈴木 秀規" userId="f68c5fd9-22d5-4c0a-9833-7fb0f5135313" providerId="ADAL" clId="{F2CAF9F8-F2C6-4EF5-92E4-F89FCD0750B4}" dt="2021-01-12T04:44:33.807" v="142" actId="700"/>
          <ac:spMkLst>
            <pc:docMk/>
            <pc:sldMk cId="3737915234" sldId="374"/>
            <ac:spMk id="2" creationId="{9466E67F-A1F2-462A-8B06-314F87C8BA83}"/>
          </ac:spMkLst>
        </pc:spChg>
        <pc:spChg chg="mod ord">
          <ac:chgData name="鈴木 秀規" userId="f68c5fd9-22d5-4c0a-9833-7fb0f5135313" providerId="ADAL" clId="{F2CAF9F8-F2C6-4EF5-92E4-F89FCD0750B4}" dt="2021-01-12T04:44:33.807" v="142" actId="700"/>
          <ac:spMkLst>
            <pc:docMk/>
            <pc:sldMk cId="3737915234" sldId="374"/>
            <ac:spMk id="3" creationId="{1DE0415C-E48A-4AF4-8F9E-DB5D2F3B8DC4}"/>
          </ac:spMkLst>
        </pc:spChg>
        <pc:spChg chg="mod ord">
          <ac:chgData name="鈴木 秀規" userId="f68c5fd9-22d5-4c0a-9833-7fb0f5135313" providerId="ADAL" clId="{F2CAF9F8-F2C6-4EF5-92E4-F89FCD0750B4}" dt="2021-01-12T04:44:33.807" v="142" actId="700"/>
          <ac:spMkLst>
            <pc:docMk/>
            <pc:sldMk cId="3737915234" sldId="374"/>
            <ac:spMk id="4" creationId="{36FC556F-0723-4C5F-A039-1D203A1D9525}"/>
          </ac:spMkLst>
        </pc:spChg>
        <pc:spChg chg="del mod ord">
          <ac:chgData name="鈴木 秀規" userId="f68c5fd9-22d5-4c0a-9833-7fb0f5135313" providerId="ADAL" clId="{F2CAF9F8-F2C6-4EF5-92E4-F89FCD0750B4}" dt="2021-01-12T04:44:33.807" v="142" actId="700"/>
          <ac:spMkLst>
            <pc:docMk/>
            <pc:sldMk cId="3737915234" sldId="374"/>
            <ac:spMk id="5" creationId="{9D708A63-5874-4698-9BE5-1B78DC29678C}"/>
          </ac:spMkLst>
        </pc:spChg>
        <pc:spChg chg="add mod ord">
          <ac:chgData name="鈴木 秀規" userId="f68c5fd9-22d5-4c0a-9833-7fb0f5135313" providerId="ADAL" clId="{F2CAF9F8-F2C6-4EF5-92E4-F89FCD0750B4}" dt="2021-01-12T04:44:51.548" v="147"/>
          <ac:spMkLst>
            <pc:docMk/>
            <pc:sldMk cId="3737915234" sldId="374"/>
            <ac:spMk id="6" creationId="{C432C4E8-0B5A-4C2B-8846-B339E936A91E}"/>
          </ac:spMkLst>
        </pc:spChg>
        <pc:spChg chg="add mod ord">
          <ac:chgData name="鈴木 秀規" userId="f68c5fd9-22d5-4c0a-9833-7fb0f5135313" providerId="ADAL" clId="{F2CAF9F8-F2C6-4EF5-92E4-F89FCD0750B4}" dt="2021-01-12T04:44:42.958" v="144"/>
          <ac:spMkLst>
            <pc:docMk/>
            <pc:sldMk cId="3737915234" sldId="374"/>
            <ac:spMk id="7" creationId="{31C02CBD-7ED6-4CBF-A496-E15298AADFDF}"/>
          </ac:spMkLst>
        </pc:spChg>
        <pc:spChg chg="add mod ord">
          <ac:chgData name="鈴木 秀規" userId="f68c5fd9-22d5-4c0a-9833-7fb0f5135313" providerId="ADAL" clId="{F2CAF9F8-F2C6-4EF5-92E4-F89FCD0750B4}" dt="2021-01-12T04:44:33.807" v="142" actId="700"/>
          <ac:spMkLst>
            <pc:docMk/>
            <pc:sldMk cId="3737915234" sldId="374"/>
            <ac:spMk id="8" creationId="{D6FFEB15-7139-462A-8791-46ED965A014E}"/>
          </ac:spMkLst>
        </pc:spChg>
      </pc:sldChg>
      <pc:sldMasterChg chg="delSldLayout">
        <pc:chgData name="鈴木 秀規" userId="f68c5fd9-22d5-4c0a-9833-7fb0f5135313" providerId="ADAL" clId="{F2CAF9F8-F2C6-4EF5-92E4-F89FCD0750B4}" dt="2021-01-12T04:42:06.007" v="43" actId="2696"/>
        <pc:sldMasterMkLst>
          <pc:docMk/>
          <pc:sldMasterMk cId="2644497443" sldId="2147483665"/>
        </pc:sldMasterMkLst>
        <pc:sldLayoutChg chg="del">
          <pc:chgData name="鈴木 秀規" userId="f68c5fd9-22d5-4c0a-9833-7fb0f5135313" providerId="ADAL" clId="{F2CAF9F8-F2C6-4EF5-92E4-F89FCD0750B4}" dt="2021-01-12T04:42:06.007" v="43" actId="2696"/>
          <pc:sldLayoutMkLst>
            <pc:docMk/>
            <pc:sldMasterMk cId="2644497443" sldId="2147483665"/>
            <pc:sldLayoutMk cId="3199053706" sldId="2147483673"/>
          </pc:sldLayoutMkLst>
        </pc:sldLayoutChg>
      </pc:sldMasterChg>
    </pc:docChg>
  </pc:docChgLst>
  <pc:docChgLst>
    <pc:chgData name="鈴木 秀規" userId="f68c5fd9-22d5-4c0a-9833-7fb0f5135313" providerId="ADAL" clId="{08638EF6-D777-4C0B-B3AC-F96EA920AE28}"/>
    <pc:docChg chg="undo custSel addSld delSld modSld">
      <pc:chgData name="鈴木 秀規" userId="f68c5fd9-22d5-4c0a-9833-7fb0f5135313" providerId="ADAL" clId="{08638EF6-D777-4C0B-B3AC-F96EA920AE28}" dt="2021-01-26T05:25:46.933" v="140" actId="14100"/>
      <pc:docMkLst>
        <pc:docMk/>
      </pc:docMkLst>
      <pc:sldChg chg="modSp mod">
        <pc:chgData name="鈴木 秀規" userId="f68c5fd9-22d5-4c0a-9833-7fb0f5135313" providerId="ADAL" clId="{08638EF6-D777-4C0B-B3AC-F96EA920AE28}" dt="2021-01-26T05:15:53.098" v="18" actId="14100"/>
        <pc:sldMkLst>
          <pc:docMk/>
          <pc:sldMk cId="0" sldId="256"/>
        </pc:sldMkLst>
        <pc:spChg chg="mod">
          <ac:chgData name="鈴木 秀規" userId="f68c5fd9-22d5-4c0a-9833-7fb0f5135313" providerId="ADAL" clId="{08638EF6-D777-4C0B-B3AC-F96EA920AE28}" dt="2021-01-26T05:15:53.098" v="18" actId="14100"/>
          <ac:spMkLst>
            <pc:docMk/>
            <pc:sldMk cId="0" sldId="256"/>
            <ac:spMk id="56" creationId="{00000000-0000-0000-0000-000000000000}"/>
          </ac:spMkLst>
        </pc:spChg>
      </pc:sldChg>
      <pc:sldChg chg="addSp delSp modSp new mod modClrScheme chgLayout">
        <pc:chgData name="鈴木 秀規" userId="f68c5fd9-22d5-4c0a-9833-7fb0f5135313" providerId="ADAL" clId="{08638EF6-D777-4C0B-B3AC-F96EA920AE28}" dt="2021-01-26T05:18:58.554" v="68" actId="20577"/>
        <pc:sldMkLst>
          <pc:docMk/>
          <pc:sldMk cId="1859091905" sldId="362"/>
        </pc:sldMkLst>
        <pc:spChg chg="del mod ord">
          <ac:chgData name="鈴木 秀規" userId="f68c5fd9-22d5-4c0a-9833-7fb0f5135313" providerId="ADAL" clId="{08638EF6-D777-4C0B-B3AC-F96EA920AE28}" dt="2021-01-26T05:16:11.335" v="21" actId="700"/>
          <ac:spMkLst>
            <pc:docMk/>
            <pc:sldMk cId="1859091905" sldId="362"/>
            <ac:spMk id="2" creationId="{4CBF5B66-7AA2-455B-BB64-AE2435551191}"/>
          </ac:spMkLst>
        </pc:spChg>
        <pc:spChg chg="del mod ord">
          <ac:chgData name="鈴木 秀規" userId="f68c5fd9-22d5-4c0a-9833-7fb0f5135313" providerId="ADAL" clId="{08638EF6-D777-4C0B-B3AC-F96EA920AE28}" dt="2021-01-26T05:16:11.335" v="21" actId="700"/>
          <ac:spMkLst>
            <pc:docMk/>
            <pc:sldMk cId="1859091905" sldId="362"/>
            <ac:spMk id="3" creationId="{1C6FA6B5-2ABF-4944-A196-C3D0F717D6DD}"/>
          </ac:spMkLst>
        </pc:spChg>
        <pc:spChg chg="mod ord">
          <ac:chgData name="鈴木 秀規" userId="f68c5fd9-22d5-4c0a-9833-7fb0f5135313" providerId="ADAL" clId="{08638EF6-D777-4C0B-B3AC-F96EA920AE28}" dt="2021-01-26T05:16:11.335" v="21" actId="700"/>
          <ac:spMkLst>
            <pc:docMk/>
            <pc:sldMk cId="1859091905" sldId="362"/>
            <ac:spMk id="4" creationId="{D6DC238B-EE56-4E60-9254-5D7461C2FECA}"/>
          </ac:spMkLst>
        </pc:spChg>
        <pc:spChg chg="mod ord">
          <ac:chgData name="鈴木 秀規" userId="f68c5fd9-22d5-4c0a-9833-7fb0f5135313" providerId="ADAL" clId="{08638EF6-D777-4C0B-B3AC-F96EA920AE28}" dt="2021-01-26T05:16:11.335" v="21" actId="700"/>
          <ac:spMkLst>
            <pc:docMk/>
            <pc:sldMk cId="1859091905" sldId="362"/>
            <ac:spMk id="5" creationId="{CAF52E47-E0BD-4CE1-8C78-272007650A0D}"/>
          </ac:spMkLst>
        </pc:spChg>
        <pc:spChg chg="del">
          <ac:chgData name="鈴木 秀規" userId="f68c5fd9-22d5-4c0a-9833-7fb0f5135313" providerId="ADAL" clId="{08638EF6-D777-4C0B-B3AC-F96EA920AE28}" dt="2021-01-26T05:16:11.335" v="21" actId="700"/>
          <ac:spMkLst>
            <pc:docMk/>
            <pc:sldMk cId="1859091905" sldId="362"/>
            <ac:spMk id="6" creationId="{79872133-46EE-42C3-B6F5-3AE94028958F}"/>
          </ac:spMkLst>
        </pc:spChg>
        <pc:spChg chg="add mod ord">
          <ac:chgData name="鈴木 秀規" userId="f68c5fd9-22d5-4c0a-9833-7fb0f5135313" providerId="ADAL" clId="{08638EF6-D777-4C0B-B3AC-F96EA920AE28}" dt="2021-01-26T05:17:31.196" v="24"/>
          <ac:spMkLst>
            <pc:docMk/>
            <pc:sldMk cId="1859091905" sldId="362"/>
            <ac:spMk id="7" creationId="{58177CF6-E256-4D88-B489-5F2EFF09AC4C}"/>
          </ac:spMkLst>
        </pc:spChg>
        <pc:spChg chg="add mod ord">
          <ac:chgData name="鈴木 秀規" userId="f68c5fd9-22d5-4c0a-9833-7fb0f5135313" providerId="ADAL" clId="{08638EF6-D777-4C0B-B3AC-F96EA920AE28}" dt="2021-01-26T05:18:58.554" v="68" actId="20577"/>
          <ac:spMkLst>
            <pc:docMk/>
            <pc:sldMk cId="1859091905" sldId="362"/>
            <ac:spMk id="8" creationId="{C57C43D1-E1C5-418D-A114-931FDA96CE3D}"/>
          </ac:spMkLst>
        </pc:spChg>
        <pc:picChg chg="add mod">
          <ac:chgData name="鈴木 秀規" userId="f68c5fd9-22d5-4c0a-9833-7fb0f5135313" providerId="ADAL" clId="{08638EF6-D777-4C0B-B3AC-F96EA920AE28}" dt="2021-01-26T05:17:56.352" v="28" actId="1076"/>
          <ac:picMkLst>
            <pc:docMk/>
            <pc:sldMk cId="1859091905" sldId="362"/>
            <ac:picMk id="9" creationId="{BA5D05B1-6F0D-4655-AFC1-495F71BCF81C}"/>
          </ac:picMkLst>
        </pc:picChg>
        <pc:picChg chg="add mod">
          <ac:chgData name="鈴木 秀規" userId="f68c5fd9-22d5-4c0a-9833-7fb0f5135313" providerId="ADAL" clId="{08638EF6-D777-4C0B-B3AC-F96EA920AE28}" dt="2021-01-26T05:17:56.352" v="28" actId="1076"/>
          <ac:picMkLst>
            <pc:docMk/>
            <pc:sldMk cId="1859091905" sldId="362"/>
            <ac:picMk id="10" creationId="{899D8770-B1F7-436F-BE7F-0F92A7770FDF}"/>
          </ac:picMkLst>
        </pc:picChg>
      </pc:sldChg>
      <pc:sldChg chg="addSp delSp modSp new mod">
        <pc:chgData name="鈴木 秀規" userId="f68c5fd9-22d5-4c0a-9833-7fb0f5135313" providerId="ADAL" clId="{08638EF6-D777-4C0B-B3AC-F96EA920AE28}" dt="2021-01-26T05:21:22.847" v="98" actId="1076"/>
        <pc:sldMkLst>
          <pc:docMk/>
          <pc:sldMk cId="2364365537" sldId="363"/>
        </pc:sldMkLst>
        <pc:spChg chg="mod">
          <ac:chgData name="鈴木 秀規" userId="f68c5fd9-22d5-4c0a-9833-7fb0f5135313" providerId="ADAL" clId="{08638EF6-D777-4C0B-B3AC-F96EA920AE28}" dt="2021-01-26T05:19:36.856" v="70"/>
          <ac:spMkLst>
            <pc:docMk/>
            <pc:sldMk cId="2364365537" sldId="363"/>
            <ac:spMk id="3" creationId="{B640D129-B6CB-4C83-B970-246D59D57573}"/>
          </ac:spMkLst>
        </pc:spChg>
        <pc:spChg chg="mod">
          <ac:chgData name="鈴木 秀規" userId="f68c5fd9-22d5-4c0a-9833-7fb0f5135313" providerId="ADAL" clId="{08638EF6-D777-4C0B-B3AC-F96EA920AE28}" dt="2021-01-26T05:19:50.758" v="73" actId="14100"/>
          <ac:spMkLst>
            <pc:docMk/>
            <pc:sldMk cId="2364365537" sldId="363"/>
            <ac:spMk id="5" creationId="{B57261C1-F514-40BE-AAF2-BA12D96EEC29}"/>
          </ac:spMkLst>
        </pc:spChg>
        <pc:spChg chg="add mod">
          <ac:chgData name="鈴木 秀規" userId="f68c5fd9-22d5-4c0a-9833-7fb0f5135313" providerId="ADAL" clId="{08638EF6-D777-4C0B-B3AC-F96EA920AE28}" dt="2021-01-26T05:20:52.991" v="88" actId="1076"/>
          <ac:spMkLst>
            <pc:docMk/>
            <pc:sldMk cId="2364365537" sldId="363"/>
            <ac:spMk id="9" creationId="{E22A0353-8EA1-4FD8-A39C-49D9187B8256}"/>
          </ac:spMkLst>
        </pc:spChg>
        <pc:picChg chg="add del mod">
          <ac:chgData name="鈴木 秀規" userId="f68c5fd9-22d5-4c0a-9833-7fb0f5135313" providerId="ADAL" clId="{08638EF6-D777-4C0B-B3AC-F96EA920AE28}" dt="2021-01-26T05:20:32.232" v="82" actId="478"/>
          <ac:picMkLst>
            <pc:docMk/>
            <pc:sldMk cId="2364365537" sldId="363"/>
            <ac:picMk id="6" creationId="{993F232B-F330-49C7-8CFF-CFCD402F49F4}"/>
          </ac:picMkLst>
        </pc:picChg>
        <pc:picChg chg="add mod">
          <ac:chgData name="鈴木 秀規" userId="f68c5fd9-22d5-4c0a-9833-7fb0f5135313" providerId="ADAL" clId="{08638EF6-D777-4C0B-B3AC-F96EA920AE28}" dt="2021-01-26T05:20:57.696" v="89" actId="14100"/>
          <ac:picMkLst>
            <pc:docMk/>
            <pc:sldMk cId="2364365537" sldId="363"/>
            <ac:picMk id="8" creationId="{763A5F80-3D1F-4918-9FDD-53A678F1CC4C}"/>
          </ac:picMkLst>
        </pc:picChg>
        <pc:picChg chg="add mod">
          <ac:chgData name="鈴木 秀規" userId="f68c5fd9-22d5-4c0a-9833-7fb0f5135313" providerId="ADAL" clId="{08638EF6-D777-4C0B-B3AC-F96EA920AE28}" dt="2021-01-26T05:21:14.092" v="94" actId="14100"/>
          <ac:picMkLst>
            <pc:docMk/>
            <pc:sldMk cId="2364365537" sldId="363"/>
            <ac:picMk id="10" creationId="{FBDEFDB1-0089-42FD-AE86-6574A2FA16DF}"/>
          </ac:picMkLst>
        </pc:picChg>
        <pc:picChg chg="add mod">
          <ac:chgData name="鈴木 秀規" userId="f68c5fd9-22d5-4c0a-9833-7fb0f5135313" providerId="ADAL" clId="{08638EF6-D777-4C0B-B3AC-F96EA920AE28}" dt="2021-01-26T05:21:22.847" v="98" actId="1076"/>
          <ac:picMkLst>
            <pc:docMk/>
            <pc:sldMk cId="2364365537" sldId="363"/>
            <ac:picMk id="11" creationId="{05719BC9-65AB-4C7B-9FC7-0A3C1B55521D}"/>
          </ac:picMkLst>
        </pc:picChg>
        <pc:picChg chg="add mod">
          <ac:chgData name="鈴木 秀規" userId="f68c5fd9-22d5-4c0a-9833-7fb0f5135313" providerId="ADAL" clId="{08638EF6-D777-4C0B-B3AC-F96EA920AE28}" dt="2021-01-26T05:21:19.192" v="96" actId="1076"/>
          <ac:picMkLst>
            <pc:docMk/>
            <pc:sldMk cId="2364365537" sldId="363"/>
            <ac:picMk id="12" creationId="{860637D5-85A1-4BFF-AD71-F43936BDB20B}"/>
          </ac:picMkLst>
        </pc:picChg>
      </pc:sldChg>
      <pc:sldChg chg="addSp modSp new mod">
        <pc:chgData name="鈴木 秀規" userId="f68c5fd9-22d5-4c0a-9833-7fb0f5135313" providerId="ADAL" clId="{08638EF6-D777-4C0B-B3AC-F96EA920AE28}" dt="2021-01-26T05:22:08.016" v="105" actId="1076"/>
        <pc:sldMkLst>
          <pc:docMk/>
          <pc:sldMk cId="2741627324" sldId="364"/>
        </pc:sldMkLst>
        <pc:spChg chg="mod">
          <ac:chgData name="鈴木 秀規" userId="f68c5fd9-22d5-4c0a-9833-7fb0f5135313" providerId="ADAL" clId="{08638EF6-D777-4C0B-B3AC-F96EA920AE28}" dt="2021-01-26T05:21:46.356" v="100"/>
          <ac:spMkLst>
            <pc:docMk/>
            <pc:sldMk cId="2741627324" sldId="364"/>
            <ac:spMk id="3" creationId="{B4DA3833-1318-40D9-AD12-6A36AD1AFCBA}"/>
          </ac:spMkLst>
        </pc:spChg>
        <pc:spChg chg="mod">
          <ac:chgData name="鈴木 秀規" userId="f68c5fd9-22d5-4c0a-9833-7fb0f5135313" providerId="ADAL" clId="{08638EF6-D777-4C0B-B3AC-F96EA920AE28}" dt="2021-01-26T05:22:03.812" v="103" actId="14100"/>
          <ac:spMkLst>
            <pc:docMk/>
            <pc:sldMk cId="2741627324" sldId="364"/>
            <ac:spMk id="5" creationId="{3EDB9DE5-251B-463B-B6D4-B3B16D2E8021}"/>
          </ac:spMkLst>
        </pc:spChg>
        <pc:picChg chg="add mod">
          <ac:chgData name="鈴木 秀規" userId="f68c5fd9-22d5-4c0a-9833-7fb0f5135313" providerId="ADAL" clId="{08638EF6-D777-4C0B-B3AC-F96EA920AE28}" dt="2021-01-26T05:22:08.016" v="105" actId="1076"/>
          <ac:picMkLst>
            <pc:docMk/>
            <pc:sldMk cId="2741627324" sldId="364"/>
            <ac:picMk id="6" creationId="{58B423EC-130A-4687-A843-790DB5B5F07B}"/>
          </ac:picMkLst>
        </pc:picChg>
      </pc:sldChg>
      <pc:sldChg chg="modSp new mod">
        <pc:chgData name="鈴木 秀規" userId="f68c5fd9-22d5-4c0a-9833-7fb0f5135313" providerId="ADAL" clId="{08638EF6-D777-4C0B-B3AC-F96EA920AE28}" dt="2021-01-26T05:23:15.844" v="115" actId="2710"/>
        <pc:sldMkLst>
          <pc:docMk/>
          <pc:sldMk cId="2463410247" sldId="365"/>
        </pc:sldMkLst>
        <pc:spChg chg="mod">
          <ac:chgData name="鈴木 秀規" userId="f68c5fd9-22d5-4c0a-9833-7fb0f5135313" providerId="ADAL" clId="{08638EF6-D777-4C0B-B3AC-F96EA920AE28}" dt="2021-01-26T05:22:27.921" v="107"/>
          <ac:spMkLst>
            <pc:docMk/>
            <pc:sldMk cId="2463410247" sldId="365"/>
            <ac:spMk id="3" creationId="{A7622962-8E8E-4B0A-B95C-5C847044E3A9}"/>
          </ac:spMkLst>
        </pc:spChg>
        <pc:spChg chg="mod">
          <ac:chgData name="鈴木 秀規" userId="f68c5fd9-22d5-4c0a-9833-7fb0f5135313" providerId="ADAL" clId="{08638EF6-D777-4C0B-B3AC-F96EA920AE28}" dt="2021-01-26T05:23:15.844" v="115" actId="2710"/>
          <ac:spMkLst>
            <pc:docMk/>
            <pc:sldMk cId="2463410247" sldId="365"/>
            <ac:spMk id="5" creationId="{D828DF36-6DEE-4664-A888-D5E7FA24C8BF}"/>
          </ac:spMkLst>
        </pc:spChg>
      </pc:sldChg>
      <pc:sldChg chg="addSp modSp new mod">
        <pc:chgData name="鈴木 秀規" userId="f68c5fd9-22d5-4c0a-9833-7fb0f5135313" providerId="ADAL" clId="{08638EF6-D777-4C0B-B3AC-F96EA920AE28}" dt="2021-01-26T05:25:46.933" v="140" actId="14100"/>
        <pc:sldMkLst>
          <pc:docMk/>
          <pc:sldMk cId="2468282938" sldId="366"/>
        </pc:sldMkLst>
        <pc:spChg chg="mod">
          <ac:chgData name="鈴木 秀規" userId="f68c5fd9-22d5-4c0a-9833-7fb0f5135313" providerId="ADAL" clId="{08638EF6-D777-4C0B-B3AC-F96EA920AE28}" dt="2021-01-26T05:23:59.930" v="117"/>
          <ac:spMkLst>
            <pc:docMk/>
            <pc:sldMk cId="2468282938" sldId="366"/>
            <ac:spMk id="3" creationId="{DCF72238-40A0-49B2-BCDA-0F4FC7B049CE}"/>
          </ac:spMkLst>
        </pc:spChg>
        <pc:spChg chg="mod">
          <ac:chgData name="鈴木 秀規" userId="f68c5fd9-22d5-4c0a-9833-7fb0f5135313" providerId="ADAL" clId="{08638EF6-D777-4C0B-B3AC-F96EA920AE28}" dt="2021-01-26T05:24:16.360" v="121" actId="14100"/>
          <ac:spMkLst>
            <pc:docMk/>
            <pc:sldMk cId="2468282938" sldId="366"/>
            <ac:spMk id="5" creationId="{74B6BD97-612C-4CA8-8A5C-7C81E7891880}"/>
          </ac:spMkLst>
        </pc:spChg>
        <pc:spChg chg="add mod">
          <ac:chgData name="鈴木 秀規" userId="f68c5fd9-22d5-4c0a-9833-7fb0f5135313" providerId="ADAL" clId="{08638EF6-D777-4C0B-B3AC-F96EA920AE28}" dt="2021-01-26T05:25:10.477" v="131" actId="1076"/>
          <ac:spMkLst>
            <pc:docMk/>
            <pc:sldMk cId="2468282938" sldId="366"/>
            <ac:spMk id="6" creationId="{71674804-97F6-4D1A-B06A-C8494D885214}"/>
          </ac:spMkLst>
        </pc:spChg>
        <pc:spChg chg="add mod">
          <ac:chgData name="鈴木 秀規" userId="f68c5fd9-22d5-4c0a-9833-7fb0f5135313" providerId="ADAL" clId="{08638EF6-D777-4C0B-B3AC-F96EA920AE28}" dt="2021-01-26T05:25:17.214" v="132" actId="571"/>
          <ac:spMkLst>
            <pc:docMk/>
            <pc:sldMk cId="2468282938" sldId="366"/>
            <ac:spMk id="7" creationId="{EAB6021F-3697-4137-B487-BDABD536A412}"/>
          </ac:spMkLst>
        </pc:spChg>
        <pc:spChg chg="add mod">
          <ac:chgData name="鈴木 秀規" userId="f68c5fd9-22d5-4c0a-9833-7fb0f5135313" providerId="ADAL" clId="{08638EF6-D777-4C0B-B3AC-F96EA920AE28}" dt="2021-01-26T05:25:46.933" v="140" actId="14100"/>
          <ac:spMkLst>
            <pc:docMk/>
            <pc:sldMk cId="2468282938" sldId="366"/>
            <ac:spMk id="8" creationId="{8AF68B02-7758-40C3-B9B1-151583045834}"/>
          </ac:spMkLst>
        </pc:spChg>
      </pc:sldChg>
      <pc:sldChg chg="del">
        <pc:chgData name="鈴木 秀規" userId="f68c5fd9-22d5-4c0a-9833-7fb0f5135313" providerId="ADAL" clId="{08638EF6-D777-4C0B-B3AC-F96EA920AE28}" dt="2021-01-26T05:16:05.009" v="19" actId="2696"/>
        <pc:sldMkLst>
          <pc:docMk/>
          <pc:sldMk cId="172008769" sldId="372"/>
        </pc:sldMkLst>
      </pc:sldChg>
      <pc:sldChg chg="del">
        <pc:chgData name="鈴木 秀規" userId="f68c5fd9-22d5-4c0a-9833-7fb0f5135313" providerId="ADAL" clId="{08638EF6-D777-4C0B-B3AC-F96EA920AE28}" dt="2021-01-26T05:16:05.009" v="19" actId="2696"/>
        <pc:sldMkLst>
          <pc:docMk/>
          <pc:sldMk cId="1907161375" sldId="375"/>
        </pc:sldMkLst>
      </pc:sldChg>
      <pc:sldChg chg="del">
        <pc:chgData name="鈴木 秀規" userId="f68c5fd9-22d5-4c0a-9833-7fb0f5135313" providerId="ADAL" clId="{08638EF6-D777-4C0B-B3AC-F96EA920AE28}" dt="2021-01-26T05:16:05.009" v="19" actId="2696"/>
        <pc:sldMkLst>
          <pc:docMk/>
          <pc:sldMk cId="2720488262" sldId="376"/>
        </pc:sldMkLst>
      </pc:sldChg>
      <pc:sldChg chg="del">
        <pc:chgData name="鈴木 秀規" userId="f68c5fd9-22d5-4c0a-9833-7fb0f5135313" providerId="ADAL" clId="{08638EF6-D777-4C0B-B3AC-F96EA920AE28}" dt="2021-01-26T05:16:05.009" v="19" actId="2696"/>
        <pc:sldMkLst>
          <pc:docMk/>
          <pc:sldMk cId="3649920568" sldId="377"/>
        </pc:sldMkLst>
      </pc:sldChg>
      <pc:sldChg chg="del">
        <pc:chgData name="鈴木 秀規" userId="f68c5fd9-22d5-4c0a-9833-7fb0f5135313" providerId="ADAL" clId="{08638EF6-D777-4C0B-B3AC-F96EA920AE28}" dt="2021-01-26T05:16:05.009" v="19" actId="2696"/>
        <pc:sldMkLst>
          <pc:docMk/>
          <pc:sldMk cId="958544309" sldId="379"/>
        </pc:sldMkLst>
      </pc:sldChg>
      <pc:sldChg chg="del">
        <pc:chgData name="鈴木 秀規" userId="f68c5fd9-22d5-4c0a-9833-7fb0f5135313" providerId="ADAL" clId="{08638EF6-D777-4C0B-B3AC-F96EA920AE28}" dt="2021-01-26T05:16:05.009" v="19" actId="2696"/>
        <pc:sldMkLst>
          <pc:docMk/>
          <pc:sldMk cId="690129785" sldId="380"/>
        </pc:sldMkLst>
      </pc:sldChg>
      <pc:sldChg chg="del">
        <pc:chgData name="鈴木 秀規" userId="f68c5fd9-22d5-4c0a-9833-7fb0f5135313" providerId="ADAL" clId="{08638EF6-D777-4C0B-B3AC-F96EA920AE28}" dt="2021-01-26T05:16:05.009" v="19" actId="2696"/>
        <pc:sldMkLst>
          <pc:docMk/>
          <pc:sldMk cId="2547390421" sldId="381"/>
        </pc:sldMkLst>
      </pc:sldChg>
    </pc:docChg>
  </pc:docChgLst>
  <pc:docChgLst>
    <pc:chgData name="鈴木 秀規" userId="f68c5fd9-22d5-4c0a-9833-7fb0f5135313" providerId="ADAL" clId="{31AF745B-ECEE-4C51-8828-E2A47B117181}"/>
    <pc:docChg chg="undo custSel addSld delSld modSld">
      <pc:chgData name="鈴木 秀規" userId="f68c5fd9-22d5-4c0a-9833-7fb0f5135313" providerId="ADAL" clId="{31AF745B-ECEE-4C51-8828-E2A47B117181}" dt="2021-01-26T06:43:26.060" v="923" actId="207"/>
      <pc:docMkLst>
        <pc:docMk/>
      </pc:docMkLst>
      <pc:sldChg chg="addSp delSp modSp mod chgLayout">
        <pc:chgData name="鈴木 秀規" userId="f68c5fd9-22d5-4c0a-9833-7fb0f5135313" providerId="ADAL" clId="{31AF745B-ECEE-4C51-8828-E2A47B117181}" dt="2021-01-26T05:27:18.174" v="2" actId="6264"/>
        <pc:sldMkLst>
          <pc:docMk/>
          <pc:sldMk cId="0" sldId="256"/>
        </pc:sldMkLst>
        <pc:spChg chg="add del mod">
          <ac:chgData name="鈴木 秀規" userId="f68c5fd9-22d5-4c0a-9833-7fb0f5135313" providerId="ADAL" clId="{31AF745B-ECEE-4C51-8828-E2A47B117181}" dt="2021-01-26T05:27:18.174" v="2" actId="6264"/>
          <ac:spMkLst>
            <pc:docMk/>
            <pc:sldMk cId="0" sldId="256"/>
            <ac:spMk id="2" creationId="{AAC1F4E5-4919-40F8-BC22-DB091A09B42E}"/>
          </ac:spMkLst>
        </pc:spChg>
        <pc:spChg chg="mod ord">
          <ac:chgData name="鈴木 秀規" userId="f68c5fd9-22d5-4c0a-9833-7fb0f5135313" providerId="ADAL" clId="{31AF745B-ECEE-4C51-8828-E2A47B117181}" dt="2021-01-26T05:27:18.174" v="2" actId="6264"/>
          <ac:spMkLst>
            <pc:docMk/>
            <pc:sldMk cId="0" sldId="256"/>
            <ac:spMk id="3" creationId="{1AF37D55-893C-40DE-8876-567A09F9C298}"/>
          </ac:spMkLst>
        </pc:spChg>
        <pc:spChg chg="add del mod">
          <ac:chgData name="鈴木 秀規" userId="f68c5fd9-22d5-4c0a-9833-7fb0f5135313" providerId="ADAL" clId="{31AF745B-ECEE-4C51-8828-E2A47B117181}" dt="2021-01-26T05:27:18.174" v="2" actId="6264"/>
          <ac:spMkLst>
            <pc:docMk/>
            <pc:sldMk cId="0" sldId="256"/>
            <ac:spMk id="4" creationId="{99B5B906-E3DE-4475-819B-52FC435D0AAC}"/>
          </ac:spMkLst>
        </pc:spChg>
        <pc:spChg chg="mod ord">
          <ac:chgData name="鈴木 秀規" userId="f68c5fd9-22d5-4c0a-9833-7fb0f5135313" providerId="ADAL" clId="{31AF745B-ECEE-4C51-8828-E2A47B117181}" dt="2021-01-26T05:27:18.174" v="2" actId="6264"/>
          <ac:spMkLst>
            <pc:docMk/>
            <pc:sldMk cId="0" sldId="256"/>
            <ac:spMk id="56" creationId="{00000000-0000-0000-0000-000000000000}"/>
          </ac:spMkLst>
        </pc:spChg>
      </pc:sldChg>
      <pc:sldChg chg="addSp delSp modSp mod chgLayout">
        <pc:chgData name="鈴木 秀規" userId="f68c5fd9-22d5-4c0a-9833-7fb0f5135313" providerId="ADAL" clId="{31AF745B-ECEE-4C51-8828-E2A47B117181}" dt="2021-01-26T05:29:25.821" v="38" actId="207"/>
        <pc:sldMkLst>
          <pc:docMk/>
          <pc:sldMk cId="1859091905" sldId="362"/>
        </pc:sldMkLst>
        <pc:spChg chg="add del mod">
          <ac:chgData name="鈴木 秀規" userId="f68c5fd9-22d5-4c0a-9833-7fb0f5135313" providerId="ADAL" clId="{31AF745B-ECEE-4C51-8828-E2A47B117181}" dt="2021-01-26T05:27:45.457" v="5" actId="6264"/>
          <ac:spMkLst>
            <pc:docMk/>
            <pc:sldMk cId="1859091905" sldId="362"/>
            <ac:spMk id="2" creationId="{81D45471-5359-43A1-BA9D-057F21388F8E}"/>
          </ac:spMkLst>
        </pc:spChg>
        <pc:spChg chg="add del mod">
          <ac:chgData name="鈴木 秀規" userId="f68c5fd9-22d5-4c0a-9833-7fb0f5135313" providerId="ADAL" clId="{31AF745B-ECEE-4C51-8828-E2A47B117181}" dt="2021-01-26T05:27:45.457" v="5" actId="6264"/>
          <ac:spMkLst>
            <pc:docMk/>
            <pc:sldMk cId="1859091905" sldId="362"/>
            <ac:spMk id="3" creationId="{E8C900C4-2969-4F59-8149-7EBB2AB18B87}"/>
          </ac:spMkLst>
        </pc:spChg>
        <pc:spChg chg="mod ord">
          <ac:chgData name="鈴木 秀規" userId="f68c5fd9-22d5-4c0a-9833-7fb0f5135313" providerId="ADAL" clId="{31AF745B-ECEE-4C51-8828-E2A47B117181}" dt="2021-01-26T05:27:45.457" v="5" actId="6264"/>
          <ac:spMkLst>
            <pc:docMk/>
            <pc:sldMk cId="1859091905" sldId="362"/>
            <ac:spMk id="4" creationId="{D6DC238B-EE56-4E60-9254-5D7461C2FECA}"/>
          </ac:spMkLst>
        </pc:spChg>
        <pc:spChg chg="mod ord">
          <ac:chgData name="鈴木 秀規" userId="f68c5fd9-22d5-4c0a-9833-7fb0f5135313" providerId="ADAL" clId="{31AF745B-ECEE-4C51-8828-E2A47B117181}" dt="2021-01-26T05:27:45.457" v="5" actId="6264"/>
          <ac:spMkLst>
            <pc:docMk/>
            <pc:sldMk cId="1859091905" sldId="362"/>
            <ac:spMk id="5" creationId="{CAF52E47-E0BD-4CE1-8C78-272007650A0D}"/>
          </ac:spMkLst>
        </pc:spChg>
        <pc:spChg chg="add del mod">
          <ac:chgData name="鈴木 秀規" userId="f68c5fd9-22d5-4c0a-9833-7fb0f5135313" providerId="ADAL" clId="{31AF745B-ECEE-4C51-8828-E2A47B117181}" dt="2021-01-26T05:27:45.457" v="5" actId="6264"/>
          <ac:spMkLst>
            <pc:docMk/>
            <pc:sldMk cId="1859091905" sldId="362"/>
            <ac:spMk id="6" creationId="{03F706AC-E67C-4FBC-B10E-E5C37DE6710B}"/>
          </ac:spMkLst>
        </pc:spChg>
        <pc:spChg chg="mod ord">
          <ac:chgData name="鈴木 秀規" userId="f68c5fd9-22d5-4c0a-9833-7fb0f5135313" providerId="ADAL" clId="{31AF745B-ECEE-4C51-8828-E2A47B117181}" dt="2021-01-26T05:27:45.457" v="5" actId="6264"/>
          <ac:spMkLst>
            <pc:docMk/>
            <pc:sldMk cId="1859091905" sldId="362"/>
            <ac:spMk id="7" creationId="{58177CF6-E256-4D88-B489-5F2EFF09AC4C}"/>
          </ac:spMkLst>
        </pc:spChg>
        <pc:spChg chg="mod ord">
          <ac:chgData name="鈴木 秀規" userId="f68c5fd9-22d5-4c0a-9833-7fb0f5135313" providerId="ADAL" clId="{31AF745B-ECEE-4C51-8828-E2A47B117181}" dt="2021-01-26T05:29:25.821" v="38" actId="207"/>
          <ac:spMkLst>
            <pc:docMk/>
            <pc:sldMk cId="1859091905" sldId="362"/>
            <ac:spMk id="8" creationId="{C57C43D1-E1C5-418D-A114-931FDA96CE3D}"/>
          </ac:spMkLst>
        </pc:spChg>
        <pc:spChg chg="add del mod">
          <ac:chgData name="鈴木 秀規" userId="f68c5fd9-22d5-4c0a-9833-7fb0f5135313" providerId="ADAL" clId="{31AF745B-ECEE-4C51-8828-E2A47B117181}" dt="2021-01-26T05:27:45.457" v="5" actId="6264"/>
          <ac:spMkLst>
            <pc:docMk/>
            <pc:sldMk cId="1859091905" sldId="362"/>
            <ac:spMk id="11" creationId="{1CA23A0F-2EC6-48D9-BA9D-147A13C1712E}"/>
          </ac:spMkLst>
        </pc:spChg>
        <pc:picChg chg="del">
          <ac:chgData name="鈴木 秀規" userId="f68c5fd9-22d5-4c0a-9833-7fb0f5135313" providerId="ADAL" clId="{31AF745B-ECEE-4C51-8828-E2A47B117181}" dt="2021-01-26T05:27:43.713" v="4" actId="478"/>
          <ac:picMkLst>
            <pc:docMk/>
            <pc:sldMk cId="1859091905" sldId="362"/>
            <ac:picMk id="9" creationId="{BA5D05B1-6F0D-4655-AFC1-495F71BCF81C}"/>
          </ac:picMkLst>
        </pc:picChg>
        <pc:picChg chg="del">
          <ac:chgData name="鈴木 秀規" userId="f68c5fd9-22d5-4c0a-9833-7fb0f5135313" providerId="ADAL" clId="{31AF745B-ECEE-4C51-8828-E2A47B117181}" dt="2021-01-26T05:27:43.713" v="4" actId="478"/>
          <ac:picMkLst>
            <pc:docMk/>
            <pc:sldMk cId="1859091905" sldId="362"/>
            <ac:picMk id="10" creationId="{899D8770-B1F7-436F-BE7F-0F92A7770FDF}"/>
          </ac:picMkLst>
        </pc:picChg>
      </pc:sldChg>
      <pc:sldChg chg="del">
        <pc:chgData name="鈴木 秀規" userId="f68c5fd9-22d5-4c0a-9833-7fb0f5135313" providerId="ADAL" clId="{31AF745B-ECEE-4C51-8828-E2A47B117181}" dt="2021-01-26T05:29:36.440" v="39" actId="2696"/>
        <pc:sldMkLst>
          <pc:docMk/>
          <pc:sldMk cId="2364365537" sldId="363"/>
        </pc:sldMkLst>
      </pc:sldChg>
      <pc:sldChg chg="addSp delSp modSp add mod">
        <pc:chgData name="鈴木 秀規" userId="f68c5fd9-22d5-4c0a-9833-7fb0f5135313" providerId="ADAL" clId="{31AF745B-ECEE-4C51-8828-E2A47B117181}" dt="2021-01-26T06:02:00.797" v="427" actId="207"/>
        <pc:sldMkLst>
          <pc:docMk/>
          <pc:sldMk cId="3069677134" sldId="363"/>
        </pc:sldMkLst>
        <pc:spChg chg="add mod">
          <ac:chgData name="鈴木 秀規" userId="f68c5fd9-22d5-4c0a-9833-7fb0f5135313" providerId="ADAL" clId="{31AF745B-ECEE-4C51-8828-E2A47B117181}" dt="2021-01-26T06:02:00.797" v="427" actId="207"/>
          <ac:spMkLst>
            <pc:docMk/>
            <pc:sldMk cId="3069677134" sldId="363"/>
            <ac:spMk id="6" creationId="{38BD198A-45C5-4FAA-840E-91F5B04F0190}"/>
          </ac:spMkLst>
        </pc:spChg>
        <pc:spChg chg="mod">
          <ac:chgData name="鈴木 秀規" userId="f68c5fd9-22d5-4c0a-9833-7fb0f5135313" providerId="ADAL" clId="{31AF745B-ECEE-4C51-8828-E2A47B117181}" dt="2021-01-26T05:29:51.710" v="42"/>
          <ac:spMkLst>
            <pc:docMk/>
            <pc:sldMk cId="3069677134" sldId="363"/>
            <ac:spMk id="7" creationId="{58177CF6-E256-4D88-B489-5F2EFF09AC4C}"/>
          </ac:spMkLst>
        </pc:spChg>
        <pc:spChg chg="mod">
          <ac:chgData name="鈴木 秀規" userId="f68c5fd9-22d5-4c0a-9833-7fb0f5135313" providerId="ADAL" clId="{31AF745B-ECEE-4C51-8828-E2A47B117181}" dt="2021-01-26T05:30:17.469" v="49" actId="14100"/>
          <ac:spMkLst>
            <pc:docMk/>
            <pc:sldMk cId="3069677134" sldId="363"/>
            <ac:spMk id="8" creationId="{C57C43D1-E1C5-418D-A114-931FDA96CE3D}"/>
          </ac:spMkLst>
        </pc:spChg>
        <pc:spChg chg="add mod">
          <ac:chgData name="鈴木 秀規" userId="f68c5fd9-22d5-4c0a-9833-7fb0f5135313" providerId="ADAL" clId="{31AF745B-ECEE-4C51-8828-E2A47B117181}" dt="2021-01-26T06:02:00.797" v="427" actId="207"/>
          <ac:spMkLst>
            <pc:docMk/>
            <pc:sldMk cId="3069677134" sldId="363"/>
            <ac:spMk id="9" creationId="{D2E307B1-7723-43FC-8836-0FD381C2C92D}"/>
          </ac:spMkLst>
        </pc:spChg>
        <pc:spChg chg="add mod ord">
          <ac:chgData name="鈴木 秀規" userId="f68c5fd9-22d5-4c0a-9833-7fb0f5135313" providerId="ADAL" clId="{31AF745B-ECEE-4C51-8828-E2A47B117181}" dt="2021-01-26T05:31:38.336" v="65" actId="164"/>
          <ac:spMkLst>
            <pc:docMk/>
            <pc:sldMk cId="3069677134" sldId="363"/>
            <ac:spMk id="10" creationId="{58889299-DE75-4976-B40D-11F3B12ED1C8}"/>
          </ac:spMkLst>
        </pc:spChg>
        <pc:spChg chg="add mod">
          <ac:chgData name="鈴木 秀規" userId="f68c5fd9-22d5-4c0a-9833-7fb0f5135313" providerId="ADAL" clId="{31AF745B-ECEE-4C51-8828-E2A47B117181}" dt="2021-01-26T05:32:41.392" v="102" actId="122"/>
          <ac:spMkLst>
            <pc:docMk/>
            <pc:sldMk cId="3069677134" sldId="363"/>
            <ac:spMk id="13" creationId="{CC9A591B-F0AA-49CF-82A7-C15FC2982F5C}"/>
          </ac:spMkLst>
        </pc:spChg>
        <pc:spChg chg="add mod">
          <ac:chgData name="鈴木 秀規" userId="f68c5fd9-22d5-4c0a-9833-7fb0f5135313" providerId="ADAL" clId="{31AF745B-ECEE-4C51-8828-E2A47B117181}" dt="2021-01-26T05:32:41.392" v="102" actId="122"/>
          <ac:spMkLst>
            <pc:docMk/>
            <pc:sldMk cId="3069677134" sldId="363"/>
            <ac:spMk id="14" creationId="{30693ED5-8BD0-4764-BF66-1563C369FD82}"/>
          </ac:spMkLst>
        </pc:spChg>
        <pc:spChg chg="add mod">
          <ac:chgData name="鈴木 秀規" userId="f68c5fd9-22d5-4c0a-9833-7fb0f5135313" providerId="ADAL" clId="{31AF745B-ECEE-4C51-8828-E2A47B117181}" dt="2021-01-26T05:33:00.042" v="130" actId="20577"/>
          <ac:spMkLst>
            <pc:docMk/>
            <pc:sldMk cId="3069677134" sldId="363"/>
            <ac:spMk id="15" creationId="{E8764635-AC6A-4789-B1B6-76C4A2E21CA0}"/>
          </ac:spMkLst>
        </pc:spChg>
        <pc:spChg chg="add mod">
          <ac:chgData name="鈴木 秀規" userId="f68c5fd9-22d5-4c0a-9833-7fb0f5135313" providerId="ADAL" clId="{31AF745B-ECEE-4C51-8828-E2A47B117181}" dt="2021-01-26T05:34:04.688" v="144" actId="207"/>
          <ac:spMkLst>
            <pc:docMk/>
            <pc:sldMk cId="3069677134" sldId="363"/>
            <ac:spMk id="16" creationId="{3428C0D5-6ABA-4E8C-86D6-3E0DA01FD8B3}"/>
          </ac:spMkLst>
        </pc:spChg>
        <pc:spChg chg="add mod">
          <ac:chgData name="鈴木 秀規" userId="f68c5fd9-22d5-4c0a-9833-7fb0f5135313" providerId="ADAL" clId="{31AF745B-ECEE-4C51-8828-E2A47B117181}" dt="2021-01-26T05:34:04.688" v="144" actId="207"/>
          <ac:spMkLst>
            <pc:docMk/>
            <pc:sldMk cId="3069677134" sldId="363"/>
            <ac:spMk id="17" creationId="{04420666-7F7C-4D8D-A79D-FA917CF5CA9C}"/>
          </ac:spMkLst>
        </pc:spChg>
        <pc:spChg chg="add mod">
          <ac:chgData name="鈴木 秀規" userId="f68c5fd9-22d5-4c0a-9833-7fb0f5135313" providerId="ADAL" clId="{31AF745B-ECEE-4C51-8828-E2A47B117181}" dt="2021-01-26T05:34:04.688" v="144" actId="207"/>
          <ac:spMkLst>
            <pc:docMk/>
            <pc:sldMk cId="3069677134" sldId="363"/>
            <ac:spMk id="18" creationId="{4D78CBCE-AC2A-4063-B0FB-4EB18C3B7078}"/>
          </ac:spMkLst>
        </pc:spChg>
        <pc:spChg chg="add mod">
          <ac:chgData name="鈴木 秀規" userId="f68c5fd9-22d5-4c0a-9833-7fb0f5135313" providerId="ADAL" clId="{31AF745B-ECEE-4C51-8828-E2A47B117181}" dt="2021-01-26T05:35:36.609" v="147" actId="208"/>
          <ac:spMkLst>
            <pc:docMk/>
            <pc:sldMk cId="3069677134" sldId="363"/>
            <ac:spMk id="19" creationId="{83B1D786-7A83-47F7-869E-20FB625672DD}"/>
          </ac:spMkLst>
        </pc:spChg>
        <pc:spChg chg="add mod">
          <ac:chgData name="鈴木 秀規" userId="f68c5fd9-22d5-4c0a-9833-7fb0f5135313" providerId="ADAL" clId="{31AF745B-ECEE-4C51-8828-E2A47B117181}" dt="2021-01-26T05:35:36.609" v="147" actId="208"/>
          <ac:spMkLst>
            <pc:docMk/>
            <pc:sldMk cId="3069677134" sldId="363"/>
            <ac:spMk id="20" creationId="{D8B38DF2-D9DD-4078-9912-0C892AE020A4}"/>
          </ac:spMkLst>
        </pc:spChg>
        <pc:spChg chg="add mod">
          <ac:chgData name="鈴木 秀規" userId="f68c5fd9-22d5-4c0a-9833-7fb0f5135313" providerId="ADAL" clId="{31AF745B-ECEE-4C51-8828-E2A47B117181}" dt="2021-01-26T05:35:36.609" v="147" actId="208"/>
          <ac:spMkLst>
            <pc:docMk/>
            <pc:sldMk cId="3069677134" sldId="363"/>
            <ac:spMk id="21" creationId="{EA4F305F-B6E2-40BE-AC86-52FFA99EFB3C}"/>
          </ac:spMkLst>
        </pc:spChg>
        <pc:spChg chg="add mod">
          <ac:chgData name="鈴木 秀規" userId="f68c5fd9-22d5-4c0a-9833-7fb0f5135313" providerId="ADAL" clId="{31AF745B-ECEE-4C51-8828-E2A47B117181}" dt="2021-01-26T05:35:36.609" v="147" actId="208"/>
          <ac:spMkLst>
            <pc:docMk/>
            <pc:sldMk cId="3069677134" sldId="363"/>
            <ac:spMk id="22" creationId="{0CD52328-B3FC-4632-85D5-EE521EC8DE29}"/>
          </ac:spMkLst>
        </pc:spChg>
        <pc:spChg chg="add mod">
          <ac:chgData name="鈴木 秀規" userId="f68c5fd9-22d5-4c0a-9833-7fb0f5135313" providerId="ADAL" clId="{31AF745B-ECEE-4C51-8828-E2A47B117181}" dt="2021-01-26T05:35:36.609" v="147" actId="208"/>
          <ac:spMkLst>
            <pc:docMk/>
            <pc:sldMk cId="3069677134" sldId="363"/>
            <ac:spMk id="23" creationId="{3303D6ED-CBB3-4BA1-9F51-AA71707D9F8F}"/>
          </ac:spMkLst>
        </pc:spChg>
        <pc:grpChg chg="add mod">
          <ac:chgData name="鈴木 秀規" userId="f68c5fd9-22d5-4c0a-9833-7fb0f5135313" providerId="ADAL" clId="{31AF745B-ECEE-4C51-8828-E2A47B117181}" dt="2021-01-26T05:32:46.794" v="103" actId="1076"/>
          <ac:grpSpMkLst>
            <pc:docMk/>
            <pc:sldMk cId="3069677134" sldId="363"/>
            <ac:grpSpMk id="12" creationId="{045A9BF9-4DCC-4D05-ABAC-B81EA2A3B824}"/>
          </ac:grpSpMkLst>
        </pc:grpChg>
        <pc:picChg chg="add mod">
          <ac:chgData name="鈴木 秀規" userId="f68c5fd9-22d5-4c0a-9833-7fb0f5135313" providerId="ADAL" clId="{31AF745B-ECEE-4C51-8828-E2A47B117181}" dt="2021-01-26T05:31:38.336" v="65" actId="164"/>
          <ac:picMkLst>
            <pc:docMk/>
            <pc:sldMk cId="3069677134" sldId="363"/>
            <ac:picMk id="3" creationId="{3FA39F5F-8AAB-42FB-BCE4-E2F2F280C031}"/>
          </ac:picMkLst>
        </pc:picChg>
        <pc:picChg chg="add del mod">
          <ac:chgData name="鈴木 秀規" userId="f68c5fd9-22d5-4c0a-9833-7fb0f5135313" providerId="ADAL" clId="{31AF745B-ECEE-4C51-8828-E2A47B117181}" dt="2021-01-26T05:30:54.281" v="55" actId="478"/>
          <ac:picMkLst>
            <pc:docMk/>
            <pc:sldMk cId="3069677134" sldId="363"/>
            <ac:picMk id="11" creationId="{743A604D-2762-43E7-B3F5-E40759F0A3EA}"/>
          </ac:picMkLst>
        </pc:picChg>
      </pc:sldChg>
      <pc:sldChg chg="addSp modSp new mod">
        <pc:chgData name="鈴木 秀規" userId="f68c5fd9-22d5-4c0a-9833-7fb0f5135313" providerId="ADAL" clId="{31AF745B-ECEE-4C51-8828-E2A47B117181}" dt="2021-01-26T05:38:26.733" v="163" actId="14100"/>
        <pc:sldMkLst>
          <pc:docMk/>
          <pc:sldMk cId="2175104273" sldId="364"/>
        </pc:sldMkLst>
        <pc:spChg chg="mod">
          <ac:chgData name="鈴木 秀規" userId="f68c5fd9-22d5-4c0a-9833-7fb0f5135313" providerId="ADAL" clId="{31AF745B-ECEE-4C51-8828-E2A47B117181}" dt="2021-01-26T05:37:30.386" v="149"/>
          <ac:spMkLst>
            <pc:docMk/>
            <pc:sldMk cId="2175104273" sldId="364"/>
            <ac:spMk id="3" creationId="{68A200FD-AC57-4315-913B-56C0E750E146}"/>
          </ac:spMkLst>
        </pc:spChg>
        <pc:spChg chg="mod">
          <ac:chgData name="鈴木 秀規" userId="f68c5fd9-22d5-4c0a-9833-7fb0f5135313" providerId="ADAL" clId="{31AF745B-ECEE-4C51-8828-E2A47B117181}" dt="2021-01-26T05:38:26.733" v="163" actId="14100"/>
          <ac:spMkLst>
            <pc:docMk/>
            <pc:sldMk cId="2175104273" sldId="364"/>
            <ac:spMk id="5" creationId="{63039A32-9C71-4288-8DAD-C20E447795E0}"/>
          </ac:spMkLst>
        </pc:spChg>
        <pc:picChg chg="add mod">
          <ac:chgData name="鈴木 秀規" userId="f68c5fd9-22d5-4c0a-9833-7fb0f5135313" providerId="ADAL" clId="{31AF745B-ECEE-4C51-8828-E2A47B117181}" dt="2021-01-26T05:37:55.190" v="156" actId="1076"/>
          <ac:picMkLst>
            <pc:docMk/>
            <pc:sldMk cId="2175104273" sldId="364"/>
            <ac:picMk id="6" creationId="{48526432-448A-4B53-AA05-85009A3CA012}"/>
          </ac:picMkLst>
        </pc:picChg>
      </pc:sldChg>
      <pc:sldChg chg="del">
        <pc:chgData name="鈴木 秀規" userId="f68c5fd9-22d5-4c0a-9833-7fb0f5135313" providerId="ADAL" clId="{31AF745B-ECEE-4C51-8828-E2A47B117181}" dt="2021-01-26T05:29:36.440" v="39" actId="2696"/>
        <pc:sldMkLst>
          <pc:docMk/>
          <pc:sldMk cId="2741627324" sldId="364"/>
        </pc:sldMkLst>
      </pc:sldChg>
      <pc:sldChg chg="addSp modSp new mod">
        <pc:chgData name="鈴木 秀規" userId="f68c5fd9-22d5-4c0a-9833-7fb0f5135313" providerId="ADAL" clId="{31AF745B-ECEE-4C51-8828-E2A47B117181}" dt="2021-01-26T05:40:04.254" v="180" actId="207"/>
        <pc:sldMkLst>
          <pc:docMk/>
          <pc:sldMk cId="1672930496" sldId="365"/>
        </pc:sldMkLst>
        <pc:spChg chg="mod">
          <ac:chgData name="鈴木 秀規" userId="f68c5fd9-22d5-4c0a-9833-7fb0f5135313" providerId="ADAL" clId="{31AF745B-ECEE-4C51-8828-E2A47B117181}" dt="2021-01-26T05:39:10.166" v="165"/>
          <ac:spMkLst>
            <pc:docMk/>
            <pc:sldMk cId="1672930496" sldId="365"/>
            <ac:spMk id="3" creationId="{FC03AFB9-CD6E-4994-8138-120931D53538}"/>
          </ac:spMkLst>
        </pc:spChg>
        <pc:spChg chg="mod">
          <ac:chgData name="鈴木 秀規" userId="f68c5fd9-22d5-4c0a-9833-7fb0f5135313" providerId="ADAL" clId="{31AF745B-ECEE-4C51-8828-E2A47B117181}" dt="2021-01-26T05:40:04.254" v="180" actId="207"/>
          <ac:spMkLst>
            <pc:docMk/>
            <pc:sldMk cId="1672930496" sldId="365"/>
            <ac:spMk id="5" creationId="{EC4F853D-C579-41B5-814B-5663927E9ACA}"/>
          </ac:spMkLst>
        </pc:spChg>
        <pc:picChg chg="add mod">
          <ac:chgData name="鈴木 秀規" userId="f68c5fd9-22d5-4c0a-9833-7fb0f5135313" providerId="ADAL" clId="{31AF745B-ECEE-4C51-8828-E2A47B117181}" dt="2021-01-26T05:39:36.638" v="172" actId="1076"/>
          <ac:picMkLst>
            <pc:docMk/>
            <pc:sldMk cId="1672930496" sldId="365"/>
            <ac:picMk id="6" creationId="{5927628E-87B8-45C1-8363-06C30D78DA31}"/>
          </ac:picMkLst>
        </pc:picChg>
      </pc:sldChg>
      <pc:sldChg chg="del">
        <pc:chgData name="鈴木 秀規" userId="f68c5fd9-22d5-4c0a-9833-7fb0f5135313" providerId="ADAL" clId="{31AF745B-ECEE-4C51-8828-E2A47B117181}" dt="2021-01-26T05:29:36.440" v="39" actId="2696"/>
        <pc:sldMkLst>
          <pc:docMk/>
          <pc:sldMk cId="2463410247" sldId="365"/>
        </pc:sldMkLst>
      </pc:sldChg>
      <pc:sldChg chg="del">
        <pc:chgData name="鈴木 秀規" userId="f68c5fd9-22d5-4c0a-9833-7fb0f5135313" providerId="ADAL" clId="{31AF745B-ECEE-4C51-8828-E2A47B117181}" dt="2021-01-26T05:29:36.440" v="39" actId="2696"/>
        <pc:sldMkLst>
          <pc:docMk/>
          <pc:sldMk cId="2468282938" sldId="366"/>
        </pc:sldMkLst>
      </pc:sldChg>
      <pc:sldChg chg="addSp modSp new mod">
        <pc:chgData name="鈴木 秀規" userId="f68c5fd9-22d5-4c0a-9833-7fb0f5135313" providerId="ADAL" clId="{31AF745B-ECEE-4C51-8828-E2A47B117181}" dt="2021-01-26T05:41:35.974" v="195" actId="207"/>
        <pc:sldMkLst>
          <pc:docMk/>
          <pc:sldMk cId="3813337944" sldId="366"/>
        </pc:sldMkLst>
        <pc:spChg chg="mod">
          <ac:chgData name="鈴木 秀規" userId="f68c5fd9-22d5-4c0a-9833-7fb0f5135313" providerId="ADAL" clId="{31AF745B-ECEE-4C51-8828-E2A47B117181}" dt="2021-01-26T05:40:51.193" v="182"/>
          <ac:spMkLst>
            <pc:docMk/>
            <pc:sldMk cId="3813337944" sldId="366"/>
            <ac:spMk id="3" creationId="{6E45B32F-995B-4AB3-B186-3FFD8D07DCEE}"/>
          </ac:spMkLst>
        </pc:spChg>
        <pc:spChg chg="mod">
          <ac:chgData name="鈴木 秀規" userId="f68c5fd9-22d5-4c0a-9833-7fb0f5135313" providerId="ADAL" clId="{31AF745B-ECEE-4C51-8828-E2A47B117181}" dt="2021-01-26T05:41:35.974" v="195" actId="207"/>
          <ac:spMkLst>
            <pc:docMk/>
            <pc:sldMk cId="3813337944" sldId="366"/>
            <ac:spMk id="5" creationId="{2BB3DC36-EADC-458F-8869-24DE6ADB9A03}"/>
          </ac:spMkLst>
        </pc:spChg>
        <pc:picChg chg="add mod">
          <ac:chgData name="鈴木 秀規" userId="f68c5fd9-22d5-4c0a-9833-7fb0f5135313" providerId="ADAL" clId="{31AF745B-ECEE-4C51-8828-E2A47B117181}" dt="2021-01-26T05:41:23.377" v="193" actId="1035"/>
          <ac:picMkLst>
            <pc:docMk/>
            <pc:sldMk cId="3813337944" sldId="366"/>
            <ac:picMk id="6" creationId="{3B1C6911-2005-4619-B980-DCA4DECDC8ED}"/>
          </ac:picMkLst>
        </pc:picChg>
      </pc:sldChg>
      <pc:sldChg chg="addSp modSp new mod">
        <pc:chgData name="鈴木 秀規" userId="f68c5fd9-22d5-4c0a-9833-7fb0f5135313" providerId="ADAL" clId="{31AF745B-ECEE-4C51-8828-E2A47B117181}" dt="2021-01-26T05:44:37.466" v="237" actId="14100"/>
        <pc:sldMkLst>
          <pc:docMk/>
          <pc:sldMk cId="926421663" sldId="367"/>
        </pc:sldMkLst>
        <pc:spChg chg="mod">
          <ac:chgData name="鈴木 秀規" userId="f68c5fd9-22d5-4c0a-9833-7fb0f5135313" providerId="ADAL" clId="{31AF745B-ECEE-4C51-8828-E2A47B117181}" dt="2021-01-26T05:42:14.150" v="197"/>
          <ac:spMkLst>
            <pc:docMk/>
            <pc:sldMk cId="926421663" sldId="367"/>
            <ac:spMk id="3" creationId="{02EA919B-5C95-4C18-8CFF-A5ACA4DB182E}"/>
          </ac:spMkLst>
        </pc:spChg>
        <pc:spChg chg="mod">
          <ac:chgData name="鈴木 秀規" userId="f68c5fd9-22d5-4c0a-9833-7fb0f5135313" providerId="ADAL" clId="{31AF745B-ECEE-4C51-8828-E2A47B117181}" dt="2021-01-26T05:42:41.558" v="202" actId="207"/>
          <ac:spMkLst>
            <pc:docMk/>
            <pc:sldMk cId="926421663" sldId="367"/>
            <ac:spMk id="5" creationId="{48BF89F5-B1F6-4732-A48D-5FDDE3A0E801}"/>
          </ac:spMkLst>
        </pc:spChg>
        <pc:spChg chg="add mod">
          <ac:chgData name="鈴木 秀規" userId="f68c5fd9-22d5-4c0a-9833-7fb0f5135313" providerId="ADAL" clId="{31AF745B-ECEE-4C51-8828-E2A47B117181}" dt="2021-01-26T05:43:15.354" v="216" actId="14100"/>
          <ac:spMkLst>
            <pc:docMk/>
            <pc:sldMk cId="926421663" sldId="367"/>
            <ac:spMk id="7" creationId="{5D20DD92-21EA-420F-8DAC-3DC8CF59A2C1}"/>
          </ac:spMkLst>
        </pc:spChg>
        <pc:spChg chg="add mod">
          <ac:chgData name="鈴木 秀規" userId="f68c5fd9-22d5-4c0a-9833-7fb0f5135313" providerId="ADAL" clId="{31AF745B-ECEE-4C51-8828-E2A47B117181}" dt="2021-01-26T05:43:25.979" v="220" actId="1076"/>
          <ac:spMkLst>
            <pc:docMk/>
            <pc:sldMk cId="926421663" sldId="367"/>
            <ac:spMk id="8" creationId="{855DD384-E575-4E59-8B92-CF01F5F2C561}"/>
          </ac:spMkLst>
        </pc:spChg>
        <pc:spChg chg="add mod">
          <ac:chgData name="鈴木 秀規" userId="f68c5fd9-22d5-4c0a-9833-7fb0f5135313" providerId="ADAL" clId="{31AF745B-ECEE-4C51-8828-E2A47B117181}" dt="2021-01-26T05:43:49.504" v="230" actId="1076"/>
          <ac:spMkLst>
            <pc:docMk/>
            <pc:sldMk cId="926421663" sldId="367"/>
            <ac:spMk id="9" creationId="{1EDBCA61-2D5E-4A4B-B9C3-159F9F0E76D9}"/>
          </ac:spMkLst>
        </pc:spChg>
        <pc:picChg chg="add mod">
          <ac:chgData name="鈴木 秀規" userId="f68c5fd9-22d5-4c0a-9833-7fb0f5135313" providerId="ADAL" clId="{31AF745B-ECEE-4C51-8828-E2A47B117181}" dt="2021-01-26T05:43:20.219" v="219" actId="1076"/>
          <ac:picMkLst>
            <pc:docMk/>
            <pc:sldMk cId="926421663" sldId="367"/>
            <ac:picMk id="6" creationId="{846C54FA-5739-48C7-AB21-730876D36E88}"/>
          </ac:picMkLst>
        </pc:picChg>
        <pc:cxnChg chg="add mod">
          <ac:chgData name="鈴木 秀規" userId="f68c5fd9-22d5-4c0a-9833-7fb0f5135313" providerId="ADAL" clId="{31AF745B-ECEE-4C51-8828-E2A47B117181}" dt="2021-01-26T05:44:28.770" v="233" actId="14100"/>
          <ac:cxnSpMkLst>
            <pc:docMk/>
            <pc:sldMk cId="926421663" sldId="367"/>
            <ac:cxnSpMk id="10" creationId="{91194AC1-584D-4C3A-B077-94C5154B4399}"/>
          </ac:cxnSpMkLst>
        </pc:cxnChg>
        <pc:cxnChg chg="add mod">
          <ac:chgData name="鈴木 秀規" userId="f68c5fd9-22d5-4c0a-9833-7fb0f5135313" providerId="ADAL" clId="{31AF745B-ECEE-4C51-8828-E2A47B117181}" dt="2021-01-26T05:44:37.466" v="237" actId="14100"/>
          <ac:cxnSpMkLst>
            <pc:docMk/>
            <pc:sldMk cId="926421663" sldId="367"/>
            <ac:cxnSpMk id="13" creationId="{40C146C6-A279-40A2-8FFC-CDF438AD8EC6}"/>
          </ac:cxnSpMkLst>
        </pc:cxnChg>
      </pc:sldChg>
      <pc:sldChg chg="addSp modSp new mod">
        <pc:chgData name="鈴木 秀規" userId="f68c5fd9-22d5-4c0a-9833-7fb0f5135313" providerId="ADAL" clId="{31AF745B-ECEE-4C51-8828-E2A47B117181}" dt="2021-01-26T05:48:56.625" v="261" actId="207"/>
        <pc:sldMkLst>
          <pc:docMk/>
          <pc:sldMk cId="1591258520" sldId="368"/>
        </pc:sldMkLst>
        <pc:spChg chg="mod">
          <ac:chgData name="鈴木 秀規" userId="f68c5fd9-22d5-4c0a-9833-7fb0f5135313" providerId="ADAL" clId="{31AF745B-ECEE-4C51-8828-E2A47B117181}" dt="2021-01-26T05:47:07.331" v="239"/>
          <ac:spMkLst>
            <pc:docMk/>
            <pc:sldMk cId="1591258520" sldId="368"/>
            <ac:spMk id="3" creationId="{F596BC9A-A7A4-4BAC-8F7B-8472A7B4F315}"/>
          </ac:spMkLst>
        </pc:spChg>
        <pc:spChg chg="mod">
          <ac:chgData name="鈴木 秀規" userId="f68c5fd9-22d5-4c0a-9833-7fb0f5135313" providerId="ADAL" clId="{31AF745B-ECEE-4C51-8828-E2A47B117181}" dt="2021-01-26T05:47:27.657" v="243" actId="14100"/>
          <ac:spMkLst>
            <pc:docMk/>
            <pc:sldMk cId="1591258520" sldId="368"/>
            <ac:spMk id="5" creationId="{D8171BAF-394E-4801-BF60-705D3F952BF7}"/>
          </ac:spMkLst>
        </pc:spChg>
        <pc:spChg chg="add mod">
          <ac:chgData name="鈴木 秀規" userId="f68c5fd9-22d5-4c0a-9833-7fb0f5135313" providerId="ADAL" clId="{31AF745B-ECEE-4C51-8828-E2A47B117181}" dt="2021-01-26T05:48:56.625" v="261" actId="207"/>
          <ac:spMkLst>
            <pc:docMk/>
            <pc:sldMk cId="1591258520" sldId="368"/>
            <ac:spMk id="6" creationId="{E9940D2C-EA16-4D24-8B58-85831276F97C}"/>
          </ac:spMkLst>
        </pc:spChg>
        <pc:spChg chg="add mod">
          <ac:chgData name="鈴木 秀規" userId="f68c5fd9-22d5-4c0a-9833-7fb0f5135313" providerId="ADAL" clId="{31AF745B-ECEE-4C51-8828-E2A47B117181}" dt="2021-01-26T05:48:42.364" v="259" actId="20577"/>
          <ac:spMkLst>
            <pc:docMk/>
            <pc:sldMk cId="1591258520" sldId="368"/>
            <ac:spMk id="7" creationId="{127814C8-398F-4FB0-8BFD-8CA89A09E47F}"/>
          </ac:spMkLst>
        </pc:spChg>
      </pc:sldChg>
      <pc:sldChg chg="addSp modSp new mod">
        <pc:chgData name="鈴木 秀規" userId="f68c5fd9-22d5-4c0a-9833-7fb0f5135313" providerId="ADAL" clId="{31AF745B-ECEE-4C51-8828-E2A47B117181}" dt="2021-01-26T05:51:06.501" v="286" actId="207"/>
        <pc:sldMkLst>
          <pc:docMk/>
          <pc:sldMk cId="4005864456" sldId="369"/>
        </pc:sldMkLst>
        <pc:spChg chg="mod">
          <ac:chgData name="鈴木 秀規" userId="f68c5fd9-22d5-4c0a-9833-7fb0f5135313" providerId="ADAL" clId="{31AF745B-ECEE-4C51-8828-E2A47B117181}" dt="2021-01-26T05:49:24.071" v="263"/>
          <ac:spMkLst>
            <pc:docMk/>
            <pc:sldMk cId="4005864456" sldId="369"/>
            <ac:spMk id="3" creationId="{82651AF8-825E-488C-97AE-6777181F4848}"/>
          </ac:spMkLst>
        </pc:spChg>
        <pc:spChg chg="mod">
          <ac:chgData name="鈴木 秀規" userId="f68c5fd9-22d5-4c0a-9833-7fb0f5135313" providerId="ADAL" clId="{31AF745B-ECEE-4C51-8828-E2A47B117181}" dt="2021-01-26T05:49:39.474" v="269" actId="14100"/>
          <ac:spMkLst>
            <pc:docMk/>
            <pc:sldMk cId="4005864456" sldId="369"/>
            <ac:spMk id="5" creationId="{64D92467-3673-4ABC-81DF-B7F0E6026917}"/>
          </ac:spMkLst>
        </pc:spChg>
        <pc:spChg chg="add mod">
          <ac:chgData name="鈴木 秀規" userId="f68c5fd9-22d5-4c0a-9833-7fb0f5135313" providerId="ADAL" clId="{31AF745B-ECEE-4C51-8828-E2A47B117181}" dt="2021-01-26T05:50:13.238" v="275" actId="207"/>
          <ac:spMkLst>
            <pc:docMk/>
            <pc:sldMk cId="4005864456" sldId="369"/>
            <ac:spMk id="6" creationId="{42227182-5641-490B-87D8-0F9C7746E19F}"/>
          </ac:spMkLst>
        </pc:spChg>
        <pc:spChg chg="add mod">
          <ac:chgData name="鈴木 秀規" userId="f68c5fd9-22d5-4c0a-9833-7fb0f5135313" providerId="ADAL" clId="{31AF745B-ECEE-4C51-8828-E2A47B117181}" dt="2021-01-26T05:51:06.501" v="286" actId="207"/>
          <ac:spMkLst>
            <pc:docMk/>
            <pc:sldMk cId="4005864456" sldId="369"/>
            <ac:spMk id="7" creationId="{F7D6E1F9-5D75-44E5-88A9-E91D05C29E75}"/>
          </ac:spMkLst>
        </pc:spChg>
      </pc:sldChg>
      <pc:sldChg chg="addSp modSp new mod">
        <pc:chgData name="鈴木 秀規" userId="f68c5fd9-22d5-4c0a-9833-7fb0f5135313" providerId="ADAL" clId="{31AF745B-ECEE-4C51-8828-E2A47B117181}" dt="2021-01-26T05:53:27.759" v="315" actId="14100"/>
        <pc:sldMkLst>
          <pc:docMk/>
          <pc:sldMk cId="1111639589" sldId="370"/>
        </pc:sldMkLst>
        <pc:spChg chg="mod">
          <ac:chgData name="鈴木 秀規" userId="f68c5fd9-22d5-4c0a-9833-7fb0f5135313" providerId="ADAL" clId="{31AF745B-ECEE-4C51-8828-E2A47B117181}" dt="2021-01-26T05:51:35.742" v="288"/>
          <ac:spMkLst>
            <pc:docMk/>
            <pc:sldMk cId="1111639589" sldId="370"/>
            <ac:spMk id="3" creationId="{A1BBB616-58A6-4DCF-9488-D83FF45930DE}"/>
          </ac:spMkLst>
        </pc:spChg>
        <pc:spChg chg="mod">
          <ac:chgData name="鈴木 秀規" userId="f68c5fd9-22d5-4c0a-9833-7fb0f5135313" providerId="ADAL" clId="{31AF745B-ECEE-4C51-8828-E2A47B117181}" dt="2021-01-26T05:51:55.047" v="292" actId="14100"/>
          <ac:spMkLst>
            <pc:docMk/>
            <pc:sldMk cId="1111639589" sldId="370"/>
            <ac:spMk id="5" creationId="{8A8A797E-89B7-4BD7-88FA-D35416C08F53}"/>
          </ac:spMkLst>
        </pc:spChg>
        <pc:spChg chg="add mod">
          <ac:chgData name="鈴木 秀規" userId="f68c5fd9-22d5-4c0a-9833-7fb0f5135313" providerId="ADAL" clId="{31AF745B-ECEE-4C51-8828-E2A47B117181}" dt="2021-01-26T05:52:20.583" v="303" actId="207"/>
          <ac:spMkLst>
            <pc:docMk/>
            <pc:sldMk cId="1111639589" sldId="370"/>
            <ac:spMk id="6" creationId="{EC63BC0A-320C-4FC3-BF2C-D6A942277324}"/>
          </ac:spMkLst>
        </pc:spChg>
        <pc:spChg chg="add mod">
          <ac:chgData name="鈴木 秀規" userId="f68c5fd9-22d5-4c0a-9833-7fb0f5135313" providerId="ADAL" clId="{31AF745B-ECEE-4C51-8828-E2A47B117181}" dt="2021-01-26T05:52:38.376" v="306" actId="14100"/>
          <ac:spMkLst>
            <pc:docMk/>
            <pc:sldMk cId="1111639589" sldId="370"/>
            <ac:spMk id="7" creationId="{325405FA-6B6E-4A36-8AD9-307989E714CD}"/>
          </ac:spMkLst>
        </pc:spChg>
        <pc:spChg chg="add mod">
          <ac:chgData name="鈴木 秀規" userId="f68c5fd9-22d5-4c0a-9833-7fb0f5135313" providerId="ADAL" clId="{31AF745B-ECEE-4C51-8828-E2A47B117181}" dt="2021-01-26T05:52:47.085" v="308" actId="14100"/>
          <ac:spMkLst>
            <pc:docMk/>
            <pc:sldMk cId="1111639589" sldId="370"/>
            <ac:spMk id="8" creationId="{E4211231-2A54-41D8-A8AB-F44B04A91620}"/>
          </ac:spMkLst>
        </pc:spChg>
        <pc:spChg chg="add mod">
          <ac:chgData name="鈴木 秀規" userId="f68c5fd9-22d5-4c0a-9833-7fb0f5135313" providerId="ADAL" clId="{31AF745B-ECEE-4C51-8828-E2A47B117181}" dt="2021-01-26T05:53:27.759" v="315" actId="14100"/>
          <ac:spMkLst>
            <pc:docMk/>
            <pc:sldMk cId="1111639589" sldId="370"/>
            <ac:spMk id="9" creationId="{BFD16DC8-D589-4F05-9187-58E5D81AA0F3}"/>
          </ac:spMkLst>
        </pc:spChg>
      </pc:sldChg>
      <pc:sldChg chg="addSp delSp modSp new mod">
        <pc:chgData name="鈴木 秀規" userId="f68c5fd9-22d5-4c0a-9833-7fb0f5135313" providerId="ADAL" clId="{31AF745B-ECEE-4C51-8828-E2A47B117181}" dt="2021-01-26T05:56:27.120" v="352" actId="207"/>
        <pc:sldMkLst>
          <pc:docMk/>
          <pc:sldMk cId="1449548173" sldId="371"/>
        </pc:sldMkLst>
        <pc:spChg chg="mod">
          <ac:chgData name="鈴木 秀規" userId="f68c5fd9-22d5-4c0a-9833-7fb0f5135313" providerId="ADAL" clId="{31AF745B-ECEE-4C51-8828-E2A47B117181}" dt="2021-01-26T05:53:44.779" v="317"/>
          <ac:spMkLst>
            <pc:docMk/>
            <pc:sldMk cId="1449548173" sldId="371"/>
            <ac:spMk id="3" creationId="{BC47C131-377F-4C4A-A024-CD67178495EE}"/>
          </ac:spMkLst>
        </pc:spChg>
        <pc:spChg chg="mod">
          <ac:chgData name="鈴木 秀規" userId="f68c5fd9-22d5-4c0a-9833-7fb0f5135313" providerId="ADAL" clId="{31AF745B-ECEE-4C51-8828-E2A47B117181}" dt="2021-01-26T05:53:59.021" v="321" actId="14100"/>
          <ac:spMkLst>
            <pc:docMk/>
            <pc:sldMk cId="1449548173" sldId="371"/>
            <ac:spMk id="5" creationId="{A398E838-A2A7-414A-970E-EA11A895399A}"/>
          </ac:spMkLst>
        </pc:spChg>
        <pc:spChg chg="add del mod">
          <ac:chgData name="鈴木 秀規" userId="f68c5fd9-22d5-4c0a-9833-7fb0f5135313" providerId="ADAL" clId="{31AF745B-ECEE-4C51-8828-E2A47B117181}" dt="2021-01-26T05:54:37.173" v="324" actId="478"/>
          <ac:spMkLst>
            <pc:docMk/>
            <pc:sldMk cId="1449548173" sldId="371"/>
            <ac:spMk id="6" creationId="{20EE99AF-89FE-4A02-A3E1-FD99A56F5AEE}"/>
          </ac:spMkLst>
        </pc:spChg>
        <pc:spChg chg="add del mod">
          <ac:chgData name="鈴木 秀規" userId="f68c5fd9-22d5-4c0a-9833-7fb0f5135313" providerId="ADAL" clId="{31AF745B-ECEE-4C51-8828-E2A47B117181}" dt="2021-01-26T05:54:37.173" v="324" actId="478"/>
          <ac:spMkLst>
            <pc:docMk/>
            <pc:sldMk cId="1449548173" sldId="371"/>
            <ac:spMk id="7" creationId="{A3814B59-5B96-45A1-84A4-AD6CD9B9164C}"/>
          </ac:spMkLst>
        </pc:spChg>
        <pc:spChg chg="add del mod">
          <ac:chgData name="鈴木 秀規" userId="f68c5fd9-22d5-4c0a-9833-7fb0f5135313" providerId="ADAL" clId="{31AF745B-ECEE-4C51-8828-E2A47B117181}" dt="2021-01-26T05:54:37.173" v="324" actId="478"/>
          <ac:spMkLst>
            <pc:docMk/>
            <pc:sldMk cId="1449548173" sldId="371"/>
            <ac:spMk id="8" creationId="{3C6CD0D2-B84A-44AC-A21A-64C2CAE96310}"/>
          </ac:spMkLst>
        </pc:spChg>
        <pc:spChg chg="add mod">
          <ac:chgData name="鈴木 秀規" userId="f68c5fd9-22d5-4c0a-9833-7fb0f5135313" providerId="ADAL" clId="{31AF745B-ECEE-4C51-8828-E2A47B117181}" dt="2021-01-26T05:54:44.543" v="325"/>
          <ac:spMkLst>
            <pc:docMk/>
            <pc:sldMk cId="1449548173" sldId="371"/>
            <ac:spMk id="9" creationId="{B18C3434-8094-4D11-9DCE-11BC3134EB32}"/>
          </ac:spMkLst>
        </pc:spChg>
        <pc:spChg chg="add mod">
          <ac:chgData name="鈴木 秀規" userId="f68c5fd9-22d5-4c0a-9833-7fb0f5135313" providerId="ADAL" clId="{31AF745B-ECEE-4C51-8828-E2A47B117181}" dt="2021-01-26T05:54:44.543" v="325"/>
          <ac:spMkLst>
            <pc:docMk/>
            <pc:sldMk cId="1449548173" sldId="371"/>
            <ac:spMk id="10" creationId="{DF76AE1A-859A-4594-88B7-91BE98A8E033}"/>
          </ac:spMkLst>
        </pc:spChg>
        <pc:spChg chg="add mod">
          <ac:chgData name="鈴木 秀規" userId="f68c5fd9-22d5-4c0a-9833-7fb0f5135313" providerId="ADAL" clId="{31AF745B-ECEE-4C51-8828-E2A47B117181}" dt="2021-01-26T05:54:44.543" v="325"/>
          <ac:spMkLst>
            <pc:docMk/>
            <pc:sldMk cId="1449548173" sldId="371"/>
            <ac:spMk id="11" creationId="{DC219308-7BB1-4571-B6C2-AF593F39CA0D}"/>
          </ac:spMkLst>
        </pc:spChg>
        <pc:spChg chg="add mod">
          <ac:chgData name="鈴木 秀規" userId="f68c5fd9-22d5-4c0a-9833-7fb0f5135313" providerId="ADAL" clId="{31AF745B-ECEE-4C51-8828-E2A47B117181}" dt="2021-01-26T05:56:27.120" v="352" actId="207"/>
          <ac:spMkLst>
            <pc:docMk/>
            <pc:sldMk cId="1449548173" sldId="371"/>
            <ac:spMk id="12" creationId="{D827973A-B285-444D-B8E2-2C1ADF444989}"/>
          </ac:spMkLst>
        </pc:spChg>
        <pc:spChg chg="add mod">
          <ac:chgData name="鈴木 秀規" userId="f68c5fd9-22d5-4c0a-9833-7fb0f5135313" providerId="ADAL" clId="{31AF745B-ECEE-4C51-8828-E2A47B117181}" dt="2021-01-26T05:55:51.921" v="340" actId="1076"/>
          <ac:spMkLst>
            <pc:docMk/>
            <pc:sldMk cId="1449548173" sldId="371"/>
            <ac:spMk id="13" creationId="{090E20F7-1963-4594-A854-A0007B5562F3}"/>
          </ac:spMkLst>
        </pc:spChg>
        <pc:spChg chg="add del mod">
          <ac:chgData name="鈴木 秀規" userId="f68c5fd9-22d5-4c0a-9833-7fb0f5135313" providerId="ADAL" clId="{31AF745B-ECEE-4C51-8828-E2A47B117181}" dt="2021-01-26T05:55:40.547" v="337" actId="478"/>
          <ac:spMkLst>
            <pc:docMk/>
            <pc:sldMk cId="1449548173" sldId="371"/>
            <ac:spMk id="14" creationId="{E8DD0F15-F557-4960-B7CA-8C81D69C2ED8}"/>
          </ac:spMkLst>
        </pc:spChg>
        <pc:spChg chg="add mod">
          <ac:chgData name="鈴木 秀規" userId="f68c5fd9-22d5-4c0a-9833-7fb0f5135313" providerId="ADAL" clId="{31AF745B-ECEE-4C51-8828-E2A47B117181}" dt="2021-01-26T05:55:54.465" v="341" actId="571"/>
          <ac:spMkLst>
            <pc:docMk/>
            <pc:sldMk cId="1449548173" sldId="371"/>
            <ac:spMk id="15" creationId="{E753C64B-05EF-45FD-978D-013CE4F0EFBD}"/>
          </ac:spMkLst>
        </pc:spChg>
        <pc:spChg chg="add mod">
          <ac:chgData name="鈴木 秀規" userId="f68c5fd9-22d5-4c0a-9833-7fb0f5135313" providerId="ADAL" clId="{31AF745B-ECEE-4C51-8828-E2A47B117181}" dt="2021-01-26T05:55:57.256" v="342" actId="571"/>
          <ac:spMkLst>
            <pc:docMk/>
            <pc:sldMk cId="1449548173" sldId="371"/>
            <ac:spMk id="16" creationId="{CCB14EDC-88EE-4401-B02E-6086E5CBABE6}"/>
          </ac:spMkLst>
        </pc:spChg>
        <pc:spChg chg="add mod">
          <ac:chgData name="鈴木 秀規" userId="f68c5fd9-22d5-4c0a-9833-7fb0f5135313" providerId="ADAL" clId="{31AF745B-ECEE-4C51-8828-E2A47B117181}" dt="2021-01-26T05:56:04.338" v="346" actId="1037"/>
          <ac:spMkLst>
            <pc:docMk/>
            <pc:sldMk cId="1449548173" sldId="371"/>
            <ac:spMk id="17" creationId="{F0C64602-7B94-47EE-80D2-378BDFD473FD}"/>
          </ac:spMkLst>
        </pc:spChg>
      </pc:sldChg>
      <pc:sldChg chg="addSp modSp new mod">
        <pc:chgData name="鈴木 秀規" userId="f68c5fd9-22d5-4c0a-9833-7fb0f5135313" providerId="ADAL" clId="{31AF745B-ECEE-4C51-8828-E2A47B117181}" dt="2021-01-26T05:57:30.135" v="366" actId="207"/>
        <pc:sldMkLst>
          <pc:docMk/>
          <pc:sldMk cId="944436562" sldId="372"/>
        </pc:sldMkLst>
        <pc:spChg chg="mod">
          <ac:chgData name="鈴木 秀規" userId="f68c5fd9-22d5-4c0a-9833-7fb0f5135313" providerId="ADAL" clId="{31AF745B-ECEE-4C51-8828-E2A47B117181}" dt="2021-01-26T05:56:41.264" v="354"/>
          <ac:spMkLst>
            <pc:docMk/>
            <pc:sldMk cId="944436562" sldId="372"/>
            <ac:spMk id="3" creationId="{B1C65F3E-F31A-478E-B126-D35EA375B4B9}"/>
          </ac:spMkLst>
        </pc:spChg>
        <pc:spChg chg="mod">
          <ac:chgData name="鈴木 秀規" userId="f68c5fd9-22d5-4c0a-9833-7fb0f5135313" providerId="ADAL" clId="{31AF745B-ECEE-4C51-8828-E2A47B117181}" dt="2021-01-26T05:56:55.555" v="358" actId="14100"/>
          <ac:spMkLst>
            <pc:docMk/>
            <pc:sldMk cId="944436562" sldId="372"/>
            <ac:spMk id="5" creationId="{A3976CD6-7AC6-4459-9B75-3D9965BC48B5}"/>
          </ac:spMkLst>
        </pc:spChg>
        <pc:spChg chg="add mod">
          <ac:chgData name="鈴木 秀規" userId="f68c5fd9-22d5-4c0a-9833-7fb0f5135313" providerId="ADAL" clId="{31AF745B-ECEE-4C51-8828-E2A47B117181}" dt="2021-01-26T05:57:30.135" v="366" actId="207"/>
          <ac:spMkLst>
            <pc:docMk/>
            <pc:sldMk cId="944436562" sldId="372"/>
            <ac:spMk id="6" creationId="{76116D8C-213F-4158-830F-F3C1EB4D300E}"/>
          </ac:spMkLst>
        </pc:spChg>
      </pc:sldChg>
      <pc:sldChg chg="modSp new mod">
        <pc:chgData name="鈴木 秀規" userId="f68c5fd9-22d5-4c0a-9833-7fb0f5135313" providerId="ADAL" clId="{31AF745B-ECEE-4C51-8828-E2A47B117181}" dt="2021-01-26T06:00:43.897" v="419" actId="207"/>
        <pc:sldMkLst>
          <pc:docMk/>
          <pc:sldMk cId="35644827" sldId="373"/>
        </pc:sldMkLst>
        <pc:spChg chg="mod">
          <ac:chgData name="鈴木 秀規" userId="f68c5fd9-22d5-4c0a-9833-7fb0f5135313" providerId="ADAL" clId="{31AF745B-ECEE-4C51-8828-E2A47B117181}" dt="2021-01-26T05:58:05.850" v="368"/>
          <ac:spMkLst>
            <pc:docMk/>
            <pc:sldMk cId="35644827" sldId="373"/>
            <ac:spMk id="3" creationId="{90D8C1E3-2B7F-4D7A-A557-615C8F733A5A}"/>
          </ac:spMkLst>
        </pc:spChg>
        <pc:spChg chg="mod">
          <ac:chgData name="鈴木 秀規" userId="f68c5fd9-22d5-4c0a-9833-7fb0f5135313" providerId="ADAL" clId="{31AF745B-ECEE-4C51-8828-E2A47B117181}" dt="2021-01-26T06:00:43.897" v="419" actId="207"/>
          <ac:spMkLst>
            <pc:docMk/>
            <pc:sldMk cId="35644827" sldId="373"/>
            <ac:spMk id="5" creationId="{A53D55A4-4B24-4FF1-846F-0CB6B88DE619}"/>
          </ac:spMkLst>
        </pc:spChg>
      </pc:sldChg>
      <pc:sldChg chg="addSp modSp new mod">
        <pc:chgData name="鈴木 秀規" userId="f68c5fd9-22d5-4c0a-9833-7fb0f5135313" providerId="ADAL" clId="{31AF745B-ECEE-4C51-8828-E2A47B117181}" dt="2021-01-26T06:02:45.300" v="431" actId="207"/>
        <pc:sldMkLst>
          <pc:docMk/>
          <pc:sldMk cId="3586215112" sldId="374"/>
        </pc:sldMkLst>
        <pc:spChg chg="mod">
          <ac:chgData name="鈴木 秀規" userId="f68c5fd9-22d5-4c0a-9833-7fb0f5135313" providerId="ADAL" clId="{31AF745B-ECEE-4C51-8828-E2A47B117181}" dt="2021-01-26T06:01:06.626" v="421"/>
          <ac:spMkLst>
            <pc:docMk/>
            <pc:sldMk cId="3586215112" sldId="374"/>
            <ac:spMk id="3" creationId="{74D68A83-1EE1-4F3F-974D-BDDEE2D6DE8D}"/>
          </ac:spMkLst>
        </pc:spChg>
        <pc:spChg chg="mod">
          <ac:chgData name="鈴木 秀規" userId="f68c5fd9-22d5-4c0a-9833-7fb0f5135313" providerId="ADAL" clId="{31AF745B-ECEE-4C51-8828-E2A47B117181}" dt="2021-01-26T06:01:38.951" v="425" actId="14100"/>
          <ac:spMkLst>
            <pc:docMk/>
            <pc:sldMk cId="3586215112" sldId="374"/>
            <ac:spMk id="5" creationId="{AF0D17FF-0DBB-4085-9AA1-467745BDFE3D}"/>
          </ac:spMkLst>
        </pc:spChg>
        <pc:spChg chg="add mod">
          <ac:chgData name="鈴木 秀規" userId="f68c5fd9-22d5-4c0a-9833-7fb0f5135313" providerId="ADAL" clId="{31AF745B-ECEE-4C51-8828-E2A47B117181}" dt="2021-01-26T06:02:13.344" v="428" actId="207"/>
          <ac:spMkLst>
            <pc:docMk/>
            <pc:sldMk cId="3586215112" sldId="374"/>
            <ac:spMk id="6" creationId="{0B8A4289-ED12-4E18-B5F7-E7D1B8A16A4C}"/>
          </ac:spMkLst>
        </pc:spChg>
        <pc:spChg chg="add mod">
          <ac:chgData name="鈴木 秀規" userId="f68c5fd9-22d5-4c0a-9833-7fb0f5135313" providerId="ADAL" clId="{31AF745B-ECEE-4C51-8828-E2A47B117181}" dt="2021-01-26T06:02:45.300" v="431" actId="207"/>
          <ac:spMkLst>
            <pc:docMk/>
            <pc:sldMk cId="3586215112" sldId="374"/>
            <ac:spMk id="7" creationId="{F4B9C825-0773-4BD6-8947-DA5740E334B3}"/>
          </ac:spMkLst>
        </pc:spChg>
        <pc:spChg chg="mod">
          <ac:chgData name="鈴木 秀規" userId="f68c5fd9-22d5-4c0a-9833-7fb0f5135313" providerId="ADAL" clId="{31AF745B-ECEE-4C51-8828-E2A47B117181}" dt="2021-01-26T06:02:45.300" v="431" actId="207"/>
          <ac:spMkLst>
            <pc:docMk/>
            <pc:sldMk cId="3586215112" sldId="374"/>
            <ac:spMk id="10" creationId="{1A58A6C4-889B-450F-924F-C9F545EB2A3D}"/>
          </ac:spMkLst>
        </pc:spChg>
        <pc:spChg chg="add mod">
          <ac:chgData name="鈴木 秀規" userId="f68c5fd9-22d5-4c0a-9833-7fb0f5135313" providerId="ADAL" clId="{31AF745B-ECEE-4C51-8828-E2A47B117181}" dt="2021-01-26T06:01:48.608" v="426"/>
          <ac:spMkLst>
            <pc:docMk/>
            <pc:sldMk cId="3586215112" sldId="374"/>
            <ac:spMk id="11" creationId="{785644FA-8A03-4258-8728-9595832CB15E}"/>
          </ac:spMkLst>
        </pc:spChg>
        <pc:spChg chg="add mod">
          <ac:chgData name="鈴木 秀規" userId="f68c5fd9-22d5-4c0a-9833-7fb0f5135313" providerId="ADAL" clId="{31AF745B-ECEE-4C51-8828-E2A47B117181}" dt="2021-01-26T06:01:48.608" v="426"/>
          <ac:spMkLst>
            <pc:docMk/>
            <pc:sldMk cId="3586215112" sldId="374"/>
            <ac:spMk id="12" creationId="{44CA81F1-EBE9-4C1F-B2BB-3C3E1806F921}"/>
          </ac:spMkLst>
        </pc:spChg>
        <pc:spChg chg="add mod">
          <ac:chgData name="鈴木 秀規" userId="f68c5fd9-22d5-4c0a-9833-7fb0f5135313" providerId="ADAL" clId="{31AF745B-ECEE-4C51-8828-E2A47B117181}" dt="2021-01-26T06:01:48.608" v="426"/>
          <ac:spMkLst>
            <pc:docMk/>
            <pc:sldMk cId="3586215112" sldId="374"/>
            <ac:spMk id="13" creationId="{D210470C-7BC6-479C-B32D-52F62FAFF5CE}"/>
          </ac:spMkLst>
        </pc:spChg>
        <pc:spChg chg="add mod">
          <ac:chgData name="鈴木 秀規" userId="f68c5fd9-22d5-4c0a-9833-7fb0f5135313" providerId="ADAL" clId="{31AF745B-ECEE-4C51-8828-E2A47B117181}" dt="2021-01-26T06:01:48.608" v="426"/>
          <ac:spMkLst>
            <pc:docMk/>
            <pc:sldMk cId="3586215112" sldId="374"/>
            <ac:spMk id="14" creationId="{F4BE28F0-CEB5-4A84-AD56-459DC396288E}"/>
          </ac:spMkLst>
        </pc:spChg>
        <pc:spChg chg="add mod">
          <ac:chgData name="鈴木 秀規" userId="f68c5fd9-22d5-4c0a-9833-7fb0f5135313" providerId="ADAL" clId="{31AF745B-ECEE-4C51-8828-E2A47B117181}" dt="2021-01-26T06:01:48.608" v="426"/>
          <ac:spMkLst>
            <pc:docMk/>
            <pc:sldMk cId="3586215112" sldId="374"/>
            <ac:spMk id="15" creationId="{661AEE13-AF85-4E8C-8C36-56CAB1375768}"/>
          </ac:spMkLst>
        </pc:spChg>
        <pc:spChg chg="add mod">
          <ac:chgData name="鈴木 秀規" userId="f68c5fd9-22d5-4c0a-9833-7fb0f5135313" providerId="ADAL" clId="{31AF745B-ECEE-4C51-8828-E2A47B117181}" dt="2021-01-26T06:02:45.300" v="431" actId="207"/>
          <ac:spMkLst>
            <pc:docMk/>
            <pc:sldMk cId="3586215112" sldId="374"/>
            <ac:spMk id="16" creationId="{D1EACF3D-DA3C-4F24-896C-812A2FC32232}"/>
          </ac:spMkLst>
        </pc:spChg>
        <pc:spChg chg="add mod">
          <ac:chgData name="鈴木 秀規" userId="f68c5fd9-22d5-4c0a-9833-7fb0f5135313" providerId="ADAL" clId="{31AF745B-ECEE-4C51-8828-E2A47B117181}" dt="2021-01-26T06:01:48.608" v="426"/>
          <ac:spMkLst>
            <pc:docMk/>
            <pc:sldMk cId="3586215112" sldId="374"/>
            <ac:spMk id="17" creationId="{80B22573-0B48-4DA1-9DEE-17DA1FB51570}"/>
          </ac:spMkLst>
        </pc:spChg>
        <pc:spChg chg="add mod">
          <ac:chgData name="鈴木 秀規" userId="f68c5fd9-22d5-4c0a-9833-7fb0f5135313" providerId="ADAL" clId="{31AF745B-ECEE-4C51-8828-E2A47B117181}" dt="2021-01-26T06:02:45.300" v="431" actId="207"/>
          <ac:spMkLst>
            <pc:docMk/>
            <pc:sldMk cId="3586215112" sldId="374"/>
            <ac:spMk id="18" creationId="{513C1E0F-51B7-4C19-852B-0F5F03C2E927}"/>
          </ac:spMkLst>
        </pc:spChg>
        <pc:spChg chg="add mod">
          <ac:chgData name="鈴木 秀規" userId="f68c5fd9-22d5-4c0a-9833-7fb0f5135313" providerId="ADAL" clId="{31AF745B-ECEE-4C51-8828-E2A47B117181}" dt="2021-01-26T06:01:48.608" v="426"/>
          <ac:spMkLst>
            <pc:docMk/>
            <pc:sldMk cId="3586215112" sldId="374"/>
            <ac:spMk id="19" creationId="{FE000A22-00CE-4A4E-9761-E983CE3DF0EA}"/>
          </ac:spMkLst>
        </pc:spChg>
        <pc:spChg chg="add mod">
          <ac:chgData name="鈴木 秀規" userId="f68c5fd9-22d5-4c0a-9833-7fb0f5135313" providerId="ADAL" clId="{31AF745B-ECEE-4C51-8828-E2A47B117181}" dt="2021-01-26T06:02:45.300" v="431" actId="207"/>
          <ac:spMkLst>
            <pc:docMk/>
            <pc:sldMk cId="3586215112" sldId="374"/>
            <ac:spMk id="20" creationId="{3F0298FF-3F68-4E80-A5AA-D970F1BFBF47}"/>
          </ac:spMkLst>
        </pc:spChg>
        <pc:spChg chg="add mod">
          <ac:chgData name="鈴木 秀規" userId="f68c5fd9-22d5-4c0a-9833-7fb0f5135313" providerId="ADAL" clId="{31AF745B-ECEE-4C51-8828-E2A47B117181}" dt="2021-01-26T06:02:45.300" v="431" actId="207"/>
          <ac:spMkLst>
            <pc:docMk/>
            <pc:sldMk cId="3586215112" sldId="374"/>
            <ac:spMk id="21" creationId="{E5BCB49B-FCEA-418B-89AD-26AC10F600E3}"/>
          </ac:spMkLst>
        </pc:spChg>
        <pc:grpChg chg="add mod">
          <ac:chgData name="鈴木 秀規" userId="f68c5fd9-22d5-4c0a-9833-7fb0f5135313" providerId="ADAL" clId="{31AF745B-ECEE-4C51-8828-E2A47B117181}" dt="2021-01-26T06:02:32.131" v="429" actId="207"/>
          <ac:grpSpMkLst>
            <pc:docMk/>
            <pc:sldMk cId="3586215112" sldId="374"/>
            <ac:grpSpMk id="8" creationId="{38A860E3-00EF-4C43-9483-BB46C4DE9FEB}"/>
          </ac:grpSpMkLst>
        </pc:grpChg>
        <pc:picChg chg="mod">
          <ac:chgData name="鈴木 秀規" userId="f68c5fd9-22d5-4c0a-9833-7fb0f5135313" providerId="ADAL" clId="{31AF745B-ECEE-4C51-8828-E2A47B117181}" dt="2021-01-26T06:02:36.046" v="430" actId="2085"/>
          <ac:picMkLst>
            <pc:docMk/>
            <pc:sldMk cId="3586215112" sldId="374"/>
            <ac:picMk id="9" creationId="{013D4F2E-DF4F-4A12-B460-481349442D09}"/>
          </ac:picMkLst>
        </pc:picChg>
      </pc:sldChg>
      <pc:sldChg chg="addSp delSp modSp new mod">
        <pc:chgData name="鈴木 秀規" userId="f68c5fd9-22d5-4c0a-9833-7fb0f5135313" providerId="ADAL" clId="{31AF745B-ECEE-4C51-8828-E2A47B117181}" dt="2021-01-26T06:04:25.418" v="447" actId="207"/>
        <pc:sldMkLst>
          <pc:docMk/>
          <pc:sldMk cId="3278431197" sldId="375"/>
        </pc:sldMkLst>
        <pc:spChg chg="mod">
          <ac:chgData name="鈴木 秀規" userId="f68c5fd9-22d5-4c0a-9833-7fb0f5135313" providerId="ADAL" clId="{31AF745B-ECEE-4C51-8828-E2A47B117181}" dt="2021-01-26T06:03:09.564" v="433"/>
          <ac:spMkLst>
            <pc:docMk/>
            <pc:sldMk cId="3278431197" sldId="375"/>
            <ac:spMk id="3" creationId="{94A7F50B-029D-4344-A3E9-0852F39D0574}"/>
          </ac:spMkLst>
        </pc:spChg>
        <pc:spChg chg="mod">
          <ac:chgData name="鈴木 秀規" userId="f68c5fd9-22d5-4c0a-9833-7fb0f5135313" providerId="ADAL" clId="{31AF745B-ECEE-4C51-8828-E2A47B117181}" dt="2021-01-26T06:04:25.418" v="447" actId="207"/>
          <ac:spMkLst>
            <pc:docMk/>
            <pc:sldMk cId="3278431197" sldId="375"/>
            <ac:spMk id="5" creationId="{A8AED195-2A30-4E22-8D64-829F1A2C8A9E}"/>
          </ac:spMkLst>
        </pc:spChg>
        <pc:spChg chg="add del">
          <ac:chgData name="鈴木 秀規" userId="f68c5fd9-22d5-4c0a-9833-7fb0f5135313" providerId="ADAL" clId="{31AF745B-ECEE-4C51-8828-E2A47B117181}" dt="2021-01-26T06:03:36.760" v="438" actId="22"/>
          <ac:spMkLst>
            <pc:docMk/>
            <pc:sldMk cId="3278431197" sldId="375"/>
            <ac:spMk id="7" creationId="{04B419E0-8A32-4DA8-9E0C-BCCD4A7E3CB1}"/>
          </ac:spMkLst>
        </pc:spChg>
        <pc:spChg chg="add mod">
          <ac:chgData name="鈴木 秀規" userId="f68c5fd9-22d5-4c0a-9833-7fb0f5135313" providerId="ADAL" clId="{31AF745B-ECEE-4C51-8828-E2A47B117181}" dt="2021-01-26T06:04:16.314" v="445" actId="2711"/>
          <ac:spMkLst>
            <pc:docMk/>
            <pc:sldMk cId="3278431197" sldId="375"/>
            <ac:spMk id="8" creationId="{F61EE197-FC4B-4674-93BC-5A4123AB904B}"/>
          </ac:spMkLst>
        </pc:spChg>
      </pc:sldChg>
      <pc:sldChg chg="addSp modSp new mod">
        <pc:chgData name="鈴木 秀規" userId="f68c5fd9-22d5-4c0a-9833-7fb0f5135313" providerId="ADAL" clId="{31AF745B-ECEE-4C51-8828-E2A47B117181}" dt="2021-01-26T06:06:05.186" v="465" actId="207"/>
        <pc:sldMkLst>
          <pc:docMk/>
          <pc:sldMk cId="3335697102" sldId="376"/>
        </pc:sldMkLst>
        <pc:spChg chg="mod">
          <ac:chgData name="鈴木 秀規" userId="f68c5fd9-22d5-4c0a-9833-7fb0f5135313" providerId="ADAL" clId="{31AF745B-ECEE-4C51-8828-E2A47B117181}" dt="2021-01-26T06:04:44.258" v="449"/>
          <ac:spMkLst>
            <pc:docMk/>
            <pc:sldMk cId="3335697102" sldId="376"/>
            <ac:spMk id="3" creationId="{84CDAE99-51E1-45AD-ABEF-403422322C7B}"/>
          </ac:spMkLst>
        </pc:spChg>
        <pc:spChg chg="mod">
          <ac:chgData name="鈴木 秀規" userId="f68c5fd9-22d5-4c0a-9833-7fb0f5135313" providerId="ADAL" clId="{31AF745B-ECEE-4C51-8828-E2A47B117181}" dt="2021-01-26T06:06:05.186" v="465" actId="207"/>
          <ac:spMkLst>
            <pc:docMk/>
            <pc:sldMk cId="3335697102" sldId="376"/>
            <ac:spMk id="5" creationId="{45CA0F9F-0661-4575-B06E-144A0490A7CF}"/>
          </ac:spMkLst>
        </pc:spChg>
        <pc:picChg chg="add mod">
          <ac:chgData name="鈴木 秀規" userId="f68c5fd9-22d5-4c0a-9833-7fb0f5135313" providerId="ADAL" clId="{31AF745B-ECEE-4C51-8828-E2A47B117181}" dt="2021-01-26T06:05:46.939" v="459" actId="1076"/>
          <ac:picMkLst>
            <pc:docMk/>
            <pc:sldMk cId="3335697102" sldId="376"/>
            <ac:picMk id="6" creationId="{A1B21CC7-914D-4704-A426-7BA33ED50D88}"/>
          </ac:picMkLst>
        </pc:picChg>
      </pc:sldChg>
      <pc:sldChg chg="addSp modSp new mod">
        <pc:chgData name="鈴木 秀規" userId="f68c5fd9-22d5-4c0a-9833-7fb0f5135313" providerId="ADAL" clId="{31AF745B-ECEE-4C51-8828-E2A47B117181}" dt="2021-01-26T06:07:09.151" v="481" actId="14100"/>
        <pc:sldMkLst>
          <pc:docMk/>
          <pc:sldMk cId="1075370688" sldId="377"/>
        </pc:sldMkLst>
        <pc:spChg chg="mod">
          <ac:chgData name="鈴木 秀規" userId="f68c5fd9-22d5-4c0a-9833-7fb0f5135313" providerId="ADAL" clId="{31AF745B-ECEE-4C51-8828-E2A47B117181}" dt="2021-01-26T06:06:19.113" v="467"/>
          <ac:spMkLst>
            <pc:docMk/>
            <pc:sldMk cId="1075370688" sldId="377"/>
            <ac:spMk id="3" creationId="{5902A05F-050D-4547-92B0-FDFB23B15993}"/>
          </ac:spMkLst>
        </pc:spChg>
        <pc:spChg chg="mod">
          <ac:chgData name="鈴木 秀規" userId="f68c5fd9-22d5-4c0a-9833-7fb0f5135313" providerId="ADAL" clId="{31AF745B-ECEE-4C51-8828-E2A47B117181}" dt="2021-01-26T06:06:40.182" v="470" actId="14100"/>
          <ac:spMkLst>
            <pc:docMk/>
            <pc:sldMk cId="1075370688" sldId="377"/>
            <ac:spMk id="5" creationId="{343594CE-8AC7-47D0-9120-E9E98483AA2E}"/>
          </ac:spMkLst>
        </pc:spChg>
        <pc:spChg chg="add mod">
          <ac:chgData name="鈴木 秀規" userId="f68c5fd9-22d5-4c0a-9833-7fb0f5135313" providerId="ADAL" clId="{31AF745B-ECEE-4C51-8828-E2A47B117181}" dt="2021-01-26T06:07:09.151" v="481" actId="14100"/>
          <ac:spMkLst>
            <pc:docMk/>
            <pc:sldMk cId="1075370688" sldId="377"/>
            <ac:spMk id="7" creationId="{B7182EBC-6550-4E14-B8CE-0A438FACA553}"/>
          </ac:spMkLst>
        </pc:spChg>
        <pc:picChg chg="add mod">
          <ac:chgData name="鈴木 秀規" userId="f68c5fd9-22d5-4c0a-9833-7fb0f5135313" providerId="ADAL" clId="{31AF745B-ECEE-4C51-8828-E2A47B117181}" dt="2021-01-26T06:06:54.744" v="477" actId="14100"/>
          <ac:picMkLst>
            <pc:docMk/>
            <pc:sldMk cId="1075370688" sldId="377"/>
            <ac:picMk id="6" creationId="{5916466E-AD58-4AB9-BBE1-3BC48071FE35}"/>
          </ac:picMkLst>
        </pc:picChg>
      </pc:sldChg>
      <pc:sldChg chg="addSp modSp new mod">
        <pc:chgData name="鈴木 秀規" userId="f68c5fd9-22d5-4c0a-9833-7fb0f5135313" providerId="ADAL" clId="{31AF745B-ECEE-4C51-8828-E2A47B117181}" dt="2021-01-26T06:08:15.670" v="497" actId="1076"/>
        <pc:sldMkLst>
          <pc:docMk/>
          <pc:sldMk cId="2580646882" sldId="378"/>
        </pc:sldMkLst>
        <pc:spChg chg="mod">
          <ac:chgData name="鈴木 秀規" userId="f68c5fd9-22d5-4c0a-9833-7fb0f5135313" providerId="ADAL" clId="{31AF745B-ECEE-4C51-8828-E2A47B117181}" dt="2021-01-26T06:07:27.101" v="483"/>
          <ac:spMkLst>
            <pc:docMk/>
            <pc:sldMk cId="2580646882" sldId="378"/>
            <ac:spMk id="3" creationId="{F5F1371B-71A4-4508-9B77-DF2662B99B76}"/>
          </ac:spMkLst>
        </pc:spChg>
        <pc:spChg chg="mod">
          <ac:chgData name="鈴木 秀規" userId="f68c5fd9-22d5-4c0a-9833-7fb0f5135313" providerId="ADAL" clId="{31AF745B-ECEE-4C51-8828-E2A47B117181}" dt="2021-01-26T06:08:11.564" v="496" actId="207"/>
          <ac:spMkLst>
            <pc:docMk/>
            <pc:sldMk cId="2580646882" sldId="378"/>
            <ac:spMk id="5" creationId="{703B0AF1-C94F-4BE9-B427-FD46F93BDB88}"/>
          </ac:spMkLst>
        </pc:spChg>
        <pc:picChg chg="add mod">
          <ac:chgData name="鈴木 秀規" userId="f68c5fd9-22d5-4c0a-9833-7fb0f5135313" providerId="ADAL" clId="{31AF745B-ECEE-4C51-8828-E2A47B117181}" dt="2021-01-26T06:08:15.670" v="497" actId="1076"/>
          <ac:picMkLst>
            <pc:docMk/>
            <pc:sldMk cId="2580646882" sldId="378"/>
            <ac:picMk id="6" creationId="{E253F3D9-75D1-411D-BECC-77F0F489DCB0}"/>
          </ac:picMkLst>
        </pc:picChg>
      </pc:sldChg>
      <pc:sldChg chg="addSp modSp new mod">
        <pc:chgData name="鈴木 秀規" userId="f68c5fd9-22d5-4c0a-9833-7fb0f5135313" providerId="ADAL" clId="{31AF745B-ECEE-4C51-8828-E2A47B117181}" dt="2021-01-26T06:09:27.356" v="531" actId="1076"/>
        <pc:sldMkLst>
          <pc:docMk/>
          <pc:sldMk cId="3868544456" sldId="379"/>
        </pc:sldMkLst>
        <pc:spChg chg="mod">
          <ac:chgData name="鈴木 秀規" userId="f68c5fd9-22d5-4c0a-9833-7fb0f5135313" providerId="ADAL" clId="{31AF745B-ECEE-4C51-8828-E2A47B117181}" dt="2021-01-26T06:08:30.695" v="515" actId="20577"/>
          <ac:spMkLst>
            <pc:docMk/>
            <pc:sldMk cId="3868544456" sldId="379"/>
            <ac:spMk id="3" creationId="{9EB609AC-AB06-4D53-BF14-5EA6B1B9539A}"/>
          </ac:spMkLst>
        </pc:spChg>
        <pc:spChg chg="mod">
          <ac:chgData name="鈴木 秀規" userId="f68c5fd9-22d5-4c0a-9833-7fb0f5135313" providerId="ADAL" clId="{31AF745B-ECEE-4C51-8828-E2A47B117181}" dt="2021-01-26T06:08:40.335" v="518" actId="14100"/>
          <ac:spMkLst>
            <pc:docMk/>
            <pc:sldMk cId="3868544456" sldId="379"/>
            <ac:spMk id="5" creationId="{E7676D1F-6FF7-44EB-92F1-BAB6B9F0EFF4}"/>
          </ac:spMkLst>
        </pc:spChg>
        <pc:spChg chg="add mod">
          <ac:chgData name="鈴木 秀規" userId="f68c5fd9-22d5-4c0a-9833-7fb0f5135313" providerId="ADAL" clId="{31AF745B-ECEE-4C51-8828-E2A47B117181}" dt="2021-01-26T06:09:24.847" v="530" actId="14100"/>
          <ac:spMkLst>
            <pc:docMk/>
            <pc:sldMk cId="3868544456" sldId="379"/>
            <ac:spMk id="7" creationId="{C7286050-2DF8-497C-81E3-306493288BC4}"/>
          </ac:spMkLst>
        </pc:spChg>
        <pc:picChg chg="add mod">
          <ac:chgData name="鈴木 秀規" userId="f68c5fd9-22d5-4c0a-9833-7fb0f5135313" providerId="ADAL" clId="{31AF745B-ECEE-4C51-8828-E2A47B117181}" dt="2021-01-26T06:09:27.356" v="531" actId="1076"/>
          <ac:picMkLst>
            <pc:docMk/>
            <pc:sldMk cId="3868544456" sldId="379"/>
            <ac:picMk id="6" creationId="{20E0678B-2E0C-47BA-BAC4-30647E14495E}"/>
          </ac:picMkLst>
        </pc:picChg>
      </pc:sldChg>
      <pc:sldChg chg="addSp modSp new mod">
        <pc:chgData name="鈴木 秀規" userId="f68c5fd9-22d5-4c0a-9833-7fb0f5135313" providerId="ADAL" clId="{31AF745B-ECEE-4C51-8828-E2A47B117181}" dt="2021-01-26T06:10:26.206" v="544" actId="2711"/>
        <pc:sldMkLst>
          <pc:docMk/>
          <pc:sldMk cId="1868720455" sldId="380"/>
        </pc:sldMkLst>
        <pc:spChg chg="mod">
          <ac:chgData name="鈴木 秀規" userId="f68c5fd9-22d5-4c0a-9833-7fb0f5135313" providerId="ADAL" clId="{31AF745B-ECEE-4C51-8828-E2A47B117181}" dt="2021-01-26T06:09:39.286" v="533"/>
          <ac:spMkLst>
            <pc:docMk/>
            <pc:sldMk cId="1868720455" sldId="380"/>
            <ac:spMk id="3" creationId="{2C9F7F4C-4D1A-44F1-8504-3194AD12030E}"/>
          </ac:spMkLst>
        </pc:spChg>
        <pc:spChg chg="mod">
          <ac:chgData name="鈴木 秀規" userId="f68c5fd9-22d5-4c0a-9833-7fb0f5135313" providerId="ADAL" clId="{31AF745B-ECEE-4C51-8828-E2A47B117181}" dt="2021-01-26T06:09:51.095" v="536" actId="14100"/>
          <ac:spMkLst>
            <pc:docMk/>
            <pc:sldMk cId="1868720455" sldId="380"/>
            <ac:spMk id="5" creationId="{67D649D8-E2AC-4205-A3F3-CD0E0162A14B}"/>
          </ac:spMkLst>
        </pc:spChg>
        <pc:spChg chg="add mod">
          <ac:chgData name="鈴木 秀規" userId="f68c5fd9-22d5-4c0a-9833-7fb0f5135313" providerId="ADAL" clId="{31AF745B-ECEE-4C51-8828-E2A47B117181}" dt="2021-01-26T06:10:26.206" v="544" actId="2711"/>
          <ac:spMkLst>
            <pc:docMk/>
            <pc:sldMk cId="1868720455" sldId="380"/>
            <ac:spMk id="7" creationId="{65F9B8C6-FC9A-4EF2-BBA3-212563842F5B}"/>
          </ac:spMkLst>
        </pc:spChg>
        <pc:picChg chg="add mod">
          <ac:chgData name="鈴木 秀規" userId="f68c5fd9-22d5-4c0a-9833-7fb0f5135313" providerId="ADAL" clId="{31AF745B-ECEE-4C51-8828-E2A47B117181}" dt="2021-01-26T06:09:59.920" v="539" actId="1076"/>
          <ac:picMkLst>
            <pc:docMk/>
            <pc:sldMk cId="1868720455" sldId="380"/>
            <ac:picMk id="6" creationId="{2A23E1E0-788A-446D-BEF7-9FCDBB91E931}"/>
          </ac:picMkLst>
        </pc:picChg>
      </pc:sldChg>
      <pc:sldChg chg="modSp new mod">
        <pc:chgData name="鈴木 秀規" userId="f68c5fd9-22d5-4c0a-9833-7fb0f5135313" providerId="ADAL" clId="{31AF745B-ECEE-4C51-8828-E2A47B117181}" dt="2021-01-26T06:12:24.172" v="560" actId="207"/>
        <pc:sldMkLst>
          <pc:docMk/>
          <pc:sldMk cId="3747614513" sldId="381"/>
        </pc:sldMkLst>
        <pc:spChg chg="mod">
          <ac:chgData name="鈴木 秀規" userId="f68c5fd9-22d5-4c0a-9833-7fb0f5135313" providerId="ADAL" clId="{31AF745B-ECEE-4C51-8828-E2A47B117181}" dt="2021-01-26T06:11:21.079" v="546"/>
          <ac:spMkLst>
            <pc:docMk/>
            <pc:sldMk cId="3747614513" sldId="381"/>
            <ac:spMk id="3" creationId="{F54A46C4-10A8-4D73-8262-AF5F7632B069}"/>
          </ac:spMkLst>
        </pc:spChg>
        <pc:spChg chg="mod">
          <ac:chgData name="鈴木 秀規" userId="f68c5fd9-22d5-4c0a-9833-7fb0f5135313" providerId="ADAL" clId="{31AF745B-ECEE-4C51-8828-E2A47B117181}" dt="2021-01-26T06:12:24.172" v="560" actId="207"/>
          <ac:spMkLst>
            <pc:docMk/>
            <pc:sldMk cId="3747614513" sldId="381"/>
            <ac:spMk id="5" creationId="{C0902D24-2BC6-4565-B8E4-0885C73CA1B0}"/>
          </ac:spMkLst>
        </pc:spChg>
      </pc:sldChg>
      <pc:sldChg chg="addSp delSp modSp new mod">
        <pc:chgData name="鈴木 秀規" userId="f68c5fd9-22d5-4c0a-9833-7fb0f5135313" providerId="ADAL" clId="{31AF745B-ECEE-4C51-8828-E2A47B117181}" dt="2021-01-26T06:14:03.636" v="574" actId="207"/>
        <pc:sldMkLst>
          <pc:docMk/>
          <pc:sldMk cId="882110079" sldId="382"/>
        </pc:sldMkLst>
        <pc:spChg chg="mod">
          <ac:chgData name="鈴木 秀規" userId="f68c5fd9-22d5-4c0a-9833-7fb0f5135313" providerId="ADAL" clId="{31AF745B-ECEE-4C51-8828-E2A47B117181}" dt="2021-01-26T06:12:50.845" v="562"/>
          <ac:spMkLst>
            <pc:docMk/>
            <pc:sldMk cId="882110079" sldId="382"/>
            <ac:spMk id="3" creationId="{A3CC9EC9-F4F4-4F23-8295-F1F14A8EF7BF}"/>
          </ac:spMkLst>
        </pc:spChg>
        <pc:spChg chg="del">
          <ac:chgData name="鈴木 秀規" userId="f68c5fd9-22d5-4c0a-9833-7fb0f5135313" providerId="ADAL" clId="{31AF745B-ECEE-4C51-8828-E2A47B117181}" dt="2021-01-26T06:13:21.142" v="565" actId="478"/>
          <ac:spMkLst>
            <pc:docMk/>
            <pc:sldMk cId="882110079" sldId="382"/>
            <ac:spMk id="5" creationId="{AF90F26D-7738-4D8F-BDA2-E79BA73233E4}"/>
          </ac:spMkLst>
        </pc:spChg>
        <pc:spChg chg="add del mod">
          <ac:chgData name="鈴木 秀規" userId="f68c5fd9-22d5-4c0a-9833-7fb0f5135313" providerId="ADAL" clId="{31AF745B-ECEE-4C51-8828-E2A47B117181}" dt="2021-01-26T06:13:10.268" v="564"/>
          <ac:spMkLst>
            <pc:docMk/>
            <pc:sldMk cId="882110079" sldId="382"/>
            <ac:spMk id="6" creationId="{86A444F9-DE7C-4FBD-B2B6-D06A5D9943B1}"/>
          </ac:spMkLst>
        </pc:spChg>
        <pc:spChg chg="add del mod">
          <ac:chgData name="鈴木 秀規" userId="f68c5fd9-22d5-4c0a-9833-7fb0f5135313" providerId="ADAL" clId="{31AF745B-ECEE-4C51-8828-E2A47B117181}" dt="2021-01-26T06:13:10.268" v="564"/>
          <ac:spMkLst>
            <pc:docMk/>
            <pc:sldMk cId="882110079" sldId="382"/>
            <ac:spMk id="7" creationId="{AD3C94E8-CCE4-4467-99FA-54C60C64C849}"/>
          </ac:spMkLst>
        </pc:spChg>
        <pc:spChg chg="add del mod">
          <ac:chgData name="鈴木 秀規" userId="f68c5fd9-22d5-4c0a-9833-7fb0f5135313" providerId="ADAL" clId="{31AF745B-ECEE-4C51-8828-E2A47B117181}" dt="2021-01-26T06:13:10.268" v="564"/>
          <ac:spMkLst>
            <pc:docMk/>
            <pc:sldMk cId="882110079" sldId="382"/>
            <ac:spMk id="8" creationId="{B02B01A6-8295-48F9-8750-10A5EF847C21}"/>
          </ac:spMkLst>
        </pc:spChg>
        <pc:spChg chg="mod">
          <ac:chgData name="鈴木 秀規" userId="f68c5fd9-22d5-4c0a-9833-7fb0f5135313" providerId="ADAL" clId="{31AF745B-ECEE-4C51-8828-E2A47B117181}" dt="2021-01-26T06:13:09.258" v="563"/>
          <ac:spMkLst>
            <pc:docMk/>
            <pc:sldMk cId="882110079" sldId="382"/>
            <ac:spMk id="11" creationId="{D35B5DAD-402A-47F6-BDE7-E6BFDC074AA2}"/>
          </ac:spMkLst>
        </pc:spChg>
        <pc:spChg chg="add del mod">
          <ac:chgData name="鈴木 秀規" userId="f68c5fd9-22d5-4c0a-9833-7fb0f5135313" providerId="ADAL" clId="{31AF745B-ECEE-4C51-8828-E2A47B117181}" dt="2021-01-26T06:13:10.268" v="564"/>
          <ac:spMkLst>
            <pc:docMk/>
            <pc:sldMk cId="882110079" sldId="382"/>
            <ac:spMk id="12" creationId="{B480959C-1CD5-4F31-B9BC-85AB01582226}"/>
          </ac:spMkLst>
        </pc:spChg>
        <pc:spChg chg="add del mod">
          <ac:chgData name="鈴木 秀規" userId="f68c5fd9-22d5-4c0a-9833-7fb0f5135313" providerId="ADAL" clId="{31AF745B-ECEE-4C51-8828-E2A47B117181}" dt="2021-01-26T06:13:10.268" v="564"/>
          <ac:spMkLst>
            <pc:docMk/>
            <pc:sldMk cId="882110079" sldId="382"/>
            <ac:spMk id="13" creationId="{1E0DEAA7-3B68-4D92-A66C-5066B52F7B9D}"/>
          </ac:spMkLst>
        </pc:spChg>
        <pc:spChg chg="add del mod">
          <ac:chgData name="鈴木 秀規" userId="f68c5fd9-22d5-4c0a-9833-7fb0f5135313" providerId="ADAL" clId="{31AF745B-ECEE-4C51-8828-E2A47B117181}" dt="2021-01-26T06:13:10.268" v="564"/>
          <ac:spMkLst>
            <pc:docMk/>
            <pc:sldMk cId="882110079" sldId="382"/>
            <ac:spMk id="14" creationId="{CAA2818F-3A83-4B5C-8F0A-566E05D710BF}"/>
          </ac:spMkLst>
        </pc:spChg>
        <pc:spChg chg="add del mod">
          <ac:chgData name="鈴木 秀規" userId="f68c5fd9-22d5-4c0a-9833-7fb0f5135313" providerId="ADAL" clId="{31AF745B-ECEE-4C51-8828-E2A47B117181}" dt="2021-01-26T06:13:10.268" v="564"/>
          <ac:spMkLst>
            <pc:docMk/>
            <pc:sldMk cId="882110079" sldId="382"/>
            <ac:spMk id="15" creationId="{D5ABF18C-A6E1-4F2E-BEF8-142AF128745F}"/>
          </ac:spMkLst>
        </pc:spChg>
        <pc:spChg chg="add del mod">
          <ac:chgData name="鈴木 秀規" userId="f68c5fd9-22d5-4c0a-9833-7fb0f5135313" providerId="ADAL" clId="{31AF745B-ECEE-4C51-8828-E2A47B117181}" dt="2021-01-26T06:13:10.268" v="564"/>
          <ac:spMkLst>
            <pc:docMk/>
            <pc:sldMk cId="882110079" sldId="382"/>
            <ac:spMk id="16" creationId="{306E79C5-4E8C-480B-83AE-AC51A8646740}"/>
          </ac:spMkLst>
        </pc:spChg>
        <pc:spChg chg="add del mod">
          <ac:chgData name="鈴木 秀規" userId="f68c5fd9-22d5-4c0a-9833-7fb0f5135313" providerId="ADAL" clId="{31AF745B-ECEE-4C51-8828-E2A47B117181}" dt="2021-01-26T06:13:10.268" v="564"/>
          <ac:spMkLst>
            <pc:docMk/>
            <pc:sldMk cId="882110079" sldId="382"/>
            <ac:spMk id="17" creationId="{A850B1BF-6213-4268-9852-CB3510D15896}"/>
          </ac:spMkLst>
        </pc:spChg>
        <pc:spChg chg="add del mod">
          <ac:chgData name="鈴木 秀規" userId="f68c5fd9-22d5-4c0a-9833-7fb0f5135313" providerId="ADAL" clId="{31AF745B-ECEE-4C51-8828-E2A47B117181}" dt="2021-01-26T06:13:10.268" v="564"/>
          <ac:spMkLst>
            <pc:docMk/>
            <pc:sldMk cId="882110079" sldId="382"/>
            <ac:spMk id="18" creationId="{B9D5858B-041E-4C12-9353-A8913816EACA}"/>
          </ac:spMkLst>
        </pc:spChg>
        <pc:spChg chg="add del mod">
          <ac:chgData name="鈴木 秀規" userId="f68c5fd9-22d5-4c0a-9833-7fb0f5135313" providerId="ADAL" clId="{31AF745B-ECEE-4C51-8828-E2A47B117181}" dt="2021-01-26T06:13:10.268" v="564"/>
          <ac:spMkLst>
            <pc:docMk/>
            <pc:sldMk cId="882110079" sldId="382"/>
            <ac:spMk id="19" creationId="{815E56E7-6482-4976-9092-728CE18EB9EF}"/>
          </ac:spMkLst>
        </pc:spChg>
        <pc:spChg chg="add del mod">
          <ac:chgData name="鈴木 秀規" userId="f68c5fd9-22d5-4c0a-9833-7fb0f5135313" providerId="ADAL" clId="{31AF745B-ECEE-4C51-8828-E2A47B117181}" dt="2021-01-26T06:13:10.268" v="564"/>
          <ac:spMkLst>
            <pc:docMk/>
            <pc:sldMk cId="882110079" sldId="382"/>
            <ac:spMk id="20" creationId="{C97D492B-3C50-4A3F-B87A-920471D2A56F}"/>
          </ac:spMkLst>
        </pc:spChg>
        <pc:spChg chg="add del mod">
          <ac:chgData name="鈴木 秀規" userId="f68c5fd9-22d5-4c0a-9833-7fb0f5135313" providerId="ADAL" clId="{31AF745B-ECEE-4C51-8828-E2A47B117181}" dt="2021-01-26T06:13:10.268" v="564"/>
          <ac:spMkLst>
            <pc:docMk/>
            <pc:sldMk cId="882110079" sldId="382"/>
            <ac:spMk id="21" creationId="{73CF89BF-6EDA-4EA0-965E-6983E66667E3}"/>
          </ac:spMkLst>
        </pc:spChg>
        <pc:spChg chg="add del mod">
          <ac:chgData name="鈴木 秀規" userId="f68c5fd9-22d5-4c0a-9833-7fb0f5135313" providerId="ADAL" clId="{31AF745B-ECEE-4C51-8828-E2A47B117181}" dt="2021-01-26T06:13:10.268" v="564"/>
          <ac:spMkLst>
            <pc:docMk/>
            <pc:sldMk cId="882110079" sldId="382"/>
            <ac:spMk id="22" creationId="{0D637F13-D357-471A-9CF4-75DC530A5E46}"/>
          </ac:spMkLst>
        </pc:spChg>
        <pc:spChg chg="add mod">
          <ac:chgData name="鈴木 秀規" userId="f68c5fd9-22d5-4c0a-9833-7fb0f5135313" providerId="ADAL" clId="{31AF745B-ECEE-4C51-8828-E2A47B117181}" dt="2021-01-26T06:13:21.550" v="566"/>
          <ac:spMkLst>
            <pc:docMk/>
            <pc:sldMk cId="882110079" sldId="382"/>
            <ac:spMk id="23" creationId="{CB95B40C-D475-4805-8F2B-5CD1ABD082B6}"/>
          </ac:spMkLst>
        </pc:spChg>
        <pc:spChg chg="add mod">
          <ac:chgData name="鈴木 秀規" userId="f68c5fd9-22d5-4c0a-9833-7fb0f5135313" providerId="ADAL" clId="{31AF745B-ECEE-4C51-8828-E2A47B117181}" dt="2021-01-26T06:13:21.550" v="566"/>
          <ac:spMkLst>
            <pc:docMk/>
            <pc:sldMk cId="882110079" sldId="382"/>
            <ac:spMk id="24" creationId="{EB86E5A7-017E-4A6A-86EB-FCE90D3F8600}"/>
          </ac:spMkLst>
        </pc:spChg>
        <pc:spChg chg="add mod">
          <ac:chgData name="鈴木 秀規" userId="f68c5fd9-22d5-4c0a-9833-7fb0f5135313" providerId="ADAL" clId="{31AF745B-ECEE-4C51-8828-E2A47B117181}" dt="2021-01-26T06:13:53.480" v="572" actId="207"/>
          <ac:spMkLst>
            <pc:docMk/>
            <pc:sldMk cId="882110079" sldId="382"/>
            <ac:spMk id="25" creationId="{F64B71BA-0995-41C8-BCE7-7F5F1F8231EA}"/>
          </ac:spMkLst>
        </pc:spChg>
        <pc:spChg chg="mod">
          <ac:chgData name="鈴木 秀規" userId="f68c5fd9-22d5-4c0a-9833-7fb0f5135313" providerId="ADAL" clId="{31AF745B-ECEE-4C51-8828-E2A47B117181}" dt="2021-01-26T06:13:21.550" v="566"/>
          <ac:spMkLst>
            <pc:docMk/>
            <pc:sldMk cId="882110079" sldId="382"/>
            <ac:spMk id="28" creationId="{BFE9E4B7-18B0-4F27-AA9B-DA0E3D3991A7}"/>
          </ac:spMkLst>
        </pc:spChg>
        <pc:spChg chg="add mod">
          <ac:chgData name="鈴木 秀規" userId="f68c5fd9-22d5-4c0a-9833-7fb0f5135313" providerId="ADAL" clId="{31AF745B-ECEE-4C51-8828-E2A47B117181}" dt="2021-01-26T06:13:21.550" v="566"/>
          <ac:spMkLst>
            <pc:docMk/>
            <pc:sldMk cId="882110079" sldId="382"/>
            <ac:spMk id="29" creationId="{573DAD18-4E4E-45C1-ADF4-49219DC34074}"/>
          </ac:spMkLst>
        </pc:spChg>
        <pc:spChg chg="add mod">
          <ac:chgData name="鈴木 秀規" userId="f68c5fd9-22d5-4c0a-9833-7fb0f5135313" providerId="ADAL" clId="{31AF745B-ECEE-4C51-8828-E2A47B117181}" dt="2021-01-26T06:13:21.550" v="566"/>
          <ac:spMkLst>
            <pc:docMk/>
            <pc:sldMk cId="882110079" sldId="382"/>
            <ac:spMk id="30" creationId="{E70DE4C6-C26E-4F4C-9071-75AD0594AD5A}"/>
          </ac:spMkLst>
        </pc:spChg>
        <pc:spChg chg="add mod">
          <ac:chgData name="鈴木 秀規" userId="f68c5fd9-22d5-4c0a-9833-7fb0f5135313" providerId="ADAL" clId="{31AF745B-ECEE-4C51-8828-E2A47B117181}" dt="2021-01-26T06:13:21.550" v="566"/>
          <ac:spMkLst>
            <pc:docMk/>
            <pc:sldMk cId="882110079" sldId="382"/>
            <ac:spMk id="31" creationId="{D1BDC3E5-EA00-4C42-8A1E-852F56068736}"/>
          </ac:spMkLst>
        </pc:spChg>
        <pc:spChg chg="add mod">
          <ac:chgData name="鈴木 秀規" userId="f68c5fd9-22d5-4c0a-9833-7fb0f5135313" providerId="ADAL" clId="{31AF745B-ECEE-4C51-8828-E2A47B117181}" dt="2021-01-26T06:13:21.550" v="566"/>
          <ac:spMkLst>
            <pc:docMk/>
            <pc:sldMk cId="882110079" sldId="382"/>
            <ac:spMk id="32" creationId="{8C2C898B-8E04-48B9-8CEE-48779842213F}"/>
          </ac:spMkLst>
        </pc:spChg>
        <pc:spChg chg="add mod">
          <ac:chgData name="鈴木 秀規" userId="f68c5fd9-22d5-4c0a-9833-7fb0f5135313" providerId="ADAL" clId="{31AF745B-ECEE-4C51-8828-E2A47B117181}" dt="2021-01-26T06:13:21.550" v="566"/>
          <ac:spMkLst>
            <pc:docMk/>
            <pc:sldMk cId="882110079" sldId="382"/>
            <ac:spMk id="33" creationId="{998B1CBF-B26D-497D-9621-03A6FBE45715}"/>
          </ac:spMkLst>
        </pc:spChg>
        <pc:spChg chg="add mod">
          <ac:chgData name="鈴木 秀規" userId="f68c5fd9-22d5-4c0a-9833-7fb0f5135313" providerId="ADAL" clId="{31AF745B-ECEE-4C51-8828-E2A47B117181}" dt="2021-01-26T06:14:03.636" v="574" actId="207"/>
          <ac:spMkLst>
            <pc:docMk/>
            <pc:sldMk cId="882110079" sldId="382"/>
            <ac:spMk id="34" creationId="{924D5BA6-9DD1-4F22-8640-C4BBA5DCE744}"/>
          </ac:spMkLst>
        </pc:spChg>
        <pc:spChg chg="add mod">
          <ac:chgData name="鈴木 秀規" userId="f68c5fd9-22d5-4c0a-9833-7fb0f5135313" providerId="ADAL" clId="{31AF745B-ECEE-4C51-8828-E2A47B117181}" dt="2021-01-26T06:13:21.550" v="566"/>
          <ac:spMkLst>
            <pc:docMk/>
            <pc:sldMk cId="882110079" sldId="382"/>
            <ac:spMk id="35" creationId="{180FD0D4-BA62-4835-90CF-419910B6A754}"/>
          </ac:spMkLst>
        </pc:spChg>
        <pc:spChg chg="add mod">
          <ac:chgData name="鈴木 秀規" userId="f68c5fd9-22d5-4c0a-9833-7fb0f5135313" providerId="ADAL" clId="{31AF745B-ECEE-4C51-8828-E2A47B117181}" dt="2021-01-26T06:13:44.030" v="569" actId="207"/>
          <ac:spMkLst>
            <pc:docMk/>
            <pc:sldMk cId="882110079" sldId="382"/>
            <ac:spMk id="36" creationId="{E034CB9A-A4D2-48E9-9EE9-C639751C9AAA}"/>
          </ac:spMkLst>
        </pc:spChg>
        <pc:spChg chg="add mod">
          <ac:chgData name="鈴木 秀規" userId="f68c5fd9-22d5-4c0a-9833-7fb0f5135313" providerId="ADAL" clId="{31AF745B-ECEE-4C51-8828-E2A47B117181}" dt="2021-01-26T06:13:21.550" v="566"/>
          <ac:spMkLst>
            <pc:docMk/>
            <pc:sldMk cId="882110079" sldId="382"/>
            <ac:spMk id="37" creationId="{1D25F930-F554-4875-AAE2-2400D6012CD1}"/>
          </ac:spMkLst>
        </pc:spChg>
        <pc:spChg chg="add mod">
          <ac:chgData name="鈴木 秀規" userId="f68c5fd9-22d5-4c0a-9833-7fb0f5135313" providerId="ADAL" clId="{31AF745B-ECEE-4C51-8828-E2A47B117181}" dt="2021-01-26T06:13:21.550" v="566"/>
          <ac:spMkLst>
            <pc:docMk/>
            <pc:sldMk cId="882110079" sldId="382"/>
            <ac:spMk id="38" creationId="{E76DE0E2-CC83-48AE-AFA6-4671B3BC96CF}"/>
          </ac:spMkLst>
        </pc:spChg>
        <pc:spChg chg="add mod">
          <ac:chgData name="鈴木 秀規" userId="f68c5fd9-22d5-4c0a-9833-7fb0f5135313" providerId="ADAL" clId="{31AF745B-ECEE-4C51-8828-E2A47B117181}" dt="2021-01-26T06:13:44.030" v="569" actId="207"/>
          <ac:spMkLst>
            <pc:docMk/>
            <pc:sldMk cId="882110079" sldId="382"/>
            <ac:spMk id="39" creationId="{C39B4C02-6C83-4A45-9EFF-4B2F1446EC4A}"/>
          </ac:spMkLst>
        </pc:spChg>
        <pc:grpChg chg="add del mod">
          <ac:chgData name="鈴木 秀規" userId="f68c5fd9-22d5-4c0a-9833-7fb0f5135313" providerId="ADAL" clId="{31AF745B-ECEE-4C51-8828-E2A47B117181}" dt="2021-01-26T06:13:10.268" v="564"/>
          <ac:grpSpMkLst>
            <pc:docMk/>
            <pc:sldMk cId="882110079" sldId="382"/>
            <ac:grpSpMk id="9" creationId="{57BA293B-7FDC-47F9-A1CE-4F5F57ABEC39}"/>
          </ac:grpSpMkLst>
        </pc:grpChg>
        <pc:grpChg chg="add mod">
          <ac:chgData name="鈴木 秀規" userId="f68c5fd9-22d5-4c0a-9833-7fb0f5135313" providerId="ADAL" clId="{31AF745B-ECEE-4C51-8828-E2A47B117181}" dt="2021-01-26T06:13:21.550" v="566"/>
          <ac:grpSpMkLst>
            <pc:docMk/>
            <pc:sldMk cId="882110079" sldId="382"/>
            <ac:grpSpMk id="26" creationId="{917B620F-C4F7-41BD-9896-CE2FFAE60927}"/>
          </ac:grpSpMkLst>
        </pc:grpChg>
        <pc:picChg chg="mod">
          <ac:chgData name="鈴木 秀規" userId="f68c5fd9-22d5-4c0a-9833-7fb0f5135313" providerId="ADAL" clId="{31AF745B-ECEE-4C51-8828-E2A47B117181}" dt="2021-01-26T06:13:09.258" v="563"/>
          <ac:picMkLst>
            <pc:docMk/>
            <pc:sldMk cId="882110079" sldId="382"/>
            <ac:picMk id="10" creationId="{8CC84378-7F8F-40BE-AE6F-98331DD39749}"/>
          </ac:picMkLst>
        </pc:picChg>
        <pc:picChg chg="mod">
          <ac:chgData name="鈴木 秀規" userId="f68c5fd9-22d5-4c0a-9833-7fb0f5135313" providerId="ADAL" clId="{31AF745B-ECEE-4C51-8828-E2A47B117181}" dt="2021-01-26T06:13:21.550" v="566"/>
          <ac:picMkLst>
            <pc:docMk/>
            <pc:sldMk cId="882110079" sldId="382"/>
            <ac:picMk id="27" creationId="{24ACCD78-F9D6-4EC2-9BFF-C7E2157BD470}"/>
          </ac:picMkLst>
        </pc:picChg>
      </pc:sldChg>
      <pc:sldChg chg="addSp modSp new mod">
        <pc:chgData name="鈴木 秀規" userId="f68c5fd9-22d5-4c0a-9833-7fb0f5135313" providerId="ADAL" clId="{31AF745B-ECEE-4C51-8828-E2A47B117181}" dt="2021-01-26T06:16:04.560" v="587" actId="113"/>
        <pc:sldMkLst>
          <pc:docMk/>
          <pc:sldMk cId="2781782632" sldId="383"/>
        </pc:sldMkLst>
        <pc:spChg chg="mod">
          <ac:chgData name="鈴木 秀規" userId="f68c5fd9-22d5-4c0a-9833-7fb0f5135313" providerId="ADAL" clId="{31AF745B-ECEE-4C51-8828-E2A47B117181}" dt="2021-01-26T06:14:45.891" v="576"/>
          <ac:spMkLst>
            <pc:docMk/>
            <pc:sldMk cId="2781782632" sldId="383"/>
            <ac:spMk id="3" creationId="{B8B1C725-BA9E-47ED-B8AA-4F2EA343DE8A}"/>
          </ac:spMkLst>
        </pc:spChg>
        <pc:spChg chg="mod">
          <ac:chgData name="鈴木 秀規" userId="f68c5fd9-22d5-4c0a-9833-7fb0f5135313" providerId="ADAL" clId="{31AF745B-ECEE-4C51-8828-E2A47B117181}" dt="2021-01-26T06:16:04.560" v="587" actId="113"/>
          <ac:spMkLst>
            <pc:docMk/>
            <pc:sldMk cId="2781782632" sldId="383"/>
            <ac:spMk id="5" creationId="{CF651CCA-9F40-4BCE-A01F-0BD5D700C5E9}"/>
          </ac:spMkLst>
        </pc:spChg>
        <pc:picChg chg="add mod">
          <ac:chgData name="鈴木 秀規" userId="f68c5fd9-22d5-4c0a-9833-7fb0f5135313" providerId="ADAL" clId="{31AF745B-ECEE-4C51-8828-E2A47B117181}" dt="2021-01-26T06:15:26.687" v="583" actId="1076"/>
          <ac:picMkLst>
            <pc:docMk/>
            <pc:sldMk cId="2781782632" sldId="383"/>
            <ac:picMk id="6" creationId="{65279780-C5FC-45B9-9309-A9C6BF38E469}"/>
          </ac:picMkLst>
        </pc:picChg>
      </pc:sldChg>
      <pc:sldChg chg="addSp delSp modSp new mod delAnim modAnim">
        <pc:chgData name="鈴木 秀規" userId="f68c5fd9-22d5-4c0a-9833-7fb0f5135313" providerId="ADAL" clId="{31AF745B-ECEE-4C51-8828-E2A47B117181}" dt="2021-01-26T06:23:26.889" v="664" actId="255"/>
        <pc:sldMkLst>
          <pc:docMk/>
          <pc:sldMk cId="4147991204" sldId="384"/>
        </pc:sldMkLst>
        <pc:spChg chg="mod">
          <ac:chgData name="鈴木 秀規" userId="f68c5fd9-22d5-4c0a-9833-7fb0f5135313" providerId="ADAL" clId="{31AF745B-ECEE-4C51-8828-E2A47B117181}" dt="2021-01-26T06:16:39.823" v="597" actId="20577"/>
          <ac:spMkLst>
            <pc:docMk/>
            <pc:sldMk cId="4147991204" sldId="384"/>
            <ac:spMk id="3" creationId="{88B1A65F-8194-42FD-B9D9-616F8BCC232B}"/>
          </ac:spMkLst>
        </pc:spChg>
        <pc:spChg chg="mod">
          <ac:chgData name="鈴木 秀規" userId="f68c5fd9-22d5-4c0a-9833-7fb0f5135313" providerId="ADAL" clId="{31AF745B-ECEE-4C51-8828-E2A47B117181}" dt="2021-01-26T06:16:53.527" v="601" actId="14100"/>
          <ac:spMkLst>
            <pc:docMk/>
            <pc:sldMk cId="4147991204" sldId="384"/>
            <ac:spMk id="5" creationId="{24DBC3E7-31A6-42EF-B371-B658D9FC74AB}"/>
          </ac:spMkLst>
        </pc:spChg>
        <pc:spChg chg="add mod">
          <ac:chgData name="鈴木 秀規" userId="f68c5fd9-22d5-4c0a-9833-7fb0f5135313" providerId="ADAL" clId="{31AF745B-ECEE-4C51-8828-E2A47B117181}" dt="2021-01-26T06:23:26.889" v="664" actId="255"/>
          <ac:spMkLst>
            <pc:docMk/>
            <pc:sldMk cId="4147991204" sldId="384"/>
            <ac:spMk id="7" creationId="{1CD216F2-0B99-4613-A820-9845B1647BC0}"/>
          </ac:spMkLst>
        </pc:spChg>
        <pc:spChg chg="add del mod">
          <ac:chgData name="鈴木 秀規" userId="f68c5fd9-22d5-4c0a-9833-7fb0f5135313" providerId="ADAL" clId="{31AF745B-ECEE-4C51-8828-E2A47B117181}" dt="2021-01-26T06:22:51.841" v="654" actId="478"/>
          <ac:spMkLst>
            <pc:docMk/>
            <pc:sldMk cId="4147991204" sldId="384"/>
            <ac:spMk id="8" creationId="{F0A0FDD0-E7FD-40D2-BB0C-A7CD33611AA9}"/>
          </ac:spMkLst>
        </pc:spChg>
        <pc:spChg chg="add del mod">
          <ac:chgData name="鈴木 秀規" userId="f68c5fd9-22d5-4c0a-9833-7fb0f5135313" providerId="ADAL" clId="{31AF745B-ECEE-4C51-8828-E2A47B117181}" dt="2021-01-26T06:19:53.679" v="621" actId="478"/>
          <ac:spMkLst>
            <pc:docMk/>
            <pc:sldMk cId="4147991204" sldId="384"/>
            <ac:spMk id="9" creationId="{941A2A67-B610-477B-8872-318FEDC6FCEB}"/>
          </ac:spMkLst>
        </pc:spChg>
        <pc:spChg chg="add mod">
          <ac:chgData name="鈴木 秀規" userId="f68c5fd9-22d5-4c0a-9833-7fb0f5135313" providerId="ADAL" clId="{31AF745B-ECEE-4C51-8828-E2A47B117181}" dt="2021-01-26T06:20:09.586" v="624" actId="14100"/>
          <ac:spMkLst>
            <pc:docMk/>
            <pc:sldMk cId="4147991204" sldId="384"/>
            <ac:spMk id="10" creationId="{EE64B79F-B591-443A-A2E7-C73CBE6ECB13}"/>
          </ac:spMkLst>
        </pc:spChg>
        <pc:picChg chg="add del mod">
          <ac:chgData name="鈴木 秀規" userId="f68c5fd9-22d5-4c0a-9833-7fb0f5135313" providerId="ADAL" clId="{31AF745B-ECEE-4C51-8828-E2A47B117181}" dt="2021-01-26T06:17:06.905" v="603" actId="478"/>
          <ac:picMkLst>
            <pc:docMk/>
            <pc:sldMk cId="4147991204" sldId="384"/>
            <ac:picMk id="6" creationId="{BA18E97F-DC42-46DB-BD15-E1F243CBE847}"/>
          </ac:picMkLst>
        </pc:picChg>
        <pc:picChg chg="add mod">
          <ac:chgData name="鈴木 秀規" userId="f68c5fd9-22d5-4c0a-9833-7fb0f5135313" providerId="ADAL" clId="{31AF745B-ECEE-4C51-8828-E2A47B117181}" dt="2021-01-26T06:19:02.426" v="613" actId="1076"/>
          <ac:picMkLst>
            <pc:docMk/>
            <pc:sldMk cId="4147991204" sldId="384"/>
            <ac:picMk id="1026" creationId="{6903FB68-4A4A-42EB-A759-26E220FD56CD}"/>
          </ac:picMkLst>
        </pc:picChg>
      </pc:sldChg>
      <pc:sldChg chg="modSp new mod">
        <pc:chgData name="鈴木 秀規" userId="f68c5fd9-22d5-4c0a-9833-7fb0f5135313" providerId="ADAL" clId="{31AF745B-ECEE-4C51-8828-E2A47B117181}" dt="2021-01-26T06:22:18.153" v="652" actId="207"/>
        <pc:sldMkLst>
          <pc:docMk/>
          <pc:sldMk cId="1389535331" sldId="385"/>
        </pc:sldMkLst>
        <pc:spChg chg="mod">
          <ac:chgData name="鈴木 秀規" userId="f68c5fd9-22d5-4c0a-9833-7fb0f5135313" providerId="ADAL" clId="{31AF745B-ECEE-4C51-8828-E2A47B117181}" dt="2021-01-26T06:20:58.455" v="626"/>
          <ac:spMkLst>
            <pc:docMk/>
            <pc:sldMk cId="1389535331" sldId="385"/>
            <ac:spMk id="3" creationId="{496F8A16-68B0-4614-9906-69CEE0EBA64D}"/>
          </ac:spMkLst>
        </pc:spChg>
        <pc:spChg chg="mod">
          <ac:chgData name="鈴木 秀規" userId="f68c5fd9-22d5-4c0a-9833-7fb0f5135313" providerId="ADAL" clId="{31AF745B-ECEE-4C51-8828-E2A47B117181}" dt="2021-01-26T06:22:18.153" v="652" actId="207"/>
          <ac:spMkLst>
            <pc:docMk/>
            <pc:sldMk cId="1389535331" sldId="385"/>
            <ac:spMk id="5" creationId="{6F728591-7CBD-4AD4-9F32-C84F67FFA042}"/>
          </ac:spMkLst>
        </pc:spChg>
      </pc:sldChg>
      <pc:sldChg chg="modSp new mod">
        <pc:chgData name="鈴木 秀規" userId="f68c5fd9-22d5-4c0a-9833-7fb0f5135313" providerId="ADAL" clId="{31AF745B-ECEE-4C51-8828-E2A47B117181}" dt="2021-01-26T06:25:31.114" v="700" actId="207"/>
        <pc:sldMkLst>
          <pc:docMk/>
          <pc:sldMk cId="3711062952" sldId="386"/>
        </pc:sldMkLst>
        <pc:spChg chg="mod">
          <ac:chgData name="鈴木 秀規" userId="f68c5fd9-22d5-4c0a-9833-7fb0f5135313" providerId="ADAL" clId="{31AF745B-ECEE-4C51-8828-E2A47B117181}" dt="2021-01-26T06:23:47.429" v="665"/>
          <ac:spMkLst>
            <pc:docMk/>
            <pc:sldMk cId="3711062952" sldId="386"/>
            <ac:spMk id="3" creationId="{BB422BF4-F7D4-4F39-B554-AB828A85924E}"/>
          </ac:spMkLst>
        </pc:spChg>
        <pc:spChg chg="mod">
          <ac:chgData name="鈴木 秀規" userId="f68c5fd9-22d5-4c0a-9833-7fb0f5135313" providerId="ADAL" clId="{31AF745B-ECEE-4C51-8828-E2A47B117181}" dt="2021-01-26T06:25:31.114" v="700" actId="207"/>
          <ac:spMkLst>
            <pc:docMk/>
            <pc:sldMk cId="3711062952" sldId="386"/>
            <ac:spMk id="5" creationId="{23BCC0A4-DBE2-4C84-BDC2-543B3A071296}"/>
          </ac:spMkLst>
        </pc:spChg>
      </pc:sldChg>
      <pc:sldChg chg="addSp delSp modSp new mod">
        <pc:chgData name="鈴木 秀規" userId="f68c5fd9-22d5-4c0a-9833-7fb0f5135313" providerId="ADAL" clId="{31AF745B-ECEE-4C51-8828-E2A47B117181}" dt="2021-01-26T06:30:36.692" v="750" actId="14100"/>
        <pc:sldMkLst>
          <pc:docMk/>
          <pc:sldMk cId="556755707" sldId="387"/>
        </pc:sldMkLst>
        <pc:spChg chg="mod">
          <ac:chgData name="鈴木 秀規" userId="f68c5fd9-22d5-4c0a-9833-7fb0f5135313" providerId="ADAL" clId="{31AF745B-ECEE-4C51-8828-E2A47B117181}" dt="2021-01-26T06:25:47.215" v="702"/>
          <ac:spMkLst>
            <pc:docMk/>
            <pc:sldMk cId="556755707" sldId="387"/>
            <ac:spMk id="3" creationId="{D055E71E-3900-411D-A4AF-1AFDE03A9EBB}"/>
          </ac:spMkLst>
        </pc:spChg>
        <pc:spChg chg="del">
          <ac:chgData name="鈴木 秀規" userId="f68c5fd9-22d5-4c0a-9833-7fb0f5135313" providerId="ADAL" clId="{31AF745B-ECEE-4C51-8828-E2A47B117181}" dt="2021-01-26T06:26:16.459" v="703" actId="478"/>
          <ac:spMkLst>
            <pc:docMk/>
            <pc:sldMk cId="556755707" sldId="387"/>
            <ac:spMk id="5" creationId="{CB977DC8-CF7B-491D-AE32-FFE9DC6D56EC}"/>
          </ac:spMkLst>
        </pc:spChg>
        <pc:spChg chg="add mod">
          <ac:chgData name="鈴木 秀規" userId="f68c5fd9-22d5-4c0a-9833-7fb0f5135313" providerId="ADAL" clId="{31AF745B-ECEE-4C51-8828-E2A47B117181}" dt="2021-01-26T06:30:36.692" v="750" actId="14100"/>
          <ac:spMkLst>
            <pc:docMk/>
            <pc:sldMk cId="556755707" sldId="387"/>
            <ac:spMk id="6" creationId="{DB5FF637-F24E-4A0E-A8E9-3B89CDB9528C}"/>
          </ac:spMkLst>
        </pc:spChg>
        <pc:spChg chg="add mod">
          <ac:chgData name="鈴木 秀規" userId="f68c5fd9-22d5-4c0a-9833-7fb0f5135313" providerId="ADAL" clId="{31AF745B-ECEE-4C51-8828-E2A47B117181}" dt="2021-01-26T06:29:57.313" v="747" actId="1036"/>
          <ac:spMkLst>
            <pc:docMk/>
            <pc:sldMk cId="556755707" sldId="387"/>
            <ac:spMk id="7" creationId="{3A7BFF58-BDCE-4270-9567-91B91CB59120}"/>
          </ac:spMkLst>
        </pc:spChg>
        <pc:spChg chg="add mod">
          <ac:chgData name="鈴木 秀規" userId="f68c5fd9-22d5-4c0a-9833-7fb0f5135313" providerId="ADAL" clId="{31AF745B-ECEE-4C51-8828-E2A47B117181}" dt="2021-01-26T06:30:03.561" v="749" actId="1036"/>
          <ac:spMkLst>
            <pc:docMk/>
            <pc:sldMk cId="556755707" sldId="387"/>
            <ac:spMk id="8" creationId="{3E47FB20-4DA8-4B89-9C1C-B56A81CFBD86}"/>
          </ac:spMkLst>
        </pc:spChg>
        <pc:spChg chg="add mod">
          <ac:chgData name="鈴木 秀規" userId="f68c5fd9-22d5-4c0a-9833-7fb0f5135313" providerId="ADAL" clId="{31AF745B-ECEE-4C51-8828-E2A47B117181}" dt="2021-01-26T06:29:46.723" v="740" actId="1076"/>
          <ac:spMkLst>
            <pc:docMk/>
            <pc:sldMk cId="556755707" sldId="387"/>
            <ac:spMk id="9" creationId="{C47ADA95-0A25-40DC-B9CF-048F22043620}"/>
          </ac:spMkLst>
        </pc:spChg>
      </pc:sldChg>
      <pc:sldChg chg="modSp new mod">
        <pc:chgData name="鈴木 秀規" userId="f68c5fd9-22d5-4c0a-9833-7fb0f5135313" providerId="ADAL" clId="{31AF745B-ECEE-4C51-8828-E2A47B117181}" dt="2021-01-26T06:33:38.699" v="790" actId="20577"/>
        <pc:sldMkLst>
          <pc:docMk/>
          <pc:sldMk cId="2438793549" sldId="388"/>
        </pc:sldMkLst>
        <pc:spChg chg="mod">
          <ac:chgData name="鈴木 秀規" userId="f68c5fd9-22d5-4c0a-9833-7fb0f5135313" providerId="ADAL" clId="{31AF745B-ECEE-4C51-8828-E2A47B117181}" dt="2021-01-26T06:31:30.837" v="752"/>
          <ac:spMkLst>
            <pc:docMk/>
            <pc:sldMk cId="2438793549" sldId="388"/>
            <ac:spMk id="3" creationId="{C610E423-A142-4AA0-8F53-A880ECB84638}"/>
          </ac:spMkLst>
        </pc:spChg>
        <pc:spChg chg="mod">
          <ac:chgData name="鈴木 秀規" userId="f68c5fd9-22d5-4c0a-9833-7fb0f5135313" providerId="ADAL" clId="{31AF745B-ECEE-4C51-8828-E2A47B117181}" dt="2021-01-26T06:33:38.699" v="790" actId="20577"/>
          <ac:spMkLst>
            <pc:docMk/>
            <pc:sldMk cId="2438793549" sldId="388"/>
            <ac:spMk id="5" creationId="{F46EF505-320C-46BD-B709-62F840190822}"/>
          </ac:spMkLst>
        </pc:spChg>
      </pc:sldChg>
      <pc:sldChg chg="addSp modSp new mod">
        <pc:chgData name="鈴木 秀規" userId="f68c5fd9-22d5-4c0a-9833-7fb0f5135313" providerId="ADAL" clId="{31AF745B-ECEE-4C51-8828-E2A47B117181}" dt="2021-01-26T06:36:17.453" v="826" actId="1076"/>
        <pc:sldMkLst>
          <pc:docMk/>
          <pc:sldMk cId="1715481522" sldId="389"/>
        </pc:sldMkLst>
        <pc:spChg chg="mod">
          <ac:chgData name="鈴木 秀規" userId="f68c5fd9-22d5-4c0a-9833-7fb0f5135313" providerId="ADAL" clId="{31AF745B-ECEE-4C51-8828-E2A47B117181}" dt="2021-01-26T06:33:54.359" v="792"/>
          <ac:spMkLst>
            <pc:docMk/>
            <pc:sldMk cId="1715481522" sldId="389"/>
            <ac:spMk id="3" creationId="{274C6DF9-4F40-4E35-B127-AD76C03E164C}"/>
          </ac:spMkLst>
        </pc:spChg>
        <pc:spChg chg="mod">
          <ac:chgData name="鈴木 秀規" userId="f68c5fd9-22d5-4c0a-9833-7fb0f5135313" providerId="ADAL" clId="{31AF745B-ECEE-4C51-8828-E2A47B117181}" dt="2021-01-26T06:34:13.444" v="798" actId="14100"/>
          <ac:spMkLst>
            <pc:docMk/>
            <pc:sldMk cId="1715481522" sldId="389"/>
            <ac:spMk id="5" creationId="{3C1DD7FF-865D-416B-9120-CF864BAE9874}"/>
          </ac:spMkLst>
        </pc:spChg>
        <pc:graphicFrameChg chg="add mod modGraphic">
          <ac:chgData name="鈴木 秀規" userId="f68c5fd9-22d5-4c0a-9833-7fb0f5135313" providerId="ADAL" clId="{31AF745B-ECEE-4C51-8828-E2A47B117181}" dt="2021-01-26T06:35:31.045" v="808" actId="1076"/>
          <ac:graphicFrameMkLst>
            <pc:docMk/>
            <pc:sldMk cId="1715481522" sldId="389"/>
            <ac:graphicFrameMk id="6" creationId="{631281BD-0237-40F4-91CF-FA5B941265D3}"/>
          </ac:graphicFrameMkLst>
        </pc:graphicFrameChg>
        <pc:picChg chg="add mod">
          <ac:chgData name="鈴木 秀規" userId="f68c5fd9-22d5-4c0a-9833-7fb0f5135313" providerId="ADAL" clId="{31AF745B-ECEE-4C51-8828-E2A47B117181}" dt="2021-01-26T06:36:17.453" v="826" actId="1076"/>
          <ac:picMkLst>
            <pc:docMk/>
            <pc:sldMk cId="1715481522" sldId="389"/>
            <ac:picMk id="7" creationId="{E45271C7-AA74-43AE-A4E8-DE6603F047A6}"/>
          </ac:picMkLst>
        </pc:picChg>
        <pc:picChg chg="add mod">
          <ac:chgData name="鈴木 秀規" userId="f68c5fd9-22d5-4c0a-9833-7fb0f5135313" providerId="ADAL" clId="{31AF745B-ECEE-4C51-8828-E2A47B117181}" dt="2021-01-26T06:36:12.681" v="825" actId="1076"/>
          <ac:picMkLst>
            <pc:docMk/>
            <pc:sldMk cId="1715481522" sldId="389"/>
            <ac:picMk id="8" creationId="{640D49C3-8B55-4FF1-AE83-D00762148637}"/>
          </ac:picMkLst>
        </pc:picChg>
        <pc:picChg chg="add mod">
          <ac:chgData name="鈴木 秀規" userId="f68c5fd9-22d5-4c0a-9833-7fb0f5135313" providerId="ADAL" clId="{31AF745B-ECEE-4C51-8828-E2A47B117181}" dt="2021-01-26T06:36:07.752" v="824" actId="1038"/>
          <ac:picMkLst>
            <pc:docMk/>
            <pc:sldMk cId="1715481522" sldId="389"/>
            <ac:picMk id="9" creationId="{F251F0C4-D23F-4222-A6DB-D2308DA9E82F}"/>
          </ac:picMkLst>
        </pc:picChg>
      </pc:sldChg>
      <pc:sldChg chg="addSp modSp new mod">
        <pc:chgData name="鈴木 秀規" userId="f68c5fd9-22d5-4c0a-9833-7fb0f5135313" providerId="ADAL" clId="{31AF745B-ECEE-4C51-8828-E2A47B117181}" dt="2021-01-26T06:38:34.845" v="845" actId="14100"/>
        <pc:sldMkLst>
          <pc:docMk/>
          <pc:sldMk cId="2118453056" sldId="390"/>
        </pc:sldMkLst>
        <pc:spChg chg="mod">
          <ac:chgData name="鈴木 秀規" userId="f68c5fd9-22d5-4c0a-9833-7fb0f5135313" providerId="ADAL" clId="{31AF745B-ECEE-4C51-8828-E2A47B117181}" dt="2021-01-26T06:36:54.867" v="828"/>
          <ac:spMkLst>
            <pc:docMk/>
            <pc:sldMk cId="2118453056" sldId="390"/>
            <ac:spMk id="3" creationId="{21605FE5-64C9-4BF4-9F3F-7B719FB78C85}"/>
          </ac:spMkLst>
        </pc:spChg>
        <pc:spChg chg="mod">
          <ac:chgData name="鈴木 秀規" userId="f68c5fd9-22d5-4c0a-9833-7fb0f5135313" providerId="ADAL" clId="{31AF745B-ECEE-4C51-8828-E2A47B117181}" dt="2021-01-26T06:37:11.632" v="832" actId="14100"/>
          <ac:spMkLst>
            <pc:docMk/>
            <pc:sldMk cId="2118453056" sldId="390"/>
            <ac:spMk id="5" creationId="{C116B22A-AD6D-47DA-A67D-CEC3EDD5618A}"/>
          </ac:spMkLst>
        </pc:spChg>
        <pc:spChg chg="add mod">
          <ac:chgData name="鈴木 秀規" userId="f68c5fd9-22d5-4c0a-9833-7fb0f5135313" providerId="ADAL" clId="{31AF745B-ECEE-4C51-8828-E2A47B117181}" dt="2021-01-26T06:38:34.845" v="845" actId="14100"/>
          <ac:spMkLst>
            <pc:docMk/>
            <pc:sldMk cId="2118453056" sldId="390"/>
            <ac:spMk id="7" creationId="{1BB70643-3072-4F68-9F32-5E53C7C57439}"/>
          </ac:spMkLst>
        </pc:spChg>
        <pc:graphicFrameChg chg="add mod modGraphic">
          <ac:chgData name="鈴木 秀規" userId="f68c5fd9-22d5-4c0a-9833-7fb0f5135313" providerId="ADAL" clId="{31AF745B-ECEE-4C51-8828-E2A47B117181}" dt="2021-01-26T06:38:29.060" v="843" actId="404"/>
          <ac:graphicFrameMkLst>
            <pc:docMk/>
            <pc:sldMk cId="2118453056" sldId="390"/>
            <ac:graphicFrameMk id="6" creationId="{297DB172-46A9-4949-8D1D-B1671A9C80CD}"/>
          </ac:graphicFrameMkLst>
        </pc:graphicFrameChg>
      </pc:sldChg>
      <pc:sldChg chg="addSp modSp new mod">
        <pc:chgData name="鈴木 秀規" userId="f68c5fd9-22d5-4c0a-9833-7fb0f5135313" providerId="ADAL" clId="{31AF745B-ECEE-4C51-8828-E2A47B117181}" dt="2021-01-26T06:40:17.458" v="866" actId="1076"/>
        <pc:sldMkLst>
          <pc:docMk/>
          <pc:sldMk cId="2854077937" sldId="391"/>
        </pc:sldMkLst>
        <pc:spChg chg="mod">
          <ac:chgData name="鈴木 秀規" userId="f68c5fd9-22d5-4c0a-9833-7fb0f5135313" providerId="ADAL" clId="{31AF745B-ECEE-4C51-8828-E2A47B117181}" dt="2021-01-26T06:39:01.335" v="847"/>
          <ac:spMkLst>
            <pc:docMk/>
            <pc:sldMk cId="2854077937" sldId="391"/>
            <ac:spMk id="3" creationId="{7A506605-B0B9-4B0D-8607-6103FC129341}"/>
          </ac:spMkLst>
        </pc:spChg>
        <pc:spChg chg="mod">
          <ac:chgData name="鈴木 秀規" userId="f68c5fd9-22d5-4c0a-9833-7fb0f5135313" providerId="ADAL" clId="{31AF745B-ECEE-4C51-8828-E2A47B117181}" dt="2021-01-26T06:39:59.122" v="863" actId="20577"/>
          <ac:spMkLst>
            <pc:docMk/>
            <pc:sldMk cId="2854077937" sldId="391"/>
            <ac:spMk id="5" creationId="{B70CD2A3-08F1-4371-A97B-69D3EEECE0B6}"/>
          </ac:spMkLst>
        </pc:spChg>
        <pc:spChg chg="add mod">
          <ac:chgData name="鈴木 秀規" userId="f68c5fd9-22d5-4c0a-9833-7fb0f5135313" providerId="ADAL" clId="{31AF745B-ECEE-4C51-8828-E2A47B117181}" dt="2021-01-26T06:40:15.257" v="865" actId="14100"/>
          <ac:spMkLst>
            <pc:docMk/>
            <pc:sldMk cId="2854077937" sldId="391"/>
            <ac:spMk id="6" creationId="{E4998E1D-F552-42EC-8877-9BDAE4238C38}"/>
          </ac:spMkLst>
        </pc:spChg>
        <pc:spChg chg="add mod">
          <ac:chgData name="鈴木 秀規" userId="f68c5fd9-22d5-4c0a-9833-7fb0f5135313" providerId="ADAL" clId="{31AF745B-ECEE-4C51-8828-E2A47B117181}" dt="2021-01-26T06:40:17.458" v="866" actId="1076"/>
          <ac:spMkLst>
            <pc:docMk/>
            <pc:sldMk cId="2854077937" sldId="391"/>
            <ac:spMk id="7" creationId="{7E5A696E-578D-4B92-8E2F-29C2483A1788}"/>
          </ac:spMkLst>
        </pc:spChg>
      </pc:sldChg>
      <pc:sldChg chg="modSp new mod">
        <pc:chgData name="鈴木 秀規" userId="f68c5fd9-22d5-4c0a-9833-7fb0f5135313" providerId="ADAL" clId="{31AF745B-ECEE-4C51-8828-E2A47B117181}" dt="2021-01-26T06:42:05.724" v="899" actId="207"/>
        <pc:sldMkLst>
          <pc:docMk/>
          <pc:sldMk cId="2566377597" sldId="392"/>
        </pc:sldMkLst>
        <pc:spChg chg="mod">
          <ac:chgData name="鈴木 秀規" userId="f68c5fd9-22d5-4c0a-9833-7fb0f5135313" providerId="ADAL" clId="{31AF745B-ECEE-4C51-8828-E2A47B117181}" dt="2021-01-26T06:40:32.225" v="868"/>
          <ac:spMkLst>
            <pc:docMk/>
            <pc:sldMk cId="2566377597" sldId="392"/>
            <ac:spMk id="3" creationId="{3CDA359F-22F3-44B7-A8BB-5C7D6B8EB399}"/>
          </ac:spMkLst>
        </pc:spChg>
        <pc:spChg chg="mod">
          <ac:chgData name="鈴木 秀規" userId="f68c5fd9-22d5-4c0a-9833-7fb0f5135313" providerId="ADAL" clId="{31AF745B-ECEE-4C51-8828-E2A47B117181}" dt="2021-01-26T06:42:05.724" v="899" actId="207"/>
          <ac:spMkLst>
            <pc:docMk/>
            <pc:sldMk cId="2566377597" sldId="392"/>
            <ac:spMk id="5" creationId="{1EADADA1-FD30-495E-ADBE-241685CE217B}"/>
          </ac:spMkLst>
        </pc:spChg>
      </pc:sldChg>
      <pc:sldChg chg="modSp new mod">
        <pc:chgData name="鈴木 秀規" userId="f68c5fd9-22d5-4c0a-9833-7fb0f5135313" providerId="ADAL" clId="{31AF745B-ECEE-4C51-8828-E2A47B117181}" dt="2021-01-26T06:43:26.060" v="923" actId="207"/>
        <pc:sldMkLst>
          <pc:docMk/>
          <pc:sldMk cId="1398339670" sldId="393"/>
        </pc:sldMkLst>
        <pc:spChg chg="mod">
          <ac:chgData name="鈴木 秀規" userId="f68c5fd9-22d5-4c0a-9833-7fb0f5135313" providerId="ADAL" clId="{31AF745B-ECEE-4C51-8828-E2A47B117181}" dt="2021-01-26T06:42:21.385" v="901"/>
          <ac:spMkLst>
            <pc:docMk/>
            <pc:sldMk cId="1398339670" sldId="393"/>
            <ac:spMk id="3" creationId="{CC2600F4-4C41-40A4-B127-4C95273C2234}"/>
          </ac:spMkLst>
        </pc:spChg>
        <pc:spChg chg="mod">
          <ac:chgData name="鈴木 秀規" userId="f68c5fd9-22d5-4c0a-9833-7fb0f5135313" providerId="ADAL" clId="{31AF745B-ECEE-4C51-8828-E2A47B117181}" dt="2021-01-26T06:43:26.060" v="923" actId="207"/>
          <ac:spMkLst>
            <pc:docMk/>
            <pc:sldMk cId="1398339670" sldId="393"/>
            <ac:spMk id="5" creationId="{B8045AC5-6FD9-48E8-8FFD-CD130F3B1311}"/>
          </ac:spMkLst>
        </pc:spChg>
      </pc:sldChg>
    </pc:docChg>
  </pc:docChgLst>
  <pc:docChgLst>
    <pc:chgData name="松本 　諒" userId="fac9f236-0781-4e61-8b73-684b662c3ab5" providerId="ADAL" clId="{7CB8A5CD-6099-43BD-9B26-F611AF38B0F8}"/>
    <pc:docChg chg="modSld">
      <pc:chgData name="松本 　諒" userId="fac9f236-0781-4e61-8b73-684b662c3ab5" providerId="ADAL" clId="{7CB8A5CD-6099-43BD-9B26-F611AF38B0F8}" dt="2021-12-07T02:06:20.703" v="0" actId="9405"/>
      <pc:docMkLst>
        <pc:docMk/>
      </pc:docMkLst>
      <pc:sldChg chg="addSp mod">
        <pc:chgData name="松本 　諒" userId="fac9f236-0781-4e61-8b73-684b662c3ab5" providerId="ADAL" clId="{7CB8A5CD-6099-43BD-9B26-F611AF38B0F8}" dt="2021-12-07T02:06:20.703" v="0" actId="9405"/>
        <pc:sldMkLst>
          <pc:docMk/>
          <pc:sldMk cId="3025764782" sldId="365"/>
        </pc:sldMkLst>
        <pc:inkChg chg="add">
          <ac:chgData name="松本 　諒" userId="fac9f236-0781-4e61-8b73-684b662c3ab5" providerId="ADAL" clId="{7CB8A5CD-6099-43BD-9B26-F611AF38B0F8}" dt="2021-12-07T02:06:20.703" v="0" actId="9405"/>
          <ac:inkMkLst>
            <pc:docMk/>
            <pc:sldMk cId="3025764782" sldId="365"/>
            <ac:inkMk id="11" creationId="{0FE673FB-C798-400C-988E-BF4246A79653}"/>
          </ac:inkMkLst>
        </pc:inkChg>
      </pc:sldChg>
    </pc:docChg>
  </pc:docChgLst>
  <pc:docChgLst>
    <pc:chgData name="吉田 雅之" userId="30033929-dfd8-4220-a5b4-c6b0a4bb5d3e" providerId="ADAL" clId="{1C409CFA-30FE-426B-B014-BDAA23C1C133}"/>
    <pc:docChg chg="modSld">
      <pc:chgData name="吉田 雅之" userId="30033929-dfd8-4220-a5b4-c6b0a4bb5d3e" providerId="ADAL" clId="{1C409CFA-30FE-426B-B014-BDAA23C1C133}" dt="2020-12-09T06:48:49.298" v="0" actId="20577"/>
      <pc:docMkLst>
        <pc:docMk/>
      </pc:docMkLst>
      <pc:sldChg chg="modSp mod">
        <pc:chgData name="吉田 雅之" userId="30033929-dfd8-4220-a5b4-c6b0a4bb5d3e" providerId="ADAL" clId="{1C409CFA-30FE-426B-B014-BDAA23C1C133}" dt="2020-12-09T06:48:49.298" v="0" actId="20577"/>
        <pc:sldMkLst>
          <pc:docMk/>
          <pc:sldMk cId="1431651866" sldId="368"/>
        </pc:sldMkLst>
        <pc:graphicFrameChg chg="modGraphic">
          <ac:chgData name="吉田 雅之" userId="30033929-dfd8-4220-a5b4-c6b0a4bb5d3e" providerId="ADAL" clId="{1C409CFA-30FE-426B-B014-BDAA23C1C133}" dt="2020-12-09T06:48:49.298" v="0" actId="20577"/>
          <ac:graphicFrameMkLst>
            <pc:docMk/>
            <pc:sldMk cId="1431651866" sldId="368"/>
            <ac:graphicFrameMk id="6" creationId="{A5C776C1-5736-6E41-AFE0-D7FC9EBFA87B}"/>
          </ac:graphicFrameMkLst>
        </pc:graphicFrameChg>
      </pc:sldChg>
    </pc:docChg>
  </pc:docChgLst>
  <pc:docChgLst>
    <pc:chgData name="鈴木 秀規" userId="S::h_suzuki@rhizome01.onmicrosoft.com::f68c5fd9-22d5-4c0a-9833-7fb0f5135313" providerId="AD" clId="Web-{15F4B5FC-CFF5-4BB4-8C11-86A17B095605}"/>
    <pc:docChg chg="modSld">
      <pc:chgData name="鈴木 秀規" userId="S::h_suzuki@rhizome01.onmicrosoft.com::f68c5fd9-22d5-4c0a-9833-7fb0f5135313" providerId="AD" clId="Web-{15F4B5FC-CFF5-4BB4-8C11-86A17B095605}" dt="2020-12-02T03:49:52.859" v="0" actId="1076"/>
      <pc:docMkLst>
        <pc:docMk/>
      </pc:docMkLst>
      <pc:sldChg chg="modSp">
        <pc:chgData name="鈴木 秀規" userId="S::h_suzuki@rhizome01.onmicrosoft.com::f68c5fd9-22d5-4c0a-9833-7fb0f5135313" providerId="AD" clId="Web-{15F4B5FC-CFF5-4BB4-8C11-86A17B095605}" dt="2020-12-02T03:49:52.859" v="0" actId="1076"/>
        <pc:sldMkLst>
          <pc:docMk/>
          <pc:sldMk cId="510692425" sldId="259"/>
        </pc:sldMkLst>
        <pc:spChg chg="mod">
          <ac:chgData name="鈴木 秀規" userId="S::h_suzuki@rhizome01.onmicrosoft.com::f68c5fd9-22d5-4c0a-9833-7fb0f5135313" providerId="AD" clId="Web-{15F4B5FC-CFF5-4BB4-8C11-86A17B095605}" dt="2020-12-02T03:49:52.859" v="0" actId="1076"/>
          <ac:spMkLst>
            <pc:docMk/>
            <pc:sldMk cId="510692425" sldId="259"/>
            <ac:spMk id="15" creationId="{ED5AD4F3-B985-664A-86AC-B10F1F90B886}"/>
          </ac:spMkLst>
        </pc:spChg>
      </pc:sldChg>
    </pc:docChg>
  </pc:docChgLst>
  <pc:docChgLst>
    <pc:chgData name="鈴木 秀規" userId="S::h_suzuki@rhizome01.onmicrosoft.com::f68c5fd9-22d5-4c0a-9833-7fb0f5135313" providerId="AD" clId="Web-{41084A8C-A0A3-CA0D-2EC9-61FD28899570}"/>
    <pc:docChg chg="modSld">
      <pc:chgData name="鈴木 秀規" userId="S::h_suzuki@rhizome01.onmicrosoft.com::f68c5fd9-22d5-4c0a-9833-7fb0f5135313" providerId="AD" clId="Web-{41084A8C-A0A3-CA0D-2EC9-61FD28899570}" dt="2020-12-02T01:37:22.114" v="88" actId="20577"/>
      <pc:docMkLst>
        <pc:docMk/>
      </pc:docMkLst>
      <pc:sldChg chg="modSp">
        <pc:chgData name="鈴木 秀規" userId="S::h_suzuki@rhizome01.onmicrosoft.com::f68c5fd9-22d5-4c0a-9833-7fb0f5135313" providerId="AD" clId="Web-{41084A8C-A0A3-CA0D-2EC9-61FD28899570}" dt="2020-12-02T01:17:04.208" v="9" actId="20577"/>
        <pc:sldMkLst>
          <pc:docMk/>
          <pc:sldMk cId="0" sldId="256"/>
        </pc:sldMkLst>
        <pc:spChg chg="mod">
          <ac:chgData name="鈴木 秀規" userId="S::h_suzuki@rhizome01.onmicrosoft.com::f68c5fd9-22d5-4c0a-9833-7fb0f5135313" providerId="AD" clId="Web-{41084A8C-A0A3-CA0D-2EC9-61FD28899570}" dt="2020-12-02T01:17:04.208" v="9" actId="20577"/>
          <ac:spMkLst>
            <pc:docMk/>
            <pc:sldMk cId="0" sldId="256"/>
            <ac:spMk id="56" creationId="{00000000-0000-0000-0000-000000000000}"/>
          </ac:spMkLst>
        </pc:spChg>
      </pc:sldChg>
      <pc:sldChg chg="modSp">
        <pc:chgData name="鈴木 秀規" userId="S::h_suzuki@rhizome01.onmicrosoft.com::f68c5fd9-22d5-4c0a-9833-7fb0f5135313" providerId="AD" clId="Web-{41084A8C-A0A3-CA0D-2EC9-61FD28899570}" dt="2020-12-02T01:35:43.811" v="67" actId="20577"/>
        <pc:sldMkLst>
          <pc:docMk/>
          <pc:sldMk cId="1678292941" sldId="359"/>
        </pc:sldMkLst>
        <pc:spChg chg="mod">
          <ac:chgData name="鈴木 秀規" userId="S::h_suzuki@rhizome01.onmicrosoft.com::f68c5fd9-22d5-4c0a-9833-7fb0f5135313" providerId="AD" clId="Web-{41084A8C-A0A3-CA0D-2EC9-61FD28899570}" dt="2020-12-02T01:35:43.811" v="67" actId="20577"/>
          <ac:spMkLst>
            <pc:docMk/>
            <pc:sldMk cId="1678292941" sldId="359"/>
            <ac:spMk id="5" creationId="{9FB73B72-EC40-4233-BAB1-83ECFE5A4DD1}"/>
          </ac:spMkLst>
        </pc:spChg>
      </pc:sldChg>
      <pc:sldChg chg="modSp">
        <pc:chgData name="鈴木 秀規" userId="S::h_suzuki@rhizome01.onmicrosoft.com::f68c5fd9-22d5-4c0a-9833-7fb0f5135313" providerId="AD" clId="Web-{41084A8C-A0A3-CA0D-2EC9-61FD28899570}" dt="2020-12-02T01:37:22.114" v="87" actId="20577"/>
        <pc:sldMkLst>
          <pc:docMk/>
          <pc:sldMk cId="1668843990" sldId="360"/>
        </pc:sldMkLst>
        <pc:spChg chg="mod">
          <ac:chgData name="鈴木 秀規" userId="S::h_suzuki@rhizome01.onmicrosoft.com::f68c5fd9-22d5-4c0a-9833-7fb0f5135313" providerId="AD" clId="Web-{41084A8C-A0A3-CA0D-2EC9-61FD28899570}" dt="2020-12-02T01:37:22.114" v="87" actId="20577"/>
          <ac:spMkLst>
            <pc:docMk/>
            <pc:sldMk cId="1668843990" sldId="360"/>
            <ac:spMk id="9" creationId="{A4832727-EA7F-44D6-A9F2-E4AE0246960A}"/>
          </ac:spMkLst>
        </pc:spChg>
      </pc:sldChg>
    </pc:docChg>
  </pc:docChgLst>
  <pc:docChgLst>
    <pc:chgData name="鈴木 秀規" userId="f68c5fd9-22d5-4c0a-9833-7fb0f5135313" providerId="ADAL" clId="{89E477C8-882C-4DDE-9C80-DFB373724EDC}"/>
    <pc:docChg chg="undo custSel addSld delSld modSld sldOrd">
      <pc:chgData name="鈴木 秀規" userId="f68c5fd9-22d5-4c0a-9833-7fb0f5135313" providerId="ADAL" clId="{89E477C8-882C-4DDE-9C80-DFB373724EDC}" dt="2021-01-28T02:04:03.219" v="2314" actId="207"/>
      <pc:docMkLst>
        <pc:docMk/>
      </pc:docMkLst>
      <pc:sldChg chg="modSp mod">
        <pc:chgData name="鈴木 秀規" userId="f68c5fd9-22d5-4c0a-9833-7fb0f5135313" providerId="ADAL" clId="{89E477C8-882C-4DDE-9C80-DFB373724EDC}" dt="2021-01-26T07:45:28.115" v="1" actId="20577"/>
        <pc:sldMkLst>
          <pc:docMk/>
          <pc:sldMk cId="0" sldId="256"/>
        </pc:sldMkLst>
        <pc:spChg chg="mod">
          <ac:chgData name="鈴木 秀規" userId="f68c5fd9-22d5-4c0a-9833-7fb0f5135313" providerId="ADAL" clId="{89E477C8-882C-4DDE-9C80-DFB373724EDC}" dt="2021-01-26T07:45:28.115" v="1" actId="20577"/>
          <ac:spMkLst>
            <pc:docMk/>
            <pc:sldMk cId="0" sldId="256"/>
            <ac:spMk id="56" creationId="{00000000-0000-0000-0000-000000000000}"/>
          </ac:spMkLst>
        </pc:spChg>
      </pc:sldChg>
      <pc:sldChg chg="addSp delSp modSp mod">
        <pc:chgData name="鈴木 秀規" userId="f68c5fd9-22d5-4c0a-9833-7fb0f5135313" providerId="ADAL" clId="{89E477C8-882C-4DDE-9C80-DFB373724EDC}" dt="2021-01-26T08:03:59.120" v="443" actId="207"/>
        <pc:sldMkLst>
          <pc:docMk/>
          <pc:sldMk cId="1859091905" sldId="362"/>
        </pc:sldMkLst>
        <pc:spChg chg="add del">
          <ac:chgData name="鈴木 秀規" userId="f68c5fd9-22d5-4c0a-9833-7fb0f5135313" providerId="ADAL" clId="{89E477C8-882C-4DDE-9C80-DFB373724EDC}" dt="2021-01-26T07:47:23.226" v="17" actId="478"/>
          <ac:spMkLst>
            <pc:docMk/>
            <pc:sldMk cId="1859091905" sldId="362"/>
            <ac:spMk id="2" creationId="{92E5F6D1-4805-4635-9E4D-3BD3DD954908}"/>
          </ac:spMkLst>
        </pc:spChg>
        <pc:spChg chg="add del mod">
          <ac:chgData name="鈴木 秀規" userId="f68c5fd9-22d5-4c0a-9833-7fb0f5135313" providerId="ADAL" clId="{89E477C8-882C-4DDE-9C80-DFB373724EDC}" dt="2021-01-26T07:49:07.797" v="44" actId="478"/>
          <ac:spMkLst>
            <pc:docMk/>
            <pc:sldMk cId="1859091905" sldId="362"/>
            <ac:spMk id="3" creationId="{0E0814CB-A348-4B0A-BCC8-27662E7B5990}"/>
          </ac:spMkLst>
        </pc:spChg>
        <pc:spChg chg="add del mod">
          <ac:chgData name="鈴木 秀規" userId="f68c5fd9-22d5-4c0a-9833-7fb0f5135313" providerId="ADAL" clId="{89E477C8-882C-4DDE-9C80-DFB373724EDC}" dt="2021-01-26T07:46:52.778" v="10" actId="478"/>
          <ac:spMkLst>
            <pc:docMk/>
            <pc:sldMk cId="1859091905" sldId="362"/>
            <ac:spMk id="6" creationId="{0265A560-2DAC-4386-AADC-248233F94E1E}"/>
          </ac:spMkLst>
        </pc:spChg>
        <pc:spChg chg="mod">
          <ac:chgData name="鈴木 秀規" userId="f68c5fd9-22d5-4c0a-9833-7fb0f5135313" providerId="ADAL" clId="{89E477C8-882C-4DDE-9C80-DFB373724EDC}" dt="2021-01-26T07:45:55.396" v="3"/>
          <ac:spMkLst>
            <pc:docMk/>
            <pc:sldMk cId="1859091905" sldId="362"/>
            <ac:spMk id="7" creationId="{58177CF6-E256-4D88-B489-5F2EFF09AC4C}"/>
          </ac:spMkLst>
        </pc:spChg>
        <pc:spChg chg="mod">
          <ac:chgData name="鈴木 秀規" userId="f68c5fd9-22d5-4c0a-9833-7fb0f5135313" providerId="ADAL" clId="{89E477C8-882C-4DDE-9C80-DFB373724EDC}" dt="2021-01-26T07:46:49.158" v="7" actId="14100"/>
          <ac:spMkLst>
            <pc:docMk/>
            <pc:sldMk cId="1859091905" sldId="362"/>
            <ac:spMk id="8" creationId="{C57C43D1-E1C5-418D-A114-931FDA96CE3D}"/>
          </ac:spMkLst>
        </pc:spChg>
        <pc:spChg chg="add mod">
          <ac:chgData name="鈴木 秀規" userId="f68c5fd9-22d5-4c0a-9833-7fb0f5135313" providerId="ADAL" clId="{89E477C8-882C-4DDE-9C80-DFB373724EDC}" dt="2021-01-26T08:03:14.823" v="435" actId="14100"/>
          <ac:spMkLst>
            <pc:docMk/>
            <pc:sldMk cId="1859091905" sldId="362"/>
            <ac:spMk id="9" creationId="{5C894CD6-9E1B-4BAC-8173-E34A213C125E}"/>
          </ac:spMkLst>
        </pc:spChg>
        <pc:spChg chg="add del mod">
          <ac:chgData name="鈴木 秀規" userId="f68c5fd9-22d5-4c0a-9833-7fb0f5135313" providerId="ADAL" clId="{89E477C8-882C-4DDE-9C80-DFB373724EDC}" dt="2021-01-26T07:47:21.482" v="16" actId="478"/>
          <ac:spMkLst>
            <pc:docMk/>
            <pc:sldMk cId="1859091905" sldId="362"/>
            <ac:spMk id="10" creationId="{73DAB571-D70F-43DD-A3C8-264347789DA9}"/>
          </ac:spMkLst>
        </pc:spChg>
        <pc:spChg chg="add mod ord">
          <ac:chgData name="鈴木 秀規" userId="f68c5fd9-22d5-4c0a-9833-7fb0f5135313" providerId="ADAL" clId="{89E477C8-882C-4DDE-9C80-DFB373724EDC}" dt="2021-01-26T08:03:17.045" v="436" actId="14100"/>
          <ac:spMkLst>
            <pc:docMk/>
            <pc:sldMk cId="1859091905" sldId="362"/>
            <ac:spMk id="11" creationId="{FE06ECD6-C85C-4A9B-A8EA-8419C55AAE42}"/>
          </ac:spMkLst>
        </pc:spChg>
        <pc:spChg chg="add mod">
          <ac:chgData name="鈴木 秀規" userId="f68c5fd9-22d5-4c0a-9833-7fb0f5135313" providerId="ADAL" clId="{89E477C8-882C-4DDE-9C80-DFB373724EDC}" dt="2021-01-26T08:03:04.958" v="433" actId="14100"/>
          <ac:spMkLst>
            <pc:docMk/>
            <pc:sldMk cId="1859091905" sldId="362"/>
            <ac:spMk id="12" creationId="{141F7DCE-666E-41D5-863D-B6587775D22E}"/>
          </ac:spMkLst>
        </pc:spChg>
        <pc:spChg chg="add mod">
          <ac:chgData name="鈴木 秀規" userId="f68c5fd9-22d5-4c0a-9833-7fb0f5135313" providerId="ADAL" clId="{89E477C8-882C-4DDE-9C80-DFB373724EDC}" dt="2021-01-26T07:50:49.075" v="99" actId="122"/>
          <ac:spMkLst>
            <pc:docMk/>
            <pc:sldMk cId="1859091905" sldId="362"/>
            <ac:spMk id="13" creationId="{68E566C5-31D7-4EAC-B4CE-54A2FD15C730}"/>
          </ac:spMkLst>
        </pc:spChg>
        <pc:spChg chg="add mod">
          <ac:chgData name="鈴木 秀規" userId="f68c5fd9-22d5-4c0a-9833-7fb0f5135313" providerId="ADAL" clId="{89E477C8-882C-4DDE-9C80-DFB373724EDC}" dt="2021-01-26T07:50:49.075" v="99" actId="122"/>
          <ac:spMkLst>
            <pc:docMk/>
            <pc:sldMk cId="1859091905" sldId="362"/>
            <ac:spMk id="14" creationId="{5FBDE6F9-C2F2-4867-93EB-58A1D7802C2B}"/>
          </ac:spMkLst>
        </pc:spChg>
        <pc:spChg chg="add mod">
          <ac:chgData name="鈴木 秀規" userId="f68c5fd9-22d5-4c0a-9833-7fb0f5135313" providerId="ADAL" clId="{89E477C8-882C-4DDE-9C80-DFB373724EDC}" dt="2021-01-26T07:50:49.075" v="99" actId="122"/>
          <ac:spMkLst>
            <pc:docMk/>
            <pc:sldMk cId="1859091905" sldId="362"/>
            <ac:spMk id="15" creationId="{B5FE1B07-A169-4D9D-B87C-699F630BC13A}"/>
          </ac:spMkLst>
        </pc:spChg>
        <pc:spChg chg="add mod ord">
          <ac:chgData name="鈴木 秀規" userId="f68c5fd9-22d5-4c0a-9833-7fb0f5135313" providerId="ADAL" clId="{89E477C8-882C-4DDE-9C80-DFB373724EDC}" dt="2021-01-26T07:53:04.930" v="137" actId="207"/>
          <ac:spMkLst>
            <pc:docMk/>
            <pc:sldMk cId="1859091905" sldId="362"/>
            <ac:spMk id="16" creationId="{E83750D9-63CB-46EA-91FA-A651A9651075}"/>
          </ac:spMkLst>
        </pc:spChg>
        <pc:spChg chg="add mod ord">
          <ac:chgData name="鈴木 秀規" userId="f68c5fd9-22d5-4c0a-9833-7fb0f5135313" providerId="ADAL" clId="{89E477C8-882C-4DDE-9C80-DFB373724EDC}" dt="2021-01-26T07:53:04.930" v="137" actId="207"/>
          <ac:spMkLst>
            <pc:docMk/>
            <pc:sldMk cId="1859091905" sldId="362"/>
            <ac:spMk id="17" creationId="{FC0769DA-ED2F-46A9-93A5-C07CE6C1DC3F}"/>
          </ac:spMkLst>
        </pc:spChg>
        <pc:spChg chg="add mod ord">
          <ac:chgData name="鈴木 秀規" userId="f68c5fd9-22d5-4c0a-9833-7fb0f5135313" providerId="ADAL" clId="{89E477C8-882C-4DDE-9C80-DFB373724EDC}" dt="2021-01-26T07:53:04.930" v="137" actId="207"/>
          <ac:spMkLst>
            <pc:docMk/>
            <pc:sldMk cId="1859091905" sldId="362"/>
            <ac:spMk id="18" creationId="{2A7BD536-9C5D-44FA-94B8-B3F7E84E5B97}"/>
          </ac:spMkLst>
        </pc:spChg>
        <pc:spChg chg="add mod">
          <ac:chgData name="鈴木 秀規" userId="f68c5fd9-22d5-4c0a-9833-7fb0f5135313" providerId="ADAL" clId="{89E477C8-882C-4DDE-9C80-DFB373724EDC}" dt="2021-01-26T07:57:16.250" v="258" actId="1076"/>
          <ac:spMkLst>
            <pc:docMk/>
            <pc:sldMk cId="1859091905" sldId="362"/>
            <ac:spMk id="21" creationId="{0AB77973-9417-4DCE-AF82-689FF3E7ECA3}"/>
          </ac:spMkLst>
        </pc:spChg>
        <pc:spChg chg="add mod">
          <ac:chgData name="鈴木 秀規" userId="f68c5fd9-22d5-4c0a-9833-7fb0f5135313" providerId="ADAL" clId="{89E477C8-882C-4DDE-9C80-DFB373724EDC}" dt="2021-01-26T07:55:20.883" v="181" actId="1076"/>
          <ac:spMkLst>
            <pc:docMk/>
            <pc:sldMk cId="1859091905" sldId="362"/>
            <ac:spMk id="22" creationId="{16E9E172-CD6A-4435-84D9-2E6141BF41F3}"/>
          </ac:spMkLst>
        </pc:spChg>
        <pc:spChg chg="add mod">
          <ac:chgData name="鈴木 秀規" userId="f68c5fd9-22d5-4c0a-9833-7fb0f5135313" providerId="ADAL" clId="{89E477C8-882C-4DDE-9C80-DFB373724EDC}" dt="2021-01-26T07:55:40.763" v="203" actId="20577"/>
          <ac:spMkLst>
            <pc:docMk/>
            <pc:sldMk cId="1859091905" sldId="362"/>
            <ac:spMk id="23" creationId="{0AF3A0FB-0B79-4774-915A-B48357FAF8C6}"/>
          </ac:spMkLst>
        </pc:spChg>
        <pc:spChg chg="add mod">
          <ac:chgData name="鈴木 秀規" userId="f68c5fd9-22d5-4c0a-9833-7fb0f5135313" providerId="ADAL" clId="{89E477C8-882C-4DDE-9C80-DFB373724EDC}" dt="2021-01-26T08:01:41.381" v="411" actId="1037"/>
          <ac:spMkLst>
            <pc:docMk/>
            <pc:sldMk cId="1859091905" sldId="362"/>
            <ac:spMk id="37" creationId="{810BEF0F-9E4D-4704-87DF-51BF9D7C4CAD}"/>
          </ac:spMkLst>
        </pc:spChg>
        <pc:spChg chg="add mod">
          <ac:chgData name="鈴木 秀規" userId="f68c5fd9-22d5-4c0a-9833-7fb0f5135313" providerId="ADAL" clId="{89E477C8-882C-4DDE-9C80-DFB373724EDC}" dt="2021-01-26T08:00:09.668" v="364" actId="1035"/>
          <ac:spMkLst>
            <pc:docMk/>
            <pc:sldMk cId="1859091905" sldId="362"/>
            <ac:spMk id="38" creationId="{F635ED57-68F7-4ED1-9CDF-DEC970A12A25}"/>
          </ac:spMkLst>
        </pc:spChg>
        <pc:spChg chg="add mod">
          <ac:chgData name="鈴木 秀規" userId="f68c5fd9-22d5-4c0a-9833-7fb0f5135313" providerId="ADAL" clId="{89E477C8-882C-4DDE-9C80-DFB373724EDC}" dt="2021-01-26T07:59:31.863" v="343" actId="571"/>
          <ac:spMkLst>
            <pc:docMk/>
            <pc:sldMk cId="1859091905" sldId="362"/>
            <ac:spMk id="44" creationId="{E6017941-A836-42CF-BD82-709E738B1148}"/>
          </ac:spMkLst>
        </pc:spChg>
        <pc:spChg chg="add mod">
          <ac:chgData name="鈴木 秀規" userId="f68c5fd9-22d5-4c0a-9833-7fb0f5135313" providerId="ADAL" clId="{89E477C8-882C-4DDE-9C80-DFB373724EDC}" dt="2021-01-26T07:59:31.863" v="343" actId="571"/>
          <ac:spMkLst>
            <pc:docMk/>
            <pc:sldMk cId="1859091905" sldId="362"/>
            <ac:spMk id="45" creationId="{F9DC93C5-F221-40D7-95AB-67508DA91CE4}"/>
          </ac:spMkLst>
        </pc:spChg>
        <pc:spChg chg="add mod">
          <ac:chgData name="鈴木 秀規" userId="f68c5fd9-22d5-4c0a-9833-7fb0f5135313" providerId="ADAL" clId="{89E477C8-882C-4DDE-9C80-DFB373724EDC}" dt="2021-01-26T08:00:38.912" v="380" actId="1037"/>
          <ac:spMkLst>
            <pc:docMk/>
            <pc:sldMk cId="1859091905" sldId="362"/>
            <ac:spMk id="54" creationId="{266E822E-A1F4-4F69-8477-0E6EF3210D03}"/>
          </ac:spMkLst>
        </pc:spChg>
        <pc:spChg chg="add mod">
          <ac:chgData name="鈴木 秀規" userId="f68c5fd9-22d5-4c0a-9833-7fb0f5135313" providerId="ADAL" clId="{89E477C8-882C-4DDE-9C80-DFB373724EDC}" dt="2021-01-26T08:03:12.075" v="434" actId="207"/>
          <ac:spMkLst>
            <pc:docMk/>
            <pc:sldMk cId="1859091905" sldId="362"/>
            <ac:spMk id="59" creationId="{CFF5B219-4DDF-4B37-A64F-2304FFABF712}"/>
          </ac:spMkLst>
        </pc:spChg>
        <pc:spChg chg="add mod">
          <ac:chgData name="鈴木 秀規" userId="f68c5fd9-22d5-4c0a-9833-7fb0f5135313" providerId="ADAL" clId="{89E477C8-882C-4DDE-9C80-DFB373724EDC}" dt="2021-01-26T08:03:59.120" v="443" actId="207"/>
          <ac:spMkLst>
            <pc:docMk/>
            <pc:sldMk cId="1859091905" sldId="362"/>
            <ac:spMk id="72" creationId="{83F0BF49-8189-4578-8B5F-CF276A24D0CA}"/>
          </ac:spMkLst>
        </pc:spChg>
        <pc:cxnChg chg="add mod ord">
          <ac:chgData name="鈴木 秀規" userId="f68c5fd9-22d5-4c0a-9833-7fb0f5135313" providerId="ADAL" clId="{89E477C8-882C-4DDE-9C80-DFB373724EDC}" dt="2021-01-26T08:02:48.105" v="428" actId="14100"/>
          <ac:cxnSpMkLst>
            <pc:docMk/>
            <pc:sldMk cId="1859091905" sldId="362"/>
            <ac:cxnSpMk id="20" creationId="{134534F1-08CD-4AB7-99C9-9FC436F331A2}"/>
          </ac:cxnSpMkLst>
        </pc:cxnChg>
        <pc:cxnChg chg="add mod">
          <ac:chgData name="鈴木 秀規" userId="f68c5fd9-22d5-4c0a-9833-7fb0f5135313" providerId="ADAL" clId="{89E477C8-882C-4DDE-9C80-DFB373724EDC}" dt="2021-01-26T08:02:51.594" v="429" actId="14100"/>
          <ac:cxnSpMkLst>
            <pc:docMk/>
            <pc:sldMk cId="1859091905" sldId="362"/>
            <ac:cxnSpMk id="24" creationId="{019FAB17-44B5-4AE2-AF12-6643EFA8830B}"/>
          </ac:cxnSpMkLst>
        </pc:cxnChg>
        <pc:cxnChg chg="add mod">
          <ac:chgData name="鈴木 秀規" userId="f68c5fd9-22d5-4c0a-9833-7fb0f5135313" providerId="ADAL" clId="{89E477C8-882C-4DDE-9C80-DFB373724EDC}" dt="2021-01-26T08:02:54.148" v="430" actId="14100"/>
          <ac:cxnSpMkLst>
            <pc:docMk/>
            <pc:sldMk cId="1859091905" sldId="362"/>
            <ac:cxnSpMk id="27" creationId="{1EBAE8EE-EAC3-4F4B-9A50-BAD58EB53B79}"/>
          </ac:cxnSpMkLst>
        </pc:cxnChg>
        <pc:cxnChg chg="add mod">
          <ac:chgData name="鈴木 秀規" userId="f68c5fd9-22d5-4c0a-9833-7fb0f5135313" providerId="ADAL" clId="{89E477C8-882C-4DDE-9C80-DFB373724EDC}" dt="2021-01-26T08:02:33.870" v="427" actId="692"/>
          <ac:cxnSpMkLst>
            <pc:docMk/>
            <pc:sldMk cId="1859091905" sldId="362"/>
            <ac:cxnSpMk id="31" creationId="{A6BADF17-B0D0-4743-A0B1-41D4A54BD609}"/>
          </ac:cxnSpMkLst>
        </pc:cxnChg>
        <pc:cxnChg chg="add mod">
          <ac:chgData name="鈴木 秀規" userId="f68c5fd9-22d5-4c0a-9833-7fb0f5135313" providerId="ADAL" clId="{89E477C8-882C-4DDE-9C80-DFB373724EDC}" dt="2021-01-26T08:02:33.870" v="427" actId="692"/>
          <ac:cxnSpMkLst>
            <pc:docMk/>
            <pc:sldMk cId="1859091905" sldId="362"/>
            <ac:cxnSpMk id="32" creationId="{BB2AB40A-D1FF-499D-96E4-CC02DBFD0C45}"/>
          </ac:cxnSpMkLst>
        </pc:cxnChg>
        <pc:cxnChg chg="add mod">
          <ac:chgData name="鈴木 秀規" userId="f68c5fd9-22d5-4c0a-9833-7fb0f5135313" providerId="ADAL" clId="{89E477C8-882C-4DDE-9C80-DFB373724EDC}" dt="2021-01-26T08:02:33.870" v="427" actId="692"/>
          <ac:cxnSpMkLst>
            <pc:docMk/>
            <pc:sldMk cId="1859091905" sldId="362"/>
            <ac:cxnSpMk id="40" creationId="{2CAE687F-4F06-4637-9A81-133CDE1DDFD1}"/>
          </ac:cxnSpMkLst>
        </pc:cxnChg>
        <pc:cxnChg chg="add del mod">
          <ac:chgData name="鈴木 秀規" userId="f68c5fd9-22d5-4c0a-9833-7fb0f5135313" providerId="ADAL" clId="{89E477C8-882C-4DDE-9C80-DFB373724EDC}" dt="2021-01-26T07:59:19.993" v="340"/>
          <ac:cxnSpMkLst>
            <pc:docMk/>
            <pc:sldMk cId="1859091905" sldId="362"/>
            <ac:cxnSpMk id="42" creationId="{5AA0BF02-C0A5-4738-9C26-191F009E8F18}"/>
          </ac:cxnSpMkLst>
        </pc:cxnChg>
        <pc:cxnChg chg="add mod">
          <ac:chgData name="鈴木 秀規" userId="f68c5fd9-22d5-4c0a-9833-7fb0f5135313" providerId="ADAL" clId="{89E477C8-882C-4DDE-9C80-DFB373724EDC}" dt="2021-01-26T08:02:33.870" v="427" actId="692"/>
          <ac:cxnSpMkLst>
            <pc:docMk/>
            <pc:sldMk cId="1859091905" sldId="362"/>
            <ac:cxnSpMk id="43" creationId="{A5774DB9-1F03-4A1A-AF9A-AED333B85D23}"/>
          </ac:cxnSpMkLst>
        </pc:cxnChg>
        <pc:cxnChg chg="add mod">
          <ac:chgData name="鈴木 秀規" userId="f68c5fd9-22d5-4c0a-9833-7fb0f5135313" providerId="ADAL" clId="{89E477C8-882C-4DDE-9C80-DFB373724EDC}" dt="2021-01-26T08:02:33.870" v="427" actId="692"/>
          <ac:cxnSpMkLst>
            <pc:docMk/>
            <pc:sldMk cId="1859091905" sldId="362"/>
            <ac:cxnSpMk id="47" creationId="{864068D4-A178-418F-82A7-F8CD61001708}"/>
          </ac:cxnSpMkLst>
        </pc:cxnChg>
        <pc:cxnChg chg="add mod">
          <ac:chgData name="鈴木 秀規" userId="f68c5fd9-22d5-4c0a-9833-7fb0f5135313" providerId="ADAL" clId="{89E477C8-882C-4DDE-9C80-DFB373724EDC}" dt="2021-01-26T08:03:01.687" v="432" actId="14100"/>
          <ac:cxnSpMkLst>
            <pc:docMk/>
            <pc:sldMk cId="1859091905" sldId="362"/>
            <ac:cxnSpMk id="51" creationId="{A32AD69A-697F-4EF8-9E0F-56D494744AA2}"/>
          </ac:cxnSpMkLst>
        </pc:cxnChg>
        <pc:cxnChg chg="add mod">
          <ac:chgData name="鈴木 秀規" userId="f68c5fd9-22d5-4c0a-9833-7fb0f5135313" providerId="ADAL" clId="{89E477C8-882C-4DDE-9C80-DFB373724EDC}" dt="2021-01-26T08:02:57.730" v="431" actId="14100"/>
          <ac:cxnSpMkLst>
            <pc:docMk/>
            <pc:sldMk cId="1859091905" sldId="362"/>
            <ac:cxnSpMk id="57" creationId="{31F5136B-2FBA-42D0-BD1C-5118FED32A40}"/>
          </ac:cxnSpMkLst>
        </pc:cxnChg>
      </pc:sldChg>
      <pc:sldChg chg="del">
        <pc:chgData name="鈴木 秀規" userId="f68c5fd9-22d5-4c0a-9833-7fb0f5135313" providerId="ADAL" clId="{89E477C8-882C-4DDE-9C80-DFB373724EDC}" dt="2021-01-26T07:45:41.587" v="2" actId="2696"/>
        <pc:sldMkLst>
          <pc:docMk/>
          <pc:sldMk cId="793301096" sldId="363"/>
        </pc:sldMkLst>
      </pc:sldChg>
      <pc:sldChg chg="modSp new mod">
        <pc:chgData name="鈴木 秀規" userId="f68c5fd9-22d5-4c0a-9833-7fb0f5135313" providerId="ADAL" clId="{89E477C8-882C-4DDE-9C80-DFB373724EDC}" dt="2021-01-26T08:04:53.998" v="455" actId="207"/>
        <pc:sldMkLst>
          <pc:docMk/>
          <pc:sldMk cId="2294830573" sldId="363"/>
        </pc:sldMkLst>
        <pc:spChg chg="mod">
          <ac:chgData name="鈴木 秀規" userId="f68c5fd9-22d5-4c0a-9833-7fb0f5135313" providerId="ADAL" clId="{89E477C8-882C-4DDE-9C80-DFB373724EDC}" dt="2021-01-26T08:04:28.406" v="447"/>
          <ac:spMkLst>
            <pc:docMk/>
            <pc:sldMk cId="2294830573" sldId="363"/>
            <ac:spMk id="3" creationId="{80308596-66F4-4B44-A987-976456932F9D}"/>
          </ac:spMkLst>
        </pc:spChg>
        <pc:spChg chg="mod">
          <ac:chgData name="鈴木 秀規" userId="f68c5fd9-22d5-4c0a-9833-7fb0f5135313" providerId="ADAL" clId="{89E477C8-882C-4DDE-9C80-DFB373724EDC}" dt="2021-01-26T08:04:53.998" v="455" actId="207"/>
          <ac:spMkLst>
            <pc:docMk/>
            <pc:sldMk cId="2294830573" sldId="363"/>
            <ac:spMk id="5" creationId="{2D522168-F518-4111-8563-A2E1FCAB34AB}"/>
          </ac:spMkLst>
        </pc:spChg>
      </pc:sldChg>
      <pc:sldChg chg="del">
        <pc:chgData name="鈴木 秀規" userId="f68c5fd9-22d5-4c0a-9833-7fb0f5135313" providerId="ADAL" clId="{89E477C8-882C-4DDE-9C80-DFB373724EDC}" dt="2021-01-26T07:45:41.587" v="2" actId="2696"/>
        <pc:sldMkLst>
          <pc:docMk/>
          <pc:sldMk cId="7953356" sldId="364"/>
        </pc:sldMkLst>
      </pc:sldChg>
      <pc:sldChg chg="addSp delSp modSp new mod chgLayout">
        <pc:chgData name="鈴木 秀規" userId="f68c5fd9-22d5-4c0a-9833-7fb0f5135313" providerId="ADAL" clId="{89E477C8-882C-4DDE-9C80-DFB373724EDC}" dt="2021-01-26T08:08:15.326" v="507" actId="14100"/>
        <pc:sldMkLst>
          <pc:docMk/>
          <pc:sldMk cId="1110472243" sldId="364"/>
        </pc:sldMkLst>
        <pc:spChg chg="mod ord">
          <ac:chgData name="鈴木 秀規" userId="f68c5fd9-22d5-4c0a-9833-7fb0f5135313" providerId="ADAL" clId="{89E477C8-882C-4DDE-9C80-DFB373724EDC}" dt="2021-01-26T08:07:55.033" v="502" actId="6264"/>
          <ac:spMkLst>
            <pc:docMk/>
            <pc:sldMk cId="1110472243" sldId="364"/>
            <ac:spMk id="2" creationId="{4C26FC9E-824E-49C1-94A2-CADDA6CC0D53}"/>
          </ac:spMkLst>
        </pc:spChg>
        <pc:spChg chg="mod ord">
          <ac:chgData name="鈴木 秀規" userId="f68c5fd9-22d5-4c0a-9833-7fb0f5135313" providerId="ADAL" clId="{89E477C8-882C-4DDE-9C80-DFB373724EDC}" dt="2021-01-26T08:07:55.033" v="502" actId="6264"/>
          <ac:spMkLst>
            <pc:docMk/>
            <pc:sldMk cId="1110472243" sldId="364"/>
            <ac:spMk id="3" creationId="{C76342AA-69F7-4707-AB18-49D866955607}"/>
          </ac:spMkLst>
        </pc:spChg>
        <pc:spChg chg="mod ord">
          <ac:chgData name="鈴木 秀規" userId="f68c5fd9-22d5-4c0a-9833-7fb0f5135313" providerId="ADAL" clId="{89E477C8-882C-4DDE-9C80-DFB373724EDC}" dt="2021-01-26T08:07:55.033" v="502" actId="6264"/>
          <ac:spMkLst>
            <pc:docMk/>
            <pc:sldMk cId="1110472243" sldId="364"/>
            <ac:spMk id="4" creationId="{BF106BF8-5A59-42EE-9C56-59204DEFA2B2}"/>
          </ac:spMkLst>
        </pc:spChg>
        <pc:spChg chg="del mod">
          <ac:chgData name="鈴木 秀規" userId="f68c5fd9-22d5-4c0a-9833-7fb0f5135313" providerId="ADAL" clId="{89E477C8-882C-4DDE-9C80-DFB373724EDC}" dt="2021-01-26T08:06:07.552" v="462" actId="478"/>
          <ac:spMkLst>
            <pc:docMk/>
            <pc:sldMk cId="1110472243" sldId="364"/>
            <ac:spMk id="5" creationId="{B053D525-0D4E-47BE-9589-977DE06898A5}"/>
          </ac:spMkLst>
        </pc:spChg>
        <pc:spChg chg="add mod">
          <ac:chgData name="鈴木 秀規" userId="f68c5fd9-22d5-4c0a-9833-7fb0f5135313" providerId="ADAL" clId="{89E477C8-882C-4DDE-9C80-DFB373724EDC}" dt="2021-01-26T08:07:43.082" v="501" actId="207"/>
          <ac:spMkLst>
            <pc:docMk/>
            <pc:sldMk cId="1110472243" sldId="364"/>
            <ac:spMk id="6" creationId="{4C3AF5AA-B358-4316-BC78-20B29D60485D}"/>
          </ac:spMkLst>
        </pc:spChg>
        <pc:spChg chg="add del mod">
          <ac:chgData name="鈴木 秀規" userId="f68c5fd9-22d5-4c0a-9833-7fb0f5135313" providerId="ADAL" clId="{89E477C8-882C-4DDE-9C80-DFB373724EDC}" dt="2021-01-26T08:07:55.033" v="502" actId="6264"/>
          <ac:spMkLst>
            <pc:docMk/>
            <pc:sldMk cId="1110472243" sldId="364"/>
            <ac:spMk id="7" creationId="{D3632368-3194-4E35-911B-41D9C2B615B7}"/>
          </ac:spMkLst>
        </pc:spChg>
        <pc:spChg chg="add del mod">
          <ac:chgData name="鈴木 秀規" userId="f68c5fd9-22d5-4c0a-9833-7fb0f5135313" providerId="ADAL" clId="{89E477C8-882C-4DDE-9C80-DFB373724EDC}" dt="2021-01-26T08:07:55.033" v="502" actId="6264"/>
          <ac:spMkLst>
            <pc:docMk/>
            <pc:sldMk cId="1110472243" sldId="364"/>
            <ac:spMk id="8" creationId="{BD9E1838-2E86-4D77-8E3D-C641A1C67699}"/>
          </ac:spMkLst>
        </pc:spChg>
        <pc:spChg chg="add del mod">
          <ac:chgData name="鈴木 秀規" userId="f68c5fd9-22d5-4c0a-9833-7fb0f5135313" providerId="ADAL" clId="{89E477C8-882C-4DDE-9C80-DFB373724EDC}" dt="2021-01-26T08:07:55.033" v="502" actId="6264"/>
          <ac:spMkLst>
            <pc:docMk/>
            <pc:sldMk cId="1110472243" sldId="364"/>
            <ac:spMk id="9" creationId="{B63836F2-4190-4CA3-8A40-6FB9C2E56271}"/>
          </ac:spMkLst>
        </pc:spChg>
        <pc:spChg chg="add mod ord">
          <ac:chgData name="鈴木 秀規" userId="f68c5fd9-22d5-4c0a-9833-7fb0f5135313" providerId="ADAL" clId="{89E477C8-882C-4DDE-9C80-DFB373724EDC}" dt="2021-01-26T08:08:15.326" v="507" actId="14100"/>
          <ac:spMkLst>
            <pc:docMk/>
            <pc:sldMk cId="1110472243" sldId="364"/>
            <ac:spMk id="10" creationId="{45A9D3B6-AA82-49F3-80E4-3A5DFB8B35D3}"/>
          </ac:spMkLst>
        </pc:spChg>
      </pc:sldChg>
      <pc:sldChg chg="del">
        <pc:chgData name="鈴木 秀規" userId="f68c5fd9-22d5-4c0a-9833-7fb0f5135313" providerId="ADAL" clId="{89E477C8-882C-4DDE-9C80-DFB373724EDC}" dt="2021-01-26T07:45:41.587" v="2" actId="2696"/>
        <pc:sldMkLst>
          <pc:docMk/>
          <pc:sldMk cId="761714059" sldId="365"/>
        </pc:sldMkLst>
      </pc:sldChg>
      <pc:sldChg chg="modSp new mod">
        <pc:chgData name="鈴木 秀規" userId="f68c5fd9-22d5-4c0a-9833-7fb0f5135313" providerId="ADAL" clId="{89E477C8-882C-4DDE-9C80-DFB373724EDC}" dt="2021-01-26T08:10:20.601" v="529" actId="207"/>
        <pc:sldMkLst>
          <pc:docMk/>
          <pc:sldMk cId="2023125260" sldId="365"/>
        </pc:sldMkLst>
        <pc:spChg chg="mod">
          <ac:chgData name="鈴木 秀規" userId="f68c5fd9-22d5-4c0a-9833-7fb0f5135313" providerId="ADAL" clId="{89E477C8-882C-4DDE-9C80-DFB373724EDC}" dt="2021-01-26T08:09:00.303" v="511" actId="113"/>
          <ac:spMkLst>
            <pc:docMk/>
            <pc:sldMk cId="2023125260" sldId="365"/>
            <ac:spMk id="3" creationId="{3C5E10D8-FE1A-43F3-A5E1-4E0561551D6D}"/>
          </ac:spMkLst>
        </pc:spChg>
        <pc:spChg chg="mod">
          <ac:chgData name="鈴木 秀規" userId="f68c5fd9-22d5-4c0a-9833-7fb0f5135313" providerId="ADAL" clId="{89E477C8-882C-4DDE-9C80-DFB373724EDC}" dt="2021-01-26T08:10:20.601" v="529" actId="207"/>
          <ac:spMkLst>
            <pc:docMk/>
            <pc:sldMk cId="2023125260" sldId="365"/>
            <ac:spMk id="5" creationId="{B84F0D4E-F2BC-40E8-BE39-75DAE0927AB4}"/>
          </ac:spMkLst>
        </pc:spChg>
      </pc:sldChg>
      <pc:sldChg chg="modSp new mod">
        <pc:chgData name="鈴木 秀規" userId="f68c5fd9-22d5-4c0a-9833-7fb0f5135313" providerId="ADAL" clId="{89E477C8-882C-4DDE-9C80-DFB373724EDC}" dt="2021-01-26T08:12:35.424" v="540" actId="207"/>
        <pc:sldMkLst>
          <pc:docMk/>
          <pc:sldMk cId="597858556" sldId="366"/>
        </pc:sldMkLst>
        <pc:spChg chg="mod">
          <ac:chgData name="鈴木 秀規" userId="f68c5fd9-22d5-4c0a-9833-7fb0f5135313" providerId="ADAL" clId="{89E477C8-882C-4DDE-9C80-DFB373724EDC}" dt="2021-01-26T08:10:59.036" v="531"/>
          <ac:spMkLst>
            <pc:docMk/>
            <pc:sldMk cId="597858556" sldId="366"/>
            <ac:spMk id="3" creationId="{C635C32F-0D77-4DD0-A752-8B7C55A2B627}"/>
          </ac:spMkLst>
        </pc:spChg>
        <pc:spChg chg="mod">
          <ac:chgData name="鈴木 秀規" userId="f68c5fd9-22d5-4c0a-9833-7fb0f5135313" providerId="ADAL" clId="{89E477C8-882C-4DDE-9C80-DFB373724EDC}" dt="2021-01-26T08:12:35.424" v="540" actId="207"/>
          <ac:spMkLst>
            <pc:docMk/>
            <pc:sldMk cId="597858556" sldId="366"/>
            <ac:spMk id="5" creationId="{4402BEA6-4F18-4B71-B0B4-98752FFB701C}"/>
          </ac:spMkLst>
        </pc:spChg>
      </pc:sldChg>
      <pc:sldChg chg="del">
        <pc:chgData name="鈴木 秀規" userId="f68c5fd9-22d5-4c0a-9833-7fb0f5135313" providerId="ADAL" clId="{89E477C8-882C-4DDE-9C80-DFB373724EDC}" dt="2021-01-26T07:45:41.587" v="2" actId="2696"/>
        <pc:sldMkLst>
          <pc:docMk/>
          <pc:sldMk cId="680852098" sldId="366"/>
        </pc:sldMkLst>
      </pc:sldChg>
      <pc:sldChg chg="modSp add mod ord">
        <pc:chgData name="鈴木 秀規" userId="f68c5fd9-22d5-4c0a-9833-7fb0f5135313" providerId="ADAL" clId="{89E477C8-882C-4DDE-9C80-DFB373724EDC}" dt="2021-01-26T08:13:53.288" v="569" actId="14100"/>
        <pc:sldMkLst>
          <pc:docMk/>
          <pc:sldMk cId="3532048317" sldId="367"/>
        </pc:sldMkLst>
        <pc:spChg chg="mod">
          <ac:chgData name="鈴木 秀規" userId="f68c5fd9-22d5-4c0a-9833-7fb0f5135313" providerId="ADAL" clId="{89E477C8-882C-4DDE-9C80-DFB373724EDC}" dt="2021-01-26T08:12:53.345" v="544"/>
          <ac:spMkLst>
            <pc:docMk/>
            <pc:sldMk cId="3532048317" sldId="367"/>
            <ac:spMk id="3" creationId="{C76342AA-69F7-4707-AB18-49D866955607}"/>
          </ac:spMkLst>
        </pc:spChg>
        <pc:spChg chg="mod">
          <ac:chgData name="鈴木 秀規" userId="f68c5fd9-22d5-4c0a-9833-7fb0f5135313" providerId="ADAL" clId="{89E477C8-882C-4DDE-9C80-DFB373724EDC}" dt="2021-01-26T08:13:45.833" v="568" actId="113"/>
          <ac:spMkLst>
            <pc:docMk/>
            <pc:sldMk cId="3532048317" sldId="367"/>
            <ac:spMk id="6" creationId="{4C3AF5AA-B358-4316-BC78-20B29D60485D}"/>
          </ac:spMkLst>
        </pc:spChg>
        <pc:spChg chg="mod">
          <ac:chgData name="鈴木 秀規" userId="f68c5fd9-22d5-4c0a-9833-7fb0f5135313" providerId="ADAL" clId="{89E477C8-882C-4DDE-9C80-DFB373724EDC}" dt="2021-01-26T08:13:53.288" v="569" actId="14100"/>
          <ac:spMkLst>
            <pc:docMk/>
            <pc:sldMk cId="3532048317" sldId="367"/>
            <ac:spMk id="10" creationId="{45A9D3B6-AA82-49F3-80E4-3A5DFB8B35D3}"/>
          </ac:spMkLst>
        </pc:spChg>
      </pc:sldChg>
      <pc:sldChg chg="del">
        <pc:chgData name="鈴木 秀規" userId="f68c5fd9-22d5-4c0a-9833-7fb0f5135313" providerId="ADAL" clId="{89E477C8-882C-4DDE-9C80-DFB373724EDC}" dt="2021-01-26T07:45:41.587" v="2" actId="2696"/>
        <pc:sldMkLst>
          <pc:docMk/>
          <pc:sldMk cId="4223884688" sldId="367"/>
        </pc:sldMkLst>
      </pc:sldChg>
      <pc:sldChg chg="del">
        <pc:chgData name="鈴木 秀規" userId="f68c5fd9-22d5-4c0a-9833-7fb0f5135313" providerId="ADAL" clId="{89E477C8-882C-4DDE-9C80-DFB373724EDC}" dt="2021-01-26T07:45:41.587" v="2" actId="2696"/>
        <pc:sldMkLst>
          <pc:docMk/>
          <pc:sldMk cId="1322122799" sldId="368"/>
        </pc:sldMkLst>
      </pc:sldChg>
      <pc:sldChg chg="modSp new mod">
        <pc:chgData name="鈴木 秀規" userId="f68c5fd9-22d5-4c0a-9833-7fb0f5135313" providerId="ADAL" clId="{89E477C8-882C-4DDE-9C80-DFB373724EDC}" dt="2021-01-26T08:15:28.833" v="582" actId="20577"/>
        <pc:sldMkLst>
          <pc:docMk/>
          <pc:sldMk cId="1946457624" sldId="368"/>
        </pc:sldMkLst>
        <pc:spChg chg="mod">
          <ac:chgData name="鈴木 秀規" userId="f68c5fd9-22d5-4c0a-9833-7fb0f5135313" providerId="ADAL" clId="{89E477C8-882C-4DDE-9C80-DFB373724EDC}" dt="2021-01-26T08:14:32.417" v="571"/>
          <ac:spMkLst>
            <pc:docMk/>
            <pc:sldMk cId="1946457624" sldId="368"/>
            <ac:spMk id="3" creationId="{8256DAFB-5904-4ECE-B786-8B9CFBF370E1}"/>
          </ac:spMkLst>
        </pc:spChg>
        <pc:spChg chg="mod">
          <ac:chgData name="鈴木 秀規" userId="f68c5fd9-22d5-4c0a-9833-7fb0f5135313" providerId="ADAL" clId="{89E477C8-882C-4DDE-9C80-DFB373724EDC}" dt="2021-01-26T08:15:28.833" v="582" actId="20577"/>
          <ac:spMkLst>
            <pc:docMk/>
            <pc:sldMk cId="1946457624" sldId="368"/>
            <ac:spMk id="5" creationId="{1E91DBA5-B855-4E68-A39D-E92B77A725F9}"/>
          </ac:spMkLst>
        </pc:spChg>
      </pc:sldChg>
      <pc:sldChg chg="del">
        <pc:chgData name="鈴木 秀規" userId="f68c5fd9-22d5-4c0a-9833-7fb0f5135313" providerId="ADAL" clId="{89E477C8-882C-4DDE-9C80-DFB373724EDC}" dt="2021-01-26T07:45:41.587" v="2" actId="2696"/>
        <pc:sldMkLst>
          <pc:docMk/>
          <pc:sldMk cId="315703525" sldId="369"/>
        </pc:sldMkLst>
      </pc:sldChg>
      <pc:sldChg chg="addSp modSp new mod">
        <pc:chgData name="鈴木 秀規" userId="f68c5fd9-22d5-4c0a-9833-7fb0f5135313" providerId="ADAL" clId="{89E477C8-882C-4DDE-9C80-DFB373724EDC}" dt="2021-01-26T08:26:54.010" v="663" actId="14100"/>
        <pc:sldMkLst>
          <pc:docMk/>
          <pc:sldMk cId="2558863877" sldId="369"/>
        </pc:sldMkLst>
        <pc:spChg chg="mod">
          <ac:chgData name="鈴木 秀規" userId="f68c5fd9-22d5-4c0a-9833-7fb0f5135313" providerId="ADAL" clId="{89E477C8-882C-4DDE-9C80-DFB373724EDC}" dt="2021-01-26T08:15:56.004" v="584"/>
          <ac:spMkLst>
            <pc:docMk/>
            <pc:sldMk cId="2558863877" sldId="369"/>
            <ac:spMk id="3" creationId="{979EA96C-27B0-4A98-A6BB-18337E109675}"/>
          </ac:spMkLst>
        </pc:spChg>
        <pc:spChg chg="mod">
          <ac:chgData name="鈴木 秀規" userId="f68c5fd9-22d5-4c0a-9833-7fb0f5135313" providerId="ADAL" clId="{89E477C8-882C-4DDE-9C80-DFB373724EDC}" dt="2021-01-26T08:16:10.245" v="587" actId="14100"/>
          <ac:spMkLst>
            <pc:docMk/>
            <pc:sldMk cId="2558863877" sldId="369"/>
            <ac:spMk id="5" creationId="{AD63D481-D7C9-40D2-86FC-CF8EB51ADE00}"/>
          </ac:spMkLst>
        </pc:spChg>
        <pc:spChg chg="add mod">
          <ac:chgData name="鈴木 秀規" userId="f68c5fd9-22d5-4c0a-9833-7fb0f5135313" providerId="ADAL" clId="{89E477C8-882C-4DDE-9C80-DFB373724EDC}" dt="2021-01-26T08:24:00.513" v="645" actId="14100"/>
          <ac:spMkLst>
            <pc:docMk/>
            <pc:sldMk cId="2558863877" sldId="369"/>
            <ac:spMk id="6" creationId="{557D5ABE-E95E-43B6-BA4B-30D67DC82E4B}"/>
          </ac:spMkLst>
        </pc:spChg>
        <pc:spChg chg="add mod ord">
          <ac:chgData name="鈴木 秀規" userId="f68c5fd9-22d5-4c0a-9833-7fb0f5135313" providerId="ADAL" clId="{89E477C8-882C-4DDE-9C80-DFB373724EDC}" dt="2021-01-26T08:26:37.718" v="661" actId="14100"/>
          <ac:spMkLst>
            <pc:docMk/>
            <pc:sldMk cId="2558863877" sldId="369"/>
            <ac:spMk id="7" creationId="{5A1A2977-47D7-4B83-8ED8-FAE0FCA35EFD}"/>
          </ac:spMkLst>
        </pc:spChg>
        <pc:spChg chg="add mod ord">
          <ac:chgData name="鈴木 秀規" userId="f68c5fd9-22d5-4c0a-9833-7fb0f5135313" providerId="ADAL" clId="{89E477C8-882C-4DDE-9C80-DFB373724EDC}" dt="2021-01-26T08:26:42.786" v="662" actId="207"/>
          <ac:spMkLst>
            <pc:docMk/>
            <pc:sldMk cId="2558863877" sldId="369"/>
            <ac:spMk id="8" creationId="{11DBA35D-4570-44DC-AD82-891FE3E745DA}"/>
          </ac:spMkLst>
        </pc:spChg>
        <pc:spChg chg="add mod">
          <ac:chgData name="鈴木 秀規" userId="f68c5fd9-22d5-4c0a-9833-7fb0f5135313" providerId="ADAL" clId="{89E477C8-882C-4DDE-9C80-DFB373724EDC}" dt="2021-01-26T08:26:13.459" v="656" actId="14100"/>
          <ac:spMkLst>
            <pc:docMk/>
            <pc:sldMk cId="2558863877" sldId="369"/>
            <ac:spMk id="9" creationId="{428EA767-7996-42DE-8E9E-552356BDC96C}"/>
          </ac:spMkLst>
        </pc:spChg>
        <pc:spChg chg="add mod">
          <ac:chgData name="鈴木 秀規" userId="f68c5fd9-22d5-4c0a-9833-7fb0f5135313" providerId="ADAL" clId="{89E477C8-882C-4DDE-9C80-DFB373724EDC}" dt="2021-01-26T08:26:54.010" v="663" actId="14100"/>
          <ac:spMkLst>
            <pc:docMk/>
            <pc:sldMk cId="2558863877" sldId="369"/>
            <ac:spMk id="10" creationId="{CFC6B348-1037-44A4-8325-C4D3801B756C}"/>
          </ac:spMkLst>
        </pc:spChg>
      </pc:sldChg>
      <pc:sldChg chg="addSp delSp modSp new mod">
        <pc:chgData name="鈴木 秀規" userId="f68c5fd9-22d5-4c0a-9833-7fb0f5135313" providerId="ADAL" clId="{89E477C8-882C-4DDE-9C80-DFB373724EDC}" dt="2021-01-26T08:34:45.798" v="757" actId="14100"/>
        <pc:sldMkLst>
          <pc:docMk/>
          <pc:sldMk cId="1008659216" sldId="370"/>
        </pc:sldMkLst>
        <pc:spChg chg="mod">
          <ac:chgData name="鈴木 秀規" userId="f68c5fd9-22d5-4c0a-9833-7fb0f5135313" providerId="ADAL" clId="{89E477C8-882C-4DDE-9C80-DFB373724EDC}" dt="2021-01-26T08:27:17.103" v="665"/>
          <ac:spMkLst>
            <pc:docMk/>
            <pc:sldMk cId="1008659216" sldId="370"/>
            <ac:spMk id="3" creationId="{02214B61-6F76-4DD9-A34B-592E9EF53121}"/>
          </ac:spMkLst>
        </pc:spChg>
        <pc:spChg chg="mod">
          <ac:chgData name="鈴木 秀規" userId="f68c5fd9-22d5-4c0a-9833-7fb0f5135313" providerId="ADAL" clId="{89E477C8-882C-4DDE-9C80-DFB373724EDC}" dt="2021-01-26T08:27:41.364" v="669" actId="14100"/>
          <ac:spMkLst>
            <pc:docMk/>
            <pc:sldMk cId="1008659216" sldId="370"/>
            <ac:spMk id="5" creationId="{C2358685-C9DF-4D11-B40A-091E145AC05F}"/>
          </ac:spMkLst>
        </pc:spChg>
        <pc:spChg chg="add mod">
          <ac:chgData name="鈴木 秀規" userId="f68c5fd9-22d5-4c0a-9833-7fb0f5135313" providerId="ADAL" clId="{89E477C8-882C-4DDE-9C80-DFB373724EDC}" dt="2021-01-26T08:33:43.019" v="741" actId="1076"/>
          <ac:spMkLst>
            <pc:docMk/>
            <pc:sldMk cId="1008659216" sldId="370"/>
            <ac:spMk id="6" creationId="{AF6E6B2C-3CE4-477F-9DA8-7509802DBEA1}"/>
          </ac:spMkLst>
        </pc:spChg>
        <pc:spChg chg="add del mod">
          <ac:chgData name="鈴木 秀規" userId="f68c5fd9-22d5-4c0a-9833-7fb0f5135313" providerId="ADAL" clId="{89E477C8-882C-4DDE-9C80-DFB373724EDC}" dt="2021-01-26T08:29:43.747" v="706"/>
          <ac:spMkLst>
            <pc:docMk/>
            <pc:sldMk cId="1008659216" sldId="370"/>
            <ac:spMk id="7" creationId="{42D75D7A-97B8-42DD-A8B3-6721BFD1F04D}"/>
          </ac:spMkLst>
        </pc:spChg>
        <pc:spChg chg="add mod">
          <ac:chgData name="鈴木 秀規" userId="f68c5fd9-22d5-4c0a-9833-7fb0f5135313" providerId="ADAL" clId="{89E477C8-882C-4DDE-9C80-DFB373724EDC}" dt="2021-01-26T08:31:13.333" v="720" actId="1582"/>
          <ac:spMkLst>
            <pc:docMk/>
            <pc:sldMk cId="1008659216" sldId="370"/>
            <ac:spMk id="8" creationId="{FB5CF734-FD8C-47ED-A991-D7605289366B}"/>
          </ac:spMkLst>
        </pc:spChg>
        <pc:spChg chg="add mod">
          <ac:chgData name="鈴木 秀規" userId="f68c5fd9-22d5-4c0a-9833-7fb0f5135313" providerId="ADAL" clId="{89E477C8-882C-4DDE-9C80-DFB373724EDC}" dt="2021-01-26T08:32:22.843" v="728" actId="14100"/>
          <ac:spMkLst>
            <pc:docMk/>
            <pc:sldMk cId="1008659216" sldId="370"/>
            <ac:spMk id="11" creationId="{DE92F075-A417-44E2-ADE3-68FA1C49E000}"/>
          </ac:spMkLst>
        </pc:spChg>
        <pc:spChg chg="add mod">
          <ac:chgData name="鈴木 秀規" userId="f68c5fd9-22d5-4c0a-9833-7fb0f5135313" providerId="ADAL" clId="{89E477C8-882C-4DDE-9C80-DFB373724EDC}" dt="2021-01-26T08:32:53.921" v="733" actId="208"/>
          <ac:spMkLst>
            <pc:docMk/>
            <pc:sldMk cId="1008659216" sldId="370"/>
            <ac:spMk id="12" creationId="{D60CA42D-40E7-48E9-898B-A950E3D6D2EC}"/>
          </ac:spMkLst>
        </pc:spChg>
        <pc:spChg chg="add mod">
          <ac:chgData name="鈴木 秀規" userId="f68c5fd9-22d5-4c0a-9833-7fb0f5135313" providerId="ADAL" clId="{89E477C8-882C-4DDE-9C80-DFB373724EDC}" dt="2021-01-26T08:34:18.922" v="750" actId="1076"/>
          <ac:spMkLst>
            <pc:docMk/>
            <pc:sldMk cId="1008659216" sldId="370"/>
            <ac:spMk id="19" creationId="{41D8A924-57DB-47C0-9E8F-95FC39B81F93}"/>
          </ac:spMkLst>
        </pc:spChg>
        <pc:spChg chg="add mod">
          <ac:chgData name="鈴木 秀規" userId="f68c5fd9-22d5-4c0a-9833-7fb0f5135313" providerId="ADAL" clId="{89E477C8-882C-4DDE-9C80-DFB373724EDC}" dt="2021-01-26T08:34:36.683" v="754" actId="1076"/>
          <ac:spMkLst>
            <pc:docMk/>
            <pc:sldMk cId="1008659216" sldId="370"/>
            <ac:spMk id="24" creationId="{5DEFD2C3-FDC8-45AE-BE41-B732B159BBCA}"/>
          </ac:spMkLst>
        </pc:spChg>
        <pc:cxnChg chg="add mod">
          <ac:chgData name="鈴木 秀規" userId="f68c5fd9-22d5-4c0a-9833-7fb0f5135313" providerId="ADAL" clId="{89E477C8-882C-4DDE-9C80-DFB373724EDC}" dt="2021-01-26T08:31:33.354" v="723" actId="208"/>
          <ac:cxnSpMkLst>
            <pc:docMk/>
            <pc:sldMk cId="1008659216" sldId="370"/>
            <ac:cxnSpMk id="10" creationId="{D1E1AAFB-9319-4FD0-AF11-44AAFA8269A7}"/>
          </ac:cxnSpMkLst>
        </pc:cxnChg>
        <pc:cxnChg chg="add mod">
          <ac:chgData name="鈴木 秀規" userId="f68c5fd9-22d5-4c0a-9833-7fb0f5135313" providerId="ADAL" clId="{89E477C8-882C-4DDE-9C80-DFB373724EDC}" dt="2021-01-26T08:33:47.179" v="742" actId="14100"/>
          <ac:cxnSpMkLst>
            <pc:docMk/>
            <pc:sldMk cId="1008659216" sldId="370"/>
            <ac:cxnSpMk id="14" creationId="{32A8E0F2-FD29-4DB9-BCF8-BC10538B672C}"/>
          </ac:cxnSpMkLst>
        </pc:cxnChg>
        <pc:cxnChg chg="add del mod">
          <ac:chgData name="鈴木 秀規" userId="f68c5fd9-22d5-4c0a-9833-7fb0f5135313" providerId="ADAL" clId="{89E477C8-882C-4DDE-9C80-DFB373724EDC}" dt="2021-01-26T08:33:22.264" v="739" actId="478"/>
          <ac:cxnSpMkLst>
            <pc:docMk/>
            <pc:sldMk cId="1008659216" sldId="370"/>
            <ac:cxnSpMk id="15" creationId="{34603B1C-8748-4FB8-BFB7-F4F9E47B53EC}"/>
          </ac:cxnSpMkLst>
        </pc:cxnChg>
        <pc:cxnChg chg="add mod">
          <ac:chgData name="鈴木 秀規" userId="f68c5fd9-22d5-4c0a-9833-7fb0f5135313" providerId="ADAL" clId="{89E477C8-882C-4DDE-9C80-DFB373724EDC}" dt="2021-01-26T08:34:22.565" v="751" actId="14100"/>
          <ac:cxnSpMkLst>
            <pc:docMk/>
            <pc:sldMk cId="1008659216" sldId="370"/>
            <ac:cxnSpMk id="20" creationId="{00C64AF7-8716-4986-BDE8-15ED9E2189CD}"/>
          </ac:cxnSpMkLst>
        </pc:cxnChg>
        <pc:cxnChg chg="add mod">
          <ac:chgData name="鈴木 秀規" userId="f68c5fd9-22d5-4c0a-9833-7fb0f5135313" providerId="ADAL" clId="{89E477C8-882C-4DDE-9C80-DFB373724EDC}" dt="2021-01-26T08:34:45.798" v="757" actId="14100"/>
          <ac:cxnSpMkLst>
            <pc:docMk/>
            <pc:sldMk cId="1008659216" sldId="370"/>
            <ac:cxnSpMk id="25" creationId="{67C6214A-96D4-4070-AC0B-68733CDEF561}"/>
          </ac:cxnSpMkLst>
        </pc:cxnChg>
      </pc:sldChg>
      <pc:sldChg chg="del">
        <pc:chgData name="鈴木 秀規" userId="f68c5fd9-22d5-4c0a-9833-7fb0f5135313" providerId="ADAL" clId="{89E477C8-882C-4DDE-9C80-DFB373724EDC}" dt="2021-01-26T07:45:41.587" v="2" actId="2696"/>
        <pc:sldMkLst>
          <pc:docMk/>
          <pc:sldMk cId="1918088230" sldId="370"/>
        </pc:sldMkLst>
      </pc:sldChg>
      <pc:sldChg chg="del">
        <pc:chgData name="鈴木 秀規" userId="f68c5fd9-22d5-4c0a-9833-7fb0f5135313" providerId="ADAL" clId="{89E477C8-882C-4DDE-9C80-DFB373724EDC}" dt="2021-01-26T07:45:41.587" v="2" actId="2696"/>
        <pc:sldMkLst>
          <pc:docMk/>
          <pc:sldMk cId="1875641365" sldId="371"/>
        </pc:sldMkLst>
      </pc:sldChg>
      <pc:sldChg chg="addSp modSp new mod">
        <pc:chgData name="鈴木 秀規" userId="f68c5fd9-22d5-4c0a-9833-7fb0f5135313" providerId="ADAL" clId="{89E477C8-882C-4DDE-9C80-DFB373724EDC}" dt="2021-01-26T08:35:53.403" v="770" actId="12385"/>
        <pc:sldMkLst>
          <pc:docMk/>
          <pc:sldMk cId="3350652435" sldId="371"/>
        </pc:sldMkLst>
        <pc:spChg chg="mod">
          <ac:chgData name="鈴木 秀規" userId="f68c5fd9-22d5-4c0a-9833-7fb0f5135313" providerId="ADAL" clId="{89E477C8-882C-4DDE-9C80-DFB373724EDC}" dt="2021-01-26T08:35:02.154" v="759"/>
          <ac:spMkLst>
            <pc:docMk/>
            <pc:sldMk cId="3350652435" sldId="371"/>
            <ac:spMk id="3" creationId="{30F99C26-20B3-4443-9F4F-4D39431C4739}"/>
          </ac:spMkLst>
        </pc:spChg>
        <pc:spChg chg="mod">
          <ac:chgData name="鈴木 秀規" userId="f68c5fd9-22d5-4c0a-9833-7fb0f5135313" providerId="ADAL" clId="{89E477C8-882C-4DDE-9C80-DFB373724EDC}" dt="2021-01-26T08:35:21.940" v="762" actId="14100"/>
          <ac:spMkLst>
            <pc:docMk/>
            <pc:sldMk cId="3350652435" sldId="371"/>
            <ac:spMk id="5" creationId="{D182D7AD-13D1-4C10-9608-8EBF9A649B90}"/>
          </ac:spMkLst>
        </pc:spChg>
        <pc:graphicFrameChg chg="add mod modGraphic">
          <ac:chgData name="鈴木 秀規" userId="f68c5fd9-22d5-4c0a-9833-7fb0f5135313" providerId="ADAL" clId="{89E477C8-882C-4DDE-9C80-DFB373724EDC}" dt="2021-01-26T08:35:53.403" v="770" actId="12385"/>
          <ac:graphicFrameMkLst>
            <pc:docMk/>
            <pc:sldMk cId="3350652435" sldId="371"/>
            <ac:graphicFrameMk id="6" creationId="{DAC8AF56-1F1A-4360-9696-0C80394E8D9E}"/>
          </ac:graphicFrameMkLst>
        </pc:graphicFrameChg>
      </pc:sldChg>
      <pc:sldChg chg="modSp new mod">
        <pc:chgData name="鈴木 秀規" userId="f68c5fd9-22d5-4c0a-9833-7fb0f5135313" providerId="ADAL" clId="{89E477C8-882C-4DDE-9C80-DFB373724EDC}" dt="2021-01-26T08:38:37.548" v="824" actId="313"/>
        <pc:sldMkLst>
          <pc:docMk/>
          <pc:sldMk cId="3443851444" sldId="372"/>
        </pc:sldMkLst>
        <pc:spChg chg="mod">
          <ac:chgData name="鈴木 秀規" userId="f68c5fd9-22d5-4c0a-9833-7fb0f5135313" providerId="ADAL" clId="{89E477C8-882C-4DDE-9C80-DFB373724EDC}" dt="2021-01-26T08:36:10.828" v="772"/>
          <ac:spMkLst>
            <pc:docMk/>
            <pc:sldMk cId="3443851444" sldId="372"/>
            <ac:spMk id="3" creationId="{2979B095-C2D9-43FE-BDB4-F51D4674481B}"/>
          </ac:spMkLst>
        </pc:spChg>
        <pc:spChg chg="mod">
          <ac:chgData name="鈴木 秀規" userId="f68c5fd9-22d5-4c0a-9833-7fb0f5135313" providerId="ADAL" clId="{89E477C8-882C-4DDE-9C80-DFB373724EDC}" dt="2021-01-26T08:38:37.548" v="824" actId="313"/>
          <ac:spMkLst>
            <pc:docMk/>
            <pc:sldMk cId="3443851444" sldId="372"/>
            <ac:spMk id="5" creationId="{B7128837-A21D-4351-8A56-98194BD48CFE}"/>
          </ac:spMkLst>
        </pc:spChg>
      </pc:sldChg>
      <pc:sldChg chg="del">
        <pc:chgData name="鈴木 秀規" userId="f68c5fd9-22d5-4c0a-9833-7fb0f5135313" providerId="ADAL" clId="{89E477C8-882C-4DDE-9C80-DFB373724EDC}" dt="2021-01-26T07:45:41.587" v="2" actId="2696"/>
        <pc:sldMkLst>
          <pc:docMk/>
          <pc:sldMk cId="4147123060" sldId="372"/>
        </pc:sldMkLst>
      </pc:sldChg>
      <pc:sldChg chg="del">
        <pc:chgData name="鈴木 秀規" userId="f68c5fd9-22d5-4c0a-9833-7fb0f5135313" providerId="ADAL" clId="{89E477C8-882C-4DDE-9C80-DFB373724EDC}" dt="2021-01-26T07:45:41.587" v="2" actId="2696"/>
        <pc:sldMkLst>
          <pc:docMk/>
          <pc:sldMk cId="310747956" sldId="373"/>
        </pc:sldMkLst>
      </pc:sldChg>
      <pc:sldChg chg="modSp new mod">
        <pc:chgData name="鈴木 秀規" userId="f68c5fd9-22d5-4c0a-9833-7fb0f5135313" providerId="ADAL" clId="{89E477C8-882C-4DDE-9C80-DFB373724EDC}" dt="2021-01-26T08:41:30.196" v="859" actId="207"/>
        <pc:sldMkLst>
          <pc:docMk/>
          <pc:sldMk cId="2536938731" sldId="373"/>
        </pc:sldMkLst>
        <pc:spChg chg="mod">
          <ac:chgData name="鈴木 秀規" userId="f68c5fd9-22d5-4c0a-9833-7fb0f5135313" providerId="ADAL" clId="{89E477C8-882C-4DDE-9C80-DFB373724EDC}" dt="2021-01-26T08:39:23.979" v="826"/>
          <ac:spMkLst>
            <pc:docMk/>
            <pc:sldMk cId="2536938731" sldId="373"/>
            <ac:spMk id="3" creationId="{78A90C5B-D1BB-47BB-9861-87F6FD459443}"/>
          </ac:spMkLst>
        </pc:spChg>
        <pc:spChg chg="mod">
          <ac:chgData name="鈴木 秀規" userId="f68c5fd9-22d5-4c0a-9833-7fb0f5135313" providerId="ADAL" clId="{89E477C8-882C-4DDE-9C80-DFB373724EDC}" dt="2021-01-26T08:41:30.196" v="859" actId="207"/>
          <ac:spMkLst>
            <pc:docMk/>
            <pc:sldMk cId="2536938731" sldId="373"/>
            <ac:spMk id="5" creationId="{01C523D0-7CCE-4899-8918-6D813585575B}"/>
          </ac:spMkLst>
        </pc:spChg>
      </pc:sldChg>
      <pc:sldChg chg="del">
        <pc:chgData name="鈴木 秀規" userId="f68c5fd9-22d5-4c0a-9833-7fb0f5135313" providerId="ADAL" clId="{89E477C8-882C-4DDE-9C80-DFB373724EDC}" dt="2021-01-26T07:45:41.587" v="2" actId="2696"/>
        <pc:sldMkLst>
          <pc:docMk/>
          <pc:sldMk cId="84034417" sldId="374"/>
        </pc:sldMkLst>
      </pc:sldChg>
      <pc:sldChg chg="addSp modSp new mod">
        <pc:chgData name="鈴木 秀規" userId="f68c5fd9-22d5-4c0a-9833-7fb0f5135313" providerId="ADAL" clId="{89E477C8-882C-4DDE-9C80-DFB373724EDC}" dt="2021-01-26T08:46:52.395" v="942" actId="207"/>
        <pc:sldMkLst>
          <pc:docMk/>
          <pc:sldMk cId="3337611443" sldId="374"/>
        </pc:sldMkLst>
        <pc:spChg chg="mod">
          <ac:chgData name="鈴木 秀規" userId="f68c5fd9-22d5-4c0a-9833-7fb0f5135313" providerId="ADAL" clId="{89E477C8-882C-4DDE-9C80-DFB373724EDC}" dt="2021-01-26T08:43:22.996" v="861"/>
          <ac:spMkLst>
            <pc:docMk/>
            <pc:sldMk cId="3337611443" sldId="374"/>
            <ac:spMk id="3" creationId="{6F1B7E9D-D51B-4D7B-9C5C-1D6AB55E0E01}"/>
          </ac:spMkLst>
        </pc:spChg>
        <pc:spChg chg="mod">
          <ac:chgData name="鈴木 秀規" userId="f68c5fd9-22d5-4c0a-9833-7fb0f5135313" providerId="ADAL" clId="{89E477C8-882C-4DDE-9C80-DFB373724EDC}" dt="2021-01-26T08:43:36.940" v="864" actId="14100"/>
          <ac:spMkLst>
            <pc:docMk/>
            <pc:sldMk cId="3337611443" sldId="374"/>
            <ac:spMk id="5" creationId="{5FCDB39A-957D-4A00-8DAD-535DB2A897C9}"/>
          </ac:spMkLst>
        </pc:spChg>
        <pc:spChg chg="add mod">
          <ac:chgData name="鈴木 秀規" userId="f68c5fd9-22d5-4c0a-9833-7fb0f5135313" providerId="ADAL" clId="{89E477C8-882C-4DDE-9C80-DFB373724EDC}" dt="2021-01-26T08:46:52.395" v="942" actId="207"/>
          <ac:spMkLst>
            <pc:docMk/>
            <pc:sldMk cId="3337611443" sldId="374"/>
            <ac:spMk id="7" creationId="{87B8FE7D-A94E-40AE-B317-F45A615D1D9E}"/>
          </ac:spMkLst>
        </pc:spChg>
        <pc:graphicFrameChg chg="add mod modGraphic">
          <ac:chgData name="鈴木 秀規" userId="f68c5fd9-22d5-4c0a-9833-7fb0f5135313" providerId="ADAL" clId="{89E477C8-882C-4DDE-9C80-DFB373724EDC}" dt="2021-01-26T08:44:56.456" v="879" actId="1076"/>
          <ac:graphicFrameMkLst>
            <pc:docMk/>
            <pc:sldMk cId="3337611443" sldId="374"/>
            <ac:graphicFrameMk id="6" creationId="{C8D06F01-1809-47E1-9F43-3FDBE39B2DFA}"/>
          </ac:graphicFrameMkLst>
        </pc:graphicFrameChg>
      </pc:sldChg>
      <pc:sldChg chg="modSp new mod">
        <pc:chgData name="鈴木 秀規" userId="f68c5fd9-22d5-4c0a-9833-7fb0f5135313" providerId="ADAL" clId="{89E477C8-882C-4DDE-9C80-DFB373724EDC}" dt="2021-01-26T08:48:02.101" v="962" actId="207"/>
        <pc:sldMkLst>
          <pc:docMk/>
          <pc:sldMk cId="571433644" sldId="375"/>
        </pc:sldMkLst>
        <pc:spChg chg="mod">
          <ac:chgData name="鈴木 秀規" userId="f68c5fd9-22d5-4c0a-9833-7fb0f5135313" providerId="ADAL" clId="{89E477C8-882C-4DDE-9C80-DFB373724EDC}" dt="2021-01-26T08:47:17.680" v="944"/>
          <ac:spMkLst>
            <pc:docMk/>
            <pc:sldMk cId="571433644" sldId="375"/>
            <ac:spMk id="3" creationId="{ECC121AB-772A-4BE5-B6E5-12A14D7F48E0}"/>
          </ac:spMkLst>
        </pc:spChg>
        <pc:spChg chg="mod">
          <ac:chgData name="鈴木 秀規" userId="f68c5fd9-22d5-4c0a-9833-7fb0f5135313" providerId="ADAL" clId="{89E477C8-882C-4DDE-9C80-DFB373724EDC}" dt="2021-01-26T08:48:02.101" v="962" actId="207"/>
          <ac:spMkLst>
            <pc:docMk/>
            <pc:sldMk cId="571433644" sldId="375"/>
            <ac:spMk id="5" creationId="{1774875D-24B6-4061-A97A-E3A5F9F98EC7}"/>
          </ac:spMkLst>
        </pc:spChg>
      </pc:sldChg>
      <pc:sldChg chg="del">
        <pc:chgData name="鈴木 秀規" userId="f68c5fd9-22d5-4c0a-9833-7fb0f5135313" providerId="ADAL" clId="{89E477C8-882C-4DDE-9C80-DFB373724EDC}" dt="2021-01-26T07:45:41.587" v="2" actId="2696"/>
        <pc:sldMkLst>
          <pc:docMk/>
          <pc:sldMk cId="4133178376" sldId="375"/>
        </pc:sldMkLst>
      </pc:sldChg>
      <pc:sldChg chg="addSp delSp modSp new mod">
        <pc:chgData name="鈴木 秀規" userId="f68c5fd9-22d5-4c0a-9833-7fb0f5135313" providerId="ADAL" clId="{89E477C8-882C-4DDE-9C80-DFB373724EDC}" dt="2021-01-26T08:51:50.269" v="1008"/>
        <pc:sldMkLst>
          <pc:docMk/>
          <pc:sldMk cId="941335972" sldId="376"/>
        </pc:sldMkLst>
        <pc:spChg chg="mod">
          <ac:chgData name="鈴木 秀規" userId="f68c5fd9-22d5-4c0a-9833-7fb0f5135313" providerId="ADAL" clId="{89E477C8-882C-4DDE-9C80-DFB373724EDC}" dt="2021-01-26T08:48:39.071" v="964"/>
          <ac:spMkLst>
            <pc:docMk/>
            <pc:sldMk cId="941335972" sldId="376"/>
            <ac:spMk id="3" creationId="{B972367C-4947-4E69-A131-8F640D8D60E5}"/>
          </ac:spMkLst>
        </pc:spChg>
        <pc:spChg chg="mod">
          <ac:chgData name="鈴木 秀規" userId="f68c5fd9-22d5-4c0a-9833-7fb0f5135313" providerId="ADAL" clId="{89E477C8-882C-4DDE-9C80-DFB373724EDC}" dt="2021-01-26T08:48:58.597" v="967" actId="14100"/>
          <ac:spMkLst>
            <pc:docMk/>
            <pc:sldMk cId="941335972" sldId="376"/>
            <ac:spMk id="5" creationId="{B8CB535A-3CCB-4067-A5E6-C7F335F4C81D}"/>
          </ac:spMkLst>
        </pc:spChg>
        <pc:spChg chg="add mod">
          <ac:chgData name="鈴木 秀規" userId="f68c5fd9-22d5-4c0a-9833-7fb0f5135313" providerId="ADAL" clId="{89E477C8-882C-4DDE-9C80-DFB373724EDC}" dt="2021-01-26T08:51:02.958" v="1001" actId="14100"/>
          <ac:spMkLst>
            <pc:docMk/>
            <pc:sldMk cId="941335972" sldId="376"/>
            <ac:spMk id="6" creationId="{A47CD9CD-E188-4199-9271-65EABF76F149}"/>
          </ac:spMkLst>
        </pc:spChg>
        <pc:spChg chg="add del mod">
          <ac:chgData name="鈴木 秀規" userId="f68c5fd9-22d5-4c0a-9833-7fb0f5135313" providerId="ADAL" clId="{89E477C8-882C-4DDE-9C80-DFB373724EDC}" dt="2021-01-26T08:51:50.269" v="1008"/>
          <ac:spMkLst>
            <pc:docMk/>
            <pc:sldMk cId="941335972" sldId="376"/>
            <ac:spMk id="7" creationId="{C2384F2E-4E46-43FA-8375-1D0D79CB5846}"/>
          </ac:spMkLst>
        </pc:spChg>
      </pc:sldChg>
      <pc:sldChg chg="del">
        <pc:chgData name="鈴木 秀規" userId="f68c5fd9-22d5-4c0a-9833-7fb0f5135313" providerId="ADAL" clId="{89E477C8-882C-4DDE-9C80-DFB373724EDC}" dt="2021-01-26T07:45:41.587" v="2" actId="2696"/>
        <pc:sldMkLst>
          <pc:docMk/>
          <pc:sldMk cId="3795804375" sldId="376"/>
        </pc:sldMkLst>
      </pc:sldChg>
      <pc:sldChg chg="addSp modSp new mod">
        <pc:chgData name="鈴木 秀規" userId="f68c5fd9-22d5-4c0a-9833-7fb0f5135313" providerId="ADAL" clId="{89E477C8-882C-4DDE-9C80-DFB373724EDC}" dt="2021-01-26T08:53:24.860" v="1050" actId="1035"/>
        <pc:sldMkLst>
          <pc:docMk/>
          <pc:sldMk cId="2664152079" sldId="377"/>
        </pc:sldMkLst>
        <pc:spChg chg="mod">
          <ac:chgData name="鈴木 秀規" userId="f68c5fd9-22d5-4c0a-9833-7fb0f5135313" providerId="ADAL" clId="{89E477C8-882C-4DDE-9C80-DFB373724EDC}" dt="2021-01-26T08:51:29.189" v="1003"/>
          <ac:spMkLst>
            <pc:docMk/>
            <pc:sldMk cId="2664152079" sldId="377"/>
            <ac:spMk id="3" creationId="{4815163A-60B7-454C-9BEE-6E5D93822057}"/>
          </ac:spMkLst>
        </pc:spChg>
        <pc:spChg chg="mod">
          <ac:chgData name="鈴木 秀規" userId="f68c5fd9-22d5-4c0a-9833-7fb0f5135313" providerId="ADAL" clId="{89E477C8-882C-4DDE-9C80-DFB373724EDC}" dt="2021-01-26T08:51:42.247" v="1006" actId="14100"/>
          <ac:spMkLst>
            <pc:docMk/>
            <pc:sldMk cId="2664152079" sldId="377"/>
            <ac:spMk id="5" creationId="{C2C2A754-1E8C-4305-B29C-CBE1EA53CBA0}"/>
          </ac:spMkLst>
        </pc:spChg>
        <pc:spChg chg="add mod">
          <ac:chgData name="鈴木 秀規" userId="f68c5fd9-22d5-4c0a-9833-7fb0f5135313" providerId="ADAL" clId="{89E477C8-882C-4DDE-9C80-DFB373724EDC}" dt="2021-01-26T08:53:24.860" v="1050" actId="1035"/>
          <ac:spMkLst>
            <pc:docMk/>
            <pc:sldMk cId="2664152079" sldId="377"/>
            <ac:spMk id="6" creationId="{50464128-AAA6-4EA5-B22F-16F5D6C630AD}"/>
          </ac:spMkLst>
        </pc:spChg>
      </pc:sldChg>
      <pc:sldChg chg="del">
        <pc:chgData name="鈴木 秀規" userId="f68c5fd9-22d5-4c0a-9833-7fb0f5135313" providerId="ADAL" clId="{89E477C8-882C-4DDE-9C80-DFB373724EDC}" dt="2021-01-26T07:45:41.587" v="2" actId="2696"/>
        <pc:sldMkLst>
          <pc:docMk/>
          <pc:sldMk cId="4201067025" sldId="377"/>
        </pc:sldMkLst>
      </pc:sldChg>
      <pc:sldChg chg="del">
        <pc:chgData name="鈴木 秀規" userId="f68c5fd9-22d5-4c0a-9833-7fb0f5135313" providerId="ADAL" clId="{89E477C8-882C-4DDE-9C80-DFB373724EDC}" dt="2021-01-26T07:45:41.587" v="2" actId="2696"/>
        <pc:sldMkLst>
          <pc:docMk/>
          <pc:sldMk cId="2170260322" sldId="378"/>
        </pc:sldMkLst>
      </pc:sldChg>
      <pc:sldChg chg="addSp modSp new mod">
        <pc:chgData name="鈴木 秀規" userId="f68c5fd9-22d5-4c0a-9833-7fb0f5135313" providerId="ADAL" clId="{89E477C8-882C-4DDE-9C80-DFB373724EDC}" dt="2021-01-26T08:55:51.686" v="1092" actId="313"/>
        <pc:sldMkLst>
          <pc:docMk/>
          <pc:sldMk cId="3649152916" sldId="378"/>
        </pc:sldMkLst>
        <pc:spChg chg="mod">
          <ac:chgData name="鈴木 秀規" userId="f68c5fd9-22d5-4c0a-9833-7fb0f5135313" providerId="ADAL" clId="{89E477C8-882C-4DDE-9C80-DFB373724EDC}" dt="2021-01-26T08:53:57.612" v="1052"/>
          <ac:spMkLst>
            <pc:docMk/>
            <pc:sldMk cId="3649152916" sldId="378"/>
            <ac:spMk id="3" creationId="{C9AA1DBB-256C-43A5-BA05-76B0A7285263}"/>
          </ac:spMkLst>
        </pc:spChg>
        <pc:spChg chg="mod">
          <ac:chgData name="鈴木 秀規" userId="f68c5fd9-22d5-4c0a-9833-7fb0f5135313" providerId="ADAL" clId="{89E477C8-882C-4DDE-9C80-DFB373724EDC}" dt="2021-01-26T08:54:12.696" v="1057" actId="14100"/>
          <ac:spMkLst>
            <pc:docMk/>
            <pc:sldMk cId="3649152916" sldId="378"/>
            <ac:spMk id="5" creationId="{85E77323-67F6-4BFB-93B2-6199F0DE3356}"/>
          </ac:spMkLst>
        </pc:spChg>
        <pc:spChg chg="add mod">
          <ac:chgData name="鈴木 秀規" userId="f68c5fd9-22d5-4c0a-9833-7fb0f5135313" providerId="ADAL" clId="{89E477C8-882C-4DDE-9C80-DFB373724EDC}" dt="2021-01-26T08:55:29.612" v="1084" actId="14100"/>
          <ac:spMkLst>
            <pc:docMk/>
            <pc:sldMk cId="3649152916" sldId="378"/>
            <ac:spMk id="6" creationId="{EBD2286A-0F1A-4DF5-A259-16CD3040F129}"/>
          </ac:spMkLst>
        </pc:spChg>
        <pc:spChg chg="add mod">
          <ac:chgData name="鈴木 秀規" userId="f68c5fd9-22d5-4c0a-9833-7fb0f5135313" providerId="ADAL" clId="{89E477C8-882C-4DDE-9C80-DFB373724EDC}" dt="2021-01-26T08:55:51.686" v="1092" actId="313"/>
          <ac:spMkLst>
            <pc:docMk/>
            <pc:sldMk cId="3649152916" sldId="378"/>
            <ac:spMk id="7" creationId="{EA633DCB-A576-4301-B681-FCD5E5467649}"/>
          </ac:spMkLst>
        </pc:spChg>
      </pc:sldChg>
      <pc:sldChg chg="addSp modSp new mod">
        <pc:chgData name="鈴木 秀規" userId="f68c5fd9-22d5-4c0a-9833-7fb0f5135313" providerId="ADAL" clId="{89E477C8-882C-4DDE-9C80-DFB373724EDC}" dt="2021-01-26T09:04:12.085" v="1158" actId="14100"/>
        <pc:sldMkLst>
          <pc:docMk/>
          <pc:sldMk cId="4159378562" sldId="379"/>
        </pc:sldMkLst>
        <pc:spChg chg="mod">
          <ac:chgData name="鈴木 秀規" userId="f68c5fd9-22d5-4c0a-9833-7fb0f5135313" providerId="ADAL" clId="{89E477C8-882C-4DDE-9C80-DFB373724EDC}" dt="2021-01-26T08:57:35.060" v="1094"/>
          <ac:spMkLst>
            <pc:docMk/>
            <pc:sldMk cId="4159378562" sldId="379"/>
            <ac:spMk id="3" creationId="{8ADF3397-CBD7-44EE-BB76-9A53E1D09CAC}"/>
          </ac:spMkLst>
        </pc:spChg>
        <pc:spChg chg="mod">
          <ac:chgData name="鈴木 秀規" userId="f68c5fd9-22d5-4c0a-9833-7fb0f5135313" providerId="ADAL" clId="{89E477C8-882C-4DDE-9C80-DFB373724EDC}" dt="2021-01-26T09:03:04.013" v="1145" actId="20577"/>
          <ac:spMkLst>
            <pc:docMk/>
            <pc:sldMk cId="4159378562" sldId="379"/>
            <ac:spMk id="5" creationId="{8AF17209-0E3F-4A7F-963D-59AE37D7A761}"/>
          </ac:spMkLst>
        </pc:spChg>
        <pc:spChg chg="add mod">
          <ac:chgData name="鈴木 秀規" userId="f68c5fd9-22d5-4c0a-9833-7fb0f5135313" providerId="ADAL" clId="{89E477C8-882C-4DDE-9C80-DFB373724EDC}" dt="2021-01-26T09:03:56.785" v="1155" actId="1076"/>
          <ac:spMkLst>
            <pc:docMk/>
            <pc:sldMk cId="4159378562" sldId="379"/>
            <ac:spMk id="6" creationId="{19ACB777-4C69-4AE2-9B51-348E26C5B4C6}"/>
          </ac:spMkLst>
        </pc:spChg>
        <pc:spChg chg="add mod">
          <ac:chgData name="鈴木 秀規" userId="f68c5fd9-22d5-4c0a-9833-7fb0f5135313" providerId="ADAL" clId="{89E477C8-882C-4DDE-9C80-DFB373724EDC}" dt="2021-01-26T09:03:56.785" v="1155" actId="1076"/>
          <ac:spMkLst>
            <pc:docMk/>
            <pc:sldMk cId="4159378562" sldId="379"/>
            <ac:spMk id="7" creationId="{FF2577CE-45E7-4EEA-B2C3-5C7ED5455854}"/>
          </ac:spMkLst>
        </pc:spChg>
        <pc:spChg chg="add mod">
          <ac:chgData name="鈴木 秀規" userId="f68c5fd9-22d5-4c0a-9833-7fb0f5135313" providerId="ADAL" clId="{89E477C8-882C-4DDE-9C80-DFB373724EDC}" dt="2021-01-26T09:03:56.785" v="1155" actId="1076"/>
          <ac:spMkLst>
            <pc:docMk/>
            <pc:sldMk cId="4159378562" sldId="379"/>
            <ac:spMk id="8" creationId="{E910A402-74B4-4C71-BB1F-BFEB50C1B5B7}"/>
          </ac:spMkLst>
        </pc:spChg>
        <pc:spChg chg="add mod">
          <ac:chgData name="鈴木 秀規" userId="f68c5fd9-22d5-4c0a-9833-7fb0f5135313" providerId="ADAL" clId="{89E477C8-882C-4DDE-9C80-DFB373724EDC}" dt="2021-01-26T09:04:07.411" v="1156" actId="14100"/>
          <ac:spMkLst>
            <pc:docMk/>
            <pc:sldMk cId="4159378562" sldId="379"/>
            <ac:spMk id="9" creationId="{60F5CBF6-0422-4A7A-8BA4-8D09EF54946F}"/>
          </ac:spMkLst>
        </pc:spChg>
        <pc:spChg chg="add mod">
          <ac:chgData name="鈴木 秀規" userId="f68c5fd9-22d5-4c0a-9833-7fb0f5135313" providerId="ADAL" clId="{89E477C8-882C-4DDE-9C80-DFB373724EDC}" dt="2021-01-26T09:04:09.703" v="1157" actId="14100"/>
          <ac:spMkLst>
            <pc:docMk/>
            <pc:sldMk cId="4159378562" sldId="379"/>
            <ac:spMk id="10" creationId="{4D621CF3-0CF4-489C-B223-3FA3D33C2E35}"/>
          </ac:spMkLst>
        </pc:spChg>
        <pc:spChg chg="add mod">
          <ac:chgData name="鈴木 秀規" userId="f68c5fd9-22d5-4c0a-9833-7fb0f5135313" providerId="ADAL" clId="{89E477C8-882C-4DDE-9C80-DFB373724EDC}" dt="2021-01-26T09:04:12.085" v="1158" actId="14100"/>
          <ac:spMkLst>
            <pc:docMk/>
            <pc:sldMk cId="4159378562" sldId="379"/>
            <ac:spMk id="11" creationId="{F882B540-8177-4F5E-AC95-6745C0031FFE}"/>
          </ac:spMkLst>
        </pc:spChg>
      </pc:sldChg>
      <pc:sldChg chg="del">
        <pc:chgData name="鈴木 秀規" userId="f68c5fd9-22d5-4c0a-9833-7fb0f5135313" providerId="ADAL" clId="{89E477C8-882C-4DDE-9C80-DFB373724EDC}" dt="2021-01-26T07:45:41.587" v="2" actId="2696"/>
        <pc:sldMkLst>
          <pc:docMk/>
          <pc:sldMk cId="4171248681" sldId="379"/>
        </pc:sldMkLst>
      </pc:sldChg>
      <pc:sldChg chg="del">
        <pc:chgData name="鈴木 秀規" userId="f68c5fd9-22d5-4c0a-9833-7fb0f5135313" providerId="ADAL" clId="{89E477C8-882C-4DDE-9C80-DFB373724EDC}" dt="2021-01-26T07:45:41.587" v="2" actId="2696"/>
        <pc:sldMkLst>
          <pc:docMk/>
          <pc:sldMk cId="1003752797" sldId="380"/>
        </pc:sldMkLst>
      </pc:sldChg>
      <pc:sldChg chg="addSp delSp modSp new mod">
        <pc:chgData name="鈴木 秀規" userId="f68c5fd9-22d5-4c0a-9833-7fb0f5135313" providerId="ADAL" clId="{89E477C8-882C-4DDE-9C80-DFB373724EDC}" dt="2021-01-26T09:06:30.809" v="1192" actId="14100"/>
        <pc:sldMkLst>
          <pc:docMk/>
          <pc:sldMk cId="2745502941" sldId="380"/>
        </pc:sldMkLst>
        <pc:spChg chg="mod">
          <ac:chgData name="鈴木 秀規" userId="f68c5fd9-22d5-4c0a-9833-7fb0f5135313" providerId="ADAL" clId="{89E477C8-882C-4DDE-9C80-DFB373724EDC}" dt="2021-01-26T09:04:42.006" v="1160"/>
          <ac:spMkLst>
            <pc:docMk/>
            <pc:sldMk cId="2745502941" sldId="380"/>
            <ac:spMk id="3" creationId="{D7CEE353-66FB-4D47-ABE7-E6D457A6F88A}"/>
          </ac:spMkLst>
        </pc:spChg>
        <pc:spChg chg="mod">
          <ac:chgData name="鈴木 秀規" userId="f68c5fd9-22d5-4c0a-9833-7fb0f5135313" providerId="ADAL" clId="{89E477C8-882C-4DDE-9C80-DFB373724EDC}" dt="2021-01-26T09:06:30.809" v="1192" actId="14100"/>
          <ac:spMkLst>
            <pc:docMk/>
            <pc:sldMk cId="2745502941" sldId="380"/>
            <ac:spMk id="5" creationId="{65F8DBFA-3C03-463C-8EBC-DD915EEA6A5E}"/>
          </ac:spMkLst>
        </pc:spChg>
        <pc:spChg chg="add del mod">
          <ac:chgData name="鈴木 秀規" userId="f68c5fd9-22d5-4c0a-9833-7fb0f5135313" providerId="ADAL" clId="{89E477C8-882C-4DDE-9C80-DFB373724EDC}" dt="2021-01-26T09:05:05.142" v="1162" actId="478"/>
          <ac:spMkLst>
            <pc:docMk/>
            <pc:sldMk cId="2745502941" sldId="380"/>
            <ac:spMk id="6" creationId="{43FDE0DB-E0B1-4CD3-8CA4-B563208CAB41}"/>
          </ac:spMkLst>
        </pc:spChg>
        <pc:spChg chg="add mod">
          <ac:chgData name="鈴木 秀規" userId="f68c5fd9-22d5-4c0a-9833-7fb0f5135313" providerId="ADAL" clId="{89E477C8-882C-4DDE-9C80-DFB373724EDC}" dt="2021-01-26T09:06:15.322" v="1188" actId="207"/>
          <ac:spMkLst>
            <pc:docMk/>
            <pc:sldMk cId="2745502941" sldId="380"/>
            <ac:spMk id="7" creationId="{BCFA7568-C799-428D-8424-0D6988FA0BF6}"/>
          </ac:spMkLst>
        </pc:spChg>
      </pc:sldChg>
      <pc:sldChg chg="modSp new mod">
        <pc:chgData name="鈴木 秀規" userId="f68c5fd9-22d5-4c0a-9833-7fb0f5135313" providerId="ADAL" clId="{89E477C8-882C-4DDE-9C80-DFB373724EDC}" dt="2021-01-26T09:08:00.190" v="1218" actId="207"/>
        <pc:sldMkLst>
          <pc:docMk/>
          <pc:sldMk cId="301528646" sldId="381"/>
        </pc:sldMkLst>
        <pc:spChg chg="mod">
          <ac:chgData name="鈴木 秀規" userId="f68c5fd9-22d5-4c0a-9833-7fb0f5135313" providerId="ADAL" clId="{89E477C8-882C-4DDE-9C80-DFB373724EDC}" dt="2021-01-26T09:06:48.058" v="1194"/>
          <ac:spMkLst>
            <pc:docMk/>
            <pc:sldMk cId="301528646" sldId="381"/>
            <ac:spMk id="3" creationId="{48A70034-29E8-489A-B615-329037CF346A}"/>
          </ac:spMkLst>
        </pc:spChg>
        <pc:spChg chg="mod">
          <ac:chgData name="鈴木 秀規" userId="f68c5fd9-22d5-4c0a-9833-7fb0f5135313" providerId="ADAL" clId="{89E477C8-882C-4DDE-9C80-DFB373724EDC}" dt="2021-01-26T09:08:00.190" v="1218" actId="207"/>
          <ac:spMkLst>
            <pc:docMk/>
            <pc:sldMk cId="301528646" sldId="381"/>
            <ac:spMk id="5" creationId="{870E934D-B2BF-428B-AC4B-1C45CBAE4729}"/>
          </ac:spMkLst>
        </pc:spChg>
      </pc:sldChg>
      <pc:sldChg chg="del">
        <pc:chgData name="鈴木 秀規" userId="f68c5fd9-22d5-4c0a-9833-7fb0f5135313" providerId="ADAL" clId="{89E477C8-882C-4DDE-9C80-DFB373724EDC}" dt="2021-01-26T07:45:41.587" v="2" actId="2696"/>
        <pc:sldMkLst>
          <pc:docMk/>
          <pc:sldMk cId="2315279680" sldId="381"/>
        </pc:sldMkLst>
      </pc:sldChg>
      <pc:sldChg chg="del">
        <pc:chgData name="鈴木 秀規" userId="f68c5fd9-22d5-4c0a-9833-7fb0f5135313" providerId="ADAL" clId="{89E477C8-882C-4DDE-9C80-DFB373724EDC}" dt="2021-01-26T07:45:41.587" v="2" actId="2696"/>
        <pc:sldMkLst>
          <pc:docMk/>
          <pc:sldMk cId="3359842153" sldId="382"/>
        </pc:sldMkLst>
      </pc:sldChg>
      <pc:sldChg chg="addSp modSp new mod">
        <pc:chgData name="鈴木 秀規" userId="f68c5fd9-22d5-4c0a-9833-7fb0f5135313" providerId="ADAL" clId="{89E477C8-882C-4DDE-9C80-DFB373724EDC}" dt="2021-01-26T09:13:19.047" v="1275" actId="14100"/>
        <pc:sldMkLst>
          <pc:docMk/>
          <pc:sldMk cId="3737758823" sldId="382"/>
        </pc:sldMkLst>
        <pc:spChg chg="mod">
          <ac:chgData name="鈴木 秀規" userId="f68c5fd9-22d5-4c0a-9833-7fb0f5135313" providerId="ADAL" clId="{89E477C8-882C-4DDE-9C80-DFB373724EDC}" dt="2021-01-26T09:08:28.567" v="1220"/>
          <ac:spMkLst>
            <pc:docMk/>
            <pc:sldMk cId="3737758823" sldId="382"/>
            <ac:spMk id="3" creationId="{71453A0E-55EE-4AEB-91D2-9DB4AE35E3DE}"/>
          </ac:spMkLst>
        </pc:spChg>
        <pc:spChg chg="mod">
          <ac:chgData name="鈴木 秀規" userId="f68c5fd9-22d5-4c0a-9833-7fb0f5135313" providerId="ADAL" clId="{89E477C8-882C-4DDE-9C80-DFB373724EDC}" dt="2021-01-26T09:08:51.351" v="1226" actId="1076"/>
          <ac:spMkLst>
            <pc:docMk/>
            <pc:sldMk cId="3737758823" sldId="382"/>
            <ac:spMk id="5" creationId="{C9168D82-A6E8-47C7-9E34-0055387B3E1E}"/>
          </ac:spMkLst>
        </pc:spChg>
        <pc:spChg chg="add mod">
          <ac:chgData name="鈴木 秀規" userId="f68c5fd9-22d5-4c0a-9833-7fb0f5135313" providerId="ADAL" clId="{89E477C8-882C-4DDE-9C80-DFB373724EDC}" dt="2021-01-26T09:10:38.505" v="1244" actId="1076"/>
          <ac:spMkLst>
            <pc:docMk/>
            <pc:sldMk cId="3737758823" sldId="382"/>
            <ac:spMk id="6" creationId="{416F6B10-E341-483C-8EB1-A447CA0B519D}"/>
          </ac:spMkLst>
        </pc:spChg>
        <pc:spChg chg="add mod">
          <ac:chgData name="鈴木 秀規" userId="f68c5fd9-22d5-4c0a-9833-7fb0f5135313" providerId="ADAL" clId="{89E477C8-882C-4DDE-9C80-DFB373724EDC}" dt="2021-01-26T09:12:48.406" v="1270" actId="1076"/>
          <ac:spMkLst>
            <pc:docMk/>
            <pc:sldMk cId="3737758823" sldId="382"/>
            <ac:spMk id="7" creationId="{5AA8E07E-E209-4FAB-B08E-DC75AEC347D2}"/>
          </ac:spMkLst>
        </pc:spChg>
        <pc:spChg chg="add mod">
          <ac:chgData name="鈴木 秀規" userId="f68c5fd9-22d5-4c0a-9833-7fb0f5135313" providerId="ADAL" clId="{89E477C8-882C-4DDE-9C80-DFB373724EDC}" dt="2021-01-26T09:12:51.954" v="1271" actId="1076"/>
          <ac:spMkLst>
            <pc:docMk/>
            <pc:sldMk cId="3737758823" sldId="382"/>
            <ac:spMk id="8" creationId="{CC90732A-ACB8-40E0-ADBB-A7DA8123B972}"/>
          </ac:spMkLst>
        </pc:spChg>
        <pc:spChg chg="add mod">
          <ac:chgData name="鈴木 秀規" userId="f68c5fd9-22d5-4c0a-9833-7fb0f5135313" providerId="ADAL" clId="{89E477C8-882C-4DDE-9C80-DFB373724EDC}" dt="2021-01-26T09:13:09.350" v="1273" actId="1076"/>
          <ac:spMkLst>
            <pc:docMk/>
            <pc:sldMk cId="3737758823" sldId="382"/>
            <ac:spMk id="9" creationId="{B3B3A101-1CC1-40C6-906E-E865AB3204EB}"/>
          </ac:spMkLst>
        </pc:spChg>
        <pc:spChg chg="add mod">
          <ac:chgData name="鈴木 秀規" userId="f68c5fd9-22d5-4c0a-9833-7fb0f5135313" providerId="ADAL" clId="{89E477C8-882C-4DDE-9C80-DFB373724EDC}" dt="2021-01-26T09:12:24.604" v="1267" actId="207"/>
          <ac:spMkLst>
            <pc:docMk/>
            <pc:sldMk cId="3737758823" sldId="382"/>
            <ac:spMk id="10" creationId="{C7477D15-AF30-4B50-9A55-F9DB0B3DD722}"/>
          </ac:spMkLst>
        </pc:spChg>
        <pc:spChg chg="add mod">
          <ac:chgData name="鈴木 秀規" userId="f68c5fd9-22d5-4c0a-9833-7fb0f5135313" providerId="ADAL" clId="{89E477C8-882C-4DDE-9C80-DFB373724EDC}" dt="2021-01-26T09:12:55.172" v="1272" actId="14100"/>
          <ac:spMkLst>
            <pc:docMk/>
            <pc:sldMk cId="3737758823" sldId="382"/>
            <ac:spMk id="11" creationId="{FF0BF8BB-6A5A-48C6-9DFC-D7EFF9AD9EEA}"/>
          </ac:spMkLst>
        </pc:spChg>
        <pc:spChg chg="add mod">
          <ac:chgData name="鈴木 秀規" userId="f68c5fd9-22d5-4c0a-9833-7fb0f5135313" providerId="ADAL" clId="{89E477C8-882C-4DDE-9C80-DFB373724EDC}" dt="2021-01-26T09:13:19.047" v="1275" actId="14100"/>
          <ac:spMkLst>
            <pc:docMk/>
            <pc:sldMk cId="3737758823" sldId="382"/>
            <ac:spMk id="12" creationId="{7061D972-AB54-44F3-BC60-66CB527657F8}"/>
          </ac:spMkLst>
        </pc:spChg>
      </pc:sldChg>
      <pc:sldChg chg="addSp modSp new mod">
        <pc:chgData name="鈴木 秀規" userId="f68c5fd9-22d5-4c0a-9833-7fb0f5135313" providerId="ADAL" clId="{89E477C8-882C-4DDE-9C80-DFB373724EDC}" dt="2021-01-26T09:17:18.900" v="1318" actId="14100"/>
        <pc:sldMkLst>
          <pc:docMk/>
          <pc:sldMk cId="1383500861" sldId="383"/>
        </pc:sldMkLst>
        <pc:spChg chg="mod">
          <ac:chgData name="鈴木 秀規" userId="f68c5fd9-22d5-4c0a-9833-7fb0f5135313" providerId="ADAL" clId="{89E477C8-882C-4DDE-9C80-DFB373724EDC}" dt="2021-01-26T09:14:00.974" v="1277"/>
          <ac:spMkLst>
            <pc:docMk/>
            <pc:sldMk cId="1383500861" sldId="383"/>
            <ac:spMk id="3" creationId="{F0E6EF6C-643D-46A5-BCA4-2208D09284E4}"/>
          </ac:spMkLst>
        </pc:spChg>
        <pc:spChg chg="mod">
          <ac:chgData name="鈴木 秀規" userId="f68c5fd9-22d5-4c0a-9833-7fb0f5135313" providerId="ADAL" clId="{89E477C8-882C-4DDE-9C80-DFB373724EDC}" dt="2021-01-26T09:14:51.803" v="1280" actId="14100"/>
          <ac:spMkLst>
            <pc:docMk/>
            <pc:sldMk cId="1383500861" sldId="383"/>
            <ac:spMk id="5" creationId="{919049D3-0FA6-454A-B4CC-11082E3D994A}"/>
          </ac:spMkLst>
        </pc:spChg>
        <pc:spChg chg="add mod">
          <ac:chgData name="鈴木 秀規" userId="f68c5fd9-22d5-4c0a-9833-7fb0f5135313" providerId="ADAL" clId="{89E477C8-882C-4DDE-9C80-DFB373724EDC}" dt="2021-01-26T09:17:18.900" v="1318" actId="14100"/>
          <ac:spMkLst>
            <pc:docMk/>
            <pc:sldMk cId="1383500861" sldId="383"/>
            <ac:spMk id="6" creationId="{40AE093F-0277-4CEE-ABD9-3E36D329F807}"/>
          </ac:spMkLst>
        </pc:spChg>
        <pc:spChg chg="add mod">
          <ac:chgData name="鈴木 秀規" userId="f68c5fd9-22d5-4c0a-9833-7fb0f5135313" providerId="ADAL" clId="{89E477C8-882C-4DDE-9C80-DFB373724EDC}" dt="2021-01-26T09:17:14.863" v="1317" actId="207"/>
          <ac:spMkLst>
            <pc:docMk/>
            <pc:sldMk cId="1383500861" sldId="383"/>
            <ac:spMk id="7" creationId="{B8C21830-8874-451E-BB81-52131C6815EA}"/>
          </ac:spMkLst>
        </pc:spChg>
        <pc:spChg chg="add mod">
          <ac:chgData name="鈴木 秀規" userId="f68c5fd9-22d5-4c0a-9833-7fb0f5135313" providerId="ADAL" clId="{89E477C8-882C-4DDE-9C80-DFB373724EDC}" dt="2021-01-26T09:17:11.813" v="1315" actId="207"/>
          <ac:spMkLst>
            <pc:docMk/>
            <pc:sldMk cId="1383500861" sldId="383"/>
            <ac:spMk id="8" creationId="{E6DE9D1A-AEB6-4AEB-BC3A-28717310E568}"/>
          </ac:spMkLst>
        </pc:spChg>
        <pc:spChg chg="add mod">
          <ac:chgData name="鈴木 秀規" userId="f68c5fd9-22d5-4c0a-9833-7fb0f5135313" providerId="ADAL" clId="{89E477C8-882C-4DDE-9C80-DFB373724EDC}" dt="2021-01-26T09:17:01.044" v="1312" actId="1076"/>
          <ac:spMkLst>
            <pc:docMk/>
            <pc:sldMk cId="1383500861" sldId="383"/>
            <ac:spMk id="9" creationId="{2C93F375-A663-49C6-B80E-53DB8D902081}"/>
          </ac:spMkLst>
        </pc:spChg>
        <pc:spChg chg="add mod">
          <ac:chgData name="鈴木 秀規" userId="f68c5fd9-22d5-4c0a-9833-7fb0f5135313" providerId="ADAL" clId="{89E477C8-882C-4DDE-9C80-DFB373724EDC}" dt="2021-01-26T09:16:58.196" v="1311" actId="571"/>
          <ac:spMkLst>
            <pc:docMk/>
            <pc:sldMk cId="1383500861" sldId="383"/>
            <ac:spMk id="10" creationId="{F285B219-475B-44A1-934D-C9506B322CA4}"/>
          </ac:spMkLst>
        </pc:spChg>
      </pc:sldChg>
      <pc:sldChg chg="del">
        <pc:chgData name="鈴木 秀規" userId="f68c5fd9-22d5-4c0a-9833-7fb0f5135313" providerId="ADAL" clId="{89E477C8-882C-4DDE-9C80-DFB373724EDC}" dt="2021-01-26T07:45:41.587" v="2" actId="2696"/>
        <pc:sldMkLst>
          <pc:docMk/>
          <pc:sldMk cId="2193843838" sldId="383"/>
        </pc:sldMkLst>
      </pc:sldChg>
      <pc:sldChg chg="del">
        <pc:chgData name="鈴木 秀規" userId="f68c5fd9-22d5-4c0a-9833-7fb0f5135313" providerId="ADAL" clId="{89E477C8-882C-4DDE-9C80-DFB373724EDC}" dt="2021-01-26T07:45:41.587" v="2" actId="2696"/>
        <pc:sldMkLst>
          <pc:docMk/>
          <pc:sldMk cId="1703172032" sldId="384"/>
        </pc:sldMkLst>
      </pc:sldChg>
      <pc:sldChg chg="addSp delSp modSp new mod">
        <pc:chgData name="鈴木 秀規" userId="f68c5fd9-22d5-4c0a-9833-7fb0f5135313" providerId="ADAL" clId="{89E477C8-882C-4DDE-9C80-DFB373724EDC}" dt="2021-01-28T00:25:32.568" v="1704" actId="1036"/>
        <pc:sldMkLst>
          <pc:docMk/>
          <pc:sldMk cId="1710849802" sldId="384"/>
        </pc:sldMkLst>
        <pc:spChg chg="mod">
          <ac:chgData name="鈴木 秀規" userId="f68c5fd9-22d5-4c0a-9833-7fb0f5135313" providerId="ADAL" clId="{89E477C8-882C-4DDE-9C80-DFB373724EDC}" dt="2021-01-28T00:04:15.549" v="1346" actId="20577"/>
          <ac:spMkLst>
            <pc:docMk/>
            <pc:sldMk cId="1710849802" sldId="384"/>
            <ac:spMk id="3" creationId="{9AB9B55F-AAD7-4298-85CF-D1860B286D43}"/>
          </ac:spMkLst>
        </pc:spChg>
        <pc:spChg chg="mod">
          <ac:chgData name="鈴木 秀規" userId="f68c5fd9-22d5-4c0a-9833-7fb0f5135313" providerId="ADAL" clId="{89E477C8-882C-4DDE-9C80-DFB373724EDC}" dt="2021-01-28T00:11:44.745" v="1351" actId="207"/>
          <ac:spMkLst>
            <pc:docMk/>
            <pc:sldMk cId="1710849802" sldId="384"/>
            <ac:spMk id="5" creationId="{69A1D963-EF40-465A-8F05-04B0639C9BB1}"/>
          </ac:spMkLst>
        </pc:spChg>
        <pc:spChg chg="add mod">
          <ac:chgData name="鈴木 秀規" userId="f68c5fd9-22d5-4c0a-9833-7fb0f5135313" providerId="ADAL" clId="{89E477C8-882C-4DDE-9C80-DFB373724EDC}" dt="2021-01-28T00:16:41.084" v="1458" actId="1076"/>
          <ac:spMkLst>
            <pc:docMk/>
            <pc:sldMk cId="1710849802" sldId="384"/>
            <ac:spMk id="6" creationId="{B9F75641-D03D-4930-A734-D3E2877E1CEC}"/>
          </ac:spMkLst>
        </pc:spChg>
        <pc:spChg chg="add mod">
          <ac:chgData name="鈴木 秀規" userId="f68c5fd9-22d5-4c0a-9833-7fb0f5135313" providerId="ADAL" clId="{89E477C8-882C-4DDE-9C80-DFB373724EDC}" dt="2021-01-28T00:13:32.983" v="1358" actId="208"/>
          <ac:spMkLst>
            <pc:docMk/>
            <pc:sldMk cId="1710849802" sldId="384"/>
            <ac:spMk id="7" creationId="{76486E73-2314-4F67-8B9A-4ABD8FA5CEC7}"/>
          </ac:spMkLst>
        </pc:spChg>
        <pc:spChg chg="add mod">
          <ac:chgData name="鈴木 秀規" userId="f68c5fd9-22d5-4c0a-9833-7fb0f5135313" providerId="ADAL" clId="{89E477C8-882C-4DDE-9C80-DFB373724EDC}" dt="2021-01-28T00:14:28.852" v="1389" actId="2085"/>
          <ac:spMkLst>
            <pc:docMk/>
            <pc:sldMk cId="1710849802" sldId="384"/>
            <ac:spMk id="8" creationId="{3A5A3013-AF6F-4DF1-83B3-8AECDE33C743}"/>
          </ac:spMkLst>
        </pc:spChg>
        <pc:spChg chg="add mod">
          <ac:chgData name="鈴木 秀規" userId="f68c5fd9-22d5-4c0a-9833-7fb0f5135313" providerId="ADAL" clId="{89E477C8-882C-4DDE-9C80-DFB373724EDC}" dt="2021-01-28T00:14:44.049" v="1394" actId="14100"/>
          <ac:spMkLst>
            <pc:docMk/>
            <pc:sldMk cId="1710849802" sldId="384"/>
            <ac:spMk id="9" creationId="{EC90C676-1B95-4A79-B302-4FC9160AC9FC}"/>
          </ac:spMkLst>
        </pc:spChg>
        <pc:spChg chg="add mod">
          <ac:chgData name="鈴木 秀規" userId="f68c5fd9-22d5-4c0a-9833-7fb0f5135313" providerId="ADAL" clId="{89E477C8-882C-4DDE-9C80-DFB373724EDC}" dt="2021-01-28T00:20:03.030" v="1522" actId="1037"/>
          <ac:spMkLst>
            <pc:docMk/>
            <pc:sldMk cId="1710849802" sldId="384"/>
            <ac:spMk id="10" creationId="{6DEC2F77-76EC-4DFD-AB92-30176BEFCE39}"/>
          </ac:spMkLst>
        </pc:spChg>
        <pc:spChg chg="add mod">
          <ac:chgData name="鈴木 秀規" userId="f68c5fd9-22d5-4c0a-9833-7fb0f5135313" providerId="ADAL" clId="{89E477C8-882C-4DDE-9C80-DFB373724EDC}" dt="2021-01-28T00:20:03.030" v="1522" actId="1037"/>
          <ac:spMkLst>
            <pc:docMk/>
            <pc:sldMk cId="1710849802" sldId="384"/>
            <ac:spMk id="11" creationId="{2E399D14-EE07-4DEA-BAC1-8A299DF07943}"/>
          </ac:spMkLst>
        </pc:spChg>
        <pc:spChg chg="add del mod">
          <ac:chgData name="鈴木 秀規" userId="f68c5fd9-22d5-4c0a-9833-7fb0f5135313" providerId="ADAL" clId="{89E477C8-882C-4DDE-9C80-DFB373724EDC}" dt="2021-01-28T00:24:31.877" v="1674" actId="21"/>
          <ac:spMkLst>
            <pc:docMk/>
            <pc:sldMk cId="1710849802" sldId="384"/>
            <ac:spMk id="21" creationId="{74F18F8D-9918-4CAA-B2FA-7FD2E081FCB1}"/>
          </ac:spMkLst>
        </pc:spChg>
        <pc:spChg chg="add mod">
          <ac:chgData name="鈴木 秀規" userId="f68c5fd9-22d5-4c0a-9833-7fb0f5135313" providerId="ADAL" clId="{89E477C8-882C-4DDE-9C80-DFB373724EDC}" dt="2021-01-28T00:21:45.232" v="1565" actId="20577"/>
          <ac:spMkLst>
            <pc:docMk/>
            <pc:sldMk cId="1710849802" sldId="384"/>
            <ac:spMk id="31" creationId="{DECAA41E-C020-48B1-BCCC-EAAC2BB74F36}"/>
          </ac:spMkLst>
        </pc:spChg>
        <pc:spChg chg="add mod">
          <ac:chgData name="鈴木 秀規" userId="f68c5fd9-22d5-4c0a-9833-7fb0f5135313" providerId="ADAL" clId="{89E477C8-882C-4DDE-9C80-DFB373724EDC}" dt="2021-01-28T00:22:09.975" v="1620" actId="20577"/>
          <ac:spMkLst>
            <pc:docMk/>
            <pc:sldMk cId="1710849802" sldId="384"/>
            <ac:spMk id="32" creationId="{440BFB2F-EE06-4588-BDB8-84DBF3B1E7AE}"/>
          </ac:spMkLst>
        </pc:spChg>
        <pc:spChg chg="add mod">
          <ac:chgData name="鈴木 秀規" userId="f68c5fd9-22d5-4c0a-9833-7fb0f5135313" providerId="ADAL" clId="{89E477C8-882C-4DDE-9C80-DFB373724EDC}" dt="2021-01-28T00:22:35.719" v="1653" actId="20577"/>
          <ac:spMkLst>
            <pc:docMk/>
            <pc:sldMk cId="1710849802" sldId="384"/>
            <ac:spMk id="33" creationId="{FEED2F86-2765-459D-BDE6-9ECBBE6D4792}"/>
          </ac:spMkLst>
        </pc:spChg>
        <pc:spChg chg="add mod">
          <ac:chgData name="鈴木 秀規" userId="f68c5fd9-22d5-4c0a-9833-7fb0f5135313" providerId="ADAL" clId="{89E477C8-882C-4DDE-9C80-DFB373724EDC}" dt="2021-01-28T00:23:31.672" v="1664" actId="1076"/>
          <ac:spMkLst>
            <pc:docMk/>
            <pc:sldMk cId="1710849802" sldId="384"/>
            <ac:spMk id="43" creationId="{DB13123C-E298-4A22-917F-895701DC0D98}"/>
          </ac:spMkLst>
        </pc:spChg>
        <pc:spChg chg="add mod">
          <ac:chgData name="鈴木 秀規" userId="f68c5fd9-22d5-4c0a-9833-7fb0f5135313" providerId="ADAL" clId="{89E477C8-882C-4DDE-9C80-DFB373724EDC}" dt="2021-01-28T00:25:26.917" v="1701" actId="1035"/>
          <ac:spMkLst>
            <pc:docMk/>
            <pc:sldMk cId="1710849802" sldId="384"/>
            <ac:spMk id="52" creationId="{C4D0577F-64C5-4A9C-ACA0-5C79DF2C4F73}"/>
          </ac:spMkLst>
        </pc:spChg>
        <pc:spChg chg="add mod">
          <ac:chgData name="鈴木 秀規" userId="f68c5fd9-22d5-4c0a-9833-7fb0f5135313" providerId="ADAL" clId="{89E477C8-882C-4DDE-9C80-DFB373724EDC}" dt="2021-01-28T00:25:32.568" v="1704" actId="1036"/>
          <ac:spMkLst>
            <pc:docMk/>
            <pc:sldMk cId="1710849802" sldId="384"/>
            <ac:spMk id="53" creationId="{76B42D95-7E3F-4665-B2B0-70126886FEAD}"/>
          </ac:spMkLst>
        </pc:spChg>
        <pc:spChg chg="add mod">
          <ac:chgData name="鈴木 秀規" userId="f68c5fd9-22d5-4c0a-9833-7fb0f5135313" providerId="ADAL" clId="{89E477C8-882C-4DDE-9C80-DFB373724EDC}" dt="2021-01-28T00:25:05.990" v="1693" actId="1076"/>
          <ac:spMkLst>
            <pc:docMk/>
            <pc:sldMk cId="1710849802" sldId="384"/>
            <ac:spMk id="54" creationId="{C78E1A7A-DF9E-465F-8F0D-E0473F15C333}"/>
          </ac:spMkLst>
        </pc:spChg>
        <pc:spChg chg="add mod">
          <ac:chgData name="鈴木 秀規" userId="f68c5fd9-22d5-4c0a-9833-7fb0f5135313" providerId="ADAL" clId="{89E477C8-882C-4DDE-9C80-DFB373724EDC}" dt="2021-01-28T00:25:11.170" v="1695" actId="1076"/>
          <ac:spMkLst>
            <pc:docMk/>
            <pc:sldMk cId="1710849802" sldId="384"/>
            <ac:spMk id="55" creationId="{8ABFFE38-EDC5-4FAB-9B94-EB8281809D88}"/>
          </ac:spMkLst>
        </pc:spChg>
        <pc:cxnChg chg="add mod">
          <ac:chgData name="鈴木 秀規" userId="f68c5fd9-22d5-4c0a-9833-7fb0f5135313" providerId="ADAL" clId="{89E477C8-882C-4DDE-9C80-DFB373724EDC}" dt="2021-01-28T00:20:23.528" v="1524" actId="692"/>
          <ac:cxnSpMkLst>
            <pc:docMk/>
            <pc:sldMk cId="1710849802" sldId="384"/>
            <ac:cxnSpMk id="13" creationId="{8E386EE0-D155-4B04-B137-846B3D3FA644}"/>
          </ac:cxnSpMkLst>
        </pc:cxnChg>
        <pc:cxnChg chg="add del">
          <ac:chgData name="鈴木 秀規" userId="f68c5fd9-22d5-4c0a-9833-7fb0f5135313" providerId="ADAL" clId="{89E477C8-882C-4DDE-9C80-DFB373724EDC}" dt="2021-01-28T00:18:05.077" v="1477" actId="478"/>
          <ac:cxnSpMkLst>
            <pc:docMk/>
            <pc:sldMk cId="1710849802" sldId="384"/>
            <ac:cxnSpMk id="17" creationId="{7F68CC08-24DC-4B4A-8DF5-0A1B06236445}"/>
          </ac:cxnSpMkLst>
        </pc:cxnChg>
        <pc:cxnChg chg="add mod">
          <ac:chgData name="鈴木 秀規" userId="f68c5fd9-22d5-4c0a-9833-7fb0f5135313" providerId="ADAL" clId="{89E477C8-882C-4DDE-9C80-DFB373724EDC}" dt="2021-01-28T00:20:18.164" v="1523" actId="692"/>
          <ac:cxnSpMkLst>
            <pc:docMk/>
            <pc:sldMk cId="1710849802" sldId="384"/>
            <ac:cxnSpMk id="18" creationId="{CD7B3D91-C1C3-4B89-A73D-FD6E1CE9F5C5}"/>
          </ac:cxnSpMkLst>
        </pc:cxnChg>
        <pc:cxnChg chg="add mod">
          <ac:chgData name="鈴木 秀規" userId="f68c5fd9-22d5-4c0a-9833-7fb0f5135313" providerId="ADAL" clId="{89E477C8-882C-4DDE-9C80-DFB373724EDC}" dt="2021-01-28T00:24:31.877" v="1674" actId="21"/>
          <ac:cxnSpMkLst>
            <pc:docMk/>
            <pc:sldMk cId="1710849802" sldId="384"/>
            <ac:cxnSpMk id="23" creationId="{160E84F7-45FB-49BC-9732-FFFFB2D5997D}"/>
          </ac:cxnSpMkLst>
        </pc:cxnChg>
        <pc:cxnChg chg="add mod">
          <ac:chgData name="鈴木 秀規" userId="f68c5fd9-22d5-4c0a-9833-7fb0f5135313" providerId="ADAL" clId="{89E477C8-882C-4DDE-9C80-DFB373724EDC}" dt="2021-01-28T00:20:03.030" v="1522" actId="1037"/>
          <ac:cxnSpMkLst>
            <pc:docMk/>
            <pc:sldMk cId="1710849802" sldId="384"/>
            <ac:cxnSpMk id="26" creationId="{9A630C51-AC48-4B2E-85E9-307526025C2D}"/>
          </ac:cxnSpMkLst>
        </pc:cxnChg>
        <pc:cxnChg chg="add mod">
          <ac:chgData name="鈴木 秀規" userId="f68c5fd9-22d5-4c0a-9833-7fb0f5135313" providerId="ADAL" clId="{89E477C8-882C-4DDE-9C80-DFB373724EDC}" dt="2021-01-28T00:22:53.471" v="1656" actId="14100"/>
          <ac:cxnSpMkLst>
            <pc:docMk/>
            <pc:sldMk cId="1710849802" sldId="384"/>
            <ac:cxnSpMk id="34" creationId="{A3AD2563-68AF-471A-BDB5-5743C2F10205}"/>
          </ac:cxnSpMkLst>
        </pc:cxnChg>
        <pc:cxnChg chg="add mod">
          <ac:chgData name="鈴木 秀規" userId="f68c5fd9-22d5-4c0a-9833-7fb0f5135313" providerId="ADAL" clId="{89E477C8-882C-4DDE-9C80-DFB373724EDC}" dt="2021-01-28T00:23:03.485" v="1659" actId="14100"/>
          <ac:cxnSpMkLst>
            <pc:docMk/>
            <pc:sldMk cId="1710849802" sldId="384"/>
            <ac:cxnSpMk id="37" creationId="{2AAE7265-63A0-4A2C-973C-5700BE345AD1}"/>
          </ac:cxnSpMkLst>
        </pc:cxnChg>
        <pc:cxnChg chg="add mod">
          <ac:chgData name="鈴木 秀規" userId="f68c5fd9-22d5-4c0a-9833-7fb0f5135313" providerId="ADAL" clId="{89E477C8-882C-4DDE-9C80-DFB373724EDC}" dt="2021-01-28T00:23:18.959" v="1662" actId="14100"/>
          <ac:cxnSpMkLst>
            <pc:docMk/>
            <pc:sldMk cId="1710849802" sldId="384"/>
            <ac:cxnSpMk id="40" creationId="{82DCD619-0572-41E8-A0C0-8833B65712E8}"/>
          </ac:cxnSpMkLst>
        </pc:cxnChg>
        <pc:cxnChg chg="add mod">
          <ac:chgData name="鈴木 秀規" userId="f68c5fd9-22d5-4c0a-9833-7fb0f5135313" providerId="ADAL" clId="{89E477C8-882C-4DDE-9C80-DFB373724EDC}" dt="2021-01-28T00:24:03.025" v="1672" actId="14100"/>
          <ac:cxnSpMkLst>
            <pc:docMk/>
            <pc:sldMk cId="1710849802" sldId="384"/>
            <ac:cxnSpMk id="44" creationId="{1E165CEB-00CA-421B-96D7-5657344E5E39}"/>
          </ac:cxnSpMkLst>
        </pc:cxnChg>
        <pc:cxnChg chg="add mod">
          <ac:chgData name="鈴木 秀規" userId="f68c5fd9-22d5-4c0a-9833-7fb0f5135313" providerId="ADAL" clId="{89E477C8-882C-4DDE-9C80-DFB373724EDC}" dt="2021-01-28T00:23:59.137" v="1671" actId="14100"/>
          <ac:cxnSpMkLst>
            <pc:docMk/>
            <pc:sldMk cId="1710849802" sldId="384"/>
            <ac:cxnSpMk id="48" creationId="{D6C3DBE1-45A8-47DA-9E93-B024A3181E1E}"/>
          </ac:cxnSpMkLst>
        </pc:cxnChg>
      </pc:sldChg>
      <pc:sldChg chg="del">
        <pc:chgData name="鈴木 秀規" userId="f68c5fd9-22d5-4c0a-9833-7fb0f5135313" providerId="ADAL" clId="{89E477C8-882C-4DDE-9C80-DFB373724EDC}" dt="2021-01-26T07:45:41.587" v="2" actId="2696"/>
        <pc:sldMkLst>
          <pc:docMk/>
          <pc:sldMk cId="405086457" sldId="385"/>
        </pc:sldMkLst>
      </pc:sldChg>
      <pc:sldChg chg="modSp new mod">
        <pc:chgData name="鈴木 秀規" userId="f68c5fd9-22d5-4c0a-9833-7fb0f5135313" providerId="ADAL" clId="{89E477C8-882C-4DDE-9C80-DFB373724EDC}" dt="2021-01-28T00:27:07.638" v="1742" actId="403"/>
        <pc:sldMkLst>
          <pc:docMk/>
          <pc:sldMk cId="3198427957" sldId="385"/>
        </pc:sldMkLst>
        <pc:spChg chg="mod">
          <ac:chgData name="鈴木 秀規" userId="f68c5fd9-22d5-4c0a-9833-7fb0f5135313" providerId="ADAL" clId="{89E477C8-882C-4DDE-9C80-DFB373724EDC}" dt="2021-01-28T00:26:03.504" v="1724" actId="20577"/>
          <ac:spMkLst>
            <pc:docMk/>
            <pc:sldMk cId="3198427957" sldId="385"/>
            <ac:spMk id="3" creationId="{9C66717B-DC5D-4BC5-8268-8396B695A418}"/>
          </ac:spMkLst>
        </pc:spChg>
        <pc:spChg chg="mod">
          <ac:chgData name="鈴木 秀規" userId="f68c5fd9-22d5-4c0a-9833-7fb0f5135313" providerId="ADAL" clId="{89E477C8-882C-4DDE-9C80-DFB373724EDC}" dt="2021-01-28T00:27:07.638" v="1742" actId="403"/>
          <ac:spMkLst>
            <pc:docMk/>
            <pc:sldMk cId="3198427957" sldId="385"/>
            <ac:spMk id="5" creationId="{BAA9AD2E-1882-4C8E-9E00-D3A86BE862DC}"/>
          </ac:spMkLst>
        </pc:spChg>
      </pc:sldChg>
      <pc:sldChg chg="addSp delSp modSp new mod modClrScheme chgLayout">
        <pc:chgData name="鈴木 秀規" userId="f68c5fd9-22d5-4c0a-9833-7fb0f5135313" providerId="ADAL" clId="{89E477C8-882C-4DDE-9C80-DFB373724EDC}" dt="2021-01-28T00:33:18.976" v="1789" actId="207"/>
        <pc:sldMkLst>
          <pc:docMk/>
          <pc:sldMk cId="2401145918" sldId="386"/>
        </pc:sldMkLst>
        <pc:spChg chg="mod ord">
          <ac:chgData name="鈴木 秀規" userId="f68c5fd9-22d5-4c0a-9833-7fb0f5135313" providerId="ADAL" clId="{89E477C8-882C-4DDE-9C80-DFB373724EDC}" dt="2021-01-28T00:31:13.993" v="1745" actId="700"/>
          <ac:spMkLst>
            <pc:docMk/>
            <pc:sldMk cId="2401145918" sldId="386"/>
            <ac:spMk id="2" creationId="{E1EF011F-8AEA-408B-9E6B-A161DF99E8A0}"/>
          </ac:spMkLst>
        </pc:spChg>
        <pc:spChg chg="mod ord">
          <ac:chgData name="鈴木 秀規" userId="f68c5fd9-22d5-4c0a-9833-7fb0f5135313" providerId="ADAL" clId="{89E477C8-882C-4DDE-9C80-DFB373724EDC}" dt="2021-01-28T00:31:13.993" v="1745" actId="700"/>
          <ac:spMkLst>
            <pc:docMk/>
            <pc:sldMk cId="2401145918" sldId="386"/>
            <ac:spMk id="3" creationId="{737EC184-CACD-4C8F-8E3B-6E48E09233B3}"/>
          </ac:spMkLst>
        </pc:spChg>
        <pc:spChg chg="mod ord">
          <ac:chgData name="鈴木 秀規" userId="f68c5fd9-22d5-4c0a-9833-7fb0f5135313" providerId="ADAL" clId="{89E477C8-882C-4DDE-9C80-DFB373724EDC}" dt="2021-01-28T00:31:13.993" v="1745" actId="700"/>
          <ac:spMkLst>
            <pc:docMk/>
            <pc:sldMk cId="2401145918" sldId="386"/>
            <ac:spMk id="4" creationId="{D6E7AAD0-AF13-4770-A5FE-1A45A1C14BA1}"/>
          </ac:spMkLst>
        </pc:spChg>
        <pc:spChg chg="del">
          <ac:chgData name="鈴木 秀規" userId="f68c5fd9-22d5-4c0a-9833-7fb0f5135313" providerId="ADAL" clId="{89E477C8-882C-4DDE-9C80-DFB373724EDC}" dt="2021-01-28T00:31:13.993" v="1745" actId="700"/>
          <ac:spMkLst>
            <pc:docMk/>
            <pc:sldMk cId="2401145918" sldId="386"/>
            <ac:spMk id="5" creationId="{FBDFA43B-CCA4-4391-876F-08A48B94D24D}"/>
          </ac:spMkLst>
        </pc:spChg>
        <pc:spChg chg="add mod">
          <ac:chgData name="鈴木 秀規" userId="f68c5fd9-22d5-4c0a-9833-7fb0f5135313" providerId="ADAL" clId="{89E477C8-882C-4DDE-9C80-DFB373724EDC}" dt="2021-01-28T00:33:18.976" v="1789" actId="207"/>
          <ac:spMkLst>
            <pc:docMk/>
            <pc:sldMk cId="2401145918" sldId="386"/>
            <ac:spMk id="6" creationId="{00A6316D-1AC1-4A36-80F1-066ADCE98D5B}"/>
          </ac:spMkLst>
        </pc:spChg>
        <pc:spChg chg="add mod">
          <ac:chgData name="鈴木 秀規" userId="f68c5fd9-22d5-4c0a-9833-7fb0f5135313" providerId="ADAL" clId="{89E477C8-882C-4DDE-9C80-DFB373724EDC}" dt="2021-01-28T00:32:44.778" v="1781" actId="14100"/>
          <ac:spMkLst>
            <pc:docMk/>
            <pc:sldMk cId="2401145918" sldId="386"/>
            <ac:spMk id="7" creationId="{6685B93B-920F-4514-8402-BD5509C19734}"/>
          </ac:spMkLst>
        </pc:spChg>
      </pc:sldChg>
      <pc:sldChg chg="addSp modSp new mod modClrScheme chgLayout">
        <pc:chgData name="鈴木 秀規" userId="f68c5fd9-22d5-4c0a-9833-7fb0f5135313" providerId="ADAL" clId="{89E477C8-882C-4DDE-9C80-DFB373724EDC}" dt="2021-01-28T00:36:23.889" v="1826" actId="207"/>
        <pc:sldMkLst>
          <pc:docMk/>
          <pc:sldMk cId="3730994383" sldId="387"/>
        </pc:sldMkLst>
        <pc:spChg chg="mod ord">
          <ac:chgData name="鈴木 秀規" userId="f68c5fd9-22d5-4c0a-9833-7fb0f5135313" providerId="ADAL" clId="{89E477C8-882C-4DDE-9C80-DFB373724EDC}" dt="2021-01-28T00:34:28.598" v="1792" actId="700"/>
          <ac:spMkLst>
            <pc:docMk/>
            <pc:sldMk cId="3730994383" sldId="387"/>
            <ac:spMk id="2" creationId="{BCA1EF0F-B776-42C3-97D5-FA00D3E3A2E9}"/>
          </ac:spMkLst>
        </pc:spChg>
        <pc:spChg chg="mod ord">
          <ac:chgData name="鈴木 秀規" userId="f68c5fd9-22d5-4c0a-9833-7fb0f5135313" providerId="ADAL" clId="{89E477C8-882C-4DDE-9C80-DFB373724EDC}" dt="2021-01-28T00:34:28.598" v="1792" actId="700"/>
          <ac:spMkLst>
            <pc:docMk/>
            <pc:sldMk cId="3730994383" sldId="387"/>
            <ac:spMk id="3" creationId="{D712DFF2-F646-430F-8004-923BF1E76430}"/>
          </ac:spMkLst>
        </pc:spChg>
        <pc:spChg chg="mod ord">
          <ac:chgData name="鈴木 秀規" userId="f68c5fd9-22d5-4c0a-9833-7fb0f5135313" providerId="ADAL" clId="{89E477C8-882C-4DDE-9C80-DFB373724EDC}" dt="2021-01-28T00:34:28.598" v="1792" actId="700"/>
          <ac:spMkLst>
            <pc:docMk/>
            <pc:sldMk cId="3730994383" sldId="387"/>
            <ac:spMk id="4" creationId="{A47B9173-32BF-4F9B-9A9B-FC77DBC9FF69}"/>
          </ac:spMkLst>
        </pc:spChg>
        <pc:spChg chg="add mod ord">
          <ac:chgData name="鈴木 秀規" userId="f68c5fd9-22d5-4c0a-9833-7fb0f5135313" providerId="ADAL" clId="{89E477C8-882C-4DDE-9C80-DFB373724EDC}" dt="2021-01-28T00:36:23.889" v="1826" actId="207"/>
          <ac:spMkLst>
            <pc:docMk/>
            <pc:sldMk cId="3730994383" sldId="387"/>
            <ac:spMk id="5" creationId="{3BC04A58-5FAF-4C7C-AB03-0AF861F93F4F}"/>
          </ac:spMkLst>
        </pc:spChg>
      </pc:sldChg>
      <pc:sldChg chg="addSp modSp new mod">
        <pc:chgData name="鈴木 秀規" userId="f68c5fd9-22d5-4c0a-9833-7fb0f5135313" providerId="ADAL" clId="{89E477C8-882C-4DDE-9C80-DFB373724EDC}" dt="2021-01-28T01:12:54.415" v="1850" actId="14100"/>
        <pc:sldMkLst>
          <pc:docMk/>
          <pc:sldMk cId="218868488" sldId="388"/>
        </pc:sldMkLst>
        <pc:spChg chg="mod">
          <ac:chgData name="鈴木 秀規" userId="f68c5fd9-22d5-4c0a-9833-7fb0f5135313" providerId="ADAL" clId="{89E477C8-882C-4DDE-9C80-DFB373724EDC}" dt="2021-01-28T00:56:42.744" v="1828"/>
          <ac:spMkLst>
            <pc:docMk/>
            <pc:sldMk cId="218868488" sldId="388"/>
            <ac:spMk id="3" creationId="{541E6646-33D9-4B6F-BC80-8102A701396F}"/>
          </ac:spMkLst>
        </pc:spChg>
        <pc:spChg chg="mod">
          <ac:chgData name="鈴木 秀規" userId="f68c5fd9-22d5-4c0a-9833-7fb0f5135313" providerId="ADAL" clId="{89E477C8-882C-4DDE-9C80-DFB373724EDC}" dt="2021-01-28T00:57:03.432" v="1832" actId="14100"/>
          <ac:spMkLst>
            <pc:docMk/>
            <pc:sldMk cId="218868488" sldId="388"/>
            <ac:spMk id="5" creationId="{4F7BE0E2-F22D-4224-A250-61F7BABC679B}"/>
          </ac:spMkLst>
        </pc:spChg>
        <pc:spChg chg="add mod">
          <ac:chgData name="鈴木 秀規" userId="f68c5fd9-22d5-4c0a-9833-7fb0f5135313" providerId="ADAL" clId="{89E477C8-882C-4DDE-9C80-DFB373724EDC}" dt="2021-01-28T00:58:16.387" v="1847" actId="207"/>
          <ac:spMkLst>
            <pc:docMk/>
            <pc:sldMk cId="218868488" sldId="388"/>
            <ac:spMk id="6" creationId="{322AED5D-67E9-49B9-B313-EDCD22B365D2}"/>
          </ac:spMkLst>
        </pc:spChg>
        <pc:spChg chg="add mod">
          <ac:chgData name="鈴木 秀規" userId="f68c5fd9-22d5-4c0a-9833-7fb0f5135313" providerId="ADAL" clId="{89E477C8-882C-4DDE-9C80-DFB373724EDC}" dt="2021-01-28T01:12:54.415" v="1850" actId="14100"/>
          <ac:spMkLst>
            <pc:docMk/>
            <pc:sldMk cId="218868488" sldId="388"/>
            <ac:spMk id="7" creationId="{B5962821-5EE5-46B4-9A85-4485E16939C7}"/>
          </ac:spMkLst>
        </pc:spChg>
      </pc:sldChg>
      <pc:sldChg chg="modSp new mod">
        <pc:chgData name="鈴木 秀規" userId="f68c5fd9-22d5-4c0a-9833-7fb0f5135313" providerId="ADAL" clId="{89E477C8-882C-4DDE-9C80-DFB373724EDC}" dt="2021-01-28T01:14:07.006" v="1864" actId="403"/>
        <pc:sldMkLst>
          <pc:docMk/>
          <pc:sldMk cId="2271233834" sldId="389"/>
        </pc:sldMkLst>
        <pc:spChg chg="mod">
          <ac:chgData name="鈴木 秀規" userId="f68c5fd9-22d5-4c0a-9833-7fb0f5135313" providerId="ADAL" clId="{89E477C8-882C-4DDE-9C80-DFB373724EDC}" dt="2021-01-28T01:13:30.447" v="1852"/>
          <ac:spMkLst>
            <pc:docMk/>
            <pc:sldMk cId="2271233834" sldId="389"/>
            <ac:spMk id="3" creationId="{00E257E5-AFF7-453E-8D0E-FF63668280D2}"/>
          </ac:spMkLst>
        </pc:spChg>
        <pc:spChg chg="mod">
          <ac:chgData name="鈴木 秀規" userId="f68c5fd9-22d5-4c0a-9833-7fb0f5135313" providerId="ADAL" clId="{89E477C8-882C-4DDE-9C80-DFB373724EDC}" dt="2021-01-28T01:14:07.006" v="1864" actId="403"/>
          <ac:spMkLst>
            <pc:docMk/>
            <pc:sldMk cId="2271233834" sldId="389"/>
            <ac:spMk id="5" creationId="{C1211BD1-2E63-4309-940D-F798AD98A8CD}"/>
          </ac:spMkLst>
        </pc:spChg>
      </pc:sldChg>
      <pc:sldChg chg="modSp new mod">
        <pc:chgData name="鈴木 秀規" userId="f68c5fd9-22d5-4c0a-9833-7fb0f5135313" providerId="ADAL" clId="{89E477C8-882C-4DDE-9C80-DFB373724EDC}" dt="2021-01-28T01:16:01.518" v="1877" actId="403"/>
        <pc:sldMkLst>
          <pc:docMk/>
          <pc:sldMk cId="613103497" sldId="390"/>
        </pc:sldMkLst>
        <pc:spChg chg="mod">
          <ac:chgData name="鈴木 秀規" userId="f68c5fd9-22d5-4c0a-9833-7fb0f5135313" providerId="ADAL" clId="{89E477C8-882C-4DDE-9C80-DFB373724EDC}" dt="2021-01-28T01:14:34.911" v="1866"/>
          <ac:spMkLst>
            <pc:docMk/>
            <pc:sldMk cId="613103497" sldId="390"/>
            <ac:spMk id="3" creationId="{44BE499F-2257-4822-B269-1BE3FFCF9667}"/>
          </ac:spMkLst>
        </pc:spChg>
        <pc:spChg chg="mod">
          <ac:chgData name="鈴木 秀規" userId="f68c5fd9-22d5-4c0a-9833-7fb0f5135313" providerId="ADAL" clId="{89E477C8-882C-4DDE-9C80-DFB373724EDC}" dt="2021-01-28T01:16:01.518" v="1877" actId="403"/>
          <ac:spMkLst>
            <pc:docMk/>
            <pc:sldMk cId="613103497" sldId="390"/>
            <ac:spMk id="5" creationId="{3F776E22-B480-4DE3-BA09-4D11B302B84E}"/>
          </ac:spMkLst>
        </pc:spChg>
      </pc:sldChg>
      <pc:sldChg chg="addSp modSp new mod">
        <pc:chgData name="鈴木 秀規" userId="f68c5fd9-22d5-4c0a-9833-7fb0f5135313" providerId="ADAL" clId="{89E477C8-882C-4DDE-9C80-DFB373724EDC}" dt="2021-01-28T01:20:48.399" v="1994" actId="20577"/>
        <pc:sldMkLst>
          <pc:docMk/>
          <pc:sldMk cId="2862026351" sldId="391"/>
        </pc:sldMkLst>
        <pc:spChg chg="mod">
          <ac:chgData name="鈴木 秀規" userId="f68c5fd9-22d5-4c0a-9833-7fb0f5135313" providerId="ADAL" clId="{89E477C8-882C-4DDE-9C80-DFB373724EDC}" dt="2021-01-28T01:16:19.417" v="1879"/>
          <ac:spMkLst>
            <pc:docMk/>
            <pc:sldMk cId="2862026351" sldId="391"/>
            <ac:spMk id="3" creationId="{F7005572-B4E1-4626-90AE-2D6719A5F270}"/>
          </ac:spMkLst>
        </pc:spChg>
        <pc:spChg chg="mod">
          <ac:chgData name="鈴木 秀規" userId="f68c5fd9-22d5-4c0a-9833-7fb0f5135313" providerId="ADAL" clId="{89E477C8-882C-4DDE-9C80-DFB373724EDC}" dt="2021-01-28T01:20:48.399" v="1994" actId="20577"/>
          <ac:spMkLst>
            <pc:docMk/>
            <pc:sldMk cId="2862026351" sldId="391"/>
            <ac:spMk id="5" creationId="{EA2FB964-7777-48F3-9977-75491B0019C0}"/>
          </ac:spMkLst>
        </pc:spChg>
        <pc:spChg chg="add mod">
          <ac:chgData name="鈴木 秀規" userId="f68c5fd9-22d5-4c0a-9833-7fb0f5135313" providerId="ADAL" clId="{89E477C8-882C-4DDE-9C80-DFB373724EDC}" dt="2021-01-28T01:18:04.375" v="1904" actId="20577"/>
          <ac:spMkLst>
            <pc:docMk/>
            <pc:sldMk cId="2862026351" sldId="391"/>
            <ac:spMk id="6" creationId="{E0C88329-82AB-4BD1-BB35-9BE5C8020B13}"/>
          </ac:spMkLst>
        </pc:spChg>
        <pc:spChg chg="add mod">
          <ac:chgData name="鈴木 秀規" userId="f68c5fd9-22d5-4c0a-9833-7fb0f5135313" providerId="ADAL" clId="{89E477C8-882C-4DDE-9C80-DFB373724EDC}" dt="2021-01-28T01:18:29.952" v="1935" actId="20577"/>
          <ac:spMkLst>
            <pc:docMk/>
            <pc:sldMk cId="2862026351" sldId="391"/>
            <ac:spMk id="7" creationId="{2202E6CF-0793-4669-BE34-B1D961C3E87D}"/>
          </ac:spMkLst>
        </pc:spChg>
        <pc:spChg chg="add mod">
          <ac:chgData name="鈴木 秀規" userId="f68c5fd9-22d5-4c0a-9833-7fb0f5135313" providerId="ADAL" clId="{89E477C8-882C-4DDE-9C80-DFB373724EDC}" dt="2021-01-28T01:18:52.239" v="1961" actId="20577"/>
          <ac:spMkLst>
            <pc:docMk/>
            <pc:sldMk cId="2862026351" sldId="391"/>
            <ac:spMk id="8" creationId="{EE85B067-B655-4DA1-BE93-0771AED4BCA9}"/>
          </ac:spMkLst>
        </pc:spChg>
        <pc:spChg chg="add mod">
          <ac:chgData name="鈴木 秀規" userId="f68c5fd9-22d5-4c0a-9833-7fb0f5135313" providerId="ADAL" clId="{89E477C8-882C-4DDE-9C80-DFB373724EDC}" dt="2021-01-28T01:19:02.279" v="1971" actId="20577"/>
          <ac:spMkLst>
            <pc:docMk/>
            <pc:sldMk cId="2862026351" sldId="391"/>
            <ac:spMk id="9" creationId="{0AA81E11-4082-4CEB-9FA6-483AD2724AF0}"/>
          </ac:spMkLst>
        </pc:spChg>
        <pc:spChg chg="add mod">
          <ac:chgData name="鈴木 秀規" userId="f68c5fd9-22d5-4c0a-9833-7fb0f5135313" providerId="ADAL" clId="{89E477C8-882C-4DDE-9C80-DFB373724EDC}" dt="2021-01-28T01:20:02.283" v="1982" actId="1076"/>
          <ac:spMkLst>
            <pc:docMk/>
            <pc:sldMk cId="2862026351" sldId="391"/>
            <ac:spMk id="19" creationId="{30375369-E0BD-4F9D-8906-0A551849FDCB}"/>
          </ac:spMkLst>
        </pc:spChg>
        <pc:cxnChg chg="add mod">
          <ac:chgData name="鈴木 秀規" userId="f68c5fd9-22d5-4c0a-9833-7fb0f5135313" providerId="ADAL" clId="{89E477C8-882C-4DDE-9C80-DFB373724EDC}" dt="2021-01-28T01:19:20.688" v="1974" actId="14100"/>
          <ac:cxnSpMkLst>
            <pc:docMk/>
            <pc:sldMk cId="2862026351" sldId="391"/>
            <ac:cxnSpMk id="10" creationId="{63C3C4ED-4B75-4AF0-8581-0A80AE7BAF0A}"/>
          </ac:cxnSpMkLst>
        </pc:cxnChg>
        <pc:cxnChg chg="add mod">
          <ac:chgData name="鈴木 秀規" userId="f68c5fd9-22d5-4c0a-9833-7fb0f5135313" providerId="ADAL" clId="{89E477C8-882C-4DDE-9C80-DFB373724EDC}" dt="2021-01-28T01:19:25.962" v="1977" actId="14100"/>
          <ac:cxnSpMkLst>
            <pc:docMk/>
            <pc:sldMk cId="2862026351" sldId="391"/>
            <ac:cxnSpMk id="13" creationId="{32890A55-31C8-4B65-ADD7-0229287072AC}"/>
          </ac:cxnSpMkLst>
        </pc:cxnChg>
        <pc:cxnChg chg="add mod">
          <ac:chgData name="鈴木 秀規" userId="f68c5fd9-22d5-4c0a-9833-7fb0f5135313" providerId="ADAL" clId="{89E477C8-882C-4DDE-9C80-DFB373724EDC}" dt="2021-01-28T01:19:31.196" v="1980" actId="14100"/>
          <ac:cxnSpMkLst>
            <pc:docMk/>
            <pc:sldMk cId="2862026351" sldId="391"/>
            <ac:cxnSpMk id="16" creationId="{34A3A635-78D6-4F4E-BF8D-C885B66DD6F0}"/>
          </ac:cxnSpMkLst>
        </pc:cxnChg>
        <pc:cxnChg chg="add mod">
          <ac:chgData name="鈴木 秀規" userId="f68c5fd9-22d5-4c0a-9833-7fb0f5135313" providerId="ADAL" clId="{89E477C8-882C-4DDE-9C80-DFB373724EDC}" dt="2021-01-28T01:20:22.334" v="1986" actId="14100"/>
          <ac:cxnSpMkLst>
            <pc:docMk/>
            <pc:sldMk cId="2862026351" sldId="391"/>
            <ac:cxnSpMk id="20" creationId="{99642043-6D59-44BF-97FF-0DB3B68F463B}"/>
          </ac:cxnSpMkLst>
        </pc:cxnChg>
        <pc:cxnChg chg="add mod">
          <ac:chgData name="鈴木 秀規" userId="f68c5fd9-22d5-4c0a-9833-7fb0f5135313" providerId="ADAL" clId="{89E477C8-882C-4DDE-9C80-DFB373724EDC}" dt="2021-01-28T01:20:31.483" v="1989" actId="14100"/>
          <ac:cxnSpMkLst>
            <pc:docMk/>
            <pc:sldMk cId="2862026351" sldId="391"/>
            <ac:cxnSpMk id="24" creationId="{EC1B078F-8281-4354-BA79-6C917CA1E7C3}"/>
          </ac:cxnSpMkLst>
        </pc:cxnChg>
      </pc:sldChg>
      <pc:sldChg chg="addSp modSp new mod">
        <pc:chgData name="鈴木 秀規" userId="f68c5fd9-22d5-4c0a-9833-7fb0f5135313" providerId="ADAL" clId="{89E477C8-882C-4DDE-9C80-DFB373724EDC}" dt="2021-01-28T01:25:22.995" v="2108" actId="207"/>
        <pc:sldMkLst>
          <pc:docMk/>
          <pc:sldMk cId="539211239" sldId="392"/>
        </pc:sldMkLst>
        <pc:spChg chg="mod">
          <ac:chgData name="鈴木 秀規" userId="f68c5fd9-22d5-4c0a-9833-7fb0f5135313" providerId="ADAL" clId="{89E477C8-882C-4DDE-9C80-DFB373724EDC}" dt="2021-01-28T01:21:03.311" v="1996"/>
          <ac:spMkLst>
            <pc:docMk/>
            <pc:sldMk cId="539211239" sldId="392"/>
            <ac:spMk id="3" creationId="{C66C19A5-D0E7-4138-928B-1D8341B72893}"/>
          </ac:spMkLst>
        </pc:spChg>
        <pc:spChg chg="mod">
          <ac:chgData name="鈴木 秀規" userId="f68c5fd9-22d5-4c0a-9833-7fb0f5135313" providerId="ADAL" clId="{89E477C8-882C-4DDE-9C80-DFB373724EDC}" dt="2021-01-28T01:25:22.995" v="2108" actId="207"/>
          <ac:spMkLst>
            <pc:docMk/>
            <pc:sldMk cId="539211239" sldId="392"/>
            <ac:spMk id="5" creationId="{D17EA855-59AB-4FFD-B523-7B6FF011159F}"/>
          </ac:spMkLst>
        </pc:spChg>
        <pc:spChg chg="add mod">
          <ac:chgData name="鈴木 秀規" userId="f68c5fd9-22d5-4c0a-9833-7fb0f5135313" providerId="ADAL" clId="{89E477C8-882C-4DDE-9C80-DFB373724EDC}" dt="2021-01-28T01:23:04.889" v="2034" actId="14100"/>
          <ac:spMkLst>
            <pc:docMk/>
            <pc:sldMk cId="539211239" sldId="392"/>
            <ac:spMk id="6" creationId="{74E7D1F4-BCF9-431D-8B4B-FAB1E1CB252E}"/>
          </ac:spMkLst>
        </pc:spChg>
        <pc:spChg chg="add mod">
          <ac:chgData name="鈴木 秀規" userId="f68c5fd9-22d5-4c0a-9833-7fb0f5135313" providerId="ADAL" clId="{89E477C8-882C-4DDE-9C80-DFB373724EDC}" dt="2021-01-28T01:23:27.622" v="2037" actId="14100"/>
          <ac:spMkLst>
            <pc:docMk/>
            <pc:sldMk cId="539211239" sldId="392"/>
            <ac:spMk id="7" creationId="{6F8C7DF0-C430-4A10-8EC8-3D94556FA6FE}"/>
          </ac:spMkLst>
        </pc:spChg>
        <pc:spChg chg="add mod">
          <ac:chgData name="鈴木 秀規" userId="f68c5fd9-22d5-4c0a-9833-7fb0f5135313" providerId="ADAL" clId="{89E477C8-882C-4DDE-9C80-DFB373724EDC}" dt="2021-01-28T01:24:34.200" v="2098" actId="20577"/>
          <ac:spMkLst>
            <pc:docMk/>
            <pc:sldMk cId="539211239" sldId="392"/>
            <ac:spMk id="8" creationId="{A0AF6942-5F48-4D92-8567-BEA120045B7B}"/>
          </ac:spMkLst>
        </pc:spChg>
        <pc:spChg chg="add mod">
          <ac:chgData name="鈴木 秀規" userId="f68c5fd9-22d5-4c0a-9833-7fb0f5135313" providerId="ADAL" clId="{89E477C8-882C-4DDE-9C80-DFB373724EDC}" dt="2021-01-28T01:24:20.224" v="2077" actId="20577"/>
          <ac:spMkLst>
            <pc:docMk/>
            <pc:sldMk cId="539211239" sldId="392"/>
            <ac:spMk id="9" creationId="{B7384BAB-7B67-4787-8306-5B69348A6E92}"/>
          </ac:spMkLst>
        </pc:spChg>
        <pc:cxnChg chg="add mod">
          <ac:chgData name="鈴木 秀規" userId="f68c5fd9-22d5-4c0a-9833-7fb0f5135313" providerId="ADAL" clId="{89E477C8-882C-4DDE-9C80-DFB373724EDC}" dt="2021-01-28T01:25:07.661" v="2104" actId="14100"/>
          <ac:cxnSpMkLst>
            <pc:docMk/>
            <pc:sldMk cId="539211239" sldId="392"/>
            <ac:cxnSpMk id="10" creationId="{8D52443C-7EF5-4ED0-8F69-CA0D10523F99}"/>
          </ac:cxnSpMkLst>
        </pc:cxnChg>
        <pc:cxnChg chg="add mod">
          <ac:chgData name="鈴木 秀規" userId="f68c5fd9-22d5-4c0a-9833-7fb0f5135313" providerId="ADAL" clId="{89E477C8-882C-4DDE-9C80-DFB373724EDC}" dt="2021-01-28T01:25:00.458" v="2102" actId="14100"/>
          <ac:cxnSpMkLst>
            <pc:docMk/>
            <pc:sldMk cId="539211239" sldId="392"/>
            <ac:cxnSpMk id="11" creationId="{37DC1B2C-9F0F-488C-906B-D7CB32F1FEDE}"/>
          </ac:cxnSpMkLst>
        </pc:cxnChg>
      </pc:sldChg>
      <pc:sldChg chg="modSp new mod">
        <pc:chgData name="鈴木 秀規" userId="f68c5fd9-22d5-4c0a-9833-7fb0f5135313" providerId="ADAL" clId="{89E477C8-882C-4DDE-9C80-DFB373724EDC}" dt="2021-01-28T01:26:21.043" v="2120" actId="403"/>
        <pc:sldMkLst>
          <pc:docMk/>
          <pc:sldMk cId="382950322" sldId="393"/>
        </pc:sldMkLst>
        <pc:spChg chg="mod">
          <ac:chgData name="鈴木 秀規" userId="f68c5fd9-22d5-4c0a-9833-7fb0f5135313" providerId="ADAL" clId="{89E477C8-882C-4DDE-9C80-DFB373724EDC}" dt="2021-01-28T01:25:44.513" v="2110"/>
          <ac:spMkLst>
            <pc:docMk/>
            <pc:sldMk cId="382950322" sldId="393"/>
            <ac:spMk id="3" creationId="{F14DEA64-20B8-4AA8-86AC-64D39C90D847}"/>
          </ac:spMkLst>
        </pc:spChg>
        <pc:spChg chg="mod">
          <ac:chgData name="鈴木 秀規" userId="f68c5fd9-22d5-4c0a-9833-7fb0f5135313" providerId="ADAL" clId="{89E477C8-882C-4DDE-9C80-DFB373724EDC}" dt="2021-01-28T01:26:21.043" v="2120" actId="403"/>
          <ac:spMkLst>
            <pc:docMk/>
            <pc:sldMk cId="382950322" sldId="393"/>
            <ac:spMk id="5" creationId="{C9C8E9F4-AF70-441B-831D-54B0A0147661}"/>
          </ac:spMkLst>
        </pc:spChg>
      </pc:sldChg>
      <pc:sldChg chg="addSp modSp new mod">
        <pc:chgData name="鈴木 秀規" userId="f68c5fd9-22d5-4c0a-9833-7fb0f5135313" providerId="ADAL" clId="{89E477C8-882C-4DDE-9C80-DFB373724EDC}" dt="2021-01-28T01:52:42.673" v="2182" actId="14100"/>
        <pc:sldMkLst>
          <pc:docMk/>
          <pc:sldMk cId="2892649949" sldId="394"/>
        </pc:sldMkLst>
        <pc:spChg chg="mod">
          <ac:chgData name="鈴木 秀規" userId="f68c5fd9-22d5-4c0a-9833-7fb0f5135313" providerId="ADAL" clId="{89E477C8-882C-4DDE-9C80-DFB373724EDC}" dt="2021-01-28T01:26:36.027" v="2122"/>
          <ac:spMkLst>
            <pc:docMk/>
            <pc:sldMk cId="2892649949" sldId="394"/>
            <ac:spMk id="3" creationId="{FA65D89D-EC1B-45AB-82C8-AA592403E72E}"/>
          </ac:spMkLst>
        </pc:spChg>
        <pc:spChg chg="mod">
          <ac:chgData name="鈴木 秀規" userId="f68c5fd9-22d5-4c0a-9833-7fb0f5135313" providerId="ADAL" clId="{89E477C8-882C-4DDE-9C80-DFB373724EDC}" dt="2021-01-28T01:27:39.854" v="2134" actId="207"/>
          <ac:spMkLst>
            <pc:docMk/>
            <pc:sldMk cId="2892649949" sldId="394"/>
            <ac:spMk id="5" creationId="{2F9CB12F-5380-4E11-9BB1-E950F984CB3F}"/>
          </ac:spMkLst>
        </pc:spChg>
        <pc:spChg chg="add mod">
          <ac:chgData name="鈴木 秀規" userId="f68c5fd9-22d5-4c0a-9833-7fb0f5135313" providerId="ADAL" clId="{89E477C8-882C-4DDE-9C80-DFB373724EDC}" dt="2021-01-28T01:50:28.759" v="2147" actId="1076"/>
          <ac:spMkLst>
            <pc:docMk/>
            <pc:sldMk cId="2892649949" sldId="394"/>
            <ac:spMk id="6" creationId="{F6061DE6-9EFA-4BC6-B8EF-240BB57A35ED}"/>
          </ac:spMkLst>
        </pc:spChg>
        <pc:spChg chg="add mod">
          <ac:chgData name="鈴木 秀規" userId="f68c5fd9-22d5-4c0a-9833-7fb0f5135313" providerId="ADAL" clId="{89E477C8-882C-4DDE-9C80-DFB373724EDC}" dt="2021-01-28T01:50:46.209" v="2152" actId="1037"/>
          <ac:spMkLst>
            <pc:docMk/>
            <pc:sldMk cId="2892649949" sldId="394"/>
            <ac:spMk id="7" creationId="{1B4DF456-75CD-4E9A-B803-AA10655CD13D}"/>
          </ac:spMkLst>
        </pc:spChg>
        <pc:spChg chg="add mod">
          <ac:chgData name="鈴木 秀規" userId="f68c5fd9-22d5-4c0a-9833-7fb0f5135313" providerId="ADAL" clId="{89E477C8-882C-4DDE-9C80-DFB373724EDC}" dt="2021-01-28T01:52:42.673" v="2182" actId="14100"/>
          <ac:spMkLst>
            <pc:docMk/>
            <pc:sldMk cId="2892649949" sldId="394"/>
            <ac:spMk id="13" creationId="{2C29435F-5762-40A5-BF9E-7AFCE8D8AAE6}"/>
          </ac:spMkLst>
        </pc:spChg>
        <pc:spChg chg="add mod">
          <ac:chgData name="鈴木 秀規" userId="f68c5fd9-22d5-4c0a-9833-7fb0f5135313" providerId="ADAL" clId="{89E477C8-882C-4DDE-9C80-DFB373724EDC}" dt="2021-01-28T01:51:50.979" v="2164" actId="1036"/>
          <ac:spMkLst>
            <pc:docMk/>
            <pc:sldMk cId="2892649949" sldId="394"/>
            <ac:spMk id="14" creationId="{EE8188CB-70A5-46B7-B484-F460E87F5BDF}"/>
          </ac:spMkLst>
        </pc:spChg>
        <pc:cxnChg chg="add mod">
          <ac:chgData name="鈴木 秀規" userId="f68c5fd9-22d5-4c0a-9833-7fb0f5135313" providerId="ADAL" clId="{89E477C8-882C-4DDE-9C80-DFB373724EDC}" dt="2021-01-28T01:51:07.399" v="2154" actId="208"/>
          <ac:cxnSpMkLst>
            <pc:docMk/>
            <pc:sldMk cId="2892649949" sldId="394"/>
            <ac:cxnSpMk id="9" creationId="{3198ED64-B5FB-4113-B7FB-01FCD983793C}"/>
          </ac:cxnSpMkLst>
        </pc:cxnChg>
        <pc:cxnChg chg="add mod">
          <ac:chgData name="鈴木 秀規" userId="f68c5fd9-22d5-4c0a-9833-7fb0f5135313" providerId="ADAL" clId="{89E477C8-882C-4DDE-9C80-DFB373724EDC}" dt="2021-01-28T01:51:25.608" v="2156" actId="208"/>
          <ac:cxnSpMkLst>
            <pc:docMk/>
            <pc:sldMk cId="2892649949" sldId="394"/>
            <ac:cxnSpMk id="11" creationId="{49A5E27B-530F-4AF6-9489-D86856F569A3}"/>
          </ac:cxnSpMkLst>
        </pc:cxnChg>
        <pc:cxnChg chg="add mod">
          <ac:chgData name="鈴木 秀規" userId="f68c5fd9-22d5-4c0a-9833-7fb0f5135313" providerId="ADAL" clId="{89E477C8-882C-4DDE-9C80-DFB373724EDC}" dt="2021-01-28T01:52:42.673" v="2182" actId="14100"/>
          <ac:cxnSpMkLst>
            <pc:docMk/>
            <pc:sldMk cId="2892649949" sldId="394"/>
            <ac:cxnSpMk id="15" creationId="{3000F5A0-CF49-47CB-8EA3-8FB78BFA9B01}"/>
          </ac:cxnSpMkLst>
        </pc:cxnChg>
        <pc:cxnChg chg="add mod">
          <ac:chgData name="鈴木 秀規" userId="f68c5fd9-22d5-4c0a-9833-7fb0f5135313" providerId="ADAL" clId="{89E477C8-882C-4DDE-9C80-DFB373724EDC}" dt="2021-01-28T01:52:42.673" v="2182" actId="14100"/>
          <ac:cxnSpMkLst>
            <pc:docMk/>
            <pc:sldMk cId="2892649949" sldId="394"/>
            <ac:cxnSpMk id="18" creationId="{CB046D33-A979-4C87-A7E4-6DC2B5AF9F3B}"/>
          </ac:cxnSpMkLst>
        </pc:cxnChg>
      </pc:sldChg>
      <pc:sldChg chg="addSp delSp modSp new mod">
        <pc:chgData name="鈴木 秀規" userId="f68c5fd9-22d5-4c0a-9833-7fb0f5135313" providerId="ADAL" clId="{89E477C8-882C-4DDE-9C80-DFB373724EDC}" dt="2021-01-28T01:57:12.636" v="2220" actId="21"/>
        <pc:sldMkLst>
          <pc:docMk/>
          <pc:sldMk cId="3667572454" sldId="395"/>
        </pc:sldMkLst>
        <pc:spChg chg="mod">
          <ac:chgData name="鈴木 秀規" userId="f68c5fd9-22d5-4c0a-9833-7fb0f5135313" providerId="ADAL" clId="{89E477C8-882C-4DDE-9C80-DFB373724EDC}" dt="2021-01-28T01:54:16.833" v="2184"/>
          <ac:spMkLst>
            <pc:docMk/>
            <pc:sldMk cId="3667572454" sldId="395"/>
            <ac:spMk id="3" creationId="{ABBD9F0C-EC3B-4B28-AFAF-229A412152A4}"/>
          </ac:spMkLst>
        </pc:spChg>
        <pc:spChg chg="mod">
          <ac:chgData name="鈴木 秀規" userId="f68c5fd9-22d5-4c0a-9833-7fb0f5135313" providerId="ADAL" clId="{89E477C8-882C-4DDE-9C80-DFB373724EDC}" dt="2021-01-28T01:57:08.235" v="2217" actId="20577"/>
          <ac:spMkLst>
            <pc:docMk/>
            <pc:sldMk cId="3667572454" sldId="395"/>
            <ac:spMk id="5" creationId="{4AE9B888-374E-4762-B972-ABA2E0DC8FC8}"/>
          </ac:spMkLst>
        </pc:spChg>
        <pc:spChg chg="add del mod">
          <ac:chgData name="鈴木 秀規" userId="f68c5fd9-22d5-4c0a-9833-7fb0f5135313" providerId="ADAL" clId="{89E477C8-882C-4DDE-9C80-DFB373724EDC}" dt="2021-01-28T01:57:12.636" v="2220" actId="21"/>
          <ac:spMkLst>
            <pc:docMk/>
            <pc:sldMk cId="3667572454" sldId="395"/>
            <ac:spMk id="6" creationId="{5856A477-8FE0-4542-BEDA-795413BD48F5}"/>
          </ac:spMkLst>
        </pc:spChg>
      </pc:sldChg>
      <pc:sldChg chg="addSp modSp new mod">
        <pc:chgData name="鈴木 秀規" userId="f68c5fd9-22d5-4c0a-9833-7fb0f5135313" providerId="ADAL" clId="{89E477C8-882C-4DDE-9C80-DFB373724EDC}" dt="2021-01-28T01:57:51.936" v="2238" actId="207"/>
        <pc:sldMkLst>
          <pc:docMk/>
          <pc:sldMk cId="3508846154" sldId="396"/>
        </pc:sldMkLst>
        <pc:spChg chg="mod">
          <ac:chgData name="鈴木 秀規" userId="f68c5fd9-22d5-4c0a-9833-7fb0f5135313" providerId="ADAL" clId="{89E477C8-882C-4DDE-9C80-DFB373724EDC}" dt="2021-01-28T01:56:41.269" v="2211"/>
          <ac:spMkLst>
            <pc:docMk/>
            <pc:sldMk cId="3508846154" sldId="396"/>
            <ac:spMk id="3" creationId="{5E1BA3BF-C26E-4A1F-94E4-7D2D106D3018}"/>
          </ac:spMkLst>
        </pc:spChg>
        <pc:spChg chg="mod">
          <ac:chgData name="鈴木 秀規" userId="f68c5fd9-22d5-4c0a-9833-7fb0f5135313" providerId="ADAL" clId="{89E477C8-882C-4DDE-9C80-DFB373724EDC}" dt="2021-01-28T01:56:59.782" v="2215" actId="14100"/>
          <ac:spMkLst>
            <pc:docMk/>
            <pc:sldMk cId="3508846154" sldId="396"/>
            <ac:spMk id="5" creationId="{4A1A0A11-456B-4437-97AD-51D2844FB686}"/>
          </ac:spMkLst>
        </pc:spChg>
        <pc:spChg chg="add mod">
          <ac:chgData name="鈴木 秀規" userId="f68c5fd9-22d5-4c0a-9833-7fb0f5135313" providerId="ADAL" clId="{89E477C8-882C-4DDE-9C80-DFB373724EDC}" dt="2021-01-28T01:57:51.936" v="2238" actId="207"/>
          <ac:spMkLst>
            <pc:docMk/>
            <pc:sldMk cId="3508846154" sldId="396"/>
            <ac:spMk id="6" creationId="{414E1B23-D7BF-4D07-8882-3B849C669EE5}"/>
          </ac:spMkLst>
        </pc:spChg>
      </pc:sldChg>
      <pc:sldChg chg="addSp modSp new mod">
        <pc:chgData name="鈴木 秀規" userId="f68c5fd9-22d5-4c0a-9833-7fb0f5135313" providerId="ADAL" clId="{89E477C8-882C-4DDE-9C80-DFB373724EDC}" dt="2021-01-28T02:01:02.119" v="2268" actId="207"/>
        <pc:sldMkLst>
          <pc:docMk/>
          <pc:sldMk cId="2748557657" sldId="397"/>
        </pc:sldMkLst>
        <pc:spChg chg="mod">
          <ac:chgData name="鈴木 秀規" userId="f68c5fd9-22d5-4c0a-9833-7fb0f5135313" providerId="ADAL" clId="{89E477C8-882C-4DDE-9C80-DFB373724EDC}" dt="2021-01-28T01:59:55.921" v="2240"/>
          <ac:spMkLst>
            <pc:docMk/>
            <pc:sldMk cId="2748557657" sldId="397"/>
            <ac:spMk id="3" creationId="{27BF7EB6-56EF-4C20-850E-5CAC82C68F29}"/>
          </ac:spMkLst>
        </pc:spChg>
        <pc:spChg chg="mod">
          <ac:chgData name="鈴木 秀規" userId="f68c5fd9-22d5-4c0a-9833-7fb0f5135313" providerId="ADAL" clId="{89E477C8-882C-4DDE-9C80-DFB373724EDC}" dt="2021-01-28T02:00:10.531" v="2244" actId="14100"/>
          <ac:spMkLst>
            <pc:docMk/>
            <pc:sldMk cId="2748557657" sldId="397"/>
            <ac:spMk id="5" creationId="{824E45F8-5A3C-4C7C-B7D8-44D74578B315}"/>
          </ac:spMkLst>
        </pc:spChg>
        <pc:spChg chg="add mod">
          <ac:chgData name="鈴木 秀規" userId="f68c5fd9-22d5-4c0a-9833-7fb0f5135313" providerId="ADAL" clId="{89E477C8-882C-4DDE-9C80-DFB373724EDC}" dt="2021-01-28T02:01:02.119" v="2268" actId="207"/>
          <ac:spMkLst>
            <pc:docMk/>
            <pc:sldMk cId="2748557657" sldId="397"/>
            <ac:spMk id="6" creationId="{5F902F70-744F-4D7B-8381-CD20DD0F0E0B}"/>
          </ac:spMkLst>
        </pc:spChg>
      </pc:sldChg>
      <pc:sldChg chg="modSp new mod">
        <pc:chgData name="鈴木 秀規" userId="f68c5fd9-22d5-4c0a-9833-7fb0f5135313" providerId="ADAL" clId="{89E477C8-882C-4DDE-9C80-DFB373724EDC}" dt="2021-01-28T02:02:35.675" v="2287" actId="207"/>
        <pc:sldMkLst>
          <pc:docMk/>
          <pc:sldMk cId="2605664090" sldId="398"/>
        </pc:sldMkLst>
        <pc:spChg chg="mod">
          <ac:chgData name="鈴木 秀規" userId="f68c5fd9-22d5-4c0a-9833-7fb0f5135313" providerId="ADAL" clId="{89E477C8-882C-4DDE-9C80-DFB373724EDC}" dt="2021-01-28T02:01:31.436" v="2270"/>
          <ac:spMkLst>
            <pc:docMk/>
            <pc:sldMk cId="2605664090" sldId="398"/>
            <ac:spMk id="3" creationId="{78B4367A-64A1-492A-B18C-D09C932BF69B}"/>
          </ac:spMkLst>
        </pc:spChg>
        <pc:spChg chg="mod">
          <ac:chgData name="鈴木 秀規" userId="f68c5fd9-22d5-4c0a-9833-7fb0f5135313" providerId="ADAL" clId="{89E477C8-882C-4DDE-9C80-DFB373724EDC}" dt="2021-01-28T02:02:35.675" v="2287" actId="207"/>
          <ac:spMkLst>
            <pc:docMk/>
            <pc:sldMk cId="2605664090" sldId="398"/>
            <ac:spMk id="5" creationId="{D284CBBB-36B3-4B07-9CE4-EE6DC6F77D8D}"/>
          </ac:spMkLst>
        </pc:spChg>
      </pc:sldChg>
      <pc:sldChg chg="modSp new mod">
        <pc:chgData name="鈴木 秀規" userId="f68c5fd9-22d5-4c0a-9833-7fb0f5135313" providerId="ADAL" clId="{89E477C8-882C-4DDE-9C80-DFB373724EDC}" dt="2021-01-28T02:04:03.219" v="2314" actId="207"/>
        <pc:sldMkLst>
          <pc:docMk/>
          <pc:sldMk cId="4011058669" sldId="399"/>
        </pc:sldMkLst>
        <pc:spChg chg="mod">
          <ac:chgData name="鈴木 秀規" userId="f68c5fd9-22d5-4c0a-9833-7fb0f5135313" providerId="ADAL" clId="{89E477C8-882C-4DDE-9C80-DFB373724EDC}" dt="2021-01-28T02:02:49.028" v="2289"/>
          <ac:spMkLst>
            <pc:docMk/>
            <pc:sldMk cId="4011058669" sldId="399"/>
            <ac:spMk id="3" creationId="{08517A0E-85D8-4EB8-B244-3757D421D29B}"/>
          </ac:spMkLst>
        </pc:spChg>
        <pc:spChg chg="mod">
          <ac:chgData name="鈴木 秀規" userId="f68c5fd9-22d5-4c0a-9833-7fb0f5135313" providerId="ADAL" clId="{89E477C8-882C-4DDE-9C80-DFB373724EDC}" dt="2021-01-28T02:04:03.219" v="2314" actId="207"/>
          <ac:spMkLst>
            <pc:docMk/>
            <pc:sldMk cId="4011058669" sldId="399"/>
            <ac:spMk id="5" creationId="{1514E438-FF84-4C11-BF31-69CCBAA4A88B}"/>
          </ac:spMkLst>
        </pc:spChg>
      </pc:sldChg>
    </pc:docChg>
  </pc:docChgLst>
  <pc:docChgLst>
    <pc:chgData name="営業サーバ" userId="c35045ed-c185-45de-8f58-be20a28877d8" providerId="ADAL" clId="{0FC3A6E2-F395-4B6D-99FD-86F57DB42901}"/>
    <pc:docChg chg="undo custSel addSld delSld modSld">
      <pc:chgData name="営業サーバ" userId="c35045ed-c185-45de-8f58-be20a28877d8" providerId="ADAL" clId="{0FC3A6E2-F395-4B6D-99FD-86F57DB42901}" dt="2020-11-26T07:07:48.066" v="10" actId="47"/>
      <pc:docMkLst>
        <pc:docMk/>
      </pc:docMkLst>
      <pc:sldChg chg="add del">
        <pc:chgData name="営業サーバ" userId="c35045ed-c185-45de-8f58-be20a28877d8" providerId="ADAL" clId="{0FC3A6E2-F395-4B6D-99FD-86F57DB42901}" dt="2020-11-26T07:06:56.254" v="3" actId="47"/>
        <pc:sldMkLst>
          <pc:docMk/>
          <pc:sldMk cId="4126943593" sldId="257"/>
        </pc:sldMkLst>
      </pc:sldChg>
      <pc:sldChg chg="add del">
        <pc:chgData name="営業サーバ" userId="c35045ed-c185-45de-8f58-be20a28877d8" providerId="ADAL" clId="{0FC3A6E2-F395-4B6D-99FD-86F57DB42901}" dt="2020-11-26T07:07:48.066" v="10" actId="47"/>
        <pc:sldMkLst>
          <pc:docMk/>
          <pc:sldMk cId="1511176286" sldId="261"/>
        </pc:sldMkLst>
      </pc:sldChg>
      <pc:sldChg chg="addSp delSp modSp mod">
        <pc:chgData name="営業サーバ" userId="c35045ed-c185-45de-8f58-be20a28877d8" providerId="ADAL" clId="{0FC3A6E2-F395-4B6D-99FD-86F57DB42901}" dt="2020-11-26T07:07:14.137" v="6"/>
        <pc:sldMkLst>
          <pc:docMk/>
          <pc:sldMk cId="1668843990" sldId="360"/>
        </pc:sldMkLst>
        <pc:spChg chg="add del">
          <ac:chgData name="営業サーバ" userId="c35045ed-c185-45de-8f58-be20a28877d8" providerId="ADAL" clId="{0FC3A6E2-F395-4B6D-99FD-86F57DB42901}" dt="2020-11-26T07:07:09.144" v="5" actId="22"/>
          <ac:spMkLst>
            <pc:docMk/>
            <pc:sldMk cId="1668843990" sldId="360"/>
            <ac:spMk id="8" creationId="{5414D97A-0555-4817-87C8-0DCE217B7E2F}"/>
          </ac:spMkLst>
        </pc:spChg>
        <pc:spChg chg="mod">
          <ac:chgData name="営業サーバ" userId="c35045ed-c185-45de-8f58-be20a28877d8" providerId="ADAL" clId="{0FC3A6E2-F395-4B6D-99FD-86F57DB42901}" dt="2020-11-26T07:07:14.137" v="6"/>
          <ac:spMkLst>
            <pc:docMk/>
            <pc:sldMk cId="1668843990" sldId="360"/>
            <ac:spMk id="9" creationId="{A4832727-EA7F-44D6-A9F2-E4AE0246960A}"/>
          </ac:spMkLst>
        </pc:spChg>
      </pc:sldChg>
      <pc:sldChg chg="modSp mod">
        <pc:chgData name="営業サーバ" userId="c35045ed-c185-45de-8f58-be20a28877d8" providerId="ADAL" clId="{0FC3A6E2-F395-4B6D-99FD-86F57DB42901}" dt="2020-11-26T07:07:24.362" v="7"/>
        <pc:sldMkLst>
          <pc:docMk/>
          <pc:sldMk cId="267129399" sldId="361"/>
        </pc:sldMkLst>
        <pc:spChg chg="mod">
          <ac:chgData name="営業サーバ" userId="c35045ed-c185-45de-8f58-be20a28877d8" providerId="ADAL" clId="{0FC3A6E2-F395-4B6D-99FD-86F57DB42901}" dt="2020-11-26T07:07:24.362" v="7"/>
          <ac:spMkLst>
            <pc:docMk/>
            <pc:sldMk cId="267129399" sldId="361"/>
            <ac:spMk id="6" creationId="{D0F3BEAC-A5EA-4EE4-95C7-0AEC1107FD29}"/>
          </ac:spMkLst>
        </pc:spChg>
      </pc:sldChg>
      <pc:sldChg chg="del">
        <pc:chgData name="営業サーバ" userId="c35045ed-c185-45de-8f58-be20a28877d8" providerId="ADAL" clId="{0FC3A6E2-F395-4B6D-99FD-86F57DB42901}" dt="2020-11-26T07:07:33.923" v="8" actId="47"/>
        <pc:sldMkLst>
          <pc:docMk/>
          <pc:sldMk cId="1833190690" sldId="362"/>
        </pc:sldMkLst>
      </pc:sldChg>
      <pc:sldMasterChg chg="delSldLayout">
        <pc:chgData name="営業サーバ" userId="c35045ed-c185-45de-8f58-be20a28877d8" providerId="ADAL" clId="{0FC3A6E2-F395-4B6D-99FD-86F57DB42901}" dt="2020-11-26T07:06:56.254" v="3" actId="47"/>
        <pc:sldMasterMkLst>
          <pc:docMk/>
          <pc:sldMasterMk cId="435389543" sldId="2147483658"/>
        </pc:sldMasterMkLst>
        <pc:sldLayoutChg chg="del">
          <pc:chgData name="営業サーバ" userId="c35045ed-c185-45de-8f58-be20a28877d8" providerId="ADAL" clId="{0FC3A6E2-F395-4B6D-99FD-86F57DB42901}" dt="2020-11-26T07:06:56.254" v="3" actId="47"/>
          <pc:sldLayoutMkLst>
            <pc:docMk/>
            <pc:sldMasterMk cId="435389543" sldId="2147483658"/>
            <pc:sldLayoutMk cId="686024632" sldId="2147483664"/>
          </pc:sldLayoutMkLst>
        </pc:sldLayoutChg>
        <pc:sldLayoutChg chg="del">
          <pc:chgData name="営業サーバ" userId="c35045ed-c185-45de-8f58-be20a28877d8" providerId="ADAL" clId="{0FC3A6E2-F395-4B6D-99FD-86F57DB42901}" dt="2020-11-26T07:06:44.742" v="1" actId="47"/>
          <pc:sldLayoutMkLst>
            <pc:docMk/>
            <pc:sldMasterMk cId="435389543" sldId="2147483658"/>
            <pc:sldLayoutMk cId="3103958700" sldId="2147483664"/>
          </pc:sldLayoutMkLst>
        </pc:sldLayoutChg>
      </pc:sldMasterChg>
    </pc:docChg>
  </pc:docChgLst>
  <pc:docChgLst>
    <pc:chgData name="稔章 今野" userId="9659808f-245f-46a7-991e-983cdf43b7a2" providerId="ADAL" clId="{9C96F917-1D7C-4FD3-BD7B-9FD2B7581DB0}"/>
    <pc:docChg chg="custSel addSld modSld">
      <pc:chgData name="稔章 今野" userId="9659808f-245f-46a7-991e-983cdf43b7a2" providerId="ADAL" clId="{9C96F917-1D7C-4FD3-BD7B-9FD2B7581DB0}" dt="2021-12-23T04:31:14.377" v="40" actId="680"/>
      <pc:docMkLst>
        <pc:docMk/>
      </pc:docMkLst>
      <pc:sldChg chg="delSp modSp mod">
        <pc:chgData name="稔章 今野" userId="9659808f-245f-46a7-991e-983cdf43b7a2" providerId="ADAL" clId="{9C96F917-1D7C-4FD3-BD7B-9FD2B7581DB0}" dt="2021-12-20T02:21:10.730" v="1" actId="21"/>
        <pc:sldMkLst>
          <pc:docMk/>
          <pc:sldMk cId="3025764782" sldId="365"/>
        </pc:sldMkLst>
        <pc:inkChg chg="del mod">
          <ac:chgData name="稔章 今野" userId="9659808f-245f-46a7-991e-983cdf43b7a2" providerId="ADAL" clId="{9C96F917-1D7C-4FD3-BD7B-9FD2B7581DB0}" dt="2021-12-20T02:21:10.730" v="1" actId="21"/>
          <ac:inkMkLst>
            <pc:docMk/>
            <pc:sldMk cId="3025764782" sldId="365"/>
            <ac:inkMk id="11" creationId="{0FE673FB-C798-400C-988E-BF4246A79653}"/>
          </ac:inkMkLst>
        </pc:inkChg>
      </pc:sldChg>
      <pc:sldChg chg="modSp mod">
        <pc:chgData name="稔章 今野" userId="9659808f-245f-46a7-991e-983cdf43b7a2" providerId="ADAL" clId="{9C96F917-1D7C-4FD3-BD7B-9FD2B7581DB0}" dt="2021-12-23T04:27:39.079" v="22" actId="207"/>
        <pc:sldMkLst>
          <pc:docMk/>
          <pc:sldMk cId="3525173344" sldId="375"/>
        </pc:sldMkLst>
        <pc:spChg chg="mod">
          <ac:chgData name="稔章 今野" userId="9659808f-245f-46a7-991e-983cdf43b7a2" providerId="ADAL" clId="{9C96F917-1D7C-4FD3-BD7B-9FD2B7581DB0}" dt="2021-12-23T04:27:39.079" v="22" actId="207"/>
          <ac:spMkLst>
            <pc:docMk/>
            <pc:sldMk cId="3525173344" sldId="375"/>
            <ac:spMk id="3" creationId="{CFF83AF9-23FD-409D-BA32-6E187A1AD0E5}"/>
          </ac:spMkLst>
        </pc:spChg>
      </pc:sldChg>
      <pc:sldChg chg="modSp mod">
        <pc:chgData name="稔章 今野" userId="9659808f-245f-46a7-991e-983cdf43b7a2" providerId="ADAL" clId="{9C96F917-1D7C-4FD3-BD7B-9FD2B7581DB0}" dt="2021-12-23T04:27:56.749" v="38" actId="207"/>
        <pc:sldMkLst>
          <pc:docMk/>
          <pc:sldMk cId="3171014613" sldId="376"/>
        </pc:sldMkLst>
        <pc:spChg chg="mod">
          <ac:chgData name="稔章 今野" userId="9659808f-245f-46a7-991e-983cdf43b7a2" providerId="ADAL" clId="{9C96F917-1D7C-4FD3-BD7B-9FD2B7581DB0}" dt="2021-12-23T04:27:56.749" v="38" actId="207"/>
          <ac:spMkLst>
            <pc:docMk/>
            <pc:sldMk cId="3171014613" sldId="376"/>
            <ac:spMk id="3" creationId="{311F91AF-7155-4B82-88B3-F4166C8BEA1E}"/>
          </ac:spMkLst>
        </pc:spChg>
      </pc:sldChg>
      <pc:sldChg chg="new">
        <pc:chgData name="稔章 今野" userId="9659808f-245f-46a7-991e-983cdf43b7a2" providerId="ADAL" clId="{9C96F917-1D7C-4FD3-BD7B-9FD2B7581DB0}" dt="2021-12-23T04:24:33.658" v="2" actId="680"/>
        <pc:sldMkLst>
          <pc:docMk/>
          <pc:sldMk cId="3641553821" sldId="382"/>
        </pc:sldMkLst>
      </pc:sldChg>
      <pc:sldChg chg="new">
        <pc:chgData name="稔章 今野" userId="9659808f-245f-46a7-991e-983cdf43b7a2" providerId="ADAL" clId="{9C96F917-1D7C-4FD3-BD7B-9FD2B7581DB0}" dt="2021-12-23T04:24:47.762" v="3" actId="680"/>
        <pc:sldMkLst>
          <pc:docMk/>
          <pc:sldMk cId="3701431533" sldId="383"/>
        </pc:sldMkLst>
      </pc:sldChg>
      <pc:sldChg chg="new">
        <pc:chgData name="稔章 今野" userId="9659808f-245f-46a7-991e-983cdf43b7a2" providerId="ADAL" clId="{9C96F917-1D7C-4FD3-BD7B-9FD2B7581DB0}" dt="2021-12-23T04:26:18.969" v="4" actId="680"/>
        <pc:sldMkLst>
          <pc:docMk/>
          <pc:sldMk cId="1189984522" sldId="384"/>
        </pc:sldMkLst>
      </pc:sldChg>
      <pc:sldChg chg="new">
        <pc:chgData name="稔章 今野" userId="9659808f-245f-46a7-991e-983cdf43b7a2" providerId="ADAL" clId="{9C96F917-1D7C-4FD3-BD7B-9FD2B7581DB0}" dt="2021-12-23T04:26:28.689" v="5" actId="680"/>
        <pc:sldMkLst>
          <pc:docMk/>
          <pc:sldMk cId="2503237233" sldId="385"/>
        </pc:sldMkLst>
      </pc:sldChg>
      <pc:sldChg chg="new">
        <pc:chgData name="稔章 今野" userId="9659808f-245f-46a7-991e-983cdf43b7a2" providerId="ADAL" clId="{9C96F917-1D7C-4FD3-BD7B-9FD2B7581DB0}" dt="2021-12-23T04:26:48.916" v="6" actId="680"/>
        <pc:sldMkLst>
          <pc:docMk/>
          <pc:sldMk cId="721358774" sldId="386"/>
        </pc:sldMkLst>
      </pc:sldChg>
      <pc:sldChg chg="new">
        <pc:chgData name="稔章 今野" userId="9659808f-245f-46a7-991e-983cdf43b7a2" providerId="ADAL" clId="{9C96F917-1D7C-4FD3-BD7B-9FD2B7581DB0}" dt="2021-12-23T04:28:19.508" v="39" actId="680"/>
        <pc:sldMkLst>
          <pc:docMk/>
          <pc:sldMk cId="3541421533" sldId="387"/>
        </pc:sldMkLst>
      </pc:sldChg>
      <pc:sldChg chg="new">
        <pc:chgData name="稔章 今野" userId="9659808f-245f-46a7-991e-983cdf43b7a2" providerId="ADAL" clId="{9C96F917-1D7C-4FD3-BD7B-9FD2B7581DB0}" dt="2021-12-23T04:31:14.377" v="40" actId="680"/>
        <pc:sldMkLst>
          <pc:docMk/>
          <pc:sldMk cId="3833655422" sldId="388"/>
        </pc:sldMkLst>
      </pc:sldChg>
    </pc:docChg>
  </pc:docChgLst>
  <pc:docChgLst>
    <pc:chgData name="sales@rhizome01.onmicrosoft.com" userId="c35045ed-c185-45de-8f58-be20a28877d8" providerId="ADAL" clId="{034C929F-50EC-4052-8F50-398F27893DAE}"/>
    <pc:docChg chg="modSld">
      <pc:chgData name="sales@rhizome01.onmicrosoft.com" userId="c35045ed-c185-45de-8f58-be20a28877d8" providerId="ADAL" clId="{034C929F-50EC-4052-8F50-398F27893DAE}" dt="2020-12-01T08:39:38.686" v="2" actId="5793"/>
      <pc:docMkLst>
        <pc:docMk/>
      </pc:docMkLst>
      <pc:sldChg chg="modSp mod">
        <pc:chgData name="sales@rhizome01.onmicrosoft.com" userId="c35045ed-c185-45de-8f58-be20a28877d8" providerId="ADAL" clId="{034C929F-50EC-4052-8F50-398F27893DAE}" dt="2020-12-01T08:39:38.686" v="2" actId="5793"/>
        <pc:sldMkLst>
          <pc:docMk/>
          <pc:sldMk cId="1668843990" sldId="360"/>
        </pc:sldMkLst>
        <pc:spChg chg="mod">
          <ac:chgData name="sales@rhizome01.onmicrosoft.com" userId="c35045ed-c185-45de-8f58-be20a28877d8" providerId="ADAL" clId="{034C929F-50EC-4052-8F50-398F27893DAE}" dt="2020-12-01T08:39:38.686" v="2" actId="5793"/>
          <ac:spMkLst>
            <pc:docMk/>
            <pc:sldMk cId="1668843990" sldId="360"/>
            <ac:spMk id="9" creationId="{A4832727-EA7F-44D6-A9F2-E4AE0246960A}"/>
          </ac:spMkLst>
        </pc:spChg>
      </pc:sldChg>
    </pc:docChg>
  </pc:docChgLst>
  <pc:docChgLst>
    <pc:chgData name="半田 拓哉" userId="1e4433e6-5c02-4084-a745-ce0b57f2b267" providerId="ADAL" clId="{F6A31ACB-F4DA-4DDE-8836-1F6F7EDEF1E1}"/>
    <pc:docChg chg="modSld">
      <pc:chgData name="半田 拓哉" userId="1e4433e6-5c02-4084-a745-ce0b57f2b267" providerId="ADAL" clId="{F6A31ACB-F4DA-4DDE-8836-1F6F7EDEF1E1}" dt="2022-03-29T00:46:44.974" v="28"/>
      <pc:docMkLst>
        <pc:docMk/>
      </pc:docMkLst>
      <pc:sldChg chg="modSp mod">
        <pc:chgData name="半田 拓哉" userId="1e4433e6-5c02-4084-a745-ce0b57f2b267" providerId="ADAL" clId="{F6A31ACB-F4DA-4DDE-8836-1F6F7EDEF1E1}" dt="2022-03-29T00:29:27.003" v="4" actId="20577"/>
        <pc:sldMkLst>
          <pc:docMk/>
          <pc:sldMk cId="3025764782" sldId="365"/>
        </pc:sldMkLst>
        <pc:graphicFrameChg chg="mod modGraphic">
          <ac:chgData name="半田 拓哉" userId="1e4433e6-5c02-4084-a745-ce0b57f2b267" providerId="ADAL" clId="{F6A31ACB-F4DA-4DDE-8836-1F6F7EDEF1E1}" dt="2022-03-29T00:29:27.003" v="4" actId="20577"/>
          <ac:graphicFrameMkLst>
            <pc:docMk/>
            <pc:sldMk cId="3025764782" sldId="365"/>
            <ac:graphicFrameMk id="6" creationId="{44380A86-AA42-4DB7-A671-620E8EF972B8}"/>
          </ac:graphicFrameMkLst>
        </pc:graphicFrameChg>
      </pc:sldChg>
      <pc:sldChg chg="modSp mod">
        <pc:chgData name="半田 拓哉" userId="1e4433e6-5c02-4084-a745-ce0b57f2b267" providerId="ADAL" clId="{F6A31ACB-F4DA-4DDE-8836-1F6F7EDEF1E1}" dt="2022-03-29T00:46:44.974" v="28"/>
        <pc:sldMkLst>
          <pc:docMk/>
          <pc:sldMk cId="3417266570" sldId="374"/>
        </pc:sldMkLst>
        <pc:spChg chg="mod">
          <ac:chgData name="半田 拓哉" userId="1e4433e6-5c02-4084-a745-ce0b57f2b267" providerId="ADAL" clId="{F6A31ACB-F4DA-4DDE-8836-1F6F7EDEF1E1}" dt="2022-03-29T00:46:44.974" v="28"/>
          <ac:spMkLst>
            <pc:docMk/>
            <pc:sldMk cId="3417266570" sldId="374"/>
            <ac:spMk id="3" creationId="{C9DA2D84-A78B-4723-B005-A44B1AF31487}"/>
          </ac:spMkLst>
        </pc:spChg>
      </pc:sldChg>
      <pc:sldChg chg="modSp mod">
        <pc:chgData name="半田 拓哉" userId="1e4433e6-5c02-4084-a745-ce0b57f2b267" providerId="ADAL" clId="{F6A31ACB-F4DA-4DDE-8836-1F6F7EDEF1E1}" dt="2022-03-29T00:31:01.167" v="7" actId="20577"/>
        <pc:sldMkLst>
          <pc:docMk/>
          <pc:sldMk cId="406741734" sldId="378"/>
        </pc:sldMkLst>
        <pc:graphicFrameChg chg="modGraphic">
          <ac:chgData name="半田 拓哉" userId="1e4433e6-5c02-4084-a745-ce0b57f2b267" providerId="ADAL" clId="{F6A31ACB-F4DA-4DDE-8836-1F6F7EDEF1E1}" dt="2022-03-29T00:31:01.167" v="7" actId="20577"/>
          <ac:graphicFrameMkLst>
            <pc:docMk/>
            <pc:sldMk cId="406741734" sldId="378"/>
            <ac:graphicFrameMk id="6" creationId="{80DEDF5B-A980-4B9F-9ADB-8AA360C0AEF0}"/>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B234AFD3-FB40-4AD7-9E76-44AC2B8BF13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8E19C006-516A-4D24-A011-BF64DE39FB4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5636D31-DA28-4230-A80A-E7470AB13509}" type="datetimeFigureOut">
              <a:rPr kumimoji="1" lang="ja-JP" altLang="en-US" smtClean="0"/>
              <a:t>2025/3/19</a:t>
            </a:fld>
            <a:endParaRPr kumimoji="1" lang="ja-JP" altLang="en-US"/>
          </a:p>
        </p:txBody>
      </p:sp>
      <p:sp>
        <p:nvSpPr>
          <p:cNvPr id="4" name="フッター プレースホルダー 3">
            <a:extLst>
              <a:ext uri="{FF2B5EF4-FFF2-40B4-BE49-F238E27FC236}">
                <a16:creationId xmlns:a16="http://schemas.microsoft.com/office/drawing/2014/main" id="{536DDE9A-A582-478B-9738-8CFAA37FAF9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1A9326B9-E2C3-4532-A2D6-3EB1B422B9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5BDFF3F-36BC-4947-A6C6-058FFD27CC25}" type="slidenum">
              <a:rPr kumimoji="1" lang="ja-JP" altLang="en-US" smtClean="0"/>
              <a:t>‹#›</a:t>
            </a:fld>
            <a:endParaRPr kumimoji="1" lang="ja-JP" altLang="en-US"/>
          </a:p>
        </p:txBody>
      </p:sp>
    </p:spTree>
    <p:extLst>
      <p:ext uri="{BB962C8B-B14F-4D97-AF65-F5344CB8AC3E}">
        <p14:creationId xmlns:p14="http://schemas.microsoft.com/office/powerpoint/2010/main" val="30954749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273818209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43371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endParaRPr kumimoji="1" lang="ja-JP" altLang="en-US" dirty="0"/>
          </a:p>
        </p:txBody>
      </p:sp>
    </p:spTree>
    <p:extLst>
      <p:ext uri="{BB962C8B-B14F-4D97-AF65-F5344CB8AC3E}">
        <p14:creationId xmlns:p14="http://schemas.microsoft.com/office/powerpoint/2010/main" val="17512602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endParaRPr kumimoji="1" lang="ja-JP" altLang="en-US" dirty="0"/>
          </a:p>
        </p:txBody>
      </p:sp>
    </p:spTree>
    <p:extLst>
      <p:ext uri="{BB962C8B-B14F-4D97-AF65-F5344CB8AC3E}">
        <p14:creationId xmlns:p14="http://schemas.microsoft.com/office/powerpoint/2010/main" val="31969900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1_タイトル スライド">
    <p:spTree>
      <p:nvGrpSpPr>
        <p:cNvPr id="1" name=""/>
        <p:cNvGrpSpPr/>
        <p:nvPr/>
      </p:nvGrpSpPr>
      <p:grpSpPr>
        <a:xfrm>
          <a:off x="0" y="0"/>
          <a:ext cx="0" cy="0"/>
          <a:chOff x="0" y="0"/>
          <a:chExt cx="0" cy="0"/>
        </a:xfrm>
      </p:grpSpPr>
      <p:sp>
        <p:nvSpPr>
          <p:cNvPr id="6" name="Google Shape;10;p2">
            <a:extLst>
              <a:ext uri="{FF2B5EF4-FFF2-40B4-BE49-F238E27FC236}">
                <a16:creationId xmlns:a16="http://schemas.microsoft.com/office/drawing/2014/main" id="{EA1B8483-F5A8-4F30-96A0-EDAFA70B0F27}"/>
              </a:ext>
            </a:extLst>
          </p:cNvPr>
          <p:cNvSpPr/>
          <p:nvPr/>
        </p:nvSpPr>
        <p:spPr>
          <a:xfrm>
            <a:off x="1169100" y="400050"/>
            <a:ext cx="7554900" cy="38424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50" charset="0"/>
            </a:endParaRPr>
          </a:p>
        </p:txBody>
      </p:sp>
      <p:sp>
        <p:nvSpPr>
          <p:cNvPr id="7" name="Google Shape;11;p2">
            <a:extLst>
              <a:ext uri="{FF2B5EF4-FFF2-40B4-BE49-F238E27FC236}">
                <a16:creationId xmlns:a16="http://schemas.microsoft.com/office/drawing/2014/main" id="{983BA885-2074-450F-AE06-7909906D9F48}"/>
              </a:ext>
            </a:extLst>
          </p:cNvPr>
          <p:cNvSpPr txBox="1">
            <a:spLocks noGrp="1"/>
          </p:cNvSpPr>
          <p:nvPr>
            <p:ph type="ctrTitle"/>
          </p:nvPr>
        </p:nvSpPr>
        <p:spPr>
          <a:xfrm>
            <a:off x="546012" y="456607"/>
            <a:ext cx="5041200" cy="3150600"/>
          </a:xfrm>
          <a:prstGeom prst="rect">
            <a:avLst/>
          </a:prstGeom>
          <a:ln w="114300" cap="flat" cmpd="sng">
            <a:solidFill>
              <a:srgbClr val="FF33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48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pic>
        <p:nvPicPr>
          <p:cNvPr id="2" name="図 1">
            <a:extLst>
              <a:ext uri="{FF2B5EF4-FFF2-40B4-BE49-F238E27FC236}">
                <a16:creationId xmlns:a16="http://schemas.microsoft.com/office/drawing/2014/main" id="{02032C93-7552-4839-AF39-0C4F3C5A3543}"/>
              </a:ext>
            </a:extLst>
          </p:cNvPr>
          <p:cNvPicPr>
            <a:picLocks noChangeAspect="1"/>
          </p:cNvPicPr>
          <p:nvPr/>
        </p:nvPicPr>
        <p:blipFill>
          <a:blip r:embed="rId2"/>
          <a:stretch>
            <a:fillRect/>
          </a:stretch>
        </p:blipFill>
        <p:spPr>
          <a:xfrm>
            <a:off x="7426629" y="4563450"/>
            <a:ext cx="1297371" cy="360000"/>
          </a:xfrm>
          <a:prstGeom prst="rect">
            <a:avLst/>
          </a:prstGeom>
        </p:spPr>
      </p:pic>
      <p:sp>
        <p:nvSpPr>
          <p:cNvPr id="9" name="フッター プレースホルダー 4">
            <a:extLst>
              <a:ext uri="{FF2B5EF4-FFF2-40B4-BE49-F238E27FC236}">
                <a16:creationId xmlns:a16="http://schemas.microsoft.com/office/drawing/2014/main" id="{BBFC6E56-6F9E-4EB5-93D5-B6A41EF330A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p>
        </p:txBody>
      </p:sp>
    </p:spTree>
    <p:extLst>
      <p:ext uri="{BB962C8B-B14F-4D97-AF65-F5344CB8AC3E}">
        <p14:creationId xmlns:p14="http://schemas.microsoft.com/office/powerpoint/2010/main" val="4134717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タイトル、見出し、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p:spPr>
        <p:txBody>
          <a:bodyPr>
            <a:noAutofit/>
          </a:bodyPr>
          <a:lstStyle>
            <a:lvl1pPr>
              <a:defRPr sz="1400"/>
            </a:lvl1pPr>
            <a:lvl2pPr>
              <a:defRPr sz="1400"/>
            </a:lvl2pPr>
            <a:lvl3pPr>
              <a:defRPr sz="1400"/>
            </a:lvl3pPr>
            <a:lvl4pPr>
              <a:defRPr sz="1400"/>
            </a:lvl4pPr>
            <a:lvl5pPr>
              <a:defRPr sz="14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714094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3_タイトル、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859491"/>
            <a:ext cx="8216900" cy="3924598"/>
          </a:xfrm>
        </p:spPr>
        <p:txBody>
          <a:bodyPr>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64116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4_コンテンツ無し（図表挿入用）">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p>
        </p:txBody>
      </p:sp>
    </p:spTree>
    <p:extLst>
      <p:ext uri="{BB962C8B-B14F-4D97-AF65-F5344CB8AC3E}">
        <p14:creationId xmlns:p14="http://schemas.microsoft.com/office/powerpoint/2010/main" val="2124222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5_目的（ゴール）説明">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1169100" y="721350"/>
            <a:ext cx="7441500" cy="38736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3012774" y="1052499"/>
            <a:ext cx="5737526"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1" name="Google Shape;11;p2">
            <a:extLst>
              <a:ext uri="{FF2B5EF4-FFF2-40B4-BE49-F238E27FC236}">
                <a16:creationId xmlns:a16="http://schemas.microsoft.com/office/drawing/2014/main" id="{4CDCFD0E-7374-4B63-ACC3-11623A16F8C6}"/>
              </a:ext>
            </a:extLst>
          </p:cNvPr>
          <p:cNvSpPr txBox="1">
            <a:spLocks noGrp="1"/>
          </p:cNvSpPr>
          <p:nvPr>
            <p:ph type="ctrTitle"/>
          </p:nvPr>
        </p:nvSpPr>
        <p:spPr>
          <a:xfrm>
            <a:off x="532800" y="554400"/>
            <a:ext cx="2106000" cy="1256400"/>
          </a:xfrm>
          <a:prstGeom prst="rect">
            <a:avLst/>
          </a:prstGeom>
          <a:ln w="76200" cap="flat" cmpd="sng">
            <a:solidFill>
              <a:srgbClr val="FF00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フッター プレースホルダー 4">
            <a:extLst>
              <a:ext uri="{FF2B5EF4-FFF2-40B4-BE49-F238E27FC236}">
                <a16:creationId xmlns:a16="http://schemas.microsoft.com/office/drawing/2014/main" id="{5411CB1A-517E-4F96-915E-DE4AE6808BBB}"/>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10" name="スライド番号プレースホルダー 5">
            <a:extLst>
              <a:ext uri="{FF2B5EF4-FFF2-40B4-BE49-F238E27FC236}">
                <a16:creationId xmlns:a16="http://schemas.microsoft.com/office/drawing/2014/main" id="{EBD5A350-429E-4728-837A-23AEE75F4424}"/>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3" name="テキスト プレースホルダー 2">
            <a:extLst>
              <a:ext uri="{FF2B5EF4-FFF2-40B4-BE49-F238E27FC236}">
                <a16:creationId xmlns:a16="http://schemas.microsoft.com/office/drawing/2014/main" id="{92BAECFF-3D25-4718-A9CC-CA9D36F0CD07}"/>
              </a:ext>
            </a:extLst>
          </p:cNvPr>
          <p:cNvSpPr>
            <a:spLocks noGrp="1"/>
          </p:cNvSpPr>
          <p:nvPr>
            <p:ph type="body" sz="quarter" idx="14"/>
          </p:nvPr>
        </p:nvSpPr>
        <p:spPr>
          <a:xfrm>
            <a:off x="3012774" y="1629908"/>
            <a:ext cx="5737526" cy="3051421"/>
          </a:xfrm>
        </p:spPr>
        <p:txBody>
          <a:bodyPr>
            <a:noAutofit/>
          </a:bodyPr>
          <a:lstStyle>
            <a:lvl1pPr>
              <a:buSzPct val="143000"/>
              <a:buFont typeface="+mj-lt"/>
              <a:buAutoNum type="arabicPeriod"/>
              <a:defRPr/>
            </a:lvl1pPr>
            <a:lvl2pPr>
              <a:buSzPct val="143000"/>
              <a:buFont typeface="+mj-lt"/>
              <a:buAutoNum type="arabicPeriod"/>
              <a:defRPr/>
            </a:lvl2pPr>
            <a:lvl3pPr>
              <a:buSzPct val="143000"/>
              <a:buFont typeface="+mj-lt"/>
              <a:buAutoNum type="arabicPeriod"/>
              <a:defRPr/>
            </a:lvl3pPr>
            <a:lvl4pPr>
              <a:buSzPct val="143000"/>
              <a:buFont typeface="+mj-lt"/>
              <a:buAutoNum type="arabicPeriod"/>
              <a:defRPr/>
            </a:lvl4pPr>
            <a:lvl5pPr>
              <a:buSzPct val="143000"/>
              <a:buFont typeface="+mj-lt"/>
              <a:buAutoNum type="arabicPeriod"/>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451555653"/>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6_タイトル、見出し、コード">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a:solidFill>
            <a:schemeClr val="bg1"/>
          </a:solidFill>
        </p:spPr>
        <p:txBody>
          <a:bodyPr>
            <a:noAutofit/>
          </a:bodyPr>
          <a:lstStyle>
            <a:lvl1pPr>
              <a:defRPr sz="1400" baseline="0">
                <a:latin typeface="MyricaM M" panose="020B0509020203020207" pitchFamily="49" charset="-128"/>
                <a:ea typeface="BIZ UDゴシック" panose="020B0400000000000000" pitchFamily="49" charset="-128"/>
              </a:defRPr>
            </a:lvl1pPr>
            <a:lvl2pPr>
              <a:defRPr sz="1400" baseline="0">
                <a:latin typeface="MyricaM M" panose="020B0509020203020207" pitchFamily="49" charset="-128"/>
                <a:ea typeface="BIZ UDゴシック" panose="020B0400000000000000" pitchFamily="49" charset="-128"/>
              </a:defRPr>
            </a:lvl2pPr>
            <a:lvl3pPr>
              <a:defRPr sz="1400" baseline="0">
                <a:latin typeface="MyricaM M" panose="020B0509020203020207" pitchFamily="49" charset="-128"/>
                <a:ea typeface="BIZ UDゴシック" panose="020B0400000000000000" pitchFamily="49" charset="-128"/>
              </a:defRPr>
            </a:lvl3pPr>
            <a:lvl4pPr>
              <a:defRPr sz="1400" baseline="0">
                <a:latin typeface="MyricaM M" panose="020B0509020203020207" pitchFamily="49" charset="-128"/>
                <a:ea typeface="BIZ UDゴシック" panose="020B0400000000000000" pitchFamily="49" charset="-128"/>
              </a:defRPr>
            </a:lvl4pPr>
            <a:lvl5pPr>
              <a:defRPr sz="1400" baseline="0">
                <a:latin typeface="MyricaM M" panose="020B0509020203020207" pitchFamily="49" charset="-128"/>
                <a:ea typeface="BIZ UDゴシック" panose="020B0400000000000000" pitchFamily="49"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576605314"/>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7_学習のポイント付き本文">
    <p:spTree>
      <p:nvGrpSpPr>
        <p:cNvPr id="1" name=""/>
        <p:cNvGrpSpPr/>
        <p:nvPr/>
      </p:nvGrpSpPr>
      <p:grpSpPr>
        <a:xfrm>
          <a:off x="0" y="0"/>
          <a:ext cx="0" cy="0"/>
          <a:chOff x="0" y="0"/>
          <a:chExt cx="0" cy="0"/>
        </a:xfrm>
      </p:grpSpPr>
      <p:sp>
        <p:nvSpPr>
          <p:cNvPr id="12" name="Google Shape;29;p6">
            <a:extLst>
              <a:ext uri="{FF2B5EF4-FFF2-40B4-BE49-F238E27FC236}">
                <a16:creationId xmlns:a16="http://schemas.microsoft.com/office/drawing/2014/main" id="{72035EF0-464F-433E-8728-9DD54C9F7E85}"/>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2295035"/>
            <a:ext cx="8216900" cy="2489053"/>
          </a:xfrm>
        </p:spPr>
        <p:txBody>
          <a:bodyPr>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5" name="テキスト プレースホルダー 4">
            <a:extLst>
              <a:ext uri="{FF2B5EF4-FFF2-40B4-BE49-F238E27FC236}">
                <a16:creationId xmlns:a16="http://schemas.microsoft.com/office/drawing/2014/main" id="{FC8E89EF-C81C-40F7-8F70-59B820485326}"/>
              </a:ext>
            </a:extLst>
          </p:cNvPr>
          <p:cNvSpPr>
            <a:spLocks noGrp="1"/>
          </p:cNvSpPr>
          <p:nvPr>
            <p:ph type="body" sz="quarter" idx="15"/>
          </p:nvPr>
        </p:nvSpPr>
        <p:spPr>
          <a:xfrm>
            <a:off x="463549" y="1023814"/>
            <a:ext cx="7177471" cy="1142410"/>
          </a:xfrm>
          <a:prstGeom prst="roundRect">
            <a:avLst>
              <a:gd name="adj" fmla="val 9044"/>
            </a:avLst>
          </a:prstGeom>
          <a:ln>
            <a:solidFill>
              <a:schemeClr val="tx2"/>
            </a:solidFill>
          </a:ln>
        </p:spPr>
        <p:txBody>
          <a:bodyPr tIns="252000"/>
          <a:lstStyle>
            <a:lvl1pPr marL="388800" indent="-284400">
              <a:buSzPct val="169000"/>
              <a:defRPr b="1"/>
            </a:lvl1pPr>
            <a:lvl2pPr marL="748800" indent="-284400">
              <a:buSzPct val="169000"/>
              <a:defRPr b="1"/>
            </a:lvl2pPr>
            <a:lvl3pPr marL="1108800" indent="-284400">
              <a:buSzPct val="169000"/>
              <a:defRPr b="1"/>
            </a:lvl3pPr>
            <a:lvl4pPr marL="1468800" indent="-284400">
              <a:buSzPct val="169000"/>
              <a:defRPr b="1"/>
            </a:lvl4pPr>
            <a:lvl5pPr marL="1828800" indent="-284400">
              <a:buSzPct val="169000"/>
              <a:defRPr b="1"/>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29" name="テキスト プレースホルダー 28">
            <a:extLst>
              <a:ext uri="{FF2B5EF4-FFF2-40B4-BE49-F238E27FC236}">
                <a16:creationId xmlns:a16="http://schemas.microsoft.com/office/drawing/2014/main" id="{F1010722-FF6A-41D2-851B-EC3F0B7BDEA0}"/>
              </a:ext>
            </a:extLst>
          </p:cNvPr>
          <p:cNvSpPr>
            <a:spLocks noGrp="1"/>
          </p:cNvSpPr>
          <p:nvPr>
            <p:ph type="body" sz="quarter" idx="16" hasCustomPrompt="1"/>
          </p:nvPr>
        </p:nvSpPr>
        <p:spPr>
          <a:xfrm>
            <a:off x="848575" y="898771"/>
            <a:ext cx="1095840" cy="265721"/>
          </a:xfrm>
          <a:blipFill dpi="0" rotWithShape="1">
            <a:blip r:embed="rId2">
              <a:extLst>
                <a:ext uri="{28A0092B-C50C-407E-A947-70E740481C1C}">
                  <a14:useLocalDpi xmlns:a14="http://schemas.microsoft.com/office/drawing/2010/main" val="0"/>
                </a:ext>
              </a:extLst>
            </a:blip>
            <a:srcRect/>
            <a:stretch>
              <a:fillRect/>
            </a:stretch>
          </a:blipFill>
        </p:spPr>
        <p:txBody>
          <a:bodyPr wrap="none" lIns="72000" tIns="46800"/>
          <a:lstStyle>
            <a:lvl1pPr algn="ctr">
              <a:buNone/>
              <a:defRPr sz="800" b="0" cap="none" spc="0">
                <a:ln w="0"/>
                <a:solidFill>
                  <a:schemeClr val="tx2"/>
                </a:solidFill>
                <a:effectLst/>
                <a:latin typeface="Gill Sans Ultra Bold" panose="020B0A02020104020203" pitchFamily="34" charset="0"/>
              </a:defRPr>
            </a:lvl1pPr>
          </a:lstStyle>
          <a:p>
            <a:pPr lvl="0"/>
            <a:r>
              <a:rPr kumimoji="1" lang="en-US" altLang="ja-JP" dirty="0"/>
              <a:t>-</a:t>
            </a:r>
            <a:endParaRPr kumimoji="1" lang="ja-JP" altLang="en-US" dirty="0"/>
          </a:p>
        </p:txBody>
      </p:sp>
    </p:spTree>
    <p:extLst>
      <p:ext uri="{BB962C8B-B14F-4D97-AF65-F5344CB8AC3E}">
        <p14:creationId xmlns:p14="http://schemas.microsoft.com/office/powerpoint/2010/main" val="707626093"/>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タイトル、見出し、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a:latin typeface="+mj-ea"/>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a:solidFill>
                  <a:schemeClr val="tx1"/>
                </a:solidFill>
                <a:latin typeface="+mn-ea"/>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p:spPr>
        <p:txBody>
          <a:bodyPr/>
          <a:lstStyle>
            <a:lvl1pPr>
              <a:defRPr sz="1400"/>
            </a:lvl1pPr>
            <a:lvl2pPr>
              <a:defRPr sz="1400"/>
            </a:lvl2pPr>
            <a:lvl3pPr>
              <a:defRPr sz="1400"/>
            </a:lvl3pPr>
            <a:lvl4pPr>
              <a:defRPr sz="1400"/>
            </a:lvl4pPr>
            <a:lvl5pPr>
              <a:defRPr sz="14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964324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タイトル、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a:solidFill>
                  <a:schemeClr val="tx1"/>
                </a:solidFill>
                <a:latin typeface="+mn-ea"/>
                <a:ea typeface="+mn-ea"/>
              </a:defRPr>
            </a:lvl1pPr>
          </a:lstStyle>
          <a:p>
            <a:fld id="{00000000-1234-1234-1234-123412341234}" type="slidenum">
              <a:rPr lang="en" smtClean="0"/>
              <a:pPr/>
              <a:t>‹#›</a:t>
            </a:fld>
            <a:endParaRPr lang="en" dirty="0"/>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859491"/>
            <a:ext cx="8216900" cy="392459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460450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コンテンツ無し（図表挿入用）">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a:solidFill>
                  <a:schemeClr val="tx1"/>
                </a:solidFill>
                <a:latin typeface="+mn-ea"/>
                <a:ea typeface="+mn-ea"/>
              </a:defRPr>
            </a:lvl1pPr>
          </a:lstStyle>
          <a:p>
            <a:fld id="{00000000-1234-1234-1234-123412341234}" type="slidenum">
              <a:rPr lang="en" smtClean="0"/>
              <a:pPr/>
              <a:t>‹#›</a:t>
            </a:fld>
            <a:endParaRPr lang="en" dirty="0"/>
          </a:p>
        </p:txBody>
      </p:sp>
    </p:spTree>
    <p:extLst>
      <p:ext uri="{BB962C8B-B14F-4D97-AF65-F5344CB8AC3E}">
        <p14:creationId xmlns:p14="http://schemas.microsoft.com/office/powerpoint/2010/main" val="1005251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目的（ゴール）説明">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1169100" y="721350"/>
            <a:ext cx="7441500" cy="38736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3012774" y="1052499"/>
            <a:ext cx="5737526"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a:latin typeface="+mj-ea"/>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1" name="Google Shape;11;p2">
            <a:extLst>
              <a:ext uri="{FF2B5EF4-FFF2-40B4-BE49-F238E27FC236}">
                <a16:creationId xmlns:a16="http://schemas.microsoft.com/office/drawing/2014/main" id="{4CDCFD0E-7374-4B63-ACC3-11623A16F8C6}"/>
              </a:ext>
            </a:extLst>
          </p:cNvPr>
          <p:cNvSpPr txBox="1">
            <a:spLocks noGrp="1"/>
          </p:cNvSpPr>
          <p:nvPr>
            <p:ph type="ctrTitle"/>
          </p:nvPr>
        </p:nvSpPr>
        <p:spPr>
          <a:xfrm>
            <a:off x="532800" y="554400"/>
            <a:ext cx="2106000" cy="1256400"/>
          </a:xfrm>
          <a:prstGeom prst="rect">
            <a:avLst/>
          </a:prstGeom>
          <a:ln w="76200" cap="flat" cmpd="sng">
            <a:solidFill>
              <a:srgbClr val="FF00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フッター プレースホルダー 4">
            <a:extLst>
              <a:ext uri="{FF2B5EF4-FFF2-40B4-BE49-F238E27FC236}">
                <a16:creationId xmlns:a16="http://schemas.microsoft.com/office/drawing/2014/main" id="{5411CB1A-517E-4F96-915E-DE4AE6808BBB}"/>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dirty="0"/>
          </a:p>
        </p:txBody>
      </p:sp>
      <p:sp>
        <p:nvSpPr>
          <p:cNvPr id="10" name="スライド番号プレースホルダー 5">
            <a:extLst>
              <a:ext uri="{FF2B5EF4-FFF2-40B4-BE49-F238E27FC236}">
                <a16:creationId xmlns:a16="http://schemas.microsoft.com/office/drawing/2014/main" id="{EBD5A350-429E-4728-837A-23AEE75F4424}"/>
              </a:ext>
            </a:extLst>
          </p:cNvPr>
          <p:cNvSpPr>
            <a:spLocks noGrp="1"/>
          </p:cNvSpPr>
          <p:nvPr>
            <p:ph type="sldNum" sz="quarter" idx="12"/>
          </p:nvPr>
        </p:nvSpPr>
        <p:spPr>
          <a:xfrm>
            <a:off x="218226" y="4862076"/>
            <a:ext cx="630348" cy="254494"/>
          </a:xfrm>
          <a:prstGeom prst="rect">
            <a:avLst/>
          </a:prstGeom>
        </p:spPr>
        <p:txBody>
          <a:bodyPr/>
          <a:lstStyle>
            <a:lvl1pPr>
              <a:defRPr sz="1200">
                <a:solidFill>
                  <a:schemeClr val="tx1"/>
                </a:solidFill>
                <a:latin typeface="+mn-ea"/>
                <a:ea typeface="+mn-ea"/>
              </a:defRPr>
            </a:lvl1pPr>
          </a:lstStyle>
          <a:p>
            <a:fld id="{00000000-1234-1234-1234-123412341234}" type="slidenum">
              <a:rPr lang="en" smtClean="0"/>
              <a:pPr/>
              <a:t>‹#›</a:t>
            </a:fld>
            <a:endParaRPr lang="en" dirty="0"/>
          </a:p>
        </p:txBody>
      </p:sp>
      <p:sp>
        <p:nvSpPr>
          <p:cNvPr id="3" name="テキスト プレースホルダー 2">
            <a:extLst>
              <a:ext uri="{FF2B5EF4-FFF2-40B4-BE49-F238E27FC236}">
                <a16:creationId xmlns:a16="http://schemas.microsoft.com/office/drawing/2014/main" id="{92BAECFF-3D25-4718-A9CC-CA9D36F0CD07}"/>
              </a:ext>
            </a:extLst>
          </p:cNvPr>
          <p:cNvSpPr>
            <a:spLocks noGrp="1"/>
          </p:cNvSpPr>
          <p:nvPr>
            <p:ph type="body" sz="quarter" idx="14"/>
          </p:nvPr>
        </p:nvSpPr>
        <p:spPr>
          <a:xfrm>
            <a:off x="3012774" y="1629908"/>
            <a:ext cx="5737526" cy="3051421"/>
          </a:xfrm>
        </p:spPr>
        <p:txBody>
          <a:bodyPr/>
          <a:lstStyle>
            <a:lvl1pPr>
              <a:buSzPct val="143000"/>
              <a:buFont typeface="+mj-lt"/>
              <a:buAutoNum type="arabicPeriod"/>
              <a:defRPr/>
            </a:lvl1pPr>
            <a:lvl2pPr>
              <a:buSzPct val="143000"/>
              <a:buFont typeface="+mj-lt"/>
              <a:buAutoNum type="arabicPeriod"/>
              <a:defRPr/>
            </a:lvl2pPr>
            <a:lvl3pPr>
              <a:buSzPct val="143000"/>
              <a:buFont typeface="+mj-lt"/>
              <a:buAutoNum type="arabicPeriod"/>
              <a:defRPr/>
            </a:lvl3pPr>
            <a:lvl4pPr>
              <a:buSzPct val="143000"/>
              <a:buFont typeface="+mj-lt"/>
              <a:buAutoNum type="arabicPeriod"/>
              <a:defRPr/>
            </a:lvl4pPr>
            <a:lvl5pPr>
              <a:buSzPct val="143000"/>
              <a:buFont typeface="+mj-lt"/>
              <a:buAutoNum type="arabicPeriod"/>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944432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3550" y="119734"/>
            <a:ext cx="8216900" cy="541192"/>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462876" y="859490"/>
            <a:ext cx="8216900" cy="3924597"/>
          </a:xfrm>
          <a:prstGeom prst="rect">
            <a:avLst/>
          </a:prstGeom>
        </p:spPr>
        <p:txBody>
          <a:bodyPr vert="horz" lIns="91440" tIns="45720" rIns="91440" bIns="45720" rtlCol="0">
            <a:no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5" name="Footer Placeholder 4"/>
          <p:cNvSpPr>
            <a:spLocks noGrp="1"/>
          </p:cNvSpPr>
          <p:nvPr>
            <p:ph type="ftr" sz="quarter" idx="3"/>
          </p:nvPr>
        </p:nvSpPr>
        <p:spPr>
          <a:xfrm>
            <a:off x="3028950" y="4866125"/>
            <a:ext cx="3086100" cy="254493"/>
          </a:xfrm>
          <a:prstGeom prst="rect">
            <a:avLst/>
          </a:prstGeom>
        </p:spPr>
        <p:txBody>
          <a:bodyPr vert="horz" lIns="91440" tIns="45720" rIns="91440" bIns="45720" rtlCol="0" anchor="ctr"/>
          <a:lstStyle>
            <a:lvl1pPr algn="ct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6" name="Slide Number Placeholder 5"/>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Tree>
    <p:extLst>
      <p:ext uri="{BB962C8B-B14F-4D97-AF65-F5344CB8AC3E}">
        <p14:creationId xmlns:p14="http://schemas.microsoft.com/office/powerpoint/2010/main" val="2644497443"/>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60" r:id="rId8"/>
    <p:sldLayoutId id="2147483661" r:id="rId9"/>
    <p:sldLayoutId id="2147483663" r:id="rId10"/>
    <p:sldLayoutId id="2147483662" r:id="rId11"/>
  </p:sldLayoutIdLst>
  <p:transition>
    <p:fade thruBlk="1"/>
  </p:transition>
  <p:hf hdr="0" dt="0"/>
  <p:txStyles>
    <p:titleStyle>
      <a:lvl1pPr algn="l" defTabSz="685800" rtl="0" eaLnBrk="1" latinLnBrk="0" hangingPunct="1">
        <a:lnSpc>
          <a:spcPct val="90000"/>
        </a:lnSpc>
        <a:spcBef>
          <a:spcPct val="0"/>
        </a:spcBef>
        <a:buNone/>
        <a:defRPr kumimoji="1" sz="2400" b="1" kern="1200" baseline="0">
          <a:solidFill>
            <a:schemeClr val="tx1"/>
          </a:solidFill>
          <a:latin typeface="+mj-lt"/>
          <a:ea typeface="+mj-ea"/>
          <a:cs typeface="+mj-cs"/>
        </a:defRPr>
      </a:lvl1pPr>
    </p:titleStyle>
    <p:body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C13309E-1E83-61D3-9195-1FC38B2D9D39}"/>
            </a:ext>
          </a:extLst>
        </p:cNvPr>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5524438-F2E8-8E7D-4E3C-460CF03ABED5}"/>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prstClr val="black"/>
                </a:solidFill>
                <a:effectLst/>
                <a:uLnTx/>
                <a:uFillTx/>
                <a:latin typeface="MyricaM M"/>
                <a:ea typeface="BIZ UDゴシック"/>
                <a:cs typeface="+mn-cs"/>
              </a:rPr>
              <a:t>copyright ©ITCollege All Rights Reserved</a:t>
            </a:r>
            <a:endParaRPr kumimoji="1" lang="ja-JP" altLang="en-US" sz="1000" b="0" i="0" u="none" strike="noStrike" kern="1200" cap="none" spc="0" normalizeH="0" baseline="0" noProof="0">
              <a:ln>
                <a:noFill/>
              </a:ln>
              <a:solidFill>
                <a:prstClr val="black"/>
              </a:solidFill>
              <a:effectLst/>
              <a:uLnTx/>
              <a:uFillTx/>
              <a:latin typeface="MyricaM M"/>
              <a:ea typeface="BIZ UDゴシック"/>
              <a:cs typeface="+mn-cs"/>
            </a:endParaRPr>
          </a:p>
        </p:txBody>
      </p:sp>
      <p:sp>
        <p:nvSpPr>
          <p:cNvPr id="6" name="タイトル 5">
            <a:extLst>
              <a:ext uri="{FF2B5EF4-FFF2-40B4-BE49-F238E27FC236}">
                <a16:creationId xmlns:a16="http://schemas.microsoft.com/office/drawing/2014/main" id="{A0C36208-17CA-62F4-2B27-D9BF222078AE}"/>
              </a:ext>
            </a:extLst>
          </p:cNvPr>
          <p:cNvSpPr>
            <a:spLocks noGrp="1"/>
          </p:cNvSpPr>
          <p:nvPr>
            <p:ph type="ctrTitle"/>
          </p:nvPr>
        </p:nvSpPr>
        <p:spPr/>
        <p:txBody>
          <a:bodyPr/>
          <a:lstStyle/>
          <a:p>
            <a:r>
              <a:rPr lang="ja-JP" altLang="en-US" dirty="0"/>
              <a:t>改訂履歴</a:t>
            </a:r>
          </a:p>
        </p:txBody>
      </p:sp>
      <p:sp>
        <p:nvSpPr>
          <p:cNvPr id="3" name="スライド番号プレースホルダー 2">
            <a:extLst>
              <a:ext uri="{FF2B5EF4-FFF2-40B4-BE49-F238E27FC236}">
                <a16:creationId xmlns:a16="http://schemas.microsoft.com/office/drawing/2014/main" id="{24D226EF-CD34-9907-6261-58249F153993}"/>
              </a:ext>
            </a:extLst>
          </p:cNvPr>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EC4605C-D4BC-457C-A820-CB9DC8935472}" type="slidenum">
              <a:rPr kumimoji="1" lang="ja-JP" altLang="en-US" sz="1200" b="0" i="0" u="none" strike="noStrike" kern="1200" cap="none" spc="0" normalizeH="0" baseline="0" noProof="0" smtClean="0">
                <a:ln>
                  <a:noFill/>
                </a:ln>
                <a:solidFill>
                  <a:prstClr val="black"/>
                </a:solidFill>
                <a:effectLst/>
                <a:uLnTx/>
                <a:uFillTx/>
                <a:latin typeface="MyricaM M"/>
                <a:ea typeface="BIZ UDゴシック"/>
                <a:cs typeface="+mn-cs"/>
              </a:rPr>
              <a:pPr marL="0" marR="0" lvl="0" indent="0" algn="r" defTabSz="457200" rtl="0" eaLnBrk="1" fontAlgn="auto" latinLnBrk="0" hangingPunct="1">
                <a:lnSpc>
                  <a:spcPct val="100000"/>
                </a:lnSpc>
                <a:spcBef>
                  <a:spcPts val="0"/>
                </a:spcBef>
                <a:spcAft>
                  <a:spcPts val="0"/>
                </a:spcAft>
                <a:buClrTx/>
                <a:buSzTx/>
                <a:buFontTx/>
                <a:buNone/>
                <a:tabLst/>
                <a:defRPr/>
              </a:pPr>
              <a:t>0</a:t>
            </a:fld>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p:txBody>
      </p:sp>
      <p:graphicFrame>
        <p:nvGraphicFramePr>
          <p:cNvPr id="17" name="表 16">
            <a:extLst>
              <a:ext uri="{FF2B5EF4-FFF2-40B4-BE49-F238E27FC236}">
                <a16:creationId xmlns:a16="http://schemas.microsoft.com/office/drawing/2014/main" id="{DE01C969-FD9C-BD07-E7D3-1588174D5D94}"/>
              </a:ext>
            </a:extLst>
          </p:cNvPr>
          <p:cNvGraphicFramePr>
            <a:graphicFrameLocks noGrp="1"/>
          </p:cNvGraphicFramePr>
          <p:nvPr/>
        </p:nvGraphicFramePr>
        <p:xfrm>
          <a:off x="463550" y="992754"/>
          <a:ext cx="8143556" cy="3721859"/>
        </p:xfrm>
        <a:graphic>
          <a:graphicData uri="http://schemas.openxmlformats.org/drawingml/2006/table">
            <a:tbl>
              <a:tblPr firstRow="1" bandRow="1">
                <a:tableStyleId>{CDAC1B92-06B8-4DD9-B31C-A81573C5778B}</a:tableStyleId>
              </a:tblPr>
              <a:tblGrid>
                <a:gridCol w="1231026">
                  <a:extLst>
                    <a:ext uri="{9D8B030D-6E8A-4147-A177-3AD203B41FA5}">
                      <a16:colId xmlns:a16="http://schemas.microsoft.com/office/drawing/2014/main" val="3251459634"/>
                    </a:ext>
                  </a:extLst>
                </a:gridCol>
                <a:gridCol w="1442907">
                  <a:extLst>
                    <a:ext uri="{9D8B030D-6E8A-4147-A177-3AD203B41FA5}">
                      <a16:colId xmlns:a16="http://schemas.microsoft.com/office/drawing/2014/main" val="2128131194"/>
                    </a:ext>
                  </a:extLst>
                </a:gridCol>
                <a:gridCol w="1459684">
                  <a:extLst>
                    <a:ext uri="{9D8B030D-6E8A-4147-A177-3AD203B41FA5}">
                      <a16:colId xmlns:a16="http://schemas.microsoft.com/office/drawing/2014/main" val="3450983996"/>
                    </a:ext>
                  </a:extLst>
                </a:gridCol>
                <a:gridCol w="3229761">
                  <a:extLst>
                    <a:ext uri="{9D8B030D-6E8A-4147-A177-3AD203B41FA5}">
                      <a16:colId xmlns:a16="http://schemas.microsoft.com/office/drawing/2014/main" val="1822196195"/>
                    </a:ext>
                  </a:extLst>
                </a:gridCol>
                <a:gridCol w="780178">
                  <a:extLst>
                    <a:ext uri="{9D8B030D-6E8A-4147-A177-3AD203B41FA5}">
                      <a16:colId xmlns:a16="http://schemas.microsoft.com/office/drawing/2014/main" val="2042661203"/>
                    </a:ext>
                  </a:extLst>
                </a:gridCol>
              </a:tblGrid>
              <a:tr h="341369">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発行日</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修正者</a:t>
                      </a:r>
                      <a:r>
                        <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確認者</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改訂箇所</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改訂内容</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Arial"/>
                        </a:rPr>
                        <a:t>PDF</a:t>
                      </a: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化</a:t>
                      </a:r>
                      <a:endPar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Arial"/>
                      </a:endParaRPr>
                    </a:p>
                  </a:txBody>
                  <a:tcPr anchor="ctr">
                    <a:solidFill>
                      <a:schemeClr val="bg1">
                        <a:lumMod val="85000"/>
                      </a:schemeClr>
                    </a:solidFill>
                  </a:tcPr>
                </a:tc>
                <a:extLst>
                  <a:ext uri="{0D108BD9-81ED-4DB2-BD59-A6C34878D82A}">
                    <a16:rowId xmlns:a16="http://schemas.microsoft.com/office/drawing/2014/main" val="3064794747"/>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例：</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2024/1/1</a:t>
                      </a: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山田</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田中</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rPr>
                        <a:t>P4</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Arial"/>
                        </a:rPr>
                        <a:t> </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rPr>
                        <a:t>MAC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Arial"/>
                        </a:rPr>
                        <a:t>アドレス</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誤：</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MC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アドレスのみ登録</a:t>
                      </a:r>
                      <a:endParaRPr kumimoji="1" lang="en-US" altLang="ja-JP" sz="1200" b="0" i="0" u="none" strike="noStrike" kern="1200" cap="none" spc="0" normalizeH="0" baseline="0" noProof="0">
                        <a:ln>
                          <a:noFill/>
                        </a:ln>
                        <a:solidFill>
                          <a:prstClr val="black"/>
                        </a:solidFill>
                        <a:effectLst/>
                        <a:uLnTx/>
                        <a:uFillTx/>
                        <a:latin typeface="MyricaM M"/>
                        <a:ea typeface="BIZ UDゴシック"/>
                        <a:cs typeface="+mn-cs"/>
                      </a:endParaRPr>
                    </a:p>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a:ln>
                            <a:noFill/>
                          </a:ln>
                          <a:solidFill>
                            <a:prstClr val="black"/>
                          </a:solidFill>
                          <a:effectLst/>
                          <a:uLnTx/>
                          <a:uFillTx/>
                          <a:latin typeface="MyricaM M"/>
                          <a:ea typeface="BIZ UDゴシック"/>
                          <a:cs typeface="+mn-cs"/>
                        </a:rPr>
                        <a:t>正</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M</a:t>
                      </a:r>
                      <a:r>
                        <a:rPr kumimoji="1" lang="en-US" altLang="ja-JP" sz="1200" b="0" i="0" u="none" strike="noStrike" kern="1200" cap="none" spc="0" normalizeH="0" baseline="0" noProof="0" dirty="0">
                          <a:ln>
                            <a:noFill/>
                          </a:ln>
                          <a:solidFill>
                            <a:srgbClr val="FF0000"/>
                          </a:solidFill>
                          <a:effectLst/>
                          <a:uLnTx/>
                          <a:uFillTx/>
                          <a:latin typeface="MyricaM M"/>
                          <a:ea typeface="BIZ UDゴシック"/>
                          <a:cs typeface="+mn-cs"/>
                        </a:rPr>
                        <a:t>A</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アドレスのみ登録</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済</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4260224204"/>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2022983751"/>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2010990003"/>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4273708898"/>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888540859"/>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3633470471"/>
                  </a:ext>
                </a:extLst>
              </a:tr>
            </a:tbl>
          </a:graphicData>
        </a:graphic>
      </p:graphicFrame>
    </p:spTree>
    <p:extLst>
      <p:ext uri="{BB962C8B-B14F-4D97-AF65-F5344CB8AC3E}">
        <p14:creationId xmlns:p14="http://schemas.microsoft.com/office/powerpoint/2010/main" val="2824827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1"/>
          <p:cNvSpPr txBox="1">
            <a:spLocks noGrp="1"/>
          </p:cNvSpPr>
          <p:nvPr>
            <p:ph type="ctrTitle"/>
          </p:nvPr>
        </p:nvSpPr>
        <p:spPr>
          <a:xfrm>
            <a:off x="546012" y="456607"/>
            <a:ext cx="5041200" cy="3150600"/>
          </a:xfrm>
        </p:spPr>
        <p:txBody>
          <a:bodyPr/>
          <a:lstStyle/>
          <a:p>
            <a:r>
              <a:rPr lang="ja-JP" altLang="en-US" dirty="0"/>
              <a:t>配列</a:t>
            </a:r>
          </a:p>
        </p:txBody>
      </p:sp>
      <p:sp>
        <p:nvSpPr>
          <p:cNvPr id="3" name="フッター プレースホルダー 2">
            <a:extLst>
              <a:ext uri="{FF2B5EF4-FFF2-40B4-BE49-F238E27FC236}">
                <a16:creationId xmlns:a16="http://schemas.microsoft.com/office/drawing/2014/main" id="{1AF37D55-893C-40DE-8876-567A09F9C298}"/>
              </a:ext>
            </a:extLst>
          </p:cNvPr>
          <p:cNvSpPr>
            <a:spLocks noGrp="1"/>
          </p:cNvSpPr>
          <p:nvPr>
            <p:ph type="ftr" sz="quarter" idx="11"/>
          </p:nvPr>
        </p:nvSpPr>
        <p:spPr>
          <a:xfrm>
            <a:off x="3028950" y="4866125"/>
            <a:ext cx="3086100" cy="254493"/>
          </a:xfrm>
        </p:spPr>
        <p:txBody>
          <a:bodyPr/>
          <a:lstStyle/>
          <a:p>
            <a:r>
              <a:rPr lang="en-US" altLang="ja-JP" dirty="0"/>
              <a:t>copyright ©ITCollege All Rights Reserved</a:t>
            </a:r>
            <a:endParaRPr lang="ja-JP"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プレースホルダー 6">
            <a:extLst>
              <a:ext uri="{FF2B5EF4-FFF2-40B4-BE49-F238E27FC236}">
                <a16:creationId xmlns:a16="http://schemas.microsoft.com/office/drawing/2014/main" id="{F3941853-6FD3-4122-A071-E1BCBCDF59D4}"/>
              </a:ext>
            </a:extLst>
          </p:cNvPr>
          <p:cNvSpPr>
            <a:spLocks noGrp="1"/>
          </p:cNvSpPr>
          <p:nvPr>
            <p:ph type="body" idx="1"/>
          </p:nvPr>
        </p:nvSpPr>
        <p:spPr/>
        <p:txBody>
          <a:bodyPr/>
          <a:lstStyle/>
          <a:p>
            <a:r>
              <a:rPr kumimoji="1" lang="ja-JP" altLang="en-US" dirty="0"/>
              <a:t>このテキストを終えると・・・</a:t>
            </a:r>
          </a:p>
        </p:txBody>
      </p:sp>
      <p:sp>
        <p:nvSpPr>
          <p:cNvPr id="6" name="タイトル 5">
            <a:extLst>
              <a:ext uri="{FF2B5EF4-FFF2-40B4-BE49-F238E27FC236}">
                <a16:creationId xmlns:a16="http://schemas.microsoft.com/office/drawing/2014/main" id="{296F413B-E489-4470-92CF-59B185034A28}"/>
              </a:ext>
            </a:extLst>
          </p:cNvPr>
          <p:cNvSpPr>
            <a:spLocks noGrp="1"/>
          </p:cNvSpPr>
          <p:nvPr>
            <p:ph type="ctrTitle"/>
          </p:nvPr>
        </p:nvSpPr>
        <p:spPr/>
        <p:txBody>
          <a:bodyPr/>
          <a:lstStyle/>
          <a:p>
            <a:r>
              <a:rPr kumimoji="1" lang="ja-JP" altLang="en-US"/>
              <a:t>テキストの</a:t>
            </a:r>
            <a:br>
              <a:rPr kumimoji="1" lang="en-US" altLang="ja-JP" dirty="0"/>
            </a:br>
            <a:r>
              <a:rPr kumimoji="1" lang="ja-JP" altLang="en-US"/>
              <a:t>ゴール</a:t>
            </a:r>
            <a:endParaRPr lang="ja-JP" altLang="en-US" dirty="0"/>
          </a:p>
        </p:txBody>
      </p:sp>
      <p:sp>
        <p:nvSpPr>
          <p:cNvPr id="2" name="フッター プレースホルダー 1">
            <a:extLst>
              <a:ext uri="{FF2B5EF4-FFF2-40B4-BE49-F238E27FC236}">
                <a16:creationId xmlns:a16="http://schemas.microsoft.com/office/drawing/2014/main" id="{40FB9845-3211-4E75-B8F8-E4AD28A089F9}"/>
              </a:ext>
            </a:extLst>
          </p:cNvPr>
          <p:cNvSpPr>
            <a:spLocks noGrp="1"/>
          </p:cNvSpPr>
          <p:nvPr>
            <p:ph type="ftr" sz="quarter" idx="11"/>
          </p:nvPr>
        </p:nvSpPr>
        <p:spPr/>
        <p:txBody>
          <a:bodyPr/>
          <a:lstStyle/>
          <a:p>
            <a:r>
              <a:rPr kumimoji="1" lang="en-US" altLang="ja-JP" dirty="0"/>
              <a:t>copyright ©ITCollege All Rights Reserved</a:t>
            </a:r>
            <a:endParaRPr kumimoji="1" lang="ja-JP" altLang="en-US" sz="1000" dirty="0"/>
          </a:p>
        </p:txBody>
      </p:sp>
      <p:sp>
        <p:nvSpPr>
          <p:cNvPr id="4" name="スライド番号プレースホルダー 3">
            <a:extLst>
              <a:ext uri="{FF2B5EF4-FFF2-40B4-BE49-F238E27FC236}">
                <a16:creationId xmlns:a16="http://schemas.microsoft.com/office/drawing/2014/main" id="{334718C7-3237-4F5B-8C4E-46AD01EC8B16}"/>
              </a:ext>
            </a:extLst>
          </p:cNvPr>
          <p:cNvSpPr>
            <a:spLocks noGrp="1"/>
          </p:cNvSpPr>
          <p:nvPr>
            <p:ph type="sldNum" sz="quarter" idx="12"/>
          </p:nvPr>
        </p:nvSpPr>
        <p:spPr/>
        <p:txBody>
          <a:bodyPr/>
          <a:lstStyle/>
          <a:p>
            <a:fld id="{00000000-1234-1234-1234-123412341234}" type="slidenum">
              <a:rPr lang="en" smtClean="0"/>
              <a:pPr/>
              <a:t>2</a:t>
            </a:fld>
            <a:endParaRPr lang="en" dirty="0"/>
          </a:p>
        </p:txBody>
      </p:sp>
      <p:sp>
        <p:nvSpPr>
          <p:cNvPr id="9" name="テキスト プレースホルダー 8">
            <a:extLst>
              <a:ext uri="{FF2B5EF4-FFF2-40B4-BE49-F238E27FC236}">
                <a16:creationId xmlns:a16="http://schemas.microsoft.com/office/drawing/2014/main" id="{A4832727-EA7F-44D6-A9F2-E4AE0246960A}"/>
              </a:ext>
            </a:extLst>
          </p:cNvPr>
          <p:cNvSpPr>
            <a:spLocks noGrp="1"/>
          </p:cNvSpPr>
          <p:nvPr>
            <p:ph type="body" sz="quarter" idx="14"/>
          </p:nvPr>
        </p:nvSpPr>
        <p:spPr/>
        <p:txBody>
          <a:bodyPr vert="horz" lIns="91440" tIns="45720" rIns="91440" bIns="45720" rtlCol="0" anchor="t">
            <a:normAutofit/>
          </a:bodyPr>
          <a:lstStyle/>
          <a:p>
            <a:pPr marL="444500" indent="-342900">
              <a:buFont typeface="+mj-lt"/>
              <a:buAutoNum type="arabicPeriod"/>
            </a:pPr>
            <a:r>
              <a:rPr lang="ja-JP" altLang="en-US" dirty="0"/>
              <a:t>配列の利用と理解</a:t>
            </a:r>
            <a:endParaRPr lang="en-US" altLang="ja-JP" dirty="0"/>
          </a:p>
          <a:p>
            <a:pPr marL="444500" indent="-342900">
              <a:buFont typeface="+mj-lt"/>
              <a:buAutoNum type="arabicPeriod"/>
            </a:pPr>
            <a:r>
              <a:rPr lang="ja-JP" altLang="en-US" dirty="0"/>
              <a:t>配列と</a:t>
            </a:r>
            <a:r>
              <a:rPr lang="en-US" altLang="ja-JP" dirty="0"/>
              <a:t>for</a:t>
            </a:r>
            <a:r>
              <a:rPr lang="ja-JP" altLang="en-US" dirty="0"/>
              <a:t>文の活用</a:t>
            </a:r>
          </a:p>
          <a:p>
            <a:pPr marL="444500" indent="-342900">
              <a:buFont typeface="+mj-lt"/>
              <a:buAutoNum type="arabicPeriod"/>
            </a:pPr>
            <a:r>
              <a:rPr lang="en-US" altLang="ja-JP" dirty="0"/>
              <a:t>2</a:t>
            </a:r>
            <a:r>
              <a:rPr lang="ja-JP" altLang="en-US" dirty="0"/>
              <a:t>次元配列を知ること</a:t>
            </a:r>
            <a:endParaRPr lang="en-US" altLang="ja-JP" dirty="0"/>
          </a:p>
          <a:p>
            <a:pPr marL="444500" indent="-342900">
              <a:buFont typeface="+mj-lt"/>
              <a:buAutoNum type="arabicPeriod"/>
            </a:pPr>
            <a:endParaRPr kumimoji="1" lang="en-US" altLang="ja-JP" dirty="0"/>
          </a:p>
          <a:p>
            <a:pPr marL="444500" indent="-342900">
              <a:buFont typeface="+mj-lt"/>
              <a:buAutoNum type="arabicPeriod"/>
            </a:pPr>
            <a:endParaRPr kumimoji="1" lang="en-US" altLang="ja-JP" dirty="0"/>
          </a:p>
          <a:p>
            <a:pPr marL="96838" indent="0">
              <a:buNone/>
            </a:pPr>
            <a:r>
              <a:rPr lang="ja-JP" altLang="en-US" dirty="0"/>
              <a:t>ができるようになります。</a:t>
            </a:r>
            <a:endParaRPr lang="en-US" altLang="ja-JP" dirty="0">
              <a:solidFill>
                <a:schemeClr val="tx2"/>
              </a:solidFill>
            </a:endParaRPr>
          </a:p>
          <a:p>
            <a:pPr marL="96838" indent="0">
              <a:buNone/>
            </a:pPr>
            <a:endParaRPr kumimoji="1" lang="ja-JP" altLang="en-US" dirty="0"/>
          </a:p>
          <a:p>
            <a:pPr marL="439738" indent="-342900">
              <a:buFont typeface="+mj-lt"/>
              <a:buAutoNum type="arabicPeriod"/>
            </a:pPr>
            <a:endParaRPr lang="ja-JP" altLang="en-US" dirty="0"/>
          </a:p>
        </p:txBody>
      </p:sp>
    </p:spTree>
    <p:extLst>
      <p:ext uri="{BB962C8B-B14F-4D97-AF65-F5344CB8AC3E}">
        <p14:creationId xmlns:p14="http://schemas.microsoft.com/office/powerpoint/2010/main" val="1668843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F991990-0DC6-4730-83E5-36F909A6129F}"/>
              </a:ext>
            </a:extLst>
          </p:cNvPr>
          <p:cNvSpPr>
            <a:spLocks noGrp="1"/>
          </p:cNvSpPr>
          <p:nvPr>
            <p:ph type="body" idx="1"/>
          </p:nvPr>
        </p:nvSpPr>
        <p:spPr/>
        <p:txBody>
          <a:bodyPr/>
          <a:lstStyle/>
          <a:p>
            <a:r>
              <a:rPr kumimoji="1" lang="ja-JP" altLang="en-US" dirty="0"/>
              <a:t>このテキストでは</a:t>
            </a:r>
          </a:p>
          <a:p>
            <a:endParaRPr kumimoji="1" lang="ja-JP" altLang="en-US" dirty="0"/>
          </a:p>
        </p:txBody>
      </p:sp>
      <p:sp>
        <p:nvSpPr>
          <p:cNvPr id="3" name="タイトル 2">
            <a:extLst>
              <a:ext uri="{FF2B5EF4-FFF2-40B4-BE49-F238E27FC236}">
                <a16:creationId xmlns:a16="http://schemas.microsoft.com/office/drawing/2014/main" id="{AA9BFD7B-04B5-49CD-8E91-4AC76C8C681F}"/>
              </a:ext>
            </a:extLst>
          </p:cNvPr>
          <p:cNvSpPr>
            <a:spLocks noGrp="1"/>
          </p:cNvSpPr>
          <p:nvPr>
            <p:ph type="ctrTitle"/>
          </p:nvPr>
        </p:nvSpPr>
        <p:spPr/>
        <p:txBody>
          <a:bodyPr/>
          <a:lstStyle/>
          <a:p>
            <a:r>
              <a:rPr kumimoji="1" lang="ja-JP" altLang="en-US"/>
              <a:t>テキストの</a:t>
            </a:r>
            <a:br>
              <a:rPr kumimoji="1" lang="en-US" altLang="ja-JP" dirty="0"/>
            </a:br>
            <a:r>
              <a:rPr kumimoji="1" lang="ja-JP" altLang="en-US"/>
              <a:t>流れ</a:t>
            </a:r>
            <a:endParaRPr kumimoji="1" lang="ja-JP" altLang="en-US" dirty="0"/>
          </a:p>
        </p:txBody>
      </p:sp>
      <p:sp>
        <p:nvSpPr>
          <p:cNvPr id="4" name="フッター プレースホルダー 3">
            <a:extLst>
              <a:ext uri="{FF2B5EF4-FFF2-40B4-BE49-F238E27FC236}">
                <a16:creationId xmlns:a16="http://schemas.microsoft.com/office/drawing/2014/main" id="{CA8524E1-6DFF-4647-8FD1-738AA4991EDC}"/>
              </a:ext>
            </a:extLst>
          </p:cNvPr>
          <p:cNvSpPr>
            <a:spLocks noGrp="1"/>
          </p:cNvSpPr>
          <p:nvPr>
            <p:ph type="ftr" sz="quarter" idx="11"/>
          </p:nvPr>
        </p:nvSpPr>
        <p:spPr/>
        <p:txBody>
          <a:bodyPr/>
          <a:lstStyle/>
          <a:p>
            <a:r>
              <a:rPr kumimoji="1" lang="en-US" altLang="ja-JP" dirty="0"/>
              <a:t>copyright ©ITCollege All Rights Reserved</a:t>
            </a:r>
            <a:endParaRPr kumimoji="1" lang="ja-JP" altLang="en-US" dirty="0"/>
          </a:p>
        </p:txBody>
      </p:sp>
      <p:sp>
        <p:nvSpPr>
          <p:cNvPr id="5" name="スライド番号プレースホルダー 4">
            <a:extLst>
              <a:ext uri="{FF2B5EF4-FFF2-40B4-BE49-F238E27FC236}">
                <a16:creationId xmlns:a16="http://schemas.microsoft.com/office/drawing/2014/main" id="{6FFB24F3-38DB-45A5-BA62-DD27EF2E4AA2}"/>
              </a:ext>
            </a:extLst>
          </p:cNvPr>
          <p:cNvSpPr>
            <a:spLocks noGrp="1"/>
          </p:cNvSpPr>
          <p:nvPr>
            <p:ph type="sldNum" sz="quarter" idx="12"/>
          </p:nvPr>
        </p:nvSpPr>
        <p:spPr/>
        <p:txBody>
          <a:bodyPr/>
          <a:lstStyle/>
          <a:p>
            <a:fld id="{00000000-1234-1234-1234-123412341234}" type="slidenum">
              <a:rPr lang="en" smtClean="0"/>
              <a:pPr/>
              <a:t>3</a:t>
            </a:fld>
            <a:endParaRPr lang="en" dirty="0"/>
          </a:p>
        </p:txBody>
      </p:sp>
      <p:sp>
        <p:nvSpPr>
          <p:cNvPr id="6" name="テキスト プレースホルダー 5">
            <a:extLst>
              <a:ext uri="{FF2B5EF4-FFF2-40B4-BE49-F238E27FC236}">
                <a16:creationId xmlns:a16="http://schemas.microsoft.com/office/drawing/2014/main" id="{D0F3BEAC-A5EA-4EE4-95C7-0AEC1107FD29}"/>
              </a:ext>
            </a:extLst>
          </p:cNvPr>
          <p:cNvSpPr>
            <a:spLocks noGrp="1"/>
          </p:cNvSpPr>
          <p:nvPr>
            <p:ph type="body" sz="quarter" idx="14"/>
          </p:nvPr>
        </p:nvSpPr>
        <p:spPr/>
        <p:txBody>
          <a:bodyPr/>
          <a:lstStyle/>
          <a:p>
            <a:pPr marL="444500" indent="-342900">
              <a:buFont typeface="+mj-lt"/>
              <a:buAutoNum type="arabicPeriod"/>
            </a:pPr>
            <a:r>
              <a:rPr lang="ja-JP" altLang="en-US" dirty="0"/>
              <a:t>配列とは</a:t>
            </a:r>
            <a:endParaRPr lang="en-US" altLang="ja-JP" dirty="0"/>
          </a:p>
          <a:p>
            <a:pPr marL="444500" indent="-342900">
              <a:buFont typeface="+mj-lt"/>
              <a:buAutoNum type="arabicPeriod"/>
            </a:pPr>
            <a:r>
              <a:rPr lang="ja-JP" altLang="en-US" dirty="0"/>
              <a:t>配列の書き方</a:t>
            </a:r>
            <a:endParaRPr lang="en-US" altLang="ja-JP" dirty="0"/>
          </a:p>
          <a:p>
            <a:pPr marL="444500" indent="-342900">
              <a:buFont typeface="+mj-lt"/>
              <a:buAutoNum type="arabicPeriod"/>
            </a:pPr>
            <a:r>
              <a:rPr lang="ja-JP" altLang="en-US" dirty="0"/>
              <a:t>配列と</a:t>
            </a:r>
            <a:r>
              <a:rPr lang="en-US" altLang="ja-JP" dirty="0"/>
              <a:t>for</a:t>
            </a:r>
            <a:r>
              <a:rPr lang="ja-JP" altLang="en-US" dirty="0"/>
              <a:t>文</a:t>
            </a:r>
            <a:endParaRPr lang="en-US" altLang="ja-JP" dirty="0"/>
          </a:p>
          <a:p>
            <a:pPr marL="444500" indent="-342900">
              <a:buFont typeface="+mj-lt"/>
              <a:buAutoNum type="arabicPeriod"/>
            </a:pPr>
            <a:r>
              <a:rPr lang="en-US" altLang="ja-JP" dirty="0"/>
              <a:t>2</a:t>
            </a:r>
            <a:r>
              <a:rPr lang="ja-JP" altLang="en-US" dirty="0"/>
              <a:t>次元配列</a:t>
            </a:r>
            <a:endParaRPr lang="en-US" altLang="ja-JP" dirty="0"/>
          </a:p>
          <a:p>
            <a:pPr marL="96838" indent="0">
              <a:buNone/>
            </a:pPr>
            <a:endParaRPr kumimoji="1" lang="en-US" altLang="ja-JP" dirty="0"/>
          </a:p>
          <a:p>
            <a:pPr marL="96838" indent="0">
              <a:buNone/>
            </a:pPr>
            <a:endParaRPr kumimoji="1" lang="en-US" altLang="ja-JP" dirty="0"/>
          </a:p>
          <a:p>
            <a:pPr marL="96838" indent="0">
              <a:buNone/>
            </a:pPr>
            <a:r>
              <a:rPr lang="ja-JP" altLang="en-US" dirty="0"/>
              <a:t>の順に進めていきます。</a:t>
            </a:r>
            <a:endParaRPr kumimoji="1" lang="en-US" altLang="ja-JP" dirty="0">
              <a:solidFill>
                <a:schemeClr val="tx2"/>
              </a:solidFill>
            </a:endParaRPr>
          </a:p>
          <a:p>
            <a:pPr marL="439738" indent="-342900">
              <a:buFont typeface="+mj-lt"/>
              <a:buAutoNum type="arabicPeriod"/>
            </a:pPr>
            <a:endParaRPr kumimoji="1" lang="ja-JP" altLang="en-US" dirty="0"/>
          </a:p>
        </p:txBody>
      </p:sp>
    </p:spTree>
    <p:extLst>
      <p:ext uri="{BB962C8B-B14F-4D97-AF65-F5344CB8AC3E}">
        <p14:creationId xmlns:p14="http://schemas.microsoft.com/office/powerpoint/2010/main" val="267129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7B5CBBCB-5E6E-43EE-B604-91F3F96C23C0}"/>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91E08B5A-AEEC-4819-B6FB-3D58641E57B5}"/>
              </a:ext>
            </a:extLst>
          </p:cNvPr>
          <p:cNvSpPr>
            <a:spLocks noGrp="1"/>
          </p:cNvSpPr>
          <p:nvPr>
            <p:ph type="ctrTitle"/>
          </p:nvPr>
        </p:nvSpPr>
        <p:spPr/>
        <p:txBody>
          <a:bodyPr/>
          <a:lstStyle/>
          <a:p>
            <a:r>
              <a:rPr kumimoji="1" lang="ja-JP" altLang="en-US" dirty="0"/>
              <a:t>配列</a:t>
            </a:r>
          </a:p>
        </p:txBody>
      </p:sp>
      <p:sp>
        <p:nvSpPr>
          <p:cNvPr id="4" name="スライド番号プレースホルダー 3">
            <a:extLst>
              <a:ext uri="{FF2B5EF4-FFF2-40B4-BE49-F238E27FC236}">
                <a16:creationId xmlns:a16="http://schemas.microsoft.com/office/drawing/2014/main" id="{8015324D-D8CD-4FD0-8F66-BC8534327F0C}"/>
              </a:ext>
            </a:extLst>
          </p:cNvPr>
          <p:cNvSpPr>
            <a:spLocks noGrp="1"/>
          </p:cNvSpPr>
          <p:nvPr>
            <p:ph type="sldNum" sz="quarter" idx="4"/>
          </p:nvPr>
        </p:nvSpPr>
        <p:spPr/>
        <p:txBody>
          <a:bodyPr/>
          <a:lstStyle/>
          <a:p>
            <a:fld id="{00000000-1234-1234-1234-123412341234}" type="slidenum">
              <a:rPr lang="en" smtClean="0"/>
              <a:pPr/>
              <a:t>4</a:t>
            </a:fld>
            <a:endParaRPr lang="en" dirty="0">
              <a:latin typeface="+mn-ea"/>
            </a:endParaRPr>
          </a:p>
        </p:txBody>
      </p:sp>
      <p:sp>
        <p:nvSpPr>
          <p:cNvPr id="6" name="テキスト プレースホルダー 5">
            <a:extLst>
              <a:ext uri="{FF2B5EF4-FFF2-40B4-BE49-F238E27FC236}">
                <a16:creationId xmlns:a16="http://schemas.microsoft.com/office/drawing/2014/main" id="{0645627B-31BC-4481-B6A6-31F8568F862B}"/>
              </a:ext>
            </a:extLst>
          </p:cNvPr>
          <p:cNvSpPr>
            <a:spLocks noGrp="1"/>
          </p:cNvSpPr>
          <p:nvPr>
            <p:ph type="body" sz="quarter" idx="15"/>
          </p:nvPr>
        </p:nvSpPr>
        <p:spPr>
          <a:xfrm>
            <a:off x="463549" y="1023814"/>
            <a:ext cx="7177471" cy="844743"/>
          </a:xfrm>
        </p:spPr>
        <p:txBody>
          <a:bodyPr/>
          <a:lstStyle/>
          <a:p>
            <a:r>
              <a:rPr kumimoji="1" lang="ja-JP" altLang="en-US" dirty="0"/>
              <a:t>配列は指定した型のデータを任意の個数持つことができる</a:t>
            </a:r>
            <a:endParaRPr kumimoji="1" lang="en-US" altLang="ja-JP" dirty="0"/>
          </a:p>
          <a:p>
            <a:r>
              <a:rPr lang="ja-JP" altLang="en-US" dirty="0"/>
              <a:t>配列を作成する際のキーワードは要素と添え字</a:t>
            </a:r>
            <a:endParaRPr lang="en-US" altLang="ja-JP" dirty="0"/>
          </a:p>
          <a:p>
            <a:endParaRPr kumimoji="1" lang="ja-JP" altLang="en-US" dirty="0"/>
          </a:p>
        </p:txBody>
      </p:sp>
      <p:sp>
        <p:nvSpPr>
          <p:cNvPr id="7" name="テキスト プレースホルダー 6">
            <a:extLst>
              <a:ext uri="{FF2B5EF4-FFF2-40B4-BE49-F238E27FC236}">
                <a16:creationId xmlns:a16="http://schemas.microsoft.com/office/drawing/2014/main" id="{65EC8A28-0DDB-41BF-91D0-A2C7B680DA6D}"/>
              </a:ext>
            </a:extLst>
          </p:cNvPr>
          <p:cNvSpPr>
            <a:spLocks noGrp="1"/>
          </p:cNvSpPr>
          <p:nvPr>
            <p:ph type="body" sz="quarter" idx="16"/>
          </p:nvPr>
        </p:nvSpPr>
        <p:spPr/>
        <p:txBody>
          <a:bodyPr/>
          <a:lstStyle/>
          <a:p>
            <a:endParaRPr kumimoji="1" lang="ja-JP" altLang="en-US"/>
          </a:p>
        </p:txBody>
      </p:sp>
      <p:sp>
        <p:nvSpPr>
          <p:cNvPr id="8" name="テキスト プレースホルダー 7">
            <a:extLst>
              <a:ext uri="{FF2B5EF4-FFF2-40B4-BE49-F238E27FC236}">
                <a16:creationId xmlns:a16="http://schemas.microsoft.com/office/drawing/2014/main" id="{84AD1CE5-C369-4613-90B8-BBD217A21E56}"/>
              </a:ext>
            </a:extLst>
          </p:cNvPr>
          <p:cNvSpPr>
            <a:spLocks noGrp="1"/>
          </p:cNvSpPr>
          <p:nvPr>
            <p:ph type="body" sz="quarter" idx="14"/>
          </p:nvPr>
        </p:nvSpPr>
        <p:spPr>
          <a:xfrm>
            <a:off x="463549" y="1868557"/>
            <a:ext cx="8216900" cy="3083887"/>
          </a:xfrm>
        </p:spPr>
        <p:txBody>
          <a:bodyPr/>
          <a:lstStyle/>
          <a:p>
            <a:pPr marL="96838" indent="0">
              <a:buNone/>
            </a:pPr>
            <a:r>
              <a:rPr lang="ja-JP" altLang="en-US" b="1" dirty="0">
                <a:solidFill>
                  <a:srgbClr val="FF0000"/>
                </a:solidFill>
              </a:rPr>
              <a:t>配列</a:t>
            </a:r>
            <a:r>
              <a:rPr lang="ja-JP" altLang="en-US" dirty="0"/>
              <a:t>とは</a:t>
            </a:r>
            <a:r>
              <a:rPr lang="ja-JP" altLang="en-US" b="1" dirty="0">
                <a:solidFill>
                  <a:srgbClr val="FF0000"/>
                </a:solidFill>
              </a:rPr>
              <a:t>複数のデータを格納する箱</a:t>
            </a:r>
            <a:r>
              <a:rPr lang="ja-JP" altLang="en-US" dirty="0"/>
              <a:t>です。</a:t>
            </a:r>
            <a:br>
              <a:rPr lang="ja-JP" altLang="en-US" dirty="0"/>
            </a:br>
            <a:r>
              <a:rPr lang="ja-JP" altLang="en-US" dirty="0"/>
              <a:t>配列には以下のような性質があります。</a:t>
            </a:r>
            <a:endParaRPr lang="en-US" altLang="ja-JP" dirty="0"/>
          </a:p>
          <a:p>
            <a:pPr marL="439738" indent="-342900">
              <a:buFont typeface="+mj-lt"/>
              <a:buAutoNum type="arabicPeriod"/>
            </a:pPr>
            <a:r>
              <a:rPr lang="ja-JP" altLang="en-US" b="1" dirty="0">
                <a:solidFill>
                  <a:schemeClr val="accent1"/>
                </a:solidFill>
              </a:rPr>
              <a:t>全てのデータが同じ種類（同じ性質）のデータであること</a:t>
            </a:r>
          </a:p>
          <a:p>
            <a:pPr marL="452438" lvl="1" indent="0">
              <a:buNone/>
            </a:pPr>
            <a:r>
              <a:rPr lang="en-US" altLang="ja-JP" dirty="0"/>
              <a:t>1</a:t>
            </a:r>
            <a:r>
              <a:rPr lang="ja-JP" altLang="en-US" dirty="0"/>
              <a:t>人の学生の国語のテストの点数、数学のテストの点数、・・・などは科目が違うだけで「テストの点数」という同じ種類のデータです。</a:t>
            </a:r>
            <a:br>
              <a:rPr lang="ja-JP" altLang="en-US" dirty="0"/>
            </a:br>
            <a:r>
              <a:rPr lang="ja-JP" altLang="en-US" dirty="0"/>
              <a:t>同じ種類のデータなので当然データ型も同じになるはずです。</a:t>
            </a:r>
            <a:br>
              <a:rPr lang="ja-JP" altLang="en-US" dirty="0"/>
            </a:br>
            <a:r>
              <a:rPr lang="ja-JP" altLang="en-US" dirty="0"/>
              <a:t>データ型が同じだからといって違う種類のデータを配列にすることがありますが、あまりお勧めできません。</a:t>
            </a:r>
            <a:endParaRPr lang="en-US" altLang="ja-JP" dirty="0"/>
          </a:p>
          <a:p>
            <a:pPr marL="439738" indent="-342900">
              <a:buFont typeface="+mj-lt"/>
              <a:buAutoNum type="arabicPeriod"/>
            </a:pPr>
            <a:r>
              <a:rPr lang="en-US" altLang="ja-JP" b="1" dirty="0">
                <a:solidFill>
                  <a:schemeClr val="accent1"/>
                </a:solidFill>
              </a:rPr>
              <a:t>1</a:t>
            </a:r>
            <a:r>
              <a:rPr lang="ja-JP" altLang="en-US" b="1" dirty="0">
                <a:solidFill>
                  <a:schemeClr val="accent1"/>
                </a:solidFill>
              </a:rPr>
              <a:t>番目、</a:t>
            </a:r>
            <a:r>
              <a:rPr lang="en-US" altLang="ja-JP" b="1" dirty="0">
                <a:solidFill>
                  <a:schemeClr val="accent1"/>
                </a:solidFill>
              </a:rPr>
              <a:t>2</a:t>
            </a:r>
            <a:r>
              <a:rPr lang="ja-JP" altLang="en-US" b="1" dirty="0">
                <a:solidFill>
                  <a:schemeClr val="accent1"/>
                </a:solidFill>
              </a:rPr>
              <a:t>番目、・・・のように順序があるデータであること</a:t>
            </a:r>
          </a:p>
          <a:p>
            <a:pPr marL="452438" lvl="1" indent="0">
              <a:buNone/>
            </a:pPr>
            <a:r>
              <a:rPr lang="ja-JP" altLang="en-US" dirty="0"/>
              <a:t>順序があるので、次のデータ、また次のデータ、と使うことができます。</a:t>
            </a:r>
            <a:br>
              <a:rPr lang="ja-JP" altLang="en-US" dirty="0"/>
            </a:br>
            <a:r>
              <a:rPr lang="ja-JP" altLang="en-US" dirty="0"/>
              <a:t>例えばクラスごとの生徒数なら、</a:t>
            </a:r>
            <a:r>
              <a:rPr lang="en-US" altLang="ja-JP" dirty="0"/>
              <a:t>1</a:t>
            </a:r>
            <a:r>
              <a:rPr lang="ja-JP" altLang="en-US" dirty="0"/>
              <a:t>組は</a:t>
            </a:r>
            <a:r>
              <a:rPr lang="en-US" altLang="ja-JP" dirty="0"/>
              <a:t>35</a:t>
            </a:r>
            <a:r>
              <a:rPr lang="ja-JP" altLang="en-US" dirty="0"/>
              <a:t>人、</a:t>
            </a:r>
            <a:r>
              <a:rPr lang="en-US" altLang="ja-JP" dirty="0"/>
              <a:t>2</a:t>
            </a:r>
            <a:r>
              <a:rPr lang="ja-JP" altLang="en-US" dirty="0"/>
              <a:t>組は</a:t>
            </a:r>
            <a:r>
              <a:rPr lang="en-US" altLang="ja-JP" dirty="0"/>
              <a:t>37</a:t>
            </a:r>
            <a:r>
              <a:rPr lang="ja-JP" altLang="en-US" dirty="0"/>
              <a:t>人、のように自然に順序がついています。</a:t>
            </a:r>
            <a:br>
              <a:rPr lang="ja-JP" altLang="en-US" dirty="0"/>
            </a:br>
            <a:r>
              <a:rPr lang="ja-JP" altLang="en-US" dirty="0"/>
              <a:t>しかし、「国語」「数学」「英語」といった科目には順序がありません。</a:t>
            </a:r>
            <a:br>
              <a:rPr lang="ja-JP" altLang="en-US" dirty="0"/>
            </a:br>
            <a:r>
              <a:rPr lang="ja-JP" altLang="en-US" dirty="0"/>
              <a:t>このような場合でも「最初は国語」「次は数学」「その次は英語」というように順序を決めてあげれば配列として使うことが出来るようになります。</a:t>
            </a:r>
          </a:p>
          <a:p>
            <a:pPr marL="96838" indent="0">
              <a:buNone/>
            </a:pPr>
            <a:endParaRPr lang="ja-JP" altLang="en-US" dirty="0"/>
          </a:p>
        </p:txBody>
      </p:sp>
    </p:spTree>
    <p:extLst>
      <p:ext uri="{BB962C8B-B14F-4D97-AF65-F5344CB8AC3E}">
        <p14:creationId xmlns:p14="http://schemas.microsoft.com/office/powerpoint/2010/main" val="36415538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19FCF7E8-3195-4054-97F8-B7E466BC74A7}"/>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54E60DEB-3CF0-4D89-AB0B-045AFE2F15B2}"/>
              </a:ext>
            </a:extLst>
          </p:cNvPr>
          <p:cNvSpPr>
            <a:spLocks noGrp="1"/>
          </p:cNvSpPr>
          <p:nvPr>
            <p:ph type="ctrTitle"/>
          </p:nvPr>
        </p:nvSpPr>
        <p:spPr/>
        <p:txBody>
          <a:bodyPr/>
          <a:lstStyle/>
          <a:p>
            <a:r>
              <a:rPr lang="en-US" altLang="ja-JP" dirty="0" err="1"/>
              <a:t>配列のイメージ</a:t>
            </a:r>
            <a:endParaRPr kumimoji="1" lang="ja-JP" altLang="en-US" dirty="0"/>
          </a:p>
        </p:txBody>
      </p:sp>
      <p:sp>
        <p:nvSpPr>
          <p:cNvPr id="4" name="スライド番号プレースホルダー 3">
            <a:extLst>
              <a:ext uri="{FF2B5EF4-FFF2-40B4-BE49-F238E27FC236}">
                <a16:creationId xmlns:a16="http://schemas.microsoft.com/office/drawing/2014/main" id="{E3007F08-8946-4A08-8BC3-723272C40440}"/>
              </a:ext>
            </a:extLst>
          </p:cNvPr>
          <p:cNvSpPr>
            <a:spLocks noGrp="1"/>
          </p:cNvSpPr>
          <p:nvPr>
            <p:ph type="sldNum" sz="quarter" idx="4"/>
          </p:nvPr>
        </p:nvSpPr>
        <p:spPr/>
        <p:txBody>
          <a:bodyPr/>
          <a:lstStyle/>
          <a:p>
            <a:fld id="{00000000-1234-1234-1234-123412341234}" type="slidenum">
              <a:rPr lang="en" smtClean="0"/>
              <a:pPr/>
              <a:t>5</a:t>
            </a:fld>
            <a:endParaRPr lang="en" dirty="0"/>
          </a:p>
        </p:txBody>
      </p:sp>
      <p:sp>
        <p:nvSpPr>
          <p:cNvPr id="5" name="テキスト プレースホルダー 4">
            <a:extLst>
              <a:ext uri="{FF2B5EF4-FFF2-40B4-BE49-F238E27FC236}">
                <a16:creationId xmlns:a16="http://schemas.microsoft.com/office/drawing/2014/main" id="{D4511741-E9E3-4257-8CFE-534B1CA03E7B}"/>
              </a:ext>
            </a:extLst>
          </p:cNvPr>
          <p:cNvSpPr>
            <a:spLocks noGrp="1"/>
          </p:cNvSpPr>
          <p:nvPr>
            <p:ph type="body" sz="quarter" idx="14"/>
          </p:nvPr>
        </p:nvSpPr>
        <p:spPr>
          <a:xfrm>
            <a:off x="462875" y="859491"/>
            <a:ext cx="8216900" cy="321314"/>
          </a:xfrm>
        </p:spPr>
        <p:txBody>
          <a:bodyPr/>
          <a:lstStyle/>
          <a:p>
            <a:pPr marL="96838" indent="0">
              <a:buNone/>
            </a:pPr>
            <a:r>
              <a:rPr kumimoji="1" lang="ja-JP" altLang="en-US" dirty="0"/>
              <a:t>同じ型の箱が順番にならんだものが配列でした。そのため、下の絵のようなイメージになります。</a:t>
            </a:r>
          </a:p>
          <a:p>
            <a:pPr marL="96838" indent="0">
              <a:buNone/>
            </a:pPr>
            <a:endParaRPr kumimoji="1" lang="ja-JP" altLang="en-US" dirty="0"/>
          </a:p>
        </p:txBody>
      </p:sp>
      <p:grpSp>
        <p:nvGrpSpPr>
          <p:cNvPr id="21" name="グループ化 20">
            <a:extLst>
              <a:ext uri="{FF2B5EF4-FFF2-40B4-BE49-F238E27FC236}">
                <a16:creationId xmlns:a16="http://schemas.microsoft.com/office/drawing/2014/main" id="{7A7ACBB5-4C1B-46A7-927D-81EB144B3E37}"/>
              </a:ext>
            </a:extLst>
          </p:cNvPr>
          <p:cNvGrpSpPr/>
          <p:nvPr/>
        </p:nvGrpSpPr>
        <p:grpSpPr>
          <a:xfrm>
            <a:off x="1066125" y="1203960"/>
            <a:ext cx="7010400" cy="2819400"/>
            <a:chOff x="647700" y="1203960"/>
            <a:chExt cx="7010400" cy="2819400"/>
          </a:xfrm>
        </p:grpSpPr>
        <p:sp>
          <p:nvSpPr>
            <p:cNvPr id="20" name="正方形/長方形 19">
              <a:extLst>
                <a:ext uri="{FF2B5EF4-FFF2-40B4-BE49-F238E27FC236}">
                  <a16:creationId xmlns:a16="http://schemas.microsoft.com/office/drawing/2014/main" id="{794B0652-4AF5-4519-B01F-F5AE0D5AB1CA}"/>
                </a:ext>
              </a:extLst>
            </p:cNvPr>
            <p:cNvSpPr/>
            <p:nvPr/>
          </p:nvSpPr>
          <p:spPr>
            <a:xfrm>
              <a:off x="647700" y="1203960"/>
              <a:ext cx="7010400" cy="2819400"/>
            </a:xfrm>
            <a:prstGeom prst="rect">
              <a:avLst/>
            </a:prstGeom>
            <a:solidFill>
              <a:schemeClr val="bg1"/>
            </a:solid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grpSp>
          <p:nvGrpSpPr>
            <p:cNvPr id="6" name="Google Shape;108;p16">
              <a:extLst>
                <a:ext uri="{FF2B5EF4-FFF2-40B4-BE49-F238E27FC236}">
                  <a16:creationId xmlns:a16="http://schemas.microsoft.com/office/drawing/2014/main" id="{1024C8AB-1378-4703-8FB6-E8F322F41B16}"/>
                </a:ext>
              </a:extLst>
            </p:cNvPr>
            <p:cNvGrpSpPr/>
            <p:nvPr/>
          </p:nvGrpSpPr>
          <p:grpSpPr>
            <a:xfrm>
              <a:off x="848574" y="2000684"/>
              <a:ext cx="6452655" cy="1235075"/>
              <a:chOff x="2102035" y="2826842"/>
              <a:chExt cx="7712524" cy="1707154"/>
            </a:xfrm>
          </p:grpSpPr>
          <p:sp>
            <p:nvSpPr>
              <p:cNvPr id="7" name="Google Shape;109;p16">
                <a:extLst>
                  <a:ext uri="{FF2B5EF4-FFF2-40B4-BE49-F238E27FC236}">
                    <a16:creationId xmlns:a16="http://schemas.microsoft.com/office/drawing/2014/main" id="{6DCB21D9-A62A-455C-BDC9-4D9B5095E8ED}"/>
                  </a:ext>
                </a:extLst>
              </p:cNvPr>
              <p:cNvSpPr/>
              <p:nvPr/>
            </p:nvSpPr>
            <p:spPr>
              <a:xfrm>
                <a:off x="2102035" y="2826842"/>
                <a:ext cx="1404249" cy="1707154"/>
              </a:xfrm>
              <a:prstGeom prst="cube">
                <a:avLst>
                  <a:gd name="adj" fmla="val 25000"/>
                </a:avLst>
              </a:prstGeom>
              <a:solidFill>
                <a:schemeClr val="dk1"/>
              </a:solidFill>
              <a:ln w="28575" cap="flat" cmpd="sng">
                <a:solidFill>
                  <a:srgbClr val="FCEEEE"/>
                </a:solidFill>
                <a:prstDash val="solid"/>
                <a:round/>
                <a:headEnd type="none" w="sm" len="sm"/>
                <a:tailEnd type="none" w="sm" len="sm"/>
              </a:ln>
              <a:effectLst>
                <a:outerShdw blurRad="38100" dist="19050" algn="bl" rotWithShape="0">
                  <a:srgbClr val="000000">
                    <a:alpha val="6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0" i="0" u="none" strike="noStrike" cap="none">
                    <a:solidFill>
                      <a:schemeClr val="lt1"/>
                    </a:solidFill>
                    <a:cs typeface="Arial"/>
                    <a:sym typeface="Arial"/>
                  </a:rPr>
                  <a:t>0</a:t>
                </a:r>
                <a:endParaRPr sz="1400"/>
              </a:p>
              <a:p>
                <a:pPr marL="0" marR="0" lvl="0" indent="0" algn="ctr" rtl="0">
                  <a:spcBef>
                    <a:spcPts val="0"/>
                  </a:spcBef>
                  <a:spcAft>
                    <a:spcPts val="0"/>
                  </a:spcAft>
                  <a:buNone/>
                </a:pPr>
                <a:r>
                  <a:rPr lang="en-US" sz="1400" b="0" i="0" u="none" strike="noStrike" cap="none">
                    <a:solidFill>
                      <a:schemeClr val="lt1"/>
                    </a:solidFill>
                    <a:cs typeface="Arial"/>
                    <a:sym typeface="Arial"/>
                  </a:rPr>
                  <a:t>番目</a:t>
                </a:r>
                <a:endParaRPr sz="1400" b="0" i="0" u="none" strike="noStrike" cap="none">
                  <a:solidFill>
                    <a:schemeClr val="lt1"/>
                  </a:solidFill>
                  <a:cs typeface="Arial"/>
                  <a:sym typeface="Arial"/>
                </a:endParaRPr>
              </a:p>
            </p:txBody>
          </p:sp>
          <p:sp>
            <p:nvSpPr>
              <p:cNvPr id="8" name="Google Shape;110;p16">
                <a:extLst>
                  <a:ext uri="{FF2B5EF4-FFF2-40B4-BE49-F238E27FC236}">
                    <a16:creationId xmlns:a16="http://schemas.microsoft.com/office/drawing/2014/main" id="{23C05CFD-5519-42FD-9E09-8924C155AA3B}"/>
                  </a:ext>
                </a:extLst>
              </p:cNvPr>
              <p:cNvSpPr/>
              <p:nvPr/>
            </p:nvSpPr>
            <p:spPr>
              <a:xfrm>
                <a:off x="3154679" y="2826842"/>
                <a:ext cx="1404249" cy="1707154"/>
              </a:xfrm>
              <a:prstGeom prst="cube">
                <a:avLst>
                  <a:gd name="adj" fmla="val 25000"/>
                </a:avLst>
              </a:prstGeom>
              <a:solidFill>
                <a:schemeClr val="dk1"/>
              </a:solidFill>
              <a:ln w="28575" cap="flat" cmpd="sng">
                <a:solidFill>
                  <a:srgbClr val="FCEEEE"/>
                </a:solidFill>
                <a:prstDash val="solid"/>
                <a:round/>
                <a:headEnd type="none" w="sm" len="sm"/>
                <a:tailEnd type="none" w="sm" len="sm"/>
              </a:ln>
              <a:effectLst>
                <a:outerShdw blurRad="38100" dist="19050" algn="bl" rotWithShape="0">
                  <a:srgbClr val="000000">
                    <a:alpha val="6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0" i="0" u="none" strike="noStrike" cap="none">
                    <a:solidFill>
                      <a:schemeClr val="lt1"/>
                    </a:solidFill>
                    <a:cs typeface="Arial"/>
                    <a:sym typeface="Arial"/>
                  </a:rPr>
                  <a:t>1</a:t>
                </a:r>
                <a:endParaRPr sz="1400"/>
              </a:p>
              <a:p>
                <a:pPr marL="0" marR="0" lvl="0" indent="0" algn="ctr" rtl="0">
                  <a:spcBef>
                    <a:spcPts val="0"/>
                  </a:spcBef>
                  <a:spcAft>
                    <a:spcPts val="0"/>
                  </a:spcAft>
                  <a:buNone/>
                </a:pPr>
                <a:r>
                  <a:rPr lang="en-US" sz="1400" b="0" i="0" u="none" strike="noStrike" cap="none">
                    <a:solidFill>
                      <a:schemeClr val="lt1"/>
                    </a:solidFill>
                    <a:cs typeface="Arial"/>
                    <a:sym typeface="Arial"/>
                  </a:rPr>
                  <a:t>番目</a:t>
                </a:r>
                <a:endParaRPr sz="1400" b="0" i="0" u="none" strike="noStrike" cap="none">
                  <a:solidFill>
                    <a:schemeClr val="lt1"/>
                  </a:solidFill>
                  <a:cs typeface="Arial"/>
                  <a:sym typeface="Arial"/>
                </a:endParaRPr>
              </a:p>
            </p:txBody>
          </p:sp>
          <p:sp>
            <p:nvSpPr>
              <p:cNvPr id="9" name="Google Shape;111;p16">
                <a:extLst>
                  <a:ext uri="{FF2B5EF4-FFF2-40B4-BE49-F238E27FC236}">
                    <a16:creationId xmlns:a16="http://schemas.microsoft.com/office/drawing/2014/main" id="{AF9DA8F2-FC02-49C9-9EED-291488A6FDAC}"/>
                  </a:ext>
                </a:extLst>
              </p:cNvPr>
              <p:cNvSpPr/>
              <p:nvPr/>
            </p:nvSpPr>
            <p:spPr>
              <a:xfrm>
                <a:off x="4206238" y="2826842"/>
                <a:ext cx="1404249" cy="1707154"/>
              </a:xfrm>
              <a:prstGeom prst="cube">
                <a:avLst>
                  <a:gd name="adj" fmla="val 25000"/>
                </a:avLst>
              </a:prstGeom>
              <a:solidFill>
                <a:schemeClr val="dk1"/>
              </a:solidFill>
              <a:ln w="28575" cap="flat" cmpd="sng">
                <a:solidFill>
                  <a:srgbClr val="FCEEEE"/>
                </a:solidFill>
                <a:prstDash val="solid"/>
                <a:round/>
                <a:headEnd type="none" w="sm" len="sm"/>
                <a:tailEnd type="none" w="sm" len="sm"/>
              </a:ln>
              <a:effectLst>
                <a:outerShdw blurRad="38100" dist="19050" algn="bl" rotWithShape="0">
                  <a:srgbClr val="000000">
                    <a:alpha val="6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0" i="0" u="none" strike="noStrike" cap="none">
                    <a:solidFill>
                      <a:schemeClr val="lt1"/>
                    </a:solidFill>
                    <a:cs typeface="Arial"/>
                    <a:sym typeface="Arial"/>
                  </a:rPr>
                  <a:t>2</a:t>
                </a:r>
                <a:endParaRPr sz="1400"/>
              </a:p>
              <a:p>
                <a:pPr marL="0" marR="0" lvl="0" indent="0" algn="ctr" rtl="0">
                  <a:spcBef>
                    <a:spcPts val="0"/>
                  </a:spcBef>
                  <a:spcAft>
                    <a:spcPts val="0"/>
                  </a:spcAft>
                  <a:buNone/>
                </a:pPr>
                <a:r>
                  <a:rPr lang="en-US" sz="1400" b="0" i="0" u="none" strike="noStrike" cap="none">
                    <a:solidFill>
                      <a:schemeClr val="lt1"/>
                    </a:solidFill>
                    <a:cs typeface="Arial"/>
                    <a:sym typeface="Arial"/>
                  </a:rPr>
                  <a:t>番目</a:t>
                </a:r>
                <a:endParaRPr sz="1400"/>
              </a:p>
            </p:txBody>
          </p:sp>
          <p:sp>
            <p:nvSpPr>
              <p:cNvPr id="10" name="Google Shape;112;p16">
                <a:extLst>
                  <a:ext uri="{FF2B5EF4-FFF2-40B4-BE49-F238E27FC236}">
                    <a16:creationId xmlns:a16="http://schemas.microsoft.com/office/drawing/2014/main" id="{F162C742-F2D1-4E3F-B9B5-1B59E1BAF548}"/>
                  </a:ext>
                </a:extLst>
              </p:cNvPr>
              <p:cNvSpPr/>
              <p:nvPr/>
            </p:nvSpPr>
            <p:spPr>
              <a:xfrm>
                <a:off x="5258882" y="2826842"/>
                <a:ext cx="1404249" cy="1707154"/>
              </a:xfrm>
              <a:prstGeom prst="cube">
                <a:avLst>
                  <a:gd name="adj" fmla="val 25000"/>
                </a:avLst>
              </a:prstGeom>
              <a:solidFill>
                <a:schemeClr val="dk1"/>
              </a:solidFill>
              <a:ln w="28575" cap="flat" cmpd="sng">
                <a:solidFill>
                  <a:srgbClr val="FCEEEE"/>
                </a:solidFill>
                <a:prstDash val="solid"/>
                <a:round/>
                <a:headEnd type="none" w="sm" len="sm"/>
                <a:tailEnd type="none" w="sm" len="sm"/>
              </a:ln>
              <a:effectLst>
                <a:outerShdw blurRad="38100" dist="19050" algn="bl" rotWithShape="0">
                  <a:srgbClr val="000000">
                    <a:alpha val="6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0" i="0" u="none" strike="noStrike" cap="none">
                    <a:solidFill>
                      <a:schemeClr val="lt1"/>
                    </a:solidFill>
                    <a:cs typeface="Arial"/>
                    <a:sym typeface="Arial"/>
                  </a:rPr>
                  <a:t>3</a:t>
                </a:r>
                <a:endParaRPr sz="1400"/>
              </a:p>
              <a:p>
                <a:pPr marL="0" marR="0" lvl="0" indent="0" algn="ctr" rtl="0">
                  <a:spcBef>
                    <a:spcPts val="0"/>
                  </a:spcBef>
                  <a:spcAft>
                    <a:spcPts val="0"/>
                  </a:spcAft>
                  <a:buNone/>
                </a:pPr>
                <a:r>
                  <a:rPr lang="en-US" sz="1400" b="0" i="0" u="none" strike="noStrike" cap="none">
                    <a:solidFill>
                      <a:schemeClr val="lt1"/>
                    </a:solidFill>
                    <a:cs typeface="Arial"/>
                    <a:sym typeface="Arial"/>
                  </a:rPr>
                  <a:t>番目</a:t>
                </a:r>
                <a:endParaRPr sz="1400" b="0" i="0" u="none" strike="noStrike" cap="none">
                  <a:solidFill>
                    <a:schemeClr val="lt1"/>
                  </a:solidFill>
                  <a:cs typeface="Arial"/>
                  <a:sym typeface="Arial"/>
                </a:endParaRPr>
              </a:p>
            </p:txBody>
          </p:sp>
          <p:sp>
            <p:nvSpPr>
              <p:cNvPr id="11" name="Google Shape;113;p16">
                <a:extLst>
                  <a:ext uri="{FF2B5EF4-FFF2-40B4-BE49-F238E27FC236}">
                    <a16:creationId xmlns:a16="http://schemas.microsoft.com/office/drawing/2014/main" id="{7F343D24-C241-43FF-85F4-AFF6B6B72916}"/>
                  </a:ext>
                </a:extLst>
              </p:cNvPr>
              <p:cNvSpPr/>
              <p:nvPr/>
            </p:nvSpPr>
            <p:spPr>
              <a:xfrm>
                <a:off x="6306107" y="2826842"/>
                <a:ext cx="1404249" cy="1707154"/>
              </a:xfrm>
              <a:prstGeom prst="cube">
                <a:avLst>
                  <a:gd name="adj" fmla="val 25000"/>
                </a:avLst>
              </a:prstGeom>
              <a:solidFill>
                <a:schemeClr val="dk1"/>
              </a:solidFill>
              <a:ln w="28575" cap="flat" cmpd="sng">
                <a:solidFill>
                  <a:srgbClr val="FCEEEE"/>
                </a:solidFill>
                <a:prstDash val="solid"/>
                <a:round/>
                <a:headEnd type="none" w="sm" len="sm"/>
                <a:tailEnd type="none" w="sm" len="sm"/>
              </a:ln>
              <a:effectLst>
                <a:outerShdw blurRad="38100" dist="19050" algn="bl" rotWithShape="0">
                  <a:srgbClr val="000000">
                    <a:alpha val="6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0" i="0" u="none" strike="noStrike" cap="none">
                    <a:solidFill>
                      <a:schemeClr val="lt1"/>
                    </a:solidFill>
                    <a:cs typeface="Arial"/>
                    <a:sym typeface="Arial"/>
                  </a:rPr>
                  <a:t>4</a:t>
                </a:r>
                <a:endParaRPr sz="1400"/>
              </a:p>
              <a:p>
                <a:pPr marL="0" marR="0" lvl="0" indent="0" algn="ctr" rtl="0">
                  <a:spcBef>
                    <a:spcPts val="0"/>
                  </a:spcBef>
                  <a:spcAft>
                    <a:spcPts val="0"/>
                  </a:spcAft>
                  <a:buNone/>
                </a:pPr>
                <a:r>
                  <a:rPr lang="en-US" sz="1400" b="0" i="0" u="none" strike="noStrike" cap="none">
                    <a:solidFill>
                      <a:schemeClr val="lt1"/>
                    </a:solidFill>
                    <a:cs typeface="Arial"/>
                    <a:sym typeface="Arial"/>
                  </a:rPr>
                  <a:t>番目</a:t>
                </a:r>
                <a:endParaRPr sz="1400" b="0" i="0" u="none" strike="noStrike" cap="none">
                  <a:solidFill>
                    <a:schemeClr val="lt1"/>
                  </a:solidFill>
                  <a:cs typeface="Arial"/>
                  <a:sym typeface="Arial"/>
                </a:endParaRPr>
              </a:p>
            </p:txBody>
          </p:sp>
          <p:sp>
            <p:nvSpPr>
              <p:cNvPr id="12" name="Google Shape;114;p16">
                <a:extLst>
                  <a:ext uri="{FF2B5EF4-FFF2-40B4-BE49-F238E27FC236}">
                    <a16:creationId xmlns:a16="http://schemas.microsoft.com/office/drawing/2014/main" id="{56B27176-02CE-41EA-8E3D-CB068F79DFE4}"/>
                  </a:ext>
                </a:extLst>
              </p:cNvPr>
              <p:cNvSpPr/>
              <p:nvPr/>
            </p:nvSpPr>
            <p:spPr>
              <a:xfrm>
                <a:off x="7358751" y="2826842"/>
                <a:ext cx="1404249" cy="1707154"/>
              </a:xfrm>
              <a:prstGeom prst="cube">
                <a:avLst>
                  <a:gd name="adj" fmla="val 25000"/>
                </a:avLst>
              </a:prstGeom>
              <a:solidFill>
                <a:schemeClr val="dk1"/>
              </a:solidFill>
              <a:ln w="28575" cap="flat" cmpd="sng">
                <a:solidFill>
                  <a:srgbClr val="FCEEEE"/>
                </a:solidFill>
                <a:prstDash val="solid"/>
                <a:round/>
                <a:headEnd type="none" w="sm" len="sm"/>
                <a:tailEnd type="none" w="sm" len="sm"/>
              </a:ln>
              <a:effectLst>
                <a:outerShdw blurRad="38100" dist="19050" algn="bl" rotWithShape="0">
                  <a:srgbClr val="000000">
                    <a:alpha val="6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0" i="0" u="none" strike="noStrike" cap="none">
                    <a:solidFill>
                      <a:schemeClr val="lt1"/>
                    </a:solidFill>
                    <a:cs typeface="Arial"/>
                    <a:sym typeface="Arial"/>
                  </a:rPr>
                  <a:t>5</a:t>
                </a:r>
                <a:endParaRPr sz="1400"/>
              </a:p>
              <a:p>
                <a:pPr marL="0" marR="0" lvl="0" indent="0" algn="ctr" rtl="0">
                  <a:spcBef>
                    <a:spcPts val="0"/>
                  </a:spcBef>
                  <a:spcAft>
                    <a:spcPts val="0"/>
                  </a:spcAft>
                  <a:buNone/>
                </a:pPr>
                <a:r>
                  <a:rPr lang="en-US" sz="1400" b="0" i="0" u="none" strike="noStrike" cap="none">
                    <a:solidFill>
                      <a:schemeClr val="lt1"/>
                    </a:solidFill>
                    <a:cs typeface="Arial"/>
                    <a:sym typeface="Arial"/>
                  </a:rPr>
                  <a:t>番目</a:t>
                </a:r>
                <a:endParaRPr sz="1400" b="0" i="0" u="none" strike="noStrike" cap="none">
                  <a:solidFill>
                    <a:schemeClr val="lt1"/>
                  </a:solidFill>
                  <a:cs typeface="Arial"/>
                  <a:sym typeface="Arial"/>
                </a:endParaRPr>
              </a:p>
            </p:txBody>
          </p:sp>
          <p:sp>
            <p:nvSpPr>
              <p:cNvPr id="13" name="Google Shape;115;p16">
                <a:extLst>
                  <a:ext uri="{FF2B5EF4-FFF2-40B4-BE49-F238E27FC236}">
                    <a16:creationId xmlns:a16="http://schemas.microsoft.com/office/drawing/2014/main" id="{BE7959ED-1898-4CA0-98A9-01976F9401FE}"/>
                  </a:ext>
                </a:extLst>
              </p:cNvPr>
              <p:cNvSpPr/>
              <p:nvPr/>
            </p:nvSpPr>
            <p:spPr>
              <a:xfrm>
                <a:off x="8410310" y="2826842"/>
                <a:ext cx="1404249" cy="1707154"/>
              </a:xfrm>
              <a:prstGeom prst="cube">
                <a:avLst>
                  <a:gd name="adj" fmla="val 25000"/>
                </a:avLst>
              </a:prstGeom>
              <a:solidFill>
                <a:schemeClr val="dk1"/>
              </a:solidFill>
              <a:ln w="28575" cap="flat" cmpd="sng">
                <a:solidFill>
                  <a:srgbClr val="FCEEEE"/>
                </a:solidFill>
                <a:prstDash val="solid"/>
                <a:round/>
                <a:headEnd type="none" w="sm" len="sm"/>
                <a:tailEnd type="none" w="sm" len="sm"/>
              </a:ln>
              <a:effectLst>
                <a:outerShdw blurRad="38100" dist="19050" algn="bl" rotWithShape="0">
                  <a:srgbClr val="000000">
                    <a:alpha val="6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0" i="0" u="none" strike="noStrike" cap="none">
                    <a:solidFill>
                      <a:schemeClr val="lt1"/>
                    </a:solidFill>
                    <a:cs typeface="Arial"/>
                    <a:sym typeface="Arial"/>
                  </a:rPr>
                  <a:t>6</a:t>
                </a:r>
                <a:endParaRPr sz="1400"/>
              </a:p>
              <a:p>
                <a:pPr marL="0" marR="0" lvl="0" indent="0" algn="ctr" rtl="0">
                  <a:spcBef>
                    <a:spcPts val="0"/>
                  </a:spcBef>
                  <a:spcAft>
                    <a:spcPts val="0"/>
                  </a:spcAft>
                  <a:buNone/>
                </a:pPr>
                <a:r>
                  <a:rPr lang="en-US" sz="1400" b="0" i="0" u="none" strike="noStrike" cap="none">
                    <a:solidFill>
                      <a:schemeClr val="lt1"/>
                    </a:solidFill>
                    <a:cs typeface="Arial"/>
                    <a:sym typeface="Arial"/>
                  </a:rPr>
                  <a:t>番目</a:t>
                </a:r>
                <a:endParaRPr sz="1400"/>
              </a:p>
            </p:txBody>
          </p:sp>
        </p:grpSp>
        <p:sp>
          <p:nvSpPr>
            <p:cNvPr id="14" name="Google Shape;116;p16">
              <a:extLst>
                <a:ext uri="{FF2B5EF4-FFF2-40B4-BE49-F238E27FC236}">
                  <a16:creationId xmlns:a16="http://schemas.microsoft.com/office/drawing/2014/main" id="{115BB9DC-9006-42FC-89B8-95AD8402514F}"/>
                </a:ext>
              </a:extLst>
            </p:cNvPr>
            <p:cNvSpPr/>
            <p:nvPr/>
          </p:nvSpPr>
          <p:spPr>
            <a:xfrm rot="16200000">
              <a:off x="4096277" y="-1330432"/>
              <a:ext cx="309243" cy="6100660"/>
            </a:xfrm>
            <a:prstGeom prst="rightBrace">
              <a:avLst>
                <a:gd name="adj1" fmla="val 8333"/>
                <a:gd name="adj2" fmla="val 50000"/>
              </a:avLst>
            </a:prstGeom>
            <a:noFill/>
            <a:ln w="38100" cap="flat" cmpd="sng">
              <a:solidFill>
                <a:srgbClr val="7A61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0" i="0" u="none" strike="noStrike" cap="none">
                <a:solidFill>
                  <a:schemeClr val="dk1"/>
                </a:solidFill>
                <a:cs typeface="Meiryo"/>
                <a:sym typeface="Meiryo"/>
              </a:endParaRPr>
            </a:p>
          </p:txBody>
        </p:sp>
        <p:sp>
          <p:nvSpPr>
            <p:cNvPr id="15" name="Google Shape;117;p16">
              <a:extLst>
                <a:ext uri="{FF2B5EF4-FFF2-40B4-BE49-F238E27FC236}">
                  <a16:creationId xmlns:a16="http://schemas.microsoft.com/office/drawing/2014/main" id="{F5252EAB-166B-4928-B8DF-79EE13DE20C2}"/>
                </a:ext>
              </a:extLst>
            </p:cNvPr>
            <p:cNvSpPr/>
            <p:nvPr/>
          </p:nvSpPr>
          <p:spPr>
            <a:xfrm rot="5400000">
              <a:off x="2914675" y="2951613"/>
              <a:ext cx="268528" cy="879783"/>
            </a:xfrm>
            <a:prstGeom prst="rightBrace">
              <a:avLst>
                <a:gd name="adj1" fmla="val 8333"/>
                <a:gd name="adj2" fmla="val 50000"/>
              </a:avLst>
            </a:prstGeom>
            <a:noFill/>
            <a:ln w="38100" cap="flat" cmpd="sng">
              <a:solidFill>
                <a:srgbClr val="7A61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0" i="0" u="none" strike="noStrike" cap="none">
                <a:solidFill>
                  <a:schemeClr val="dk1"/>
                </a:solidFill>
                <a:cs typeface="Meiryo"/>
                <a:sym typeface="Meiryo"/>
              </a:endParaRPr>
            </a:p>
          </p:txBody>
        </p:sp>
        <p:sp>
          <p:nvSpPr>
            <p:cNvPr id="16" name="Google Shape;118;p16">
              <a:extLst>
                <a:ext uri="{FF2B5EF4-FFF2-40B4-BE49-F238E27FC236}">
                  <a16:creationId xmlns:a16="http://schemas.microsoft.com/office/drawing/2014/main" id="{1EBB0533-3B6B-4153-99FF-60DA3A5C87FE}"/>
                </a:ext>
              </a:extLst>
            </p:cNvPr>
            <p:cNvSpPr txBox="1"/>
            <p:nvPr/>
          </p:nvSpPr>
          <p:spPr>
            <a:xfrm>
              <a:off x="3635010" y="1267884"/>
              <a:ext cx="1461770"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b="0" i="0" u="none" strike="noStrike" cap="none" dirty="0" err="1">
                  <a:solidFill>
                    <a:schemeClr val="dk1"/>
                  </a:solidFill>
                  <a:cs typeface="Meiryo"/>
                  <a:sym typeface="Meiryo"/>
                </a:rPr>
                <a:t>配列</a:t>
              </a:r>
              <a:r>
                <a:rPr lang="en-US" sz="1400" b="0" i="0" u="none" strike="noStrike" cap="none" dirty="0">
                  <a:solidFill>
                    <a:schemeClr val="dk1"/>
                  </a:solidFill>
                  <a:cs typeface="Meiryo"/>
                  <a:sym typeface="Meiryo"/>
                </a:rPr>
                <a:t>(array)</a:t>
              </a:r>
              <a:endParaRPr sz="1400" dirty="0">
                <a:solidFill>
                  <a:schemeClr val="dk1"/>
                </a:solidFill>
                <a:cs typeface="Meiryo"/>
                <a:sym typeface="Meiryo"/>
              </a:endParaRPr>
            </a:p>
          </p:txBody>
        </p:sp>
        <p:sp>
          <p:nvSpPr>
            <p:cNvPr id="17" name="Google Shape;119;p16">
              <a:extLst>
                <a:ext uri="{FF2B5EF4-FFF2-40B4-BE49-F238E27FC236}">
                  <a16:creationId xmlns:a16="http://schemas.microsoft.com/office/drawing/2014/main" id="{E2E073F8-32E6-4D79-8C97-BAB3A6BFE6F8}"/>
                </a:ext>
              </a:extLst>
            </p:cNvPr>
            <p:cNvSpPr txBox="1"/>
            <p:nvPr/>
          </p:nvSpPr>
          <p:spPr>
            <a:xfrm>
              <a:off x="2427782" y="3593363"/>
              <a:ext cx="1760474"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dirty="0" err="1">
                  <a:solidFill>
                    <a:schemeClr val="dk1"/>
                  </a:solidFill>
                  <a:cs typeface="Meiryo"/>
                  <a:sym typeface="Meiryo"/>
                </a:rPr>
                <a:t>要素</a:t>
              </a:r>
              <a:r>
                <a:rPr lang="en-US" sz="1400" dirty="0">
                  <a:solidFill>
                    <a:schemeClr val="dk1"/>
                  </a:solidFill>
                  <a:cs typeface="Meiryo"/>
                  <a:sym typeface="Meiryo"/>
                </a:rPr>
                <a:t>(element)</a:t>
              </a:r>
              <a:endParaRPr sz="1400" dirty="0">
                <a:solidFill>
                  <a:schemeClr val="dk1"/>
                </a:solidFill>
                <a:cs typeface="Meiryo"/>
                <a:sym typeface="Meiryo"/>
              </a:endParaRPr>
            </a:p>
          </p:txBody>
        </p:sp>
        <p:sp>
          <p:nvSpPr>
            <p:cNvPr id="18" name="Google Shape;120;p16">
              <a:extLst>
                <a:ext uri="{FF2B5EF4-FFF2-40B4-BE49-F238E27FC236}">
                  <a16:creationId xmlns:a16="http://schemas.microsoft.com/office/drawing/2014/main" id="{3015448E-7458-44DA-8693-648E12BF0C31}"/>
                </a:ext>
              </a:extLst>
            </p:cNvPr>
            <p:cNvSpPr txBox="1"/>
            <p:nvPr/>
          </p:nvSpPr>
          <p:spPr>
            <a:xfrm>
              <a:off x="5018958" y="3408697"/>
              <a:ext cx="1402488"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a:solidFill>
                    <a:schemeClr val="dk1"/>
                  </a:solidFill>
                  <a:cs typeface="Meiryo"/>
                  <a:sym typeface="Meiryo"/>
                </a:rPr>
                <a:t>添え字(index)</a:t>
              </a:r>
              <a:endParaRPr sz="1400">
                <a:solidFill>
                  <a:schemeClr val="dk1"/>
                </a:solidFill>
                <a:cs typeface="Meiryo"/>
                <a:sym typeface="Meiryo"/>
              </a:endParaRPr>
            </a:p>
          </p:txBody>
        </p:sp>
        <p:sp>
          <p:nvSpPr>
            <p:cNvPr id="19" name="Google Shape;121;p16">
              <a:extLst>
                <a:ext uri="{FF2B5EF4-FFF2-40B4-BE49-F238E27FC236}">
                  <a16:creationId xmlns:a16="http://schemas.microsoft.com/office/drawing/2014/main" id="{3005D83C-B7EC-4DA8-8ECE-3DE2BE5A30E3}"/>
                </a:ext>
              </a:extLst>
            </p:cNvPr>
            <p:cNvSpPr/>
            <p:nvPr/>
          </p:nvSpPr>
          <p:spPr>
            <a:xfrm rot="16200000">
              <a:off x="5503384" y="3034513"/>
              <a:ext cx="369332" cy="344649"/>
            </a:xfrm>
            <a:prstGeom prst="rightArrow">
              <a:avLst>
                <a:gd name="adj1" fmla="val 50000"/>
                <a:gd name="adj2" fmla="val 50000"/>
              </a:avLst>
            </a:prstGeom>
            <a:solidFill>
              <a:schemeClr val="tx2"/>
            </a:solidFill>
            <a:ln w="127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dk1"/>
                </a:solidFill>
                <a:cs typeface="Meiryo"/>
                <a:sym typeface="Meiryo"/>
              </a:endParaRPr>
            </a:p>
          </p:txBody>
        </p:sp>
      </p:grpSp>
      <p:sp>
        <p:nvSpPr>
          <p:cNvPr id="22" name="テキスト プレースホルダー 4">
            <a:extLst>
              <a:ext uri="{FF2B5EF4-FFF2-40B4-BE49-F238E27FC236}">
                <a16:creationId xmlns:a16="http://schemas.microsoft.com/office/drawing/2014/main" id="{6269760F-A874-4513-8213-97598B0F505A}"/>
              </a:ext>
            </a:extLst>
          </p:cNvPr>
          <p:cNvSpPr txBox="1">
            <a:spLocks/>
          </p:cNvSpPr>
          <p:nvPr/>
        </p:nvSpPr>
        <p:spPr>
          <a:xfrm>
            <a:off x="462875" y="4073612"/>
            <a:ext cx="8216900" cy="731848"/>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順番に並んでいるので番号をつけることができます。この番号を</a:t>
            </a:r>
            <a:r>
              <a:rPr lang="ja-JP" altLang="en-US" b="1" dirty="0">
                <a:solidFill>
                  <a:schemeClr val="tx2"/>
                </a:solidFill>
              </a:rPr>
              <a:t>添え字</a:t>
            </a:r>
            <a:r>
              <a:rPr lang="ja-JP" altLang="en-US" dirty="0"/>
              <a:t>といいます。</a:t>
            </a:r>
            <a:endParaRPr lang="en-US" altLang="ja-JP" dirty="0"/>
          </a:p>
          <a:p>
            <a:pPr marL="96838" indent="0">
              <a:buFont typeface="Arial" panose="020B0604020202020204" pitchFamily="34" charset="0"/>
              <a:buNone/>
            </a:pPr>
            <a:r>
              <a:rPr lang="ja-JP" altLang="en-US" dirty="0"/>
              <a:t>添え字は</a:t>
            </a:r>
            <a:r>
              <a:rPr lang="ja-JP" altLang="en-US" b="1" dirty="0">
                <a:solidFill>
                  <a:schemeClr val="tx2"/>
                </a:solidFill>
              </a:rPr>
              <a:t>必ず</a:t>
            </a:r>
            <a:r>
              <a:rPr lang="en-US" altLang="ja-JP" b="1" dirty="0">
                <a:solidFill>
                  <a:schemeClr val="tx2"/>
                </a:solidFill>
              </a:rPr>
              <a:t>0</a:t>
            </a:r>
            <a:r>
              <a:rPr lang="ja-JP" altLang="en-US" b="1" dirty="0">
                <a:solidFill>
                  <a:schemeClr val="tx2"/>
                </a:solidFill>
              </a:rPr>
              <a:t>番目から始まる</a:t>
            </a:r>
            <a:r>
              <a:rPr lang="ja-JP" altLang="en-US" dirty="0"/>
              <a:t>ことに注意してください。</a:t>
            </a:r>
          </a:p>
        </p:txBody>
      </p:sp>
    </p:spTree>
    <p:extLst>
      <p:ext uri="{BB962C8B-B14F-4D97-AF65-F5344CB8AC3E}">
        <p14:creationId xmlns:p14="http://schemas.microsoft.com/office/powerpoint/2010/main" val="655144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A5CBA997-9814-42AA-B26F-547A5087FB2B}"/>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E651634A-C732-488F-A066-B3E8F3EDBA97}"/>
              </a:ext>
            </a:extLst>
          </p:cNvPr>
          <p:cNvSpPr>
            <a:spLocks noGrp="1"/>
          </p:cNvSpPr>
          <p:nvPr>
            <p:ph type="ctrTitle"/>
          </p:nvPr>
        </p:nvSpPr>
        <p:spPr/>
        <p:txBody>
          <a:bodyPr/>
          <a:lstStyle/>
          <a:p>
            <a:r>
              <a:rPr kumimoji="1" lang="ja-JP" altLang="en-US" dirty="0"/>
              <a:t>配列の書き方</a:t>
            </a:r>
          </a:p>
        </p:txBody>
      </p:sp>
      <p:sp>
        <p:nvSpPr>
          <p:cNvPr id="4" name="スライド番号プレースホルダー 3">
            <a:extLst>
              <a:ext uri="{FF2B5EF4-FFF2-40B4-BE49-F238E27FC236}">
                <a16:creationId xmlns:a16="http://schemas.microsoft.com/office/drawing/2014/main" id="{234CC5C4-14B9-4B31-8C85-9CECEABAEDD8}"/>
              </a:ext>
            </a:extLst>
          </p:cNvPr>
          <p:cNvSpPr>
            <a:spLocks noGrp="1"/>
          </p:cNvSpPr>
          <p:nvPr>
            <p:ph type="sldNum" sz="quarter" idx="4"/>
          </p:nvPr>
        </p:nvSpPr>
        <p:spPr/>
        <p:txBody>
          <a:bodyPr/>
          <a:lstStyle/>
          <a:p>
            <a:fld id="{00000000-1234-1234-1234-123412341234}" type="slidenum">
              <a:rPr lang="en" smtClean="0"/>
              <a:pPr/>
              <a:t>6</a:t>
            </a:fld>
            <a:endParaRPr lang="en" dirty="0">
              <a:latin typeface="+mn-ea"/>
            </a:endParaRPr>
          </a:p>
        </p:txBody>
      </p:sp>
      <p:sp>
        <p:nvSpPr>
          <p:cNvPr id="6" name="テキスト プレースホルダー 5">
            <a:extLst>
              <a:ext uri="{FF2B5EF4-FFF2-40B4-BE49-F238E27FC236}">
                <a16:creationId xmlns:a16="http://schemas.microsoft.com/office/drawing/2014/main" id="{24D96E1F-D243-4AF0-8EB5-1776C5058F78}"/>
              </a:ext>
            </a:extLst>
          </p:cNvPr>
          <p:cNvSpPr>
            <a:spLocks noGrp="1"/>
          </p:cNvSpPr>
          <p:nvPr>
            <p:ph type="body" sz="quarter" idx="15"/>
          </p:nvPr>
        </p:nvSpPr>
        <p:spPr>
          <a:xfrm>
            <a:off x="463549" y="1023814"/>
            <a:ext cx="7177471" cy="851707"/>
          </a:xfrm>
        </p:spPr>
        <p:txBody>
          <a:bodyPr/>
          <a:lstStyle/>
          <a:p>
            <a:r>
              <a:rPr kumimoji="1" lang="ja-JP" altLang="en-US" dirty="0"/>
              <a:t>変数と酷似した書き方をできる</a:t>
            </a:r>
            <a:endParaRPr kumimoji="1" lang="en-US" altLang="ja-JP" dirty="0"/>
          </a:p>
          <a:p>
            <a:r>
              <a:rPr lang="ja-JP" altLang="en-US" dirty="0"/>
              <a:t>変数と書き方が違う部分に注目</a:t>
            </a:r>
            <a:endParaRPr kumimoji="1" lang="ja-JP" altLang="en-US" dirty="0"/>
          </a:p>
        </p:txBody>
      </p:sp>
      <p:sp>
        <p:nvSpPr>
          <p:cNvPr id="7" name="テキスト プレースホルダー 6">
            <a:extLst>
              <a:ext uri="{FF2B5EF4-FFF2-40B4-BE49-F238E27FC236}">
                <a16:creationId xmlns:a16="http://schemas.microsoft.com/office/drawing/2014/main" id="{C31B2FD2-4191-4D46-BAF1-2D779E40A037}"/>
              </a:ext>
            </a:extLst>
          </p:cNvPr>
          <p:cNvSpPr>
            <a:spLocks noGrp="1"/>
          </p:cNvSpPr>
          <p:nvPr>
            <p:ph type="body" sz="quarter" idx="16"/>
          </p:nvPr>
        </p:nvSpPr>
        <p:spPr/>
        <p:txBody>
          <a:bodyPr/>
          <a:lstStyle/>
          <a:p>
            <a:endParaRPr kumimoji="1" lang="ja-JP" altLang="en-US"/>
          </a:p>
        </p:txBody>
      </p:sp>
      <p:sp>
        <p:nvSpPr>
          <p:cNvPr id="8" name="テキスト プレースホルダー 4">
            <a:extLst>
              <a:ext uri="{FF2B5EF4-FFF2-40B4-BE49-F238E27FC236}">
                <a16:creationId xmlns:a16="http://schemas.microsoft.com/office/drawing/2014/main" id="{E22DD4DA-D8AC-4230-8183-40CA22DC164C}"/>
              </a:ext>
            </a:extLst>
          </p:cNvPr>
          <p:cNvSpPr>
            <a:spLocks noGrp="1"/>
          </p:cNvSpPr>
          <p:nvPr>
            <p:ph type="body" sz="quarter" idx="14"/>
          </p:nvPr>
        </p:nvSpPr>
        <p:spPr>
          <a:xfrm>
            <a:off x="463549" y="2195975"/>
            <a:ext cx="8216900" cy="1394880"/>
          </a:xfrm>
        </p:spPr>
        <p:txBody>
          <a:bodyPr/>
          <a:lstStyle/>
          <a:p>
            <a:pPr marL="96838" indent="0">
              <a:buNone/>
            </a:pPr>
            <a:r>
              <a:rPr kumimoji="1" lang="ja-JP" altLang="en-US" dirty="0"/>
              <a:t>変数も配列も数が違うだけでデータを入れる箱であることには変わりません。</a:t>
            </a:r>
          </a:p>
          <a:p>
            <a:pPr marL="96838" indent="0">
              <a:buNone/>
            </a:pPr>
            <a:r>
              <a:rPr kumimoji="1" lang="ja-JP" altLang="en-US" dirty="0"/>
              <a:t>変数を使う場合には宣言→代入→参照の順番で書きました。</a:t>
            </a:r>
          </a:p>
          <a:p>
            <a:pPr marL="96838" indent="0">
              <a:buNone/>
            </a:pPr>
            <a:r>
              <a:rPr kumimoji="1" lang="ja-JP" altLang="en-US" dirty="0"/>
              <a:t>では、配列の場合にはどう書けばいいのでしょうか。</a:t>
            </a:r>
            <a:endParaRPr kumimoji="1" lang="en-US" altLang="ja-JP" dirty="0"/>
          </a:p>
          <a:p>
            <a:pPr marL="96838" indent="0">
              <a:buNone/>
            </a:pPr>
            <a:endParaRPr lang="en-US" altLang="ja-JP" dirty="0"/>
          </a:p>
          <a:p>
            <a:pPr marL="96838" indent="0">
              <a:buNone/>
            </a:pPr>
            <a:r>
              <a:rPr kumimoji="1" lang="ja-JP" altLang="en-US" dirty="0"/>
              <a:t>次のページで配列の詳しい書き方を説明します。</a:t>
            </a:r>
          </a:p>
        </p:txBody>
      </p:sp>
    </p:spTree>
    <p:extLst>
      <p:ext uri="{BB962C8B-B14F-4D97-AF65-F5344CB8AC3E}">
        <p14:creationId xmlns:p14="http://schemas.microsoft.com/office/powerpoint/2010/main" val="3701431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65608947-BFB3-4FEA-AED0-D0E1B43AA0F5}"/>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6B20F84A-74E9-4AE6-9643-9ED31F4B5BFB}"/>
              </a:ext>
            </a:extLst>
          </p:cNvPr>
          <p:cNvSpPr>
            <a:spLocks noGrp="1"/>
          </p:cNvSpPr>
          <p:nvPr>
            <p:ph type="ctrTitle"/>
          </p:nvPr>
        </p:nvSpPr>
        <p:spPr/>
        <p:txBody>
          <a:bodyPr/>
          <a:lstStyle/>
          <a:p>
            <a:r>
              <a:rPr lang="en-US" altLang="ja-JP" dirty="0" err="1"/>
              <a:t>配列の書き方</a:t>
            </a:r>
            <a:endParaRPr kumimoji="1" lang="ja-JP" altLang="en-US" dirty="0"/>
          </a:p>
        </p:txBody>
      </p:sp>
      <p:sp>
        <p:nvSpPr>
          <p:cNvPr id="4" name="スライド番号プレースホルダー 3">
            <a:extLst>
              <a:ext uri="{FF2B5EF4-FFF2-40B4-BE49-F238E27FC236}">
                <a16:creationId xmlns:a16="http://schemas.microsoft.com/office/drawing/2014/main" id="{F28CF4A2-67AA-4AF3-A84D-E4198BC5A216}"/>
              </a:ext>
            </a:extLst>
          </p:cNvPr>
          <p:cNvSpPr>
            <a:spLocks noGrp="1"/>
          </p:cNvSpPr>
          <p:nvPr>
            <p:ph type="sldNum" sz="quarter" idx="4"/>
          </p:nvPr>
        </p:nvSpPr>
        <p:spPr/>
        <p:txBody>
          <a:bodyPr/>
          <a:lstStyle/>
          <a:p>
            <a:fld id="{00000000-1234-1234-1234-123412341234}" type="slidenum">
              <a:rPr lang="en" smtClean="0"/>
              <a:pPr/>
              <a:t>7</a:t>
            </a:fld>
            <a:endParaRPr lang="en" dirty="0"/>
          </a:p>
        </p:txBody>
      </p:sp>
      <p:graphicFrame>
        <p:nvGraphicFramePr>
          <p:cNvPr id="6" name="表 6">
            <a:extLst>
              <a:ext uri="{FF2B5EF4-FFF2-40B4-BE49-F238E27FC236}">
                <a16:creationId xmlns:a16="http://schemas.microsoft.com/office/drawing/2014/main" id="{44380A86-AA42-4DB7-A671-620E8EF972B8}"/>
              </a:ext>
            </a:extLst>
          </p:cNvPr>
          <p:cNvGraphicFramePr>
            <a:graphicFrameLocks noGrp="1"/>
          </p:cNvGraphicFramePr>
          <p:nvPr>
            <p:extLst>
              <p:ext uri="{D42A27DB-BD31-4B8C-83A1-F6EECF244321}">
                <p14:modId xmlns:p14="http://schemas.microsoft.com/office/powerpoint/2010/main" val="97141539"/>
              </p:ext>
            </p:extLst>
          </p:nvPr>
        </p:nvGraphicFramePr>
        <p:xfrm>
          <a:off x="1051560" y="1884938"/>
          <a:ext cx="6096000" cy="2558865"/>
        </p:xfrm>
        <a:graphic>
          <a:graphicData uri="http://schemas.openxmlformats.org/drawingml/2006/table">
            <a:tbl>
              <a:tblPr firstRow="1" bandRow="1">
                <a:tableStyleId>{2D5ABB26-0587-4C30-8999-92F81FD0307C}</a:tableStyleId>
              </a:tblPr>
              <a:tblGrid>
                <a:gridCol w="4069080">
                  <a:extLst>
                    <a:ext uri="{9D8B030D-6E8A-4147-A177-3AD203B41FA5}">
                      <a16:colId xmlns:a16="http://schemas.microsoft.com/office/drawing/2014/main" val="718363071"/>
                    </a:ext>
                  </a:extLst>
                </a:gridCol>
                <a:gridCol w="2026920">
                  <a:extLst>
                    <a:ext uri="{9D8B030D-6E8A-4147-A177-3AD203B41FA5}">
                      <a16:colId xmlns:a16="http://schemas.microsoft.com/office/drawing/2014/main" val="1454379714"/>
                    </a:ext>
                  </a:extLst>
                </a:gridCol>
              </a:tblGrid>
              <a:tr h="517675">
                <a:tc>
                  <a:txBody>
                    <a:bodyPr/>
                    <a:lstStyle/>
                    <a:p>
                      <a:r>
                        <a:rPr kumimoji="1" lang="en-US" altLang="ja-JP" sz="2000" b="1" dirty="0">
                          <a:solidFill>
                            <a:schemeClr val="accent1"/>
                          </a:solidFill>
                        </a:rPr>
                        <a:t>int[] array;</a:t>
                      </a:r>
                      <a:endParaRPr kumimoji="1" lang="en-US" altLang="ja-JP" sz="2000" b="1" dirty="0">
                        <a:solidFill>
                          <a:schemeClr val="accent1"/>
                        </a:solidFill>
                        <a:latin typeface="+mn-lt"/>
                      </a:endParaRPr>
                    </a:p>
                  </a:txBody>
                  <a:tcPr/>
                </a:tc>
                <a:tc>
                  <a:txBody>
                    <a:bodyPr/>
                    <a:lstStyle/>
                    <a:p>
                      <a:endParaRPr kumimoji="1" lang="ja-JP" altLang="en-US" sz="1400" dirty="0">
                        <a:latin typeface="+mn-lt"/>
                      </a:endParaRPr>
                    </a:p>
                  </a:txBody>
                  <a:tcPr/>
                </a:tc>
                <a:extLst>
                  <a:ext uri="{0D108BD9-81ED-4DB2-BD59-A6C34878D82A}">
                    <a16:rowId xmlns:a16="http://schemas.microsoft.com/office/drawing/2014/main" val="66075087"/>
                  </a:ext>
                </a:extLst>
              </a:tr>
              <a:tr h="517675">
                <a:tc>
                  <a:txBody>
                    <a:bodyPr/>
                    <a:lstStyle/>
                    <a:p>
                      <a:r>
                        <a:rPr kumimoji="1" lang="en-US" altLang="ja-JP" sz="2000" b="1" dirty="0">
                          <a:solidFill>
                            <a:schemeClr val="accent1"/>
                          </a:solidFill>
                        </a:rPr>
                        <a:t>array = new int[3];</a:t>
                      </a:r>
                      <a:endParaRPr kumimoji="1" lang="ja-JP" altLang="en-US" sz="2000" b="1" dirty="0">
                        <a:solidFill>
                          <a:schemeClr val="accent1"/>
                        </a:solidFill>
                        <a:latin typeface="+mn-lt"/>
                      </a:endParaRPr>
                    </a:p>
                  </a:txBody>
                  <a:tcPr/>
                </a:tc>
                <a:tc>
                  <a:txBody>
                    <a:bodyPr/>
                    <a:lstStyle/>
                    <a:p>
                      <a:endParaRPr kumimoji="1" lang="ja-JP" altLang="en-US" sz="1400" dirty="0">
                        <a:latin typeface="+mn-lt"/>
                      </a:endParaRPr>
                    </a:p>
                  </a:txBody>
                  <a:tcPr/>
                </a:tc>
                <a:extLst>
                  <a:ext uri="{0D108BD9-81ED-4DB2-BD59-A6C34878D82A}">
                    <a16:rowId xmlns:a16="http://schemas.microsoft.com/office/drawing/2014/main" val="3670265699"/>
                  </a:ext>
                </a:extLst>
              </a:tr>
              <a:tr h="989256">
                <a:tc>
                  <a:txBody>
                    <a:bodyPr/>
                    <a:lstStyle/>
                    <a:p>
                      <a:r>
                        <a:rPr kumimoji="1" lang="en-US" altLang="ja-JP" sz="2000" b="1" dirty="0">
                          <a:solidFill>
                            <a:schemeClr val="accent1"/>
                          </a:solidFill>
                        </a:rPr>
                        <a:t>array[0] = 10;</a:t>
                      </a:r>
                    </a:p>
                    <a:p>
                      <a:r>
                        <a:rPr kumimoji="1" lang="en-US" altLang="ja-JP" sz="2000" b="1" dirty="0">
                          <a:solidFill>
                            <a:schemeClr val="accent1"/>
                          </a:solidFill>
                        </a:rPr>
                        <a:t>array[1] = 20;</a:t>
                      </a:r>
                    </a:p>
                    <a:p>
                      <a:r>
                        <a:rPr kumimoji="1" lang="en-US" altLang="ja-JP" sz="2000" b="1" dirty="0">
                          <a:solidFill>
                            <a:schemeClr val="accent1"/>
                          </a:solidFill>
                        </a:rPr>
                        <a:t>array[2]</a:t>
                      </a:r>
                      <a:r>
                        <a:rPr kumimoji="1" lang="ja-JP" altLang="en-US" sz="2000" b="1" dirty="0">
                          <a:solidFill>
                            <a:schemeClr val="accent1"/>
                          </a:solidFill>
                        </a:rPr>
                        <a:t> </a:t>
                      </a:r>
                      <a:r>
                        <a:rPr kumimoji="1" lang="en-US" altLang="ja-JP" sz="2000" b="1" dirty="0">
                          <a:solidFill>
                            <a:schemeClr val="accent1"/>
                          </a:solidFill>
                        </a:rPr>
                        <a:t>=</a:t>
                      </a:r>
                      <a:r>
                        <a:rPr kumimoji="1" lang="ja-JP" altLang="en-US" sz="2000" b="1" dirty="0">
                          <a:solidFill>
                            <a:schemeClr val="accent1"/>
                          </a:solidFill>
                        </a:rPr>
                        <a:t> </a:t>
                      </a:r>
                      <a:r>
                        <a:rPr kumimoji="1" lang="en-US" altLang="ja-JP" sz="2000" b="1" dirty="0">
                          <a:solidFill>
                            <a:schemeClr val="accent1"/>
                          </a:solidFill>
                        </a:rPr>
                        <a:t>30;</a:t>
                      </a:r>
                      <a:endParaRPr kumimoji="1" lang="en-US" altLang="ja-JP" sz="2000" b="1" dirty="0">
                        <a:solidFill>
                          <a:schemeClr val="accent1"/>
                        </a:solidFill>
                        <a:latin typeface="+mn-lt"/>
                      </a:endParaRPr>
                    </a:p>
                  </a:txBody>
                  <a:tcPr/>
                </a:tc>
                <a:tc>
                  <a:txBody>
                    <a:bodyPr/>
                    <a:lstStyle/>
                    <a:p>
                      <a:endParaRPr kumimoji="1" lang="ja-JP" altLang="en-US" sz="1400" dirty="0">
                        <a:latin typeface="+mn-lt"/>
                      </a:endParaRPr>
                    </a:p>
                  </a:txBody>
                  <a:tcPr/>
                </a:tc>
                <a:extLst>
                  <a:ext uri="{0D108BD9-81ED-4DB2-BD59-A6C34878D82A}">
                    <a16:rowId xmlns:a16="http://schemas.microsoft.com/office/drawing/2014/main" val="3185159678"/>
                  </a:ext>
                </a:extLst>
              </a:tr>
              <a:tr h="517675">
                <a:tc>
                  <a:txBody>
                    <a:bodyPr/>
                    <a:lstStyle/>
                    <a:p>
                      <a:r>
                        <a:rPr kumimoji="1" lang="en-US" altLang="ja-JP" sz="2000" b="1" dirty="0" err="1">
                          <a:solidFill>
                            <a:schemeClr val="accent1"/>
                          </a:solidFill>
                        </a:rPr>
                        <a:t>System.out.println</a:t>
                      </a:r>
                      <a:r>
                        <a:rPr kumimoji="1" lang="en-US" altLang="ja-JP" sz="2000" b="1" dirty="0">
                          <a:solidFill>
                            <a:schemeClr val="accent1"/>
                          </a:solidFill>
                        </a:rPr>
                        <a:t>(array[0]);</a:t>
                      </a:r>
                      <a:endParaRPr kumimoji="1" lang="ja-JP" altLang="en-US" sz="2000" b="1" dirty="0">
                        <a:solidFill>
                          <a:schemeClr val="accent1"/>
                        </a:solidFill>
                        <a:latin typeface="+mn-lt"/>
                      </a:endParaRPr>
                    </a:p>
                  </a:txBody>
                  <a:tcPr/>
                </a:tc>
                <a:tc>
                  <a:txBody>
                    <a:bodyPr/>
                    <a:lstStyle/>
                    <a:p>
                      <a:endParaRPr kumimoji="1" lang="ja-JP" altLang="en-US" sz="1400" dirty="0">
                        <a:latin typeface="+mn-lt"/>
                      </a:endParaRPr>
                    </a:p>
                  </a:txBody>
                  <a:tcPr/>
                </a:tc>
                <a:extLst>
                  <a:ext uri="{0D108BD9-81ED-4DB2-BD59-A6C34878D82A}">
                    <a16:rowId xmlns:a16="http://schemas.microsoft.com/office/drawing/2014/main" val="716391625"/>
                  </a:ext>
                </a:extLst>
              </a:tr>
            </a:tbl>
          </a:graphicData>
        </a:graphic>
      </p:graphicFrame>
      <p:sp>
        <p:nvSpPr>
          <p:cNvPr id="7" name="四角形: 角を丸くする 6">
            <a:extLst>
              <a:ext uri="{FF2B5EF4-FFF2-40B4-BE49-F238E27FC236}">
                <a16:creationId xmlns:a16="http://schemas.microsoft.com/office/drawing/2014/main" id="{4BB5458C-2295-4333-908D-3684DE458D08}"/>
              </a:ext>
            </a:extLst>
          </p:cNvPr>
          <p:cNvSpPr/>
          <p:nvPr/>
        </p:nvSpPr>
        <p:spPr>
          <a:xfrm>
            <a:off x="5196840" y="1981645"/>
            <a:ext cx="1874520" cy="327215"/>
          </a:xfrm>
          <a:prstGeom prst="roundRect">
            <a:avLst>
              <a:gd name="adj" fmla="val 39954"/>
            </a:avLst>
          </a:prstGeom>
          <a:solidFill>
            <a:schemeClr val="tx2">
              <a:lumMod val="20000"/>
              <a:lumOff val="8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配列の宣言</a:t>
            </a:r>
          </a:p>
        </p:txBody>
      </p:sp>
      <p:sp>
        <p:nvSpPr>
          <p:cNvPr id="8" name="四角形: 角を丸くする 7">
            <a:extLst>
              <a:ext uri="{FF2B5EF4-FFF2-40B4-BE49-F238E27FC236}">
                <a16:creationId xmlns:a16="http://schemas.microsoft.com/office/drawing/2014/main" id="{6B2668E2-1D6A-42ED-904A-CC96DFD8A4FA}"/>
              </a:ext>
            </a:extLst>
          </p:cNvPr>
          <p:cNvSpPr/>
          <p:nvPr/>
        </p:nvSpPr>
        <p:spPr>
          <a:xfrm>
            <a:off x="5196840" y="2507426"/>
            <a:ext cx="1874520" cy="327215"/>
          </a:xfrm>
          <a:prstGeom prst="roundRect">
            <a:avLst>
              <a:gd name="adj" fmla="val 39954"/>
            </a:avLst>
          </a:prstGeom>
          <a:solidFill>
            <a:schemeClr val="tx2">
              <a:lumMod val="20000"/>
              <a:lumOff val="8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要素の作成</a:t>
            </a:r>
          </a:p>
        </p:txBody>
      </p:sp>
      <p:sp>
        <p:nvSpPr>
          <p:cNvPr id="9" name="四角形: 角を丸くする 8">
            <a:extLst>
              <a:ext uri="{FF2B5EF4-FFF2-40B4-BE49-F238E27FC236}">
                <a16:creationId xmlns:a16="http://schemas.microsoft.com/office/drawing/2014/main" id="{5A2F7215-6636-4AE3-AE50-5A3767DA50CC}"/>
              </a:ext>
            </a:extLst>
          </p:cNvPr>
          <p:cNvSpPr/>
          <p:nvPr/>
        </p:nvSpPr>
        <p:spPr>
          <a:xfrm>
            <a:off x="5196840" y="3256963"/>
            <a:ext cx="1874520" cy="327215"/>
          </a:xfrm>
          <a:prstGeom prst="roundRect">
            <a:avLst>
              <a:gd name="adj" fmla="val 39954"/>
            </a:avLst>
          </a:prstGeom>
          <a:solidFill>
            <a:schemeClr val="tx2">
              <a:lumMod val="20000"/>
              <a:lumOff val="8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要素の代入</a:t>
            </a:r>
          </a:p>
        </p:txBody>
      </p:sp>
      <p:sp>
        <p:nvSpPr>
          <p:cNvPr id="10" name="四角形: 角を丸くする 9">
            <a:extLst>
              <a:ext uri="{FF2B5EF4-FFF2-40B4-BE49-F238E27FC236}">
                <a16:creationId xmlns:a16="http://schemas.microsoft.com/office/drawing/2014/main" id="{B9A49085-154E-4FAB-9546-485C6C12A9DC}"/>
              </a:ext>
            </a:extLst>
          </p:cNvPr>
          <p:cNvSpPr/>
          <p:nvPr/>
        </p:nvSpPr>
        <p:spPr>
          <a:xfrm>
            <a:off x="5196840" y="4006500"/>
            <a:ext cx="1874520" cy="327215"/>
          </a:xfrm>
          <a:prstGeom prst="roundRect">
            <a:avLst>
              <a:gd name="adj" fmla="val 39954"/>
            </a:avLst>
          </a:prstGeom>
          <a:solidFill>
            <a:schemeClr val="tx2">
              <a:lumMod val="20000"/>
              <a:lumOff val="8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要素の参照</a:t>
            </a:r>
          </a:p>
        </p:txBody>
      </p:sp>
      <p:sp>
        <p:nvSpPr>
          <p:cNvPr id="13" name="テキスト プレースホルダー 4">
            <a:extLst>
              <a:ext uri="{FF2B5EF4-FFF2-40B4-BE49-F238E27FC236}">
                <a16:creationId xmlns:a16="http://schemas.microsoft.com/office/drawing/2014/main" id="{577EF30D-2C7A-4889-9319-2FF66E3AF747}"/>
              </a:ext>
            </a:extLst>
          </p:cNvPr>
          <p:cNvSpPr>
            <a:spLocks noGrp="1"/>
          </p:cNvSpPr>
          <p:nvPr>
            <p:ph type="body" sz="quarter" idx="14"/>
          </p:nvPr>
        </p:nvSpPr>
        <p:spPr>
          <a:xfrm>
            <a:off x="533400" y="901385"/>
            <a:ext cx="8216900" cy="881694"/>
          </a:xfrm>
        </p:spPr>
        <p:txBody>
          <a:bodyPr/>
          <a:lstStyle/>
          <a:p>
            <a:pPr marL="96838" indent="0">
              <a:buNone/>
            </a:pPr>
            <a:r>
              <a:rPr kumimoji="1" lang="ja-JP" altLang="en-US" dirty="0"/>
              <a:t>宣言、代入、参照は覚えていますか？　変数の勉強をしたときに出てきた言葉です。</a:t>
            </a:r>
            <a:endParaRPr kumimoji="1" lang="en-US" altLang="ja-JP" dirty="0"/>
          </a:p>
          <a:p>
            <a:pPr marL="96838" indent="0">
              <a:buNone/>
            </a:pPr>
            <a:r>
              <a:rPr lang="ja-JP" altLang="en-US" dirty="0"/>
              <a:t>ここではそれに追加して、「要素の作成」という部分があることに注意しましょう。</a:t>
            </a:r>
            <a:endParaRPr kumimoji="1" lang="ja-JP" altLang="en-US" dirty="0"/>
          </a:p>
        </p:txBody>
      </p:sp>
    </p:spTree>
    <p:extLst>
      <p:ext uri="{BB962C8B-B14F-4D97-AF65-F5344CB8AC3E}">
        <p14:creationId xmlns:p14="http://schemas.microsoft.com/office/powerpoint/2010/main" val="30257647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88875A60-1349-406A-9A67-FAB8ACA9E689}"/>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6065C671-29C1-42DC-9C1E-A88CECEB07A6}"/>
              </a:ext>
            </a:extLst>
          </p:cNvPr>
          <p:cNvSpPr>
            <a:spLocks noGrp="1"/>
          </p:cNvSpPr>
          <p:nvPr>
            <p:ph type="ctrTitle"/>
          </p:nvPr>
        </p:nvSpPr>
        <p:spPr/>
        <p:txBody>
          <a:bodyPr/>
          <a:lstStyle/>
          <a:p>
            <a:r>
              <a:rPr lang="en-US" altLang="ja-JP" dirty="0" err="1"/>
              <a:t>配列の書き方</a:t>
            </a:r>
            <a:endParaRPr kumimoji="1" lang="ja-JP" altLang="en-US" dirty="0"/>
          </a:p>
        </p:txBody>
      </p:sp>
      <p:sp>
        <p:nvSpPr>
          <p:cNvPr id="4" name="スライド番号プレースホルダー 3">
            <a:extLst>
              <a:ext uri="{FF2B5EF4-FFF2-40B4-BE49-F238E27FC236}">
                <a16:creationId xmlns:a16="http://schemas.microsoft.com/office/drawing/2014/main" id="{D580A996-1EED-400F-81B2-E0A7458403D3}"/>
              </a:ext>
            </a:extLst>
          </p:cNvPr>
          <p:cNvSpPr>
            <a:spLocks noGrp="1"/>
          </p:cNvSpPr>
          <p:nvPr>
            <p:ph type="sldNum" sz="quarter" idx="4"/>
          </p:nvPr>
        </p:nvSpPr>
        <p:spPr/>
        <p:txBody>
          <a:bodyPr/>
          <a:lstStyle/>
          <a:p>
            <a:fld id="{00000000-1234-1234-1234-123412341234}" type="slidenum">
              <a:rPr lang="en" smtClean="0"/>
              <a:pPr/>
              <a:t>8</a:t>
            </a:fld>
            <a:endParaRPr lang="en" dirty="0"/>
          </a:p>
        </p:txBody>
      </p:sp>
      <p:sp>
        <p:nvSpPr>
          <p:cNvPr id="5" name="テキスト プレースホルダー 4">
            <a:extLst>
              <a:ext uri="{FF2B5EF4-FFF2-40B4-BE49-F238E27FC236}">
                <a16:creationId xmlns:a16="http://schemas.microsoft.com/office/drawing/2014/main" id="{35CC0BAD-936C-4EB6-92E1-56B969F9F1E7}"/>
              </a:ext>
            </a:extLst>
          </p:cNvPr>
          <p:cNvSpPr>
            <a:spLocks noGrp="1"/>
          </p:cNvSpPr>
          <p:nvPr>
            <p:ph type="body" sz="quarter" idx="14"/>
          </p:nvPr>
        </p:nvSpPr>
        <p:spPr>
          <a:xfrm>
            <a:off x="462875" y="859491"/>
            <a:ext cx="8216900" cy="2843829"/>
          </a:xfrm>
        </p:spPr>
        <p:txBody>
          <a:bodyPr/>
          <a:lstStyle/>
          <a:p>
            <a:pPr marL="96838" indent="0">
              <a:buNone/>
            </a:pPr>
            <a:r>
              <a:rPr kumimoji="1" lang="ja-JP" altLang="en-US" dirty="0"/>
              <a:t>変数とは違い、配列は宣言→作成→代入→参照の順番です。作業が</a:t>
            </a:r>
            <a:r>
              <a:rPr kumimoji="1" lang="en-US" altLang="ja-JP" dirty="0"/>
              <a:t>1</a:t>
            </a:r>
            <a:r>
              <a:rPr kumimoji="1" lang="ja-JP" altLang="en-US" dirty="0"/>
              <a:t>つ増えるだけでなく、配列はかなり複雑です。</a:t>
            </a:r>
            <a:r>
              <a:rPr kumimoji="1" lang="en-US" altLang="ja-JP" dirty="0"/>
              <a:t>1</a:t>
            </a:r>
            <a:r>
              <a:rPr kumimoji="1" lang="ja-JP" altLang="en-US" dirty="0"/>
              <a:t>つずつ解説していきますので、しっかり理解してください。</a:t>
            </a:r>
          </a:p>
          <a:p>
            <a:pPr marL="96838" indent="0">
              <a:buNone/>
            </a:pPr>
            <a:endParaRPr kumimoji="1" lang="en-US" altLang="ja-JP" dirty="0"/>
          </a:p>
          <a:p>
            <a:pPr marL="439738" indent="-342900">
              <a:buFont typeface="+mj-lt"/>
              <a:buAutoNum type="arabicPeriod"/>
            </a:pPr>
            <a:r>
              <a:rPr kumimoji="1" lang="ja-JP" altLang="en-US" b="1" dirty="0">
                <a:solidFill>
                  <a:schemeClr val="tx2"/>
                </a:solidFill>
              </a:rPr>
              <a:t>配列の宣言（全体を入れる箱を作ること）</a:t>
            </a:r>
            <a:r>
              <a:rPr lang="en-US" altLang="ja-JP" b="1" dirty="0">
                <a:solidFill>
                  <a:schemeClr val="tx2"/>
                </a:solidFill>
              </a:rPr>
              <a:t>	</a:t>
            </a:r>
            <a:r>
              <a:rPr kumimoji="1" lang="ja-JP" altLang="en-US" b="1" dirty="0">
                <a:solidFill>
                  <a:schemeClr val="tx2"/>
                </a:solidFill>
              </a:rPr>
              <a:t>書き方：要素の型</a:t>
            </a:r>
            <a:r>
              <a:rPr kumimoji="1" lang="en-US" altLang="ja-JP" b="1" dirty="0">
                <a:solidFill>
                  <a:schemeClr val="tx2"/>
                </a:solidFill>
              </a:rPr>
              <a:t>[]</a:t>
            </a:r>
            <a:r>
              <a:rPr kumimoji="1" lang="ja-JP" altLang="en-US" b="1" dirty="0">
                <a:solidFill>
                  <a:schemeClr val="tx2"/>
                </a:solidFill>
              </a:rPr>
              <a:t>　配列変数名</a:t>
            </a:r>
            <a:r>
              <a:rPr kumimoji="1" lang="en-US" altLang="ja-JP" b="1" dirty="0">
                <a:solidFill>
                  <a:schemeClr val="tx2"/>
                </a:solidFill>
              </a:rPr>
              <a:t>;</a:t>
            </a:r>
          </a:p>
          <a:p>
            <a:pPr marL="452438" lvl="1" indent="0">
              <a:buNone/>
            </a:pPr>
            <a:r>
              <a:rPr kumimoji="1" lang="ja-JP" altLang="en-US" dirty="0"/>
              <a:t>まずは宣言が必要です。これは変数と同様に箱を作ることです。</a:t>
            </a:r>
            <a:br>
              <a:rPr kumimoji="1" lang="ja-JP" altLang="en-US" dirty="0"/>
            </a:br>
            <a:r>
              <a:rPr kumimoji="1" lang="ja-JP" altLang="en-US" dirty="0"/>
              <a:t>ただし、まだこの段階では要素の数がわからないのでどのくらいの大きさの箱を作ればいいのかわからず、箱が作れないのでは？</a:t>
            </a:r>
            <a:endParaRPr kumimoji="1" lang="en-US" altLang="ja-JP" dirty="0"/>
          </a:p>
          <a:p>
            <a:pPr marL="452438" lvl="1" indent="0">
              <a:buNone/>
            </a:pPr>
            <a:r>
              <a:rPr kumimoji="1" lang="ja-JP" altLang="en-US" dirty="0"/>
              <a:t>と思う人がいるのではないでしょうか。</a:t>
            </a:r>
            <a:endParaRPr kumimoji="1" lang="en-US" altLang="ja-JP" dirty="0"/>
          </a:p>
          <a:p>
            <a:pPr marL="452438" lvl="1" indent="0">
              <a:buNone/>
            </a:pPr>
            <a:r>
              <a:rPr kumimoji="1" lang="ja-JP" altLang="en-US" dirty="0"/>
              <a:t>実はここで作る箱はデータを入れる箱ではなく、データの置き場所（アドレス）を入れる箱なのです。</a:t>
            </a:r>
            <a:endParaRPr kumimoji="1" lang="en-US" altLang="ja-JP" dirty="0"/>
          </a:p>
          <a:p>
            <a:pPr marL="452438" lvl="1" indent="0">
              <a:buNone/>
            </a:pPr>
            <a:r>
              <a:rPr kumimoji="1" lang="ja-JP" altLang="en-US" dirty="0"/>
              <a:t>書き方はデータ型の後ろに角カッコ「</a:t>
            </a:r>
            <a:r>
              <a:rPr kumimoji="1" lang="en-US" altLang="ja-JP" dirty="0"/>
              <a:t>[</a:t>
            </a:r>
            <a:r>
              <a:rPr kumimoji="1" lang="ja-JP" altLang="en-US" dirty="0"/>
              <a:t>　</a:t>
            </a:r>
            <a:r>
              <a:rPr kumimoji="1" lang="en-US" altLang="ja-JP" dirty="0"/>
              <a:t>]</a:t>
            </a:r>
            <a:r>
              <a:rPr kumimoji="1" lang="ja-JP" altLang="en-US" dirty="0"/>
              <a:t>」をつけます。</a:t>
            </a:r>
            <a:br>
              <a:rPr kumimoji="1" lang="ja-JP" altLang="en-US" dirty="0"/>
            </a:br>
            <a:r>
              <a:rPr kumimoji="1" lang="ja-JP" altLang="en-US" dirty="0"/>
              <a:t>これで作るのは「変数ではなく、配列」ということがわかります。</a:t>
            </a:r>
          </a:p>
          <a:p>
            <a:pPr marL="96838" indent="0">
              <a:buNone/>
            </a:pPr>
            <a:endParaRPr kumimoji="1" lang="ja-JP" altLang="en-US" dirty="0"/>
          </a:p>
        </p:txBody>
      </p:sp>
      <p:sp>
        <p:nvSpPr>
          <p:cNvPr id="6" name="Google Shape;141;p18">
            <a:extLst>
              <a:ext uri="{FF2B5EF4-FFF2-40B4-BE49-F238E27FC236}">
                <a16:creationId xmlns:a16="http://schemas.microsoft.com/office/drawing/2014/main" id="{2221DFF8-72C3-4060-B108-4E7A7779EDF8}"/>
              </a:ext>
            </a:extLst>
          </p:cNvPr>
          <p:cNvSpPr/>
          <p:nvPr/>
        </p:nvSpPr>
        <p:spPr>
          <a:xfrm>
            <a:off x="6726904" y="3394473"/>
            <a:ext cx="1174860" cy="1235075"/>
          </a:xfrm>
          <a:prstGeom prst="cube">
            <a:avLst>
              <a:gd name="adj" fmla="val 25000"/>
            </a:avLst>
          </a:prstGeom>
          <a:solidFill>
            <a:schemeClr val="dk1"/>
          </a:solidFill>
          <a:ln w="28575" cap="flat" cmpd="sng">
            <a:solidFill>
              <a:srgbClr val="FCEEEE"/>
            </a:solidFill>
            <a:prstDash val="solid"/>
            <a:round/>
            <a:headEnd type="none" w="sm" len="sm"/>
            <a:tailEnd type="none" w="sm" len="sm"/>
          </a:ln>
          <a:effectLst>
            <a:outerShdw blurRad="38100" dist="19050" algn="bl" rotWithShape="0">
              <a:srgbClr val="000000">
                <a:alpha val="6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mn-ea"/>
                <a:cs typeface="Arial"/>
                <a:sym typeface="Arial"/>
              </a:rPr>
              <a:t>配列</a:t>
            </a:r>
            <a:endParaRPr>
              <a:latin typeface="+mn-ea"/>
            </a:endParaRPr>
          </a:p>
          <a:p>
            <a:pPr marL="0" marR="0" lvl="0" indent="0" algn="ctr" rtl="0">
              <a:spcBef>
                <a:spcPts val="0"/>
              </a:spcBef>
              <a:spcAft>
                <a:spcPts val="0"/>
              </a:spcAft>
              <a:buNone/>
            </a:pPr>
            <a:r>
              <a:rPr lang="en-US" sz="1800">
                <a:solidFill>
                  <a:schemeClr val="lt1"/>
                </a:solidFill>
                <a:latin typeface="+mn-ea"/>
                <a:cs typeface="Arial"/>
                <a:sym typeface="Arial"/>
              </a:rPr>
              <a:t>変数</a:t>
            </a:r>
            <a:endParaRPr sz="1800">
              <a:solidFill>
                <a:schemeClr val="lt1"/>
              </a:solidFill>
              <a:latin typeface="+mn-ea"/>
              <a:cs typeface="Arial"/>
              <a:sym typeface="Arial"/>
            </a:endParaRPr>
          </a:p>
        </p:txBody>
      </p:sp>
    </p:spTree>
    <p:extLst>
      <p:ext uri="{BB962C8B-B14F-4D97-AF65-F5344CB8AC3E}">
        <p14:creationId xmlns:p14="http://schemas.microsoft.com/office/powerpoint/2010/main" val="40189656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69D55941-37E6-4EF9-943C-CB8561137470}"/>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DC9775AD-DF08-487A-8150-66A5547804BA}"/>
              </a:ext>
            </a:extLst>
          </p:cNvPr>
          <p:cNvSpPr>
            <a:spLocks noGrp="1"/>
          </p:cNvSpPr>
          <p:nvPr>
            <p:ph type="ctrTitle"/>
          </p:nvPr>
        </p:nvSpPr>
        <p:spPr/>
        <p:txBody>
          <a:bodyPr/>
          <a:lstStyle/>
          <a:p>
            <a:r>
              <a:rPr lang="en-US" altLang="ja-JP" dirty="0" err="1"/>
              <a:t>配列の書き方</a:t>
            </a:r>
            <a:endParaRPr kumimoji="1" lang="ja-JP" altLang="en-US" dirty="0"/>
          </a:p>
        </p:txBody>
      </p:sp>
      <p:sp>
        <p:nvSpPr>
          <p:cNvPr id="4" name="スライド番号プレースホルダー 3">
            <a:extLst>
              <a:ext uri="{FF2B5EF4-FFF2-40B4-BE49-F238E27FC236}">
                <a16:creationId xmlns:a16="http://schemas.microsoft.com/office/drawing/2014/main" id="{2FED79B7-A277-48AF-A56F-1CAE57E3EBAA}"/>
              </a:ext>
            </a:extLst>
          </p:cNvPr>
          <p:cNvSpPr>
            <a:spLocks noGrp="1"/>
          </p:cNvSpPr>
          <p:nvPr>
            <p:ph type="sldNum" sz="quarter" idx="4"/>
          </p:nvPr>
        </p:nvSpPr>
        <p:spPr/>
        <p:txBody>
          <a:bodyPr/>
          <a:lstStyle/>
          <a:p>
            <a:fld id="{00000000-1234-1234-1234-123412341234}" type="slidenum">
              <a:rPr lang="en" smtClean="0"/>
              <a:pPr/>
              <a:t>9</a:t>
            </a:fld>
            <a:endParaRPr lang="en" dirty="0"/>
          </a:p>
        </p:txBody>
      </p:sp>
      <p:sp>
        <p:nvSpPr>
          <p:cNvPr id="5" name="テキスト プレースホルダー 4">
            <a:extLst>
              <a:ext uri="{FF2B5EF4-FFF2-40B4-BE49-F238E27FC236}">
                <a16:creationId xmlns:a16="http://schemas.microsoft.com/office/drawing/2014/main" id="{F6F2B032-1854-426E-853D-2DDB691ABD42}"/>
              </a:ext>
            </a:extLst>
          </p:cNvPr>
          <p:cNvSpPr>
            <a:spLocks noGrp="1"/>
          </p:cNvSpPr>
          <p:nvPr>
            <p:ph type="body" sz="quarter" idx="14"/>
          </p:nvPr>
        </p:nvSpPr>
        <p:spPr>
          <a:xfrm>
            <a:off x="462875" y="859491"/>
            <a:ext cx="8216900" cy="3011469"/>
          </a:xfrm>
        </p:spPr>
        <p:txBody>
          <a:bodyPr/>
          <a:lstStyle/>
          <a:p>
            <a:pPr marL="439738" indent="-342900">
              <a:buFont typeface="+mj-lt"/>
              <a:buAutoNum type="arabicPeriod"/>
            </a:pPr>
            <a:r>
              <a:rPr kumimoji="1" lang="ja-JP" altLang="en-US" b="1" dirty="0">
                <a:solidFill>
                  <a:schemeClr val="tx2"/>
                </a:solidFill>
              </a:rPr>
              <a:t>要素の作成</a:t>
            </a:r>
            <a:endParaRPr lang="en-US" altLang="ja-JP" b="1" dirty="0">
              <a:solidFill>
                <a:schemeClr val="tx2"/>
              </a:solidFill>
            </a:endParaRPr>
          </a:p>
          <a:p>
            <a:pPr marL="452438" lvl="1" indent="0">
              <a:buNone/>
            </a:pPr>
            <a:r>
              <a:rPr kumimoji="1" lang="en-US" altLang="ja-JP" b="1" dirty="0">
                <a:solidFill>
                  <a:schemeClr val="tx2"/>
                </a:solidFill>
              </a:rPr>
              <a:t>	</a:t>
            </a:r>
            <a:r>
              <a:rPr kumimoji="1" lang="ja-JP" altLang="en-US" b="1" dirty="0">
                <a:solidFill>
                  <a:schemeClr val="tx2"/>
                </a:solidFill>
              </a:rPr>
              <a:t>書き方：配列変数　＝　</a:t>
            </a:r>
            <a:r>
              <a:rPr kumimoji="1" lang="en-US" altLang="ja-JP" b="1" dirty="0">
                <a:solidFill>
                  <a:schemeClr val="tx2"/>
                </a:solidFill>
              </a:rPr>
              <a:t>new </a:t>
            </a:r>
            <a:r>
              <a:rPr kumimoji="1" lang="ja-JP" altLang="en-US" b="1" dirty="0">
                <a:solidFill>
                  <a:schemeClr val="tx2"/>
                </a:solidFill>
              </a:rPr>
              <a:t>要素の型</a:t>
            </a:r>
            <a:r>
              <a:rPr kumimoji="1" lang="en-US" altLang="ja-JP" b="1" dirty="0">
                <a:solidFill>
                  <a:schemeClr val="tx2"/>
                </a:solidFill>
              </a:rPr>
              <a:t>[</a:t>
            </a:r>
            <a:r>
              <a:rPr kumimoji="1" lang="ja-JP" altLang="en-US" b="1" dirty="0">
                <a:solidFill>
                  <a:schemeClr val="tx2"/>
                </a:solidFill>
              </a:rPr>
              <a:t>要素数</a:t>
            </a:r>
            <a:r>
              <a:rPr kumimoji="1" lang="en-US" altLang="ja-JP" b="1" dirty="0">
                <a:solidFill>
                  <a:schemeClr val="tx2"/>
                </a:solidFill>
              </a:rPr>
              <a:t>];</a:t>
            </a:r>
            <a:endParaRPr kumimoji="1" lang="en-US" altLang="ja-JP" dirty="0"/>
          </a:p>
          <a:p>
            <a:pPr marL="452438" lvl="1" indent="0">
              <a:buNone/>
            </a:pPr>
            <a:r>
              <a:rPr kumimoji="1" lang="ja-JP" altLang="en-US" dirty="0"/>
              <a:t>いよいよデータを入れる箱を作ります。</a:t>
            </a:r>
            <a:br>
              <a:rPr kumimoji="1" lang="ja-JP" altLang="en-US" dirty="0"/>
            </a:br>
            <a:r>
              <a:rPr kumimoji="1" lang="ja-JP" altLang="en-US" dirty="0"/>
              <a:t>そのためには</a:t>
            </a:r>
            <a:endParaRPr lang="en-US" altLang="ja-JP" dirty="0"/>
          </a:p>
          <a:p>
            <a:pPr marL="817563" lvl="2" indent="0">
              <a:buNone/>
            </a:pPr>
            <a:r>
              <a:rPr kumimoji="1" lang="en-US" altLang="ja-JP" b="1" dirty="0">
                <a:solidFill>
                  <a:schemeClr val="accent1"/>
                </a:solidFill>
              </a:rPr>
              <a:t>new </a:t>
            </a:r>
            <a:r>
              <a:rPr kumimoji="1" lang="ja-JP" altLang="en-US" b="1" dirty="0">
                <a:solidFill>
                  <a:schemeClr val="accent1"/>
                </a:solidFill>
              </a:rPr>
              <a:t>要素の型</a:t>
            </a:r>
            <a:r>
              <a:rPr kumimoji="1" lang="en-US" altLang="ja-JP" b="1" dirty="0">
                <a:solidFill>
                  <a:schemeClr val="accent1"/>
                </a:solidFill>
              </a:rPr>
              <a:t>[</a:t>
            </a:r>
            <a:r>
              <a:rPr kumimoji="1" lang="ja-JP" altLang="en-US" b="1" dirty="0">
                <a:solidFill>
                  <a:schemeClr val="accent1"/>
                </a:solidFill>
              </a:rPr>
              <a:t>要素数</a:t>
            </a:r>
            <a:r>
              <a:rPr kumimoji="1" lang="en-US" altLang="ja-JP" b="1" dirty="0">
                <a:solidFill>
                  <a:schemeClr val="accent1"/>
                </a:solidFill>
              </a:rPr>
              <a:t>] </a:t>
            </a:r>
          </a:p>
          <a:p>
            <a:pPr marL="452438" lvl="1" indent="0">
              <a:buNone/>
            </a:pPr>
            <a:r>
              <a:rPr kumimoji="1" lang="ja-JP" altLang="en-US" dirty="0"/>
              <a:t>と書きます。すると、コンピュータのメモリ上、</a:t>
            </a:r>
            <a:r>
              <a:rPr kumimoji="1" lang="ja-JP" altLang="en-US" b="1" dirty="0">
                <a:solidFill>
                  <a:schemeClr val="tx2"/>
                </a:solidFill>
              </a:rPr>
              <a:t>配列変数とは別の場所</a:t>
            </a:r>
            <a:r>
              <a:rPr kumimoji="1" lang="ja-JP" altLang="en-US" dirty="0"/>
              <a:t>に要素数の数だけ箱が作られます。</a:t>
            </a:r>
          </a:p>
          <a:p>
            <a:pPr marL="452438" lvl="1" indent="0">
              <a:buNone/>
            </a:pPr>
            <a:r>
              <a:rPr kumimoji="1" lang="ja-JP" altLang="en-US" dirty="0"/>
              <a:t>例えば、</a:t>
            </a:r>
            <a:r>
              <a:rPr kumimoji="1" lang="en-US" altLang="ja-JP" b="1" dirty="0">
                <a:solidFill>
                  <a:schemeClr val="tx2"/>
                </a:solidFill>
              </a:rPr>
              <a:t>new int[3] </a:t>
            </a:r>
            <a:r>
              <a:rPr kumimoji="1" lang="ja-JP" altLang="en-US" dirty="0"/>
              <a:t>と書くと</a:t>
            </a:r>
            <a:r>
              <a:rPr kumimoji="1" lang="en-US" altLang="ja-JP" dirty="0"/>
              <a:t>int</a:t>
            </a:r>
            <a:r>
              <a:rPr kumimoji="1" lang="ja-JP" altLang="en-US" dirty="0"/>
              <a:t>型は</a:t>
            </a:r>
            <a:r>
              <a:rPr kumimoji="1" lang="en-US" altLang="ja-JP" dirty="0"/>
              <a:t>4</a:t>
            </a:r>
            <a:r>
              <a:rPr kumimoji="1" lang="ja-JP" altLang="en-US" dirty="0"/>
              <a:t>バイトでしたから、メモリ上</a:t>
            </a:r>
            <a:r>
              <a:rPr kumimoji="1" lang="en-US" altLang="ja-JP" dirty="0"/>
              <a:t>4×3=12</a:t>
            </a:r>
            <a:r>
              <a:rPr kumimoji="1" lang="ja-JP" altLang="en-US" dirty="0"/>
              <a:t>バイトの空き領域を探してそこに</a:t>
            </a:r>
            <a:r>
              <a:rPr kumimoji="1" lang="en-US" altLang="ja-JP" dirty="0"/>
              <a:t>3</a:t>
            </a:r>
            <a:r>
              <a:rPr kumimoji="1" lang="ja-JP" altLang="en-US" dirty="0"/>
              <a:t>個の箱を作ります。</a:t>
            </a:r>
            <a:endParaRPr lang="en-US" altLang="ja-JP" dirty="0"/>
          </a:p>
          <a:p>
            <a:pPr marL="817563" lvl="2" indent="0">
              <a:buNone/>
            </a:pPr>
            <a:r>
              <a:rPr kumimoji="1" lang="ja-JP" altLang="en-US" b="1" dirty="0">
                <a:solidFill>
                  <a:schemeClr val="accent1"/>
                </a:solidFill>
              </a:rPr>
              <a:t>配列変数 </a:t>
            </a:r>
            <a:r>
              <a:rPr kumimoji="1" lang="en-US" altLang="ja-JP" b="1" dirty="0">
                <a:solidFill>
                  <a:schemeClr val="accent1"/>
                </a:solidFill>
              </a:rPr>
              <a:t>= new </a:t>
            </a:r>
            <a:r>
              <a:rPr kumimoji="1" lang="ja-JP" altLang="en-US" b="1" dirty="0">
                <a:solidFill>
                  <a:schemeClr val="accent1"/>
                </a:solidFill>
              </a:rPr>
              <a:t>要素の型</a:t>
            </a:r>
            <a:r>
              <a:rPr kumimoji="1" lang="en-US" altLang="ja-JP" b="1" dirty="0">
                <a:solidFill>
                  <a:schemeClr val="accent1"/>
                </a:solidFill>
              </a:rPr>
              <a:t>[</a:t>
            </a:r>
            <a:r>
              <a:rPr kumimoji="1" lang="ja-JP" altLang="en-US" b="1" dirty="0">
                <a:solidFill>
                  <a:schemeClr val="accent1"/>
                </a:solidFill>
              </a:rPr>
              <a:t>要素数</a:t>
            </a:r>
            <a:r>
              <a:rPr kumimoji="1" lang="en-US" altLang="ja-JP" b="1" dirty="0">
                <a:solidFill>
                  <a:schemeClr val="accent1"/>
                </a:solidFill>
              </a:rPr>
              <a:t>];</a:t>
            </a:r>
          </a:p>
          <a:p>
            <a:pPr marL="452438" lvl="1" indent="0">
              <a:buNone/>
            </a:pPr>
            <a:r>
              <a:rPr kumimoji="1" lang="ja-JP" altLang="en-US" dirty="0"/>
              <a:t>というように配列変数に代入していますが、この配列変数には今確保した</a:t>
            </a:r>
            <a:r>
              <a:rPr kumimoji="1" lang="en-US" altLang="ja-JP" dirty="0"/>
              <a:t>12</a:t>
            </a:r>
            <a:r>
              <a:rPr kumimoji="1" lang="ja-JP" altLang="en-US" dirty="0"/>
              <a:t>バイトの領域の、先頭の場所（アドレス）を代入しています。</a:t>
            </a:r>
          </a:p>
          <a:p>
            <a:pPr marL="96838" indent="0">
              <a:buNone/>
            </a:pPr>
            <a:endParaRPr kumimoji="1" lang="ja-JP" altLang="en-US" dirty="0"/>
          </a:p>
        </p:txBody>
      </p:sp>
      <p:sp>
        <p:nvSpPr>
          <p:cNvPr id="9" name="Google Shape;149;p19">
            <a:extLst>
              <a:ext uri="{FF2B5EF4-FFF2-40B4-BE49-F238E27FC236}">
                <a16:creationId xmlns:a16="http://schemas.microsoft.com/office/drawing/2014/main" id="{4CD9BE09-5129-4C3B-A4FE-048849E95693}"/>
              </a:ext>
            </a:extLst>
          </p:cNvPr>
          <p:cNvSpPr/>
          <p:nvPr/>
        </p:nvSpPr>
        <p:spPr>
          <a:xfrm>
            <a:off x="5303266" y="3870960"/>
            <a:ext cx="954133" cy="938071"/>
          </a:xfrm>
          <a:prstGeom prst="cube">
            <a:avLst>
              <a:gd name="adj" fmla="val 25000"/>
            </a:avLst>
          </a:prstGeom>
          <a:solidFill>
            <a:schemeClr val="dk1"/>
          </a:solidFill>
          <a:ln w="28575" cap="flat" cmpd="sng">
            <a:solidFill>
              <a:srgbClr val="FCEEEE"/>
            </a:solidFill>
            <a:prstDash val="solid"/>
            <a:round/>
            <a:headEnd type="none" w="sm" len="sm"/>
            <a:tailEnd type="none" w="sm" len="sm"/>
          </a:ln>
          <a:effectLst>
            <a:outerShdw blurRad="38100" dist="19050" algn="bl" rotWithShape="0">
              <a:srgbClr val="000000">
                <a:alpha val="6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dirty="0">
                <a:solidFill>
                  <a:schemeClr val="lt1"/>
                </a:solidFill>
                <a:cs typeface="Arial"/>
                <a:sym typeface="Arial"/>
              </a:rPr>
              <a:t>0</a:t>
            </a:r>
            <a:endParaRPr sz="1400" dirty="0"/>
          </a:p>
          <a:p>
            <a:pPr marL="0" marR="0" lvl="0" indent="0" algn="ctr" rtl="0">
              <a:spcBef>
                <a:spcPts val="0"/>
              </a:spcBef>
              <a:spcAft>
                <a:spcPts val="0"/>
              </a:spcAft>
              <a:buNone/>
            </a:pPr>
            <a:r>
              <a:rPr lang="en-US" sz="1400" dirty="0" err="1">
                <a:solidFill>
                  <a:schemeClr val="lt1"/>
                </a:solidFill>
                <a:cs typeface="Arial"/>
                <a:sym typeface="Arial"/>
              </a:rPr>
              <a:t>番目</a:t>
            </a:r>
            <a:endParaRPr sz="1400" dirty="0">
              <a:solidFill>
                <a:schemeClr val="lt1"/>
              </a:solidFill>
              <a:cs typeface="Arial"/>
              <a:sym typeface="Arial"/>
            </a:endParaRPr>
          </a:p>
        </p:txBody>
      </p:sp>
      <p:sp>
        <p:nvSpPr>
          <p:cNvPr id="10" name="Google Shape;150;p19">
            <a:extLst>
              <a:ext uri="{FF2B5EF4-FFF2-40B4-BE49-F238E27FC236}">
                <a16:creationId xmlns:a16="http://schemas.microsoft.com/office/drawing/2014/main" id="{62E7CF24-56CC-47C3-98B0-A46BE86CF153}"/>
              </a:ext>
            </a:extLst>
          </p:cNvPr>
          <p:cNvSpPr/>
          <p:nvPr/>
        </p:nvSpPr>
        <p:spPr>
          <a:xfrm>
            <a:off x="6016062" y="3870960"/>
            <a:ext cx="954134" cy="938071"/>
          </a:xfrm>
          <a:prstGeom prst="cube">
            <a:avLst>
              <a:gd name="adj" fmla="val 25000"/>
            </a:avLst>
          </a:prstGeom>
          <a:solidFill>
            <a:schemeClr val="dk1"/>
          </a:solidFill>
          <a:ln w="28575" cap="flat" cmpd="sng">
            <a:solidFill>
              <a:srgbClr val="FCEEEE"/>
            </a:solidFill>
            <a:prstDash val="solid"/>
            <a:round/>
            <a:headEnd type="none" w="sm" len="sm"/>
            <a:tailEnd type="none" w="sm" len="sm"/>
          </a:ln>
          <a:effectLst>
            <a:outerShdw blurRad="38100" dist="19050" algn="bl" rotWithShape="0">
              <a:srgbClr val="000000">
                <a:alpha val="6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dirty="0">
                <a:solidFill>
                  <a:schemeClr val="lt1"/>
                </a:solidFill>
                <a:cs typeface="Arial"/>
                <a:sym typeface="Arial"/>
              </a:rPr>
              <a:t>1</a:t>
            </a:r>
            <a:endParaRPr sz="1400" dirty="0"/>
          </a:p>
          <a:p>
            <a:pPr marL="0" marR="0" lvl="0" indent="0" algn="ctr" rtl="0">
              <a:spcBef>
                <a:spcPts val="0"/>
              </a:spcBef>
              <a:spcAft>
                <a:spcPts val="0"/>
              </a:spcAft>
              <a:buNone/>
            </a:pPr>
            <a:r>
              <a:rPr lang="en-US" sz="1400" dirty="0" err="1">
                <a:solidFill>
                  <a:schemeClr val="lt1"/>
                </a:solidFill>
                <a:cs typeface="Arial"/>
                <a:sym typeface="Arial"/>
              </a:rPr>
              <a:t>番目</a:t>
            </a:r>
            <a:endParaRPr sz="1400" dirty="0">
              <a:solidFill>
                <a:schemeClr val="lt1"/>
              </a:solidFill>
              <a:cs typeface="Arial"/>
              <a:sym typeface="Arial"/>
            </a:endParaRPr>
          </a:p>
        </p:txBody>
      </p:sp>
      <p:sp>
        <p:nvSpPr>
          <p:cNvPr id="11" name="Google Shape;151;p19">
            <a:extLst>
              <a:ext uri="{FF2B5EF4-FFF2-40B4-BE49-F238E27FC236}">
                <a16:creationId xmlns:a16="http://schemas.microsoft.com/office/drawing/2014/main" id="{3FF84382-C8EB-42C6-A379-F156E0D315E0}"/>
              </a:ext>
            </a:extLst>
          </p:cNvPr>
          <p:cNvSpPr/>
          <p:nvPr/>
        </p:nvSpPr>
        <p:spPr>
          <a:xfrm>
            <a:off x="6728858" y="3870960"/>
            <a:ext cx="954134" cy="938071"/>
          </a:xfrm>
          <a:prstGeom prst="cube">
            <a:avLst>
              <a:gd name="adj" fmla="val 25000"/>
            </a:avLst>
          </a:prstGeom>
          <a:solidFill>
            <a:schemeClr val="dk1"/>
          </a:solidFill>
          <a:ln w="28575" cap="flat" cmpd="sng">
            <a:solidFill>
              <a:srgbClr val="FCEEEE"/>
            </a:solidFill>
            <a:prstDash val="solid"/>
            <a:round/>
            <a:headEnd type="none" w="sm" len="sm"/>
            <a:tailEnd type="none" w="sm" len="sm"/>
          </a:ln>
          <a:effectLst>
            <a:outerShdw blurRad="38100" dist="19050" algn="bl" rotWithShape="0">
              <a:srgbClr val="000000">
                <a:alpha val="6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lt1"/>
                </a:solidFill>
                <a:cs typeface="Arial"/>
                <a:sym typeface="Arial"/>
              </a:rPr>
              <a:t>2</a:t>
            </a:r>
            <a:endParaRPr sz="1400"/>
          </a:p>
          <a:p>
            <a:pPr marL="0" marR="0" lvl="0" indent="0" algn="ctr" rtl="0">
              <a:spcBef>
                <a:spcPts val="0"/>
              </a:spcBef>
              <a:spcAft>
                <a:spcPts val="0"/>
              </a:spcAft>
              <a:buNone/>
            </a:pPr>
            <a:r>
              <a:rPr lang="en-US" sz="1400">
                <a:solidFill>
                  <a:schemeClr val="lt1"/>
                </a:solidFill>
                <a:cs typeface="Arial"/>
                <a:sym typeface="Arial"/>
              </a:rPr>
              <a:t>番目</a:t>
            </a:r>
            <a:endParaRPr sz="1400"/>
          </a:p>
        </p:txBody>
      </p:sp>
      <p:sp>
        <p:nvSpPr>
          <p:cNvPr id="15" name="Google Shape;149;p19">
            <a:extLst>
              <a:ext uri="{FF2B5EF4-FFF2-40B4-BE49-F238E27FC236}">
                <a16:creationId xmlns:a16="http://schemas.microsoft.com/office/drawing/2014/main" id="{06BC60B0-1315-4548-80FD-D156800B6A3C}"/>
              </a:ext>
            </a:extLst>
          </p:cNvPr>
          <p:cNvSpPr/>
          <p:nvPr/>
        </p:nvSpPr>
        <p:spPr>
          <a:xfrm>
            <a:off x="1561846" y="3870960"/>
            <a:ext cx="954133" cy="938071"/>
          </a:xfrm>
          <a:prstGeom prst="cube">
            <a:avLst>
              <a:gd name="adj" fmla="val 25000"/>
            </a:avLst>
          </a:prstGeom>
          <a:solidFill>
            <a:schemeClr val="dk1"/>
          </a:solidFill>
          <a:ln w="28575" cap="flat" cmpd="sng">
            <a:solidFill>
              <a:srgbClr val="FCEEEE"/>
            </a:solidFill>
            <a:prstDash val="solid"/>
            <a:round/>
            <a:headEnd type="none" w="sm" len="sm"/>
            <a:tailEnd type="none" w="sm" len="sm"/>
          </a:ln>
          <a:effectLst>
            <a:outerShdw blurRad="38100" dist="19050" algn="bl" rotWithShape="0">
              <a:srgbClr val="000000">
                <a:alpha val="6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ja-JP" altLang="en-US" sz="1400" dirty="0">
                <a:solidFill>
                  <a:schemeClr val="lt1"/>
                </a:solidFill>
                <a:cs typeface="Arial"/>
                <a:sym typeface="Arial"/>
              </a:rPr>
              <a:t>配列</a:t>
            </a:r>
            <a:br>
              <a:rPr lang="en-US" altLang="ja-JP" sz="1400" dirty="0">
                <a:solidFill>
                  <a:schemeClr val="lt1"/>
                </a:solidFill>
                <a:cs typeface="Arial"/>
                <a:sym typeface="Arial"/>
              </a:rPr>
            </a:br>
            <a:r>
              <a:rPr lang="ja-JP" altLang="en-US" sz="1400" dirty="0">
                <a:solidFill>
                  <a:schemeClr val="lt1"/>
                </a:solidFill>
                <a:cs typeface="Arial"/>
                <a:sym typeface="Arial"/>
              </a:rPr>
              <a:t>変数</a:t>
            </a:r>
            <a:endParaRPr sz="1400" dirty="0">
              <a:solidFill>
                <a:schemeClr val="lt1"/>
              </a:solidFill>
              <a:cs typeface="Arial"/>
              <a:sym typeface="Arial"/>
            </a:endParaRPr>
          </a:p>
        </p:txBody>
      </p:sp>
      <p:sp>
        <p:nvSpPr>
          <p:cNvPr id="16" name="Google Shape;153;p19">
            <a:extLst>
              <a:ext uri="{FF2B5EF4-FFF2-40B4-BE49-F238E27FC236}">
                <a16:creationId xmlns:a16="http://schemas.microsoft.com/office/drawing/2014/main" id="{324C1AE3-2904-4520-828A-7F5E0D2E112C}"/>
              </a:ext>
            </a:extLst>
          </p:cNvPr>
          <p:cNvSpPr txBox="1"/>
          <p:nvPr/>
        </p:nvSpPr>
        <p:spPr>
          <a:xfrm>
            <a:off x="4523814" y="4339995"/>
            <a:ext cx="1087445"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dirty="0">
                <a:solidFill>
                  <a:schemeClr val="dk1"/>
                </a:solidFill>
                <a:cs typeface="Meiryo"/>
                <a:sym typeface="Meiryo"/>
              </a:rPr>
              <a:t>100番地</a:t>
            </a:r>
            <a:endParaRPr sz="1400" dirty="0"/>
          </a:p>
        </p:txBody>
      </p:sp>
      <p:sp>
        <p:nvSpPr>
          <p:cNvPr id="18" name="矢印: 下 17">
            <a:extLst>
              <a:ext uri="{FF2B5EF4-FFF2-40B4-BE49-F238E27FC236}">
                <a16:creationId xmlns:a16="http://schemas.microsoft.com/office/drawing/2014/main" id="{01407575-3DFD-4109-94C2-A5F86AC9B86C}"/>
              </a:ext>
            </a:extLst>
          </p:cNvPr>
          <p:cNvSpPr/>
          <p:nvPr/>
        </p:nvSpPr>
        <p:spPr>
          <a:xfrm rot="5400000">
            <a:off x="3306566" y="3368557"/>
            <a:ext cx="150961" cy="2283534"/>
          </a:xfrm>
          <a:prstGeom prst="downArrow">
            <a:avLst>
              <a:gd name="adj1" fmla="val 100000"/>
              <a:gd name="adj2" fmla="val 145815"/>
            </a:avLst>
          </a:prstGeom>
          <a:solidFill>
            <a:schemeClr val="tx2">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Tree>
    <p:extLst>
      <p:ext uri="{BB962C8B-B14F-4D97-AF65-F5344CB8AC3E}">
        <p14:creationId xmlns:p14="http://schemas.microsoft.com/office/powerpoint/2010/main" val="23274452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B6E05892-9FD1-488A-B25C-423DE6F8A9DA}"/>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FC9C1281-C10D-4E7F-9AF6-89FF603B4C74}"/>
              </a:ext>
            </a:extLst>
          </p:cNvPr>
          <p:cNvSpPr>
            <a:spLocks noGrp="1"/>
          </p:cNvSpPr>
          <p:nvPr>
            <p:ph type="ctrTitle"/>
          </p:nvPr>
        </p:nvSpPr>
        <p:spPr/>
        <p:txBody>
          <a:bodyPr/>
          <a:lstStyle/>
          <a:p>
            <a:r>
              <a:rPr kumimoji="1" lang="ja-JP" altLang="en-US" dirty="0"/>
              <a:t>配列の書き方</a:t>
            </a:r>
          </a:p>
        </p:txBody>
      </p:sp>
      <p:sp>
        <p:nvSpPr>
          <p:cNvPr id="4" name="スライド番号プレースホルダー 3">
            <a:extLst>
              <a:ext uri="{FF2B5EF4-FFF2-40B4-BE49-F238E27FC236}">
                <a16:creationId xmlns:a16="http://schemas.microsoft.com/office/drawing/2014/main" id="{F6BDC7BB-6288-4A57-BF37-2452EA62F684}"/>
              </a:ext>
            </a:extLst>
          </p:cNvPr>
          <p:cNvSpPr>
            <a:spLocks noGrp="1"/>
          </p:cNvSpPr>
          <p:nvPr>
            <p:ph type="sldNum" sz="quarter" idx="4"/>
          </p:nvPr>
        </p:nvSpPr>
        <p:spPr/>
        <p:txBody>
          <a:bodyPr/>
          <a:lstStyle/>
          <a:p>
            <a:fld id="{00000000-1234-1234-1234-123412341234}" type="slidenum">
              <a:rPr lang="en" smtClean="0"/>
              <a:pPr/>
              <a:t>10</a:t>
            </a:fld>
            <a:endParaRPr lang="en" dirty="0"/>
          </a:p>
        </p:txBody>
      </p:sp>
      <p:sp>
        <p:nvSpPr>
          <p:cNvPr id="5" name="テキスト プレースホルダー 4">
            <a:extLst>
              <a:ext uri="{FF2B5EF4-FFF2-40B4-BE49-F238E27FC236}">
                <a16:creationId xmlns:a16="http://schemas.microsoft.com/office/drawing/2014/main" id="{AB608DCD-A62C-492B-9BD6-076E4C270D07}"/>
              </a:ext>
            </a:extLst>
          </p:cNvPr>
          <p:cNvSpPr>
            <a:spLocks noGrp="1"/>
          </p:cNvSpPr>
          <p:nvPr>
            <p:ph type="body" sz="quarter" idx="14"/>
          </p:nvPr>
        </p:nvSpPr>
        <p:spPr>
          <a:xfrm>
            <a:off x="462875" y="859491"/>
            <a:ext cx="8216900" cy="2561889"/>
          </a:xfrm>
        </p:spPr>
        <p:txBody>
          <a:bodyPr/>
          <a:lstStyle/>
          <a:p>
            <a:pPr marL="439738" indent="-342900">
              <a:buFont typeface="+mj-lt"/>
              <a:buAutoNum type="arabicPeriod"/>
            </a:pPr>
            <a:r>
              <a:rPr kumimoji="1" lang="ja-JP" altLang="en-US" b="1" dirty="0">
                <a:solidFill>
                  <a:schemeClr val="tx2"/>
                </a:solidFill>
              </a:rPr>
              <a:t>要素へ代入</a:t>
            </a:r>
            <a:br>
              <a:rPr kumimoji="1" lang="ja-JP" altLang="en-US" b="1" dirty="0">
                <a:solidFill>
                  <a:schemeClr val="tx2"/>
                </a:solidFill>
              </a:rPr>
            </a:br>
            <a:r>
              <a:rPr kumimoji="1" lang="en-US" altLang="ja-JP" b="1" dirty="0">
                <a:solidFill>
                  <a:schemeClr val="tx2"/>
                </a:solidFill>
              </a:rPr>
              <a:t>	</a:t>
            </a:r>
            <a:r>
              <a:rPr kumimoji="1" lang="ja-JP" altLang="en-US" b="1" dirty="0">
                <a:solidFill>
                  <a:schemeClr val="tx2"/>
                </a:solidFill>
              </a:rPr>
              <a:t>書き方：配列変数</a:t>
            </a:r>
            <a:r>
              <a:rPr kumimoji="1" lang="en-US" altLang="ja-JP" b="1" dirty="0">
                <a:solidFill>
                  <a:schemeClr val="tx2"/>
                </a:solidFill>
              </a:rPr>
              <a:t>[</a:t>
            </a:r>
            <a:r>
              <a:rPr kumimoji="1" lang="ja-JP" altLang="en-US" b="1" dirty="0">
                <a:solidFill>
                  <a:schemeClr val="tx2"/>
                </a:solidFill>
              </a:rPr>
              <a:t>添え字</a:t>
            </a:r>
            <a:r>
              <a:rPr kumimoji="1" lang="en-US" altLang="ja-JP" b="1" dirty="0">
                <a:solidFill>
                  <a:schemeClr val="tx2"/>
                </a:solidFill>
              </a:rPr>
              <a:t>]</a:t>
            </a:r>
            <a:r>
              <a:rPr kumimoji="1" lang="ja-JP" altLang="en-US" b="1" dirty="0">
                <a:solidFill>
                  <a:schemeClr val="tx2"/>
                </a:solidFill>
              </a:rPr>
              <a:t> ＝ データ</a:t>
            </a:r>
            <a:r>
              <a:rPr kumimoji="1" lang="en-US" altLang="ja-JP" b="1" dirty="0">
                <a:solidFill>
                  <a:schemeClr val="tx2"/>
                </a:solidFill>
              </a:rPr>
              <a:t>;</a:t>
            </a:r>
          </a:p>
          <a:p>
            <a:pPr marL="452438" lvl="1" indent="0">
              <a:buNone/>
            </a:pPr>
            <a:r>
              <a:rPr kumimoji="1" lang="ja-JP" altLang="en-US" dirty="0"/>
              <a:t>データを入れる箱ができたので、代入しましょう。</a:t>
            </a:r>
            <a:br>
              <a:rPr kumimoji="1" lang="ja-JP" altLang="en-US" dirty="0"/>
            </a:br>
            <a:r>
              <a:rPr kumimoji="1" lang="ja-JP" altLang="en-US" dirty="0"/>
              <a:t>箱が複数ありますから、何番目の箱に入れるのかを添え字で指定します。</a:t>
            </a:r>
          </a:p>
          <a:p>
            <a:pPr marL="452438" lvl="1" indent="0">
              <a:buNone/>
            </a:pPr>
            <a:r>
              <a:rPr kumimoji="1" lang="ja-JP" altLang="en-US" dirty="0"/>
              <a:t>例えば、</a:t>
            </a:r>
            <a:endParaRPr lang="en-US" altLang="ja-JP" dirty="0"/>
          </a:p>
          <a:p>
            <a:pPr marL="817563" lvl="2" indent="0">
              <a:buNone/>
            </a:pPr>
            <a:r>
              <a:rPr kumimoji="1" lang="en-US" altLang="ja-JP" b="1" dirty="0">
                <a:solidFill>
                  <a:schemeClr val="accent1"/>
                </a:solidFill>
              </a:rPr>
              <a:t>array[2] = 30; </a:t>
            </a:r>
          </a:p>
          <a:p>
            <a:pPr marL="452438" lvl="1" indent="0">
              <a:buNone/>
            </a:pPr>
            <a:r>
              <a:rPr kumimoji="1" lang="ja-JP" altLang="en-US" dirty="0"/>
              <a:t>と書きます。</a:t>
            </a:r>
          </a:p>
          <a:p>
            <a:pPr marL="452438" lvl="1" indent="0">
              <a:buNone/>
            </a:pPr>
            <a:r>
              <a:rPr kumimoji="1" lang="ja-JP" altLang="en-US" dirty="0"/>
              <a:t>要素数</a:t>
            </a:r>
            <a:r>
              <a:rPr kumimoji="1" lang="en-US" altLang="ja-JP" dirty="0"/>
              <a:t>3</a:t>
            </a:r>
            <a:r>
              <a:rPr kumimoji="1" lang="ja-JP" altLang="en-US" dirty="0"/>
              <a:t>で配列を作成した場合、最後の箱は</a:t>
            </a:r>
            <a:r>
              <a:rPr kumimoji="1" lang="en-US" altLang="ja-JP" dirty="0"/>
              <a:t>2</a:t>
            </a:r>
            <a:r>
              <a:rPr kumimoji="1" lang="ja-JP" altLang="en-US" dirty="0"/>
              <a:t>です。</a:t>
            </a:r>
            <a:endParaRPr kumimoji="1" lang="en-US" altLang="ja-JP" dirty="0"/>
          </a:p>
          <a:p>
            <a:pPr marL="817563" lvl="2" indent="0">
              <a:buNone/>
            </a:pPr>
            <a:r>
              <a:rPr kumimoji="1" lang="en-US" altLang="ja-JP" b="1" dirty="0">
                <a:solidFill>
                  <a:schemeClr val="accent1"/>
                </a:solidFill>
              </a:rPr>
              <a:t>array[3] = 30; </a:t>
            </a:r>
          </a:p>
          <a:p>
            <a:pPr marL="452438" lvl="1" indent="0">
              <a:buNone/>
            </a:pPr>
            <a:r>
              <a:rPr kumimoji="1" lang="ja-JP" altLang="en-US" dirty="0"/>
              <a:t>と書いてしまうと</a:t>
            </a:r>
            <a:r>
              <a:rPr kumimoji="1" lang="en-US" altLang="ja-JP" b="1" dirty="0" err="1">
                <a:solidFill>
                  <a:schemeClr val="tx2"/>
                </a:solidFill>
              </a:rPr>
              <a:t>ArrayIndexOutOfBoundsException</a:t>
            </a:r>
            <a:r>
              <a:rPr kumimoji="1" lang="ja-JP" altLang="en-US" dirty="0"/>
              <a:t>というエラーになるので気をつけましょう。</a:t>
            </a:r>
          </a:p>
          <a:p>
            <a:pPr marL="96838" indent="0">
              <a:buNone/>
            </a:pPr>
            <a:endParaRPr kumimoji="1" lang="ja-JP" altLang="en-US" dirty="0"/>
          </a:p>
        </p:txBody>
      </p:sp>
      <p:sp>
        <p:nvSpPr>
          <p:cNvPr id="6" name="Google Shape;149;p19">
            <a:extLst>
              <a:ext uri="{FF2B5EF4-FFF2-40B4-BE49-F238E27FC236}">
                <a16:creationId xmlns:a16="http://schemas.microsoft.com/office/drawing/2014/main" id="{4A907D25-C3F3-4AC4-87A1-486B8B2AD49A}"/>
              </a:ext>
            </a:extLst>
          </p:cNvPr>
          <p:cNvSpPr/>
          <p:nvPr/>
        </p:nvSpPr>
        <p:spPr>
          <a:xfrm>
            <a:off x="5303266" y="3870960"/>
            <a:ext cx="954133" cy="938071"/>
          </a:xfrm>
          <a:prstGeom prst="cube">
            <a:avLst>
              <a:gd name="adj" fmla="val 25000"/>
            </a:avLst>
          </a:prstGeom>
          <a:solidFill>
            <a:schemeClr val="dk1"/>
          </a:solidFill>
          <a:ln w="28575" cap="flat" cmpd="sng">
            <a:solidFill>
              <a:srgbClr val="FCEEEE"/>
            </a:solidFill>
            <a:prstDash val="solid"/>
            <a:round/>
            <a:headEnd type="none" w="sm" len="sm"/>
            <a:tailEnd type="none" w="sm" len="sm"/>
          </a:ln>
          <a:effectLst>
            <a:outerShdw blurRad="38100" dist="19050" algn="bl" rotWithShape="0">
              <a:srgbClr val="000000">
                <a:alpha val="6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dirty="0">
                <a:solidFill>
                  <a:schemeClr val="lt1"/>
                </a:solidFill>
                <a:cs typeface="Arial"/>
                <a:sym typeface="Arial"/>
              </a:rPr>
              <a:t>0</a:t>
            </a:r>
            <a:endParaRPr sz="1400" dirty="0"/>
          </a:p>
          <a:p>
            <a:pPr marL="0" marR="0" lvl="0" indent="0" algn="ctr" rtl="0">
              <a:spcBef>
                <a:spcPts val="0"/>
              </a:spcBef>
              <a:spcAft>
                <a:spcPts val="0"/>
              </a:spcAft>
              <a:buNone/>
            </a:pPr>
            <a:r>
              <a:rPr lang="en-US" sz="1400" dirty="0" err="1">
                <a:solidFill>
                  <a:schemeClr val="lt1"/>
                </a:solidFill>
                <a:cs typeface="Arial"/>
                <a:sym typeface="Arial"/>
              </a:rPr>
              <a:t>番目</a:t>
            </a:r>
            <a:endParaRPr sz="1400" dirty="0">
              <a:solidFill>
                <a:schemeClr val="lt1"/>
              </a:solidFill>
              <a:cs typeface="Arial"/>
              <a:sym typeface="Arial"/>
            </a:endParaRPr>
          </a:p>
        </p:txBody>
      </p:sp>
      <p:sp>
        <p:nvSpPr>
          <p:cNvPr id="7" name="Google Shape;150;p19">
            <a:extLst>
              <a:ext uri="{FF2B5EF4-FFF2-40B4-BE49-F238E27FC236}">
                <a16:creationId xmlns:a16="http://schemas.microsoft.com/office/drawing/2014/main" id="{811BFB9F-6064-4F41-AF6E-1F3F16C39BAB}"/>
              </a:ext>
            </a:extLst>
          </p:cNvPr>
          <p:cNvSpPr/>
          <p:nvPr/>
        </p:nvSpPr>
        <p:spPr>
          <a:xfrm>
            <a:off x="6016062" y="3870960"/>
            <a:ext cx="954134" cy="938071"/>
          </a:xfrm>
          <a:prstGeom prst="cube">
            <a:avLst>
              <a:gd name="adj" fmla="val 25000"/>
            </a:avLst>
          </a:prstGeom>
          <a:solidFill>
            <a:schemeClr val="dk1"/>
          </a:solidFill>
          <a:ln w="28575" cap="flat" cmpd="sng">
            <a:solidFill>
              <a:srgbClr val="FCEEEE"/>
            </a:solidFill>
            <a:prstDash val="solid"/>
            <a:round/>
            <a:headEnd type="none" w="sm" len="sm"/>
            <a:tailEnd type="none" w="sm" len="sm"/>
          </a:ln>
          <a:effectLst>
            <a:outerShdw blurRad="38100" dist="19050" algn="bl" rotWithShape="0">
              <a:srgbClr val="000000">
                <a:alpha val="6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dirty="0">
                <a:solidFill>
                  <a:schemeClr val="lt1"/>
                </a:solidFill>
                <a:cs typeface="Arial"/>
                <a:sym typeface="Arial"/>
              </a:rPr>
              <a:t>1</a:t>
            </a:r>
            <a:endParaRPr sz="1400" dirty="0"/>
          </a:p>
          <a:p>
            <a:pPr marL="0" marR="0" lvl="0" indent="0" algn="ctr" rtl="0">
              <a:spcBef>
                <a:spcPts val="0"/>
              </a:spcBef>
              <a:spcAft>
                <a:spcPts val="0"/>
              </a:spcAft>
              <a:buNone/>
            </a:pPr>
            <a:r>
              <a:rPr lang="en-US" sz="1400" dirty="0" err="1">
                <a:solidFill>
                  <a:schemeClr val="lt1"/>
                </a:solidFill>
                <a:cs typeface="Arial"/>
                <a:sym typeface="Arial"/>
              </a:rPr>
              <a:t>番目</a:t>
            </a:r>
            <a:endParaRPr sz="1400" dirty="0">
              <a:solidFill>
                <a:schemeClr val="lt1"/>
              </a:solidFill>
              <a:cs typeface="Arial"/>
              <a:sym typeface="Arial"/>
            </a:endParaRPr>
          </a:p>
        </p:txBody>
      </p:sp>
      <p:sp>
        <p:nvSpPr>
          <p:cNvPr id="8" name="Google Shape;151;p19">
            <a:extLst>
              <a:ext uri="{FF2B5EF4-FFF2-40B4-BE49-F238E27FC236}">
                <a16:creationId xmlns:a16="http://schemas.microsoft.com/office/drawing/2014/main" id="{A2238F6F-B629-40F1-AFFC-F83AFCF0A03E}"/>
              </a:ext>
            </a:extLst>
          </p:cNvPr>
          <p:cNvSpPr/>
          <p:nvPr/>
        </p:nvSpPr>
        <p:spPr>
          <a:xfrm>
            <a:off x="6728858" y="3870960"/>
            <a:ext cx="954134" cy="938071"/>
          </a:xfrm>
          <a:prstGeom prst="cube">
            <a:avLst>
              <a:gd name="adj" fmla="val 25000"/>
            </a:avLst>
          </a:prstGeom>
          <a:solidFill>
            <a:schemeClr val="dk1"/>
          </a:solidFill>
          <a:ln w="28575" cap="flat" cmpd="sng">
            <a:solidFill>
              <a:srgbClr val="FCEEEE"/>
            </a:solidFill>
            <a:prstDash val="solid"/>
            <a:round/>
            <a:headEnd type="none" w="sm" len="sm"/>
            <a:tailEnd type="none" w="sm" len="sm"/>
          </a:ln>
          <a:effectLst>
            <a:outerShdw blurRad="38100" dist="19050" algn="bl" rotWithShape="0">
              <a:srgbClr val="000000">
                <a:alpha val="6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lt1"/>
                </a:solidFill>
                <a:cs typeface="Arial"/>
                <a:sym typeface="Arial"/>
              </a:rPr>
              <a:t>2</a:t>
            </a:r>
            <a:endParaRPr sz="1400"/>
          </a:p>
          <a:p>
            <a:pPr marL="0" marR="0" lvl="0" indent="0" algn="ctr" rtl="0">
              <a:spcBef>
                <a:spcPts val="0"/>
              </a:spcBef>
              <a:spcAft>
                <a:spcPts val="0"/>
              </a:spcAft>
              <a:buNone/>
            </a:pPr>
            <a:r>
              <a:rPr lang="en-US" sz="1400">
                <a:solidFill>
                  <a:schemeClr val="lt1"/>
                </a:solidFill>
                <a:cs typeface="Arial"/>
                <a:sym typeface="Arial"/>
              </a:rPr>
              <a:t>番目</a:t>
            </a:r>
            <a:endParaRPr sz="1400"/>
          </a:p>
        </p:txBody>
      </p:sp>
      <p:sp>
        <p:nvSpPr>
          <p:cNvPr id="9" name="Google Shape;149;p19">
            <a:extLst>
              <a:ext uri="{FF2B5EF4-FFF2-40B4-BE49-F238E27FC236}">
                <a16:creationId xmlns:a16="http://schemas.microsoft.com/office/drawing/2014/main" id="{C72FE042-B436-4C24-96D7-09A90D6817E1}"/>
              </a:ext>
            </a:extLst>
          </p:cNvPr>
          <p:cNvSpPr/>
          <p:nvPr/>
        </p:nvSpPr>
        <p:spPr>
          <a:xfrm>
            <a:off x="1561846" y="3870960"/>
            <a:ext cx="954133" cy="938071"/>
          </a:xfrm>
          <a:prstGeom prst="cube">
            <a:avLst>
              <a:gd name="adj" fmla="val 25000"/>
            </a:avLst>
          </a:prstGeom>
          <a:solidFill>
            <a:schemeClr val="dk1"/>
          </a:solidFill>
          <a:ln w="28575" cap="flat" cmpd="sng">
            <a:solidFill>
              <a:srgbClr val="FCEEEE"/>
            </a:solidFill>
            <a:prstDash val="solid"/>
            <a:round/>
            <a:headEnd type="none" w="sm" len="sm"/>
            <a:tailEnd type="none" w="sm" len="sm"/>
          </a:ln>
          <a:effectLst>
            <a:outerShdw blurRad="38100" dist="19050" algn="bl" rotWithShape="0">
              <a:srgbClr val="000000">
                <a:alpha val="6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ja-JP" altLang="en-US" sz="1400" dirty="0">
                <a:solidFill>
                  <a:schemeClr val="lt1"/>
                </a:solidFill>
                <a:cs typeface="Arial"/>
                <a:sym typeface="Arial"/>
              </a:rPr>
              <a:t>配列</a:t>
            </a:r>
            <a:br>
              <a:rPr lang="en-US" altLang="ja-JP" sz="1400" dirty="0">
                <a:solidFill>
                  <a:schemeClr val="lt1"/>
                </a:solidFill>
                <a:cs typeface="Arial"/>
                <a:sym typeface="Arial"/>
              </a:rPr>
            </a:br>
            <a:r>
              <a:rPr lang="ja-JP" altLang="en-US" sz="1400" dirty="0">
                <a:solidFill>
                  <a:schemeClr val="lt1"/>
                </a:solidFill>
                <a:cs typeface="Arial"/>
                <a:sym typeface="Arial"/>
              </a:rPr>
              <a:t>変数</a:t>
            </a:r>
            <a:endParaRPr sz="1400" dirty="0">
              <a:solidFill>
                <a:schemeClr val="lt1"/>
              </a:solidFill>
              <a:cs typeface="Arial"/>
              <a:sym typeface="Arial"/>
            </a:endParaRPr>
          </a:p>
        </p:txBody>
      </p:sp>
      <p:sp>
        <p:nvSpPr>
          <p:cNvPr id="10" name="Google Shape;153;p19">
            <a:extLst>
              <a:ext uri="{FF2B5EF4-FFF2-40B4-BE49-F238E27FC236}">
                <a16:creationId xmlns:a16="http://schemas.microsoft.com/office/drawing/2014/main" id="{3C3D1B91-4159-44EA-8500-9DEE12086EEF}"/>
              </a:ext>
            </a:extLst>
          </p:cNvPr>
          <p:cNvSpPr txBox="1"/>
          <p:nvPr/>
        </p:nvSpPr>
        <p:spPr>
          <a:xfrm>
            <a:off x="4523814" y="4339995"/>
            <a:ext cx="1087445"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dirty="0">
                <a:solidFill>
                  <a:schemeClr val="dk1"/>
                </a:solidFill>
                <a:cs typeface="Meiryo"/>
                <a:sym typeface="Meiryo"/>
              </a:rPr>
              <a:t>100番地</a:t>
            </a:r>
            <a:endParaRPr sz="1400" dirty="0"/>
          </a:p>
        </p:txBody>
      </p:sp>
      <p:sp>
        <p:nvSpPr>
          <p:cNvPr id="11" name="矢印: 下 10">
            <a:extLst>
              <a:ext uri="{FF2B5EF4-FFF2-40B4-BE49-F238E27FC236}">
                <a16:creationId xmlns:a16="http://schemas.microsoft.com/office/drawing/2014/main" id="{3BF806A8-C064-4CFC-BC1C-692B306EB673}"/>
              </a:ext>
            </a:extLst>
          </p:cNvPr>
          <p:cNvSpPr/>
          <p:nvPr/>
        </p:nvSpPr>
        <p:spPr>
          <a:xfrm rot="5400000">
            <a:off x="3306566" y="3368557"/>
            <a:ext cx="150961" cy="2283534"/>
          </a:xfrm>
          <a:prstGeom prst="downArrow">
            <a:avLst>
              <a:gd name="adj1" fmla="val 100000"/>
              <a:gd name="adj2" fmla="val 145815"/>
            </a:avLst>
          </a:prstGeom>
          <a:solidFill>
            <a:schemeClr val="tx2">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12" name="Google Shape;168;p20">
            <a:extLst>
              <a:ext uri="{FF2B5EF4-FFF2-40B4-BE49-F238E27FC236}">
                <a16:creationId xmlns:a16="http://schemas.microsoft.com/office/drawing/2014/main" id="{EE3B6725-EF61-4BAF-B319-7E7756E54D92}"/>
              </a:ext>
            </a:extLst>
          </p:cNvPr>
          <p:cNvSpPr/>
          <p:nvPr/>
        </p:nvSpPr>
        <p:spPr>
          <a:xfrm>
            <a:off x="7442961" y="3619945"/>
            <a:ext cx="532094" cy="471004"/>
          </a:xfrm>
          <a:prstGeom prst="ellipse">
            <a:avLst/>
          </a:prstGeom>
          <a:solidFill>
            <a:schemeClr val="accent1"/>
          </a:solidFill>
          <a:ln>
            <a:noFill/>
          </a:ln>
          <a:effectLst>
            <a:outerShdw blurRad="184150" dist="241300" dir="11520000" algn="ctr">
              <a:srgbClr val="000000">
                <a:alpha val="1765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dirty="0">
                <a:solidFill>
                  <a:schemeClr val="lt1"/>
                </a:solidFill>
                <a:ea typeface="Meiryo"/>
                <a:cs typeface="Meiryo"/>
                <a:sym typeface="Meiryo"/>
              </a:rPr>
              <a:t>30</a:t>
            </a:r>
            <a:endParaRPr sz="1400" dirty="0">
              <a:solidFill>
                <a:schemeClr val="lt1"/>
              </a:solidFill>
              <a:ea typeface="Meiryo"/>
              <a:cs typeface="Meiryo"/>
              <a:sym typeface="Meiryo"/>
            </a:endParaRPr>
          </a:p>
        </p:txBody>
      </p:sp>
      <p:sp>
        <p:nvSpPr>
          <p:cNvPr id="13" name="矢印: 下 12">
            <a:extLst>
              <a:ext uri="{FF2B5EF4-FFF2-40B4-BE49-F238E27FC236}">
                <a16:creationId xmlns:a16="http://schemas.microsoft.com/office/drawing/2014/main" id="{DB8999FD-C198-4B59-8093-E336EA6D9961}"/>
              </a:ext>
            </a:extLst>
          </p:cNvPr>
          <p:cNvSpPr/>
          <p:nvPr/>
        </p:nvSpPr>
        <p:spPr>
          <a:xfrm rot="2700000">
            <a:off x="7346584" y="4020608"/>
            <a:ext cx="169862" cy="256209"/>
          </a:xfrm>
          <a:prstGeom prst="downArrow">
            <a:avLst>
              <a:gd name="adj1" fmla="val 100000"/>
              <a:gd name="adj2" fmla="val 145815"/>
            </a:avLst>
          </a:prstGeom>
          <a:solidFill>
            <a:schemeClr val="tx2">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Tree>
    <p:extLst>
      <p:ext uri="{BB962C8B-B14F-4D97-AF65-F5344CB8AC3E}">
        <p14:creationId xmlns:p14="http://schemas.microsoft.com/office/powerpoint/2010/main" val="190462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40111B49-3C74-4073-9B0F-21480A9F39F6}"/>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369F2C59-9C4F-4D1E-A16E-5DA411534166}"/>
              </a:ext>
            </a:extLst>
          </p:cNvPr>
          <p:cNvSpPr>
            <a:spLocks noGrp="1"/>
          </p:cNvSpPr>
          <p:nvPr>
            <p:ph type="ctrTitle"/>
          </p:nvPr>
        </p:nvSpPr>
        <p:spPr/>
        <p:txBody>
          <a:bodyPr/>
          <a:lstStyle/>
          <a:p>
            <a:r>
              <a:rPr lang="en-US" altLang="ja-JP" dirty="0" err="1"/>
              <a:t>配列の書き方</a:t>
            </a:r>
            <a:endParaRPr kumimoji="1" lang="ja-JP" altLang="en-US" dirty="0"/>
          </a:p>
        </p:txBody>
      </p:sp>
      <p:sp>
        <p:nvSpPr>
          <p:cNvPr id="4" name="スライド番号プレースホルダー 3">
            <a:extLst>
              <a:ext uri="{FF2B5EF4-FFF2-40B4-BE49-F238E27FC236}">
                <a16:creationId xmlns:a16="http://schemas.microsoft.com/office/drawing/2014/main" id="{69FA1A72-6198-4442-9107-DD6C0FDBC019}"/>
              </a:ext>
            </a:extLst>
          </p:cNvPr>
          <p:cNvSpPr>
            <a:spLocks noGrp="1"/>
          </p:cNvSpPr>
          <p:nvPr>
            <p:ph type="sldNum" sz="quarter" idx="4"/>
          </p:nvPr>
        </p:nvSpPr>
        <p:spPr/>
        <p:txBody>
          <a:bodyPr/>
          <a:lstStyle/>
          <a:p>
            <a:fld id="{00000000-1234-1234-1234-123412341234}" type="slidenum">
              <a:rPr lang="en" smtClean="0"/>
              <a:pPr/>
              <a:t>11</a:t>
            </a:fld>
            <a:endParaRPr lang="en" dirty="0"/>
          </a:p>
        </p:txBody>
      </p:sp>
      <p:sp>
        <p:nvSpPr>
          <p:cNvPr id="5" name="テキスト プレースホルダー 4">
            <a:extLst>
              <a:ext uri="{FF2B5EF4-FFF2-40B4-BE49-F238E27FC236}">
                <a16:creationId xmlns:a16="http://schemas.microsoft.com/office/drawing/2014/main" id="{098CDAD6-FA90-48E9-B182-AA7C0CD3A137}"/>
              </a:ext>
            </a:extLst>
          </p:cNvPr>
          <p:cNvSpPr>
            <a:spLocks noGrp="1"/>
          </p:cNvSpPr>
          <p:nvPr>
            <p:ph type="body" sz="quarter" idx="14"/>
          </p:nvPr>
        </p:nvSpPr>
        <p:spPr/>
        <p:txBody>
          <a:bodyPr/>
          <a:lstStyle/>
          <a:p>
            <a:pPr marL="439738" indent="-342900">
              <a:buFont typeface="+mj-lt"/>
              <a:buAutoNum type="arabicPeriod"/>
            </a:pPr>
            <a:r>
              <a:rPr kumimoji="1" lang="ja-JP" altLang="en-US" b="1" dirty="0">
                <a:solidFill>
                  <a:schemeClr val="tx2"/>
                </a:solidFill>
              </a:rPr>
              <a:t>要素の参照</a:t>
            </a:r>
          </a:p>
          <a:p>
            <a:pPr marL="452438" lvl="1" indent="0">
              <a:buNone/>
            </a:pPr>
            <a:r>
              <a:rPr kumimoji="1" lang="ja-JP" altLang="en-US" dirty="0"/>
              <a:t>箱に入ったデータを参照する場合も何番目の箱かを添え字で指定します。</a:t>
            </a:r>
          </a:p>
          <a:p>
            <a:pPr marL="452438" lvl="1" indent="0">
              <a:buNone/>
            </a:pPr>
            <a:r>
              <a:rPr kumimoji="1" lang="ja-JP" altLang="en-US" dirty="0"/>
              <a:t>例えば、</a:t>
            </a:r>
            <a:br>
              <a:rPr kumimoji="1" lang="ja-JP" altLang="en-US" dirty="0"/>
            </a:br>
            <a:r>
              <a:rPr kumimoji="1" lang="ja-JP" altLang="en-US" dirty="0"/>
              <a:t>	</a:t>
            </a:r>
            <a:r>
              <a:rPr kumimoji="1" lang="en-US" altLang="ja-JP" b="1" dirty="0" err="1">
                <a:solidFill>
                  <a:schemeClr val="accent1"/>
                </a:solidFill>
              </a:rPr>
              <a:t>System.out.println</a:t>
            </a:r>
            <a:r>
              <a:rPr kumimoji="1" lang="en-US" altLang="ja-JP" b="1" dirty="0">
                <a:solidFill>
                  <a:schemeClr val="accent1"/>
                </a:solidFill>
              </a:rPr>
              <a:t>(array[2]); </a:t>
            </a:r>
          </a:p>
          <a:p>
            <a:pPr marL="452438" lvl="1" indent="0">
              <a:buNone/>
            </a:pPr>
            <a:r>
              <a:rPr kumimoji="1" lang="ja-JP" altLang="en-US" dirty="0"/>
              <a:t>と書けば、</a:t>
            </a:r>
            <a:r>
              <a:rPr kumimoji="1" lang="en-US" altLang="ja-JP" dirty="0"/>
              <a:t>2</a:t>
            </a:r>
            <a:r>
              <a:rPr kumimoji="1" lang="ja-JP" altLang="en-US" dirty="0"/>
              <a:t>番目の箱の中のデータを画面に表示できます。</a:t>
            </a:r>
          </a:p>
          <a:p>
            <a:endParaRPr kumimoji="1" lang="ja-JP" altLang="en-US" dirty="0"/>
          </a:p>
        </p:txBody>
      </p:sp>
      <p:sp>
        <p:nvSpPr>
          <p:cNvPr id="6" name="Google Shape;149;p19">
            <a:extLst>
              <a:ext uri="{FF2B5EF4-FFF2-40B4-BE49-F238E27FC236}">
                <a16:creationId xmlns:a16="http://schemas.microsoft.com/office/drawing/2014/main" id="{3E01E329-2738-42A5-8FF4-5B7EBA58EC55}"/>
              </a:ext>
            </a:extLst>
          </p:cNvPr>
          <p:cNvSpPr/>
          <p:nvPr/>
        </p:nvSpPr>
        <p:spPr>
          <a:xfrm>
            <a:off x="4518406" y="3288444"/>
            <a:ext cx="954133" cy="938071"/>
          </a:xfrm>
          <a:prstGeom prst="cube">
            <a:avLst>
              <a:gd name="adj" fmla="val 25000"/>
            </a:avLst>
          </a:prstGeom>
          <a:solidFill>
            <a:schemeClr val="dk1"/>
          </a:solidFill>
          <a:ln w="28575" cap="flat" cmpd="sng">
            <a:solidFill>
              <a:srgbClr val="FCEEEE"/>
            </a:solidFill>
            <a:prstDash val="solid"/>
            <a:round/>
            <a:headEnd type="none" w="sm" len="sm"/>
            <a:tailEnd type="none" w="sm" len="sm"/>
          </a:ln>
          <a:effectLst>
            <a:outerShdw blurRad="38100" dist="19050" algn="bl" rotWithShape="0">
              <a:srgbClr val="000000">
                <a:alpha val="6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dirty="0">
                <a:solidFill>
                  <a:schemeClr val="lt1"/>
                </a:solidFill>
                <a:cs typeface="Arial"/>
                <a:sym typeface="Arial"/>
              </a:rPr>
              <a:t>0</a:t>
            </a:r>
            <a:endParaRPr sz="1400" dirty="0"/>
          </a:p>
          <a:p>
            <a:pPr marL="0" marR="0" lvl="0" indent="0" algn="ctr" rtl="0">
              <a:spcBef>
                <a:spcPts val="0"/>
              </a:spcBef>
              <a:spcAft>
                <a:spcPts val="0"/>
              </a:spcAft>
              <a:buNone/>
            </a:pPr>
            <a:r>
              <a:rPr lang="en-US" sz="1400" dirty="0" err="1">
                <a:solidFill>
                  <a:schemeClr val="lt1"/>
                </a:solidFill>
                <a:cs typeface="Arial"/>
                <a:sym typeface="Arial"/>
              </a:rPr>
              <a:t>番目</a:t>
            </a:r>
            <a:endParaRPr sz="1400" dirty="0">
              <a:solidFill>
                <a:schemeClr val="lt1"/>
              </a:solidFill>
              <a:cs typeface="Arial"/>
              <a:sym typeface="Arial"/>
            </a:endParaRPr>
          </a:p>
        </p:txBody>
      </p:sp>
      <p:sp>
        <p:nvSpPr>
          <p:cNvPr id="7" name="Google Shape;150;p19">
            <a:extLst>
              <a:ext uri="{FF2B5EF4-FFF2-40B4-BE49-F238E27FC236}">
                <a16:creationId xmlns:a16="http://schemas.microsoft.com/office/drawing/2014/main" id="{5B9AD53B-6CEC-4F36-9321-E13020D82304}"/>
              </a:ext>
            </a:extLst>
          </p:cNvPr>
          <p:cNvSpPr/>
          <p:nvPr/>
        </p:nvSpPr>
        <p:spPr>
          <a:xfrm>
            <a:off x="5231202" y="3288444"/>
            <a:ext cx="954134" cy="938071"/>
          </a:xfrm>
          <a:prstGeom prst="cube">
            <a:avLst>
              <a:gd name="adj" fmla="val 25000"/>
            </a:avLst>
          </a:prstGeom>
          <a:solidFill>
            <a:schemeClr val="dk1"/>
          </a:solidFill>
          <a:ln w="28575" cap="flat" cmpd="sng">
            <a:solidFill>
              <a:srgbClr val="FCEEEE"/>
            </a:solidFill>
            <a:prstDash val="solid"/>
            <a:round/>
            <a:headEnd type="none" w="sm" len="sm"/>
            <a:tailEnd type="none" w="sm" len="sm"/>
          </a:ln>
          <a:effectLst>
            <a:outerShdw blurRad="38100" dist="19050" algn="bl" rotWithShape="0">
              <a:srgbClr val="000000">
                <a:alpha val="6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dirty="0">
                <a:solidFill>
                  <a:schemeClr val="lt1"/>
                </a:solidFill>
                <a:cs typeface="Arial"/>
                <a:sym typeface="Arial"/>
              </a:rPr>
              <a:t>1</a:t>
            </a:r>
            <a:endParaRPr sz="1400" dirty="0"/>
          </a:p>
          <a:p>
            <a:pPr marL="0" marR="0" lvl="0" indent="0" algn="ctr" rtl="0">
              <a:spcBef>
                <a:spcPts val="0"/>
              </a:spcBef>
              <a:spcAft>
                <a:spcPts val="0"/>
              </a:spcAft>
              <a:buNone/>
            </a:pPr>
            <a:r>
              <a:rPr lang="en-US" sz="1400" dirty="0" err="1">
                <a:solidFill>
                  <a:schemeClr val="lt1"/>
                </a:solidFill>
                <a:cs typeface="Arial"/>
                <a:sym typeface="Arial"/>
              </a:rPr>
              <a:t>番目</a:t>
            </a:r>
            <a:endParaRPr sz="1400" dirty="0">
              <a:solidFill>
                <a:schemeClr val="lt1"/>
              </a:solidFill>
              <a:cs typeface="Arial"/>
              <a:sym typeface="Arial"/>
            </a:endParaRPr>
          </a:p>
        </p:txBody>
      </p:sp>
      <p:sp>
        <p:nvSpPr>
          <p:cNvPr id="8" name="Google Shape;151;p19">
            <a:extLst>
              <a:ext uri="{FF2B5EF4-FFF2-40B4-BE49-F238E27FC236}">
                <a16:creationId xmlns:a16="http://schemas.microsoft.com/office/drawing/2014/main" id="{964239B4-F145-43F4-B627-067A33FB9E97}"/>
              </a:ext>
            </a:extLst>
          </p:cNvPr>
          <p:cNvSpPr/>
          <p:nvPr/>
        </p:nvSpPr>
        <p:spPr>
          <a:xfrm>
            <a:off x="5943998" y="3288444"/>
            <a:ext cx="954134" cy="938071"/>
          </a:xfrm>
          <a:prstGeom prst="cube">
            <a:avLst>
              <a:gd name="adj" fmla="val 25000"/>
            </a:avLst>
          </a:prstGeom>
          <a:solidFill>
            <a:schemeClr val="dk1"/>
          </a:solidFill>
          <a:ln w="28575" cap="flat" cmpd="sng">
            <a:solidFill>
              <a:srgbClr val="FCEEEE"/>
            </a:solidFill>
            <a:prstDash val="solid"/>
            <a:round/>
            <a:headEnd type="none" w="sm" len="sm"/>
            <a:tailEnd type="none" w="sm" len="sm"/>
          </a:ln>
          <a:effectLst>
            <a:outerShdw blurRad="38100" dist="19050" algn="bl" rotWithShape="0">
              <a:srgbClr val="000000">
                <a:alpha val="6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lt1"/>
                </a:solidFill>
                <a:cs typeface="Arial"/>
                <a:sym typeface="Arial"/>
              </a:rPr>
              <a:t>2</a:t>
            </a:r>
            <a:endParaRPr sz="1400"/>
          </a:p>
          <a:p>
            <a:pPr marL="0" marR="0" lvl="0" indent="0" algn="ctr" rtl="0">
              <a:spcBef>
                <a:spcPts val="0"/>
              </a:spcBef>
              <a:spcAft>
                <a:spcPts val="0"/>
              </a:spcAft>
              <a:buNone/>
            </a:pPr>
            <a:r>
              <a:rPr lang="en-US" sz="1400">
                <a:solidFill>
                  <a:schemeClr val="lt1"/>
                </a:solidFill>
                <a:cs typeface="Arial"/>
                <a:sym typeface="Arial"/>
              </a:rPr>
              <a:t>番目</a:t>
            </a:r>
            <a:endParaRPr sz="1400"/>
          </a:p>
        </p:txBody>
      </p:sp>
      <p:sp>
        <p:nvSpPr>
          <p:cNvPr id="9" name="Google Shape;149;p19">
            <a:extLst>
              <a:ext uri="{FF2B5EF4-FFF2-40B4-BE49-F238E27FC236}">
                <a16:creationId xmlns:a16="http://schemas.microsoft.com/office/drawing/2014/main" id="{FE42A2C2-EB89-46D7-B9EE-6692EED9C6CC}"/>
              </a:ext>
            </a:extLst>
          </p:cNvPr>
          <p:cNvSpPr/>
          <p:nvPr/>
        </p:nvSpPr>
        <p:spPr>
          <a:xfrm>
            <a:off x="776986" y="3288444"/>
            <a:ext cx="954133" cy="938071"/>
          </a:xfrm>
          <a:prstGeom prst="cube">
            <a:avLst>
              <a:gd name="adj" fmla="val 25000"/>
            </a:avLst>
          </a:prstGeom>
          <a:solidFill>
            <a:schemeClr val="dk1"/>
          </a:solidFill>
          <a:ln w="28575" cap="flat" cmpd="sng">
            <a:solidFill>
              <a:srgbClr val="FCEEEE"/>
            </a:solidFill>
            <a:prstDash val="solid"/>
            <a:round/>
            <a:headEnd type="none" w="sm" len="sm"/>
            <a:tailEnd type="none" w="sm" len="sm"/>
          </a:ln>
          <a:effectLst>
            <a:outerShdw blurRad="38100" dist="19050" algn="bl" rotWithShape="0">
              <a:srgbClr val="000000">
                <a:alpha val="6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ja-JP" altLang="en-US" sz="1400" dirty="0">
                <a:solidFill>
                  <a:schemeClr val="lt1"/>
                </a:solidFill>
                <a:cs typeface="Arial"/>
                <a:sym typeface="Arial"/>
              </a:rPr>
              <a:t>配列</a:t>
            </a:r>
            <a:br>
              <a:rPr lang="en-US" altLang="ja-JP" sz="1400" dirty="0">
                <a:solidFill>
                  <a:schemeClr val="lt1"/>
                </a:solidFill>
                <a:cs typeface="Arial"/>
                <a:sym typeface="Arial"/>
              </a:rPr>
            </a:br>
            <a:r>
              <a:rPr lang="ja-JP" altLang="en-US" sz="1400" dirty="0">
                <a:solidFill>
                  <a:schemeClr val="lt1"/>
                </a:solidFill>
                <a:cs typeface="Arial"/>
                <a:sym typeface="Arial"/>
              </a:rPr>
              <a:t>変数</a:t>
            </a:r>
            <a:endParaRPr sz="1400" dirty="0">
              <a:solidFill>
                <a:schemeClr val="lt1"/>
              </a:solidFill>
              <a:cs typeface="Arial"/>
              <a:sym typeface="Arial"/>
            </a:endParaRPr>
          </a:p>
        </p:txBody>
      </p:sp>
      <p:sp>
        <p:nvSpPr>
          <p:cNvPr id="10" name="Google Shape;153;p19">
            <a:extLst>
              <a:ext uri="{FF2B5EF4-FFF2-40B4-BE49-F238E27FC236}">
                <a16:creationId xmlns:a16="http://schemas.microsoft.com/office/drawing/2014/main" id="{37D45E4F-836C-479A-8ABF-FFB655B3CE29}"/>
              </a:ext>
            </a:extLst>
          </p:cNvPr>
          <p:cNvSpPr txBox="1"/>
          <p:nvPr/>
        </p:nvSpPr>
        <p:spPr>
          <a:xfrm>
            <a:off x="3738954" y="3757479"/>
            <a:ext cx="1087445"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dirty="0">
                <a:solidFill>
                  <a:schemeClr val="dk1"/>
                </a:solidFill>
                <a:cs typeface="Meiryo"/>
                <a:sym typeface="Meiryo"/>
              </a:rPr>
              <a:t>100番地</a:t>
            </a:r>
            <a:endParaRPr sz="1400" dirty="0"/>
          </a:p>
        </p:txBody>
      </p:sp>
      <p:sp>
        <p:nvSpPr>
          <p:cNvPr id="11" name="矢印: 下 10">
            <a:extLst>
              <a:ext uri="{FF2B5EF4-FFF2-40B4-BE49-F238E27FC236}">
                <a16:creationId xmlns:a16="http://schemas.microsoft.com/office/drawing/2014/main" id="{497CE668-D349-4D89-AE31-FFABE8A54804}"/>
              </a:ext>
            </a:extLst>
          </p:cNvPr>
          <p:cNvSpPr/>
          <p:nvPr/>
        </p:nvSpPr>
        <p:spPr>
          <a:xfrm rot="5400000">
            <a:off x="2521706" y="2786041"/>
            <a:ext cx="150961" cy="2283534"/>
          </a:xfrm>
          <a:prstGeom prst="downArrow">
            <a:avLst>
              <a:gd name="adj1" fmla="val 100000"/>
              <a:gd name="adj2" fmla="val 145815"/>
            </a:avLst>
          </a:prstGeom>
          <a:solidFill>
            <a:schemeClr val="tx2">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12" name="Google Shape;168;p20">
            <a:extLst>
              <a:ext uri="{FF2B5EF4-FFF2-40B4-BE49-F238E27FC236}">
                <a16:creationId xmlns:a16="http://schemas.microsoft.com/office/drawing/2014/main" id="{0A5F0D82-F981-4288-9DE4-78893C76B455}"/>
              </a:ext>
            </a:extLst>
          </p:cNvPr>
          <p:cNvSpPr/>
          <p:nvPr/>
        </p:nvSpPr>
        <p:spPr>
          <a:xfrm>
            <a:off x="6658101" y="3037429"/>
            <a:ext cx="532094" cy="471004"/>
          </a:xfrm>
          <a:prstGeom prst="ellipse">
            <a:avLst/>
          </a:prstGeom>
          <a:solidFill>
            <a:schemeClr val="accent1"/>
          </a:solidFill>
          <a:ln>
            <a:noFill/>
          </a:ln>
          <a:effectLst>
            <a:outerShdw blurRad="184150" dist="241300" dir="11520000" algn="ctr">
              <a:srgbClr val="000000">
                <a:alpha val="1765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dirty="0">
                <a:solidFill>
                  <a:schemeClr val="lt1"/>
                </a:solidFill>
                <a:ea typeface="Meiryo"/>
                <a:cs typeface="Meiryo"/>
                <a:sym typeface="Meiryo"/>
              </a:rPr>
              <a:t>30</a:t>
            </a:r>
            <a:endParaRPr sz="1400" dirty="0">
              <a:solidFill>
                <a:schemeClr val="lt1"/>
              </a:solidFill>
              <a:ea typeface="Meiryo"/>
              <a:cs typeface="Meiryo"/>
              <a:sym typeface="Meiryo"/>
            </a:endParaRPr>
          </a:p>
        </p:txBody>
      </p:sp>
      <p:sp>
        <p:nvSpPr>
          <p:cNvPr id="13" name="矢印: 下 12">
            <a:extLst>
              <a:ext uri="{FF2B5EF4-FFF2-40B4-BE49-F238E27FC236}">
                <a16:creationId xmlns:a16="http://schemas.microsoft.com/office/drawing/2014/main" id="{005E43D2-C1DF-41B3-A878-A79AEEDFA23B}"/>
              </a:ext>
            </a:extLst>
          </p:cNvPr>
          <p:cNvSpPr/>
          <p:nvPr/>
        </p:nvSpPr>
        <p:spPr>
          <a:xfrm rot="2700000">
            <a:off x="6561724" y="3438092"/>
            <a:ext cx="169862" cy="256209"/>
          </a:xfrm>
          <a:prstGeom prst="downArrow">
            <a:avLst>
              <a:gd name="adj1" fmla="val 100000"/>
              <a:gd name="adj2" fmla="val 145815"/>
            </a:avLst>
          </a:prstGeom>
          <a:solidFill>
            <a:schemeClr val="tx2">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pic>
        <p:nvPicPr>
          <p:cNvPr id="15" name="グラフィックス 14" descr="テレビ 単色塗りつぶし">
            <a:extLst>
              <a:ext uri="{FF2B5EF4-FFF2-40B4-BE49-F238E27FC236}">
                <a16:creationId xmlns:a16="http://schemas.microsoft.com/office/drawing/2014/main" id="{495CBC68-4B2C-4DD5-8B0D-0BC0470142E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08812" y="2294365"/>
            <a:ext cx="1557962" cy="1557962"/>
          </a:xfrm>
          <a:prstGeom prst="rect">
            <a:avLst/>
          </a:prstGeom>
        </p:spPr>
      </p:pic>
      <p:sp>
        <p:nvSpPr>
          <p:cNvPr id="16" name="正方形/長方形 15">
            <a:extLst>
              <a:ext uri="{FF2B5EF4-FFF2-40B4-BE49-F238E27FC236}">
                <a16:creationId xmlns:a16="http://schemas.microsoft.com/office/drawing/2014/main" id="{5E12762F-BFC4-4700-934C-7B5033C83A64}"/>
              </a:ext>
            </a:extLst>
          </p:cNvPr>
          <p:cNvSpPr/>
          <p:nvPr/>
        </p:nvSpPr>
        <p:spPr>
          <a:xfrm>
            <a:off x="7270059" y="2571750"/>
            <a:ext cx="1409716" cy="843807"/>
          </a:xfrm>
          <a:prstGeom prst="rect">
            <a:avLst/>
          </a:prstGeom>
          <a:solidFill>
            <a:schemeClr val="tx1">
              <a:lumMod val="50000"/>
              <a:lumOff val="5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4000" b="1" dirty="0">
                <a:solidFill>
                  <a:schemeClr val="bg1"/>
                </a:solidFill>
              </a:rPr>
              <a:t>30</a:t>
            </a:r>
            <a:endParaRPr kumimoji="1" lang="ja-JP" altLang="en-US" sz="4000" b="1" dirty="0">
              <a:solidFill>
                <a:schemeClr val="bg1"/>
              </a:solidFill>
            </a:endParaRPr>
          </a:p>
        </p:txBody>
      </p:sp>
    </p:spTree>
    <p:extLst>
      <p:ext uri="{BB962C8B-B14F-4D97-AF65-F5344CB8AC3E}">
        <p14:creationId xmlns:p14="http://schemas.microsoft.com/office/powerpoint/2010/main" val="1634234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CBE0B972-F4F3-44B1-ACD0-26F35DB76ED4}"/>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C57CC6EF-0391-489B-97D3-DCB225E13D30}"/>
              </a:ext>
            </a:extLst>
          </p:cNvPr>
          <p:cNvSpPr>
            <a:spLocks noGrp="1"/>
          </p:cNvSpPr>
          <p:nvPr>
            <p:ph type="ctrTitle"/>
          </p:nvPr>
        </p:nvSpPr>
        <p:spPr/>
        <p:txBody>
          <a:bodyPr/>
          <a:lstStyle/>
          <a:p>
            <a:r>
              <a:rPr kumimoji="1" lang="ja-JP" altLang="en-US" dirty="0"/>
              <a:t>配列を使う上での注意</a:t>
            </a:r>
          </a:p>
        </p:txBody>
      </p:sp>
      <p:sp>
        <p:nvSpPr>
          <p:cNvPr id="4" name="スライド番号プレースホルダー 3">
            <a:extLst>
              <a:ext uri="{FF2B5EF4-FFF2-40B4-BE49-F238E27FC236}">
                <a16:creationId xmlns:a16="http://schemas.microsoft.com/office/drawing/2014/main" id="{6F175AB4-171B-48CC-B3B7-ED56A3140ACD}"/>
              </a:ext>
            </a:extLst>
          </p:cNvPr>
          <p:cNvSpPr>
            <a:spLocks noGrp="1"/>
          </p:cNvSpPr>
          <p:nvPr>
            <p:ph type="sldNum" sz="quarter" idx="4"/>
          </p:nvPr>
        </p:nvSpPr>
        <p:spPr/>
        <p:txBody>
          <a:bodyPr/>
          <a:lstStyle/>
          <a:p>
            <a:fld id="{00000000-1234-1234-1234-123412341234}" type="slidenum">
              <a:rPr lang="en" smtClean="0"/>
              <a:pPr/>
              <a:t>12</a:t>
            </a:fld>
            <a:endParaRPr lang="en" dirty="0">
              <a:latin typeface="+mn-ea"/>
            </a:endParaRPr>
          </a:p>
        </p:txBody>
      </p:sp>
      <p:sp>
        <p:nvSpPr>
          <p:cNvPr id="6" name="テキスト プレースホルダー 5">
            <a:extLst>
              <a:ext uri="{FF2B5EF4-FFF2-40B4-BE49-F238E27FC236}">
                <a16:creationId xmlns:a16="http://schemas.microsoft.com/office/drawing/2014/main" id="{ECFAC4DE-1DBE-49C8-8B51-4BE6AD625995}"/>
              </a:ext>
            </a:extLst>
          </p:cNvPr>
          <p:cNvSpPr>
            <a:spLocks noGrp="1"/>
          </p:cNvSpPr>
          <p:nvPr>
            <p:ph type="body" sz="quarter" idx="15"/>
          </p:nvPr>
        </p:nvSpPr>
        <p:spPr>
          <a:xfrm>
            <a:off x="463549" y="1023813"/>
            <a:ext cx="7177471" cy="1138709"/>
          </a:xfrm>
        </p:spPr>
        <p:txBody>
          <a:bodyPr/>
          <a:lstStyle/>
          <a:p>
            <a:r>
              <a:rPr kumimoji="1" lang="ja-JP" altLang="en-US" dirty="0"/>
              <a:t>配列は変数よりも気を付ける点が多いことに注目</a:t>
            </a:r>
            <a:endParaRPr kumimoji="1" lang="en-US" altLang="ja-JP" dirty="0"/>
          </a:p>
          <a:p>
            <a:r>
              <a:rPr lang="ja-JP" altLang="en-US" dirty="0"/>
              <a:t>添え字の概念は今後も出てくるのでここでしっかりと覚えてしまおう</a:t>
            </a:r>
            <a:endParaRPr lang="en-US" altLang="ja-JP" dirty="0"/>
          </a:p>
          <a:p>
            <a:r>
              <a:rPr kumimoji="1" lang="ja-JP" altLang="en-US" dirty="0"/>
              <a:t>省略した書き方もあるため、頭の中で整理して覚えよう</a:t>
            </a:r>
          </a:p>
        </p:txBody>
      </p:sp>
      <p:sp>
        <p:nvSpPr>
          <p:cNvPr id="7" name="テキスト プレースホルダー 6">
            <a:extLst>
              <a:ext uri="{FF2B5EF4-FFF2-40B4-BE49-F238E27FC236}">
                <a16:creationId xmlns:a16="http://schemas.microsoft.com/office/drawing/2014/main" id="{7203A94E-C9EF-408A-8C56-C464188285E6}"/>
              </a:ext>
            </a:extLst>
          </p:cNvPr>
          <p:cNvSpPr>
            <a:spLocks noGrp="1"/>
          </p:cNvSpPr>
          <p:nvPr>
            <p:ph type="body" sz="quarter" idx="16"/>
          </p:nvPr>
        </p:nvSpPr>
        <p:spPr/>
        <p:txBody>
          <a:bodyPr/>
          <a:lstStyle/>
          <a:p>
            <a:endParaRPr kumimoji="1" lang="ja-JP" altLang="en-US"/>
          </a:p>
        </p:txBody>
      </p:sp>
      <p:sp>
        <p:nvSpPr>
          <p:cNvPr id="8" name="テキスト プレースホルダー 4">
            <a:extLst>
              <a:ext uri="{FF2B5EF4-FFF2-40B4-BE49-F238E27FC236}">
                <a16:creationId xmlns:a16="http://schemas.microsoft.com/office/drawing/2014/main" id="{9E4191DA-F891-4301-B824-BF1C78BD5C63}"/>
              </a:ext>
            </a:extLst>
          </p:cNvPr>
          <p:cNvSpPr>
            <a:spLocks noGrp="1"/>
          </p:cNvSpPr>
          <p:nvPr>
            <p:ph type="body" sz="quarter" idx="14"/>
          </p:nvPr>
        </p:nvSpPr>
        <p:spPr>
          <a:xfrm>
            <a:off x="463549" y="2469166"/>
            <a:ext cx="8216900" cy="1394880"/>
          </a:xfrm>
        </p:spPr>
        <p:txBody>
          <a:bodyPr/>
          <a:lstStyle/>
          <a:p>
            <a:pPr marL="96838" indent="0">
              <a:buNone/>
            </a:pPr>
            <a:r>
              <a:rPr kumimoji="1" lang="ja-JP" altLang="en-US" dirty="0"/>
              <a:t>この項では、配列を使う上での注意点や省略した書き方について学習します。</a:t>
            </a:r>
            <a:endParaRPr kumimoji="1" lang="en-US" altLang="ja-JP" dirty="0"/>
          </a:p>
          <a:p>
            <a:pPr marL="96838" indent="0">
              <a:buNone/>
            </a:pPr>
            <a:r>
              <a:rPr kumimoji="1" lang="ja-JP" altLang="en-US" dirty="0"/>
              <a:t>まずは次のページで、配列を使う上での注意点についてまとめます。</a:t>
            </a:r>
          </a:p>
        </p:txBody>
      </p:sp>
    </p:spTree>
    <p:extLst>
      <p:ext uri="{BB962C8B-B14F-4D97-AF65-F5344CB8AC3E}">
        <p14:creationId xmlns:p14="http://schemas.microsoft.com/office/powerpoint/2010/main" val="11899845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F0F0ECA3-7618-4E6D-BB61-1D95053CB15E}"/>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35721FFA-D1D7-45CF-AF1C-6ADEC50BF982}"/>
              </a:ext>
            </a:extLst>
          </p:cNvPr>
          <p:cNvSpPr>
            <a:spLocks noGrp="1"/>
          </p:cNvSpPr>
          <p:nvPr>
            <p:ph type="ctrTitle"/>
          </p:nvPr>
        </p:nvSpPr>
        <p:spPr/>
        <p:txBody>
          <a:bodyPr/>
          <a:lstStyle/>
          <a:p>
            <a:r>
              <a:rPr lang="en-US" altLang="ja-JP" dirty="0" err="1"/>
              <a:t>配列を使う上で注意</a:t>
            </a:r>
            <a:endParaRPr kumimoji="1" lang="ja-JP" altLang="en-US" dirty="0"/>
          </a:p>
        </p:txBody>
      </p:sp>
      <p:sp>
        <p:nvSpPr>
          <p:cNvPr id="4" name="スライド番号プレースホルダー 3">
            <a:extLst>
              <a:ext uri="{FF2B5EF4-FFF2-40B4-BE49-F238E27FC236}">
                <a16:creationId xmlns:a16="http://schemas.microsoft.com/office/drawing/2014/main" id="{5127D05A-2DBD-4772-80D6-6075C0796116}"/>
              </a:ext>
            </a:extLst>
          </p:cNvPr>
          <p:cNvSpPr>
            <a:spLocks noGrp="1"/>
          </p:cNvSpPr>
          <p:nvPr>
            <p:ph type="sldNum" sz="quarter" idx="4"/>
          </p:nvPr>
        </p:nvSpPr>
        <p:spPr/>
        <p:txBody>
          <a:bodyPr/>
          <a:lstStyle/>
          <a:p>
            <a:fld id="{00000000-1234-1234-1234-123412341234}" type="slidenum">
              <a:rPr lang="en" smtClean="0"/>
              <a:pPr/>
              <a:t>13</a:t>
            </a:fld>
            <a:endParaRPr lang="en" dirty="0"/>
          </a:p>
        </p:txBody>
      </p:sp>
      <p:sp>
        <p:nvSpPr>
          <p:cNvPr id="5" name="テキスト プレースホルダー 4">
            <a:extLst>
              <a:ext uri="{FF2B5EF4-FFF2-40B4-BE49-F238E27FC236}">
                <a16:creationId xmlns:a16="http://schemas.microsoft.com/office/drawing/2014/main" id="{1ECE987E-1BA6-4C52-A3AE-C83F2C85D3C8}"/>
              </a:ext>
            </a:extLst>
          </p:cNvPr>
          <p:cNvSpPr>
            <a:spLocks noGrp="1"/>
          </p:cNvSpPr>
          <p:nvPr>
            <p:ph type="body" sz="quarter" idx="14"/>
          </p:nvPr>
        </p:nvSpPr>
        <p:spPr>
          <a:xfrm>
            <a:off x="462875" y="859491"/>
            <a:ext cx="8216900" cy="2081829"/>
          </a:xfrm>
        </p:spPr>
        <p:txBody>
          <a:bodyPr/>
          <a:lstStyle/>
          <a:p>
            <a:pPr marL="439738" indent="-342900">
              <a:buFont typeface="+mj-lt"/>
              <a:buAutoNum type="arabicPeriod"/>
            </a:pPr>
            <a:r>
              <a:rPr kumimoji="1" lang="ja-JP" altLang="en-US" b="1" dirty="0">
                <a:solidFill>
                  <a:schemeClr val="tx2"/>
                </a:solidFill>
              </a:rPr>
              <a:t>添え字は</a:t>
            </a:r>
            <a:r>
              <a:rPr kumimoji="1" lang="en-US" altLang="ja-JP" b="1" dirty="0">
                <a:solidFill>
                  <a:schemeClr val="tx2"/>
                </a:solidFill>
              </a:rPr>
              <a:t>int</a:t>
            </a:r>
            <a:r>
              <a:rPr kumimoji="1" lang="ja-JP" altLang="en-US" b="1" dirty="0">
                <a:solidFill>
                  <a:schemeClr val="tx2"/>
                </a:solidFill>
              </a:rPr>
              <a:t>型</a:t>
            </a:r>
          </a:p>
          <a:p>
            <a:pPr marL="452438" lvl="1" indent="0">
              <a:buNone/>
            </a:pPr>
            <a:r>
              <a:rPr kumimoji="1" lang="ja-JP" altLang="en-US" dirty="0"/>
              <a:t>添え字は</a:t>
            </a:r>
            <a:r>
              <a:rPr kumimoji="1" lang="en-US" altLang="ja-JP" dirty="0"/>
              <a:t>int</a:t>
            </a:r>
            <a:r>
              <a:rPr kumimoji="1" lang="ja-JP" altLang="en-US" dirty="0"/>
              <a:t>型、または</a:t>
            </a:r>
            <a:r>
              <a:rPr kumimoji="1" lang="en-US" altLang="ja-JP" dirty="0"/>
              <a:t>int</a:t>
            </a:r>
            <a:r>
              <a:rPr kumimoji="1" lang="ja-JP" altLang="en-US" dirty="0"/>
              <a:t>型に自動変換できる</a:t>
            </a:r>
            <a:r>
              <a:rPr kumimoji="1" lang="en-US" altLang="ja-JP" dirty="0"/>
              <a:t>byte</a:t>
            </a:r>
            <a:r>
              <a:rPr kumimoji="1" lang="ja-JP" altLang="en-US" dirty="0"/>
              <a:t>型、</a:t>
            </a:r>
            <a:r>
              <a:rPr kumimoji="1" lang="en-US" altLang="ja-JP" dirty="0"/>
              <a:t>short</a:t>
            </a:r>
            <a:r>
              <a:rPr kumimoji="1" lang="ja-JP" altLang="en-US" dirty="0"/>
              <a:t>型でなければなりません。真偽値型や小数型、参照型が使えないのはもちろんですが、整数型であっても</a:t>
            </a:r>
            <a:r>
              <a:rPr kumimoji="1" lang="en-US" altLang="ja-JP" dirty="0"/>
              <a:t>long</a:t>
            </a:r>
            <a:r>
              <a:rPr kumimoji="1" lang="ja-JP" altLang="en-US" dirty="0"/>
              <a:t>型は使えません。</a:t>
            </a:r>
          </a:p>
          <a:p>
            <a:pPr marL="439738" indent="-342900">
              <a:buFont typeface="+mj-lt"/>
              <a:buAutoNum type="arabicPeriod"/>
            </a:pPr>
            <a:endParaRPr kumimoji="1" lang="en-US" altLang="ja-JP" dirty="0"/>
          </a:p>
          <a:p>
            <a:pPr marL="439738" indent="-342900">
              <a:buFont typeface="+mj-lt"/>
              <a:buAutoNum type="arabicPeriod"/>
            </a:pPr>
            <a:r>
              <a:rPr kumimoji="1" lang="ja-JP" altLang="en-US" b="1" dirty="0">
                <a:solidFill>
                  <a:schemeClr val="tx2"/>
                </a:solidFill>
              </a:rPr>
              <a:t>添え字は変数・定数・式でも可能</a:t>
            </a:r>
          </a:p>
          <a:p>
            <a:pPr marL="452438" lvl="1" indent="0">
              <a:buNone/>
            </a:pPr>
            <a:r>
              <a:rPr kumimoji="1" lang="ja-JP" altLang="en-US" dirty="0"/>
              <a:t>今までの説明は添え字はリテラルを使ってきましたが、</a:t>
            </a:r>
            <a:r>
              <a:rPr kumimoji="1" lang="en-US" altLang="ja-JP" dirty="0"/>
              <a:t>int</a:t>
            </a:r>
            <a:r>
              <a:rPr kumimoji="1" lang="ja-JP" altLang="en-US" dirty="0"/>
              <a:t>型であれば変数・定数・式でも可能です。</a:t>
            </a:r>
            <a:endParaRPr lang="en-US" altLang="ja-JP" dirty="0"/>
          </a:p>
          <a:p>
            <a:pPr marL="817563" lvl="2" indent="0">
              <a:buNone/>
            </a:pPr>
            <a:r>
              <a:rPr kumimoji="1" lang="ja-JP" altLang="en-US" dirty="0"/>
              <a:t>例）</a:t>
            </a:r>
            <a:r>
              <a:rPr kumimoji="1" lang="ja-JP" altLang="en-US" b="1" dirty="0">
                <a:solidFill>
                  <a:schemeClr val="accent1"/>
                </a:solidFill>
              </a:rPr>
              <a:t>　</a:t>
            </a:r>
            <a:r>
              <a:rPr kumimoji="1" lang="en-US" altLang="ja-JP" b="1" dirty="0">
                <a:solidFill>
                  <a:schemeClr val="accent1"/>
                </a:solidFill>
              </a:rPr>
              <a:t>array[num]   array[count + 1]</a:t>
            </a:r>
          </a:p>
          <a:p>
            <a:endParaRPr kumimoji="1" lang="ja-JP" altLang="en-US" dirty="0"/>
          </a:p>
        </p:txBody>
      </p:sp>
      <p:graphicFrame>
        <p:nvGraphicFramePr>
          <p:cNvPr id="6" name="Google Shape;193;p22">
            <a:extLst>
              <a:ext uri="{FF2B5EF4-FFF2-40B4-BE49-F238E27FC236}">
                <a16:creationId xmlns:a16="http://schemas.microsoft.com/office/drawing/2014/main" id="{A46328A8-4387-401E-8457-B9D2F8695792}"/>
              </a:ext>
            </a:extLst>
          </p:cNvPr>
          <p:cNvGraphicFramePr/>
          <p:nvPr>
            <p:extLst>
              <p:ext uri="{D42A27DB-BD31-4B8C-83A1-F6EECF244321}">
                <p14:modId xmlns:p14="http://schemas.microsoft.com/office/powerpoint/2010/main" val="3430922441"/>
              </p:ext>
            </p:extLst>
          </p:nvPr>
        </p:nvGraphicFramePr>
        <p:xfrm>
          <a:off x="4632285" y="3034763"/>
          <a:ext cx="3938906" cy="1524050"/>
        </p:xfrm>
        <a:graphic>
          <a:graphicData uri="http://schemas.openxmlformats.org/drawingml/2006/table">
            <a:tbl>
              <a:tblPr firstRow="1" bandRow="1">
                <a:tableStyleId>{BDBED569-4797-4DF1-A0F4-6AAB3CD982D8}</a:tableStyleId>
              </a:tblPr>
              <a:tblGrid>
                <a:gridCol w="1969453">
                  <a:extLst>
                    <a:ext uri="{9D8B030D-6E8A-4147-A177-3AD203B41FA5}">
                      <a16:colId xmlns:a16="http://schemas.microsoft.com/office/drawing/2014/main" val="20000"/>
                    </a:ext>
                  </a:extLst>
                </a:gridCol>
                <a:gridCol w="1969453">
                  <a:extLst>
                    <a:ext uri="{9D8B030D-6E8A-4147-A177-3AD203B41FA5}">
                      <a16:colId xmlns:a16="http://schemas.microsoft.com/office/drawing/2014/main" val="20001"/>
                    </a:ext>
                  </a:extLst>
                </a:gridCol>
              </a:tblGrid>
              <a:tr h="263648">
                <a:tc>
                  <a:txBody>
                    <a:bodyPr/>
                    <a:lstStyle/>
                    <a:p>
                      <a:pPr marL="0" marR="0" lvl="0" indent="0" algn="ctr" rtl="0">
                        <a:spcBef>
                          <a:spcPts val="0"/>
                        </a:spcBef>
                        <a:spcAft>
                          <a:spcPts val="0"/>
                        </a:spcAft>
                        <a:buNone/>
                      </a:pPr>
                      <a:r>
                        <a:rPr lang="en-US" sz="1400" u="none" strike="noStrike" cap="none">
                          <a:sym typeface="Arial"/>
                        </a:rPr>
                        <a:t>要素のデータ型</a:t>
                      </a:r>
                      <a:endParaRPr sz="1400">
                        <a:latin typeface="+mn-lt"/>
                        <a:ea typeface="+mn-ea"/>
                        <a:cs typeface="Arial"/>
                        <a:sym typeface="Arial"/>
                      </a:endParaRPr>
                    </a:p>
                  </a:txBody>
                  <a:tcPr marL="91450" marR="91450" marT="45725" marB="45725"/>
                </a:tc>
                <a:tc>
                  <a:txBody>
                    <a:bodyPr/>
                    <a:lstStyle/>
                    <a:p>
                      <a:pPr marL="0" marR="0" lvl="0" indent="0" algn="ctr" rtl="0">
                        <a:spcBef>
                          <a:spcPts val="0"/>
                        </a:spcBef>
                        <a:spcAft>
                          <a:spcPts val="0"/>
                        </a:spcAft>
                        <a:buNone/>
                      </a:pPr>
                      <a:r>
                        <a:rPr lang="en-US" sz="1400" u="none" strike="noStrike" cap="none">
                          <a:sym typeface="Arial"/>
                        </a:rPr>
                        <a:t>初期値</a:t>
                      </a:r>
                      <a:endParaRPr sz="1400">
                        <a:latin typeface="+mn-lt"/>
                        <a:ea typeface="+mn-ea"/>
                        <a:cs typeface="Arial"/>
                        <a:sym typeface="Arial"/>
                      </a:endParaRPr>
                    </a:p>
                  </a:txBody>
                  <a:tcPr marL="91450" marR="91450" marT="45725" marB="45725"/>
                </a:tc>
                <a:extLst>
                  <a:ext uri="{0D108BD9-81ED-4DB2-BD59-A6C34878D82A}">
                    <a16:rowId xmlns:a16="http://schemas.microsoft.com/office/drawing/2014/main" val="10000"/>
                  </a:ext>
                </a:extLst>
              </a:tr>
              <a:tr h="263648">
                <a:tc>
                  <a:txBody>
                    <a:bodyPr/>
                    <a:lstStyle/>
                    <a:p>
                      <a:pPr marL="0" marR="0" lvl="0" indent="0" algn="l" rtl="0">
                        <a:spcBef>
                          <a:spcPts val="0"/>
                        </a:spcBef>
                        <a:spcAft>
                          <a:spcPts val="0"/>
                        </a:spcAft>
                        <a:buNone/>
                      </a:pPr>
                      <a:r>
                        <a:rPr lang="en-US" sz="1400" u="none" strike="noStrike" cap="none">
                          <a:sym typeface="Arial"/>
                        </a:rPr>
                        <a:t>整数型</a:t>
                      </a:r>
                      <a:endParaRPr sz="1400">
                        <a:latin typeface="+mn-lt"/>
                        <a:ea typeface="+mn-ea"/>
                        <a:cs typeface="Arial"/>
                        <a:sym typeface="Arial"/>
                      </a:endParaRPr>
                    </a:p>
                  </a:txBody>
                  <a:tcPr marL="91450" marR="91450" marT="45725" marB="45725"/>
                </a:tc>
                <a:tc>
                  <a:txBody>
                    <a:bodyPr/>
                    <a:lstStyle/>
                    <a:p>
                      <a:pPr marL="0" marR="0" lvl="0" indent="0" algn="l" rtl="0">
                        <a:spcBef>
                          <a:spcPts val="0"/>
                        </a:spcBef>
                        <a:spcAft>
                          <a:spcPts val="0"/>
                        </a:spcAft>
                        <a:buNone/>
                      </a:pPr>
                      <a:r>
                        <a:rPr lang="en-US" sz="1400">
                          <a:sym typeface="Arial"/>
                        </a:rPr>
                        <a:t>0</a:t>
                      </a:r>
                      <a:endParaRPr sz="1400">
                        <a:latin typeface="+mn-lt"/>
                        <a:ea typeface="+mn-ea"/>
                        <a:cs typeface="Arial"/>
                        <a:sym typeface="Arial"/>
                      </a:endParaRPr>
                    </a:p>
                  </a:txBody>
                  <a:tcPr marL="91450" marR="91450" marT="45725" marB="45725"/>
                </a:tc>
                <a:extLst>
                  <a:ext uri="{0D108BD9-81ED-4DB2-BD59-A6C34878D82A}">
                    <a16:rowId xmlns:a16="http://schemas.microsoft.com/office/drawing/2014/main" val="10001"/>
                  </a:ext>
                </a:extLst>
              </a:tr>
              <a:tr h="263648">
                <a:tc>
                  <a:txBody>
                    <a:bodyPr/>
                    <a:lstStyle/>
                    <a:p>
                      <a:pPr marL="0" marR="0" lvl="0" indent="0" algn="l" rtl="0">
                        <a:spcBef>
                          <a:spcPts val="0"/>
                        </a:spcBef>
                        <a:spcAft>
                          <a:spcPts val="0"/>
                        </a:spcAft>
                        <a:buNone/>
                      </a:pPr>
                      <a:r>
                        <a:rPr lang="en-US" sz="1400">
                          <a:sym typeface="Arial"/>
                        </a:rPr>
                        <a:t>小数型</a:t>
                      </a:r>
                      <a:endParaRPr sz="1400">
                        <a:latin typeface="+mn-lt"/>
                        <a:ea typeface="+mn-ea"/>
                        <a:cs typeface="Arial"/>
                        <a:sym typeface="Arial"/>
                      </a:endParaRPr>
                    </a:p>
                  </a:txBody>
                  <a:tcPr marL="91450" marR="91450" marT="45725" marB="45725"/>
                </a:tc>
                <a:tc>
                  <a:txBody>
                    <a:bodyPr/>
                    <a:lstStyle/>
                    <a:p>
                      <a:pPr marL="0" marR="0" lvl="0" indent="0" algn="l" rtl="0">
                        <a:spcBef>
                          <a:spcPts val="0"/>
                        </a:spcBef>
                        <a:spcAft>
                          <a:spcPts val="0"/>
                        </a:spcAft>
                        <a:buNone/>
                      </a:pPr>
                      <a:r>
                        <a:rPr lang="en-US" sz="1400">
                          <a:sym typeface="Arial"/>
                        </a:rPr>
                        <a:t>0.0</a:t>
                      </a:r>
                      <a:endParaRPr sz="1400">
                        <a:latin typeface="+mn-lt"/>
                        <a:ea typeface="+mn-ea"/>
                        <a:cs typeface="Arial"/>
                        <a:sym typeface="Arial"/>
                      </a:endParaRPr>
                    </a:p>
                  </a:txBody>
                  <a:tcPr marL="91450" marR="91450" marT="45725" marB="45725"/>
                </a:tc>
                <a:extLst>
                  <a:ext uri="{0D108BD9-81ED-4DB2-BD59-A6C34878D82A}">
                    <a16:rowId xmlns:a16="http://schemas.microsoft.com/office/drawing/2014/main" val="10002"/>
                  </a:ext>
                </a:extLst>
              </a:tr>
              <a:tr h="263648">
                <a:tc>
                  <a:txBody>
                    <a:bodyPr/>
                    <a:lstStyle/>
                    <a:p>
                      <a:pPr marL="0" marR="0" lvl="0" indent="0" algn="l" rtl="0">
                        <a:spcBef>
                          <a:spcPts val="0"/>
                        </a:spcBef>
                        <a:spcAft>
                          <a:spcPts val="0"/>
                        </a:spcAft>
                        <a:buNone/>
                      </a:pPr>
                      <a:r>
                        <a:rPr lang="en-US" sz="1400">
                          <a:sym typeface="Arial"/>
                        </a:rPr>
                        <a:t>真偽値型</a:t>
                      </a:r>
                      <a:endParaRPr sz="1400">
                        <a:latin typeface="+mn-lt"/>
                        <a:ea typeface="+mn-ea"/>
                        <a:cs typeface="Arial"/>
                        <a:sym typeface="Arial"/>
                      </a:endParaRPr>
                    </a:p>
                  </a:txBody>
                  <a:tcPr marL="91450" marR="91450" marT="45725" marB="45725"/>
                </a:tc>
                <a:tc>
                  <a:txBody>
                    <a:bodyPr/>
                    <a:lstStyle/>
                    <a:p>
                      <a:pPr marL="0" marR="0" lvl="0" indent="0" algn="l" rtl="0">
                        <a:spcBef>
                          <a:spcPts val="0"/>
                        </a:spcBef>
                        <a:spcAft>
                          <a:spcPts val="0"/>
                        </a:spcAft>
                        <a:buNone/>
                      </a:pPr>
                      <a:r>
                        <a:rPr lang="en-US" sz="1400" dirty="0">
                          <a:sym typeface="Arial"/>
                        </a:rPr>
                        <a:t>false</a:t>
                      </a:r>
                      <a:endParaRPr sz="1400" dirty="0">
                        <a:latin typeface="+mn-lt"/>
                        <a:ea typeface="+mn-ea"/>
                        <a:cs typeface="Arial"/>
                        <a:sym typeface="Arial"/>
                      </a:endParaRPr>
                    </a:p>
                  </a:txBody>
                  <a:tcPr marL="91450" marR="91450" marT="45725" marB="45725"/>
                </a:tc>
                <a:extLst>
                  <a:ext uri="{0D108BD9-81ED-4DB2-BD59-A6C34878D82A}">
                    <a16:rowId xmlns:a16="http://schemas.microsoft.com/office/drawing/2014/main" val="10003"/>
                  </a:ext>
                </a:extLst>
              </a:tr>
              <a:tr h="263648">
                <a:tc>
                  <a:txBody>
                    <a:bodyPr/>
                    <a:lstStyle/>
                    <a:p>
                      <a:pPr marL="0" marR="0" lvl="0" indent="0" algn="l" rtl="0">
                        <a:spcBef>
                          <a:spcPts val="0"/>
                        </a:spcBef>
                        <a:spcAft>
                          <a:spcPts val="0"/>
                        </a:spcAft>
                        <a:buNone/>
                      </a:pPr>
                      <a:r>
                        <a:rPr lang="en-US" sz="1400" dirty="0" err="1">
                          <a:sym typeface="Arial"/>
                        </a:rPr>
                        <a:t>参照型</a:t>
                      </a:r>
                      <a:endParaRPr sz="1400" dirty="0">
                        <a:latin typeface="+mn-lt"/>
                        <a:ea typeface="+mn-ea"/>
                        <a:cs typeface="Arial"/>
                        <a:sym typeface="Arial"/>
                      </a:endParaRPr>
                    </a:p>
                  </a:txBody>
                  <a:tcPr marL="91450" marR="91450" marT="45725" marB="45725"/>
                </a:tc>
                <a:tc>
                  <a:txBody>
                    <a:bodyPr/>
                    <a:lstStyle/>
                    <a:p>
                      <a:pPr marL="0" marR="0" lvl="0" indent="0" algn="l" rtl="0">
                        <a:spcBef>
                          <a:spcPts val="0"/>
                        </a:spcBef>
                        <a:spcAft>
                          <a:spcPts val="0"/>
                        </a:spcAft>
                        <a:buNone/>
                      </a:pPr>
                      <a:r>
                        <a:rPr lang="en-US" sz="1400" dirty="0">
                          <a:sym typeface="Arial"/>
                        </a:rPr>
                        <a:t>null</a:t>
                      </a:r>
                      <a:endParaRPr sz="1400" dirty="0">
                        <a:latin typeface="+mn-lt"/>
                        <a:ea typeface="+mn-ea"/>
                        <a:cs typeface="Arial"/>
                        <a:sym typeface="Arial"/>
                      </a:endParaRPr>
                    </a:p>
                  </a:txBody>
                  <a:tcPr marL="91450" marR="91450" marT="45725" marB="45725"/>
                </a:tc>
                <a:extLst>
                  <a:ext uri="{0D108BD9-81ED-4DB2-BD59-A6C34878D82A}">
                    <a16:rowId xmlns:a16="http://schemas.microsoft.com/office/drawing/2014/main" val="10004"/>
                  </a:ext>
                </a:extLst>
              </a:tr>
            </a:tbl>
          </a:graphicData>
        </a:graphic>
      </p:graphicFrame>
      <p:sp>
        <p:nvSpPr>
          <p:cNvPr id="7" name="テキスト プレースホルダー 4">
            <a:extLst>
              <a:ext uri="{FF2B5EF4-FFF2-40B4-BE49-F238E27FC236}">
                <a16:creationId xmlns:a16="http://schemas.microsoft.com/office/drawing/2014/main" id="{F872DE77-6502-48CB-A358-D937CA5BE6BE}"/>
              </a:ext>
            </a:extLst>
          </p:cNvPr>
          <p:cNvSpPr txBox="1">
            <a:spLocks/>
          </p:cNvSpPr>
          <p:nvPr/>
        </p:nvSpPr>
        <p:spPr>
          <a:xfrm>
            <a:off x="462875" y="3034763"/>
            <a:ext cx="3938906" cy="1735358"/>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439738" indent="-342900">
              <a:buFont typeface="+mj-lt"/>
              <a:buAutoNum type="arabicPeriod" startAt="3"/>
            </a:pPr>
            <a:r>
              <a:rPr lang="ja-JP" altLang="en-US" b="1" dirty="0">
                <a:solidFill>
                  <a:schemeClr val="tx2"/>
                </a:solidFill>
              </a:rPr>
              <a:t>各要素は自動で初期化</a:t>
            </a:r>
          </a:p>
          <a:p>
            <a:pPr marL="452438" lvl="1" indent="0">
              <a:buNone/>
            </a:pPr>
            <a:r>
              <a:rPr lang="ja-JP" altLang="en-US" dirty="0"/>
              <a:t>変数は宣言→代入→参照の順番が必要でした。代入しないで参照しようとするとコンパイルエラーになりました。</a:t>
            </a:r>
            <a:br>
              <a:rPr lang="ja-JP" altLang="en-US" dirty="0"/>
            </a:br>
            <a:r>
              <a:rPr lang="ja-JP" altLang="en-US" dirty="0"/>
              <a:t>一方、配列の要素は作成されたときに右の表の初期値が設定されているので代入なしで参照できます。</a:t>
            </a:r>
          </a:p>
        </p:txBody>
      </p:sp>
    </p:spTree>
    <p:extLst>
      <p:ext uri="{BB962C8B-B14F-4D97-AF65-F5344CB8AC3E}">
        <p14:creationId xmlns:p14="http://schemas.microsoft.com/office/powerpoint/2010/main" val="12889936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66F094B3-9E88-496C-B895-02F38900D978}"/>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F28C555D-7085-4A91-ACBC-9F093652BD57}"/>
              </a:ext>
            </a:extLst>
          </p:cNvPr>
          <p:cNvSpPr>
            <a:spLocks noGrp="1"/>
          </p:cNvSpPr>
          <p:nvPr>
            <p:ph type="ctrTitle"/>
          </p:nvPr>
        </p:nvSpPr>
        <p:spPr/>
        <p:txBody>
          <a:bodyPr/>
          <a:lstStyle/>
          <a:p>
            <a:r>
              <a:rPr lang="en-US" altLang="ja-JP" dirty="0" err="1"/>
              <a:t>省略した書き方</a:t>
            </a:r>
            <a:endParaRPr kumimoji="1" lang="ja-JP" altLang="en-US" dirty="0"/>
          </a:p>
        </p:txBody>
      </p:sp>
      <p:sp>
        <p:nvSpPr>
          <p:cNvPr id="4" name="スライド番号プレースホルダー 3">
            <a:extLst>
              <a:ext uri="{FF2B5EF4-FFF2-40B4-BE49-F238E27FC236}">
                <a16:creationId xmlns:a16="http://schemas.microsoft.com/office/drawing/2014/main" id="{F8628FCC-15B7-4CD5-A885-1E52AB7CBE49}"/>
              </a:ext>
            </a:extLst>
          </p:cNvPr>
          <p:cNvSpPr>
            <a:spLocks noGrp="1"/>
          </p:cNvSpPr>
          <p:nvPr>
            <p:ph type="sldNum" sz="quarter" idx="4"/>
          </p:nvPr>
        </p:nvSpPr>
        <p:spPr/>
        <p:txBody>
          <a:bodyPr/>
          <a:lstStyle/>
          <a:p>
            <a:fld id="{00000000-1234-1234-1234-123412341234}" type="slidenum">
              <a:rPr lang="en" smtClean="0"/>
              <a:pPr/>
              <a:t>14</a:t>
            </a:fld>
            <a:endParaRPr lang="en" dirty="0"/>
          </a:p>
        </p:txBody>
      </p:sp>
      <p:sp>
        <p:nvSpPr>
          <p:cNvPr id="5" name="テキスト プレースホルダー 4">
            <a:extLst>
              <a:ext uri="{FF2B5EF4-FFF2-40B4-BE49-F238E27FC236}">
                <a16:creationId xmlns:a16="http://schemas.microsoft.com/office/drawing/2014/main" id="{78D1BDF9-E38D-422F-BA46-821E29D129FB}"/>
              </a:ext>
            </a:extLst>
          </p:cNvPr>
          <p:cNvSpPr>
            <a:spLocks noGrp="1"/>
          </p:cNvSpPr>
          <p:nvPr>
            <p:ph type="body" sz="quarter" idx="14"/>
          </p:nvPr>
        </p:nvSpPr>
        <p:spPr>
          <a:xfrm>
            <a:off x="462875" y="859491"/>
            <a:ext cx="8216900" cy="313989"/>
          </a:xfrm>
        </p:spPr>
        <p:txBody>
          <a:bodyPr/>
          <a:lstStyle/>
          <a:p>
            <a:pPr marL="439738" indent="-342900">
              <a:buFont typeface="+mj-lt"/>
              <a:buAutoNum type="arabicPeriod"/>
            </a:pPr>
            <a:r>
              <a:rPr lang="ja-JP" altLang="en-US" b="1" dirty="0">
                <a:solidFill>
                  <a:schemeClr val="tx2"/>
                </a:solidFill>
              </a:rPr>
              <a:t>宣言＋要素の作成</a:t>
            </a:r>
          </a:p>
          <a:p>
            <a:endParaRPr kumimoji="1" lang="ja-JP" altLang="en-US" dirty="0"/>
          </a:p>
        </p:txBody>
      </p:sp>
      <p:graphicFrame>
        <p:nvGraphicFramePr>
          <p:cNvPr id="6" name="Google Shape;203;p23">
            <a:extLst>
              <a:ext uri="{FF2B5EF4-FFF2-40B4-BE49-F238E27FC236}">
                <a16:creationId xmlns:a16="http://schemas.microsoft.com/office/drawing/2014/main" id="{7DFD3F1E-EB5D-45EC-A16F-D2C68B5B57D5}"/>
              </a:ext>
            </a:extLst>
          </p:cNvPr>
          <p:cNvGraphicFramePr/>
          <p:nvPr>
            <p:extLst>
              <p:ext uri="{D42A27DB-BD31-4B8C-83A1-F6EECF244321}">
                <p14:modId xmlns:p14="http://schemas.microsoft.com/office/powerpoint/2010/main" val="160360396"/>
              </p:ext>
            </p:extLst>
          </p:nvPr>
        </p:nvGraphicFramePr>
        <p:xfrm>
          <a:off x="462875" y="1173480"/>
          <a:ext cx="8280925" cy="609620"/>
        </p:xfrm>
        <a:graphic>
          <a:graphicData uri="http://schemas.openxmlformats.org/drawingml/2006/table">
            <a:tbl>
              <a:tblPr firstRow="1" bandRow="1">
                <a:noFill/>
              </a:tblPr>
              <a:tblGrid>
                <a:gridCol w="2520275">
                  <a:extLst>
                    <a:ext uri="{9D8B030D-6E8A-4147-A177-3AD203B41FA5}">
                      <a16:colId xmlns:a16="http://schemas.microsoft.com/office/drawing/2014/main" val="20000"/>
                    </a:ext>
                  </a:extLst>
                </a:gridCol>
                <a:gridCol w="864100">
                  <a:extLst>
                    <a:ext uri="{9D8B030D-6E8A-4147-A177-3AD203B41FA5}">
                      <a16:colId xmlns:a16="http://schemas.microsoft.com/office/drawing/2014/main" val="20001"/>
                    </a:ext>
                  </a:extLst>
                </a:gridCol>
                <a:gridCol w="4896550">
                  <a:extLst>
                    <a:ext uri="{9D8B030D-6E8A-4147-A177-3AD203B41FA5}">
                      <a16:colId xmlns:a16="http://schemas.microsoft.com/office/drawing/2014/main" val="20002"/>
                    </a:ext>
                  </a:extLst>
                </a:gridCol>
              </a:tblGrid>
              <a:tr h="254430">
                <a:tc>
                  <a:txBody>
                    <a:bodyPr/>
                    <a:lstStyle/>
                    <a:p>
                      <a:pPr marL="0" marR="0" lvl="0" indent="0" algn="l" rtl="0">
                        <a:spcBef>
                          <a:spcPts val="0"/>
                        </a:spcBef>
                        <a:spcAft>
                          <a:spcPts val="0"/>
                        </a:spcAft>
                        <a:buNone/>
                      </a:pPr>
                      <a:r>
                        <a:rPr lang="en-US" sz="1400" b="0" dirty="0">
                          <a:solidFill>
                            <a:srgbClr val="3F3F3F"/>
                          </a:solidFill>
                          <a:latin typeface="+mn-lt"/>
                          <a:ea typeface="MS Gothic"/>
                          <a:cs typeface="MS Gothic"/>
                          <a:sym typeface="MS Gothic"/>
                        </a:rPr>
                        <a:t>double[] array1;</a:t>
                      </a:r>
                      <a:endParaRPr sz="1400" b="0" dirty="0">
                        <a:solidFill>
                          <a:srgbClr val="3F3F3F"/>
                        </a:solidFill>
                        <a:latin typeface="+mn-lt"/>
                        <a:ea typeface="MS Gothic"/>
                        <a:cs typeface="MS Gothic"/>
                        <a:sym typeface="MS Gothic"/>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3C5184"/>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rowSpan="2">
                  <a:txBody>
                    <a:bodyPr/>
                    <a:lstStyle/>
                    <a:p>
                      <a:pPr marL="0" marR="0" lvl="0" indent="0" algn="ctr" rtl="0">
                        <a:spcBef>
                          <a:spcPts val="0"/>
                        </a:spcBef>
                        <a:spcAft>
                          <a:spcPts val="0"/>
                        </a:spcAft>
                        <a:buNone/>
                      </a:pPr>
                      <a:r>
                        <a:rPr lang="en-US" sz="3200" b="0" dirty="0">
                          <a:solidFill>
                            <a:srgbClr val="3F3F3F"/>
                          </a:solidFill>
                          <a:latin typeface="+mn-lt"/>
                        </a:rPr>
                        <a:t>▶</a:t>
                      </a:r>
                      <a:endParaRPr sz="1200" dirty="0">
                        <a:latin typeface="+mn-lt"/>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3C5184"/>
                      </a:solidFill>
                      <a:prstDash val="solid"/>
                      <a:round/>
                      <a:headEnd type="none" w="sm" len="sm"/>
                      <a:tailEnd type="none" w="sm" len="sm"/>
                    </a:lnT>
                    <a:lnB w="19050" cap="flat" cmpd="sng">
                      <a:solidFill>
                        <a:srgbClr val="3C5184"/>
                      </a:solidFill>
                      <a:prstDash val="solid"/>
                      <a:round/>
                      <a:headEnd type="none" w="sm" len="sm"/>
                      <a:tailEnd type="none" w="sm" len="sm"/>
                    </a:lnB>
                    <a:solidFill>
                      <a:schemeClr val="bg1"/>
                    </a:solidFill>
                  </a:tcPr>
                </a:tc>
                <a:tc rowSpan="2">
                  <a:txBody>
                    <a:bodyPr/>
                    <a:lstStyle/>
                    <a:p>
                      <a:pPr marL="0" marR="0" lvl="0" indent="0" algn="l" rtl="0">
                        <a:spcBef>
                          <a:spcPts val="0"/>
                        </a:spcBef>
                        <a:spcAft>
                          <a:spcPts val="0"/>
                        </a:spcAft>
                        <a:buNone/>
                      </a:pPr>
                      <a:r>
                        <a:rPr lang="en-US" sz="1400" b="1" dirty="0">
                          <a:solidFill>
                            <a:srgbClr val="7A6100"/>
                          </a:solidFill>
                          <a:latin typeface="+mn-lt"/>
                          <a:ea typeface="MS Gothic"/>
                          <a:cs typeface="MS Gothic"/>
                          <a:sym typeface="MS Gothic"/>
                        </a:rPr>
                        <a:t>double[] array1 = new double[5];</a:t>
                      </a:r>
                      <a:endParaRPr sz="1400" b="1" dirty="0">
                        <a:solidFill>
                          <a:srgbClr val="7A6100"/>
                        </a:solidFill>
                        <a:latin typeface="+mn-lt"/>
                        <a:ea typeface="MS Gothic"/>
                        <a:cs typeface="MS Gothic"/>
                        <a:sym typeface="MS Gothic"/>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3C5184"/>
                      </a:solidFill>
                      <a:prstDash val="solid"/>
                      <a:round/>
                      <a:headEnd type="none" w="sm" len="sm"/>
                      <a:tailEnd type="none" w="sm" len="sm"/>
                    </a:lnT>
                    <a:lnB w="19050" cap="flat" cmpd="sng">
                      <a:solidFill>
                        <a:srgbClr val="3C5184"/>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254430">
                <a:tc>
                  <a:txBody>
                    <a:bodyPr/>
                    <a:lstStyle/>
                    <a:p>
                      <a:pPr marL="0" marR="0" lvl="0" indent="0" algn="l" rtl="0">
                        <a:spcBef>
                          <a:spcPts val="0"/>
                        </a:spcBef>
                        <a:spcAft>
                          <a:spcPts val="0"/>
                        </a:spcAft>
                        <a:buNone/>
                      </a:pPr>
                      <a:r>
                        <a:rPr lang="en-US" sz="1400" dirty="0">
                          <a:solidFill>
                            <a:srgbClr val="3F3F3F"/>
                          </a:solidFill>
                          <a:latin typeface="+mn-lt"/>
                          <a:ea typeface="MS Gothic"/>
                          <a:cs typeface="MS Gothic"/>
                          <a:sym typeface="MS Gothic"/>
                        </a:rPr>
                        <a:t>array1 = new double[5];</a:t>
                      </a:r>
                      <a:endParaRPr sz="1400" dirty="0">
                        <a:solidFill>
                          <a:srgbClr val="3F3F3F"/>
                        </a:solidFill>
                        <a:latin typeface="+mn-lt"/>
                        <a:ea typeface="MS Gothic"/>
                        <a:cs typeface="MS Gothic"/>
                        <a:sym typeface="MS Gothic"/>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rgbClr val="3C5184"/>
                      </a:solidFill>
                      <a:prstDash val="solid"/>
                      <a:round/>
                      <a:headEnd type="none" w="sm" len="sm"/>
                      <a:tailEnd type="none" w="sm" len="sm"/>
                    </a:lnB>
                    <a:solidFill>
                      <a:schemeClr val="bg1"/>
                    </a:solidFill>
                  </a:tcPr>
                </a:tc>
                <a:tc vMerge="1">
                  <a:txBody>
                    <a:bodyPr/>
                    <a:lstStyle/>
                    <a:p>
                      <a:endParaRPr lang="ja-JP"/>
                    </a:p>
                  </a:txBody>
                  <a:tcPr/>
                </a:tc>
                <a:tc vMerge="1">
                  <a:txBody>
                    <a:bodyPr/>
                    <a:lstStyle/>
                    <a:p>
                      <a:endParaRPr lang="ja-JP"/>
                    </a:p>
                  </a:txBody>
                  <a:tcPr/>
                </a:tc>
                <a:extLst>
                  <a:ext uri="{0D108BD9-81ED-4DB2-BD59-A6C34878D82A}">
                    <a16:rowId xmlns:a16="http://schemas.microsoft.com/office/drawing/2014/main" val="10001"/>
                  </a:ext>
                </a:extLst>
              </a:tr>
            </a:tbl>
          </a:graphicData>
        </a:graphic>
      </p:graphicFrame>
      <p:sp>
        <p:nvSpPr>
          <p:cNvPr id="7" name="テキスト プレースホルダー 4">
            <a:extLst>
              <a:ext uri="{FF2B5EF4-FFF2-40B4-BE49-F238E27FC236}">
                <a16:creationId xmlns:a16="http://schemas.microsoft.com/office/drawing/2014/main" id="{88A6D309-1FBE-4767-97A5-7F4841AF68E4}"/>
              </a:ext>
            </a:extLst>
          </p:cNvPr>
          <p:cNvSpPr txBox="1">
            <a:spLocks/>
          </p:cNvSpPr>
          <p:nvPr/>
        </p:nvSpPr>
        <p:spPr>
          <a:xfrm>
            <a:off x="462875" y="1863453"/>
            <a:ext cx="8216900" cy="313989"/>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439738" indent="-342900">
              <a:buFont typeface="+mj-lt"/>
              <a:buAutoNum type="arabicPeriod" startAt="2"/>
            </a:pPr>
            <a:r>
              <a:rPr lang="ja-JP" altLang="en-US" b="1" dirty="0">
                <a:solidFill>
                  <a:schemeClr val="tx2"/>
                </a:solidFill>
              </a:rPr>
              <a:t>宣言＋要素の作成＋要素の代入</a:t>
            </a:r>
          </a:p>
          <a:p>
            <a:endParaRPr lang="ja-JP" altLang="en-US" dirty="0"/>
          </a:p>
        </p:txBody>
      </p:sp>
      <p:graphicFrame>
        <p:nvGraphicFramePr>
          <p:cNvPr id="9" name="Google Shape;204;p23">
            <a:extLst>
              <a:ext uri="{FF2B5EF4-FFF2-40B4-BE49-F238E27FC236}">
                <a16:creationId xmlns:a16="http://schemas.microsoft.com/office/drawing/2014/main" id="{BAC907AF-2C33-4AB2-91B8-BCEAA25ADC4E}"/>
              </a:ext>
            </a:extLst>
          </p:cNvPr>
          <p:cNvGraphicFramePr/>
          <p:nvPr>
            <p:extLst>
              <p:ext uri="{D42A27DB-BD31-4B8C-83A1-F6EECF244321}">
                <p14:modId xmlns:p14="http://schemas.microsoft.com/office/powerpoint/2010/main" val="63077601"/>
              </p:ext>
            </p:extLst>
          </p:nvPr>
        </p:nvGraphicFramePr>
        <p:xfrm>
          <a:off x="462875" y="2200437"/>
          <a:ext cx="8280925" cy="1219240"/>
        </p:xfrm>
        <a:graphic>
          <a:graphicData uri="http://schemas.openxmlformats.org/drawingml/2006/table">
            <a:tbl>
              <a:tblPr firstRow="1" bandRow="1">
                <a:noFill/>
              </a:tblPr>
              <a:tblGrid>
                <a:gridCol w="2520275">
                  <a:extLst>
                    <a:ext uri="{9D8B030D-6E8A-4147-A177-3AD203B41FA5}">
                      <a16:colId xmlns:a16="http://schemas.microsoft.com/office/drawing/2014/main" val="20000"/>
                    </a:ext>
                  </a:extLst>
                </a:gridCol>
                <a:gridCol w="864100">
                  <a:extLst>
                    <a:ext uri="{9D8B030D-6E8A-4147-A177-3AD203B41FA5}">
                      <a16:colId xmlns:a16="http://schemas.microsoft.com/office/drawing/2014/main" val="20001"/>
                    </a:ext>
                  </a:extLst>
                </a:gridCol>
                <a:gridCol w="4896550">
                  <a:extLst>
                    <a:ext uri="{9D8B030D-6E8A-4147-A177-3AD203B41FA5}">
                      <a16:colId xmlns:a16="http://schemas.microsoft.com/office/drawing/2014/main" val="20002"/>
                    </a:ext>
                  </a:extLst>
                </a:gridCol>
              </a:tblGrid>
              <a:tr h="159066">
                <a:tc>
                  <a:txBody>
                    <a:bodyPr/>
                    <a:lstStyle/>
                    <a:p>
                      <a:pPr marL="0" marR="0" lvl="0" indent="0" algn="l" rtl="0">
                        <a:spcBef>
                          <a:spcPts val="0"/>
                        </a:spcBef>
                        <a:spcAft>
                          <a:spcPts val="0"/>
                        </a:spcAft>
                        <a:buNone/>
                      </a:pPr>
                      <a:r>
                        <a:rPr lang="en-US" sz="1400" b="0" dirty="0">
                          <a:solidFill>
                            <a:srgbClr val="3F3F3F"/>
                          </a:solidFill>
                          <a:latin typeface="+mn-lt"/>
                          <a:ea typeface="+mn-ea"/>
                          <a:cs typeface="MS Gothic"/>
                          <a:sym typeface="MS Gothic"/>
                        </a:rPr>
                        <a:t>char[] array2;</a:t>
                      </a:r>
                      <a:endParaRPr sz="1400" b="0" dirty="0">
                        <a:solidFill>
                          <a:srgbClr val="3F3F3F"/>
                        </a:solidFill>
                        <a:latin typeface="+mn-lt"/>
                        <a:ea typeface="+mn-ea"/>
                        <a:cs typeface="MS Gothic"/>
                        <a:sym typeface="MS Gothic"/>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3C5184"/>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rowSpan="4">
                  <a:txBody>
                    <a:bodyPr/>
                    <a:lstStyle/>
                    <a:p>
                      <a:pPr marL="0" marR="0" lvl="0" indent="0" algn="ctr" rtl="0">
                        <a:spcBef>
                          <a:spcPts val="0"/>
                        </a:spcBef>
                        <a:spcAft>
                          <a:spcPts val="0"/>
                        </a:spcAft>
                        <a:buNone/>
                      </a:pPr>
                      <a:r>
                        <a:rPr lang="en-US" sz="3200" b="0" dirty="0">
                          <a:solidFill>
                            <a:srgbClr val="3F3F3F"/>
                          </a:solidFill>
                          <a:latin typeface="+mn-lt"/>
                          <a:ea typeface="+mn-ea"/>
                        </a:rPr>
                        <a:t>▶</a:t>
                      </a:r>
                      <a:endParaRPr sz="3200" dirty="0">
                        <a:latin typeface="+mn-lt"/>
                        <a:ea typeface="+mn-e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3C5184"/>
                      </a:solidFill>
                      <a:prstDash val="solid"/>
                      <a:round/>
                      <a:headEnd type="none" w="sm" len="sm"/>
                      <a:tailEnd type="none" w="sm" len="sm"/>
                    </a:lnT>
                    <a:lnB w="19050" cap="flat" cmpd="sng">
                      <a:solidFill>
                        <a:srgbClr val="3C5184"/>
                      </a:solidFill>
                      <a:prstDash val="solid"/>
                      <a:round/>
                      <a:headEnd type="none" w="sm" len="sm"/>
                      <a:tailEnd type="none" w="sm" len="sm"/>
                    </a:lnB>
                    <a:solidFill>
                      <a:schemeClr val="bg1"/>
                    </a:solidFill>
                  </a:tcPr>
                </a:tc>
                <a:tc rowSpan="4">
                  <a:txBody>
                    <a:bodyPr/>
                    <a:lstStyle/>
                    <a:p>
                      <a:pPr marL="0" marR="0" lvl="0" indent="0" algn="l" rtl="0">
                        <a:spcBef>
                          <a:spcPts val="0"/>
                        </a:spcBef>
                        <a:spcAft>
                          <a:spcPts val="0"/>
                        </a:spcAft>
                        <a:buNone/>
                      </a:pPr>
                      <a:r>
                        <a:rPr lang="en-US" sz="1400" b="1">
                          <a:solidFill>
                            <a:srgbClr val="7A6100"/>
                          </a:solidFill>
                          <a:latin typeface="+mn-lt"/>
                          <a:ea typeface="+mn-ea"/>
                          <a:cs typeface="MS Gothic"/>
                          <a:sym typeface="MS Gothic"/>
                        </a:rPr>
                        <a:t>char[] array2 = new char[]{'山', '田'};</a:t>
                      </a:r>
                      <a:endParaRPr sz="1400" b="1">
                        <a:solidFill>
                          <a:srgbClr val="7A6100"/>
                        </a:solidFill>
                        <a:latin typeface="+mn-lt"/>
                        <a:ea typeface="+mn-ea"/>
                        <a:cs typeface="MS Gothic"/>
                        <a:sym typeface="MS Gothic"/>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3C5184"/>
                      </a:solidFill>
                      <a:prstDash val="solid"/>
                      <a:round/>
                      <a:headEnd type="none" w="sm" len="sm"/>
                      <a:tailEnd type="none" w="sm" len="sm"/>
                    </a:lnT>
                    <a:lnB w="19050" cap="flat" cmpd="sng">
                      <a:solidFill>
                        <a:srgbClr val="3C5184"/>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159066">
                <a:tc>
                  <a:txBody>
                    <a:bodyPr/>
                    <a:lstStyle/>
                    <a:p>
                      <a:pPr marL="0" marR="0" lvl="0" indent="0" algn="l" rtl="0">
                        <a:spcBef>
                          <a:spcPts val="0"/>
                        </a:spcBef>
                        <a:spcAft>
                          <a:spcPts val="0"/>
                        </a:spcAft>
                        <a:buNone/>
                      </a:pPr>
                      <a:r>
                        <a:rPr lang="en-US" sz="1400" dirty="0">
                          <a:solidFill>
                            <a:srgbClr val="3F3F3F"/>
                          </a:solidFill>
                          <a:latin typeface="+mn-lt"/>
                          <a:ea typeface="+mn-ea"/>
                          <a:cs typeface="MS Gothic"/>
                          <a:sym typeface="MS Gothic"/>
                        </a:rPr>
                        <a:t>array2 = new char[2];</a:t>
                      </a:r>
                      <a:endParaRPr sz="1400" dirty="0">
                        <a:solidFill>
                          <a:srgbClr val="3F3F3F"/>
                        </a:solidFill>
                        <a:latin typeface="+mn-lt"/>
                        <a:ea typeface="+mn-ea"/>
                        <a:cs typeface="MS Gothic"/>
                        <a:sym typeface="MS Gothic"/>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vMerge="1">
                  <a:txBody>
                    <a:bodyPr/>
                    <a:lstStyle/>
                    <a:p>
                      <a:endParaRPr lang="ja-JP"/>
                    </a:p>
                  </a:txBody>
                  <a:tcPr/>
                </a:tc>
                <a:tc vMerge="1">
                  <a:txBody>
                    <a:bodyPr/>
                    <a:lstStyle/>
                    <a:p>
                      <a:endParaRPr lang="ja-JP"/>
                    </a:p>
                  </a:txBody>
                  <a:tcPr/>
                </a:tc>
                <a:extLst>
                  <a:ext uri="{0D108BD9-81ED-4DB2-BD59-A6C34878D82A}">
                    <a16:rowId xmlns:a16="http://schemas.microsoft.com/office/drawing/2014/main" val="10001"/>
                  </a:ext>
                </a:extLst>
              </a:tr>
              <a:tr h="159066">
                <a:tc>
                  <a:txBody>
                    <a:bodyPr/>
                    <a:lstStyle/>
                    <a:p>
                      <a:pPr marL="0" marR="0" lvl="0" indent="0" algn="l" rtl="0">
                        <a:spcBef>
                          <a:spcPts val="0"/>
                        </a:spcBef>
                        <a:spcAft>
                          <a:spcPts val="0"/>
                        </a:spcAft>
                        <a:buNone/>
                      </a:pPr>
                      <a:r>
                        <a:rPr lang="en-US" sz="1400" dirty="0">
                          <a:solidFill>
                            <a:srgbClr val="3F3F3F"/>
                          </a:solidFill>
                          <a:latin typeface="+mn-lt"/>
                          <a:ea typeface="+mn-ea"/>
                          <a:cs typeface="MS Gothic"/>
                          <a:sym typeface="MS Gothic"/>
                        </a:rPr>
                        <a:t>array2[0] = '山';</a:t>
                      </a:r>
                      <a:endParaRPr sz="1400" dirty="0">
                        <a:solidFill>
                          <a:srgbClr val="3F3F3F"/>
                        </a:solidFill>
                        <a:latin typeface="+mn-lt"/>
                        <a:ea typeface="+mn-ea"/>
                        <a:cs typeface="MS Gothic"/>
                        <a:sym typeface="MS Gothic"/>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vMerge="1">
                  <a:txBody>
                    <a:bodyPr/>
                    <a:lstStyle/>
                    <a:p>
                      <a:endParaRPr lang="ja-JP"/>
                    </a:p>
                  </a:txBody>
                  <a:tcPr/>
                </a:tc>
                <a:tc vMerge="1">
                  <a:txBody>
                    <a:bodyPr/>
                    <a:lstStyle/>
                    <a:p>
                      <a:endParaRPr lang="ja-JP"/>
                    </a:p>
                  </a:txBody>
                  <a:tcPr/>
                </a:tc>
                <a:extLst>
                  <a:ext uri="{0D108BD9-81ED-4DB2-BD59-A6C34878D82A}">
                    <a16:rowId xmlns:a16="http://schemas.microsoft.com/office/drawing/2014/main" val="10002"/>
                  </a:ext>
                </a:extLst>
              </a:tr>
              <a:tr h="159066">
                <a:tc>
                  <a:txBody>
                    <a:bodyPr/>
                    <a:lstStyle/>
                    <a:p>
                      <a:pPr marL="0" marR="0" lvl="0" indent="0" algn="l" rtl="0">
                        <a:spcBef>
                          <a:spcPts val="0"/>
                        </a:spcBef>
                        <a:spcAft>
                          <a:spcPts val="0"/>
                        </a:spcAft>
                        <a:buNone/>
                      </a:pPr>
                      <a:r>
                        <a:rPr lang="en-US" sz="1400" dirty="0">
                          <a:solidFill>
                            <a:srgbClr val="3F3F3F"/>
                          </a:solidFill>
                          <a:latin typeface="+mn-lt"/>
                          <a:ea typeface="+mn-ea"/>
                          <a:cs typeface="MS Gothic"/>
                          <a:sym typeface="MS Gothic"/>
                        </a:rPr>
                        <a:t>array2[1] = '田';</a:t>
                      </a:r>
                      <a:endParaRPr sz="1400" dirty="0">
                        <a:solidFill>
                          <a:srgbClr val="3F3F3F"/>
                        </a:solidFill>
                        <a:latin typeface="+mn-lt"/>
                        <a:ea typeface="+mn-ea"/>
                        <a:cs typeface="MS Gothic"/>
                        <a:sym typeface="MS Gothic"/>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rgbClr val="3C5184"/>
                      </a:solidFill>
                      <a:prstDash val="solid"/>
                      <a:round/>
                      <a:headEnd type="none" w="sm" len="sm"/>
                      <a:tailEnd type="none" w="sm" len="sm"/>
                    </a:lnB>
                    <a:solidFill>
                      <a:schemeClr val="bg1"/>
                    </a:solidFill>
                  </a:tcPr>
                </a:tc>
                <a:tc vMerge="1">
                  <a:txBody>
                    <a:bodyPr/>
                    <a:lstStyle/>
                    <a:p>
                      <a:endParaRPr lang="ja-JP"/>
                    </a:p>
                  </a:txBody>
                  <a:tcPr/>
                </a:tc>
                <a:tc vMerge="1">
                  <a:txBody>
                    <a:bodyPr/>
                    <a:lstStyle/>
                    <a:p>
                      <a:endParaRPr lang="ja-JP"/>
                    </a:p>
                  </a:txBody>
                  <a:tcPr/>
                </a:tc>
                <a:extLst>
                  <a:ext uri="{0D108BD9-81ED-4DB2-BD59-A6C34878D82A}">
                    <a16:rowId xmlns:a16="http://schemas.microsoft.com/office/drawing/2014/main" val="10003"/>
                  </a:ext>
                </a:extLst>
              </a:tr>
            </a:tbl>
          </a:graphicData>
        </a:graphic>
      </p:graphicFrame>
      <p:graphicFrame>
        <p:nvGraphicFramePr>
          <p:cNvPr id="10" name="Google Shape;205;p23">
            <a:extLst>
              <a:ext uri="{FF2B5EF4-FFF2-40B4-BE49-F238E27FC236}">
                <a16:creationId xmlns:a16="http://schemas.microsoft.com/office/drawing/2014/main" id="{2D38E5AD-F13D-4928-BE97-51DCF54ED4D1}"/>
              </a:ext>
            </a:extLst>
          </p:cNvPr>
          <p:cNvGraphicFramePr/>
          <p:nvPr>
            <p:extLst>
              <p:ext uri="{D42A27DB-BD31-4B8C-83A1-F6EECF244321}">
                <p14:modId xmlns:p14="http://schemas.microsoft.com/office/powerpoint/2010/main" val="3786000009"/>
              </p:ext>
            </p:extLst>
          </p:nvPr>
        </p:nvGraphicFramePr>
        <p:xfrm>
          <a:off x="462875" y="3506402"/>
          <a:ext cx="8280925" cy="1219240"/>
        </p:xfrm>
        <a:graphic>
          <a:graphicData uri="http://schemas.openxmlformats.org/drawingml/2006/table">
            <a:tbl>
              <a:tblPr firstRow="1" bandRow="1">
                <a:noFill/>
              </a:tblPr>
              <a:tblGrid>
                <a:gridCol w="2520275">
                  <a:extLst>
                    <a:ext uri="{9D8B030D-6E8A-4147-A177-3AD203B41FA5}">
                      <a16:colId xmlns:a16="http://schemas.microsoft.com/office/drawing/2014/main" val="20000"/>
                    </a:ext>
                  </a:extLst>
                </a:gridCol>
                <a:gridCol w="864100">
                  <a:extLst>
                    <a:ext uri="{9D8B030D-6E8A-4147-A177-3AD203B41FA5}">
                      <a16:colId xmlns:a16="http://schemas.microsoft.com/office/drawing/2014/main" val="20001"/>
                    </a:ext>
                  </a:extLst>
                </a:gridCol>
                <a:gridCol w="4896550">
                  <a:extLst>
                    <a:ext uri="{9D8B030D-6E8A-4147-A177-3AD203B41FA5}">
                      <a16:colId xmlns:a16="http://schemas.microsoft.com/office/drawing/2014/main" val="20002"/>
                    </a:ext>
                  </a:extLst>
                </a:gridCol>
              </a:tblGrid>
              <a:tr h="0">
                <a:tc>
                  <a:txBody>
                    <a:bodyPr/>
                    <a:lstStyle/>
                    <a:p>
                      <a:pPr marL="0" marR="0" lvl="0" indent="0" algn="l" rtl="0">
                        <a:spcBef>
                          <a:spcPts val="0"/>
                        </a:spcBef>
                        <a:spcAft>
                          <a:spcPts val="0"/>
                        </a:spcAft>
                        <a:buNone/>
                      </a:pPr>
                      <a:r>
                        <a:rPr lang="en-US" sz="1400" b="0" dirty="0">
                          <a:solidFill>
                            <a:srgbClr val="3F3F3F"/>
                          </a:solidFill>
                          <a:latin typeface="+mn-lt"/>
                          <a:ea typeface="MS Gothic"/>
                          <a:cs typeface="MS Gothic"/>
                          <a:sym typeface="MS Gothic"/>
                        </a:rPr>
                        <a:t>String[] array3;</a:t>
                      </a:r>
                      <a:endParaRPr sz="1400" b="0" dirty="0">
                        <a:solidFill>
                          <a:srgbClr val="3F3F3F"/>
                        </a:solidFill>
                        <a:latin typeface="+mn-lt"/>
                        <a:ea typeface="MS Gothic"/>
                        <a:cs typeface="MS Gothic"/>
                        <a:sym typeface="MS Gothic"/>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3C5184"/>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rowSpan="4">
                  <a:txBody>
                    <a:bodyPr/>
                    <a:lstStyle/>
                    <a:p>
                      <a:pPr marL="0" marR="0" lvl="0" indent="0" algn="ctr" rtl="0">
                        <a:spcBef>
                          <a:spcPts val="0"/>
                        </a:spcBef>
                        <a:spcAft>
                          <a:spcPts val="0"/>
                        </a:spcAft>
                        <a:buNone/>
                      </a:pPr>
                      <a:r>
                        <a:rPr lang="en-US" sz="3600" b="0" dirty="0">
                          <a:solidFill>
                            <a:srgbClr val="3F3F3F"/>
                          </a:solidFill>
                        </a:rPr>
                        <a:t>▶</a:t>
                      </a:r>
                      <a:endParaRPr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3C5184"/>
                      </a:solidFill>
                      <a:prstDash val="solid"/>
                      <a:round/>
                      <a:headEnd type="none" w="sm" len="sm"/>
                      <a:tailEnd type="none" w="sm" len="sm"/>
                    </a:lnT>
                    <a:lnB w="19050" cap="flat" cmpd="sng">
                      <a:solidFill>
                        <a:srgbClr val="3C5184"/>
                      </a:solidFill>
                      <a:prstDash val="solid"/>
                      <a:round/>
                      <a:headEnd type="none" w="sm" len="sm"/>
                      <a:tailEnd type="none" w="sm" len="sm"/>
                    </a:lnB>
                    <a:solidFill>
                      <a:schemeClr val="bg1"/>
                    </a:solidFill>
                  </a:tcPr>
                </a:tc>
                <a:tc rowSpan="4">
                  <a:txBody>
                    <a:bodyPr/>
                    <a:lstStyle/>
                    <a:p>
                      <a:pPr marL="0" marR="0" lvl="0" indent="0" algn="l" rtl="0">
                        <a:lnSpc>
                          <a:spcPct val="100000"/>
                        </a:lnSpc>
                        <a:spcBef>
                          <a:spcPts val="0"/>
                        </a:spcBef>
                        <a:spcAft>
                          <a:spcPts val="0"/>
                        </a:spcAft>
                        <a:buClr>
                          <a:srgbClr val="C00000"/>
                        </a:buClr>
                        <a:buSzPts val="1400"/>
                        <a:buFont typeface="MS Gothic"/>
                        <a:buNone/>
                      </a:pPr>
                      <a:r>
                        <a:rPr lang="en-US" sz="1400" b="0" dirty="0">
                          <a:solidFill>
                            <a:srgbClr val="C00000"/>
                          </a:solidFill>
                          <a:latin typeface="+mn-lt"/>
                          <a:ea typeface="+mn-ea"/>
                          <a:cs typeface="MS Gothic"/>
                          <a:sym typeface="MS Gothic"/>
                        </a:rPr>
                        <a:t>※</a:t>
                      </a:r>
                      <a:endParaRPr sz="1400" b="0" dirty="0">
                        <a:solidFill>
                          <a:srgbClr val="C00000"/>
                        </a:solidFill>
                        <a:latin typeface="+mn-lt"/>
                        <a:ea typeface="+mn-ea"/>
                        <a:cs typeface="MS Gothic"/>
                        <a:sym typeface="MS Gothic"/>
                      </a:endParaRPr>
                    </a:p>
                    <a:p>
                      <a:pPr marL="0" marR="0" lvl="0" indent="0" algn="l" rtl="0">
                        <a:spcBef>
                          <a:spcPts val="0"/>
                        </a:spcBef>
                        <a:spcAft>
                          <a:spcPts val="0"/>
                        </a:spcAft>
                        <a:buNone/>
                      </a:pPr>
                      <a:r>
                        <a:rPr lang="en-US" sz="1400" b="1" dirty="0">
                          <a:solidFill>
                            <a:srgbClr val="7A6100"/>
                          </a:solidFill>
                          <a:latin typeface="+mn-lt"/>
                          <a:ea typeface="+mn-ea"/>
                          <a:cs typeface="MS Gothic"/>
                          <a:sym typeface="MS Gothic"/>
                        </a:rPr>
                        <a:t>String[] array3 = {"</a:t>
                      </a:r>
                      <a:r>
                        <a:rPr lang="en-US" sz="1400" b="1" dirty="0" err="1">
                          <a:solidFill>
                            <a:srgbClr val="7A6100"/>
                          </a:solidFill>
                          <a:latin typeface="+mn-lt"/>
                          <a:ea typeface="+mn-ea"/>
                          <a:cs typeface="MS Gothic"/>
                          <a:sym typeface="MS Gothic"/>
                        </a:rPr>
                        <a:t>山田</a:t>
                      </a:r>
                      <a:r>
                        <a:rPr lang="en-US" sz="1400" b="1" dirty="0">
                          <a:solidFill>
                            <a:srgbClr val="7A6100"/>
                          </a:solidFill>
                          <a:latin typeface="+mn-lt"/>
                          <a:ea typeface="+mn-ea"/>
                          <a:cs typeface="MS Gothic"/>
                          <a:sym typeface="MS Gothic"/>
                        </a:rPr>
                        <a:t>", "</a:t>
                      </a:r>
                      <a:r>
                        <a:rPr lang="en-US" sz="1400" b="1" dirty="0" err="1">
                          <a:solidFill>
                            <a:srgbClr val="7A6100"/>
                          </a:solidFill>
                          <a:latin typeface="+mn-lt"/>
                          <a:ea typeface="+mn-ea"/>
                          <a:cs typeface="MS Gothic"/>
                          <a:sym typeface="MS Gothic"/>
                        </a:rPr>
                        <a:t>太郎</a:t>
                      </a:r>
                      <a:r>
                        <a:rPr lang="en-US" sz="1400" b="1" dirty="0">
                          <a:solidFill>
                            <a:srgbClr val="7A6100"/>
                          </a:solidFill>
                          <a:latin typeface="+mn-lt"/>
                          <a:ea typeface="+mn-ea"/>
                          <a:cs typeface="MS Gothic"/>
                          <a:sym typeface="MS Gothic"/>
                        </a:rPr>
                        <a:t>"};</a:t>
                      </a:r>
                      <a:endParaRPr sz="1400" dirty="0">
                        <a:latin typeface="+mn-lt"/>
                        <a:ea typeface="+mn-e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3C5184"/>
                      </a:solidFill>
                      <a:prstDash val="solid"/>
                      <a:round/>
                      <a:headEnd type="none" w="sm" len="sm"/>
                      <a:tailEnd type="none" w="sm" len="sm"/>
                    </a:lnT>
                    <a:lnB w="19050" cap="flat" cmpd="sng">
                      <a:solidFill>
                        <a:srgbClr val="3C5184"/>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0">
                <a:tc>
                  <a:txBody>
                    <a:bodyPr/>
                    <a:lstStyle/>
                    <a:p>
                      <a:pPr marL="0" marR="0" lvl="0" indent="0" algn="l" rtl="0">
                        <a:spcBef>
                          <a:spcPts val="0"/>
                        </a:spcBef>
                        <a:spcAft>
                          <a:spcPts val="0"/>
                        </a:spcAft>
                        <a:buNone/>
                      </a:pPr>
                      <a:r>
                        <a:rPr lang="en-US" sz="1400" dirty="0">
                          <a:solidFill>
                            <a:srgbClr val="3F3F3F"/>
                          </a:solidFill>
                          <a:latin typeface="+mn-lt"/>
                          <a:ea typeface="MS Gothic"/>
                          <a:cs typeface="MS Gothic"/>
                          <a:sym typeface="MS Gothic"/>
                        </a:rPr>
                        <a:t>array3 = new String[2];</a:t>
                      </a:r>
                      <a:endParaRPr sz="1400" dirty="0">
                        <a:solidFill>
                          <a:srgbClr val="3F3F3F"/>
                        </a:solidFill>
                        <a:latin typeface="+mn-lt"/>
                        <a:ea typeface="MS Gothic"/>
                        <a:cs typeface="MS Gothic"/>
                        <a:sym typeface="MS Gothic"/>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vMerge="1">
                  <a:txBody>
                    <a:bodyPr/>
                    <a:lstStyle/>
                    <a:p>
                      <a:endParaRPr lang="ja-JP"/>
                    </a:p>
                  </a:txBody>
                  <a:tcPr/>
                </a:tc>
                <a:tc vMerge="1">
                  <a:txBody>
                    <a:bodyPr/>
                    <a:lstStyle/>
                    <a:p>
                      <a:endParaRPr lang="ja-JP"/>
                    </a:p>
                  </a:txBody>
                  <a:tcPr/>
                </a:tc>
                <a:extLst>
                  <a:ext uri="{0D108BD9-81ED-4DB2-BD59-A6C34878D82A}">
                    <a16:rowId xmlns:a16="http://schemas.microsoft.com/office/drawing/2014/main" val="10001"/>
                  </a:ext>
                </a:extLst>
              </a:tr>
              <a:tr h="0">
                <a:tc>
                  <a:txBody>
                    <a:bodyPr/>
                    <a:lstStyle/>
                    <a:p>
                      <a:pPr marL="0" marR="0" lvl="0" indent="0" algn="l" rtl="0">
                        <a:spcBef>
                          <a:spcPts val="0"/>
                        </a:spcBef>
                        <a:spcAft>
                          <a:spcPts val="0"/>
                        </a:spcAft>
                        <a:buNone/>
                      </a:pPr>
                      <a:r>
                        <a:rPr lang="en-US" sz="1400" dirty="0">
                          <a:solidFill>
                            <a:srgbClr val="3F3F3F"/>
                          </a:solidFill>
                          <a:latin typeface="+mn-lt"/>
                          <a:ea typeface="MS Gothic"/>
                          <a:cs typeface="MS Gothic"/>
                          <a:sym typeface="MS Gothic"/>
                        </a:rPr>
                        <a:t>array3[0] = "</a:t>
                      </a:r>
                      <a:r>
                        <a:rPr lang="en-US" sz="1400" dirty="0" err="1">
                          <a:solidFill>
                            <a:srgbClr val="3F3F3F"/>
                          </a:solidFill>
                          <a:latin typeface="+mn-lt"/>
                          <a:ea typeface="MS Gothic"/>
                          <a:cs typeface="MS Gothic"/>
                          <a:sym typeface="MS Gothic"/>
                        </a:rPr>
                        <a:t>山田</a:t>
                      </a:r>
                      <a:r>
                        <a:rPr lang="en-US" sz="1400" dirty="0">
                          <a:solidFill>
                            <a:srgbClr val="3F3F3F"/>
                          </a:solidFill>
                          <a:latin typeface="+mn-lt"/>
                          <a:ea typeface="MS Gothic"/>
                          <a:cs typeface="MS Gothic"/>
                          <a:sym typeface="MS Gothic"/>
                        </a:rPr>
                        <a:t>";</a:t>
                      </a:r>
                      <a:endParaRPr sz="1400" dirty="0">
                        <a:solidFill>
                          <a:srgbClr val="3F3F3F"/>
                        </a:solidFill>
                        <a:latin typeface="+mn-lt"/>
                        <a:ea typeface="MS Gothic"/>
                        <a:cs typeface="MS Gothic"/>
                        <a:sym typeface="MS Gothic"/>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vMerge="1">
                  <a:txBody>
                    <a:bodyPr/>
                    <a:lstStyle/>
                    <a:p>
                      <a:endParaRPr lang="ja-JP"/>
                    </a:p>
                  </a:txBody>
                  <a:tcPr/>
                </a:tc>
                <a:tc vMerge="1">
                  <a:txBody>
                    <a:bodyPr/>
                    <a:lstStyle/>
                    <a:p>
                      <a:endParaRPr lang="ja-JP"/>
                    </a:p>
                  </a:txBody>
                  <a:tcPr/>
                </a:tc>
                <a:extLst>
                  <a:ext uri="{0D108BD9-81ED-4DB2-BD59-A6C34878D82A}">
                    <a16:rowId xmlns:a16="http://schemas.microsoft.com/office/drawing/2014/main" val="10002"/>
                  </a:ext>
                </a:extLst>
              </a:tr>
              <a:tr h="0">
                <a:tc>
                  <a:txBody>
                    <a:bodyPr/>
                    <a:lstStyle/>
                    <a:p>
                      <a:pPr marL="0" marR="0" lvl="0" indent="0" algn="l" rtl="0">
                        <a:spcBef>
                          <a:spcPts val="0"/>
                        </a:spcBef>
                        <a:spcAft>
                          <a:spcPts val="0"/>
                        </a:spcAft>
                        <a:buNone/>
                      </a:pPr>
                      <a:r>
                        <a:rPr lang="en-US" sz="1400" dirty="0">
                          <a:solidFill>
                            <a:srgbClr val="3F3F3F"/>
                          </a:solidFill>
                          <a:latin typeface="+mn-lt"/>
                          <a:ea typeface="MS Gothic"/>
                          <a:cs typeface="MS Gothic"/>
                          <a:sym typeface="MS Gothic"/>
                        </a:rPr>
                        <a:t>array3[1] = "</a:t>
                      </a:r>
                      <a:r>
                        <a:rPr lang="en-US" sz="1400" dirty="0" err="1">
                          <a:solidFill>
                            <a:srgbClr val="3F3F3F"/>
                          </a:solidFill>
                          <a:latin typeface="+mn-lt"/>
                          <a:ea typeface="MS Gothic"/>
                          <a:cs typeface="MS Gothic"/>
                          <a:sym typeface="MS Gothic"/>
                        </a:rPr>
                        <a:t>太郎</a:t>
                      </a:r>
                      <a:r>
                        <a:rPr lang="en-US" sz="1400" dirty="0">
                          <a:solidFill>
                            <a:srgbClr val="3F3F3F"/>
                          </a:solidFill>
                          <a:latin typeface="+mn-lt"/>
                          <a:ea typeface="MS Gothic"/>
                          <a:cs typeface="MS Gothic"/>
                          <a:sym typeface="MS Gothic"/>
                        </a:rPr>
                        <a:t>";</a:t>
                      </a:r>
                      <a:endParaRPr sz="1400" dirty="0">
                        <a:solidFill>
                          <a:srgbClr val="3F3F3F"/>
                        </a:solidFill>
                        <a:latin typeface="+mn-lt"/>
                        <a:ea typeface="MS Gothic"/>
                        <a:cs typeface="MS Gothic"/>
                        <a:sym typeface="MS Gothic"/>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rgbClr val="3C5184"/>
                      </a:solidFill>
                      <a:prstDash val="solid"/>
                      <a:round/>
                      <a:headEnd type="none" w="sm" len="sm"/>
                      <a:tailEnd type="none" w="sm" len="sm"/>
                    </a:lnB>
                    <a:solidFill>
                      <a:schemeClr val="bg1"/>
                    </a:solidFill>
                  </a:tcPr>
                </a:tc>
                <a:tc vMerge="1">
                  <a:txBody>
                    <a:bodyPr/>
                    <a:lstStyle/>
                    <a:p>
                      <a:endParaRPr lang="ja-JP"/>
                    </a:p>
                  </a:txBody>
                  <a:tcPr/>
                </a:tc>
                <a:tc vMerge="1">
                  <a:txBody>
                    <a:bodyPr/>
                    <a:lstStyle/>
                    <a:p>
                      <a:endParaRPr lang="ja-JP"/>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697030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プレースホルダー 5">
            <a:extLst>
              <a:ext uri="{FF2B5EF4-FFF2-40B4-BE49-F238E27FC236}">
                <a16:creationId xmlns:a16="http://schemas.microsoft.com/office/drawing/2014/main" id="{7EB8D24C-BA49-4E35-9008-7EA7A9DA9F7D}"/>
              </a:ext>
            </a:extLst>
          </p:cNvPr>
          <p:cNvSpPr>
            <a:spLocks noGrp="1"/>
          </p:cNvSpPr>
          <p:nvPr>
            <p:ph type="body" idx="1"/>
          </p:nvPr>
        </p:nvSpPr>
        <p:spPr>
          <a:xfrm>
            <a:off x="1051577" y="1301662"/>
            <a:ext cx="8216900" cy="492522"/>
          </a:xfrm>
        </p:spPr>
        <p:txBody>
          <a:bodyPr/>
          <a:lstStyle/>
          <a:p>
            <a:r>
              <a:rPr lang="ja-JP" altLang="en-US" b="0" dirty="0">
                <a:latin typeface="HGP創英角ﾎﾟｯﾌﾟ体" panose="040B0A00000000000000" pitchFamily="50" charset="-128"/>
                <a:ea typeface="HGP創英角ﾎﾟｯﾌﾟ体" panose="040B0A00000000000000" pitchFamily="50" charset="-128"/>
              </a:rPr>
              <a:t>前述の</a:t>
            </a:r>
            <a:r>
              <a:rPr lang="en-US" altLang="ja-JP" b="0" dirty="0">
                <a:latin typeface="HGP創英角ﾎﾟｯﾌﾟ体" panose="040B0A00000000000000" pitchFamily="50" charset="-128"/>
                <a:ea typeface="HGP創英角ﾎﾟｯﾌﾟ体" panose="040B0A00000000000000" pitchFamily="50" charset="-128"/>
              </a:rPr>
              <a:t>※</a:t>
            </a:r>
            <a:r>
              <a:rPr lang="ja-JP" altLang="en-US" b="0" dirty="0">
                <a:latin typeface="HGP創英角ﾎﾟｯﾌﾟ体" panose="040B0A00000000000000" pitchFamily="50" charset="-128"/>
                <a:ea typeface="HGP創英角ﾎﾟｯﾌﾟ体" panose="040B0A00000000000000" pitchFamily="50" charset="-128"/>
              </a:rPr>
              <a:t>部分は省略形として特別な記述</a:t>
            </a:r>
          </a:p>
        </p:txBody>
      </p:sp>
      <p:sp>
        <p:nvSpPr>
          <p:cNvPr id="4" name="スライド番号プレースホルダー 3">
            <a:extLst>
              <a:ext uri="{FF2B5EF4-FFF2-40B4-BE49-F238E27FC236}">
                <a16:creationId xmlns:a16="http://schemas.microsoft.com/office/drawing/2014/main" id="{E55A8B9C-9FFF-451E-9382-C1B3EA752028}"/>
              </a:ext>
            </a:extLst>
          </p:cNvPr>
          <p:cNvSpPr>
            <a:spLocks noGrp="1"/>
          </p:cNvSpPr>
          <p:nvPr>
            <p:ph type="sldNum" sz="quarter" idx="12"/>
          </p:nvPr>
        </p:nvSpPr>
        <p:spPr/>
        <p:txBody>
          <a:bodyPr/>
          <a:lstStyle/>
          <a:p>
            <a:fld id="{00000000-1234-1234-1234-123412341234}" type="slidenum">
              <a:rPr lang="en" smtClean="0"/>
              <a:pPr/>
              <a:t>15</a:t>
            </a:fld>
            <a:endParaRPr lang="en" dirty="0"/>
          </a:p>
        </p:txBody>
      </p:sp>
      <p:sp>
        <p:nvSpPr>
          <p:cNvPr id="2" name="フッター プレースホルダー 1">
            <a:extLst>
              <a:ext uri="{FF2B5EF4-FFF2-40B4-BE49-F238E27FC236}">
                <a16:creationId xmlns:a16="http://schemas.microsoft.com/office/drawing/2014/main" id="{6A046B87-A81E-4C22-8387-16143B6E20B9}"/>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7" name="テキスト プレースホルダー 6">
            <a:extLst>
              <a:ext uri="{FF2B5EF4-FFF2-40B4-BE49-F238E27FC236}">
                <a16:creationId xmlns:a16="http://schemas.microsoft.com/office/drawing/2014/main" id="{BE7D8EEA-841B-4634-959A-C8CF290A3A97}"/>
              </a:ext>
            </a:extLst>
          </p:cNvPr>
          <p:cNvSpPr>
            <a:spLocks noGrp="1"/>
          </p:cNvSpPr>
          <p:nvPr>
            <p:ph type="body" sz="quarter" idx="14"/>
          </p:nvPr>
        </p:nvSpPr>
        <p:spPr>
          <a:xfrm>
            <a:off x="756552" y="2060938"/>
            <a:ext cx="8216900" cy="3339503"/>
          </a:xfrm>
        </p:spPr>
        <p:txBody>
          <a:bodyPr/>
          <a:lstStyle/>
          <a:p>
            <a:pPr marL="452438" lvl="1" indent="0">
              <a:buNone/>
            </a:pPr>
            <a:r>
              <a:rPr lang="en-US" altLang="ja-JP" b="1" dirty="0">
                <a:solidFill>
                  <a:schemeClr val="accent1"/>
                </a:solidFill>
              </a:rPr>
              <a:t>String[] array3 = {"</a:t>
            </a:r>
            <a:r>
              <a:rPr lang="ja-JP" altLang="en-US" b="1" dirty="0">
                <a:solidFill>
                  <a:schemeClr val="accent1"/>
                </a:solidFill>
              </a:rPr>
              <a:t>山田</a:t>
            </a:r>
            <a:r>
              <a:rPr lang="en-US" altLang="ja-JP" b="1" dirty="0">
                <a:solidFill>
                  <a:schemeClr val="accent1"/>
                </a:solidFill>
              </a:rPr>
              <a:t>", "</a:t>
            </a:r>
            <a:r>
              <a:rPr lang="ja-JP" altLang="en-US" b="1" dirty="0">
                <a:solidFill>
                  <a:schemeClr val="accent1"/>
                </a:solidFill>
              </a:rPr>
              <a:t>太郎</a:t>
            </a:r>
            <a:r>
              <a:rPr lang="en-US" altLang="ja-JP" b="1" dirty="0">
                <a:solidFill>
                  <a:schemeClr val="accent1"/>
                </a:solidFill>
              </a:rPr>
              <a:t>"};</a:t>
            </a:r>
          </a:p>
          <a:p>
            <a:pPr marL="96838" indent="0">
              <a:buNone/>
            </a:pPr>
            <a:r>
              <a:rPr lang="ja-JP" altLang="en-US" dirty="0"/>
              <a:t>この書き方は省略形として特別な書き方となります。</a:t>
            </a:r>
            <a:endParaRPr lang="en-US" altLang="ja-JP" dirty="0"/>
          </a:p>
          <a:p>
            <a:pPr marL="96838" indent="0">
              <a:buNone/>
            </a:pPr>
            <a:r>
              <a:rPr lang="ja-JP" altLang="en-US" dirty="0"/>
              <a:t>ですので、分割した書き方は出来ません。</a:t>
            </a:r>
            <a:endParaRPr lang="en-US" altLang="ja-JP" dirty="0"/>
          </a:p>
          <a:p>
            <a:pPr marL="452438" lvl="1" indent="0">
              <a:buNone/>
            </a:pPr>
            <a:r>
              <a:rPr lang="en-US" altLang="ja-JP" b="1" dirty="0">
                <a:solidFill>
                  <a:schemeClr val="accent1"/>
                </a:solidFill>
              </a:rPr>
              <a:t>String[] array3;</a:t>
            </a:r>
          </a:p>
          <a:p>
            <a:pPr marL="452438" lvl="1" indent="0">
              <a:buNone/>
            </a:pPr>
            <a:r>
              <a:rPr lang="en-US" altLang="ja-JP" b="1" dirty="0">
                <a:solidFill>
                  <a:schemeClr val="accent1"/>
                </a:solidFill>
              </a:rPr>
              <a:t>array3 = {"</a:t>
            </a:r>
            <a:r>
              <a:rPr lang="ja-JP" altLang="en-US" b="1" dirty="0">
                <a:solidFill>
                  <a:schemeClr val="accent1"/>
                </a:solidFill>
              </a:rPr>
              <a:t>山田</a:t>
            </a:r>
            <a:r>
              <a:rPr lang="en-US" altLang="ja-JP" b="1" dirty="0">
                <a:solidFill>
                  <a:schemeClr val="accent1"/>
                </a:solidFill>
              </a:rPr>
              <a:t>", "</a:t>
            </a:r>
            <a:r>
              <a:rPr lang="ja-JP" altLang="en-US" b="1" dirty="0">
                <a:solidFill>
                  <a:schemeClr val="accent1"/>
                </a:solidFill>
              </a:rPr>
              <a:t>太郎</a:t>
            </a:r>
            <a:r>
              <a:rPr lang="en-US" altLang="ja-JP" b="1" dirty="0">
                <a:solidFill>
                  <a:schemeClr val="accent1"/>
                </a:solidFill>
              </a:rPr>
              <a:t>"};   </a:t>
            </a:r>
            <a:r>
              <a:rPr lang="en-US" altLang="ja-JP" dirty="0">
                <a:solidFill>
                  <a:schemeClr val="accent6"/>
                </a:solidFill>
              </a:rPr>
              <a:t>// </a:t>
            </a:r>
            <a:r>
              <a:rPr lang="ja-JP" altLang="en-US" dirty="0">
                <a:solidFill>
                  <a:schemeClr val="accent6"/>
                </a:solidFill>
              </a:rPr>
              <a:t>コンパイルエラー</a:t>
            </a:r>
            <a:endParaRPr lang="en-US" altLang="ja-JP" dirty="0">
              <a:solidFill>
                <a:schemeClr val="accent6"/>
              </a:solidFill>
            </a:endParaRPr>
          </a:p>
          <a:p>
            <a:pPr marL="96838" indent="0">
              <a:buNone/>
            </a:pPr>
            <a:endParaRPr lang="ja-JP" altLang="en-US" dirty="0"/>
          </a:p>
        </p:txBody>
      </p:sp>
      <p:sp>
        <p:nvSpPr>
          <p:cNvPr id="8" name="タイトル 7">
            <a:extLst>
              <a:ext uri="{FF2B5EF4-FFF2-40B4-BE49-F238E27FC236}">
                <a16:creationId xmlns:a16="http://schemas.microsoft.com/office/drawing/2014/main" id="{885F9F00-E05B-4392-899C-25180F9B4B89}"/>
              </a:ext>
            </a:extLst>
          </p:cNvPr>
          <p:cNvSpPr>
            <a:spLocks noGrp="1"/>
          </p:cNvSpPr>
          <p:nvPr>
            <p:ph type="ctrTitle"/>
          </p:nvPr>
        </p:nvSpPr>
        <p:spPr/>
        <p:txBody>
          <a:bodyPr/>
          <a:lstStyle/>
          <a:p>
            <a:endParaRPr lang="ja-JP" altLang="en-US"/>
          </a:p>
        </p:txBody>
      </p:sp>
      <p:grpSp>
        <p:nvGrpSpPr>
          <p:cNvPr id="9" name="グループ化 8">
            <a:extLst>
              <a:ext uri="{FF2B5EF4-FFF2-40B4-BE49-F238E27FC236}">
                <a16:creationId xmlns:a16="http://schemas.microsoft.com/office/drawing/2014/main" id="{77F30A54-7EE8-4D3E-9AB0-90895A8EFD13}"/>
              </a:ext>
            </a:extLst>
          </p:cNvPr>
          <p:cNvGrpSpPr/>
          <p:nvPr/>
        </p:nvGrpSpPr>
        <p:grpSpPr>
          <a:xfrm>
            <a:off x="268873" y="786891"/>
            <a:ext cx="8411576" cy="4075185"/>
            <a:chOff x="268873" y="786891"/>
            <a:chExt cx="8411576" cy="4132541"/>
          </a:xfrm>
        </p:grpSpPr>
        <p:sp>
          <p:nvSpPr>
            <p:cNvPr id="10" name="四角形: 角を丸くする 9">
              <a:extLst>
                <a:ext uri="{FF2B5EF4-FFF2-40B4-BE49-F238E27FC236}">
                  <a16:creationId xmlns:a16="http://schemas.microsoft.com/office/drawing/2014/main" id="{7A54FF1F-0E75-4B45-9D44-57D731E89DDC}"/>
                </a:ext>
              </a:extLst>
            </p:cNvPr>
            <p:cNvSpPr/>
            <p:nvPr/>
          </p:nvSpPr>
          <p:spPr>
            <a:xfrm>
              <a:off x="463549" y="1006821"/>
              <a:ext cx="8216900" cy="3912611"/>
            </a:xfrm>
            <a:prstGeom prst="roundRect">
              <a:avLst>
                <a:gd name="adj" fmla="val 3458"/>
              </a:avLst>
            </a:prstGeom>
            <a:noFill/>
            <a:ln w="3810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11" name="テキスト ボックス 10">
              <a:extLst>
                <a:ext uri="{FF2B5EF4-FFF2-40B4-BE49-F238E27FC236}">
                  <a16:creationId xmlns:a16="http://schemas.microsoft.com/office/drawing/2014/main" id="{8F847ACB-AA4B-4A8F-92DB-737E5FF9998D}"/>
                </a:ext>
              </a:extLst>
            </p:cNvPr>
            <p:cNvSpPr txBox="1"/>
            <p:nvPr/>
          </p:nvSpPr>
          <p:spPr>
            <a:xfrm>
              <a:off x="615948" y="826258"/>
              <a:ext cx="2399472" cy="461733"/>
            </a:xfrm>
            <a:prstGeom prst="rect">
              <a:avLst/>
            </a:prstGeom>
            <a:solidFill>
              <a:schemeClr val="bg1">
                <a:lumMod val="95000"/>
              </a:schemeClr>
            </a:solidFill>
          </p:spPr>
          <p:txBody>
            <a:bodyPr wrap="square" rtlCol="0">
              <a:noAutofit/>
            </a:bodyPr>
            <a:lstStyle/>
            <a:p>
              <a:pPr algn="r"/>
              <a:r>
                <a:rPr kumimoji="1" lang="ja-JP" altLang="en-US" sz="1600" dirty="0">
                  <a:latin typeface="HGP創英角ﾎﾟｯﾌﾟ体" panose="040B0A00000000000000" pitchFamily="50" charset="-128"/>
                  <a:ea typeface="HGP創英角ﾎﾟｯﾌﾟ体" panose="040B0A00000000000000" pitchFamily="50" charset="-128"/>
                </a:rPr>
                <a:t>　　ワン！ </a:t>
              </a:r>
              <a:r>
                <a:rPr kumimoji="1" lang="ja-JP" altLang="en-US" sz="1600" baseline="0" dirty="0">
                  <a:solidFill>
                    <a:schemeClr val="tx1"/>
                  </a:solidFill>
                  <a:latin typeface="HGP創英角ﾎﾟｯﾌﾟ体" panose="040B0A00000000000000" pitchFamily="50" charset="-128"/>
                  <a:ea typeface="HGP創英角ﾎﾟｯﾌﾟ体" panose="040B0A00000000000000" pitchFamily="50" charset="-128"/>
                </a:rPr>
                <a:t>ポイントコラム</a:t>
              </a:r>
            </a:p>
          </p:txBody>
        </p:sp>
        <p:pic>
          <p:nvPicPr>
            <p:cNvPr id="12" name="図 11">
              <a:extLst>
                <a:ext uri="{FF2B5EF4-FFF2-40B4-BE49-F238E27FC236}">
                  <a16:creationId xmlns:a16="http://schemas.microsoft.com/office/drawing/2014/main" id="{519BCD53-3F2D-48F6-A5C9-1E4BF8B9D7C1}"/>
                </a:ext>
              </a:extLst>
            </p:cNvPr>
            <p:cNvPicPr>
              <a:picLocks noChangeAspect="1"/>
            </p:cNvPicPr>
            <p:nvPr/>
          </p:nvPicPr>
          <p:blipFill>
            <a:blip r:embed="rId2"/>
            <a:stretch>
              <a:fillRect/>
            </a:stretch>
          </p:blipFill>
          <p:spPr>
            <a:xfrm>
              <a:off x="268873" y="805343"/>
              <a:ext cx="728929" cy="728929"/>
            </a:xfrm>
            <a:prstGeom prst="rect">
              <a:avLst/>
            </a:prstGeom>
          </p:spPr>
        </p:pic>
        <p:sp>
          <p:nvSpPr>
            <p:cNvPr id="13" name="吹き出し: 円形 12">
              <a:extLst>
                <a:ext uri="{FF2B5EF4-FFF2-40B4-BE49-F238E27FC236}">
                  <a16:creationId xmlns:a16="http://schemas.microsoft.com/office/drawing/2014/main" id="{9D0E1CD3-ACB6-4051-A388-3537996C7476}"/>
                </a:ext>
              </a:extLst>
            </p:cNvPr>
            <p:cNvSpPr/>
            <p:nvPr/>
          </p:nvSpPr>
          <p:spPr>
            <a:xfrm>
              <a:off x="993914" y="786891"/>
              <a:ext cx="630239" cy="446764"/>
            </a:xfrm>
            <a:prstGeom prst="wedgeEllipseCallout">
              <a:avLst>
                <a:gd name="adj1" fmla="val -45409"/>
                <a:gd name="adj2" fmla="val 32837"/>
              </a:avLst>
            </a:prstGeom>
            <a:noFill/>
            <a:ln/>
          </p:spPr>
          <p:style>
            <a:lnRef idx="2">
              <a:schemeClr val="accent6"/>
            </a:lnRef>
            <a:fillRef idx="1">
              <a:schemeClr val="lt1"/>
            </a:fillRef>
            <a:effectRef idx="0">
              <a:schemeClr val="accent6"/>
            </a:effectRef>
            <a:fontRef idx="minor">
              <a:schemeClr val="dk1"/>
            </a:fontRef>
          </p:style>
          <p:txBody>
            <a:bodyPr rtlCol="0" anchor="ctr"/>
            <a:lstStyle/>
            <a:p>
              <a:endParaRPr kumimoji="1" lang="ja-JP" altLang="en-US" sz="1600" dirty="0">
                <a:solidFill>
                  <a:schemeClr val="tx1"/>
                </a:solidFill>
                <a:latin typeface="HGP創英角ﾎﾟｯﾌﾟ体" panose="040B0A00000000000000" pitchFamily="50" charset="-128"/>
                <a:ea typeface="HGP創英角ﾎﾟｯﾌﾟ体" panose="040B0A00000000000000" pitchFamily="50" charset="-128"/>
              </a:endParaRPr>
            </a:p>
          </p:txBody>
        </p:sp>
      </p:grpSp>
    </p:spTree>
    <p:extLst>
      <p:ext uri="{BB962C8B-B14F-4D97-AF65-F5344CB8AC3E}">
        <p14:creationId xmlns:p14="http://schemas.microsoft.com/office/powerpoint/2010/main" val="21412908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3BC88556-B2F4-4AC3-86CA-73FE6AF691C8}"/>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3B1022EB-CC5C-4EC7-BF38-910CAF18DD35}"/>
              </a:ext>
            </a:extLst>
          </p:cNvPr>
          <p:cNvSpPr>
            <a:spLocks noGrp="1"/>
          </p:cNvSpPr>
          <p:nvPr>
            <p:ph type="ctrTitle"/>
          </p:nvPr>
        </p:nvSpPr>
        <p:spPr/>
        <p:txBody>
          <a:bodyPr/>
          <a:lstStyle/>
          <a:p>
            <a:r>
              <a:rPr kumimoji="1" lang="ja-JP" altLang="en-US" dirty="0"/>
              <a:t>配列と</a:t>
            </a:r>
            <a:r>
              <a:rPr kumimoji="1" lang="en-US" altLang="ja-JP" dirty="0"/>
              <a:t>for</a:t>
            </a:r>
            <a:r>
              <a:rPr kumimoji="1" lang="ja-JP" altLang="en-US" dirty="0"/>
              <a:t>文の組み合わせ</a:t>
            </a:r>
          </a:p>
        </p:txBody>
      </p:sp>
      <p:sp>
        <p:nvSpPr>
          <p:cNvPr id="4" name="スライド番号プレースホルダー 3">
            <a:extLst>
              <a:ext uri="{FF2B5EF4-FFF2-40B4-BE49-F238E27FC236}">
                <a16:creationId xmlns:a16="http://schemas.microsoft.com/office/drawing/2014/main" id="{EB489A88-7E10-43E3-BB42-9858786B39E1}"/>
              </a:ext>
            </a:extLst>
          </p:cNvPr>
          <p:cNvSpPr>
            <a:spLocks noGrp="1"/>
          </p:cNvSpPr>
          <p:nvPr>
            <p:ph type="sldNum" sz="quarter" idx="4"/>
          </p:nvPr>
        </p:nvSpPr>
        <p:spPr/>
        <p:txBody>
          <a:bodyPr/>
          <a:lstStyle/>
          <a:p>
            <a:fld id="{00000000-1234-1234-1234-123412341234}" type="slidenum">
              <a:rPr lang="en" smtClean="0"/>
              <a:pPr/>
              <a:t>16</a:t>
            </a:fld>
            <a:endParaRPr lang="en" dirty="0">
              <a:latin typeface="+mn-ea"/>
            </a:endParaRPr>
          </a:p>
        </p:txBody>
      </p:sp>
      <p:sp>
        <p:nvSpPr>
          <p:cNvPr id="6" name="テキスト プレースホルダー 5">
            <a:extLst>
              <a:ext uri="{FF2B5EF4-FFF2-40B4-BE49-F238E27FC236}">
                <a16:creationId xmlns:a16="http://schemas.microsoft.com/office/drawing/2014/main" id="{A733BD3A-1A7F-4214-9E16-1E468F7DE43C}"/>
              </a:ext>
            </a:extLst>
          </p:cNvPr>
          <p:cNvSpPr>
            <a:spLocks noGrp="1"/>
          </p:cNvSpPr>
          <p:nvPr>
            <p:ph type="body" sz="quarter" idx="15"/>
          </p:nvPr>
        </p:nvSpPr>
        <p:spPr>
          <a:xfrm>
            <a:off x="463549" y="1023814"/>
            <a:ext cx="7177471" cy="905103"/>
          </a:xfrm>
        </p:spPr>
        <p:txBody>
          <a:bodyPr/>
          <a:lstStyle/>
          <a:p>
            <a:r>
              <a:rPr kumimoji="1" lang="ja-JP" altLang="en-US" dirty="0"/>
              <a:t>配列と相性のいい</a:t>
            </a:r>
            <a:r>
              <a:rPr lang="ja-JP" altLang="en-US" dirty="0"/>
              <a:t>制御構文は</a:t>
            </a:r>
            <a:r>
              <a:rPr lang="en-US" altLang="ja-JP" dirty="0"/>
              <a:t>for</a:t>
            </a:r>
            <a:r>
              <a:rPr lang="ja-JP" altLang="en-US" dirty="0"/>
              <a:t>文である</a:t>
            </a:r>
            <a:endParaRPr lang="en-US" altLang="ja-JP" dirty="0"/>
          </a:p>
          <a:p>
            <a:r>
              <a:rPr kumimoji="1" lang="ja-JP" altLang="en-US" dirty="0"/>
              <a:t>配列の長さを取得して、その長さ分繰り返すという処理を覚えよう</a:t>
            </a:r>
          </a:p>
        </p:txBody>
      </p:sp>
      <p:sp>
        <p:nvSpPr>
          <p:cNvPr id="7" name="テキスト プレースホルダー 6">
            <a:extLst>
              <a:ext uri="{FF2B5EF4-FFF2-40B4-BE49-F238E27FC236}">
                <a16:creationId xmlns:a16="http://schemas.microsoft.com/office/drawing/2014/main" id="{95F97E5E-ABF0-411A-BA2A-0787FBCB3772}"/>
              </a:ext>
            </a:extLst>
          </p:cNvPr>
          <p:cNvSpPr>
            <a:spLocks noGrp="1"/>
          </p:cNvSpPr>
          <p:nvPr>
            <p:ph type="body" sz="quarter" idx="16"/>
          </p:nvPr>
        </p:nvSpPr>
        <p:spPr/>
        <p:txBody>
          <a:bodyPr/>
          <a:lstStyle/>
          <a:p>
            <a:endParaRPr kumimoji="1" lang="ja-JP" altLang="en-US"/>
          </a:p>
        </p:txBody>
      </p:sp>
      <p:sp>
        <p:nvSpPr>
          <p:cNvPr id="14" name="テキスト プレースホルダー 7">
            <a:extLst>
              <a:ext uri="{FF2B5EF4-FFF2-40B4-BE49-F238E27FC236}">
                <a16:creationId xmlns:a16="http://schemas.microsoft.com/office/drawing/2014/main" id="{43CE9FC9-7068-4B09-90FE-25F3B2C6249F}"/>
              </a:ext>
            </a:extLst>
          </p:cNvPr>
          <p:cNvSpPr>
            <a:spLocks noGrp="1"/>
          </p:cNvSpPr>
          <p:nvPr>
            <p:ph type="body" sz="quarter" idx="14"/>
          </p:nvPr>
        </p:nvSpPr>
        <p:spPr>
          <a:xfrm>
            <a:off x="533400" y="2111743"/>
            <a:ext cx="8216900" cy="1281729"/>
          </a:xfrm>
        </p:spPr>
        <p:txBody>
          <a:bodyPr/>
          <a:lstStyle/>
          <a:p>
            <a:pPr marL="96838" indent="0">
              <a:buNone/>
            </a:pPr>
            <a:r>
              <a:rPr lang="ja-JP" altLang="en-US" dirty="0"/>
              <a:t>配列というのは「同じ種類のデータを順番に入れていく」ものでした。</a:t>
            </a:r>
          </a:p>
          <a:p>
            <a:pPr marL="96838" indent="0">
              <a:buNone/>
            </a:pPr>
            <a:r>
              <a:rPr lang="ja-JP" altLang="en-US" dirty="0"/>
              <a:t>そのため、「全ての要素に対して順番に同じ処理を行う」ということが多くなります。同じ処理はなるべくまとめた方が便利ですね。</a:t>
            </a:r>
            <a:endParaRPr lang="en-US" altLang="ja-JP" dirty="0"/>
          </a:p>
          <a:p>
            <a:pPr marL="96838" indent="0">
              <a:buNone/>
            </a:pPr>
            <a:r>
              <a:rPr lang="ja-JP" altLang="en-US" dirty="0"/>
              <a:t>そうするとループを使うことになります。ループを使う場合、</a:t>
            </a:r>
            <a:r>
              <a:rPr lang="en-US" altLang="ja-JP" dirty="0"/>
              <a:t>while</a:t>
            </a:r>
            <a:r>
              <a:rPr lang="ja-JP" altLang="en-US" dirty="0"/>
              <a:t>文でも可能ですが、</a:t>
            </a:r>
            <a:r>
              <a:rPr lang="en-US" altLang="ja-JP" dirty="0"/>
              <a:t>for</a:t>
            </a:r>
            <a:r>
              <a:rPr lang="ja-JP" altLang="en-US" dirty="0"/>
              <a:t>文を使うほうが便利です。</a:t>
            </a:r>
          </a:p>
          <a:p>
            <a:pPr marL="96838" indent="0">
              <a:buNone/>
            </a:pPr>
            <a:endParaRPr lang="ja-JP" altLang="en-US" dirty="0"/>
          </a:p>
        </p:txBody>
      </p:sp>
    </p:spTree>
    <p:extLst>
      <p:ext uri="{BB962C8B-B14F-4D97-AF65-F5344CB8AC3E}">
        <p14:creationId xmlns:p14="http://schemas.microsoft.com/office/powerpoint/2010/main" val="721358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94A89B8-7177-4C8A-8497-091DB549B056}"/>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7" name="タイトル 6">
            <a:extLst>
              <a:ext uri="{FF2B5EF4-FFF2-40B4-BE49-F238E27FC236}">
                <a16:creationId xmlns:a16="http://schemas.microsoft.com/office/drawing/2014/main" id="{A76FA9C6-E58A-46C8-B4B5-8FB30264AB7D}"/>
              </a:ext>
            </a:extLst>
          </p:cNvPr>
          <p:cNvSpPr>
            <a:spLocks noGrp="1"/>
          </p:cNvSpPr>
          <p:nvPr>
            <p:ph type="ctrTitle"/>
          </p:nvPr>
        </p:nvSpPr>
        <p:spPr/>
        <p:txBody>
          <a:bodyPr/>
          <a:lstStyle/>
          <a:p>
            <a:r>
              <a:rPr lang="en-US" altLang="ja-JP" dirty="0" err="1"/>
              <a:t>配列とfor文</a:t>
            </a:r>
            <a:endParaRPr lang="ja-JP" altLang="en-US" dirty="0"/>
          </a:p>
        </p:txBody>
      </p:sp>
      <p:sp>
        <p:nvSpPr>
          <p:cNvPr id="3" name="スライド番号プレースホルダー 2">
            <a:extLst>
              <a:ext uri="{FF2B5EF4-FFF2-40B4-BE49-F238E27FC236}">
                <a16:creationId xmlns:a16="http://schemas.microsoft.com/office/drawing/2014/main" id="{305B29A1-0D3C-4926-A08E-218D94F73216}"/>
              </a:ext>
            </a:extLst>
          </p:cNvPr>
          <p:cNvSpPr>
            <a:spLocks noGrp="1"/>
          </p:cNvSpPr>
          <p:nvPr>
            <p:ph type="sldNum" sz="quarter" idx="4"/>
          </p:nvPr>
        </p:nvSpPr>
        <p:spPr/>
        <p:txBody>
          <a:bodyPr/>
          <a:lstStyle/>
          <a:p>
            <a:fld id="{00000000-1234-1234-1234-123412341234}" type="slidenum">
              <a:rPr lang="en" smtClean="0"/>
              <a:pPr/>
              <a:t>17</a:t>
            </a:fld>
            <a:endParaRPr lang="en" dirty="0">
              <a:latin typeface="+mn-ea"/>
            </a:endParaRPr>
          </a:p>
        </p:txBody>
      </p:sp>
      <p:graphicFrame>
        <p:nvGraphicFramePr>
          <p:cNvPr id="10" name="Google Shape;203;p23">
            <a:extLst>
              <a:ext uri="{FF2B5EF4-FFF2-40B4-BE49-F238E27FC236}">
                <a16:creationId xmlns:a16="http://schemas.microsoft.com/office/drawing/2014/main" id="{43D73CE5-CFDC-4FC7-9060-87C9D18AFD0E}"/>
              </a:ext>
            </a:extLst>
          </p:cNvPr>
          <p:cNvGraphicFramePr/>
          <p:nvPr>
            <p:extLst>
              <p:ext uri="{D42A27DB-BD31-4B8C-83A1-F6EECF244321}">
                <p14:modId xmlns:p14="http://schemas.microsoft.com/office/powerpoint/2010/main" val="801375097"/>
              </p:ext>
            </p:extLst>
          </p:nvPr>
        </p:nvGraphicFramePr>
        <p:xfrm>
          <a:off x="430862" y="1152188"/>
          <a:ext cx="8280925" cy="1158250"/>
        </p:xfrm>
        <a:graphic>
          <a:graphicData uri="http://schemas.openxmlformats.org/drawingml/2006/table">
            <a:tbl>
              <a:tblPr firstRow="1" bandRow="1">
                <a:noFill/>
              </a:tblPr>
              <a:tblGrid>
                <a:gridCol w="3803580">
                  <a:extLst>
                    <a:ext uri="{9D8B030D-6E8A-4147-A177-3AD203B41FA5}">
                      <a16:colId xmlns:a16="http://schemas.microsoft.com/office/drawing/2014/main" val="20000"/>
                    </a:ext>
                  </a:extLst>
                </a:gridCol>
                <a:gridCol w="228600">
                  <a:extLst>
                    <a:ext uri="{9D8B030D-6E8A-4147-A177-3AD203B41FA5}">
                      <a16:colId xmlns:a16="http://schemas.microsoft.com/office/drawing/2014/main" val="20001"/>
                    </a:ext>
                  </a:extLst>
                </a:gridCol>
                <a:gridCol w="4248745">
                  <a:extLst>
                    <a:ext uri="{9D8B030D-6E8A-4147-A177-3AD203B41FA5}">
                      <a16:colId xmlns:a16="http://schemas.microsoft.com/office/drawing/2014/main" val="20002"/>
                    </a:ext>
                  </a:extLst>
                </a:gridCol>
              </a:tblGrid>
              <a:tr h="508860">
                <a:tc>
                  <a:txBody>
                    <a:bodyPr/>
                    <a:lstStyle/>
                    <a:p>
                      <a:pPr marL="0" marR="0" lvl="0" indent="0" algn="l" rtl="0">
                        <a:spcBef>
                          <a:spcPts val="0"/>
                        </a:spcBef>
                        <a:spcAft>
                          <a:spcPts val="0"/>
                        </a:spcAft>
                        <a:buNone/>
                      </a:pPr>
                      <a:r>
                        <a:rPr lang="en-US" sz="1400" b="0" dirty="0">
                          <a:solidFill>
                            <a:srgbClr val="3F3F3F"/>
                          </a:solidFill>
                          <a:latin typeface="+mn-lt"/>
                          <a:ea typeface="MS Gothic"/>
                          <a:cs typeface="MS Gothic"/>
                          <a:sym typeface="MS Gothic"/>
                        </a:rPr>
                        <a:t>char[] array = {‘</a:t>
                      </a:r>
                      <a:r>
                        <a:rPr lang="ja-JP" altLang="en-US" sz="1400" b="0" dirty="0">
                          <a:solidFill>
                            <a:srgbClr val="3F3F3F"/>
                          </a:solidFill>
                          <a:latin typeface="+mn-lt"/>
                          <a:ea typeface="MS Gothic"/>
                          <a:cs typeface="MS Gothic"/>
                          <a:sym typeface="MS Gothic"/>
                        </a:rPr>
                        <a:t>春</a:t>
                      </a:r>
                      <a:r>
                        <a:rPr lang="en-US" altLang="ja-JP" sz="1400" b="0" dirty="0">
                          <a:solidFill>
                            <a:srgbClr val="3F3F3F"/>
                          </a:solidFill>
                          <a:latin typeface="+mn-lt"/>
                          <a:ea typeface="MS Gothic"/>
                          <a:cs typeface="MS Gothic"/>
                          <a:sym typeface="MS Gothic"/>
                        </a:rPr>
                        <a:t>’, ‘</a:t>
                      </a:r>
                      <a:r>
                        <a:rPr lang="ja-JP" altLang="en-US" sz="1400" b="0" dirty="0">
                          <a:solidFill>
                            <a:srgbClr val="3F3F3F"/>
                          </a:solidFill>
                          <a:latin typeface="+mn-lt"/>
                          <a:ea typeface="MS Gothic"/>
                          <a:cs typeface="MS Gothic"/>
                          <a:sym typeface="MS Gothic"/>
                        </a:rPr>
                        <a:t>夏</a:t>
                      </a:r>
                      <a:r>
                        <a:rPr lang="en-US" altLang="ja-JP" sz="1400" b="0" dirty="0">
                          <a:solidFill>
                            <a:srgbClr val="3F3F3F"/>
                          </a:solidFill>
                          <a:latin typeface="+mn-lt"/>
                          <a:ea typeface="MS Gothic"/>
                          <a:cs typeface="MS Gothic"/>
                          <a:sym typeface="MS Gothic"/>
                        </a:rPr>
                        <a:t>’, ‘</a:t>
                      </a:r>
                      <a:r>
                        <a:rPr lang="ja-JP" altLang="en-US" sz="1400" b="0" dirty="0">
                          <a:solidFill>
                            <a:srgbClr val="3F3F3F"/>
                          </a:solidFill>
                          <a:latin typeface="+mn-lt"/>
                          <a:ea typeface="MS Gothic"/>
                          <a:cs typeface="MS Gothic"/>
                          <a:sym typeface="MS Gothic"/>
                        </a:rPr>
                        <a:t>秋</a:t>
                      </a:r>
                      <a:r>
                        <a:rPr lang="en-US" altLang="ja-JP" sz="1400" b="0" dirty="0">
                          <a:solidFill>
                            <a:srgbClr val="3F3F3F"/>
                          </a:solidFill>
                          <a:latin typeface="+mn-lt"/>
                          <a:ea typeface="MS Gothic"/>
                          <a:cs typeface="MS Gothic"/>
                          <a:sym typeface="MS Gothic"/>
                        </a:rPr>
                        <a:t>’, ‘</a:t>
                      </a:r>
                      <a:r>
                        <a:rPr lang="ja-JP" altLang="en-US" sz="1400" b="0" dirty="0">
                          <a:solidFill>
                            <a:srgbClr val="3F3F3F"/>
                          </a:solidFill>
                          <a:latin typeface="+mn-lt"/>
                          <a:ea typeface="MS Gothic"/>
                          <a:cs typeface="MS Gothic"/>
                          <a:sym typeface="MS Gothic"/>
                        </a:rPr>
                        <a:t>冬</a:t>
                      </a:r>
                      <a:r>
                        <a:rPr lang="en-US" altLang="ja-JP" sz="1400" b="0" dirty="0">
                          <a:solidFill>
                            <a:srgbClr val="3F3F3F"/>
                          </a:solidFill>
                          <a:latin typeface="+mn-lt"/>
                          <a:ea typeface="MS Gothic"/>
                          <a:cs typeface="MS Gothic"/>
                          <a:sym typeface="MS Gothic"/>
                        </a:rPr>
                        <a:t>’};</a:t>
                      </a:r>
                      <a:br>
                        <a:rPr lang="en-US" altLang="ja-JP" sz="1400" b="0" dirty="0">
                          <a:solidFill>
                            <a:srgbClr val="3F3F3F"/>
                          </a:solidFill>
                          <a:latin typeface="+mn-lt"/>
                          <a:ea typeface="MS Gothic"/>
                          <a:cs typeface="MS Gothic"/>
                          <a:sym typeface="MS Gothic"/>
                        </a:rPr>
                      </a:br>
                      <a:r>
                        <a:rPr lang="en-US" sz="1400" b="0" dirty="0" err="1">
                          <a:solidFill>
                            <a:srgbClr val="3F3F3F"/>
                          </a:solidFill>
                          <a:latin typeface="+mn-lt"/>
                          <a:ea typeface="MS Gothic"/>
                          <a:cs typeface="MS Gothic"/>
                          <a:sym typeface="MS Gothic"/>
                        </a:rPr>
                        <a:t>System.out.println</a:t>
                      </a:r>
                      <a:r>
                        <a:rPr lang="en-US" sz="1400" b="0" dirty="0">
                          <a:solidFill>
                            <a:srgbClr val="3F3F3F"/>
                          </a:solidFill>
                          <a:latin typeface="+mn-lt"/>
                          <a:ea typeface="MS Gothic"/>
                          <a:cs typeface="MS Gothic"/>
                          <a:sym typeface="MS Gothic"/>
                        </a:rPr>
                        <a:t>(array[0] + “</a:t>
                      </a:r>
                      <a:r>
                        <a:rPr lang="ja-JP" altLang="en-US" sz="1400" b="0" dirty="0">
                          <a:solidFill>
                            <a:srgbClr val="3F3F3F"/>
                          </a:solidFill>
                          <a:latin typeface="+mn-lt"/>
                          <a:ea typeface="MS Gothic"/>
                          <a:cs typeface="MS Gothic"/>
                          <a:sym typeface="MS Gothic"/>
                        </a:rPr>
                        <a:t>です</a:t>
                      </a:r>
                      <a:r>
                        <a:rPr lang="en-US" altLang="ja-JP" sz="1400" b="0" dirty="0">
                          <a:solidFill>
                            <a:srgbClr val="3F3F3F"/>
                          </a:solidFill>
                          <a:latin typeface="+mn-lt"/>
                          <a:ea typeface="MS Gothic"/>
                          <a:cs typeface="MS Gothic"/>
                          <a:sym typeface="MS Gothic"/>
                        </a:rPr>
                        <a:t>”);</a:t>
                      </a:r>
                      <a:br>
                        <a:rPr lang="en-US" altLang="ja-JP" sz="1400" b="0" dirty="0">
                          <a:solidFill>
                            <a:srgbClr val="3F3F3F"/>
                          </a:solidFill>
                          <a:latin typeface="+mn-lt"/>
                          <a:ea typeface="MS Gothic"/>
                          <a:cs typeface="MS Gothic"/>
                          <a:sym typeface="MS Gothic"/>
                        </a:rPr>
                      </a:br>
                      <a:r>
                        <a:rPr lang="en-US" sz="1400" b="0" dirty="0" err="1">
                          <a:solidFill>
                            <a:srgbClr val="3F3F3F"/>
                          </a:solidFill>
                          <a:latin typeface="+mn-lt"/>
                          <a:ea typeface="MS Gothic"/>
                          <a:cs typeface="MS Gothic"/>
                          <a:sym typeface="MS Gothic"/>
                        </a:rPr>
                        <a:t>System.out.println</a:t>
                      </a:r>
                      <a:r>
                        <a:rPr lang="en-US" sz="1400" b="0" dirty="0">
                          <a:solidFill>
                            <a:srgbClr val="3F3F3F"/>
                          </a:solidFill>
                          <a:latin typeface="+mn-lt"/>
                          <a:ea typeface="MS Gothic"/>
                          <a:cs typeface="MS Gothic"/>
                          <a:sym typeface="MS Gothic"/>
                        </a:rPr>
                        <a:t>(array[1] + “</a:t>
                      </a:r>
                      <a:r>
                        <a:rPr lang="ja-JP" altLang="en-US" sz="1400" b="0" dirty="0">
                          <a:solidFill>
                            <a:srgbClr val="3F3F3F"/>
                          </a:solidFill>
                          <a:latin typeface="+mn-lt"/>
                          <a:ea typeface="MS Gothic"/>
                          <a:cs typeface="MS Gothic"/>
                          <a:sym typeface="MS Gothic"/>
                        </a:rPr>
                        <a:t>です</a:t>
                      </a:r>
                      <a:r>
                        <a:rPr lang="en-US" altLang="ja-JP" sz="1400" b="0" dirty="0">
                          <a:solidFill>
                            <a:srgbClr val="3F3F3F"/>
                          </a:solidFill>
                          <a:latin typeface="+mn-lt"/>
                          <a:ea typeface="MS Gothic"/>
                          <a:cs typeface="MS Gothic"/>
                          <a:sym typeface="MS Gothic"/>
                        </a:rPr>
                        <a:t>”); </a:t>
                      </a:r>
                      <a:r>
                        <a:rPr lang="en-US" sz="1400" b="0" dirty="0" err="1">
                          <a:solidFill>
                            <a:srgbClr val="3F3F3F"/>
                          </a:solidFill>
                          <a:latin typeface="+mn-lt"/>
                          <a:ea typeface="MS Gothic"/>
                          <a:cs typeface="MS Gothic"/>
                          <a:sym typeface="MS Gothic"/>
                        </a:rPr>
                        <a:t>System.out.println</a:t>
                      </a:r>
                      <a:r>
                        <a:rPr lang="en-US" sz="1400" b="0" dirty="0">
                          <a:solidFill>
                            <a:srgbClr val="3F3F3F"/>
                          </a:solidFill>
                          <a:latin typeface="+mn-lt"/>
                          <a:ea typeface="MS Gothic"/>
                          <a:cs typeface="MS Gothic"/>
                          <a:sym typeface="MS Gothic"/>
                        </a:rPr>
                        <a:t>(array[2] + “</a:t>
                      </a:r>
                      <a:r>
                        <a:rPr lang="ja-JP" altLang="en-US" sz="1400" b="0" dirty="0">
                          <a:solidFill>
                            <a:srgbClr val="3F3F3F"/>
                          </a:solidFill>
                          <a:latin typeface="+mn-lt"/>
                          <a:ea typeface="MS Gothic"/>
                          <a:cs typeface="MS Gothic"/>
                          <a:sym typeface="MS Gothic"/>
                        </a:rPr>
                        <a:t>です</a:t>
                      </a:r>
                      <a:r>
                        <a:rPr lang="en-US" altLang="ja-JP" sz="1400" b="0" dirty="0">
                          <a:solidFill>
                            <a:srgbClr val="3F3F3F"/>
                          </a:solidFill>
                          <a:latin typeface="+mn-lt"/>
                          <a:ea typeface="MS Gothic"/>
                          <a:cs typeface="MS Gothic"/>
                          <a:sym typeface="MS Gothic"/>
                        </a:rPr>
                        <a:t>”); </a:t>
                      </a:r>
                      <a:r>
                        <a:rPr lang="en-US" sz="1400" b="0" dirty="0" err="1">
                          <a:solidFill>
                            <a:srgbClr val="3F3F3F"/>
                          </a:solidFill>
                          <a:latin typeface="+mn-lt"/>
                          <a:ea typeface="MS Gothic"/>
                          <a:cs typeface="MS Gothic"/>
                          <a:sym typeface="MS Gothic"/>
                        </a:rPr>
                        <a:t>System.out.println</a:t>
                      </a:r>
                      <a:r>
                        <a:rPr lang="en-US" sz="1400" b="0" dirty="0">
                          <a:solidFill>
                            <a:srgbClr val="3F3F3F"/>
                          </a:solidFill>
                          <a:latin typeface="+mn-lt"/>
                          <a:ea typeface="MS Gothic"/>
                          <a:cs typeface="MS Gothic"/>
                          <a:sym typeface="MS Gothic"/>
                        </a:rPr>
                        <a:t>(array[3] + “</a:t>
                      </a:r>
                      <a:r>
                        <a:rPr lang="ja-JP" altLang="en-US" sz="1400" b="0" dirty="0">
                          <a:solidFill>
                            <a:srgbClr val="3F3F3F"/>
                          </a:solidFill>
                          <a:latin typeface="+mn-lt"/>
                          <a:ea typeface="MS Gothic"/>
                          <a:cs typeface="MS Gothic"/>
                          <a:sym typeface="MS Gothic"/>
                        </a:rPr>
                        <a:t>です</a:t>
                      </a:r>
                      <a:r>
                        <a:rPr lang="en-US" altLang="ja-JP" sz="1400" b="0" dirty="0">
                          <a:solidFill>
                            <a:srgbClr val="3F3F3F"/>
                          </a:solidFill>
                          <a:latin typeface="+mn-lt"/>
                          <a:ea typeface="MS Gothic"/>
                          <a:cs typeface="MS Gothic"/>
                          <a:sym typeface="MS Gothic"/>
                        </a:rPr>
                        <a:t>”);</a:t>
                      </a: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3C5184"/>
                      </a:solidFill>
                      <a:prstDash val="solid"/>
                      <a:round/>
                      <a:headEnd type="none" w="sm" len="sm"/>
                      <a:tailEnd type="none" w="sm" len="sm"/>
                    </a:lnT>
                    <a:lnB w="19050" cap="flat" cmpd="sng">
                      <a:solidFill>
                        <a:srgbClr val="3C5184"/>
                      </a:solidFill>
                      <a:prstDash val="solid"/>
                      <a:round/>
                      <a:headEnd type="none" w="sm" len="sm"/>
                      <a:tailEnd type="none" w="sm" len="sm"/>
                    </a:lnB>
                    <a:solidFill>
                      <a:schemeClr val="bg1"/>
                    </a:solidFill>
                  </a:tcPr>
                </a:tc>
                <a:tc>
                  <a:txBody>
                    <a:bodyPr/>
                    <a:lstStyle/>
                    <a:p>
                      <a:pPr marL="0" marR="0" lvl="0" indent="0" algn="ctr" rtl="0">
                        <a:spcBef>
                          <a:spcPts val="0"/>
                        </a:spcBef>
                        <a:spcAft>
                          <a:spcPts val="0"/>
                        </a:spcAft>
                        <a:buNone/>
                      </a:pPr>
                      <a:r>
                        <a:rPr lang="en-US" sz="3200" b="0" dirty="0">
                          <a:solidFill>
                            <a:srgbClr val="3F3F3F"/>
                          </a:solidFill>
                          <a:latin typeface="+mn-lt"/>
                        </a:rPr>
                        <a:t>▶</a:t>
                      </a:r>
                      <a:endParaRPr sz="1200" dirty="0">
                        <a:latin typeface="+mn-lt"/>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3C5184"/>
                      </a:solidFill>
                      <a:prstDash val="solid"/>
                      <a:round/>
                      <a:headEnd type="none" w="sm" len="sm"/>
                      <a:tailEnd type="none" w="sm" len="sm"/>
                    </a:lnT>
                    <a:lnB w="19050" cap="flat" cmpd="sng">
                      <a:solidFill>
                        <a:srgbClr val="3C5184"/>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None/>
                      </a:pPr>
                      <a:r>
                        <a:rPr lang="en-US" sz="1400" b="1" dirty="0">
                          <a:solidFill>
                            <a:schemeClr val="accent1"/>
                          </a:solidFill>
                          <a:latin typeface="+mn-lt"/>
                          <a:ea typeface="MS Gothic"/>
                          <a:cs typeface="MS Gothic"/>
                          <a:sym typeface="MS Gothic"/>
                        </a:rPr>
                        <a:t>char[] array = {‘</a:t>
                      </a:r>
                      <a:r>
                        <a:rPr lang="ja-JP" altLang="en-US" sz="1400" b="1" dirty="0">
                          <a:solidFill>
                            <a:schemeClr val="accent1"/>
                          </a:solidFill>
                          <a:latin typeface="+mn-lt"/>
                          <a:ea typeface="MS Gothic"/>
                          <a:cs typeface="MS Gothic"/>
                          <a:sym typeface="MS Gothic"/>
                        </a:rPr>
                        <a:t>春</a:t>
                      </a:r>
                      <a:r>
                        <a:rPr lang="en-US" altLang="ja-JP" sz="1400" b="1" dirty="0">
                          <a:solidFill>
                            <a:schemeClr val="accent1"/>
                          </a:solidFill>
                          <a:latin typeface="+mn-lt"/>
                          <a:ea typeface="MS Gothic"/>
                          <a:cs typeface="MS Gothic"/>
                          <a:sym typeface="MS Gothic"/>
                        </a:rPr>
                        <a:t>’, ‘</a:t>
                      </a:r>
                      <a:r>
                        <a:rPr lang="ja-JP" altLang="en-US" sz="1400" b="1" dirty="0">
                          <a:solidFill>
                            <a:schemeClr val="accent1"/>
                          </a:solidFill>
                          <a:latin typeface="+mn-lt"/>
                          <a:ea typeface="MS Gothic"/>
                          <a:cs typeface="MS Gothic"/>
                          <a:sym typeface="MS Gothic"/>
                        </a:rPr>
                        <a:t>夏</a:t>
                      </a:r>
                      <a:r>
                        <a:rPr lang="en-US" altLang="ja-JP" sz="1400" b="1" dirty="0">
                          <a:solidFill>
                            <a:schemeClr val="accent1"/>
                          </a:solidFill>
                          <a:latin typeface="+mn-lt"/>
                          <a:ea typeface="MS Gothic"/>
                          <a:cs typeface="MS Gothic"/>
                          <a:sym typeface="MS Gothic"/>
                        </a:rPr>
                        <a:t>’, ‘</a:t>
                      </a:r>
                      <a:r>
                        <a:rPr lang="ja-JP" altLang="en-US" sz="1400" b="1" dirty="0">
                          <a:solidFill>
                            <a:schemeClr val="accent1"/>
                          </a:solidFill>
                          <a:latin typeface="+mn-lt"/>
                          <a:ea typeface="MS Gothic"/>
                          <a:cs typeface="MS Gothic"/>
                          <a:sym typeface="MS Gothic"/>
                        </a:rPr>
                        <a:t>秋</a:t>
                      </a:r>
                      <a:r>
                        <a:rPr lang="en-US" altLang="ja-JP" sz="1400" b="1" dirty="0">
                          <a:solidFill>
                            <a:schemeClr val="accent1"/>
                          </a:solidFill>
                          <a:latin typeface="+mn-lt"/>
                          <a:ea typeface="MS Gothic"/>
                          <a:cs typeface="MS Gothic"/>
                          <a:sym typeface="MS Gothic"/>
                        </a:rPr>
                        <a:t>’, ‘</a:t>
                      </a:r>
                      <a:r>
                        <a:rPr lang="ja-JP" altLang="en-US" sz="1400" b="1" dirty="0">
                          <a:solidFill>
                            <a:schemeClr val="accent1"/>
                          </a:solidFill>
                          <a:latin typeface="+mn-lt"/>
                          <a:ea typeface="MS Gothic"/>
                          <a:cs typeface="MS Gothic"/>
                          <a:sym typeface="MS Gothic"/>
                        </a:rPr>
                        <a:t>冬</a:t>
                      </a:r>
                      <a:r>
                        <a:rPr lang="en-US" altLang="ja-JP" sz="1400" b="1" dirty="0">
                          <a:solidFill>
                            <a:schemeClr val="accent1"/>
                          </a:solidFill>
                          <a:latin typeface="+mn-lt"/>
                          <a:ea typeface="MS Gothic"/>
                          <a:cs typeface="MS Gothic"/>
                          <a:sym typeface="MS Gothic"/>
                        </a:rPr>
                        <a:t>’};</a:t>
                      </a:r>
                      <a:br>
                        <a:rPr lang="en-US" altLang="ja-JP" sz="1400" b="1" dirty="0">
                          <a:solidFill>
                            <a:schemeClr val="accent1"/>
                          </a:solidFill>
                          <a:latin typeface="+mn-lt"/>
                          <a:ea typeface="MS Gothic"/>
                          <a:cs typeface="MS Gothic"/>
                          <a:sym typeface="MS Gothic"/>
                        </a:rPr>
                      </a:br>
                      <a:r>
                        <a:rPr lang="en-US" sz="1400" b="1" dirty="0">
                          <a:solidFill>
                            <a:schemeClr val="accent1"/>
                          </a:solidFill>
                          <a:latin typeface="+mn-lt"/>
                          <a:ea typeface="MS Gothic"/>
                          <a:cs typeface="MS Gothic"/>
                          <a:sym typeface="MS Gothic"/>
                        </a:rPr>
                        <a:t>for (int </a:t>
                      </a:r>
                      <a:r>
                        <a:rPr lang="en-US" sz="1400" b="1" dirty="0" err="1">
                          <a:solidFill>
                            <a:schemeClr val="accent1"/>
                          </a:solidFill>
                          <a:latin typeface="+mn-lt"/>
                          <a:ea typeface="MS Gothic"/>
                          <a:cs typeface="MS Gothic"/>
                          <a:sym typeface="MS Gothic"/>
                        </a:rPr>
                        <a:t>i</a:t>
                      </a:r>
                      <a:r>
                        <a:rPr lang="en-US" sz="1400" b="1" dirty="0">
                          <a:solidFill>
                            <a:schemeClr val="accent1"/>
                          </a:solidFill>
                          <a:latin typeface="+mn-lt"/>
                          <a:ea typeface="MS Gothic"/>
                          <a:cs typeface="MS Gothic"/>
                          <a:sym typeface="MS Gothic"/>
                        </a:rPr>
                        <a:t> = 0; </a:t>
                      </a:r>
                      <a:r>
                        <a:rPr lang="en-US" sz="1400" b="1" dirty="0" err="1">
                          <a:solidFill>
                            <a:schemeClr val="accent1"/>
                          </a:solidFill>
                          <a:latin typeface="+mn-lt"/>
                          <a:ea typeface="MS Gothic"/>
                          <a:cs typeface="MS Gothic"/>
                          <a:sym typeface="MS Gothic"/>
                        </a:rPr>
                        <a:t>i</a:t>
                      </a:r>
                      <a:r>
                        <a:rPr lang="en-US" sz="1400" b="1" dirty="0">
                          <a:solidFill>
                            <a:schemeClr val="accent1"/>
                          </a:solidFill>
                          <a:latin typeface="+mn-lt"/>
                          <a:ea typeface="MS Gothic"/>
                          <a:cs typeface="MS Gothic"/>
                          <a:sym typeface="MS Gothic"/>
                        </a:rPr>
                        <a:t> &lt; </a:t>
                      </a:r>
                      <a:r>
                        <a:rPr lang="en-US" sz="1400" b="1" dirty="0" err="1">
                          <a:solidFill>
                            <a:schemeClr val="accent1"/>
                          </a:solidFill>
                          <a:latin typeface="+mn-lt"/>
                          <a:ea typeface="MS Gothic"/>
                          <a:cs typeface="MS Gothic"/>
                          <a:sym typeface="MS Gothic"/>
                        </a:rPr>
                        <a:t>array.length</a:t>
                      </a:r>
                      <a:r>
                        <a:rPr lang="en-US" sz="1400" b="1" dirty="0">
                          <a:solidFill>
                            <a:schemeClr val="accent1"/>
                          </a:solidFill>
                          <a:latin typeface="+mn-lt"/>
                          <a:ea typeface="MS Gothic"/>
                          <a:cs typeface="MS Gothic"/>
                          <a:sym typeface="MS Gothic"/>
                        </a:rPr>
                        <a:t>; </a:t>
                      </a:r>
                      <a:r>
                        <a:rPr lang="en-US" sz="1400" b="1" dirty="0" err="1">
                          <a:solidFill>
                            <a:schemeClr val="accent1"/>
                          </a:solidFill>
                          <a:latin typeface="+mn-lt"/>
                          <a:ea typeface="MS Gothic"/>
                          <a:cs typeface="MS Gothic"/>
                          <a:sym typeface="MS Gothic"/>
                        </a:rPr>
                        <a:t>i</a:t>
                      </a:r>
                      <a:r>
                        <a:rPr lang="en-US" sz="1400" b="1" dirty="0">
                          <a:solidFill>
                            <a:schemeClr val="accent1"/>
                          </a:solidFill>
                          <a:latin typeface="+mn-lt"/>
                          <a:ea typeface="MS Gothic"/>
                          <a:cs typeface="MS Gothic"/>
                          <a:sym typeface="MS Gothic"/>
                        </a:rPr>
                        <a:t>++) {</a:t>
                      </a:r>
                      <a:br>
                        <a:rPr lang="en-US" sz="1400" b="1" dirty="0">
                          <a:solidFill>
                            <a:schemeClr val="accent1"/>
                          </a:solidFill>
                          <a:latin typeface="+mn-lt"/>
                          <a:ea typeface="MS Gothic"/>
                          <a:cs typeface="MS Gothic"/>
                          <a:sym typeface="MS Gothic"/>
                        </a:rPr>
                      </a:br>
                      <a:r>
                        <a:rPr lang="en-US" sz="1400" b="1" dirty="0">
                          <a:solidFill>
                            <a:schemeClr val="accent1"/>
                          </a:solidFill>
                          <a:latin typeface="+mn-lt"/>
                          <a:ea typeface="MS Gothic"/>
                          <a:cs typeface="MS Gothic"/>
                          <a:sym typeface="MS Gothic"/>
                        </a:rPr>
                        <a:t>    </a:t>
                      </a:r>
                      <a:r>
                        <a:rPr lang="en-US" sz="1400" b="1" dirty="0" err="1">
                          <a:solidFill>
                            <a:schemeClr val="accent1"/>
                          </a:solidFill>
                          <a:latin typeface="+mn-lt"/>
                          <a:ea typeface="MS Gothic"/>
                          <a:cs typeface="MS Gothic"/>
                          <a:sym typeface="MS Gothic"/>
                        </a:rPr>
                        <a:t>System.out.println</a:t>
                      </a:r>
                      <a:r>
                        <a:rPr lang="en-US" sz="1400" b="1" dirty="0">
                          <a:solidFill>
                            <a:schemeClr val="accent1"/>
                          </a:solidFill>
                          <a:latin typeface="+mn-lt"/>
                          <a:ea typeface="MS Gothic"/>
                          <a:cs typeface="MS Gothic"/>
                          <a:sym typeface="MS Gothic"/>
                        </a:rPr>
                        <a:t>(array[</a:t>
                      </a:r>
                      <a:r>
                        <a:rPr lang="en-US" sz="1400" b="1" dirty="0" err="1">
                          <a:solidFill>
                            <a:schemeClr val="accent1"/>
                          </a:solidFill>
                          <a:latin typeface="+mn-lt"/>
                          <a:ea typeface="MS Gothic"/>
                          <a:cs typeface="MS Gothic"/>
                          <a:sym typeface="MS Gothic"/>
                        </a:rPr>
                        <a:t>i</a:t>
                      </a:r>
                      <a:r>
                        <a:rPr lang="en-US" sz="1400" b="1" dirty="0">
                          <a:solidFill>
                            <a:schemeClr val="accent1"/>
                          </a:solidFill>
                          <a:latin typeface="+mn-lt"/>
                          <a:ea typeface="MS Gothic"/>
                          <a:cs typeface="MS Gothic"/>
                          <a:sym typeface="MS Gothic"/>
                        </a:rPr>
                        <a:t>] + “</a:t>
                      </a:r>
                      <a:r>
                        <a:rPr lang="ja-JP" altLang="en-US" sz="1400" b="1" dirty="0">
                          <a:solidFill>
                            <a:schemeClr val="accent1"/>
                          </a:solidFill>
                          <a:latin typeface="+mn-lt"/>
                          <a:ea typeface="MS Gothic"/>
                          <a:cs typeface="MS Gothic"/>
                          <a:sym typeface="MS Gothic"/>
                        </a:rPr>
                        <a:t>です</a:t>
                      </a:r>
                      <a:r>
                        <a:rPr lang="en-US" altLang="ja-JP" sz="1400" b="1" dirty="0">
                          <a:solidFill>
                            <a:schemeClr val="accent1"/>
                          </a:solidFill>
                          <a:latin typeface="+mn-lt"/>
                          <a:ea typeface="MS Gothic"/>
                          <a:cs typeface="MS Gothic"/>
                          <a:sym typeface="MS Gothic"/>
                        </a:rPr>
                        <a:t>”);</a:t>
                      </a:r>
                      <a:br>
                        <a:rPr lang="en-US" altLang="ja-JP" sz="1400" b="1" dirty="0">
                          <a:solidFill>
                            <a:schemeClr val="accent1"/>
                          </a:solidFill>
                          <a:latin typeface="+mn-lt"/>
                          <a:ea typeface="MS Gothic"/>
                          <a:cs typeface="MS Gothic"/>
                          <a:sym typeface="MS Gothic"/>
                        </a:rPr>
                      </a:br>
                      <a:r>
                        <a:rPr lang="en-US" altLang="ja-JP" sz="1400" b="1" dirty="0">
                          <a:solidFill>
                            <a:schemeClr val="accent1"/>
                          </a:solidFill>
                          <a:latin typeface="+mn-lt"/>
                          <a:ea typeface="MS Gothic"/>
                          <a:cs typeface="MS Gothic"/>
                          <a:sym typeface="MS Gothic"/>
                        </a:rPr>
                        <a:t>}</a:t>
                      </a:r>
                    </a:p>
                    <a:p>
                      <a:pPr marL="0" marR="0" lvl="0" indent="0" algn="l" rtl="0">
                        <a:spcBef>
                          <a:spcPts val="0"/>
                        </a:spcBef>
                        <a:spcAft>
                          <a:spcPts val="0"/>
                        </a:spcAft>
                        <a:buNone/>
                      </a:pPr>
                      <a:endParaRPr sz="1400" b="1" dirty="0">
                        <a:solidFill>
                          <a:srgbClr val="7A6100"/>
                        </a:solidFill>
                        <a:latin typeface="+mn-lt"/>
                        <a:ea typeface="MS Gothic"/>
                        <a:cs typeface="MS Gothic"/>
                        <a:sym typeface="MS Gothic"/>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3C5184"/>
                      </a:solidFill>
                      <a:prstDash val="solid"/>
                      <a:round/>
                      <a:headEnd type="none" w="sm" len="sm"/>
                      <a:tailEnd type="none" w="sm" len="sm"/>
                    </a:lnT>
                    <a:lnB w="19050" cap="flat" cmpd="sng">
                      <a:solidFill>
                        <a:srgbClr val="3C5184"/>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bl>
          </a:graphicData>
        </a:graphic>
      </p:graphicFrame>
      <p:sp>
        <p:nvSpPr>
          <p:cNvPr id="11" name="テキスト プレースホルダー 7">
            <a:extLst>
              <a:ext uri="{FF2B5EF4-FFF2-40B4-BE49-F238E27FC236}">
                <a16:creationId xmlns:a16="http://schemas.microsoft.com/office/drawing/2014/main" id="{F6C5540E-A21C-4E81-823D-AB2C6B0D5F29}"/>
              </a:ext>
            </a:extLst>
          </p:cNvPr>
          <p:cNvSpPr txBox="1">
            <a:spLocks/>
          </p:cNvSpPr>
          <p:nvPr/>
        </p:nvSpPr>
        <p:spPr>
          <a:xfrm>
            <a:off x="462874" y="2801700"/>
            <a:ext cx="8216900" cy="1388899"/>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ここに出てきた、</a:t>
            </a:r>
            <a:br>
              <a:rPr lang="ja-JP" altLang="en-US" dirty="0"/>
            </a:br>
            <a:r>
              <a:rPr lang="en-US" altLang="ja-JP" dirty="0"/>
              <a:t>	</a:t>
            </a:r>
            <a:r>
              <a:rPr lang="en-US" altLang="ja-JP" b="1" dirty="0" err="1">
                <a:solidFill>
                  <a:schemeClr val="accent1"/>
                </a:solidFill>
              </a:rPr>
              <a:t>array.length</a:t>
            </a:r>
            <a:br>
              <a:rPr lang="en-US" altLang="ja-JP" dirty="0"/>
            </a:br>
            <a:r>
              <a:rPr lang="ja-JP" altLang="en-US" dirty="0"/>
              <a:t>というのは配列の長さ（＝要素数）を表す書き方です。「全て」の要素に対して同じ処理をする、ということは上の例では</a:t>
            </a:r>
            <a:r>
              <a:rPr lang="en-US" altLang="ja-JP" dirty="0"/>
              <a:t>4</a:t>
            </a:r>
            <a:r>
              <a:rPr lang="ja-JP" altLang="en-US" dirty="0"/>
              <a:t>回ループすることになります。</a:t>
            </a:r>
            <a:br>
              <a:rPr lang="ja-JP" altLang="en-US" dirty="0"/>
            </a:br>
            <a:r>
              <a:rPr lang="ja-JP" altLang="en-US" dirty="0"/>
              <a:t>この場合、</a:t>
            </a:r>
            <a:r>
              <a:rPr lang="en-US" altLang="ja-JP" dirty="0"/>
              <a:t>for</a:t>
            </a:r>
            <a:r>
              <a:rPr lang="ja-JP" altLang="en-US" dirty="0"/>
              <a:t>文の条件式にリテラルで「</a:t>
            </a:r>
            <a:r>
              <a:rPr lang="en-US" altLang="ja-JP" dirty="0"/>
              <a:t>4</a:t>
            </a:r>
            <a:r>
              <a:rPr lang="ja-JP" altLang="en-US" dirty="0"/>
              <a:t>」と書くより、配列名</a:t>
            </a:r>
            <a:r>
              <a:rPr lang="en-US" altLang="ja-JP" dirty="0"/>
              <a:t>.length</a:t>
            </a:r>
            <a:r>
              <a:rPr lang="ja-JP" altLang="en-US" dirty="0"/>
              <a:t>と書いたほうが、長さが変わったときに都度直さずに済み、便利です。</a:t>
            </a:r>
          </a:p>
        </p:txBody>
      </p:sp>
    </p:spTree>
    <p:extLst>
      <p:ext uri="{BB962C8B-B14F-4D97-AF65-F5344CB8AC3E}">
        <p14:creationId xmlns:p14="http://schemas.microsoft.com/office/powerpoint/2010/main" val="11044177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DCF9689F-C8C8-4B4C-83A0-12B9EF398278}"/>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C9DA2D84-A78B-4723-B005-A44B1AF31487}"/>
              </a:ext>
            </a:extLst>
          </p:cNvPr>
          <p:cNvSpPr>
            <a:spLocks noGrp="1"/>
          </p:cNvSpPr>
          <p:nvPr>
            <p:ph type="ctrTitle"/>
          </p:nvPr>
        </p:nvSpPr>
        <p:spPr/>
        <p:txBody>
          <a:bodyPr/>
          <a:lstStyle/>
          <a:p>
            <a:r>
              <a:rPr kumimoji="1" lang="ja-JP" altLang="en-US" dirty="0"/>
              <a:t>拡張</a:t>
            </a:r>
            <a:r>
              <a:rPr kumimoji="1" lang="en-US" altLang="ja-JP" dirty="0"/>
              <a:t>for</a:t>
            </a:r>
            <a:r>
              <a:rPr kumimoji="1" lang="ja-JP" altLang="en-US"/>
              <a:t>文</a:t>
            </a:r>
            <a:endParaRPr kumimoji="1" lang="ja-JP" altLang="en-US" dirty="0"/>
          </a:p>
        </p:txBody>
      </p:sp>
      <p:sp>
        <p:nvSpPr>
          <p:cNvPr id="4" name="スライド番号プレースホルダー 3">
            <a:extLst>
              <a:ext uri="{FF2B5EF4-FFF2-40B4-BE49-F238E27FC236}">
                <a16:creationId xmlns:a16="http://schemas.microsoft.com/office/drawing/2014/main" id="{C267BCE2-AD9E-47FE-BC19-2C06B2CA7215}"/>
              </a:ext>
            </a:extLst>
          </p:cNvPr>
          <p:cNvSpPr>
            <a:spLocks noGrp="1"/>
          </p:cNvSpPr>
          <p:nvPr>
            <p:ph type="sldNum" sz="quarter" idx="4"/>
          </p:nvPr>
        </p:nvSpPr>
        <p:spPr/>
        <p:txBody>
          <a:bodyPr/>
          <a:lstStyle/>
          <a:p>
            <a:fld id="{00000000-1234-1234-1234-123412341234}" type="slidenum">
              <a:rPr lang="en" smtClean="0"/>
              <a:pPr/>
              <a:t>18</a:t>
            </a:fld>
            <a:endParaRPr lang="en" dirty="0"/>
          </a:p>
        </p:txBody>
      </p:sp>
      <p:sp>
        <p:nvSpPr>
          <p:cNvPr id="5" name="テキスト プレースホルダー 4">
            <a:extLst>
              <a:ext uri="{FF2B5EF4-FFF2-40B4-BE49-F238E27FC236}">
                <a16:creationId xmlns:a16="http://schemas.microsoft.com/office/drawing/2014/main" id="{D345FCF4-B188-436C-9FB4-5149C3180134}"/>
              </a:ext>
            </a:extLst>
          </p:cNvPr>
          <p:cNvSpPr>
            <a:spLocks noGrp="1"/>
          </p:cNvSpPr>
          <p:nvPr>
            <p:ph type="body" sz="quarter" idx="14"/>
          </p:nvPr>
        </p:nvSpPr>
        <p:spPr>
          <a:xfrm>
            <a:off x="462875" y="1747190"/>
            <a:ext cx="8216900" cy="870232"/>
          </a:xfrm>
        </p:spPr>
        <p:txBody>
          <a:bodyPr/>
          <a:lstStyle/>
          <a:p>
            <a:pPr marL="96838" indent="0">
              <a:buNone/>
            </a:pPr>
            <a:r>
              <a:rPr kumimoji="1" lang="ja-JP" altLang="en-US" dirty="0"/>
              <a:t>配列を使う場合に</a:t>
            </a:r>
            <a:r>
              <a:rPr kumimoji="1" lang="en-US" altLang="ja-JP" dirty="0"/>
              <a:t>for</a:t>
            </a:r>
            <a:r>
              <a:rPr kumimoji="1" lang="ja-JP" altLang="en-US" dirty="0"/>
              <a:t>文を使うことで、簡単に書くことができるようになりました。</a:t>
            </a:r>
          </a:p>
          <a:p>
            <a:pPr marL="96838" indent="0">
              <a:buNone/>
            </a:pPr>
            <a:r>
              <a:rPr kumimoji="1" lang="ja-JP" altLang="en-US" dirty="0"/>
              <a:t>しかし、拡張</a:t>
            </a:r>
            <a:r>
              <a:rPr kumimoji="1" lang="en-US" altLang="ja-JP" dirty="0"/>
              <a:t>for</a:t>
            </a:r>
            <a:r>
              <a:rPr kumimoji="1" lang="ja-JP" altLang="en-US" dirty="0"/>
              <a:t>文という、もっと便利な書き方があります。</a:t>
            </a:r>
          </a:p>
          <a:p>
            <a:pPr marL="452438" lvl="1" indent="0">
              <a:buNone/>
            </a:pPr>
            <a:r>
              <a:rPr kumimoji="1" lang="en-US" altLang="ja-JP" b="1" dirty="0">
                <a:solidFill>
                  <a:schemeClr val="accent1"/>
                </a:solidFill>
              </a:rPr>
              <a:t>for(</a:t>
            </a:r>
            <a:r>
              <a:rPr kumimoji="1" lang="ja-JP" altLang="en-US" b="1" dirty="0">
                <a:solidFill>
                  <a:schemeClr val="accent1"/>
                </a:solidFill>
              </a:rPr>
              <a:t>要素の型　任意の変数名：配列変数名</a:t>
            </a:r>
            <a:r>
              <a:rPr kumimoji="1" lang="en-US" altLang="ja-JP" b="1" dirty="0">
                <a:solidFill>
                  <a:schemeClr val="accent1"/>
                </a:solidFill>
              </a:rPr>
              <a:t>) {</a:t>
            </a:r>
            <a:br>
              <a:rPr kumimoji="1" lang="en-US" altLang="ja-JP" b="1" dirty="0">
                <a:solidFill>
                  <a:schemeClr val="accent1"/>
                </a:solidFill>
              </a:rPr>
            </a:br>
            <a:r>
              <a:rPr kumimoji="1" lang="ja-JP" altLang="en-US" b="1" dirty="0">
                <a:solidFill>
                  <a:schemeClr val="accent1"/>
                </a:solidFill>
              </a:rPr>
              <a:t>　　　　：</a:t>
            </a:r>
            <a:br>
              <a:rPr kumimoji="1" lang="ja-JP" altLang="en-US" b="1" dirty="0">
                <a:solidFill>
                  <a:schemeClr val="accent1"/>
                </a:solidFill>
              </a:rPr>
            </a:br>
            <a:r>
              <a:rPr kumimoji="1" lang="en-US" altLang="ja-JP" b="1" dirty="0">
                <a:solidFill>
                  <a:schemeClr val="accent1"/>
                </a:solidFill>
              </a:rPr>
              <a:t>}</a:t>
            </a:r>
          </a:p>
          <a:p>
            <a:pPr marL="96838" indent="0">
              <a:buNone/>
            </a:pPr>
            <a:endParaRPr kumimoji="1" lang="ja-JP" altLang="en-US" dirty="0"/>
          </a:p>
        </p:txBody>
      </p:sp>
      <p:graphicFrame>
        <p:nvGraphicFramePr>
          <p:cNvPr id="6" name="Google Shape;203;p23">
            <a:extLst>
              <a:ext uri="{FF2B5EF4-FFF2-40B4-BE49-F238E27FC236}">
                <a16:creationId xmlns:a16="http://schemas.microsoft.com/office/drawing/2014/main" id="{88E6580C-D2B8-4568-A1AF-041FFE84BA33}"/>
              </a:ext>
            </a:extLst>
          </p:cNvPr>
          <p:cNvGraphicFramePr/>
          <p:nvPr>
            <p:extLst>
              <p:ext uri="{D42A27DB-BD31-4B8C-83A1-F6EECF244321}">
                <p14:modId xmlns:p14="http://schemas.microsoft.com/office/powerpoint/2010/main" val="313168652"/>
              </p:ext>
            </p:extLst>
          </p:nvPr>
        </p:nvGraphicFramePr>
        <p:xfrm>
          <a:off x="500586" y="2705851"/>
          <a:ext cx="8145819" cy="944890"/>
        </p:xfrm>
        <a:graphic>
          <a:graphicData uri="http://schemas.openxmlformats.org/drawingml/2006/table">
            <a:tbl>
              <a:tblPr firstRow="1" bandRow="1">
                <a:noFill/>
              </a:tblPr>
              <a:tblGrid>
                <a:gridCol w="4032067">
                  <a:extLst>
                    <a:ext uri="{9D8B030D-6E8A-4147-A177-3AD203B41FA5}">
                      <a16:colId xmlns:a16="http://schemas.microsoft.com/office/drawing/2014/main" val="20000"/>
                    </a:ext>
                  </a:extLst>
                </a:gridCol>
                <a:gridCol w="363929">
                  <a:extLst>
                    <a:ext uri="{9D8B030D-6E8A-4147-A177-3AD203B41FA5}">
                      <a16:colId xmlns:a16="http://schemas.microsoft.com/office/drawing/2014/main" val="20001"/>
                    </a:ext>
                  </a:extLst>
                </a:gridCol>
                <a:gridCol w="3749823">
                  <a:extLst>
                    <a:ext uri="{9D8B030D-6E8A-4147-A177-3AD203B41FA5}">
                      <a16:colId xmlns:a16="http://schemas.microsoft.com/office/drawing/2014/main" val="20002"/>
                    </a:ext>
                  </a:extLst>
                </a:gridCol>
              </a:tblGrid>
              <a:tr h="541192">
                <a:tc>
                  <a:txBody>
                    <a:bodyPr/>
                    <a:lstStyle/>
                    <a:p>
                      <a:pPr marL="0" marR="0" lvl="0" indent="0" algn="l" rtl="0">
                        <a:spcBef>
                          <a:spcPts val="0"/>
                        </a:spcBef>
                        <a:spcAft>
                          <a:spcPts val="0"/>
                        </a:spcAft>
                        <a:buNone/>
                      </a:pPr>
                      <a:r>
                        <a:rPr lang="en-US" sz="1400" b="0" dirty="0">
                          <a:solidFill>
                            <a:srgbClr val="3F3F3F"/>
                          </a:solidFill>
                          <a:latin typeface="+mn-lt"/>
                          <a:ea typeface="MS Gothic"/>
                          <a:cs typeface="MS Gothic"/>
                          <a:sym typeface="MS Gothic"/>
                        </a:rPr>
                        <a:t>char[] array = {‘</a:t>
                      </a:r>
                      <a:r>
                        <a:rPr lang="ja-JP" altLang="en-US" sz="1400" b="0" dirty="0">
                          <a:solidFill>
                            <a:srgbClr val="3F3F3F"/>
                          </a:solidFill>
                          <a:latin typeface="+mn-lt"/>
                          <a:ea typeface="MS Gothic"/>
                          <a:cs typeface="MS Gothic"/>
                          <a:sym typeface="MS Gothic"/>
                        </a:rPr>
                        <a:t>春</a:t>
                      </a:r>
                      <a:r>
                        <a:rPr lang="en-US" altLang="ja-JP" sz="1400" b="0" dirty="0">
                          <a:solidFill>
                            <a:srgbClr val="3F3F3F"/>
                          </a:solidFill>
                          <a:latin typeface="+mn-lt"/>
                          <a:ea typeface="MS Gothic"/>
                          <a:cs typeface="MS Gothic"/>
                          <a:sym typeface="MS Gothic"/>
                        </a:rPr>
                        <a:t>’, ‘</a:t>
                      </a:r>
                      <a:r>
                        <a:rPr lang="ja-JP" altLang="en-US" sz="1400" b="0" dirty="0">
                          <a:solidFill>
                            <a:srgbClr val="3F3F3F"/>
                          </a:solidFill>
                          <a:latin typeface="+mn-lt"/>
                          <a:ea typeface="MS Gothic"/>
                          <a:cs typeface="MS Gothic"/>
                          <a:sym typeface="MS Gothic"/>
                        </a:rPr>
                        <a:t>夏</a:t>
                      </a:r>
                      <a:r>
                        <a:rPr lang="en-US" altLang="ja-JP" sz="1400" b="0" dirty="0">
                          <a:solidFill>
                            <a:srgbClr val="3F3F3F"/>
                          </a:solidFill>
                          <a:latin typeface="+mn-lt"/>
                          <a:ea typeface="MS Gothic"/>
                          <a:cs typeface="MS Gothic"/>
                          <a:sym typeface="MS Gothic"/>
                        </a:rPr>
                        <a:t>’, ‘</a:t>
                      </a:r>
                      <a:r>
                        <a:rPr lang="ja-JP" altLang="en-US" sz="1400" b="0" dirty="0">
                          <a:solidFill>
                            <a:srgbClr val="3F3F3F"/>
                          </a:solidFill>
                          <a:latin typeface="+mn-lt"/>
                          <a:ea typeface="MS Gothic"/>
                          <a:cs typeface="MS Gothic"/>
                          <a:sym typeface="MS Gothic"/>
                        </a:rPr>
                        <a:t>秋</a:t>
                      </a:r>
                      <a:r>
                        <a:rPr lang="en-US" altLang="ja-JP" sz="1400" b="0" dirty="0">
                          <a:solidFill>
                            <a:srgbClr val="3F3F3F"/>
                          </a:solidFill>
                          <a:latin typeface="+mn-lt"/>
                          <a:ea typeface="MS Gothic"/>
                          <a:cs typeface="MS Gothic"/>
                          <a:sym typeface="MS Gothic"/>
                        </a:rPr>
                        <a:t>’, ‘</a:t>
                      </a:r>
                      <a:r>
                        <a:rPr lang="ja-JP" altLang="en-US" sz="1400" b="0" dirty="0">
                          <a:solidFill>
                            <a:srgbClr val="3F3F3F"/>
                          </a:solidFill>
                          <a:latin typeface="+mn-lt"/>
                          <a:ea typeface="MS Gothic"/>
                          <a:cs typeface="MS Gothic"/>
                          <a:sym typeface="MS Gothic"/>
                        </a:rPr>
                        <a:t>冬</a:t>
                      </a:r>
                      <a:r>
                        <a:rPr lang="en-US" altLang="ja-JP" sz="1400" b="0" dirty="0">
                          <a:solidFill>
                            <a:srgbClr val="3F3F3F"/>
                          </a:solidFill>
                          <a:latin typeface="+mn-lt"/>
                          <a:ea typeface="MS Gothic"/>
                          <a:cs typeface="MS Gothic"/>
                          <a:sym typeface="MS Gothic"/>
                        </a:rPr>
                        <a:t>’};</a:t>
                      </a:r>
                      <a:br>
                        <a:rPr lang="en-US" altLang="ja-JP" sz="1400" b="0" dirty="0">
                          <a:solidFill>
                            <a:srgbClr val="3F3F3F"/>
                          </a:solidFill>
                          <a:latin typeface="+mn-lt"/>
                          <a:ea typeface="MS Gothic"/>
                          <a:cs typeface="MS Gothic"/>
                          <a:sym typeface="MS Gothic"/>
                        </a:rPr>
                      </a:br>
                      <a:r>
                        <a:rPr lang="en-US" sz="1400" b="0" dirty="0">
                          <a:solidFill>
                            <a:srgbClr val="3F3F3F"/>
                          </a:solidFill>
                          <a:latin typeface="+mn-lt"/>
                          <a:ea typeface="MS Gothic"/>
                          <a:cs typeface="MS Gothic"/>
                          <a:sym typeface="MS Gothic"/>
                        </a:rPr>
                        <a:t>for (int </a:t>
                      </a:r>
                      <a:r>
                        <a:rPr lang="en-US" sz="1400" b="0" dirty="0" err="1">
                          <a:solidFill>
                            <a:srgbClr val="3F3F3F"/>
                          </a:solidFill>
                          <a:latin typeface="+mn-lt"/>
                          <a:ea typeface="MS Gothic"/>
                          <a:cs typeface="MS Gothic"/>
                          <a:sym typeface="MS Gothic"/>
                        </a:rPr>
                        <a:t>i</a:t>
                      </a:r>
                      <a:r>
                        <a:rPr lang="en-US" sz="1400" b="0" dirty="0">
                          <a:solidFill>
                            <a:srgbClr val="3F3F3F"/>
                          </a:solidFill>
                          <a:latin typeface="+mn-lt"/>
                          <a:ea typeface="MS Gothic"/>
                          <a:cs typeface="MS Gothic"/>
                          <a:sym typeface="MS Gothic"/>
                        </a:rPr>
                        <a:t> = 0; </a:t>
                      </a:r>
                      <a:r>
                        <a:rPr lang="en-US" sz="1400" b="0" dirty="0" err="1">
                          <a:solidFill>
                            <a:srgbClr val="3F3F3F"/>
                          </a:solidFill>
                          <a:latin typeface="+mn-lt"/>
                          <a:ea typeface="MS Gothic"/>
                          <a:cs typeface="MS Gothic"/>
                          <a:sym typeface="MS Gothic"/>
                        </a:rPr>
                        <a:t>i</a:t>
                      </a:r>
                      <a:r>
                        <a:rPr lang="en-US" sz="1400" b="0" dirty="0">
                          <a:solidFill>
                            <a:srgbClr val="3F3F3F"/>
                          </a:solidFill>
                          <a:latin typeface="+mn-lt"/>
                          <a:ea typeface="MS Gothic"/>
                          <a:cs typeface="MS Gothic"/>
                          <a:sym typeface="MS Gothic"/>
                        </a:rPr>
                        <a:t> &lt; </a:t>
                      </a:r>
                      <a:r>
                        <a:rPr lang="en-US" sz="1400" b="0" dirty="0" err="1">
                          <a:solidFill>
                            <a:srgbClr val="3F3F3F"/>
                          </a:solidFill>
                          <a:latin typeface="+mn-lt"/>
                          <a:ea typeface="MS Gothic"/>
                          <a:cs typeface="MS Gothic"/>
                          <a:sym typeface="MS Gothic"/>
                        </a:rPr>
                        <a:t>array.length</a:t>
                      </a:r>
                      <a:r>
                        <a:rPr lang="en-US" sz="1400" b="0" dirty="0">
                          <a:solidFill>
                            <a:srgbClr val="3F3F3F"/>
                          </a:solidFill>
                          <a:latin typeface="+mn-lt"/>
                          <a:ea typeface="MS Gothic"/>
                          <a:cs typeface="MS Gothic"/>
                          <a:sym typeface="MS Gothic"/>
                        </a:rPr>
                        <a:t>; </a:t>
                      </a:r>
                      <a:r>
                        <a:rPr lang="en-US" sz="1400" b="0" dirty="0" err="1">
                          <a:solidFill>
                            <a:srgbClr val="3F3F3F"/>
                          </a:solidFill>
                          <a:latin typeface="+mn-lt"/>
                          <a:ea typeface="MS Gothic"/>
                          <a:cs typeface="MS Gothic"/>
                          <a:sym typeface="MS Gothic"/>
                        </a:rPr>
                        <a:t>i</a:t>
                      </a:r>
                      <a:r>
                        <a:rPr lang="en-US" sz="1400" b="0" dirty="0">
                          <a:solidFill>
                            <a:srgbClr val="3F3F3F"/>
                          </a:solidFill>
                          <a:latin typeface="+mn-lt"/>
                          <a:ea typeface="MS Gothic"/>
                          <a:cs typeface="MS Gothic"/>
                          <a:sym typeface="MS Gothic"/>
                        </a:rPr>
                        <a:t>++) {</a:t>
                      </a:r>
                      <a:br>
                        <a:rPr lang="en-US" sz="1400" b="0" dirty="0">
                          <a:solidFill>
                            <a:srgbClr val="3F3F3F"/>
                          </a:solidFill>
                          <a:latin typeface="+mn-lt"/>
                          <a:ea typeface="MS Gothic"/>
                          <a:cs typeface="MS Gothic"/>
                          <a:sym typeface="MS Gothic"/>
                        </a:rPr>
                      </a:br>
                      <a:r>
                        <a:rPr lang="en-US" sz="1400" b="0" dirty="0">
                          <a:solidFill>
                            <a:srgbClr val="3F3F3F"/>
                          </a:solidFill>
                          <a:latin typeface="+mn-lt"/>
                          <a:ea typeface="MS Gothic"/>
                          <a:cs typeface="MS Gothic"/>
                          <a:sym typeface="MS Gothic"/>
                        </a:rPr>
                        <a:t>    </a:t>
                      </a:r>
                      <a:r>
                        <a:rPr lang="en-US" sz="1400" b="0" dirty="0" err="1">
                          <a:solidFill>
                            <a:srgbClr val="3F3F3F"/>
                          </a:solidFill>
                          <a:latin typeface="+mn-lt"/>
                          <a:ea typeface="MS Gothic"/>
                          <a:cs typeface="MS Gothic"/>
                          <a:sym typeface="MS Gothic"/>
                        </a:rPr>
                        <a:t>System.out.println</a:t>
                      </a:r>
                      <a:r>
                        <a:rPr lang="en-US" sz="1400" b="0" dirty="0">
                          <a:solidFill>
                            <a:srgbClr val="3F3F3F"/>
                          </a:solidFill>
                          <a:latin typeface="+mn-lt"/>
                          <a:ea typeface="MS Gothic"/>
                          <a:cs typeface="MS Gothic"/>
                          <a:sym typeface="MS Gothic"/>
                        </a:rPr>
                        <a:t>(array[</a:t>
                      </a:r>
                      <a:r>
                        <a:rPr lang="en-US" sz="1400" b="0" dirty="0" err="1">
                          <a:solidFill>
                            <a:srgbClr val="3F3F3F"/>
                          </a:solidFill>
                          <a:latin typeface="+mn-lt"/>
                          <a:ea typeface="MS Gothic"/>
                          <a:cs typeface="MS Gothic"/>
                          <a:sym typeface="MS Gothic"/>
                        </a:rPr>
                        <a:t>i</a:t>
                      </a:r>
                      <a:r>
                        <a:rPr lang="en-US" sz="1400" b="0" dirty="0">
                          <a:solidFill>
                            <a:srgbClr val="3F3F3F"/>
                          </a:solidFill>
                          <a:latin typeface="+mn-lt"/>
                          <a:ea typeface="MS Gothic"/>
                          <a:cs typeface="MS Gothic"/>
                          <a:sym typeface="MS Gothic"/>
                        </a:rPr>
                        <a:t>] + “</a:t>
                      </a:r>
                      <a:r>
                        <a:rPr lang="ja-JP" altLang="en-US" sz="1400" b="0" dirty="0">
                          <a:solidFill>
                            <a:srgbClr val="3F3F3F"/>
                          </a:solidFill>
                          <a:latin typeface="+mn-lt"/>
                          <a:ea typeface="MS Gothic"/>
                          <a:cs typeface="MS Gothic"/>
                          <a:sym typeface="MS Gothic"/>
                        </a:rPr>
                        <a:t>です</a:t>
                      </a:r>
                      <a:r>
                        <a:rPr lang="en-US" altLang="ja-JP" sz="1400" b="0" dirty="0">
                          <a:solidFill>
                            <a:srgbClr val="3F3F3F"/>
                          </a:solidFill>
                          <a:latin typeface="+mn-lt"/>
                          <a:ea typeface="MS Gothic"/>
                          <a:cs typeface="MS Gothic"/>
                          <a:sym typeface="MS Gothic"/>
                        </a:rPr>
                        <a:t>”);</a:t>
                      </a:r>
                      <a:br>
                        <a:rPr lang="en-US" altLang="ja-JP" sz="1400" b="0" dirty="0">
                          <a:solidFill>
                            <a:srgbClr val="3F3F3F"/>
                          </a:solidFill>
                          <a:latin typeface="+mn-lt"/>
                          <a:ea typeface="MS Gothic"/>
                          <a:cs typeface="MS Gothic"/>
                          <a:sym typeface="MS Gothic"/>
                        </a:rPr>
                      </a:br>
                      <a:r>
                        <a:rPr lang="en-US" altLang="ja-JP" sz="1400" b="0" dirty="0">
                          <a:solidFill>
                            <a:srgbClr val="3F3F3F"/>
                          </a:solidFill>
                          <a:latin typeface="+mn-lt"/>
                          <a:ea typeface="MS Gothic"/>
                          <a:cs typeface="MS Gothic"/>
                          <a:sym typeface="MS Gothic"/>
                        </a:rPr>
                        <a:t>}</a:t>
                      </a: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3C5184"/>
                      </a:solidFill>
                      <a:prstDash val="solid"/>
                      <a:round/>
                      <a:headEnd type="none" w="sm" len="sm"/>
                      <a:tailEnd type="none" w="sm" len="sm"/>
                    </a:lnT>
                    <a:lnB w="19050" cap="flat" cmpd="sng">
                      <a:solidFill>
                        <a:srgbClr val="3C5184"/>
                      </a:solidFill>
                      <a:prstDash val="solid"/>
                      <a:round/>
                      <a:headEnd type="none" w="sm" len="sm"/>
                      <a:tailEnd type="none" w="sm" len="sm"/>
                    </a:lnB>
                    <a:solidFill>
                      <a:schemeClr val="bg1"/>
                    </a:solidFill>
                  </a:tcPr>
                </a:tc>
                <a:tc>
                  <a:txBody>
                    <a:bodyPr/>
                    <a:lstStyle/>
                    <a:p>
                      <a:pPr marL="0" marR="0" lvl="0" indent="0" algn="ctr" rtl="0">
                        <a:spcBef>
                          <a:spcPts val="0"/>
                        </a:spcBef>
                        <a:spcAft>
                          <a:spcPts val="0"/>
                        </a:spcAft>
                        <a:buNone/>
                      </a:pPr>
                      <a:r>
                        <a:rPr lang="en-US" sz="3200" b="0" dirty="0">
                          <a:solidFill>
                            <a:srgbClr val="3F3F3F"/>
                          </a:solidFill>
                          <a:latin typeface="+mn-lt"/>
                        </a:rPr>
                        <a:t>▶</a:t>
                      </a:r>
                      <a:endParaRPr sz="1200" dirty="0">
                        <a:latin typeface="+mn-lt"/>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3C5184"/>
                      </a:solidFill>
                      <a:prstDash val="solid"/>
                      <a:round/>
                      <a:headEnd type="none" w="sm" len="sm"/>
                      <a:tailEnd type="none" w="sm" len="sm"/>
                    </a:lnT>
                    <a:lnB w="19050" cap="flat" cmpd="sng">
                      <a:solidFill>
                        <a:srgbClr val="3C5184"/>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None/>
                      </a:pPr>
                      <a:r>
                        <a:rPr lang="en-US" sz="1400" b="0" dirty="0">
                          <a:solidFill>
                            <a:schemeClr val="tx1"/>
                          </a:solidFill>
                          <a:latin typeface="+mn-lt"/>
                          <a:ea typeface="MS Gothic"/>
                          <a:cs typeface="MS Gothic"/>
                          <a:sym typeface="MS Gothic"/>
                        </a:rPr>
                        <a:t>char[] array = {‘</a:t>
                      </a:r>
                      <a:r>
                        <a:rPr lang="ja-JP" altLang="en-US" sz="1400" b="0" dirty="0">
                          <a:solidFill>
                            <a:schemeClr val="tx1"/>
                          </a:solidFill>
                          <a:latin typeface="+mn-lt"/>
                          <a:ea typeface="MS Gothic"/>
                          <a:cs typeface="MS Gothic"/>
                          <a:sym typeface="MS Gothic"/>
                        </a:rPr>
                        <a:t>春</a:t>
                      </a:r>
                      <a:r>
                        <a:rPr lang="en-US" altLang="ja-JP" sz="1400" b="0" dirty="0">
                          <a:solidFill>
                            <a:schemeClr val="tx1"/>
                          </a:solidFill>
                          <a:latin typeface="+mn-lt"/>
                          <a:ea typeface="MS Gothic"/>
                          <a:cs typeface="MS Gothic"/>
                          <a:sym typeface="MS Gothic"/>
                        </a:rPr>
                        <a:t>’, ‘</a:t>
                      </a:r>
                      <a:r>
                        <a:rPr lang="ja-JP" altLang="en-US" sz="1400" b="0" dirty="0">
                          <a:solidFill>
                            <a:schemeClr val="tx1"/>
                          </a:solidFill>
                          <a:latin typeface="+mn-lt"/>
                          <a:ea typeface="MS Gothic"/>
                          <a:cs typeface="MS Gothic"/>
                          <a:sym typeface="MS Gothic"/>
                        </a:rPr>
                        <a:t>夏</a:t>
                      </a:r>
                      <a:r>
                        <a:rPr lang="en-US" altLang="ja-JP" sz="1400" b="0" dirty="0">
                          <a:solidFill>
                            <a:schemeClr val="tx1"/>
                          </a:solidFill>
                          <a:latin typeface="+mn-lt"/>
                          <a:ea typeface="MS Gothic"/>
                          <a:cs typeface="MS Gothic"/>
                          <a:sym typeface="MS Gothic"/>
                        </a:rPr>
                        <a:t>’, ‘</a:t>
                      </a:r>
                      <a:r>
                        <a:rPr lang="ja-JP" altLang="en-US" sz="1400" b="0" dirty="0">
                          <a:solidFill>
                            <a:schemeClr val="tx1"/>
                          </a:solidFill>
                          <a:latin typeface="+mn-lt"/>
                          <a:ea typeface="MS Gothic"/>
                          <a:cs typeface="MS Gothic"/>
                          <a:sym typeface="MS Gothic"/>
                        </a:rPr>
                        <a:t>秋</a:t>
                      </a:r>
                      <a:r>
                        <a:rPr lang="en-US" altLang="ja-JP" sz="1400" b="0" dirty="0">
                          <a:solidFill>
                            <a:schemeClr val="tx1"/>
                          </a:solidFill>
                          <a:latin typeface="+mn-lt"/>
                          <a:ea typeface="MS Gothic"/>
                          <a:cs typeface="MS Gothic"/>
                          <a:sym typeface="MS Gothic"/>
                        </a:rPr>
                        <a:t>’, ‘</a:t>
                      </a:r>
                      <a:r>
                        <a:rPr lang="ja-JP" altLang="en-US" sz="1400" b="0" dirty="0">
                          <a:solidFill>
                            <a:schemeClr val="tx1"/>
                          </a:solidFill>
                          <a:latin typeface="+mn-lt"/>
                          <a:ea typeface="MS Gothic"/>
                          <a:cs typeface="MS Gothic"/>
                          <a:sym typeface="MS Gothic"/>
                        </a:rPr>
                        <a:t>冬</a:t>
                      </a:r>
                      <a:r>
                        <a:rPr lang="en-US" altLang="ja-JP" sz="1400" b="0" dirty="0">
                          <a:solidFill>
                            <a:schemeClr val="tx1"/>
                          </a:solidFill>
                          <a:latin typeface="+mn-lt"/>
                          <a:ea typeface="MS Gothic"/>
                          <a:cs typeface="MS Gothic"/>
                          <a:sym typeface="MS Gothic"/>
                        </a:rPr>
                        <a:t>’};</a:t>
                      </a:r>
                      <a:br>
                        <a:rPr lang="en-US" altLang="ja-JP" sz="1400" b="0" dirty="0">
                          <a:solidFill>
                            <a:schemeClr val="tx1"/>
                          </a:solidFill>
                          <a:latin typeface="+mn-lt"/>
                          <a:ea typeface="MS Gothic"/>
                          <a:cs typeface="MS Gothic"/>
                          <a:sym typeface="MS Gothic"/>
                        </a:rPr>
                      </a:br>
                      <a:r>
                        <a:rPr lang="en-US" sz="1400" b="0" dirty="0">
                          <a:solidFill>
                            <a:schemeClr val="tx1"/>
                          </a:solidFill>
                          <a:latin typeface="+mn-lt"/>
                          <a:ea typeface="MS Gothic"/>
                          <a:cs typeface="MS Gothic"/>
                          <a:sym typeface="MS Gothic"/>
                        </a:rPr>
                        <a:t>for (char season: array) {</a:t>
                      </a:r>
                      <a:br>
                        <a:rPr lang="en-US" sz="1400" b="0" dirty="0">
                          <a:solidFill>
                            <a:schemeClr val="tx1"/>
                          </a:solidFill>
                          <a:latin typeface="+mn-lt"/>
                          <a:ea typeface="MS Gothic"/>
                          <a:cs typeface="MS Gothic"/>
                          <a:sym typeface="MS Gothic"/>
                        </a:rPr>
                      </a:br>
                      <a:r>
                        <a:rPr lang="en-US" sz="1400" b="0" dirty="0">
                          <a:solidFill>
                            <a:schemeClr val="tx1"/>
                          </a:solidFill>
                          <a:latin typeface="+mn-lt"/>
                          <a:ea typeface="MS Gothic"/>
                          <a:cs typeface="MS Gothic"/>
                          <a:sym typeface="MS Gothic"/>
                        </a:rPr>
                        <a:t>    </a:t>
                      </a:r>
                      <a:r>
                        <a:rPr lang="en-US" sz="1400" b="0" dirty="0" err="1">
                          <a:solidFill>
                            <a:schemeClr val="tx1"/>
                          </a:solidFill>
                          <a:latin typeface="+mn-lt"/>
                          <a:ea typeface="MS Gothic"/>
                          <a:cs typeface="MS Gothic"/>
                          <a:sym typeface="MS Gothic"/>
                        </a:rPr>
                        <a:t>System.out.println</a:t>
                      </a:r>
                      <a:r>
                        <a:rPr lang="en-US" sz="1400" b="0" dirty="0">
                          <a:solidFill>
                            <a:schemeClr val="tx1"/>
                          </a:solidFill>
                          <a:latin typeface="+mn-lt"/>
                          <a:ea typeface="MS Gothic"/>
                          <a:cs typeface="MS Gothic"/>
                          <a:sym typeface="MS Gothic"/>
                        </a:rPr>
                        <a:t>(season + “</a:t>
                      </a:r>
                      <a:r>
                        <a:rPr lang="ja-JP" altLang="en-US" sz="1400" b="0" dirty="0">
                          <a:solidFill>
                            <a:schemeClr val="tx1"/>
                          </a:solidFill>
                          <a:latin typeface="+mn-lt"/>
                          <a:ea typeface="MS Gothic"/>
                          <a:cs typeface="MS Gothic"/>
                          <a:sym typeface="MS Gothic"/>
                        </a:rPr>
                        <a:t>です</a:t>
                      </a:r>
                      <a:r>
                        <a:rPr lang="en-US" altLang="ja-JP" sz="1400" b="0" dirty="0">
                          <a:solidFill>
                            <a:schemeClr val="tx1"/>
                          </a:solidFill>
                          <a:latin typeface="+mn-lt"/>
                          <a:ea typeface="MS Gothic"/>
                          <a:cs typeface="MS Gothic"/>
                          <a:sym typeface="MS Gothic"/>
                        </a:rPr>
                        <a:t>”);</a:t>
                      </a:r>
                      <a:br>
                        <a:rPr lang="en-US" altLang="ja-JP" sz="1400" b="0" dirty="0">
                          <a:solidFill>
                            <a:schemeClr val="tx1"/>
                          </a:solidFill>
                          <a:latin typeface="+mn-lt"/>
                          <a:ea typeface="MS Gothic"/>
                          <a:cs typeface="MS Gothic"/>
                          <a:sym typeface="MS Gothic"/>
                        </a:rPr>
                      </a:br>
                      <a:r>
                        <a:rPr lang="en-US" altLang="ja-JP" sz="1400" b="0" dirty="0">
                          <a:solidFill>
                            <a:schemeClr val="tx1"/>
                          </a:solidFill>
                          <a:latin typeface="+mn-lt"/>
                          <a:ea typeface="MS Gothic"/>
                          <a:cs typeface="MS Gothic"/>
                          <a:sym typeface="MS Gothic"/>
                        </a:rPr>
                        <a:t>}</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3C5184"/>
                      </a:solidFill>
                      <a:prstDash val="solid"/>
                      <a:round/>
                      <a:headEnd type="none" w="sm" len="sm"/>
                      <a:tailEnd type="none" w="sm" len="sm"/>
                    </a:lnT>
                    <a:lnB w="19050" cap="flat" cmpd="sng">
                      <a:solidFill>
                        <a:srgbClr val="3C5184"/>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bl>
          </a:graphicData>
        </a:graphic>
      </p:graphicFrame>
      <p:sp>
        <p:nvSpPr>
          <p:cNvPr id="7" name="テキスト プレースホルダー 4">
            <a:extLst>
              <a:ext uri="{FF2B5EF4-FFF2-40B4-BE49-F238E27FC236}">
                <a16:creationId xmlns:a16="http://schemas.microsoft.com/office/drawing/2014/main" id="{8129B86A-332A-48A1-A39B-A2FF311F1205}"/>
              </a:ext>
            </a:extLst>
          </p:cNvPr>
          <p:cNvSpPr txBox="1">
            <a:spLocks/>
          </p:cNvSpPr>
          <p:nvPr/>
        </p:nvSpPr>
        <p:spPr>
          <a:xfrm>
            <a:off x="422313" y="3768554"/>
            <a:ext cx="8216900" cy="1220769"/>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拡張</a:t>
            </a:r>
            <a:r>
              <a:rPr lang="en-US" altLang="ja-JP" dirty="0"/>
              <a:t>for</a:t>
            </a:r>
            <a:r>
              <a:rPr lang="ja-JP" altLang="en-US" dirty="0"/>
              <a:t>文を使うとループ変数も使いませんし、配列の長さも気にせずに配列の処理を行うことができます。</a:t>
            </a:r>
            <a:endParaRPr lang="en-US" altLang="ja-JP" dirty="0"/>
          </a:p>
          <a:p>
            <a:pPr marL="96838" indent="0">
              <a:buFont typeface="Arial" panose="020B0604020202020204" pitchFamily="34" charset="0"/>
              <a:buNone/>
            </a:pPr>
            <a:r>
              <a:rPr lang="ja-JP" altLang="en-US" dirty="0"/>
              <a:t>しかし、普通の</a:t>
            </a:r>
            <a:r>
              <a:rPr lang="en-US" altLang="ja-JP" dirty="0"/>
              <a:t>for</a:t>
            </a:r>
            <a:r>
              <a:rPr lang="ja-JP" altLang="en-US" dirty="0"/>
              <a:t>文が使われることも多いのでまずは普通の</a:t>
            </a:r>
            <a:r>
              <a:rPr lang="en-US" altLang="ja-JP" dirty="0"/>
              <a:t>for</a:t>
            </a:r>
            <a:r>
              <a:rPr lang="ja-JP" altLang="en-US" dirty="0"/>
              <a:t>文の使い方をしっかりマスターしましょう。</a:t>
            </a:r>
          </a:p>
        </p:txBody>
      </p:sp>
      <p:grpSp>
        <p:nvGrpSpPr>
          <p:cNvPr id="8" name="グループ化 7">
            <a:extLst>
              <a:ext uri="{FF2B5EF4-FFF2-40B4-BE49-F238E27FC236}">
                <a16:creationId xmlns:a16="http://schemas.microsoft.com/office/drawing/2014/main" id="{614948FD-ABCA-42F3-B586-B286FF1696FC}"/>
              </a:ext>
            </a:extLst>
          </p:cNvPr>
          <p:cNvGrpSpPr/>
          <p:nvPr/>
        </p:nvGrpSpPr>
        <p:grpSpPr>
          <a:xfrm>
            <a:off x="268873" y="786891"/>
            <a:ext cx="8411576" cy="4075185"/>
            <a:chOff x="268873" y="786891"/>
            <a:chExt cx="8411576" cy="4132541"/>
          </a:xfrm>
        </p:grpSpPr>
        <p:sp>
          <p:nvSpPr>
            <p:cNvPr id="9" name="四角形: 角を丸くする 8">
              <a:extLst>
                <a:ext uri="{FF2B5EF4-FFF2-40B4-BE49-F238E27FC236}">
                  <a16:creationId xmlns:a16="http://schemas.microsoft.com/office/drawing/2014/main" id="{B03352E1-F346-4AE5-8DB3-FA1D21A0B3BA}"/>
                </a:ext>
              </a:extLst>
            </p:cNvPr>
            <p:cNvSpPr/>
            <p:nvPr/>
          </p:nvSpPr>
          <p:spPr>
            <a:xfrm>
              <a:off x="463549" y="1006821"/>
              <a:ext cx="8216900" cy="3912611"/>
            </a:xfrm>
            <a:prstGeom prst="roundRect">
              <a:avLst>
                <a:gd name="adj" fmla="val 3458"/>
              </a:avLst>
            </a:prstGeom>
            <a:noFill/>
            <a:ln w="3810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10" name="テキスト ボックス 9">
              <a:extLst>
                <a:ext uri="{FF2B5EF4-FFF2-40B4-BE49-F238E27FC236}">
                  <a16:creationId xmlns:a16="http://schemas.microsoft.com/office/drawing/2014/main" id="{CFFBBFE5-B218-4585-A1B3-409A98264E5A}"/>
                </a:ext>
              </a:extLst>
            </p:cNvPr>
            <p:cNvSpPr txBox="1"/>
            <p:nvPr/>
          </p:nvSpPr>
          <p:spPr>
            <a:xfrm>
              <a:off x="615948" y="826258"/>
              <a:ext cx="2399472" cy="461733"/>
            </a:xfrm>
            <a:prstGeom prst="rect">
              <a:avLst/>
            </a:prstGeom>
            <a:solidFill>
              <a:schemeClr val="bg1">
                <a:lumMod val="95000"/>
              </a:schemeClr>
            </a:solidFill>
          </p:spPr>
          <p:txBody>
            <a:bodyPr wrap="square" rtlCol="0">
              <a:noAutofit/>
            </a:bodyPr>
            <a:lstStyle/>
            <a:p>
              <a:pPr algn="r"/>
              <a:r>
                <a:rPr kumimoji="1" lang="ja-JP" altLang="en-US" sz="1600" dirty="0">
                  <a:latin typeface="HGP創英角ﾎﾟｯﾌﾟ体" panose="040B0A00000000000000" pitchFamily="50" charset="-128"/>
                  <a:ea typeface="HGP創英角ﾎﾟｯﾌﾟ体" panose="040B0A00000000000000" pitchFamily="50" charset="-128"/>
                </a:rPr>
                <a:t>　　ワン！ </a:t>
              </a:r>
              <a:r>
                <a:rPr kumimoji="1" lang="ja-JP" altLang="en-US" sz="1600" baseline="0" dirty="0">
                  <a:solidFill>
                    <a:schemeClr val="tx1"/>
                  </a:solidFill>
                  <a:latin typeface="HGP創英角ﾎﾟｯﾌﾟ体" panose="040B0A00000000000000" pitchFamily="50" charset="-128"/>
                  <a:ea typeface="HGP創英角ﾎﾟｯﾌﾟ体" panose="040B0A00000000000000" pitchFamily="50" charset="-128"/>
                </a:rPr>
                <a:t>ポイントコラム</a:t>
              </a:r>
            </a:p>
          </p:txBody>
        </p:sp>
        <p:sp>
          <p:nvSpPr>
            <p:cNvPr id="12" name="吹き出し: 円形 11">
              <a:extLst>
                <a:ext uri="{FF2B5EF4-FFF2-40B4-BE49-F238E27FC236}">
                  <a16:creationId xmlns:a16="http://schemas.microsoft.com/office/drawing/2014/main" id="{68E5752A-378F-4F5F-BBB5-A9FF0ABD843B}"/>
                </a:ext>
              </a:extLst>
            </p:cNvPr>
            <p:cNvSpPr/>
            <p:nvPr/>
          </p:nvSpPr>
          <p:spPr>
            <a:xfrm>
              <a:off x="993914" y="786891"/>
              <a:ext cx="630239" cy="446764"/>
            </a:xfrm>
            <a:prstGeom prst="wedgeEllipseCallout">
              <a:avLst>
                <a:gd name="adj1" fmla="val -45409"/>
                <a:gd name="adj2" fmla="val 32837"/>
              </a:avLst>
            </a:prstGeom>
            <a:noFill/>
            <a:ln/>
          </p:spPr>
          <p:style>
            <a:lnRef idx="2">
              <a:schemeClr val="accent6"/>
            </a:lnRef>
            <a:fillRef idx="1">
              <a:schemeClr val="lt1"/>
            </a:fillRef>
            <a:effectRef idx="0">
              <a:schemeClr val="accent6"/>
            </a:effectRef>
            <a:fontRef idx="minor">
              <a:schemeClr val="dk1"/>
            </a:fontRef>
          </p:style>
          <p:txBody>
            <a:bodyPr rtlCol="0" anchor="ctr"/>
            <a:lstStyle/>
            <a:p>
              <a:endParaRPr kumimoji="1" lang="ja-JP" altLang="en-US" sz="1600" dirty="0">
                <a:solidFill>
                  <a:schemeClr val="tx1"/>
                </a:solidFill>
                <a:latin typeface="HGP創英角ﾎﾟｯﾌﾟ体" panose="040B0A00000000000000" pitchFamily="50" charset="-128"/>
                <a:ea typeface="HGP創英角ﾎﾟｯﾌﾟ体" panose="040B0A00000000000000" pitchFamily="50" charset="-128"/>
              </a:endParaRPr>
            </a:p>
          </p:txBody>
        </p:sp>
        <p:pic>
          <p:nvPicPr>
            <p:cNvPr id="11" name="図 10">
              <a:extLst>
                <a:ext uri="{FF2B5EF4-FFF2-40B4-BE49-F238E27FC236}">
                  <a16:creationId xmlns:a16="http://schemas.microsoft.com/office/drawing/2014/main" id="{9A8308A9-BCCE-493E-9CB2-3D7B233454F8}"/>
                </a:ext>
              </a:extLst>
            </p:cNvPr>
            <p:cNvPicPr>
              <a:picLocks noChangeAspect="1"/>
            </p:cNvPicPr>
            <p:nvPr/>
          </p:nvPicPr>
          <p:blipFill>
            <a:blip r:embed="rId2"/>
            <a:stretch>
              <a:fillRect/>
            </a:stretch>
          </p:blipFill>
          <p:spPr>
            <a:xfrm>
              <a:off x="268873" y="805343"/>
              <a:ext cx="728929" cy="728929"/>
            </a:xfrm>
            <a:prstGeom prst="rect">
              <a:avLst/>
            </a:prstGeom>
          </p:spPr>
        </p:pic>
      </p:grpSp>
      <p:sp>
        <p:nvSpPr>
          <p:cNvPr id="13" name="テキスト ボックス 12">
            <a:extLst>
              <a:ext uri="{FF2B5EF4-FFF2-40B4-BE49-F238E27FC236}">
                <a16:creationId xmlns:a16="http://schemas.microsoft.com/office/drawing/2014/main" id="{00EC7B40-6C12-4A2A-BD47-4D3C23B813AA}"/>
              </a:ext>
            </a:extLst>
          </p:cNvPr>
          <p:cNvSpPr txBox="1"/>
          <p:nvPr/>
        </p:nvSpPr>
        <p:spPr>
          <a:xfrm>
            <a:off x="947868" y="1304691"/>
            <a:ext cx="2849216" cy="455325"/>
          </a:xfrm>
          <a:prstGeom prst="rect">
            <a:avLst/>
          </a:prstGeom>
          <a:solidFill>
            <a:schemeClr val="bg1">
              <a:lumMod val="95000"/>
            </a:schemeClr>
          </a:solidFill>
        </p:spPr>
        <p:txBody>
          <a:bodyPr wrap="square" rtlCol="0">
            <a:noAutofit/>
          </a:bodyPr>
          <a:lstStyle/>
          <a:p>
            <a:r>
              <a:rPr kumimoji="1" lang="ja-JP" altLang="en-US" sz="1600" dirty="0">
                <a:latin typeface="HGP創英角ﾎﾟｯﾌﾟ体" panose="040B0A00000000000000" pitchFamily="50" charset="-128"/>
                <a:ea typeface="HGP創英角ﾎﾟｯﾌﾟ体" panose="040B0A00000000000000" pitchFamily="50" charset="-128"/>
              </a:rPr>
              <a:t>　　拡張</a:t>
            </a:r>
            <a:r>
              <a:rPr kumimoji="1" lang="en-US" altLang="ja-JP" sz="1600" dirty="0">
                <a:latin typeface="HGP創英角ﾎﾟｯﾌﾟ体" panose="040B0A00000000000000" pitchFamily="50" charset="-128"/>
                <a:ea typeface="HGP創英角ﾎﾟｯﾌﾟ体" panose="040B0A00000000000000" pitchFamily="50" charset="-128"/>
              </a:rPr>
              <a:t>for</a:t>
            </a:r>
            <a:r>
              <a:rPr kumimoji="1" lang="ja-JP" altLang="en-US" sz="1600" dirty="0">
                <a:latin typeface="HGP創英角ﾎﾟｯﾌﾟ体" panose="040B0A00000000000000" pitchFamily="50" charset="-128"/>
                <a:ea typeface="HGP創英角ﾎﾟｯﾌﾟ体" panose="040B0A00000000000000" pitchFamily="50" charset="-128"/>
              </a:rPr>
              <a:t>文は便利！</a:t>
            </a:r>
            <a:endParaRPr kumimoji="1" lang="ja-JP" altLang="en-US" sz="1600" baseline="0" dirty="0">
              <a:solidFill>
                <a:schemeClr val="tx1"/>
              </a:solidFill>
              <a:latin typeface="HGP創英角ﾎﾟｯﾌﾟ体" panose="040B0A00000000000000" pitchFamily="50" charset="-128"/>
              <a:ea typeface="HGP創英角ﾎﾟｯﾌﾟ体" panose="040B0A00000000000000" pitchFamily="50" charset="-128"/>
            </a:endParaRPr>
          </a:p>
        </p:txBody>
      </p:sp>
    </p:spTree>
    <p:extLst>
      <p:ext uri="{BB962C8B-B14F-4D97-AF65-F5344CB8AC3E}">
        <p14:creationId xmlns:p14="http://schemas.microsoft.com/office/powerpoint/2010/main" val="34172665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A385EB90-A12D-47C4-A90C-F96D02F7F39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1D321BB1-5A05-43B7-8FF4-5C2DE388BC06}"/>
              </a:ext>
            </a:extLst>
          </p:cNvPr>
          <p:cNvSpPr>
            <a:spLocks noGrp="1"/>
          </p:cNvSpPr>
          <p:nvPr>
            <p:ph type="ctrTitle"/>
          </p:nvPr>
        </p:nvSpPr>
        <p:spPr/>
        <p:txBody>
          <a:bodyPr/>
          <a:lstStyle/>
          <a:p>
            <a:r>
              <a:rPr kumimoji="1" lang="ja-JP" altLang="en-US" dirty="0"/>
              <a:t>二次元配列</a:t>
            </a:r>
          </a:p>
        </p:txBody>
      </p:sp>
      <p:sp>
        <p:nvSpPr>
          <p:cNvPr id="4" name="スライド番号プレースホルダー 3">
            <a:extLst>
              <a:ext uri="{FF2B5EF4-FFF2-40B4-BE49-F238E27FC236}">
                <a16:creationId xmlns:a16="http://schemas.microsoft.com/office/drawing/2014/main" id="{47B348E4-6922-40AC-A0CC-6AB2930C234B}"/>
              </a:ext>
            </a:extLst>
          </p:cNvPr>
          <p:cNvSpPr>
            <a:spLocks noGrp="1"/>
          </p:cNvSpPr>
          <p:nvPr>
            <p:ph type="sldNum" sz="quarter" idx="4"/>
          </p:nvPr>
        </p:nvSpPr>
        <p:spPr/>
        <p:txBody>
          <a:bodyPr/>
          <a:lstStyle/>
          <a:p>
            <a:fld id="{00000000-1234-1234-1234-123412341234}" type="slidenum">
              <a:rPr lang="en" smtClean="0"/>
              <a:pPr/>
              <a:t>19</a:t>
            </a:fld>
            <a:endParaRPr lang="en" dirty="0">
              <a:latin typeface="+mn-ea"/>
            </a:endParaRPr>
          </a:p>
        </p:txBody>
      </p:sp>
      <p:sp>
        <p:nvSpPr>
          <p:cNvPr id="6" name="テキスト プレースホルダー 5">
            <a:extLst>
              <a:ext uri="{FF2B5EF4-FFF2-40B4-BE49-F238E27FC236}">
                <a16:creationId xmlns:a16="http://schemas.microsoft.com/office/drawing/2014/main" id="{BBFABDE9-A583-4BF6-9AAA-88D967E33CD6}"/>
              </a:ext>
            </a:extLst>
          </p:cNvPr>
          <p:cNvSpPr>
            <a:spLocks noGrp="1"/>
          </p:cNvSpPr>
          <p:nvPr>
            <p:ph type="body" sz="quarter" idx="15"/>
          </p:nvPr>
        </p:nvSpPr>
        <p:spPr>
          <a:xfrm>
            <a:off x="463549" y="1023814"/>
            <a:ext cx="7177471" cy="885079"/>
          </a:xfrm>
        </p:spPr>
        <p:txBody>
          <a:bodyPr/>
          <a:lstStyle/>
          <a:p>
            <a:r>
              <a:rPr kumimoji="1" lang="ja-JP" altLang="en-US" dirty="0"/>
              <a:t>通常の配列とは違う</a:t>
            </a:r>
            <a:r>
              <a:rPr kumimoji="1" lang="en-US" altLang="ja-JP" dirty="0"/>
              <a:t>[][]</a:t>
            </a:r>
            <a:r>
              <a:rPr kumimoji="1" lang="ja-JP" altLang="en-US" dirty="0"/>
              <a:t>の記載を覚えよう</a:t>
            </a:r>
            <a:endParaRPr kumimoji="1" lang="en-US" altLang="ja-JP" dirty="0"/>
          </a:p>
          <a:p>
            <a:r>
              <a:rPr lang="ja-JP" altLang="en-US" dirty="0"/>
              <a:t>頭の中で表を思い浮かべられると読み解くことが楽になる</a:t>
            </a:r>
            <a:endParaRPr kumimoji="1" lang="ja-JP" altLang="en-US" dirty="0"/>
          </a:p>
        </p:txBody>
      </p:sp>
      <p:sp>
        <p:nvSpPr>
          <p:cNvPr id="7" name="テキスト プレースホルダー 6">
            <a:extLst>
              <a:ext uri="{FF2B5EF4-FFF2-40B4-BE49-F238E27FC236}">
                <a16:creationId xmlns:a16="http://schemas.microsoft.com/office/drawing/2014/main" id="{575A0A40-111A-4058-9437-CB3BEEF69458}"/>
              </a:ext>
            </a:extLst>
          </p:cNvPr>
          <p:cNvSpPr>
            <a:spLocks noGrp="1"/>
          </p:cNvSpPr>
          <p:nvPr>
            <p:ph type="body" sz="quarter" idx="16"/>
          </p:nvPr>
        </p:nvSpPr>
        <p:spPr/>
        <p:txBody>
          <a:bodyPr/>
          <a:lstStyle/>
          <a:p>
            <a:endParaRPr kumimoji="1" lang="ja-JP" altLang="en-US" dirty="0"/>
          </a:p>
        </p:txBody>
      </p:sp>
      <p:sp>
        <p:nvSpPr>
          <p:cNvPr id="8" name="テキスト プレースホルダー 7">
            <a:extLst>
              <a:ext uri="{FF2B5EF4-FFF2-40B4-BE49-F238E27FC236}">
                <a16:creationId xmlns:a16="http://schemas.microsoft.com/office/drawing/2014/main" id="{AE53CEC2-6B68-47AF-819C-CB0BEE49037F}"/>
              </a:ext>
            </a:extLst>
          </p:cNvPr>
          <p:cNvSpPr txBox="1">
            <a:spLocks/>
          </p:cNvSpPr>
          <p:nvPr/>
        </p:nvSpPr>
        <p:spPr>
          <a:xfrm>
            <a:off x="533400" y="2167627"/>
            <a:ext cx="8216900" cy="1636811"/>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先ほどまで学習していた配列は一次元配列と呼ばれる配列でした。</a:t>
            </a:r>
            <a:endParaRPr lang="en-US" altLang="ja-JP" dirty="0"/>
          </a:p>
          <a:p>
            <a:pPr marL="96838" indent="0">
              <a:buFont typeface="Arial" panose="020B0604020202020204" pitchFamily="34" charset="0"/>
              <a:buNone/>
            </a:pPr>
            <a:r>
              <a:rPr lang="ja-JP" altLang="en-US" dirty="0"/>
              <a:t>ここからは二次元配列について学習します。二次元配列は一次元配列が縦に何個も積み重なるようなイメージです。</a:t>
            </a:r>
            <a:endParaRPr lang="en-US" altLang="ja-JP" dirty="0"/>
          </a:p>
          <a:p>
            <a:pPr marL="96838" indent="0">
              <a:buFont typeface="Arial" panose="020B0604020202020204" pitchFamily="34" charset="0"/>
              <a:buNone/>
            </a:pPr>
            <a:endParaRPr lang="en-US" altLang="ja-JP" dirty="0"/>
          </a:p>
          <a:p>
            <a:pPr marL="96838" indent="0">
              <a:buFont typeface="Arial" panose="020B0604020202020204" pitchFamily="34" charset="0"/>
              <a:buNone/>
            </a:pPr>
            <a:r>
              <a:rPr lang="ja-JP" altLang="en-US" dirty="0"/>
              <a:t>慣れないうちは読み解くことが難しいため、プログラムの動作を１つ１つしっかりと確認しましょう。</a:t>
            </a:r>
          </a:p>
        </p:txBody>
      </p:sp>
    </p:spTree>
    <p:extLst>
      <p:ext uri="{BB962C8B-B14F-4D97-AF65-F5344CB8AC3E}">
        <p14:creationId xmlns:p14="http://schemas.microsoft.com/office/powerpoint/2010/main" val="35414215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C3C26F18-EBCB-4C82-A019-6BFC9EBD3835}"/>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FA6E5A94-9424-40DF-95D5-1E582A92AD4E}"/>
              </a:ext>
            </a:extLst>
          </p:cNvPr>
          <p:cNvSpPr>
            <a:spLocks noGrp="1"/>
          </p:cNvSpPr>
          <p:nvPr>
            <p:ph type="ctrTitle"/>
          </p:nvPr>
        </p:nvSpPr>
        <p:spPr/>
        <p:txBody>
          <a:bodyPr/>
          <a:lstStyle/>
          <a:p>
            <a:r>
              <a:rPr lang="en-US" altLang="ja-JP" dirty="0"/>
              <a:t>2次元配列の書き方</a:t>
            </a:r>
            <a:endParaRPr kumimoji="1" lang="ja-JP" altLang="en-US" dirty="0"/>
          </a:p>
        </p:txBody>
      </p:sp>
      <p:sp>
        <p:nvSpPr>
          <p:cNvPr id="4" name="スライド番号プレースホルダー 3">
            <a:extLst>
              <a:ext uri="{FF2B5EF4-FFF2-40B4-BE49-F238E27FC236}">
                <a16:creationId xmlns:a16="http://schemas.microsoft.com/office/drawing/2014/main" id="{FB19BBDA-31AF-464D-BCBC-726BBA253D0B}"/>
              </a:ext>
            </a:extLst>
          </p:cNvPr>
          <p:cNvSpPr>
            <a:spLocks noGrp="1"/>
          </p:cNvSpPr>
          <p:nvPr>
            <p:ph type="sldNum" sz="quarter" idx="4"/>
          </p:nvPr>
        </p:nvSpPr>
        <p:spPr/>
        <p:txBody>
          <a:bodyPr/>
          <a:lstStyle/>
          <a:p>
            <a:fld id="{00000000-1234-1234-1234-123412341234}" type="slidenum">
              <a:rPr lang="en" smtClean="0"/>
              <a:pPr/>
              <a:t>20</a:t>
            </a:fld>
            <a:endParaRPr lang="en" dirty="0"/>
          </a:p>
        </p:txBody>
      </p:sp>
      <p:sp>
        <p:nvSpPr>
          <p:cNvPr id="5" name="テキスト プレースホルダー 4">
            <a:extLst>
              <a:ext uri="{FF2B5EF4-FFF2-40B4-BE49-F238E27FC236}">
                <a16:creationId xmlns:a16="http://schemas.microsoft.com/office/drawing/2014/main" id="{A6E94E8B-D0B0-497E-A46A-3DCC8B1724F0}"/>
              </a:ext>
            </a:extLst>
          </p:cNvPr>
          <p:cNvSpPr>
            <a:spLocks noGrp="1"/>
          </p:cNvSpPr>
          <p:nvPr>
            <p:ph type="body" sz="quarter" idx="14"/>
          </p:nvPr>
        </p:nvSpPr>
        <p:spPr/>
        <p:txBody>
          <a:bodyPr/>
          <a:lstStyle/>
          <a:p>
            <a:pPr marL="96838" indent="0">
              <a:buNone/>
            </a:pPr>
            <a:r>
              <a:rPr kumimoji="1" lang="en-US" altLang="ja-JP" dirty="0"/>
              <a:t>2</a:t>
            </a:r>
            <a:r>
              <a:rPr kumimoji="1" lang="ja-JP" altLang="en-US" dirty="0"/>
              <a:t>次元配列でも宣言→作成→代入→参照の流れは同じです。</a:t>
            </a:r>
          </a:p>
          <a:p>
            <a:pPr marL="439738" indent="-342900">
              <a:buFont typeface="+mj-lt"/>
              <a:buAutoNum type="arabicPeriod"/>
            </a:pPr>
            <a:r>
              <a:rPr kumimoji="1" lang="en-US" altLang="ja-JP" b="1" dirty="0">
                <a:solidFill>
                  <a:schemeClr val="tx2"/>
                </a:solidFill>
              </a:rPr>
              <a:t>2</a:t>
            </a:r>
            <a:r>
              <a:rPr kumimoji="1" lang="ja-JP" altLang="en-US" b="1" dirty="0">
                <a:solidFill>
                  <a:schemeClr val="tx2"/>
                </a:solidFill>
              </a:rPr>
              <a:t>次元配列の宣言</a:t>
            </a:r>
            <a:br>
              <a:rPr lang="en-US" altLang="ja-JP" b="1" dirty="0">
                <a:solidFill>
                  <a:schemeClr val="tx2"/>
                </a:solidFill>
              </a:rPr>
            </a:br>
            <a:r>
              <a:rPr lang="en-US" altLang="ja-JP" b="1" dirty="0">
                <a:solidFill>
                  <a:schemeClr val="tx2"/>
                </a:solidFill>
              </a:rPr>
              <a:t>	</a:t>
            </a:r>
            <a:r>
              <a:rPr kumimoji="1" lang="ja-JP" altLang="en-US" b="1" dirty="0">
                <a:solidFill>
                  <a:schemeClr val="tx2"/>
                </a:solidFill>
              </a:rPr>
              <a:t>書き方：要素の型</a:t>
            </a:r>
            <a:r>
              <a:rPr kumimoji="1" lang="en-US" altLang="ja-JP" b="1" dirty="0">
                <a:solidFill>
                  <a:schemeClr val="tx2"/>
                </a:solidFill>
              </a:rPr>
              <a:t>[][]</a:t>
            </a:r>
            <a:r>
              <a:rPr kumimoji="1" lang="ja-JP" altLang="en-US" b="1" dirty="0">
                <a:solidFill>
                  <a:schemeClr val="tx2"/>
                </a:solidFill>
              </a:rPr>
              <a:t>　配列変数名</a:t>
            </a:r>
            <a:r>
              <a:rPr kumimoji="1" lang="en-US" altLang="ja-JP" b="1" dirty="0">
                <a:solidFill>
                  <a:schemeClr val="tx2"/>
                </a:solidFill>
              </a:rPr>
              <a:t>;</a:t>
            </a:r>
          </a:p>
          <a:p>
            <a:pPr marL="452438" lvl="1" indent="0">
              <a:buNone/>
            </a:pPr>
            <a:r>
              <a:rPr kumimoji="1" lang="ja-JP" altLang="en-US" dirty="0"/>
              <a:t>データ型の後ろに角カッコ</a:t>
            </a:r>
            <a:r>
              <a:rPr kumimoji="1" lang="en-US" altLang="ja-JP" dirty="0"/>
              <a:t>([])</a:t>
            </a:r>
            <a:r>
              <a:rPr kumimoji="1" lang="ja-JP" altLang="en-US" dirty="0"/>
              <a:t>を</a:t>
            </a:r>
            <a:r>
              <a:rPr kumimoji="1" lang="en-US" altLang="ja-JP" dirty="0"/>
              <a:t>2</a:t>
            </a:r>
            <a:r>
              <a:rPr kumimoji="1" lang="ja-JP" altLang="en-US" dirty="0"/>
              <a:t>つ書くと</a:t>
            </a:r>
            <a:r>
              <a:rPr kumimoji="1" lang="en-US" altLang="ja-JP" dirty="0"/>
              <a:t>2</a:t>
            </a:r>
            <a:r>
              <a:rPr kumimoji="1" lang="ja-JP" altLang="en-US" dirty="0"/>
              <a:t>次元配列の意味です。</a:t>
            </a:r>
          </a:p>
          <a:p>
            <a:pPr marL="439738" indent="-342900">
              <a:buFont typeface="+mj-lt"/>
              <a:buAutoNum type="arabicPeriod"/>
            </a:pPr>
            <a:r>
              <a:rPr kumimoji="1" lang="en-US" altLang="ja-JP" b="1" dirty="0">
                <a:solidFill>
                  <a:schemeClr val="tx2"/>
                </a:solidFill>
              </a:rPr>
              <a:t>2</a:t>
            </a:r>
            <a:r>
              <a:rPr kumimoji="1" lang="ja-JP" altLang="en-US" b="1" dirty="0">
                <a:solidFill>
                  <a:schemeClr val="tx2"/>
                </a:solidFill>
              </a:rPr>
              <a:t>次元配列の要素の作成と代入</a:t>
            </a:r>
            <a:br>
              <a:rPr kumimoji="1" lang="ja-JP" altLang="en-US" b="1" dirty="0">
                <a:solidFill>
                  <a:schemeClr val="tx2"/>
                </a:solidFill>
              </a:rPr>
            </a:br>
            <a:r>
              <a:rPr kumimoji="1" lang="ja-JP" altLang="en-US" b="1" dirty="0">
                <a:solidFill>
                  <a:schemeClr val="tx2"/>
                </a:solidFill>
              </a:rPr>
              <a:t>	書き方：配列変数名 </a:t>
            </a:r>
            <a:r>
              <a:rPr kumimoji="1" lang="en-US" altLang="ja-JP" b="1" dirty="0">
                <a:solidFill>
                  <a:schemeClr val="tx2"/>
                </a:solidFill>
              </a:rPr>
              <a:t>= new </a:t>
            </a:r>
            <a:r>
              <a:rPr kumimoji="1" lang="ja-JP" altLang="en-US" b="1" dirty="0">
                <a:solidFill>
                  <a:schemeClr val="tx2"/>
                </a:solidFill>
              </a:rPr>
              <a:t>要素の型</a:t>
            </a:r>
            <a:r>
              <a:rPr kumimoji="1" lang="en-US" altLang="ja-JP" b="1" dirty="0">
                <a:solidFill>
                  <a:schemeClr val="tx2"/>
                </a:solidFill>
              </a:rPr>
              <a:t>[</a:t>
            </a:r>
            <a:r>
              <a:rPr kumimoji="1" lang="ja-JP" altLang="en-US" b="1" dirty="0">
                <a:solidFill>
                  <a:schemeClr val="tx2"/>
                </a:solidFill>
              </a:rPr>
              <a:t>行数</a:t>
            </a:r>
            <a:r>
              <a:rPr kumimoji="1" lang="en-US" altLang="ja-JP" b="1" dirty="0">
                <a:solidFill>
                  <a:schemeClr val="tx2"/>
                </a:solidFill>
              </a:rPr>
              <a:t>][</a:t>
            </a:r>
            <a:r>
              <a:rPr kumimoji="1" lang="ja-JP" altLang="en-US" b="1" dirty="0">
                <a:solidFill>
                  <a:schemeClr val="tx2"/>
                </a:solidFill>
              </a:rPr>
              <a:t>列数</a:t>
            </a:r>
            <a:r>
              <a:rPr kumimoji="1" lang="en-US" altLang="ja-JP" b="1" dirty="0">
                <a:solidFill>
                  <a:schemeClr val="tx2"/>
                </a:solidFill>
              </a:rPr>
              <a:t>];</a:t>
            </a:r>
          </a:p>
          <a:p>
            <a:pPr marL="452438" lvl="1" indent="0">
              <a:buNone/>
            </a:pPr>
            <a:r>
              <a:rPr kumimoji="1" lang="ja-JP" altLang="en-US" dirty="0"/>
              <a:t>要素数は縦と横の</a:t>
            </a:r>
            <a:r>
              <a:rPr kumimoji="1" lang="en-US" altLang="ja-JP" dirty="0"/>
              <a:t>2</a:t>
            </a:r>
            <a:r>
              <a:rPr kumimoji="1" lang="ja-JP" altLang="en-US" dirty="0"/>
              <a:t>つ指定しなければなりません。</a:t>
            </a:r>
            <a:br>
              <a:rPr kumimoji="1" lang="ja-JP" altLang="en-US" dirty="0"/>
            </a:br>
            <a:r>
              <a:rPr kumimoji="1" lang="ja-JP" altLang="en-US" dirty="0"/>
              <a:t>行数は縦方向に何行か、列数は横方向に何列か、を表します。</a:t>
            </a:r>
            <a:br>
              <a:rPr kumimoji="1" lang="ja-JP" altLang="en-US" dirty="0"/>
            </a:br>
            <a:r>
              <a:rPr kumimoji="1" lang="ja-JP" altLang="en-US" dirty="0"/>
              <a:t>間違えないようにしましょう。</a:t>
            </a:r>
          </a:p>
          <a:p>
            <a:pPr marL="439738" indent="-342900">
              <a:buFont typeface="+mj-lt"/>
              <a:buAutoNum type="arabicPeriod"/>
            </a:pPr>
            <a:r>
              <a:rPr kumimoji="1" lang="ja-JP" altLang="en-US" b="1" dirty="0">
                <a:solidFill>
                  <a:schemeClr val="tx2"/>
                </a:solidFill>
              </a:rPr>
              <a:t>要素へ代入</a:t>
            </a:r>
            <a:br>
              <a:rPr kumimoji="1" lang="ja-JP" altLang="en-US" b="1" dirty="0">
                <a:solidFill>
                  <a:schemeClr val="tx2"/>
                </a:solidFill>
              </a:rPr>
            </a:br>
            <a:r>
              <a:rPr kumimoji="1" lang="ja-JP" altLang="en-US" b="1" dirty="0">
                <a:solidFill>
                  <a:schemeClr val="tx2"/>
                </a:solidFill>
              </a:rPr>
              <a:t>	書き方：配列変数名</a:t>
            </a:r>
            <a:r>
              <a:rPr kumimoji="1" lang="en-US" altLang="ja-JP" b="1" dirty="0">
                <a:solidFill>
                  <a:schemeClr val="tx2"/>
                </a:solidFill>
              </a:rPr>
              <a:t>[</a:t>
            </a:r>
            <a:r>
              <a:rPr kumimoji="1" lang="ja-JP" altLang="en-US" b="1" dirty="0">
                <a:solidFill>
                  <a:schemeClr val="tx2"/>
                </a:solidFill>
              </a:rPr>
              <a:t>行の添え字</a:t>
            </a:r>
            <a:r>
              <a:rPr kumimoji="1" lang="en-US" altLang="ja-JP" b="1" dirty="0">
                <a:solidFill>
                  <a:schemeClr val="tx2"/>
                </a:solidFill>
              </a:rPr>
              <a:t>][</a:t>
            </a:r>
            <a:r>
              <a:rPr kumimoji="1" lang="ja-JP" altLang="en-US" b="1" dirty="0">
                <a:solidFill>
                  <a:schemeClr val="tx2"/>
                </a:solidFill>
              </a:rPr>
              <a:t>列の添え字</a:t>
            </a:r>
            <a:r>
              <a:rPr kumimoji="1" lang="en-US" altLang="ja-JP" b="1" dirty="0">
                <a:solidFill>
                  <a:schemeClr val="tx2"/>
                </a:solidFill>
              </a:rPr>
              <a:t>] = </a:t>
            </a:r>
            <a:r>
              <a:rPr kumimoji="1" lang="ja-JP" altLang="en-US" b="1" dirty="0">
                <a:solidFill>
                  <a:schemeClr val="tx2"/>
                </a:solidFill>
              </a:rPr>
              <a:t>～</a:t>
            </a:r>
            <a:r>
              <a:rPr kumimoji="1" lang="en-US" altLang="ja-JP" b="1" dirty="0">
                <a:solidFill>
                  <a:schemeClr val="tx2"/>
                </a:solidFill>
              </a:rPr>
              <a:t>;</a:t>
            </a:r>
          </a:p>
          <a:p>
            <a:pPr marL="452438" lvl="1" indent="0">
              <a:buNone/>
            </a:pPr>
            <a:r>
              <a:rPr kumimoji="1" lang="ja-JP" altLang="en-US" dirty="0"/>
              <a:t>代入の考え方も縦横で指定が必要です。</a:t>
            </a:r>
            <a:br>
              <a:rPr kumimoji="1" lang="ja-JP" altLang="en-US" dirty="0"/>
            </a:br>
            <a:r>
              <a:rPr kumimoji="1" lang="en-US" altLang="ja-JP" dirty="0"/>
              <a:t>1</a:t>
            </a:r>
            <a:r>
              <a:rPr kumimoji="1" lang="ja-JP" altLang="en-US" dirty="0"/>
              <a:t>次元配列同様、縦も横も添え字は</a:t>
            </a:r>
            <a:r>
              <a:rPr kumimoji="1" lang="en-US" altLang="ja-JP" dirty="0"/>
              <a:t>0</a:t>
            </a:r>
            <a:r>
              <a:rPr kumimoji="1" lang="ja-JP" altLang="en-US" dirty="0"/>
              <a:t>番目から始まることに注意しましょう。</a:t>
            </a:r>
          </a:p>
          <a:p>
            <a:pPr marL="439738" indent="-342900">
              <a:buFont typeface="+mj-lt"/>
              <a:buAutoNum type="arabicPeriod"/>
            </a:pPr>
            <a:r>
              <a:rPr kumimoji="1" lang="ja-JP" altLang="en-US" b="1" dirty="0">
                <a:solidFill>
                  <a:schemeClr val="tx2"/>
                </a:solidFill>
              </a:rPr>
              <a:t>要素の参照</a:t>
            </a:r>
            <a:endParaRPr kumimoji="1" lang="en-US" altLang="ja-JP" b="1" dirty="0">
              <a:solidFill>
                <a:schemeClr val="tx2"/>
              </a:solidFill>
            </a:endParaRPr>
          </a:p>
          <a:p>
            <a:pPr marL="452438" lvl="1" indent="0">
              <a:buNone/>
            </a:pPr>
            <a:r>
              <a:rPr kumimoji="1" lang="ja-JP" altLang="en-US" dirty="0"/>
              <a:t>代入同様、配列変数名</a:t>
            </a:r>
            <a:r>
              <a:rPr kumimoji="1" lang="en-US" altLang="ja-JP" dirty="0"/>
              <a:t>[</a:t>
            </a:r>
            <a:r>
              <a:rPr kumimoji="1" lang="ja-JP" altLang="en-US" dirty="0"/>
              <a:t>行の添え字</a:t>
            </a:r>
            <a:r>
              <a:rPr kumimoji="1" lang="en-US" altLang="ja-JP" dirty="0"/>
              <a:t>][</a:t>
            </a:r>
            <a:r>
              <a:rPr kumimoji="1" lang="ja-JP" altLang="en-US" dirty="0"/>
              <a:t>列の添え字</a:t>
            </a:r>
            <a:r>
              <a:rPr kumimoji="1" lang="en-US" altLang="ja-JP" dirty="0"/>
              <a:t>]</a:t>
            </a:r>
            <a:r>
              <a:rPr kumimoji="1" lang="ja-JP" altLang="en-US" dirty="0"/>
              <a:t>で参照します。</a:t>
            </a:r>
          </a:p>
          <a:p>
            <a:pPr marL="439738" indent="-342900">
              <a:buFont typeface="+mj-lt"/>
              <a:buAutoNum type="arabicPeriod"/>
            </a:pPr>
            <a:endParaRPr kumimoji="1" lang="ja-JP" altLang="en-US" dirty="0"/>
          </a:p>
        </p:txBody>
      </p:sp>
    </p:spTree>
    <p:extLst>
      <p:ext uri="{BB962C8B-B14F-4D97-AF65-F5344CB8AC3E}">
        <p14:creationId xmlns:p14="http://schemas.microsoft.com/office/powerpoint/2010/main" val="28081503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B983ECB7-4070-4EB9-A9BA-BFD5F1988C69}"/>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9E5F0CA8-9D1E-4BA6-AA47-DFA3DA17C06B}"/>
              </a:ext>
            </a:extLst>
          </p:cNvPr>
          <p:cNvSpPr>
            <a:spLocks noGrp="1"/>
          </p:cNvSpPr>
          <p:nvPr>
            <p:ph type="ctrTitle"/>
          </p:nvPr>
        </p:nvSpPr>
        <p:spPr/>
        <p:txBody>
          <a:bodyPr/>
          <a:lstStyle/>
          <a:p>
            <a:r>
              <a:rPr lang="en-US" altLang="ja-JP" dirty="0"/>
              <a:t>2次元配列の書き方</a:t>
            </a:r>
            <a:endParaRPr kumimoji="1" lang="ja-JP" altLang="en-US" dirty="0"/>
          </a:p>
        </p:txBody>
      </p:sp>
      <p:sp>
        <p:nvSpPr>
          <p:cNvPr id="4" name="スライド番号プレースホルダー 3">
            <a:extLst>
              <a:ext uri="{FF2B5EF4-FFF2-40B4-BE49-F238E27FC236}">
                <a16:creationId xmlns:a16="http://schemas.microsoft.com/office/drawing/2014/main" id="{2F4457EF-D67C-4FA9-B013-3F9413BB0472}"/>
              </a:ext>
            </a:extLst>
          </p:cNvPr>
          <p:cNvSpPr>
            <a:spLocks noGrp="1"/>
          </p:cNvSpPr>
          <p:nvPr>
            <p:ph type="sldNum" sz="quarter" idx="4"/>
          </p:nvPr>
        </p:nvSpPr>
        <p:spPr/>
        <p:txBody>
          <a:bodyPr/>
          <a:lstStyle/>
          <a:p>
            <a:fld id="{00000000-1234-1234-1234-123412341234}" type="slidenum">
              <a:rPr lang="en" smtClean="0"/>
              <a:pPr/>
              <a:t>21</a:t>
            </a:fld>
            <a:endParaRPr lang="en" dirty="0"/>
          </a:p>
        </p:txBody>
      </p:sp>
      <p:graphicFrame>
        <p:nvGraphicFramePr>
          <p:cNvPr id="6" name="表 6">
            <a:extLst>
              <a:ext uri="{FF2B5EF4-FFF2-40B4-BE49-F238E27FC236}">
                <a16:creationId xmlns:a16="http://schemas.microsoft.com/office/drawing/2014/main" id="{80DEDF5B-A980-4B9F-9ADB-8AA360C0AEF0}"/>
              </a:ext>
            </a:extLst>
          </p:cNvPr>
          <p:cNvGraphicFramePr>
            <a:graphicFrameLocks noGrp="1"/>
          </p:cNvGraphicFramePr>
          <p:nvPr>
            <p:extLst>
              <p:ext uri="{D42A27DB-BD31-4B8C-83A1-F6EECF244321}">
                <p14:modId xmlns:p14="http://schemas.microsoft.com/office/powerpoint/2010/main" val="2178904598"/>
              </p:ext>
            </p:extLst>
          </p:nvPr>
        </p:nvGraphicFramePr>
        <p:xfrm>
          <a:off x="1516380" y="1000138"/>
          <a:ext cx="6446520" cy="3768712"/>
        </p:xfrm>
        <a:graphic>
          <a:graphicData uri="http://schemas.openxmlformats.org/drawingml/2006/table">
            <a:tbl>
              <a:tblPr firstRow="1" bandRow="1">
                <a:tableStyleId>{2D5ABB26-0587-4C30-8999-92F81FD0307C}</a:tableStyleId>
              </a:tblPr>
              <a:tblGrid>
                <a:gridCol w="4625378">
                  <a:extLst>
                    <a:ext uri="{9D8B030D-6E8A-4147-A177-3AD203B41FA5}">
                      <a16:colId xmlns:a16="http://schemas.microsoft.com/office/drawing/2014/main" val="718363071"/>
                    </a:ext>
                  </a:extLst>
                </a:gridCol>
                <a:gridCol w="1821142">
                  <a:extLst>
                    <a:ext uri="{9D8B030D-6E8A-4147-A177-3AD203B41FA5}">
                      <a16:colId xmlns:a16="http://schemas.microsoft.com/office/drawing/2014/main" val="1454379714"/>
                    </a:ext>
                  </a:extLst>
                </a:gridCol>
              </a:tblGrid>
              <a:tr h="477011">
                <a:tc>
                  <a:txBody>
                    <a:bodyPr/>
                    <a:lstStyle/>
                    <a:p>
                      <a:r>
                        <a:rPr kumimoji="1" lang="en-US" altLang="ja-JP" sz="2000" b="1" dirty="0">
                          <a:solidFill>
                            <a:schemeClr val="accent1"/>
                          </a:solidFill>
                        </a:rPr>
                        <a:t>int[][] array;</a:t>
                      </a:r>
                      <a:endParaRPr kumimoji="1" lang="en-US" altLang="ja-JP" sz="2000" b="1" dirty="0">
                        <a:solidFill>
                          <a:schemeClr val="accent1"/>
                        </a:solidFill>
                        <a:latin typeface="+mn-lt"/>
                      </a:endParaRPr>
                    </a:p>
                  </a:txBody>
                  <a:tcPr anchor="ctr"/>
                </a:tc>
                <a:tc>
                  <a:txBody>
                    <a:bodyPr/>
                    <a:lstStyle/>
                    <a:p>
                      <a:endParaRPr kumimoji="1" lang="ja-JP" altLang="en-US" sz="1400" dirty="0">
                        <a:latin typeface="+mn-lt"/>
                      </a:endParaRPr>
                    </a:p>
                  </a:txBody>
                  <a:tcPr/>
                </a:tc>
                <a:extLst>
                  <a:ext uri="{0D108BD9-81ED-4DB2-BD59-A6C34878D82A}">
                    <a16:rowId xmlns:a16="http://schemas.microsoft.com/office/drawing/2014/main" val="66075087"/>
                  </a:ext>
                </a:extLst>
              </a:tr>
              <a:tr h="477011">
                <a:tc>
                  <a:txBody>
                    <a:bodyPr/>
                    <a:lstStyle/>
                    <a:p>
                      <a:r>
                        <a:rPr kumimoji="1" lang="en-US" altLang="ja-JP" sz="2000" b="1" dirty="0">
                          <a:solidFill>
                            <a:schemeClr val="accent1"/>
                          </a:solidFill>
                        </a:rPr>
                        <a:t>array = new int[2][</a:t>
                      </a:r>
                      <a:r>
                        <a:rPr kumimoji="1" lang="en-US" altLang="ja-JP" sz="2000" b="1">
                          <a:solidFill>
                            <a:schemeClr val="accent1"/>
                          </a:solidFill>
                        </a:rPr>
                        <a:t>3];</a:t>
                      </a:r>
                      <a:endParaRPr kumimoji="1" lang="ja-JP" altLang="en-US" sz="2000" b="1" dirty="0">
                        <a:solidFill>
                          <a:schemeClr val="accent1"/>
                        </a:solidFill>
                        <a:latin typeface="+mn-lt"/>
                      </a:endParaRPr>
                    </a:p>
                  </a:txBody>
                  <a:tcPr anchor="ctr"/>
                </a:tc>
                <a:tc>
                  <a:txBody>
                    <a:bodyPr/>
                    <a:lstStyle/>
                    <a:p>
                      <a:endParaRPr kumimoji="1" lang="ja-JP" altLang="en-US" sz="1400" dirty="0">
                        <a:latin typeface="+mn-lt"/>
                      </a:endParaRPr>
                    </a:p>
                  </a:txBody>
                  <a:tcPr/>
                </a:tc>
                <a:extLst>
                  <a:ext uri="{0D108BD9-81ED-4DB2-BD59-A6C34878D82A}">
                    <a16:rowId xmlns:a16="http://schemas.microsoft.com/office/drawing/2014/main" val="3670265699"/>
                  </a:ext>
                </a:extLst>
              </a:tr>
              <a:tr h="2311667">
                <a:tc>
                  <a:txBody>
                    <a:bodyPr/>
                    <a:lstStyle/>
                    <a:p>
                      <a:r>
                        <a:rPr kumimoji="1" lang="en-US" altLang="ja-JP" sz="2000" b="1" dirty="0">
                          <a:solidFill>
                            <a:schemeClr val="accent1"/>
                          </a:solidFill>
                        </a:rPr>
                        <a:t>array[0][0] = 10;</a:t>
                      </a:r>
                      <a:br>
                        <a:rPr kumimoji="1" lang="en-US" altLang="ja-JP" sz="2000" b="1" dirty="0">
                          <a:solidFill>
                            <a:schemeClr val="accent1"/>
                          </a:solidFill>
                        </a:rPr>
                      </a:br>
                      <a:r>
                        <a:rPr kumimoji="1" lang="en-US" altLang="ja-JP" sz="2000" b="1" dirty="0">
                          <a:solidFill>
                            <a:schemeClr val="accent1"/>
                          </a:solidFill>
                        </a:rPr>
                        <a:t>array[0][1] = 20;</a:t>
                      </a:r>
                      <a:br>
                        <a:rPr kumimoji="1" lang="en-US" altLang="ja-JP" sz="2000" b="1" dirty="0">
                          <a:solidFill>
                            <a:schemeClr val="accent1"/>
                          </a:solidFill>
                        </a:rPr>
                      </a:br>
                      <a:r>
                        <a:rPr kumimoji="1" lang="en-US" altLang="ja-JP" sz="2000" b="1" dirty="0">
                          <a:solidFill>
                            <a:schemeClr val="accent1"/>
                          </a:solidFill>
                        </a:rPr>
                        <a:t>array[0][2] = 30;</a:t>
                      </a:r>
                      <a:br>
                        <a:rPr kumimoji="1" lang="en-US" altLang="ja-JP" sz="2000" b="1" dirty="0">
                          <a:solidFill>
                            <a:schemeClr val="accent1"/>
                          </a:solidFill>
                        </a:rPr>
                      </a:br>
                      <a:r>
                        <a:rPr kumimoji="1" lang="en-US" altLang="ja-JP" sz="2000" b="1" dirty="0">
                          <a:solidFill>
                            <a:schemeClr val="accent1"/>
                          </a:solidFill>
                        </a:rPr>
                        <a:t>array[1][0] = 40;</a:t>
                      </a:r>
                      <a:br>
                        <a:rPr kumimoji="1" lang="en-US" altLang="ja-JP" sz="2000" b="1" dirty="0">
                          <a:solidFill>
                            <a:schemeClr val="accent1"/>
                          </a:solidFill>
                        </a:rPr>
                      </a:br>
                      <a:r>
                        <a:rPr kumimoji="1" lang="en-US" altLang="ja-JP" sz="2000" b="1" dirty="0">
                          <a:solidFill>
                            <a:schemeClr val="accent1"/>
                          </a:solidFill>
                        </a:rPr>
                        <a:t>array[1][1] = 50;</a:t>
                      </a:r>
                      <a:br>
                        <a:rPr kumimoji="1" lang="en-US" altLang="ja-JP" sz="2000" b="1" dirty="0">
                          <a:solidFill>
                            <a:schemeClr val="accent1"/>
                          </a:solidFill>
                        </a:rPr>
                      </a:br>
                      <a:r>
                        <a:rPr kumimoji="1" lang="en-US" altLang="ja-JP" sz="2000" b="1" dirty="0">
                          <a:solidFill>
                            <a:schemeClr val="accent1"/>
                          </a:solidFill>
                        </a:rPr>
                        <a:t>array[1][2] = 60;</a:t>
                      </a:r>
                    </a:p>
                  </a:txBody>
                  <a:tcPr anchor="ctr"/>
                </a:tc>
                <a:tc>
                  <a:txBody>
                    <a:bodyPr/>
                    <a:lstStyle/>
                    <a:p>
                      <a:endParaRPr kumimoji="1" lang="ja-JP" altLang="en-US" sz="1400" dirty="0">
                        <a:latin typeface="+mn-lt"/>
                      </a:endParaRPr>
                    </a:p>
                  </a:txBody>
                  <a:tcPr/>
                </a:tc>
                <a:extLst>
                  <a:ext uri="{0D108BD9-81ED-4DB2-BD59-A6C34878D82A}">
                    <a16:rowId xmlns:a16="http://schemas.microsoft.com/office/drawing/2014/main" val="3185159678"/>
                  </a:ext>
                </a:extLst>
              </a:tr>
              <a:tr h="503023">
                <a:tc>
                  <a:txBody>
                    <a:bodyPr/>
                    <a:lstStyle/>
                    <a:p>
                      <a:r>
                        <a:rPr kumimoji="1" lang="en-US" altLang="ja-JP" sz="2000" b="1" dirty="0" err="1">
                          <a:solidFill>
                            <a:schemeClr val="accent1"/>
                          </a:solidFill>
                        </a:rPr>
                        <a:t>System.out.println</a:t>
                      </a:r>
                      <a:r>
                        <a:rPr kumimoji="1" lang="en-US" altLang="ja-JP" sz="2000" b="1" dirty="0">
                          <a:solidFill>
                            <a:schemeClr val="accent1"/>
                          </a:solidFill>
                        </a:rPr>
                        <a:t>(array[0][2]);</a:t>
                      </a:r>
                    </a:p>
                  </a:txBody>
                  <a:tcPr anchor="ctr"/>
                </a:tc>
                <a:tc>
                  <a:txBody>
                    <a:bodyPr/>
                    <a:lstStyle/>
                    <a:p>
                      <a:endParaRPr kumimoji="1" lang="ja-JP" altLang="en-US" sz="1400" dirty="0">
                        <a:latin typeface="+mn-lt"/>
                      </a:endParaRPr>
                    </a:p>
                  </a:txBody>
                  <a:tcPr/>
                </a:tc>
                <a:extLst>
                  <a:ext uri="{0D108BD9-81ED-4DB2-BD59-A6C34878D82A}">
                    <a16:rowId xmlns:a16="http://schemas.microsoft.com/office/drawing/2014/main" val="716391625"/>
                  </a:ext>
                </a:extLst>
              </a:tr>
            </a:tbl>
          </a:graphicData>
        </a:graphic>
      </p:graphicFrame>
      <p:sp>
        <p:nvSpPr>
          <p:cNvPr id="7" name="四角形: 角を丸くする 6">
            <a:extLst>
              <a:ext uri="{FF2B5EF4-FFF2-40B4-BE49-F238E27FC236}">
                <a16:creationId xmlns:a16="http://schemas.microsoft.com/office/drawing/2014/main" id="{94428383-BDF5-4327-8C83-2EE0C9C9692C}"/>
              </a:ext>
            </a:extLst>
          </p:cNvPr>
          <p:cNvSpPr/>
          <p:nvPr/>
        </p:nvSpPr>
        <p:spPr>
          <a:xfrm>
            <a:off x="5913120" y="1093706"/>
            <a:ext cx="1874520" cy="327215"/>
          </a:xfrm>
          <a:prstGeom prst="roundRect">
            <a:avLst>
              <a:gd name="adj" fmla="val 39954"/>
            </a:avLst>
          </a:prstGeom>
          <a:solidFill>
            <a:schemeClr val="tx2">
              <a:lumMod val="20000"/>
              <a:lumOff val="8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配列の宣言</a:t>
            </a:r>
          </a:p>
        </p:txBody>
      </p:sp>
      <p:sp>
        <p:nvSpPr>
          <p:cNvPr id="8" name="四角形: 角を丸くする 7">
            <a:extLst>
              <a:ext uri="{FF2B5EF4-FFF2-40B4-BE49-F238E27FC236}">
                <a16:creationId xmlns:a16="http://schemas.microsoft.com/office/drawing/2014/main" id="{50AEFE30-CA90-4A91-8BBA-A90D9AA4059A}"/>
              </a:ext>
            </a:extLst>
          </p:cNvPr>
          <p:cNvSpPr/>
          <p:nvPr/>
        </p:nvSpPr>
        <p:spPr>
          <a:xfrm>
            <a:off x="5913120" y="1596526"/>
            <a:ext cx="1874520" cy="327215"/>
          </a:xfrm>
          <a:prstGeom prst="roundRect">
            <a:avLst>
              <a:gd name="adj" fmla="val 39954"/>
            </a:avLst>
          </a:prstGeom>
          <a:solidFill>
            <a:schemeClr val="tx2">
              <a:lumMod val="20000"/>
              <a:lumOff val="8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要素の作成</a:t>
            </a:r>
          </a:p>
        </p:txBody>
      </p:sp>
      <p:sp>
        <p:nvSpPr>
          <p:cNvPr id="9" name="四角形: 角を丸くする 8">
            <a:extLst>
              <a:ext uri="{FF2B5EF4-FFF2-40B4-BE49-F238E27FC236}">
                <a16:creationId xmlns:a16="http://schemas.microsoft.com/office/drawing/2014/main" id="{EA5DEEDD-3C91-4255-B05B-D564E1CD681A}"/>
              </a:ext>
            </a:extLst>
          </p:cNvPr>
          <p:cNvSpPr/>
          <p:nvPr/>
        </p:nvSpPr>
        <p:spPr>
          <a:xfrm>
            <a:off x="5913120" y="2931992"/>
            <a:ext cx="1874520" cy="327215"/>
          </a:xfrm>
          <a:prstGeom prst="roundRect">
            <a:avLst>
              <a:gd name="adj" fmla="val 39954"/>
            </a:avLst>
          </a:prstGeom>
          <a:solidFill>
            <a:schemeClr val="tx2">
              <a:lumMod val="20000"/>
              <a:lumOff val="8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要素の代入</a:t>
            </a:r>
          </a:p>
        </p:txBody>
      </p:sp>
      <p:sp>
        <p:nvSpPr>
          <p:cNvPr id="10" name="四角形: 角を丸くする 9">
            <a:extLst>
              <a:ext uri="{FF2B5EF4-FFF2-40B4-BE49-F238E27FC236}">
                <a16:creationId xmlns:a16="http://schemas.microsoft.com/office/drawing/2014/main" id="{1E98B982-C49F-4BBF-9AD0-E6648175CFC9}"/>
              </a:ext>
            </a:extLst>
          </p:cNvPr>
          <p:cNvSpPr/>
          <p:nvPr/>
        </p:nvSpPr>
        <p:spPr>
          <a:xfrm>
            <a:off x="5913120" y="4358415"/>
            <a:ext cx="1874520" cy="327215"/>
          </a:xfrm>
          <a:prstGeom prst="roundRect">
            <a:avLst>
              <a:gd name="adj" fmla="val 39954"/>
            </a:avLst>
          </a:prstGeom>
          <a:solidFill>
            <a:schemeClr val="tx2">
              <a:lumMod val="20000"/>
              <a:lumOff val="8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要素の参照</a:t>
            </a:r>
          </a:p>
        </p:txBody>
      </p:sp>
    </p:spTree>
    <p:extLst>
      <p:ext uri="{BB962C8B-B14F-4D97-AF65-F5344CB8AC3E}">
        <p14:creationId xmlns:p14="http://schemas.microsoft.com/office/powerpoint/2010/main" val="4067417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FD0AEBE4-FC97-4EE7-89EC-90FD9831277E}"/>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F055CD44-65FB-4F1A-A80A-8052AB76E1C3}"/>
              </a:ext>
            </a:extLst>
          </p:cNvPr>
          <p:cNvSpPr>
            <a:spLocks noGrp="1"/>
          </p:cNvSpPr>
          <p:nvPr>
            <p:ph type="ctrTitle"/>
          </p:nvPr>
        </p:nvSpPr>
        <p:spPr/>
        <p:txBody>
          <a:bodyPr/>
          <a:lstStyle/>
          <a:p>
            <a:r>
              <a:rPr lang="en-US" altLang="ja-JP" dirty="0" err="1"/>
              <a:t>省略した書き方</a:t>
            </a:r>
            <a:endParaRPr kumimoji="1" lang="ja-JP" altLang="en-US" dirty="0"/>
          </a:p>
        </p:txBody>
      </p:sp>
      <p:sp>
        <p:nvSpPr>
          <p:cNvPr id="4" name="スライド番号プレースホルダー 3">
            <a:extLst>
              <a:ext uri="{FF2B5EF4-FFF2-40B4-BE49-F238E27FC236}">
                <a16:creationId xmlns:a16="http://schemas.microsoft.com/office/drawing/2014/main" id="{BDDCED4A-5E0D-4855-B989-86860F09EF0A}"/>
              </a:ext>
            </a:extLst>
          </p:cNvPr>
          <p:cNvSpPr>
            <a:spLocks noGrp="1"/>
          </p:cNvSpPr>
          <p:nvPr>
            <p:ph type="sldNum" sz="quarter" idx="4"/>
          </p:nvPr>
        </p:nvSpPr>
        <p:spPr/>
        <p:txBody>
          <a:bodyPr/>
          <a:lstStyle/>
          <a:p>
            <a:fld id="{00000000-1234-1234-1234-123412341234}" type="slidenum">
              <a:rPr lang="en" smtClean="0"/>
              <a:pPr/>
              <a:t>22</a:t>
            </a:fld>
            <a:endParaRPr lang="en" dirty="0"/>
          </a:p>
        </p:txBody>
      </p:sp>
      <p:sp>
        <p:nvSpPr>
          <p:cNvPr id="5" name="テキスト プレースホルダー 4">
            <a:extLst>
              <a:ext uri="{FF2B5EF4-FFF2-40B4-BE49-F238E27FC236}">
                <a16:creationId xmlns:a16="http://schemas.microsoft.com/office/drawing/2014/main" id="{1BC739A0-353C-4E4D-A084-FEFFEBC71AAE}"/>
              </a:ext>
            </a:extLst>
          </p:cNvPr>
          <p:cNvSpPr txBox="1">
            <a:spLocks/>
          </p:cNvSpPr>
          <p:nvPr/>
        </p:nvSpPr>
        <p:spPr>
          <a:xfrm>
            <a:off x="462875" y="859491"/>
            <a:ext cx="8216900" cy="313989"/>
          </a:xfrm>
          <a:prstGeom prst="rect">
            <a:avLst/>
          </a:prstGeom>
        </p:spPr>
        <p:txBody>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439738" indent="-342900">
              <a:buFont typeface="+mj-lt"/>
              <a:buAutoNum type="arabicPeriod"/>
            </a:pPr>
            <a:r>
              <a:rPr lang="ja-JP" altLang="en-US" b="1" dirty="0">
                <a:solidFill>
                  <a:schemeClr val="tx2"/>
                </a:solidFill>
              </a:rPr>
              <a:t>宣言＋要素の作成</a:t>
            </a:r>
          </a:p>
          <a:p>
            <a:endParaRPr lang="ja-JP" altLang="en-US" dirty="0"/>
          </a:p>
        </p:txBody>
      </p:sp>
      <p:graphicFrame>
        <p:nvGraphicFramePr>
          <p:cNvPr id="6" name="Google Shape;203;p23">
            <a:extLst>
              <a:ext uri="{FF2B5EF4-FFF2-40B4-BE49-F238E27FC236}">
                <a16:creationId xmlns:a16="http://schemas.microsoft.com/office/drawing/2014/main" id="{7BB308BA-B6BB-4022-85FB-9F8CBC0A9380}"/>
              </a:ext>
            </a:extLst>
          </p:cNvPr>
          <p:cNvGraphicFramePr/>
          <p:nvPr>
            <p:extLst>
              <p:ext uri="{D42A27DB-BD31-4B8C-83A1-F6EECF244321}">
                <p14:modId xmlns:p14="http://schemas.microsoft.com/office/powerpoint/2010/main" val="3122754312"/>
              </p:ext>
            </p:extLst>
          </p:nvPr>
        </p:nvGraphicFramePr>
        <p:xfrm>
          <a:off x="462875" y="1173480"/>
          <a:ext cx="8280925" cy="609620"/>
        </p:xfrm>
        <a:graphic>
          <a:graphicData uri="http://schemas.openxmlformats.org/drawingml/2006/table">
            <a:tbl>
              <a:tblPr firstRow="1" bandRow="1">
                <a:noFill/>
              </a:tblPr>
              <a:tblGrid>
                <a:gridCol w="2768005">
                  <a:extLst>
                    <a:ext uri="{9D8B030D-6E8A-4147-A177-3AD203B41FA5}">
                      <a16:colId xmlns:a16="http://schemas.microsoft.com/office/drawing/2014/main" val="20000"/>
                    </a:ext>
                  </a:extLst>
                </a:gridCol>
                <a:gridCol w="616370">
                  <a:extLst>
                    <a:ext uri="{9D8B030D-6E8A-4147-A177-3AD203B41FA5}">
                      <a16:colId xmlns:a16="http://schemas.microsoft.com/office/drawing/2014/main" val="20001"/>
                    </a:ext>
                  </a:extLst>
                </a:gridCol>
                <a:gridCol w="4896550">
                  <a:extLst>
                    <a:ext uri="{9D8B030D-6E8A-4147-A177-3AD203B41FA5}">
                      <a16:colId xmlns:a16="http://schemas.microsoft.com/office/drawing/2014/main" val="20002"/>
                    </a:ext>
                  </a:extLst>
                </a:gridCol>
              </a:tblGrid>
              <a:tr h="254430">
                <a:tc>
                  <a:txBody>
                    <a:bodyPr/>
                    <a:lstStyle/>
                    <a:p>
                      <a:pPr marL="0" marR="0" lvl="0" indent="0" algn="l" rtl="0">
                        <a:spcBef>
                          <a:spcPts val="0"/>
                        </a:spcBef>
                        <a:spcAft>
                          <a:spcPts val="0"/>
                        </a:spcAft>
                        <a:buNone/>
                      </a:pPr>
                      <a:r>
                        <a:rPr lang="en-US" sz="1400" b="0" dirty="0">
                          <a:solidFill>
                            <a:srgbClr val="3F3F3F"/>
                          </a:solidFill>
                          <a:latin typeface="+mn-lt"/>
                          <a:ea typeface="MS Gothic"/>
                          <a:cs typeface="MS Gothic"/>
                          <a:sym typeface="MS Gothic"/>
                        </a:rPr>
                        <a:t>double[][] array1;</a:t>
                      </a:r>
                      <a:endParaRPr sz="1400" b="0" dirty="0">
                        <a:solidFill>
                          <a:srgbClr val="3F3F3F"/>
                        </a:solidFill>
                        <a:latin typeface="+mn-lt"/>
                        <a:ea typeface="MS Gothic"/>
                        <a:cs typeface="MS Gothic"/>
                        <a:sym typeface="MS Gothic"/>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3C5184"/>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rowSpan="2">
                  <a:txBody>
                    <a:bodyPr/>
                    <a:lstStyle/>
                    <a:p>
                      <a:pPr marL="0" marR="0" lvl="0" indent="0" algn="ctr" rtl="0">
                        <a:spcBef>
                          <a:spcPts val="0"/>
                        </a:spcBef>
                        <a:spcAft>
                          <a:spcPts val="0"/>
                        </a:spcAft>
                        <a:buNone/>
                      </a:pPr>
                      <a:r>
                        <a:rPr lang="en-US" sz="3200" b="0" dirty="0">
                          <a:solidFill>
                            <a:srgbClr val="3F3F3F"/>
                          </a:solidFill>
                          <a:latin typeface="+mn-lt"/>
                        </a:rPr>
                        <a:t>▶</a:t>
                      </a:r>
                      <a:endParaRPr sz="1200" dirty="0">
                        <a:latin typeface="+mn-lt"/>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3C5184"/>
                      </a:solidFill>
                      <a:prstDash val="solid"/>
                      <a:round/>
                      <a:headEnd type="none" w="sm" len="sm"/>
                      <a:tailEnd type="none" w="sm" len="sm"/>
                    </a:lnT>
                    <a:lnB w="19050" cap="flat" cmpd="sng">
                      <a:solidFill>
                        <a:srgbClr val="3C5184"/>
                      </a:solidFill>
                      <a:prstDash val="solid"/>
                      <a:round/>
                      <a:headEnd type="none" w="sm" len="sm"/>
                      <a:tailEnd type="none" w="sm" len="sm"/>
                    </a:lnB>
                    <a:solidFill>
                      <a:schemeClr val="bg1"/>
                    </a:solidFill>
                  </a:tcPr>
                </a:tc>
                <a:tc rowSpan="2">
                  <a:txBody>
                    <a:bodyPr/>
                    <a:lstStyle/>
                    <a:p>
                      <a:pPr marL="0" marR="0" lvl="0" indent="0" algn="l" rtl="0">
                        <a:spcBef>
                          <a:spcPts val="0"/>
                        </a:spcBef>
                        <a:spcAft>
                          <a:spcPts val="0"/>
                        </a:spcAft>
                        <a:buNone/>
                      </a:pPr>
                      <a:r>
                        <a:rPr lang="en-US" sz="1400" b="1" dirty="0">
                          <a:solidFill>
                            <a:srgbClr val="7A6100"/>
                          </a:solidFill>
                          <a:latin typeface="+mn-lt"/>
                          <a:ea typeface="MS Gothic"/>
                          <a:cs typeface="MS Gothic"/>
                          <a:sym typeface="MS Gothic"/>
                        </a:rPr>
                        <a:t>double[][] array1 = new double[5][10];</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3C5184"/>
                      </a:solidFill>
                      <a:prstDash val="solid"/>
                      <a:round/>
                      <a:headEnd type="none" w="sm" len="sm"/>
                      <a:tailEnd type="none" w="sm" len="sm"/>
                    </a:lnT>
                    <a:lnB w="19050" cap="flat" cmpd="sng">
                      <a:solidFill>
                        <a:srgbClr val="3C5184"/>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254430">
                <a:tc>
                  <a:txBody>
                    <a:bodyPr/>
                    <a:lstStyle/>
                    <a:p>
                      <a:pPr marL="0" marR="0" lvl="0" indent="0" algn="l" rtl="0">
                        <a:spcBef>
                          <a:spcPts val="0"/>
                        </a:spcBef>
                        <a:spcAft>
                          <a:spcPts val="0"/>
                        </a:spcAft>
                        <a:buNone/>
                      </a:pPr>
                      <a:r>
                        <a:rPr lang="en-US" sz="1400" dirty="0">
                          <a:solidFill>
                            <a:srgbClr val="3F3F3F"/>
                          </a:solidFill>
                          <a:latin typeface="+mn-lt"/>
                          <a:ea typeface="MS Gothic"/>
                          <a:cs typeface="MS Gothic"/>
                          <a:sym typeface="MS Gothic"/>
                        </a:rPr>
                        <a:t>array1 = new double[5][10];</a:t>
                      </a:r>
                      <a:endParaRPr sz="1400" dirty="0">
                        <a:solidFill>
                          <a:srgbClr val="3F3F3F"/>
                        </a:solidFill>
                        <a:latin typeface="+mn-lt"/>
                        <a:ea typeface="MS Gothic"/>
                        <a:cs typeface="MS Gothic"/>
                        <a:sym typeface="MS Gothic"/>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rgbClr val="3C5184"/>
                      </a:solidFill>
                      <a:prstDash val="solid"/>
                      <a:round/>
                      <a:headEnd type="none" w="sm" len="sm"/>
                      <a:tailEnd type="none" w="sm" len="sm"/>
                    </a:lnB>
                    <a:solidFill>
                      <a:schemeClr val="bg1"/>
                    </a:solidFill>
                  </a:tcPr>
                </a:tc>
                <a:tc vMerge="1">
                  <a:txBody>
                    <a:bodyPr/>
                    <a:lstStyle/>
                    <a:p>
                      <a:endParaRPr lang="ja-JP"/>
                    </a:p>
                  </a:txBody>
                  <a:tcPr/>
                </a:tc>
                <a:tc vMerge="1">
                  <a:txBody>
                    <a:bodyPr/>
                    <a:lstStyle/>
                    <a:p>
                      <a:endParaRPr lang="ja-JP"/>
                    </a:p>
                  </a:txBody>
                  <a:tcPr/>
                </a:tc>
                <a:extLst>
                  <a:ext uri="{0D108BD9-81ED-4DB2-BD59-A6C34878D82A}">
                    <a16:rowId xmlns:a16="http://schemas.microsoft.com/office/drawing/2014/main" val="10001"/>
                  </a:ext>
                </a:extLst>
              </a:tr>
            </a:tbl>
          </a:graphicData>
        </a:graphic>
      </p:graphicFrame>
      <p:sp>
        <p:nvSpPr>
          <p:cNvPr id="7" name="テキスト プレースホルダー 4">
            <a:extLst>
              <a:ext uri="{FF2B5EF4-FFF2-40B4-BE49-F238E27FC236}">
                <a16:creationId xmlns:a16="http://schemas.microsoft.com/office/drawing/2014/main" id="{52DA9BAD-191D-4E9C-8997-20F7DC6FE161}"/>
              </a:ext>
            </a:extLst>
          </p:cNvPr>
          <p:cNvSpPr txBox="1">
            <a:spLocks/>
          </p:cNvSpPr>
          <p:nvPr/>
        </p:nvSpPr>
        <p:spPr>
          <a:xfrm>
            <a:off x="462875" y="1857939"/>
            <a:ext cx="8216900" cy="313989"/>
          </a:xfrm>
          <a:prstGeom prst="rect">
            <a:avLst/>
          </a:prstGeom>
        </p:spPr>
        <p:txBody>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439738" indent="-342900">
              <a:buFont typeface="+mj-lt"/>
              <a:buAutoNum type="arabicPeriod" startAt="2"/>
            </a:pPr>
            <a:r>
              <a:rPr lang="ja-JP" altLang="en-US" b="1" dirty="0">
                <a:solidFill>
                  <a:schemeClr val="tx2"/>
                </a:solidFill>
              </a:rPr>
              <a:t>宣言＋要素の作成</a:t>
            </a:r>
          </a:p>
          <a:p>
            <a:endParaRPr lang="ja-JP" altLang="en-US" dirty="0"/>
          </a:p>
        </p:txBody>
      </p:sp>
      <p:graphicFrame>
        <p:nvGraphicFramePr>
          <p:cNvPr id="8" name="Google Shape;203;p23">
            <a:extLst>
              <a:ext uri="{FF2B5EF4-FFF2-40B4-BE49-F238E27FC236}">
                <a16:creationId xmlns:a16="http://schemas.microsoft.com/office/drawing/2014/main" id="{356FF9CD-B1B8-4CAE-85F0-424105CA5266}"/>
              </a:ext>
            </a:extLst>
          </p:cNvPr>
          <p:cNvGraphicFramePr/>
          <p:nvPr>
            <p:extLst>
              <p:ext uri="{D42A27DB-BD31-4B8C-83A1-F6EECF244321}">
                <p14:modId xmlns:p14="http://schemas.microsoft.com/office/powerpoint/2010/main" val="875899719"/>
              </p:ext>
            </p:extLst>
          </p:nvPr>
        </p:nvGraphicFramePr>
        <p:xfrm>
          <a:off x="462875" y="2171928"/>
          <a:ext cx="8280925" cy="1798330"/>
        </p:xfrm>
        <a:graphic>
          <a:graphicData uri="http://schemas.openxmlformats.org/drawingml/2006/table">
            <a:tbl>
              <a:tblPr firstRow="1" bandRow="1">
                <a:noFill/>
              </a:tblPr>
              <a:tblGrid>
                <a:gridCol w="2768005">
                  <a:extLst>
                    <a:ext uri="{9D8B030D-6E8A-4147-A177-3AD203B41FA5}">
                      <a16:colId xmlns:a16="http://schemas.microsoft.com/office/drawing/2014/main" val="20000"/>
                    </a:ext>
                  </a:extLst>
                </a:gridCol>
                <a:gridCol w="616370">
                  <a:extLst>
                    <a:ext uri="{9D8B030D-6E8A-4147-A177-3AD203B41FA5}">
                      <a16:colId xmlns:a16="http://schemas.microsoft.com/office/drawing/2014/main" val="20001"/>
                    </a:ext>
                  </a:extLst>
                </a:gridCol>
                <a:gridCol w="4896550">
                  <a:extLst>
                    <a:ext uri="{9D8B030D-6E8A-4147-A177-3AD203B41FA5}">
                      <a16:colId xmlns:a16="http://schemas.microsoft.com/office/drawing/2014/main" val="20002"/>
                    </a:ext>
                  </a:extLst>
                </a:gridCol>
              </a:tblGrid>
              <a:tr h="508860">
                <a:tc>
                  <a:txBody>
                    <a:bodyPr/>
                    <a:lstStyle/>
                    <a:p>
                      <a:pPr marL="0" marR="0" lvl="0" indent="0" algn="l" rtl="0">
                        <a:spcBef>
                          <a:spcPts val="0"/>
                        </a:spcBef>
                        <a:spcAft>
                          <a:spcPts val="0"/>
                        </a:spcAft>
                        <a:buNone/>
                      </a:pPr>
                      <a:r>
                        <a:rPr lang="en-US" sz="1400" b="0" dirty="0">
                          <a:solidFill>
                            <a:srgbClr val="3F3F3F"/>
                          </a:solidFill>
                          <a:latin typeface="+mn-lt"/>
                          <a:ea typeface="MS Gothic"/>
                          <a:cs typeface="MS Gothic"/>
                          <a:sym typeface="MS Gothic"/>
                        </a:rPr>
                        <a:t>String[][] array2;</a:t>
                      </a:r>
                    </a:p>
                    <a:p>
                      <a:pPr marL="0" marR="0" lvl="0" indent="0" algn="l" rtl="0">
                        <a:spcBef>
                          <a:spcPts val="0"/>
                        </a:spcBef>
                        <a:spcAft>
                          <a:spcPts val="0"/>
                        </a:spcAft>
                        <a:buNone/>
                      </a:pPr>
                      <a:r>
                        <a:rPr lang="en-US" sz="1400" b="0" dirty="0">
                          <a:solidFill>
                            <a:srgbClr val="3F3F3F"/>
                          </a:solidFill>
                          <a:latin typeface="+mn-lt"/>
                          <a:ea typeface="MS Gothic"/>
                          <a:cs typeface="MS Gothic"/>
                          <a:sym typeface="MS Gothic"/>
                        </a:rPr>
                        <a:t>array2 = new String[2][3];</a:t>
                      </a:r>
                    </a:p>
                    <a:p>
                      <a:pPr marL="0" marR="0" lvl="0" indent="0" algn="l" rtl="0">
                        <a:spcBef>
                          <a:spcPts val="0"/>
                        </a:spcBef>
                        <a:spcAft>
                          <a:spcPts val="0"/>
                        </a:spcAft>
                        <a:buNone/>
                      </a:pPr>
                      <a:r>
                        <a:rPr lang="en-US" sz="1400" b="0" dirty="0">
                          <a:solidFill>
                            <a:srgbClr val="3F3F3F"/>
                          </a:solidFill>
                          <a:latin typeface="+mn-lt"/>
                          <a:ea typeface="MS Gothic"/>
                          <a:cs typeface="MS Gothic"/>
                          <a:sym typeface="MS Gothic"/>
                        </a:rPr>
                        <a:t>array2[0][0] = "</a:t>
                      </a:r>
                      <a:r>
                        <a:rPr lang="ja-JP" altLang="en-US" sz="1400" b="0" dirty="0">
                          <a:solidFill>
                            <a:srgbClr val="3F3F3F"/>
                          </a:solidFill>
                          <a:latin typeface="+mn-lt"/>
                          <a:ea typeface="MS Gothic"/>
                          <a:cs typeface="MS Gothic"/>
                          <a:sym typeface="MS Gothic"/>
                        </a:rPr>
                        <a:t>歩兵</a:t>
                      </a:r>
                      <a:r>
                        <a:rPr lang="en-US" altLang="ja-JP" sz="1400" b="0" dirty="0">
                          <a:solidFill>
                            <a:srgbClr val="3F3F3F"/>
                          </a:solidFill>
                          <a:latin typeface="+mn-lt"/>
                          <a:ea typeface="MS Gothic"/>
                          <a:cs typeface="MS Gothic"/>
                          <a:sym typeface="MS Gothic"/>
                        </a:rPr>
                        <a:t>";</a:t>
                      </a:r>
                    </a:p>
                    <a:p>
                      <a:pPr marL="0" marR="0" lvl="0" indent="0" algn="l" rtl="0">
                        <a:spcBef>
                          <a:spcPts val="0"/>
                        </a:spcBef>
                        <a:spcAft>
                          <a:spcPts val="0"/>
                        </a:spcAft>
                        <a:buNone/>
                      </a:pPr>
                      <a:r>
                        <a:rPr lang="en-US" sz="1400" b="0" dirty="0">
                          <a:solidFill>
                            <a:srgbClr val="3F3F3F"/>
                          </a:solidFill>
                          <a:latin typeface="+mn-lt"/>
                          <a:ea typeface="MS Gothic"/>
                          <a:cs typeface="MS Gothic"/>
                          <a:sym typeface="MS Gothic"/>
                        </a:rPr>
                        <a:t>array2[0][1] = "</a:t>
                      </a:r>
                      <a:r>
                        <a:rPr lang="ja-JP" altLang="en-US" sz="1400" b="0" dirty="0">
                          <a:solidFill>
                            <a:srgbClr val="3F3F3F"/>
                          </a:solidFill>
                          <a:latin typeface="+mn-lt"/>
                          <a:ea typeface="MS Gothic"/>
                          <a:cs typeface="MS Gothic"/>
                          <a:sym typeface="MS Gothic"/>
                        </a:rPr>
                        <a:t>飛車</a:t>
                      </a:r>
                      <a:r>
                        <a:rPr lang="en-US" altLang="ja-JP" sz="1400" b="0" dirty="0">
                          <a:solidFill>
                            <a:srgbClr val="3F3F3F"/>
                          </a:solidFill>
                          <a:latin typeface="+mn-lt"/>
                          <a:ea typeface="MS Gothic"/>
                          <a:cs typeface="MS Gothic"/>
                          <a:sym typeface="MS Gothic"/>
                        </a:rPr>
                        <a:t>";</a:t>
                      </a:r>
                    </a:p>
                    <a:p>
                      <a:pPr marL="0" marR="0" lvl="0" indent="0" algn="l" rtl="0">
                        <a:spcBef>
                          <a:spcPts val="0"/>
                        </a:spcBef>
                        <a:spcAft>
                          <a:spcPts val="0"/>
                        </a:spcAft>
                        <a:buNone/>
                      </a:pPr>
                      <a:r>
                        <a:rPr lang="en-US" sz="1400" b="0" dirty="0">
                          <a:solidFill>
                            <a:srgbClr val="3F3F3F"/>
                          </a:solidFill>
                          <a:latin typeface="+mn-lt"/>
                          <a:ea typeface="MS Gothic"/>
                          <a:cs typeface="MS Gothic"/>
                          <a:sym typeface="MS Gothic"/>
                        </a:rPr>
                        <a:t>array2[0][2] = "</a:t>
                      </a:r>
                      <a:r>
                        <a:rPr lang="ja-JP" altLang="en-US" sz="1400" b="0" dirty="0">
                          <a:solidFill>
                            <a:srgbClr val="3F3F3F"/>
                          </a:solidFill>
                          <a:latin typeface="+mn-lt"/>
                          <a:ea typeface="MS Gothic"/>
                          <a:cs typeface="MS Gothic"/>
                          <a:sym typeface="MS Gothic"/>
                        </a:rPr>
                        <a:t>角行</a:t>
                      </a:r>
                      <a:r>
                        <a:rPr lang="en-US" altLang="ja-JP" sz="1400" b="0" dirty="0">
                          <a:solidFill>
                            <a:srgbClr val="3F3F3F"/>
                          </a:solidFill>
                          <a:latin typeface="+mn-lt"/>
                          <a:ea typeface="MS Gothic"/>
                          <a:cs typeface="MS Gothic"/>
                          <a:sym typeface="MS Gothic"/>
                        </a:rPr>
                        <a:t>";</a:t>
                      </a:r>
                    </a:p>
                    <a:p>
                      <a:pPr marL="0" marR="0" lvl="0" indent="0" algn="l" rtl="0">
                        <a:spcBef>
                          <a:spcPts val="0"/>
                        </a:spcBef>
                        <a:spcAft>
                          <a:spcPts val="0"/>
                        </a:spcAft>
                        <a:buNone/>
                      </a:pPr>
                      <a:r>
                        <a:rPr lang="en-US" sz="1400" b="0" dirty="0">
                          <a:solidFill>
                            <a:srgbClr val="3F3F3F"/>
                          </a:solidFill>
                          <a:latin typeface="+mn-lt"/>
                          <a:ea typeface="MS Gothic"/>
                          <a:cs typeface="MS Gothic"/>
                          <a:sym typeface="MS Gothic"/>
                        </a:rPr>
                        <a:t>array2[1][0] = "</a:t>
                      </a:r>
                      <a:r>
                        <a:rPr lang="ja-JP" altLang="en-US" sz="1400" b="0" dirty="0">
                          <a:solidFill>
                            <a:srgbClr val="3F3F3F"/>
                          </a:solidFill>
                          <a:latin typeface="+mn-lt"/>
                          <a:ea typeface="MS Gothic"/>
                          <a:cs typeface="MS Gothic"/>
                          <a:sym typeface="MS Gothic"/>
                        </a:rPr>
                        <a:t>銀将</a:t>
                      </a:r>
                      <a:r>
                        <a:rPr lang="en-US" altLang="ja-JP" sz="1400" b="0" dirty="0">
                          <a:solidFill>
                            <a:srgbClr val="3F3F3F"/>
                          </a:solidFill>
                          <a:latin typeface="+mn-lt"/>
                          <a:ea typeface="MS Gothic"/>
                          <a:cs typeface="MS Gothic"/>
                          <a:sym typeface="MS Gothic"/>
                        </a:rPr>
                        <a:t>";</a:t>
                      </a:r>
                    </a:p>
                    <a:p>
                      <a:pPr marL="0" marR="0" lvl="0" indent="0" algn="l" rtl="0">
                        <a:spcBef>
                          <a:spcPts val="0"/>
                        </a:spcBef>
                        <a:spcAft>
                          <a:spcPts val="0"/>
                        </a:spcAft>
                        <a:buNone/>
                      </a:pPr>
                      <a:r>
                        <a:rPr lang="en-US" sz="1400" b="0" dirty="0">
                          <a:solidFill>
                            <a:srgbClr val="3F3F3F"/>
                          </a:solidFill>
                          <a:latin typeface="+mn-lt"/>
                          <a:ea typeface="MS Gothic"/>
                          <a:cs typeface="MS Gothic"/>
                          <a:sym typeface="MS Gothic"/>
                        </a:rPr>
                        <a:t>array2[1][1] = "</a:t>
                      </a:r>
                      <a:r>
                        <a:rPr lang="ja-JP" altLang="en-US" sz="1400" b="0" dirty="0">
                          <a:solidFill>
                            <a:srgbClr val="3F3F3F"/>
                          </a:solidFill>
                          <a:latin typeface="+mn-lt"/>
                          <a:ea typeface="MS Gothic"/>
                          <a:cs typeface="MS Gothic"/>
                          <a:sym typeface="MS Gothic"/>
                        </a:rPr>
                        <a:t>金将</a:t>
                      </a:r>
                      <a:r>
                        <a:rPr lang="en-US" altLang="ja-JP" sz="1400" b="0" dirty="0">
                          <a:solidFill>
                            <a:srgbClr val="3F3F3F"/>
                          </a:solidFill>
                          <a:latin typeface="+mn-lt"/>
                          <a:ea typeface="MS Gothic"/>
                          <a:cs typeface="MS Gothic"/>
                          <a:sym typeface="MS Gothic"/>
                        </a:rPr>
                        <a:t>";</a:t>
                      </a:r>
                    </a:p>
                    <a:p>
                      <a:pPr marL="0" marR="0" lvl="0" indent="0" algn="l" rtl="0">
                        <a:spcBef>
                          <a:spcPts val="0"/>
                        </a:spcBef>
                        <a:spcAft>
                          <a:spcPts val="0"/>
                        </a:spcAft>
                        <a:buNone/>
                      </a:pPr>
                      <a:r>
                        <a:rPr lang="en-US" sz="1400" b="0" dirty="0">
                          <a:solidFill>
                            <a:srgbClr val="3F3F3F"/>
                          </a:solidFill>
                          <a:latin typeface="+mn-lt"/>
                          <a:ea typeface="MS Gothic"/>
                          <a:cs typeface="MS Gothic"/>
                          <a:sym typeface="MS Gothic"/>
                        </a:rPr>
                        <a:t>array2[1][2] = "</a:t>
                      </a:r>
                      <a:r>
                        <a:rPr lang="ja-JP" altLang="en-US" sz="1400" b="0" dirty="0">
                          <a:solidFill>
                            <a:srgbClr val="3F3F3F"/>
                          </a:solidFill>
                          <a:latin typeface="+mn-lt"/>
                          <a:ea typeface="MS Gothic"/>
                          <a:cs typeface="MS Gothic"/>
                          <a:sym typeface="MS Gothic"/>
                        </a:rPr>
                        <a:t>王将</a:t>
                      </a:r>
                      <a:r>
                        <a:rPr lang="en-US" altLang="ja-JP" sz="1400" b="0" dirty="0">
                          <a:solidFill>
                            <a:srgbClr val="3F3F3F"/>
                          </a:solidFill>
                          <a:latin typeface="+mn-lt"/>
                          <a:ea typeface="MS Gothic"/>
                          <a:cs typeface="MS Gothic"/>
                          <a:sym typeface="MS Gothic"/>
                        </a:rPr>
                        <a:t>";</a:t>
                      </a: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3C5184"/>
                      </a:solidFill>
                      <a:prstDash val="solid"/>
                      <a:round/>
                      <a:headEnd type="none" w="sm" len="sm"/>
                      <a:tailEnd type="none" w="sm" len="sm"/>
                    </a:lnT>
                    <a:lnB w="19050" cap="flat" cmpd="sng">
                      <a:solidFill>
                        <a:srgbClr val="3C5184"/>
                      </a:solidFill>
                      <a:prstDash val="solid"/>
                      <a:round/>
                      <a:headEnd type="none" w="sm" len="sm"/>
                      <a:tailEnd type="none" w="sm" len="sm"/>
                    </a:lnB>
                    <a:solidFill>
                      <a:schemeClr val="bg1"/>
                    </a:solidFill>
                  </a:tcPr>
                </a:tc>
                <a:tc>
                  <a:txBody>
                    <a:bodyPr/>
                    <a:lstStyle/>
                    <a:p>
                      <a:pPr marL="0" marR="0" lvl="0" indent="0" algn="ctr" rtl="0">
                        <a:spcBef>
                          <a:spcPts val="0"/>
                        </a:spcBef>
                        <a:spcAft>
                          <a:spcPts val="0"/>
                        </a:spcAft>
                        <a:buNone/>
                      </a:pPr>
                      <a:r>
                        <a:rPr lang="en-US" sz="3200" b="0" dirty="0">
                          <a:solidFill>
                            <a:srgbClr val="3F3F3F"/>
                          </a:solidFill>
                          <a:latin typeface="+mn-lt"/>
                        </a:rPr>
                        <a:t>▶</a:t>
                      </a:r>
                      <a:endParaRPr sz="1200" dirty="0">
                        <a:latin typeface="+mn-lt"/>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3C5184"/>
                      </a:solidFill>
                      <a:prstDash val="solid"/>
                      <a:round/>
                      <a:headEnd type="none" w="sm" len="sm"/>
                      <a:tailEnd type="none" w="sm" len="sm"/>
                    </a:lnT>
                    <a:lnB w="19050" cap="flat" cmpd="sng">
                      <a:solidFill>
                        <a:srgbClr val="3C5184"/>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None/>
                      </a:pPr>
                      <a:r>
                        <a:rPr lang="en-US" sz="1400" b="1" dirty="0">
                          <a:solidFill>
                            <a:srgbClr val="7A6100"/>
                          </a:solidFill>
                          <a:latin typeface="+mn-lt"/>
                          <a:ea typeface="MS Gothic"/>
                          <a:cs typeface="MS Gothic"/>
                          <a:sym typeface="MS Gothic"/>
                        </a:rPr>
                        <a:t>String[][] array2 = {</a:t>
                      </a:r>
                    </a:p>
                    <a:p>
                      <a:pPr marL="0" marR="0" lvl="0" indent="0" algn="l" rtl="0">
                        <a:spcBef>
                          <a:spcPts val="0"/>
                        </a:spcBef>
                        <a:spcAft>
                          <a:spcPts val="0"/>
                        </a:spcAft>
                        <a:buNone/>
                      </a:pPr>
                      <a:r>
                        <a:rPr lang="en-US" sz="1400" b="1" dirty="0">
                          <a:solidFill>
                            <a:srgbClr val="7A6100"/>
                          </a:solidFill>
                          <a:latin typeface="+mn-lt"/>
                          <a:ea typeface="MS Gothic"/>
                          <a:cs typeface="MS Gothic"/>
                          <a:sym typeface="MS Gothic"/>
                        </a:rPr>
                        <a:t>   {"</a:t>
                      </a:r>
                      <a:r>
                        <a:rPr lang="ja-JP" altLang="en-US" sz="1400" b="1" dirty="0">
                          <a:solidFill>
                            <a:srgbClr val="7A6100"/>
                          </a:solidFill>
                          <a:latin typeface="+mn-lt"/>
                          <a:ea typeface="MS Gothic"/>
                          <a:cs typeface="MS Gothic"/>
                          <a:sym typeface="MS Gothic"/>
                        </a:rPr>
                        <a:t>歩兵</a:t>
                      </a:r>
                      <a:r>
                        <a:rPr lang="en-US" altLang="ja-JP" sz="1400" b="1" dirty="0">
                          <a:solidFill>
                            <a:srgbClr val="7A6100"/>
                          </a:solidFill>
                          <a:latin typeface="+mn-lt"/>
                          <a:ea typeface="MS Gothic"/>
                          <a:cs typeface="MS Gothic"/>
                          <a:sym typeface="MS Gothic"/>
                        </a:rPr>
                        <a:t>", "</a:t>
                      </a:r>
                      <a:r>
                        <a:rPr lang="ja-JP" altLang="en-US" sz="1400" b="1" dirty="0">
                          <a:solidFill>
                            <a:srgbClr val="7A6100"/>
                          </a:solidFill>
                          <a:latin typeface="+mn-lt"/>
                          <a:ea typeface="MS Gothic"/>
                          <a:cs typeface="MS Gothic"/>
                          <a:sym typeface="MS Gothic"/>
                        </a:rPr>
                        <a:t>飛車</a:t>
                      </a:r>
                      <a:r>
                        <a:rPr lang="en-US" altLang="ja-JP" sz="1400" b="1" dirty="0">
                          <a:solidFill>
                            <a:srgbClr val="7A6100"/>
                          </a:solidFill>
                          <a:latin typeface="+mn-lt"/>
                          <a:ea typeface="MS Gothic"/>
                          <a:cs typeface="MS Gothic"/>
                          <a:sym typeface="MS Gothic"/>
                        </a:rPr>
                        <a:t>", "</a:t>
                      </a:r>
                      <a:r>
                        <a:rPr lang="ja-JP" altLang="en-US" sz="1400" b="1" dirty="0">
                          <a:solidFill>
                            <a:srgbClr val="7A6100"/>
                          </a:solidFill>
                          <a:latin typeface="+mn-lt"/>
                          <a:ea typeface="MS Gothic"/>
                          <a:cs typeface="MS Gothic"/>
                          <a:sym typeface="MS Gothic"/>
                        </a:rPr>
                        <a:t>角行</a:t>
                      </a:r>
                      <a:r>
                        <a:rPr lang="en-US" altLang="ja-JP" sz="1400" b="1" dirty="0">
                          <a:solidFill>
                            <a:srgbClr val="7A6100"/>
                          </a:solidFill>
                          <a:latin typeface="+mn-lt"/>
                          <a:ea typeface="MS Gothic"/>
                          <a:cs typeface="MS Gothic"/>
                          <a:sym typeface="MS Gothic"/>
                        </a:rPr>
                        <a:t>"}</a:t>
                      </a:r>
                    </a:p>
                    <a:p>
                      <a:pPr marL="0" marR="0" lvl="0" indent="0" algn="l" rtl="0">
                        <a:spcBef>
                          <a:spcPts val="0"/>
                        </a:spcBef>
                        <a:spcAft>
                          <a:spcPts val="0"/>
                        </a:spcAft>
                        <a:buNone/>
                      </a:pPr>
                      <a:r>
                        <a:rPr lang="en-US" altLang="ja-JP" sz="1400" b="1" dirty="0">
                          <a:solidFill>
                            <a:srgbClr val="7A6100"/>
                          </a:solidFill>
                          <a:latin typeface="+mn-lt"/>
                          <a:ea typeface="MS Gothic"/>
                          <a:cs typeface="MS Gothic"/>
                          <a:sym typeface="MS Gothic"/>
                        </a:rPr>
                        <a:t>  ,{"</a:t>
                      </a:r>
                      <a:r>
                        <a:rPr lang="ja-JP" altLang="en-US" sz="1400" b="1" dirty="0">
                          <a:solidFill>
                            <a:srgbClr val="7A6100"/>
                          </a:solidFill>
                          <a:latin typeface="+mn-lt"/>
                          <a:ea typeface="MS Gothic"/>
                          <a:cs typeface="MS Gothic"/>
                          <a:sym typeface="MS Gothic"/>
                        </a:rPr>
                        <a:t>銀将</a:t>
                      </a:r>
                      <a:r>
                        <a:rPr lang="en-US" altLang="ja-JP" sz="1400" b="1" dirty="0">
                          <a:solidFill>
                            <a:srgbClr val="7A6100"/>
                          </a:solidFill>
                          <a:latin typeface="+mn-lt"/>
                          <a:ea typeface="MS Gothic"/>
                          <a:cs typeface="MS Gothic"/>
                          <a:sym typeface="MS Gothic"/>
                        </a:rPr>
                        <a:t>", "</a:t>
                      </a:r>
                      <a:r>
                        <a:rPr lang="ja-JP" altLang="en-US" sz="1400" b="1" dirty="0">
                          <a:solidFill>
                            <a:srgbClr val="7A6100"/>
                          </a:solidFill>
                          <a:latin typeface="+mn-lt"/>
                          <a:ea typeface="MS Gothic"/>
                          <a:cs typeface="MS Gothic"/>
                          <a:sym typeface="MS Gothic"/>
                        </a:rPr>
                        <a:t>金将</a:t>
                      </a:r>
                      <a:r>
                        <a:rPr lang="en-US" altLang="ja-JP" sz="1400" b="1" dirty="0">
                          <a:solidFill>
                            <a:srgbClr val="7A6100"/>
                          </a:solidFill>
                          <a:latin typeface="+mn-lt"/>
                          <a:ea typeface="MS Gothic"/>
                          <a:cs typeface="MS Gothic"/>
                          <a:sym typeface="MS Gothic"/>
                        </a:rPr>
                        <a:t>", "</a:t>
                      </a:r>
                      <a:r>
                        <a:rPr lang="ja-JP" altLang="en-US" sz="1400" b="1" dirty="0">
                          <a:solidFill>
                            <a:srgbClr val="7A6100"/>
                          </a:solidFill>
                          <a:latin typeface="+mn-lt"/>
                          <a:ea typeface="MS Gothic"/>
                          <a:cs typeface="MS Gothic"/>
                          <a:sym typeface="MS Gothic"/>
                        </a:rPr>
                        <a:t>王将</a:t>
                      </a:r>
                      <a:r>
                        <a:rPr lang="en-US" altLang="ja-JP" sz="1400" b="1" dirty="0">
                          <a:solidFill>
                            <a:srgbClr val="7A6100"/>
                          </a:solidFill>
                          <a:latin typeface="+mn-lt"/>
                          <a:ea typeface="MS Gothic"/>
                          <a:cs typeface="MS Gothic"/>
                          <a:sym typeface="MS Gothic"/>
                        </a:rPr>
                        <a:t>"}</a:t>
                      </a:r>
                    </a:p>
                    <a:p>
                      <a:pPr marL="0" marR="0" lvl="0" indent="0" algn="l" rtl="0">
                        <a:spcBef>
                          <a:spcPts val="0"/>
                        </a:spcBef>
                        <a:spcAft>
                          <a:spcPts val="0"/>
                        </a:spcAft>
                        <a:buNone/>
                      </a:pPr>
                      <a:r>
                        <a:rPr lang="en-US" altLang="ja-JP" sz="1400" b="1" dirty="0">
                          <a:solidFill>
                            <a:srgbClr val="7A6100"/>
                          </a:solidFill>
                          <a:latin typeface="+mn-lt"/>
                          <a:ea typeface="MS Gothic"/>
                          <a:cs typeface="MS Gothic"/>
                          <a:sym typeface="MS Gothic"/>
                        </a:rPr>
                        <a:t>};</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3C5184"/>
                      </a:solidFill>
                      <a:prstDash val="solid"/>
                      <a:round/>
                      <a:headEnd type="none" w="sm" len="sm"/>
                      <a:tailEnd type="none" w="sm" len="sm"/>
                    </a:lnT>
                    <a:lnB w="19050" cap="flat" cmpd="sng">
                      <a:solidFill>
                        <a:srgbClr val="3C5184"/>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bl>
          </a:graphicData>
        </a:graphic>
      </p:graphicFrame>
      <p:sp>
        <p:nvSpPr>
          <p:cNvPr id="9" name="テキスト プレースホルダー 4">
            <a:extLst>
              <a:ext uri="{FF2B5EF4-FFF2-40B4-BE49-F238E27FC236}">
                <a16:creationId xmlns:a16="http://schemas.microsoft.com/office/drawing/2014/main" id="{79B170A4-53A6-4074-BFDF-AEEF03E95FEF}"/>
              </a:ext>
            </a:extLst>
          </p:cNvPr>
          <p:cNvSpPr txBox="1">
            <a:spLocks/>
          </p:cNvSpPr>
          <p:nvPr/>
        </p:nvSpPr>
        <p:spPr>
          <a:xfrm>
            <a:off x="462875" y="4095461"/>
            <a:ext cx="8216900" cy="313989"/>
          </a:xfrm>
          <a:prstGeom prst="rect">
            <a:avLst/>
          </a:prstGeom>
        </p:spPr>
        <p:txBody>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None/>
            </a:pPr>
            <a:r>
              <a:rPr lang="ja-JP" altLang="en-US" dirty="0"/>
              <a:t>宣言＋作成＋代入時の波カッコ</a:t>
            </a:r>
            <a:r>
              <a:rPr lang="en-US" altLang="ja-JP" dirty="0"/>
              <a:t>【{}】</a:t>
            </a:r>
            <a:r>
              <a:rPr lang="ja-JP" altLang="en-US" dirty="0"/>
              <a:t>とカンマ</a:t>
            </a:r>
            <a:r>
              <a:rPr lang="en-US" altLang="ja-JP" dirty="0"/>
              <a:t>【,】</a:t>
            </a:r>
            <a:r>
              <a:rPr lang="ja-JP" altLang="en-US" dirty="0"/>
              <a:t>の位置や数に注意してください</a:t>
            </a:r>
          </a:p>
          <a:p>
            <a:pPr marL="96838" indent="0">
              <a:buNone/>
            </a:pPr>
            <a:endParaRPr lang="ja-JP" altLang="en-US" dirty="0"/>
          </a:p>
        </p:txBody>
      </p:sp>
    </p:spTree>
    <p:extLst>
      <p:ext uri="{BB962C8B-B14F-4D97-AF65-F5344CB8AC3E}">
        <p14:creationId xmlns:p14="http://schemas.microsoft.com/office/powerpoint/2010/main" val="4496251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78E8D6A0-DB0C-4C22-837A-F24B180D3594}"/>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1677D9CC-C96D-4EC5-9CAF-1D23C4A74CAC}"/>
              </a:ext>
            </a:extLst>
          </p:cNvPr>
          <p:cNvSpPr>
            <a:spLocks noGrp="1"/>
          </p:cNvSpPr>
          <p:nvPr>
            <p:ph type="ctrTitle"/>
          </p:nvPr>
        </p:nvSpPr>
        <p:spPr/>
        <p:txBody>
          <a:bodyPr/>
          <a:lstStyle/>
          <a:p>
            <a:r>
              <a:rPr kumimoji="1" lang="en-US" altLang="ja-JP" dirty="0"/>
              <a:t>2</a:t>
            </a:r>
            <a:r>
              <a:rPr kumimoji="1" lang="ja-JP" altLang="en-US" dirty="0"/>
              <a:t>次元配列と</a:t>
            </a:r>
            <a:r>
              <a:rPr kumimoji="1" lang="en-US" altLang="ja-JP" dirty="0"/>
              <a:t>for</a:t>
            </a:r>
            <a:r>
              <a:rPr kumimoji="1" lang="ja-JP" altLang="en-US" dirty="0"/>
              <a:t>文</a:t>
            </a:r>
          </a:p>
        </p:txBody>
      </p:sp>
      <p:sp>
        <p:nvSpPr>
          <p:cNvPr id="4" name="スライド番号プレースホルダー 3">
            <a:extLst>
              <a:ext uri="{FF2B5EF4-FFF2-40B4-BE49-F238E27FC236}">
                <a16:creationId xmlns:a16="http://schemas.microsoft.com/office/drawing/2014/main" id="{77559BE6-10B7-41C4-B3DE-D23B901449A0}"/>
              </a:ext>
            </a:extLst>
          </p:cNvPr>
          <p:cNvSpPr>
            <a:spLocks noGrp="1"/>
          </p:cNvSpPr>
          <p:nvPr>
            <p:ph type="sldNum" sz="quarter" idx="4"/>
          </p:nvPr>
        </p:nvSpPr>
        <p:spPr/>
        <p:txBody>
          <a:bodyPr/>
          <a:lstStyle/>
          <a:p>
            <a:fld id="{00000000-1234-1234-1234-123412341234}" type="slidenum">
              <a:rPr lang="en" smtClean="0"/>
              <a:pPr/>
              <a:t>23</a:t>
            </a:fld>
            <a:endParaRPr lang="en" dirty="0"/>
          </a:p>
        </p:txBody>
      </p:sp>
      <p:sp>
        <p:nvSpPr>
          <p:cNvPr id="5" name="テキスト プレースホルダー 4">
            <a:extLst>
              <a:ext uri="{FF2B5EF4-FFF2-40B4-BE49-F238E27FC236}">
                <a16:creationId xmlns:a16="http://schemas.microsoft.com/office/drawing/2014/main" id="{B9147090-D778-4370-9F20-03AC80ADDE74}"/>
              </a:ext>
            </a:extLst>
          </p:cNvPr>
          <p:cNvSpPr>
            <a:spLocks noGrp="1"/>
          </p:cNvSpPr>
          <p:nvPr>
            <p:ph type="body" sz="quarter" idx="14"/>
          </p:nvPr>
        </p:nvSpPr>
        <p:spPr/>
        <p:txBody>
          <a:bodyPr/>
          <a:lstStyle/>
          <a:p>
            <a:pPr marL="96838" indent="0">
              <a:buNone/>
            </a:pPr>
            <a:r>
              <a:rPr lang="ja-JP" altLang="en-US" dirty="0"/>
              <a:t>配列を使うときは</a:t>
            </a:r>
            <a:r>
              <a:rPr lang="en-US" altLang="ja-JP" dirty="0"/>
              <a:t>for</a:t>
            </a:r>
            <a:r>
              <a:rPr lang="ja-JP" altLang="en-US" dirty="0"/>
              <a:t>文がよく使われます。</a:t>
            </a:r>
            <a:br>
              <a:rPr lang="ja-JP" altLang="en-US" dirty="0"/>
            </a:br>
            <a:r>
              <a:rPr lang="en-US" altLang="ja-JP" dirty="0"/>
              <a:t>2</a:t>
            </a:r>
            <a:r>
              <a:rPr lang="ja-JP" altLang="en-US" dirty="0"/>
              <a:t>次元配列は添え字が</a:t>
            </a:r>
            <a:r>
              <a:rPr lang="en-US" altLang="ja-JP" dirty="0"/>
              <a:t>2</a:t>
            </a:r>
            <a:r>
              <a:rPr lang="ja-JP" altLang="en-US" dirty="0"/>
              <a:t>種類あるのでしばしば</a:t>
            </a:r>
            <a:r>
              <a:rPr lang="en-US" altLang="ja-JP" dirty="0"/>
              <a:t>2</a:t>
            </a:r>
            <a:r>
              <a:rPr lang="ja-JP" altLang="en-US" dirty="0"/>
              <a:t>重ループになります。</a:t>
            </a:r>
          </a:p>
          <a:p>
            <a:pPr marL="96838" indent="0">
              <a:buNone/>
            </a:pPr>
            <a:r>
              <a:rPr lang="ja-JP" altLang="en-US" dirty="0"/>
              <a:t>配列の長さは、</a:t>
            </a:r>
            <a:endParaRPr lang="en-US" altLang="ja-JP" dirty="0"/>
          </a:p>
          <a:p>
            <a:pPr marL="452438" lvl="1" indent="0">
              <a:buNone/>
            </a:pPr>
            <a:r>
              <a:rPr lang="ja-JP" altLang="en-US" b="1" dirty="0">
                <a:solidFill>
                  <a:schemeClr val="tx2"/>
                </a:solidFill>
              </a:rPr>
              <a:t>行数は、配列変数名</a:t>
            </a:r>
            <a:r>
              <a:rPr lang="en-US" altLang="ja-JP" b="1" dirty="0">
                <a:solidFill>
                  <a:schemeClr val="tx2"/>
                </a:solidFill>
              </a:rPr>
              <a:t>.length</a:t>
            </a:r>
          </a:p>
          <a:p>
            <a:pPr marL="452438" lvl="1" indent="0">
              <a:buNone/>
            </a:pPr>
            <a:r>
              <a:rPr lang="ja-JP" altLang="en-US" b="1" dirty="0">
                <a:solidFill>
                  <a:schemeClr val="tx2"/>
                </a:solidFill>
              </a:rPr>
              <a:t>列数は、配列変数名</a:t>
            </a:r>
            <a:r>
              <a:rPr lang="en-US" altLang="ja-JP" b="1" dirty="0">
                <a:solidFill>
                  <a:schemeClr val="tx2"/>
                </a:solidFill>
              </a:rPr>
              <a:t>[</a:t>
            </a:r>
            <a:r>
              <a:rPr lang="ja-JP" altLang="en-US" b="1" dirty="0">
                <a:solidFill>
                  <a:schemeClr val="tx2"/>
                </a:solidFill>
              </a:rPr>
              <a:t>行の添え字</a:t>
            </a:r>
            <a:r>
              <a:rPr lang="en-US" altLang="ja-JP" b="1" dirty="0">
                <a:solidFill>
                  <a:schemeClr val="tx2"/>
                </a:solidFill>
              </a:rPr>
              <a:t>].length</a:t>
            </a:r>
          </a:p>
          <a:p>
            <a:pPr marL="96838" indent="0">
              <a:buNone/>
            </a:pPr>
            <a:r>
              <a:rPr lang="ja-JP" altLang="en-US" dirty="0"/>
              <a:t>となりますので注意が必要です。</a:t>
            </a:r>
            <a:endParaRPr lang="en-US" altLang="ja-JP" dirty="0"/>
          </a:p>
          <a:p>
            <a:pPr marL="96838" indent="0">
              <a:buNone/>
            </a:pPr>
            <a:endParaRPr lang="ja-JP" altLang="en-US" dirty="0"/>
          </a:p>
          <a:p>
            <a:pPr marL="96838" indent="0">
              <a:buNone/>
            </a:pPr>
            <a:r>
              <a:rPr lang="en-US" altLang="ja-JP" b="1" dirty="0">
                <a:solidFill>
                  <a:schemeClr val="accent1"/>
                </a:solidFill>
              </a:rPr>
              <a:t>char[][] array = {{'</a:t>
            </a:r>
            <a:r>
              <a:rPr lang="ja-JP" altLang="en-US" b="1" dirty="0">
                <a:solidFill>
                  <a:schemeClr val="accent1"/>
                </a:solidFill>
              </a:rPr>
              <a:t>疾</a:t>
            </a:r>
            <a:r>
              <a:rPr lang="en-US" altLang="ja-JP" b="1" dirty="0">
                <a:solidFill>
                  <a:schemeClr val="accent1"/>
                </a:solidFill>
              </a:rPr>
              <a:t>', '</a:t>
            </a:r>
            <a:r>
              <a:rPr lang="ja-JP" altLang="en-US" b="1" dirty="0">
                <a:solidFill>
                  <a:schemeClr val="accent1"/>
                </a:solidFill>
              </a:rPr>
              <a:t>如</a:t>
            </a:r>
            <a:r>
              <a:rPr lang="en-US" altLang="ja-JP" b="1" dirty="0">
                <a:solidFill>
                  <a:schemeClr val="accent1"/>
                </a:solidFill>
              </a:rPr>
              <a:t>', '</a:t>
            </a:r>
            <a:r>
              <a:rPr lang="ja-JP" altLang="en-US" b="1" dirty="0">
                <a:solidFill>
                  <a:schemeClr val="accent1"/>
                </a:solidFill>
              </a:rPr>
              <a:t>風</a:t>
            </a:r>
            <a:r>
              <a:rPr lang="en-US" altLang="ja-JP" b="1" dirty="0">
                <a:solidFill>
                  <a:schemeClr val="accent1"/>
                </a:solidFill>
              </a:rPr>
              <a:t>', '</a:t>
            </a:r>
            <a:r>
              <a:rPr lang="ja-JP" altLang="en-US" b="1" dirty="0">
                <a:solidFill>
                  <a:schemeClr val="accent1"/>
                </a:solidFill>
              </a:rPr>
              <a:t>徐</a:t>
            </a:r>
            <a:r>
              <a:rPr lang="en-US" altLang="ja-JP" b="1" dirty="0">
                <a:solidFill>
                  <a:schemeClr val="accent1"/>
                </a:solidFill>
              </a:rPr>
              <a:t>', '</a:t>
            </a:r>
            <a:r>
              <a:rPr lang="ja-JP" altLang="en-US" b="1" dirty="0">
                <a:solidFill>
                  <a:schemeClr val="accent1"/>
                </a:solidFill>
              </a:rPr>
              <a:t>如</a:t>
            </a:r>
            <a:r>
              <a:rPr lang="en-US" altLang="ja-JP" b="1" dirty="0">
                <a:solidFill>
                  <a:schemeClr val="accent1"/>
                </a:solidFill>
              </a:rPr>
              <a:t>', '</a:t>
            </a:r>
            <a:r>
              <a:rPr lang="ja-JP" altLang="en-US" b="1" dirty="0">
                <a:solidFill>
                  <a:schemeClr val="accent1"/>
                </a:solidFill>
              </a:rPr>
              <a:t>林</a:t>
            </a:r>
            <a:r>
              <a:rPr lang="en-US" altLang="ja-JP" b="1" dirty="0">
                <a:solidFill>
                  <a:schemeClr val="accent1"/>
                </a:solidFill>
              </a:rPr>
              <a:t>', '</a:t>
            </a:r>
            <a:r>
              <a:rPr lang="ja-JP" altLang="en-US" b="1" dirty="0">
                <a:solidFill>
                  <a:schemeClr val="accent1"/>
                </a:solidFill>
              </a:rPr>
              <a:t>侵</a:t>
            </a:r>
            <a:r>
              <a:rPr lang="en-US" altLang="ja-JP" b="1" dirty="0">
                <a:solidFill>
                  <a:schemeClr val="accent1"/>
                </a:solidFill>
              </a:rPr>
              <a:t>'},</a:t>
            </a:r>
            <a:br>
              <a:rPr lang="en-US" altLang="ja-JP" b="1" dirty="0">
                <a:solidFill>
                  <a:schemeClr val="accent1"/>
                </a:solidFill>
              </a:rPr>
            </a:br>
            <a:r>
              <a:rPr lang="ja-JP" altLang="en-US" b="1" dirty="0">
                <a:solidFill>
                  <a:schemeClr val="accent1"/>
                </a:solidFill>
              </a:rPr>
              <a:t>　　　　　　　　　</a:t>
            </a:r>
            <a:r>
              <a:rPr lang="en-US" altLang="ja-JP" b="1" dirty="0">
                <a:solidFill>
                  <a:schemeClr val="accent1"/>
                </a:solidFill>
              </a:rPr>
              <a:t>{'</a:t>
            </a:r>
            <a:r>
              <a:rPr lang="ja-JP" altLang="en-US" b="1" dirty="0">
                <a:solidFill>
                  <a:schemeClr val="accent1"/>
                </a:solidFill>
              </a:rPr>
              <a:t>掠</a:t>
            </a:r>
            <a:r>
              <a:rPr lang="en-US" altLang="ja-JP" b="1" dirty="0">
                <a:solidFill>
                  <a:schemeClr val="accent1"/>
                </a:solidFill>
              </a:rPr>
              <a:t>', '</a:t>
            </a:r>
            <a:r>
              <a:rPr lang="ja-JP" altLang="en-US" b="1" dirty="0">
                <a:solidFill>
                  <a:schemeClr val="accent1"/>
                </a:solidFill>
              </a:rPr>
              <a:t>如</a:t>
            </a:r>
            <a:r>
              <a:rPr lang="en-US" altLang="ja-JP" b="1" dirty="0">
                <a:solidFill>
                  <a:schemeClr val="accent1"/>
                </a:solidFill>
              </a:rPr>
              <a:t>', '</a:t>
            </a:r>
            <a:r>
              <a:rPr lang="ja-JP" altLang="en-US" b="1" dirty="0">
                <a:solidFill>
                  <a:schemeClr val="accent1"/>
                </a:solidFill>
              </a:rPr>
              <a:t>火</a:t>
            </a:r>
            <a:r>
              <a:rPr lang="en-US" altLang="ja-JP" b="1" dirty="0">
                <a:solidFill>
                  <a:schemeClr val="accent1"/>
                </a:solidFill>
              </a:rPr>
              <a:t>', '</a:t>
            </a:r>
            <a:r>
              <a:rPr lang="ja-JP" altLang="en-US" b="1" dirty="0">
                <a:solidFill>
                  <a:schemeClr val="accent1"/>
                </a:solidFill>
              </a:rPr>
              <a:t>不</a:t>
            </a:r>
            <a:r>
              <a:rPr lang="en-US" altLang="ja-JP" b="1" dirty="0">
                <a:solidFill>
                  <a:schemeClr val="accent1"/>
                </a:solidFill>
              </a:rPr>
              <a:t>', '</a:t>
            </a:r>
            <a:r>
              <a:rPr lang="ja-JP" altLang="en-US" b="1" dirty="0">
                <a:solidFill>
                  <a:schemeClr val="accent1"/>
                </a:solidFill>
              </a:rPr>
              <a:t>動</a:t>
            </a:r>
            <a:r>
              <a:rPr lang="en-US" altLang="ja-JP" b="1" dirty="0">
                <a:solidFill>
                  <a:schemeClr val="accent1"/>
                </a:solidFill>
              </a:rPr>
              <a:t>', '</a:t>
            </a:r>
            <a:r>
              <a:rPr lang="ja-JP" altLang="en-US" b="1" dirty="0">
                <a:solidFill>
                  <a:schemeClr val="accent1"/>
                </a:solidFill>
              </a:rPr>
              <a:t>如</a:t>
            </a:r>
            <a:r>
              <a:rPr lang="en-US" altLang="ja-JP" b="1" dirty="0">
                <a:solidFill>
                  <a:schemeClr val="accent1"/>
                </a:solidFill>
              </a:rPr>
              <a:t>', '</a:t>
            </a:r>
            <a:r>
              <a:rPr lang="ja-JP" altLang="en-US" b="1" dirty="0">
                <a:solidFill>
                  <a:schemeClr val="accent1"/>
                </a:solidFill>
              </a:rPr>
              <a:t>山</a:t>
            </a:r>
            <a:r>
              <a:rPr lang="en-US" altLang="ja-JP" b="1" dirty="0">
                <a:solidFill>
                  <a:schemeClr val="accent1"/>
                </a:solidFill>
              </a:rPr>
              <a:t>'}};</a:t>
            </a:r>
            <a:br>
              <a:rPr lang="en-US" altLang="ja-JP" b="1" dirty="0">
                <a:solidFill>
                  <a:schemeClr val="accent1"/>
                </a:solidFill>
              </a:rPr>
            </a:br>
            <a:r>
              <a:rPr lang="en-US" altLang="ja-JP" b="1" dirty="0">
                <a:solidFill>
                  <a:schemeClr val="accent1"/>
                </a:solidFill>
              </a:rPr>
              <a:t>for (int </a:t>
            </a:r>
            <a:r>
              <a:rPr lang="en-US" altLang="ja-JP" b="1" dirty="0" err="1">
                <a:solidFill>
                  <a:schemeClr val="accent1"/>
                </a:solidFill>
              </a:rPr>
              <a:t>i</a:t>
            </a:r>
            <a:r>
              <a:rPr lang="en-US" altLang="ja-JP" b="1" dirty="0">
                <a:solidFill>
                  <a:schemeClr val="accent1"/>
                </a:solidFill>
              </a:rPr>
              <a:t> = 0; </a:t>
            </a:r>
            <a:r>
              <a:rPr lang="en-US" altLang="ja-JP" b="1" dirty="0" err="1">
                <a:solidFill>
                  <a:schemeClr val="accent1"/>
                </a:solidFill>
              </a:rPr>
              <a:t>i</a:t>
            </a:r>
            <a:r>
              <a:rPr lang="en-US" altLang="ja-JP" b="1" dirty="0">
                <a:solidFill>
                  <a:schemeClr val="accent1"/>
                </a:solidFill>
              </a:rPr>
              <a:t> &lt; </a:t>
            </a:r>
            <a:r>
              <a:rPr lang="en-US" altLang="ja-JP" b="1" dirty="0" err="1">
                <a:solidFill>
                  <a:schemeClr val="accent1"/>
                </a:solidFill>
              </a:rPr>
              <a:t>array.length</a:t>
            </a:r>
            <a:r>
              <a:rPr lang="en-US" altLang="ja-JP" b="1" dirty="0">
                <a:solidFill>
                  <a:schemeClr val="accent1"/>
                </a:solidFill>
              </a:rPr>
              <a:t>; </a:t>
            </a:r>
            <a:r>
              <a:rPr lang="en-US" altLang="ja-JP" b="1" dirty="0" err="1">
                <a:solidFill>
                  <a:schemeClr val="accent1"/>
                </a:solidFill>
              </a:rPr>
              <a:t>i</a:t>
            </a:r>
            <a:r>
              <a:rPr lang="en-US" altLang="ja-JP" b="1" dirty="0">
                <a:solidFill>
                  <a:schemeClr val="accent1"/>
                </a:solidFill>
              </a:rPr>
              <a:t>++) {</a:t>
            </a:r>
            <a:br>
              <a:rPr lang="en-US" altLang="ja-JP" b="1" dirty="0">
                <a:solidFill>
                  <a:schemeClr val="accent1"/>
                </a:solidFill>
              </a:rPr>
            </a:br>
            <a:r>
              <a:rPr lang="en-US" altLang="ja-JP" b="1" dirty="0">
                <a:solidFill>
                  <a:schemeClr val="accent1"/>
                </a:solidFill>
              </a:rPr>
              <a:t>    for (int j = 0; j &lt; array[</a:t>
            </a:r>
            <a:r>
              <a:rPr lang="en-US" altLang="ja-JP" b="1" dirty="0" err="1">
                <a:solidFill>
                  <a:schemeClr val="accent1"/>
                </a:solidFill>
              </a:rPr>
              <a:t>i</a:t>
            </a:r>
            <a:r>
              <a:rPr lang="en-US" altLang="ja-JP" b="1" dirty="0">
                <a:solidFill>
                  <a:schemeClr val="accent1"/>
                </a:solidFill>
              </a:rPr>
              <a:t>].length; </a:t>
            </a:r>
            <a:r>
              <a:rPr lang="en-US" altLang="ja-JP" b="1" dirty="0" err="1">
                <a:solidFill>
                  <a:schemeClr val="accent1"/>
                </a:solidFill>
              </a:rPr>
              <a:t>j++</a:t>
            </a:r>
            <a:r>
              <a:rPr lang="en-US" altLang="ja-JP" b="1" dirty="0">
                <a:solidFill>
                  <a:schemeClr val="accent1"/>
                </a:solidFill>
              </a:rPr>
              <a:t>) {</a:t>
            </a:r>
            <a:br>
              <a:rPr lang="en-US" altLang="ja-JP" b="1" dirty="0">
                <a:solidFill>
                  <a:schemeClr val="accent1"/>
                </a:solidFill>
              </a:rPr>
            </a:br>
            <a:r>
              <a:rPr lang="en-US" altLang="ja-JP" b="1" dirty="0">
                <a:solidFill>
                  <a:schemeClr val="accent1"/>
                </a:solidFill>
              </a:rPr>
              <a:t>        </a:t>
            </a:r>
            <a:r>
              <a:rPr lang="en-US" altLang="ja-JP" b="1" dirty="0" err="1">
                <a:solidFill>
                  <a:schemeClr val="accent1"/>
                </a:solidFill>
              </a:rPr>
              <a:t>System.out.println</a:t>
            </a:r>
            <a:r>
              <a:rPr lang="en-US" altLang="ja-JP" b="1" dirty="0">
                <a:solidFill>
                  <a:schemeClr val="accent1"/>
                </a:solidFill>
              </a:rPr>
              <a:t>(array[</a:t>
            </a:r>
            <a:r>
              <a:rPr lang="en-US" altLang="ja-JP" b="1" dirty="0" err="1">
                <a:solidFill>
                  <a:schemeClr val="accent1"/>
                </a:solidFill>
              </a:rPr>
              <a:t>i</a:t>
            </a:r>
            <a:r>
              <a:rPr lang="en-US" altLang="ja-JP" b="1" dirty="0">
                <a:solidFill>
                  <a:schemeClr val="accent1"/>
                </a:solidFill>
              </a:rPr>
              <a:t>][j]);</a:t>
            </a:r>
            <a:br>
              <a:rPr lang="en-US" altLang="ja-JP" b="1" dirty="0">
                <a:solidFill>
                  <a:schemeClr val="accent1"/>
                </a:solidFill>
              </a:rPr>
            </a:br>
            <a:r>
              <a:rPr lang="en-US" altLang="ja-JP" b="1" dirty="0">
                <a:solidFill>
                  <a:schemeClr val="accent1"/>
                </a:solidFill>
              </a:rPr>
              <a:t>    }</a:t>
            </a:r>
            <a:br>
              <a:rPr lang="en-US" altLang="ja-JP" b="1" dirty="0">
                <a:solidFill>
                  <a:schemeClr val="accent1"/>
                </a:solidFill>
              </a:rPr>
            </a:br>
            <a:r>
              <a:rPr lang="en-US" altLang="ja-JP" b="1" dirty="0">
                <a:solidFill>
                  <a:schemeClr val="accent1"/>
                </a:solidFill>
              </a:rPr>
              <a:t>}</a:t>
            </a:r>
          </a:p>
          <a:p>
            <a:pPr marL="96838" indent="0">
              <a:buNone/>
            </a:pPr>
            <a:endParaRPr lang="ja-JP" altLang="en-US" dirty="0"/>
          </a:p>
        </p:txBody>
      </p:sp>
    </p:spTree>
    <p:extLst>
      <p:ext uri="{BB962C8B-B14F-4D97-AF65-F5344CB8AC3E}">
        <p14:creationId xmlns:p14="http://schemas.microsoft.com/office/powerpoint/2010/main" val="19117610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62001832-771D-4B16-9646-F5A2EC6DA01A}"/>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A606E178-846D-4A22-AF83-37B3AE1BDFFF}"/>
              </a:ext>
            </a:extLst>
          </p:cNvPr>
          <p:cNvSpPr>
            <a:spLocks noGrp="1"/>
          </p:cNvSpPr>
          <p:nvPr>
            <p:ph type="ctrTitle"/>
          </p:nvPr>
        </p:nvSpPr>
        <p:spPr/>
        <p:txBody>
          <a:bodyPr/>
          <a:lstStyle/>
          <a:p>
            <a:r>
              <a:rPr lang="en-US" altLang="ja-JP" dirty="0" err="1"/>
              <a:t>配列のまとめ</a:t>
            </a:r>
            <a:endParaRPr kumimoji="1" lang="ja-JP" altLang="en-US" dirty="0"/>
          </a:p>
        </p:txBody>
      </p:sp>
      <p:sp>
        <p:nvSpPr>
          <p:cNvPr id="4" name="スライド番号プレースホルダー 3">
            <a:extLst>
              <a:ext uri="{FF2B5EF4-FFF2-40B4-BE49-F238E27FC236}">
                <a16:creationId xmlns:a16="http://schemas.microsoft.com/office/drawing/2014/main" id="{A9205736-21CF-4E24-AD4E-57A7F3DC8B51}"/>
              </a:ext>
            </a:extLst>
          </p:cNvPr>
          <p:cNvSpPr>
            <a:spLocks noGrp="1"/>
          </p:cNvSpPr>
          <p:nvPr>
            <p:ph type="sldNum" sz="quarter" idx="4"/>
          </p:nvPr>
        </p:nvSpPr>
        <p:spPr/>
        <p:txBody>
          <a:bodyPr/>
          <a:lstStyle/>
          <a:p>
            <a:fld id="{00000000-1234-1234-1234-123412341234}" type="slidenum">
              <a:rPr lang="en" smtClean="0"/>
              <a:pPr/>
              <a:t>24</a:t>
            </a:fld>
            <a:endParaRPr lang="en" dirty="0"/>
          </a:p>
        </p:txBody>
      </p:sp>
      <p:sp>
        <p:nvSpPr>
          <p:cNvPr id="5" name="テキスト プレースホルダー 4">
            <a:extLst>
              <a:ext uri="{FF2B5EF4-FFF2-40B4-BE49-F238E27FC236}">
                <a16:creationId xmlns:a16="http://schemas.microsoft.com/office/drawing/2014/main" id="{97FF8E1B-6515-4505-A6A5-65F15F62F25E}"/>
              </a:ext>
            </a:extLst>
          </p:cNvPr>
          <p:cNvSpPr>
            <a:spLocks noGrp="1"/>
          </p:cNvSpPr>
          <p:nvPr>
            <p:ph type="body" sz="quarter" idx="14"/>
          </p:nvPr>
        </p:nvSpPr>
        <p:spPr/>
        <p:txBody>
          <a:bodyPr/>
          <a:lstStyle/>
          <a:p>
            <a:pPr marL="96838" indent="0">
              <a:buNone/>
            </a:pPr>
            <a:r>
              <a:rPr kumimoji="1" lang="ja-JP" altLang="en-US" b="1" dirty="0">
                <a:solidFill>
                  <a:schemeClr val="tx2"/>
                </a:solidFill>
              </a:rPr>
              <a:t>配列</a:t>
            </a:r>
          </a:p>
          <a:p>
            <a:pPr marL="452438" lvl="1" indent="0">
              <a:buNone/>
            </a:pPr>
            <a:r>
              <a:rPr kumimoji="1" lang="ja-JP" altLang="en-US" dirty="0"/>
              <a:t>同じ型の複数のデータをまとめて扱うものです。</a:t>
            </a:r>
          </a:p>
          <a:p>
            <a:pPr marL="452438" lvl="1" indent="0">
              <a:buNone/>
            </a:pPr>
            <a:r>
              <a:rPr kumimoji="1" lang="ja-JP" altLang="en-US" dirty="0"/>
              <a:t>それぞれの箱のことを要素といい、何番目の箱かを示す数を添え字またはインデックスといいます。</a:t>
            </a:r>
          </a:p>
          <a:p>
            <a:pPr marL="96838" indent="0">
              <a:buNone/>
            </a:pPr>
            <a:endParaRPr kumimoji="1" lang="en-US" altLang="ja-JP" dirty="0"/>
          </a:p>
          <a:p>
            <a:pPr marL="96838" indent="0">
              <a:buNone/>
            </a:pPr>
            <a:r>
              <a:rPr kumimoji="1" lang="ja-JP" altLang="en-US" b="1" dirty="0">
                <a:solidFill>
                  <a:schemeClr val="tx2"/>
                </a:solidFill>
              </a:rPr>
              <a:t>配列の書き方</a:t>
            </a:r>
          </a:p>
          <a:p>
            <a:pPr marL="452438" lvl="1" indent="0">
              <a:buNone/>
            </a:pPr>
            <a:r>
              <a:rPr kumimoji="1" lang="ja-JP" altLang="en-US" dirty="0"/>
              <a:t>変数とは異なり、「宣言、要素の作成、代入、参照」の順で行います。</a:t>
            </a:r>
          </a:p>
          <a:p>
            <a:pPr marL="452438" lvl="1" indent="0">
              <a:buNone/>
            </a:pPr>
            <a:r>
              <a:rPr kumimoji="1" lang="ja-JP" altLang="en-US" dirty="0"/>
              <a:t>同じ種類のデータの集まりであるため、繰り返し処理の中で使うことが多くなります。その場合、</a:t>
            </a:r>
            <a:r>
              <a:rPr kumimoji="1" lang="en-US" altLang="ja-JP" dirty="0"/>
              <a:t>for</a:t>
            </a:r>
            <a:r>
              <a:rPr kumimoji="1" lang="ja-JP" altLang="en-US" dirty="0"/>
              <a:t>文や拡張</a:t>
            </a:r>
            <a:r>
              <a:rPr kumimoji="1" lang="en-US" altLang="ja-JP" dirty="0"/>
              <a:t>for</a:t>
            </a:r>
            <a:r>
              <a:rPr kumimoji="1" lang="ja-JP" altLang="en-US" dirty="0"/>
              <a:t>文を使うことが多いです。</a:t>
            </a:r>
          </a:p>
          <a:p>
            <a:pPr marL="96838" indent="0">
              <a:buNone/>
            </a:pPr>
            <a:endParaRPr kumimoji="1" lang="en-US" altLang="ja-JP" dirty="0"/>
          </a:p>
          <a:p>
            <a:pPr marL="96838" indent="0">
              <a:buNone/>
            </a:pPr>
            <a:r>
              <a:rPr kumimoji="1" lang="ja-JP" altLang="en-US" b="1" dirty="0">
                <a:solidFill>
                  <a:schemeClr val="tx2"/>
                </a:solidFill>
              </a:rPr>
              <a:t>配列変数</a:t>
            </a:r>
          </a:p>
          <a:p>
            <a:pPr marL="452438" lvl="1" indent="0">
              <a:buNone/>
            </a:pPr>
            <a:r>
              <a:rPr kumimoji="1" lang="ja-JP" altLang="en-US" dirty="0"/>
              <a:t>配列変数はデータの入れ物ではなく、アドレスの入れ物です。</a:t>
            </a:r>
          </a:p>
          <a:p>
            <a:pPr marL="452438" lvl="1" indent="0">
              <a:buNone/>
            </a:pPr>
            <a:r>
              <a:rPr kumimoji="1" lang="ja-JP" altLang="en-US" dirty="0"/>
              <a:t>どのアドレスも指し示さないようにするためには</a:t>
            </a:r>
            <a:r>
              <a:rPr kumimoji="1" lang="en-US" altLang="ja-JP" dirty="0"/>
              <a:t>null</a:t>
            </a:r>
            <a:r>
              <a:rPr kumimoji="1" lang="ja-JP" altLang="en-US" dirty="0"/>
              <a:t>を代入します。</a:t>
            </a:r>
          </a:p>
          <a:p>
            <a:pPr marL="452438" lvl="1" indent="0">
              <a:buNone/>
            </a:pPr>
            <a:r>
              <a:rPr kumimoji="1" lang="ja-JP" altLang="en-US" dirty="0"/>
              <a:t>どの変数からも指し示されなくなった配列の要素は自動削除されます。</a:t>
            </a:r>
          </a:p>
        </p:txBody>
      </p:sp>
    </p:spTree>
    <p:extLst>
      <p:ext uri="{BB962C8B-B14F-4D97-AF65-F5344CB8AC3E}">
        <p14:creationId xmlns:p14="http://schemas.microsoft.com/office/powerpoint/2010/main" val="2111497926"/>
      </p:ext>
    </p:extLst>
  </p:cSld>
  <p:clrMapOvr>
    <a:masterClrMapping/>
  </p:clrMapOvr>
</p:sld>
</file>

<file path=ppt/theme/theme1.xml><?xml version="1.0" encoding="utf-8"?>
<a:theme xmlns:a="http://schemas.openxmlformats.org/drawingml/2006/main" name="template">
  <a:themeElements>
    <a:clrScheme name="ユーザー定義 2">
      <a:dk1>
        <a:sysClr val="windowText" lastClr="000000"/>
      </a:dk1>
      <a:lt1>
        <a:sysClr val="window" lastClr="FFFFFF"/>
      </a:lt1>
      <a:dk2>
        <a:srgbClr val="E10000"/>
      </a:dk2>
      <a:lt2>
        <a:srgbClr val="E7E6E6"/>
      </a:lt2>
      <a:accent1>
        <a:srgbClr val="4472C4"/>
      </a:accent1>
      <a:accent2>
        <a:srgbClr val="ED7D31"/>
      </a:accent2>
      <a:accent3>
        <a:srgbClr val="A5A5A5"/>
      </a:accent3>
      <a:accent4>
        <a:srgbClr val="FFC000"/>
      </a:accent4>
      <a:accent5>
        <a:srgbClr val="5B9BD5"/>
      </a:accent5>
      <a:accent6>
        <a:srgbClr val="70AD47"/>
      </a:accent6>
      <a:hlink>
        <a:srgbClr val="000000"/>
      </a:hlink>
      <a:folHlink>
        <a:srgbClr val="954F72"/>
      </a:folHlink>
    </a:clrScheme>
    <a:fontScheme name="ユーザー定義 4">
      <a:majorFont>
        <a:latin typeface="MyricaM M"/>
        <a:ea typeface="BIZ UDゴシック"/>
        <a:cs typeface=""/>
      </a:majorFont>
      <a:minorFont>
        <a:latin typeface="MyricaM M"/>
        <a:ea typeface="BIZ UDゴシック"/>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3175">
          <a:solidFill>
            <a:schemeClr val="tx1"/>
          </a:solidFill>
        </a:ln>
      </a:spPr>
      <a:bodyPr rtlCol="0" anchor="ctr"/>
      <a:lstStyle>
        <a:defPPr algn="ctr">
          <a:defRPr kumimoji="1"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solidFill>
          <a:schemeClr val="bg1"/>
        </a:solidFill>
      </a:spPr>
      <a:bodyPr wrap="square" rtlCol="0">
        <a:noAutofit/>
      </a:bodyPr>
      <a:lstStyle>
        <a:defPPr algn="l">
          <a:defRPr kumimoji="1" sz="1400" baseline="0" dirty="0">
            <a:solidFill>
              <a:schemeClr val="tx1"/>
            </a:solidFill>
          </a:defRPr>
        </a:defPPr>
      </a:lstStyle>
    </a:txDef>
  </a:objectDefaults>
  <a:extraClrSchemeLst/>
  <a:extLst>
    <a:ext uri="{05A4C25C-085E-4340-85A3-A5531E510DB2}">
      <thm15:themeFamily xmlns:thm15="http://schemas.microsoft.com/office/thememl/2012/main" name="プレゼンテーション1" id="{F0295CA2-4D04-418E-9880-A080A4FA0EA6}" vid="{795711FB-1E41-4FEF-B680-294A3F6A0EB4}"/>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template</Template>
  <TotalTime>1325</TotalTime>
  <Words>3166</Words>
  <Application>Microsoft Office PowerPoint</Application>
  <PresentationFormat>画面に合わせる (16:9)</PresentationFormat>
  <Paragraphs>331</Paragraphs>
  <Slides>25</Slides>
  <Notes>3</Notes>
  <HiddenSlides>1</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25</vt:i4>
      </vt:variant>
    </vt:vector>
  </HeadingPairs>
  <TitlesOfParts>
    <vt:vector size="35" baseType="lpstr">
      <vt:lpstr>BIZ UDゴシック</vt:lpstr>
      <vt:lpstr>MyricaM M</vt:lpstr>
      <vt:lpstr>Gill Sans Ultra Bold</vt:lpstr>
      <vt:lpstr>MS Gothic</vt:lpstr>
      <vt:lpstr>Arial</vt:lpstr>
      <vt:lpstr>Meiryo</vt:lpstr>
      <vt:lpstr>Montserrat</vt:lpstr>
      <vt:lpstr>HGP創英角ﾎﾟｯﾌﾟ体</vt:lpstr>
      <vt:lpstr>游ゴシック</vt:lpstr>
      <vt:lpstr>template</vt:lpstr>
      <vt:lpstr>改訂履歴</vt:lpstr>
      <vt:lpstr>配列</vt:lpstr>
      <vt:lpstr>テキストの ゴール</vt:lpstr>
      <vt:lpstr>テキストの 流れ</vt:lpstr>
      <vt:lpstr>配列</vt:lpstr>
      <vt:lpstr>配列のイメージ</vt:lpstr>
      <vt:lpstr>配列の書き方</vt:lpstr>
      <vt:lpstr>配列の書き方</vt:lpstr>
      <vt:lpstr>配列の書き方</vt:lpstr>
      <vt:lpstr>配列の書き方</vt:lpstr>
      <vt:lpstr>配列の書き方</vt:lpstr>
      <vt:lpstr>配列の書き方</vt:lpstr>
      <vt:lpstr>配列を使う上での注意</vt:lpstr>
      <vt:lpstr>配列を使う上で注意</vt:lpstr>
      <vt:lpstr>省略した書き方</vt:lpstr>
      <vt:lpstr>PowerPoint プレゼンテーション</vt:lpstr>
      <vt:lpstr>配列とfor文の組み合わせ</vt:lpstr>
      <vt:lpstr>配列とfor文</vt:lpstr>
      <vt:lpstr>拡張for文</vt:lpstr>
      <vt:lpstr>二次元配列</vt:lpstr>
      <vt:lpstr>2次元配列の書き方</vt:lpstr>
      <vt:lpstr>2次元配列の書き方</vt:lpstr>
      <vt:lpstr>省略した書き方</vt:lpstr>
      <vt:lpstr>2次元配列とfor文</vt:lpstr>
      <vt:lpstr>配列のまとめ</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営業サーバ</dc:creator>
  <cp:lastModifiedBy>a031-031</cp:lastModifiedBy>
  <cp:revision>27</cp:revision>
  <dcterms:created xsi:type="dcterms:W3CDTF">2020-11-26T07:05:51Z</dcterms:created>
  <dcterms:modified xsi:type="dcterms:W3CDTF">2025-03-19T07:51:34Z</dcterms:modified>
</cp:coreProperties>
</file>