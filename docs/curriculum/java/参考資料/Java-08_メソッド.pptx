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embedTrueTypeFonts="1" saveSubsetFonts="1" autoCompressPictures="0">
  <p:sldMasterIdLst>
    <p:sldMasterId id="2147483665" r:id="rId1"/>
  </p:sldMasterIdLst>
  <p:notesMasterIdLst>
    <p:notesMasterId r:id="rId41"/>
  </p:notesMasterIdLst>
  <p:handoutMasterIdLst>
    <p:handoutMasterId r:id="rId42"/>
  </p:handoutMasterIdLst>
  <p:sldIdLst>
    <p:sldId id="407" r:id="rId2"/>
    <p:sldId id="256" r:id="rId3"/>
    <p:sldId id="360" r:id="rId4"/>
    <p:sldId id="361" r:id="rId5"/>
    <p:sldId id="397" r:id="rId6"/>
    <p:sldId id="364" r:id="rId7"/>
    <p:sldId id="398" r:id="rId8"/>
    <p:sldId id="365" r:id="rId9"/>
    <p:sldId id="366" r:id="rId10"/>
    <p:sldId id="367" r:id="rId11"/>
    <p:sldId id="368" r:id="rId12"/>
    <p:sldId id="369" r:id="rId13"/>
    <p:sldId id="370" r:id="rId14"/>
    <p:sldId id="400" r:id="rId15"/>
    <p:sldId id="371" r:id="rId16"/>
    <p:sldId id="372" r:id="rId17"/>
    <p:sldId id="373" r:id="rId18"/>
    <p:sldId id="401" r:id="rId19"/>
    <p:sldId id="374" r:id="rId20"/>
    <p:sldId id="375" r:id="rId21"/>
    <p:sldId id="376" r:id="rId22"/>
    <p:sldId id="377" r:id="rId23"/>
    <p:sldId id="378" r:id="rId24"/>
    <p:sldId id="379" r:id="rId25"/>
    <p:sldId id="380" r:id="rId26"/>
    <p:sldId id="381" r:id="rId27"/>
    <p:sldId id="382" r:id="rId28"/>
    <p:sldId id="383" r:id="rId29"/>
    <p:sldId id="384" r:id="rId30"/>
    <p:sldId id="405" r:id="rId31"/>
    <p:sldId id="385" r:id="rId32"/>
    <p:sldId id="386" r:id="rId33"/>
    <p:sldId id="406" r:id="rId34"/>
    <p:sldId id="388" r:id="rId35"/>
    <p:sldId id="389" r:id="rId36"/>
    <p:sldId id="390" r:id="rId37"/>
    <p:sldId id="391" r:id="rId38"/>
    <p:sldId id="395" r:id="rId39"/>
    <p:sldId id="396" r:id="rId40"/>
  </p:sldIdLst>
  <p:sldSz cx="9144000" cy="5143500" type="screen16x9"/>
  <p:notesSz cx="6858000" cy="9144000"/>
  <p:embeddedFontLst>
    <p:embeddedFont>
      <p:font typeface="MyricaM M" panose="020B0600070205080204" charset="-128"/>
      <p:regular r:id="rId43"/>
    </p:embeddedFont>
    <p:embeddedFont>
      <p:font typeface="Meiryo" panose="020B0604030504040204" pitchFamily="50" charset="-128"/>
      <p:regular r:id="rId44"/>
      <p:bold r:id="rId45"/>
      <p:italic r:id="rId46"/>
      <p:boldItalic r:id="rId47"/>
    </p:embeddedFont>
    <p:embeddedFont>
      <p:font typeface="BIZ UDゴシック" panose="020B0400000000000000" pitchFamily="49" charset="-128"/>
      <p:regular r:id="rId48"/>
      <p:bold r:id="rId49"/>
    </p:embeddedFont>
    <p:embeddedFont>
      <p:font typeface="Gill Sans Ultra Bold" panose="020B0A02020104020203" pitchFamily="34" charset="0"/>
      <p:regular r:id="rId50"/>
    </p:embeddedFont>
    <p:embeddedFont>
      <p:font typeface="HGP創英角ﾎﾟｯﾌﾟ体" panose="040B0A00000000000000" pitchFamily="50" charset="-128"/>
      <p:regular r:id="rId51"/>
    </p:embeddedFont>
    <p:embeddedFont>
      <p:font typeface="HGS創英角ﾎﾟｯﾌﾟ体" panose="040B0A00000000000000" pitchFamily="50" charset="-128"/>
      <p:regular r:id="rId52"/>
    </p:embeddedFont>
    <p:embeddedFont>
      <p:font typeface="Lato" panose="020F0502020204030203" pitchFamily="34" charset="0"/>
      <p:regular r:id="rId53"/>
    </p:embeddedFont>
    <p:embeddedFont>
      <p:font typeface="Montserrat" panose="00000500000000000000" pitchFamily="2" charset="0"/>
      <p:regular r:id="rId54"/>
      <p:bold r:id="rId55"/>
      <p:italic r:id="rId56"/>
      <p:boldItalic r:id="rId57"/>
    </p:embeddedFont>
    <p:embeddedFont>
      <p:font typeface="Quattrocento Sans" panose="020B0502050000020003" pitchFamily="34" charset="0"/>
      <p:regular r:id="rId58"/>
      <p:bold r:id="rId59"/>
      <p:italic r:id="rId60"/>
      <p:boldItalic r:id="rId61"/>
    </p:embeddedFont>
    <p:embeddedFont>
      <p:font typeface="游ゴシック" panose="020B0400000000000000" pitchFamily="50" charset="-128"/>
      <p:regular r:id="rId62"/>
      <p:bold r:id="rId6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0000"/>
    <a:srgbClr val="000000"/>
    <a:srgbClr val="FF0000"/>
    <a:srgbClr val="FF9900"/>
    <a:srgbClr val="7D7D7D"/>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DAC1B92-06B8-4DD9-B31C-A81573C5778B}">
  <a:tblStyle styleId="{CDAC1B92-06B8-4DD9-B31C-A81573C5778B}"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淡色スタイル 3 - アクセント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75DCB02-9BB8-47FD-8907-85C794F793BA}" styleName="テーマ スタイル 1 - アクセント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39" autoAdjust="0"/>
    <p:restoredTop sz="95717" autoAdjust="0"/>
  </p:normalViewPr>
  <p:slideViewPr>
    <p:cSldViewPr snapToGrid="0">
      <p:cViewPr varScale="1">
        <p:scale>
          <a:sx n="104" d="100"/>
          <a:sy n="104" d="100"/>
        </p:scale>
        <p:origin x="552" y="102"/>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notesViewPr>
    <p:cSldViewPr snapToGrid="0">
      <p:cViewPr varScale="1">
        <p:scale>
          <a:sx n="52" d="100"/>
          <a:sy n="52" d="100"/>
        </p:scale>
        <p:origin x="2862" y="8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font" Target="fonts/font13.fntdata"/><Relationship Id="rId63" Type="http://schemas.openxmlformats.org/officeDocument/2006/relationships/font" Target="fonts/font21.fntdata"/><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font" Target="fonts/font16.fntdata"/><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19.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font" Target="fonts/font14.fntdata"/><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59" Type="http://schemas.openxmlformats.org/officeDocument/2006/relationships/font" Target="fonts/font17.fntdata"/><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 Id="rId54" Type="http://schemas.openxmlformats.org/officeDocument/2006/relationships/font" Target="fonts/font12.fntdata"/><Relationship Id="rId62" Type="http://schemas.openxmlformats.org/officeDocument/2006/relationships/font" Target="fonts/font2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57" Type="http://schemas.openxmlformats.org/officeDocument/2006/relationships/font" Target="fonts/font1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 Id="rId60" Type="http://schemas.openxmlformats.org/officeDocument/2006/relationships/font" Target="fonts/font18.fntdata"/><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半田 拓哉" userId="1e4433e6-5c02-4084-a745-ce0b57f2b267" providerId="ADAL" clId="{5274F3E9-C56F-41A2-A17C-BCBE21A62E50}"/>
    <pc:docChg chg="modSld">
      <pc:chgData name="半田 拓哉" userId="1e4433e6-5c02-4084-a745-ce0b57f2b267" providerId="ADAL" clId="{5274F3E9-C56F-41A2-A17C-BCBE21A62E50}" dt="2022-03-30T01:25:50.192" v="5" actId="5793"/>
      <pc:docMkLst>
        <pc:docMk/>
      </pc:docMkLst>
      <pc:sldChg chg="modSp mod">
        <pc:chgData name="半田 拓哉" userId="1e4433e6-5c02-4084-a745-ce0b57f2b267" providerId="ADAL" clId="{5274F3E9-C56F-41A2-A17C-BCBE21A62E50}" dt="2022-03-30T01:25:41.913" v="3" actId="5793"/>
        <pc:sldMkLst>
          <pc:docMk/>
          <pc:sldMk cId="1668843990" sldId="360"/>
        </pc:sldMkLst>
        <pc:spChg chg="mod">
          <ac:chgData name="半田 拓哉" userId="1e4433e6-5c02-4084-a745-ce0b57f2b267" providerId="ADAL" clId="{5274F3E9-C56F-41A2-A17C-BCBE21A62E50}" dt="2022-03-30T01:25:41.913" v="3" actId="5793"/>
          <ac:spMkLst>
            <pc:docMk/>
            <pc:sldMk cId="1668843990" sldId="360"/>
            <ac:spMk id="9" creationId="{A4832727-EA7F-44D6-A9F2-E4AE0246960A}"/>
          </ac:spMkLst>
        </pc:spChg>
      </pc:sldChg>
      <pc:sldChg chg="modSp mod">
        <pc:chgData name="半田 拓哉" userId="1e4433e6-5c02-4084-a745-ce0b57f2b267" providerId="ADAL" clId="{5274F3E9-C56F-41A2-A17C-BCBE21A62E50}" dt="2022-03-30T01:25:50.192" v="5" actId="5793"/>
        <pc:sldMkLst>
          <pc:docMk/>
          <pc:sldMk cId="267129399" sldId="361"/>
        </pc:sldMkLst>
        <pc:spChg chg="mod">
          <ac:chgData name="半田 拓哉" userId="1e4433e6-5c02-4084-a745-ce0b57f2b267" providerId="ADAL" clId="{5274F3E9-C56F-41A2-A17C-BCBE21A62E50}" dt="2022-03-30T01:25:50.192" v="5" actId="5793"/>
          <ac:spMkLst>
            <pc:docMk/>
            <pc:sldMk cId="267129399" sldId="361"/>
            <ac:spMk id="6" creationId="{D0F3BEAC-A5EA-4EE4-95C7-0AEC1107FD29}"/>
          </ac:spMkLst>
        </pc:spChg>
      </pc:sldChg>
    </pc:docChg>
  </pc:docChgLst>
  <pc:docChgLst>
    <pc:chgData name="鈴木 秀規" userId="f68c5fd9-22d5-4c0a-9833-7fb0f5135313" providerId="ADAL" clId="{BE39BC92-915D-4BE9-AEA4-43CFA5564052}"/>
    <pc:docChg chg="undo custSel addSld delSld modSld">
      <pc:chgData name="鈴木 秀規" userId="f68c5fd9-22d5-4c0a-9833-7fb0f5135313" providerId="ADAL" clId="{BE39BC92-915D-4BE9-AEA4-43CFA5564052}" dt="2021-01-28T04:49:57.117" v="1481" actId="2696"/>
      <pc:docMkLst>
        <pc:docMk/>
      </pc:docMkLst>
      <pc:sldChg chg="modSp mod">
        <pc:chgData name="鈴木 秀規" userId="f68c5fd9-22d5-4c0a-9833-7fb0f5135313" providerId="ADAL" clId="{BE39BC92-915D-4BE9-AEA4-43CFA5564052}" dt="2021-01-28T02:07:33.365" v="8" actId="20577"/>
        <pc:sldMkLst>
          <pc:docMk/>
          <pc:sldMk cId="0" sldId="256"/>
        </pc:sldMkLst>
        <pc:spChg chg="mod">
          <ac:chgData name="鈴木 秀規" userId="f68c5fd9-22d5-4c0a-9833-7fb0f5135313" providerId="ADAL" clId="{BE39BC92-915D-4BE9-AEA4-43CFA5564052}" dt="2021-01-28T02:07:33.365" v="8" actId="20577"/>
          <ac:spMkLst>
            <pc:docMk/>
            <pc:sldMk cId="0" sldId="256"/>
            <ac:spMk id="56" creationId="{00000000-0000-0000-0000-000000000000}"/>
          </ac:spMkLst>
        </pc:spChg>
      </pc:sldChg>
      <pc:sldChg chg="del">
        <pc:chgData name="鈴木 秀規" userId="f68c5fd9-22d5-4c0a-9833-7fb0f5135313" providerId="ADAL" clId="{BE39BC92-915D-4BE9-AEA4-43CFA5564052}" dt="2021-01-28T02:09:51.679" v="33" actId="2696"/>
        <pc:sldMkLst>
          <pc:docMk/>
          <pc:sldMk cId="1859091905" sldId="362"/>
        </pc:sldMkLst>
      </pc:sldChg>
      <pc:sldChg chg="del">
        <pc:chgData name="鈴木 秀規" userId="f68c5fd9-22d5-4c0a-9833-7fb0f5135313" providerId="ADAL" clId="{BE39BC92-915D-4BE9-AEA4-43CFA5564052}" dt="2021-01-28T02:07:53.316" v="9" actId="2696"/>
        <pc:sldMkLst>
          <pc:docMk/>
          <pc:sldMk cId="2294830573" sldId="363"/>
        </pc:sldMkLst>
      </pc:sldChg>
      <pc:sldChg chg="addSp delSp modSp new mod modClrScheme chgLayout">
        <pc:chgData name="鈴木 秀規" userId="f68c5fd9-22d5-4c0a-9833-7fb0f5135313" providerId="ADAL" clId="{BE39BC92-915D-4BE9-AEA4-43CFA5564052}" dt="2021-01-28T02:09:40.539" v="32" actId="207"/>
        <pc:sldMkLst>
          <pc:docMk/>
          <pc:sldMk cId="2397736379" sldId="363"/>
        </pc:sldMkLst>
        <pc:spChg chg="del mod ord">
          <ac:chgData name="鈴木 秀規" userId="f68c5fd9-22d5-4c0a-9833-7fb0f5135313" providerId="ADAL" clId="{BE39BC92-915D-4BE9-AEA4-43CFA5564052}" dt="2021-01-28T02:08:17.136" v="11" actId="700"/>
          <ac:spMkLst>
            <pc:docMk/>
            <pc:sldMk cId="2397736379" sldId="363"/>
            <ac:spMk id="2" creationId="{ECF94125-F70F-4DFD-9A24-1605B41C084D}"/>
          </ac:spMkLst>
        </pc:spChg>
        <pc:spChg chg="del mod ord">
          <ac:chgData name="鈴木 秀規" userId="f68c5fd9-22d5-4c0a-9833-7fb0f5135313" providerId="ADAL" clId="{BE39BC92-915D-4BE9-AEA4-43CFA5564052}" dt="2021-01-28T02:08:17.136" v="11" actId="700"/>
          <ac:spMkLst>
            <pc:docMk/>
            <pc:sldMk cId="2397736379" sldId="363"/>
            <ac:spMk id="3" creationId="{D95523EC-6C8F-490C-93CB-26DFD358471E}"/>
          </ac:spMkLst>
        </pc:spChg>
        <pc:spChg chg="mod ord">
          <ac:chgData name="鈴木 秀規" userId="f68c5fd9-22d5-4c0a-9833-7fb0f5135313" providerId="ADAL" clId="{BE39BC92-915D-4BE9-AEA4-43CFA5564052}" dt="2021-01-28T02:08:17.136" v="11" actId="700"/>
          <ac:spMkLst>
            <pc:docMk/>
            <pc:sldMk cId="2397736379" sldId="363"/>
            <ac:spMk id="4" creationId="{DE764CD8-0B12-484E-890C-8A5A26296D13}"/>
          </ac:spMkLst>
        </pc:spChg>
        <pc:spChg chg="mod ord">
          <ac:chgData name="鈴木 秀規" userId="f68c5fd9-22d5-4c0a-9833-7fb0f5135313" providerId="ADAL" clId="{BE39BC92-915D-4BE9-AEA4-43CFA5564052}" dt="2021-01-28T02:08:17.136" v="11" actId="700"/>
          <ac:spMkLst>
            <pc:docMk/>
            <pc:sldMk cId="2397736379" sldId="363"/>
            <ac:spMk id="5" creationId="{433B62C4-B6B9-4622-B802-69C25D6F2A49}"/>
          </ac:spMkLst>
        </pc:spChg>
        <pc:spChg chg="del">
          <ac:chgData name="鈴木 秀規" userId="f68c5fd9-22d5-4c0a-9833-7fb0f5135313" providerId="ADAL" clId="{BE39BC92-915D-4BE9-AEA4-43CFA5564052}" dt="2021-01-28T02:08:17.136" v="11" actId="700"/>
          <ac:spMkLst>
            <pc:docMk/>
            <pc:sldMk cId="2397736379" sldId="363"/>
            <ac:spMk id="6" creationId="{AB0A71B5-7DD3-4736-905A-46EED9A1D167}"/>
          </ac:spMkLst>
        </pc:spChg>
        <pc:spChg chg="add mod ord">
          <ac:chgData name="鈴木 秀規" userId="f68c5fd9-22d5-4c0a-9833-7fb0f5135313" providerId="ADAL" clId="{BE39BC92-915D-4BE9-AEA4-43CFA5564052}" dt="2021-01-28T02:08:25.553" v="12"/>
          <ac:spMkLst>
            <pc:docMk/>
            <pc:sldMk cId="2397736379" sldId="363"/>
            <ac:spMk id="7" creationId="{9630AD22-E64D-4A96-B059-2AF9F6580C25}"/>
          </ac:spMkLst>
        </pc:spChg>
        <pc:spChg chg="add mod ord">
          <ac:chgData name="鈴木 秀規" userId="f68c5fd9-22d5-4c0a-9833-7fb0f5135313" providerId="ADAL" clId="{BE39BC92-915D-4BE9-AEA4-43CFA5564052}" dt="2021-01-28T02:09:40.539" v="32" actId="207"/>
          <ac:spMkLst>
            <pc:docMk/>
            <pc:sldMk cId="2397736379" sldId="363"/>
            <ac:spMk id="8" creationId="{787CF02A-01AB-4517-BA3E-25572FA82648}"/>
          </ac:spMkLst>
        </pc:spChg>
      </pc:sldChg>
      <pc:sldChg chg="addSp modSp new mod">
        <pc:chgData name="鈴木 秀規" userId="f68c5fd9-22d5-4c0a-9833-7fb0f5135313" providerId="ADAL" clId="{BE39BC92-915D-4BE9-AEA4-43CFA5564052}" dt="2021-01-28T02:12:44.068" v="68" actId="207"/>
        <pc:sldMkLst>
          <pc:docMk/>
          <pc:sldMk cId="655144691" sldId="364"/>
        </pc:sldMkLst>
        <pc:spChg chg="mod">
          <ac:chgData name="鈴木 秀規" userId="f68c5fd9-22d5-4c0a-9833-7fb0f5135313" providerId="ADAL" clId="{BE39BC92-915D-4BE9-AEA4-43CFA5564052}" dt="2021-01-28T02:10:01.652" v="35"/>
          <ac:spMkLst>
            <pc:docMk/>
            <pc:sldMk cId="655144691" sldId="364"/>
            <ac:spMk id="3" creationId="{54E60DEB-3CF0-4D89-AB0B-045AFE2F15B2}"/>
          </ac:spMkLst>
        </pc:spChg>
        <pc:spChg chg="mod">
          <ac:chgData name="鈴木 秀規" userId="f68c5fd9-22d5-4c0a-9833-7fb0f5135313" providerId="ADAL" clId="{BE39BC92-915D-4BE9-AEA4-43CFA5564052}" dt="2021-01-28T02:11:56.237" v="60" actId="14100"/>
          <ac:spMkLst>
            <pc:docMk/>
            <pc:sldMk cId="655144691" sldId="364"/>
            <ac:spMk id="5" creationId="{D4511741-E9E3-4257-8CFE-534B1CA03E7B}"/>
          </ac:spMkLst>
        </pc:spChg>
        <pc:spChg chg="mod">
          <ac:chgData name="鈴木 秀規" userId="f68c5fd9-22d5-4c0a-9833-7fb0f5135313" providerId="ADAL" clId="{BE39BC92-915D-4BE9-AEA4-43CFA5564052}" dt="2021-01-28T02:10:35.039" v="42" actId="2711"/>
          <ac:spMkLst>
            <pc:docMk/>
            <pc:sldMk cId="655144691" sldId="364"/>
            <ac:spMk id="7" creationId="{6DCB21D9-A62A-455C-BDC9-4D9B5095E8ED}"/>
          </ac:spMkLst>
        </pc:spChg>
        <pc:spChg chg="mod">
          <ac:chgData name="鈴木 秀規" userId="f68c5fd9-22d5-4c0a-9833-7fb0f5135313" providerId="ADAL" clId="{BE39BC92-915D-4BE9-AEA4-43CFA5564052}" dt="2021-01-28T02:10:35.039" v="42" actId="2711"/>
          <ac:spMkLst>
            <pc:docMk/>
            <pc:sldMk cId="655144691" sldId="364"/>
            <ac:spMk id="8" creationId="{23C05CFD-5519-42FD-9E09-8924C155AA3B}"/>
          </ac:spMkLst>
        </pc:spChg>
        <pc:spChg chg="mod">
          <ac:chgData name="鈴木 秀規" userId="f68c5fd9-22d5-4c0a-9833-7fb0f5135313" providerId="ADAL" clId="{BE39BC92-915D-4BE9-AEA4-43CFA5564052}" dt="2021-01-28T02:10:35.039" v="42" actId="2711"/>
          <ac:spMkLst>
            <pc:docMk/>
            <pc:sldMk cId="655144691" sldId="364"/>
            <ac:spMk id="9" creationId="{AF9DA8F2-FC02-49C9-9EED-291488A6FDAC}"/>
          </ac:spMkLst>
        </pc:spChg>
        <pc:spChg chg="mod">
          <ac:chgData name="鈴木 秀規" userId="f68c5fd9-22d5-4c0a-9833-7fb0f5135313" providerId="ADAL" clId="{BE39BC92-915D-4BE9-AEA4-43CFA5564052}" dt="2021-01-28T02:10:35.039" v="42" actId="2711"/>
          <ac:spMkLst>
            <pc:docMk/>
            <pc:sldMk cId="655144691" sldId="364"/>
            <ac:spMk id="10" creationId="{F162C742-F2D1-4E3F-B9B5-1B59E1BAF548}"/>
          </ac:spMkLst>
        </pc:spChg>
        <pc:spChg chg="mod">
          <ac:chgData name="鈴木 秀規" userId="f68c5fd9-22d5-4c0a-9833-7fb0f5135313" providerId="ADAL" clId="{BE39BC92-915D-4BE9-AEA4-43CFA5564052}" dt="2021-01-28T02:10:35.039" v="42" actId="2711"/>
          <ac:spMkLst>
            <pc:docMk/>
            <pc:sldMk cId="655144691" sldId="364"/>
            <ac:spMk id="11" creationId="{7F343D24-C241-43FF-85F4-AFF6B6B72916}"/>
          </ac:spMkLst>
        </pc:spChg>
        <pc:spChg chg="mod">
          <ac:chgData name="鈴木 秀規" userId="f68c5fd9-22d5-4c0a-9833-7fb0f5135313" providerId="ADAL" clId="{BE39BC92-915D-4BE9-AEA4-43CFA5564052}" dt="2021-01-28T02:10:35.039" v="42" actId="2711"/>
          <ac:spMkLst>
            <pc:docMk/>
            <pc:sldMk cId="655144691" sldId="364"/>
            <ac:spMk id="12" creationId="{56B27176-02CE-41EA-8E3D-CB068F79DFE4}"/>
          </ac:spMkLst>
        </pc:spChg>
        <pc:spChg chg="mod">
          <ac:chgData name="鈴木 秀規" userId="f68c5fd9-22d5-4c0a-9833-7fb0f5135313" providerId="ADAL" clId="{BE39BC92-915D-4BE9-AEA4-43CFA5564052}" dt="2021-01-28T02:10:35.039" v="42" actId="2711"/>
          <ac:spMkLst>
            <pc:docMk/>
            <pc:sldMk cId="655144691" sldId="364"/>
            <ac:spMk id="13" creationId="{BE7959ED-1898-4CA0-98A9-01976F9401FE}"/>
          </ac:spMkLst>
        </pc:spChg>
        <pc:spChg chg="add mod">
          <ac:chgData name="鈴木 秀規" userId="f68c5fd9-22d5-4c0a-9833-7fb0f5135313" providerId="ADAL" clId="{BE39BC92-915D-4BE9-AEA4-43CFA5564052}" dt="2021-01-28T02:11:49.243" v="58" actId="164"/>
          <ac:spMkLst>
            <pc:docMk/>
            <pc:sldMk cId="655144691" sldId="364"/>
            <ac:spMk id="14" creationId="{115BB9DC-9006-42FC-89B8-95AD8402514F}"/>
          </ac:spMkLst>
        </pc:spChg>
        <pc:spChg chg="add mod">
          <ac:chgData name="鈴木 秀規" userId="f68c5fd9-22d5-4c0a-9833-7fb0f5135313" providerId="ADAL" clId="{BE39BC92-915D-4BE9-AEA4-43CFA5564052}" dt="2021-01-28T02:11:49.243" v="58" actId="164"/>
          <ac:spMkLst>
            <pc:docMk/>
            <pc:sldMk cId="655144691" sldId="364"/>
            <ac:spMk id="15" creationId="{F5252EAB-166B-4928-B8DF-79EE13DE20C2}"/>
          </ac:spMkLst>
        </pc:spChg>
        <pc:spChg chg="add mod">
          <ac:chgData name="鈴木 秀規" userId="f68c5fd9-22d5-4c0a-9833-7fb0f5135313" providerId="ADAL" clId="{BE39BC92-915D-4BE9-AEA4-43CFA5564052}" dt="2021-01-28T02:11:49.243" v="58" actId="164"/>
          <ac:spMkLst>
            <pc:docMk/>
            <pc:sldMk cId="655144691" sldId="364"/>
            <ac:spMk id="16" creationId="{1EBB0533-3B6B-4153-99FF-60DA3A5C87FE}"/>
          </ac:spMkLst>
        </pc:spChg>
        <pc:spChg chg="add mod">
          <ac:chgData name="鈴木 秀規" userId="f68c5fd9-22d5-4c0a-9833-7fb0f5135313" providerId="ADAL" clId="{BE39BC92-915D-4BE9-AEA4-43CFA5564052}" dt="2021-01-28T02:11:49.243" v="58" actId="164"/>
          <ac:spMkLst>
            <pc:docMk/>
            <pc:sldMk cId="655144691" sldId="364"/>
            <ac:spMk id="17" creationId="{E2E073F8-32E6-4D79-8C97-BAB3A6BFE6F8}"/>
          </ac:spMkLst>
        </pc:spChg>
        <pc:spChg chg="add mod">
          <ac:chgData name="鈴木 秀規" userId="f68c5fd9-22d5-4c0a-9833-7fb0f5135313" providerId="ADAL" clId="{BE39BC92-915D-4BE9-AEA4-43CFA5564052}" dt="2021-01-28T02:11:49.243" v="58" actId="164"/>
          <ac:spMkLst>
            <pc:docMk/>
            <pc:sldMk cId="655144691" sldId="364"/>
            <ac:spMk id="18" creationId="{3015448E-7458-44DA-8693-648E12BF0C31}"/>
          </ac:spMkLst>
        </pc:spChg>
        <pc:spChg chg="add mod">
          <ac:chgData name="鈴木 秀規" userId="f68c5fd9-22d5-4c0a-9833-7fb0f5135313" providerId="ADAL" clId="{BE39BC92-915D-4BE9-AEA4-43CFA5564052}" dt="2021-01-28T02:11:49.243" v="58" actId="164"/>
          <ac:spMkLst>
            <pc:docMk/>
            <pc:sldMk cId="655144691" sldId="364"/>
            <ac:spMk id="19" creationId="{3005D83C-B7EC-4DA8-8ECE-3DE2BE5A30E3}"/>
          </ac:spMkLst>
        </pc:spChg>
        <pc:spChg chg="add mod ord">
          <ac:chgData name="鈴木 秀規" userId="f68c5fd9-22d5-4c0a-9833-7fb0f5135313" providerId="ADAL" clId="{BE39BC92-915D-4BE9-AEA4-43CFA5564052}" dt="2021-01-28T02:11:49.243" v="58" actId="164"/>
          <ac:spMkLst>
            <pc:docMk/>
            <pc:sldMk cId="655144691" sldId="364"/>
            <ac:spMk id="20" creationId="{794B0652-4AF5-4519-B01F-F5AE0D5AB1CA}"/>
          </ac:spMkLst>
        </pc:spChg>
        <pc:spChg chg="add mod">
          <ac:chgData name="鈴木 秀規" userId="f68c5fd9-22d5-4c0a-9833-7fb0f5135313" providerId="ADAL" clId="{BE39BC92-915D-4BE9-AEA4-43CFA5564052}" dt="2021-01-28T02:12:44.068" v="68" actId="207"/>
          <ac:spMkLst>
            <pc:docMk/>
            <pc:sldMk cId="655144691" sldId="364"/>
            <ac:spMk id="22" creationId="{6269760F-A874-4513-8213-97598B0F505A}"/>
          </ac:spMkLst>
        </pc:spChg>
        <pc:grpChg chg="add mod">
          <ac:chgData name="鈴木 秀規" userId="f68c5fd9-22d5-4c0a-9833-7fb0f5135313" providerId="ADAL" clId="{BE39BC92-915D-4BE9-AEA4-43CFA5564052}" dt="2021-01-28T02:11:49.243" v="58" actId="164"/>
          <ac:grpSpMkLst>
            <pc:docMk/>
            <pc:sldMk cId="655144691" sldId="364"/>
            <ac:grpSpMk id="6" creationId="{1024C8AB-1378-4703-8FB6-E8F322F41B16}"/>
          </ac:grpSpMkLst>
        </pc:grpChg>
        <pc:grpChg chg="add mod">
          <ac:chgData name="鈴木 秀規" userId="f68c5fd9-22d5-4c0a-9833-7fb0f5135313" providerId="ADAL" clId="{BE39BC92-915D-4BE9-AEA4-43CFA5564052}" dt="2021-01-28T02:11:52.630" v="59" actId="1076"/>
          <ac:grpSpMkLst>
            <pc:docMk/>
            <pc:sldMk cId="655144691" sldId="364"/>
            <ac:grpSpMk id="21" creationId="{7A7ACBB5-4C1B-46A7-927D-81EB144B3E37}"/>
          </ac:grpSpMkLst>
        </pc:grpChg>
      </pc:sldChg>
      <pc:sldChg chg="del">
        <pc:chgData name="鈴木 秀規" userId="f68c5fd9-22d5-4c0a-9833-7fb0f5135313" providerId="ADAL" clId="{BE39BC92-915D-4BE9-AEA4-43CFA5564052}" dt="2021-01-28T02:07:53.316" v="9" actId="2696"/>
        <pc:sldMkLst>
          <pc:docMk/>
          <pc:sldMk cId="1110472243" sldId="364"/>
        </pc:sldMkLst>
      </pc:sldChg>
      <pc:sldChg chg="del">
        <pc:chgData name="鈴木 秀規" userId="f68c5fd9-22d5-4c0a-9833-7fb0f5135313" providerId="ADAL" clId="{BE39BC92-915D-4BE9-AEA4-43CFA5564052}" dt="2021-01-28T02:07:53.316" v="9" actId="2696"/>
        <pc:sldMkLst>
          <pc:docMk/>
          <pc:sldMk cId="2023125260" sldId="365"/>
        </pc:sldMkLst>
      </pc:sldChg>
      <pc:sldChg chg="addSp modSp new mod">
        <pc:chgData name="鈴木 秀規" userId="f68c5fd9-22d5-4c0a-9833-7fb0f5135313" providerId="ADAL" clId="{BE39BC92-915D-4BE9-AEA4-43CFA5564052}" dt="2021-01-28T02:18:54.305" v="324" actId="12385"/>
        <pc:sldMkLst>
          <pc:docMk/>
          <pc:sldMk cId="3025764782" sldId="365"/>
        </pc:sldMkLst>
        <pc:spChg chg="mod">
          <ac:chgData name="鈴木 秀規" userId="f68c5fd9-22d5-4c0a-9833-7fb0f5135313" providerId="ADAL" clId="{BE39BC92-915D-4BE9-AEA4-43CFA5564052}" dt="2021-01-28T02:13:06.887" v="70"/>
          <ac:spMkLst>
            <pc:docMk/>
            <pc:sldMk cId="3025764782" sldId="365"/>
            <ac:spMk id="3" creationId="{6B20F84A-74E9-4AE6-9643-9ED31F4B5BFB}"/>
          </ac:spMkLst>
        </pc:spChg>
        <pc:spChg chg="mod">
          <ac:chgData name="鈴木 秀規" userId="f68c5fd9-22d5-4c0a-9833-7fb0f5135313" providerId="ADAL" clId="{BE39BC92-915D-4BE9-AEA4-43CFA5564052}" dt="2021-01-28T02:14:02.162" v="83" actId="14100"/>
          <ac:spMkLst>
            <pc:docMk/>
            <pc:sldMk cId="3025764782" sldId="365"/>
            <ac:spMk id="5" creationId="{62359AF8-7954-46A8-94DD-32F6059CB2B7}"/>
          </ac:spMkLst>
        </pc:spChg>
        <pc:spChg chg="add mod">
          <ac:chgData name="鈴木 秀規" userId="f68c5fd9-22d5-4c0a-9833-7fb0f5135313" providerId="ADAL" clId="{BE39BC92-915D-4BE9-AEA4-43CFA5564052}" dt="2021-01-28T02:18:20.274" v="323" actId="207"/>
          <ac:spMkLst>
            <pc:docMk/>
            <pc:sldMk cId="3025764782" sldId="365"/>
            <ac:spMk id="7" creationId="{4BB5458C-2295-4333-908D-3684DE458D08}"/>
          </ac:spMkLst>
        </pc:spChg>
        <pc:spChg chg="add mod">
          <ac:chgData name="鈴木 秀規" userId="f68c5fd9-22d5-4c0a-9833-7fb0f5135313" providerId="ADAL" clId="{BE39BC92-915D-4BE9-AEA4-43CFA5564052}" dt="2021-01-28T02:18:20.274" v="323" actId="207"/>
          <ac:spMkLst>
            <pc:docMk/>
            <pc:sldMk cId="3025764782" sldId="365"/>
            <ac:spMk id="8" creationId="{6B2668E2-1D6A-42ED-904A-CC96DFD8A4FA}"/>
          </ac:spMkLst>
        </pc:spChg>
        <pc:spChg chg="add mod">
          <ac:chgData name="鈴木 秀規" userId="f68c5fd9-22d5-4c0a-9833-7fb0f5135313" providerId="ADAL" clId="{BE39BC92-915D-4BE9-AEA4-43CFA5564052}" dt="2021-01-28T02:18:20.274" v="323" actId="207"/>
          <ac:spMkLst>
            <pc:docMk/>
            <pc:sldMk cId="3025764782" sldId="365"/>
            <ac:spMk id="9" creationId="{5A2F7215-6636-4AE3-AE50-5A3767DA50CC}"/>
          </ac:spMkLst>
        </pc:spChg>
        <pc:spChg chg="add mod">
          <ac:chgData name="鈴木 秀規" userId="f68c5fd9-22d5-4c0a-9833-7fb0f5135313" providerId="ADAL" clId="{BE39BC92-915D-4BE9-AEA4-43CFA5564052}" dt="2021-01-28T02:18:20.274" v="323" actId="207"/>
          <ac:spMkLst>
            <pc:docMk/>
            <pc:sldMk cId="3025764782" sldId="365"/>
            <ac:spMk id="10" creationId="{B9A49085-154E-4FAB-9546-485C6C12A9DC}"/>
          </ac:spMkLst>
        </pc:spChg>
        <pc:graphicFrameChg chg="add mod modGraphic">
          <ac:chgData name="鈴木 秀規" userId="f68c5fd9-22d5-4c0a-9833-7fb0f5135313" providerId="ADAL" clId="{BE39BC92-915D-4BE9-AEA4-43CFA5564052}" dt="2021-01-28T02:18:54.305" v="324" actId="12385"/>
          <ac:graphicFrameMkLst>
            <pc:docMk/>
            <pc:sldMk cId="3025764782" sldId="365"/>
            <ac:graphicFrameMk id="6" creationId="{44380A86-AA42-4DB7-A671-620E8EF972B8}"/>
          </ac:graphicFrameMkLst>
        </pc:graphicFrameChg>
      </pc:sldChg>
      <pc:sldChg chg="del">
        <pc:chgData name="鈴木 秀規" userId="f68c5fd9-22d5-4c0a-9833-7fb0f5135313" providerId="ADAL" clId="{BE39BC92-915D-4BE9-AEA4-43CFA5564052}" dt="2021-01-28T02:07:53.316" v="9" actId="2696"/>
        <pc:sldMkLst>
          <pc:docMk/>
          <pc:sldMk cId="597858556" sldId="366"/>
        </pc:sldMkLst>
      </pc:sldChg>
      <pc:sldChg chg="addSp modSp new mod">
        <pc:chgData name="鈴木 秀規" userId="f68c5fd9-22d5-4c0a-9833-7fb0f5135313" providerId="ADAL" clId="{BE39BC92-915D-4BE9-AEA4-43CFA5564052}" dt="2021-01-28T02:21:18.459" v="349" actId="2711"/>
        <pc:sldMkLst>
          <pc:docMk/>
          <pc:sldMk cId="4018965676" sldId="366"/>
        </pc:sldMkLst>
        <pc:spChg chg="mod">
          <ac:chgData name="鈴木 秀規" userId="f68c5fd9-22d5-4c0a-9833-7fb0f5135313" providerId="ADAL" clId="{BE39BC92-915D-4BE9-AEA4-43CFA5564052}" dt="2021-01-28T02:20:00.769" v="326"/>
          <ac:spMkLst>
            <pc:docMk/>
            <pc:sldMk cId="4018965676" sldId="366"/>
            <ac:spMk id="3" creationId="{6065C671-29C1-42DC-9C1E-A88CECEB07A6}"/>
          </ac:spMkLst>
        </pc:spChg>
        <pc:spChg chg="mod">
          <ac:chgData name="鈴木 秀規" userId="f68c5fd9-22d5-4c0a-9833-7fb0f5135313" providerId="ADAL" clId="{BE39BC92-915D-4BE9-AEA4-43CFA5564052}" dt="2021-01-28T02:21:12.195" v="346" actId="14100"/>
          <ac:spMkLst>
            <pc:docMk/>
            <pc:sldMk cId="4018965676" sldId="366"/>
            <ac:spMk id="5" creationId="{35CC0BAD-936C-4EB6-92E1-56B969F9F1E7}"/>
          </ac:spMkLst>
        </pc:spChg>
        <pc:spChg chg="add mod">
          <ac:chgData name="鈴木 秀規" userId="f68c5fd9-22d5-4c0a-9833-7fb0f5135313" providerId="ADAL" clId="{BE39BC92-915D-4BE9-AEA4-43CFA5564052}" dt="2021-01-28T02:21:18.459" v="349" actId="2711"/>
          <ac:spMkLst>
            <pc:docMk/>
            <pc:sldMk cId="4018965676" sldId="366"/>
            <ac:spMk id="6" creationId="{2221DFF8-72C3-4060-B108-4E7A7779EDF8}"/>
          </ac:spMkLst>
        </pc:spChg>
      </pc:sldChg>
      <pc:sldChg chg="addSp delSp modSp new mod">
        <pc:chgData name="鈴木 秀規" userId="f68c5fd9-22d5-4c0a-9833-7fb0f5135313" providerId="ADAL" clId="{BE39BC92-915D-4BE9-AEA4-43CFA5564052}" dt="2021-01-28T03:28:53.898" v="519" actId="207"/>
        <pc:sldMkLst>
          <pc:docMk/>
          <pc:sldMk cId="2327445248" sldId="367"/>
        </pc:sldMkLst>
        <pc:spChg chg="mod">
          <ac:chgData name="鈴木 秀規" userId="f68c5fd9-22d5-4c0a-9833-7fb0f5135313" providerId="ADAL" clId="{BE39BC92-915D-4BE9-AEA4-43CFA5564052}" dt="2021-01-28T02:21:33.854" v="351"/>
          <ac:spMkLst>
            <pc:docMk/>
            <pc:sldMk cId="2327445248" sldId="367"/>
            <ac:spMk id="3" creationId="{DC9775AD-DF08-487A-8150-66A5547804BA}"/>
          </ac:spMkLst>
        </pc:spChg>
        <pc:spChg chg="add del mod">
          <ac:chgData name="鈴木 秀規" userId="f68c5fd9-22d5-4c0a-9833-7fb0f5135313" providerId="ADAL" clId="{BE39BC92-915D-4BE9-AEA4-43CFA5564052}" dt="2021-01-28T02:27:12.713" v="463" actId="1076"/>
          <ac:spMkLst>
            <pc:docMk/>
            <pc:sldMk cId="2327445248" sldId="367"/>
            <ac:spMk id="5" creationId="{F6F2B032-1854-426E-853D-2DDB691ABD42}"/>
          </ac:spMkLst>
        </pc:spChg>
        <pc:spChg chg="add del mod">
          <ac:chgData name="鈴木 秀規" userId="f68c5fd9-22d5-4c0a-9833-7fb0f5135313" providerId="ADAL" clId="{BE39BC92-915D-4BE9-AEA4-43CFA5564052}" dt="2021-01-28T02:23:28.422" v="393" actId="21"/>
          <ac:spMkLst>
            <pc:docMk/>
            <pc:sldMk cId="2327445248" sldId="367"/>
            <ac:spMk id="7" creationId="{2C8121B7-7B73-4CF8-9B38-1985AD6689A3}"/>
          </ac:spMkLst>
        </pc:spChg>
        <pc:spChg chg="add del mod">
          <ac:chgData name="鈴木 秀規" userId="f68c5fd9-22d5-4c0a-9833-7fb0f5135313" providerId="ADAL" clId="{BE39BC92-915D-4BE9-AEA4-43CFA5564052}" dt="2021-01-28T02:23:34.979" v="396"/>
          <ac:spMkLst>
            <pc:docMk/>
            <pc:sldMk cId="2327445248" sldId="367"/>
            <ac:spMk id="8" creationId="{BA8392B6-C7A7-411F-8F37-EA78C90F9C2A}"/>
          </ac:spMkLst>
        </pc:spChg>
        <pc:spChg chg="add mod">
          <ac:chgData name="鈴木 秀規" userId="f68c5fd9-22d5-4c0a-9833-7fb0f5135313" providerId="ADAL" clId="{BE39BC92-915D-4BE9-AEA4-43CFA5564052}" dt="2021-01-28T02:25:33.653" v="447" actId="404"/>
          <ac:spMkLst>
            <pc:docMk/>
            <pc:sldMk cId="2327445248" sldId="367"/>
            <ac:spMk id="9" creationId="{4CD9BE09-5129-4C3B-A4FE-048849E95693}"/>
          </ac:spMkLst>
        </pc:spChg>
        <pc:spChg chg="add mod">
          <ac:chgData name="鈴木 秀規" userId="f68c5fd9-22d5-4c0a-9833-7fb0f5135313" providerId="ADAL" clId="{BE39BC92-915D-4BE9-AEA4-43CFA5564052}" dt="2021-01-28T02:25:33.653" v="447" actId="404"/>
          <ac:spMkLst>
            <pc:docMk/>
            <pc:sldMk cId="2327445248" sldId="367"/>
            <ac:spMk id="10" creationId="{62E7CF24-56CC-47C3-98B0-A46BE86CF153}"/>
          </ac:spMkLst>
        </pc:spChg>
        <pc:spChg chg="add mod">
          <ac:chgData name="鈴木 秀規" userId="f68c5fd9-22d5-4c0a-9833-7fb0f5135313" providerId="ADAL" clId="{BE39BC92-915D-4BE9-AEA4-43CFA5564052}" dt="2021-01-28T02:25:33.653" v="447" actId="404"/>
          <ac:spMkLst>
            <pc:docMk/>
            <pc:sldMk cId="2327445248" sldId="367"/>
            <ac:spMk id="11" creationId="{3FF84382-C8EB-42C6-A379-F156E0D315E0}"/>
          </ac:spMkLst>
        </pc:spChg>
        <pc:spChg chg="add del mod">
          <ac:chgData name="鈴木 秀規" userId="f68c5fd9-22d5-4c0a-9833-7fb0f5135313" providerId="ADAL" clId="{BE39BC92-915D-4BE9-AEA4-43CFA5564052}" dt="2021-01-28T02:24:03.238" v="399" actId="478"/>
          <ac:spMkLst>
            <pc:docMk/>
            <pc:sldMk cId="2327445248" sldId="367"/>
            <ac:spMk id="12" creationId="{9D56C091-0C55-4440-9277-678FBEDFEE53}"/>
          </ac:spMkLst>
        </pc:spChg>
        <pc:spChg chg="add del mod">
          <ac:chgData name="鈴木 秀規" userId="f68c5fd9-22d5-4c0a-9833-7fb0f5135313" providerId="ADAL" clId="{BE39BC92-915D-4BE9-AEA4-43CFA5564052}" dt="2021-01-28T02:24:03.238" v="399" actId="478"/>
          <ac:spMkLst>
            <pc:docMk/>
            <pc:sldMk cId="2327445248" sldId="367"/>
            <ac:spMk id="13" creationId="{41C9036D-466D-473F-9CBD-EF7336C0B96B}"/>
          </ac:spMkLst>
        </pc:spChg>
        <pc:spChg chg="add del mod">
          <ac:chgData name="鈴木 秀規" userId="f68c5fd9-22d5-4c0a-9833-7fb0f5135313" providerId="ADAL" clId="{BE39BC92-915D-4BE9-AEA4-43CFA5564052}" dt="2021-01-28T02:24:03.238" v="399" actId="478"/>
          <ac:spMkLst>
            <pc:docMk/>
            <pc:sldMk cId="2327445248" sldId="367"/>
            <ac:spMk id="14" creationId="{C85FBBCE-6672-47F7-ABB4-F250306F30B3}"/>
          </ac:spMkLst>
        </pc:spChg>
        <pc:spChg chg="add mod">
          <ac:chgData name="鈴木 秀規" userId="f68c5fd9-22d5-4c0a-9833-7fb0f5135313" providerId="ADAL" clId="{BE39BC92-915D-4BE9-AEA4-43CFA5564052}" dt="2021-01-28T02:25:36.319" v="448" actId="20577"/>
          <ac:spMkLst>
            <pc:docMk/>
            <pc:sldMk cId="2327445248" sldId="367"/>
            <ac:spMk id="15" creationId="{06BC60B0-1315-4548-80FD-D156800B6A3C}"/>
          </ac:spMkLst>
        </pc:spChg>
        <pc:spChg chg="add mod">
          <ac:chgData name="鈴木 秀規" userId="f68c5fd9-22d5-4c0a-9833-7fb0f5135313" providerId="ADAL" clId="{BE39BC92-915D-4BE9-AEA4-43CFA5564052}" dt="2021-01-28T03:28:03.464" v="503" actId="1076"/>
          <ac:spMkLst>
            <pc:docMk/>
            <pc:sldMk cId="2327445248" sldId="367"/>
            <ac:spMk id="16" creationId="{324C1AE3-2904-4520-828A-7F5E0D2E112C}"/>
          </ac:spMkLst>
        </pc:spChg>
        <pc:spChg chg="add del mod">
          <ac:chgData name="鈴木 秀規" userId="f68c5fd9-22d5-4c0a-9833-7fb0f5135313" providerId="ADAL" clId="{BE39BC92-915D-4BE9-AEA4-43CFA5564052}" dt="2021-01-28T03:27:55.954" v="502" actId="478"/>
          <ac:spMkLst>
            <pc:docMk/>
            <pc:sldMk cId="2327445248" sldId="367"/>
            <ac:spMk id="17" creationId="{D290F318-A1F7-4790-B832-EEA027B26901}"/>
          </ac:spMkLst>
        </pc:spChg>
        <pc:spChg chg="add mod">
          <ac:chgData name="鈴木 秀規" userId="f68c5fd9-22d5-4c0a-9833-7fb0f5135313" providerId="ADAL" clId="{BE39BC92-915D-4BE9-AEA4-43CFA5564052}" dt="2021-01-28T03:28:53.898" v="519" actId="207"/>
          <ac:spMkLst>
            <pc:docMk/>
            <pc:sldMk cId="2327445248" sldId="367"/>
            <ac:spMk id="18" creationId="{01407575-3DFD-4109-94C2-A5F86AC9B86C}"/>
          </ac:spMkLst>
        </pc:spChg>
      </pc:sldChg>
      <pc:sldChg chg="del">
        <pc:chgData name="鈴木 秀規" userId="f68c5fd9-22d5-4c0a-9833-7fb0f5135313" providerId="ADAL" clId="{BE39BC92-915D-4BE9-AEA4-43CFA5564052}" dt="2021-01-28T02:07:53.316" v="9" actId="2696"/>
        <pc:sldMkLst>
          <pc:docMk/>
          <pc:sldMk cId="3532048317" sldId="367"/>
        </pc:sldMkLst>
      </pc:sldChg>
      <pc:sldChg chg="addSp modSp new mod">
        <pc:chgData name="鈴木 秀規" userId="f68c5fd9-22d5-4c0a-9833-7fb0f5135313" providerId="ADAL" clId="{BE39BC92-915D-4BE9-AEA4-43CFA5564052}" dt="2021-01-28T03:30:10.927" v="537" actId="1076"/>
        <pc:sldMkLst>
          <pc:docMk/>
          <pc:sldMk cId="19046241" sldId="368"/>
        </pc:sldMkLst>
        <pc:spChg chg="mod">
          <ac:chgData name="鈴木 秀規" userId="f68c5fd9-22d5-4c0a-9833-7fb0f5135313" providerId="ADAL" clId="{BE39BC92-915D-4BE9-AEA4-43CFA5564052}" dt="2021-01-28T02:27:52.380" v="467"/>
          <ac:spMkLst>
            <pc:docMk/>
            <pc:sldMk cId="19046241" sldId="368"/>
            <ac:spMk id="3" creationId="{FC9C1281-C10D-4E7F-9AF6-89FF603B4C74}"/>
          </ac:spMkLst>
        </pc:spChg>
        <pc:spChg chg="mod">
          <ac:chgData name="鈴木 秀規" userId="f68c5fd9-22d5-4c0a-9833-7fb0f5135313" providerId="ADAL" clId="{BE39BC92-915D-4BE9-AEA4-43CFA5564052}" dt="2021-01-28T02:29:30.132" v="499" actId="14100"/>
          <ac:spMkLst>
            <pc:docMk/>
            <pc:sldMk cId="19046241" sldId="368"/>
            <ac:spMk id="5" creationId="{AB608DCD-A62C-492B-9BD6-076E4C270D07}"/>
          </ac:spMkLst>
        </pc:spChg>
        <pc:spChg chg="add mod">
          <ac:chgData name="鈴木 秀規" userId="f68c5fd9-22d5-4c0a-9833-7fb0f5135313" providerId="ADAL" clId="{BE39BC92-915D-4BE9-AEA4-43CFA5564052}" dt="2021-01-28T03:29:06.399" v="520"/>
          <ac:spMkLst>
            <pc:docMk/>
            <pc:sldMk cId="19046241" sldId="368"/>
            <ac:spMk id="6" creationId="{4A907D25-C3F3-4AC4-87A1-486B8B2AD49A}"/>
          </ac:spMkLst>
        </pc:spChg>
        <pc:spChg chg="add mod">
          <ac:chgData name="鈴木 秀規" userId="f68c5fd9-22d5-4c0a-9833-7fb0f5135313" providerId="ADAL" clId="{BE39BC92-915D-4BE9-AEA4-43CFA5564052}" dt="2021-01-28T03:29:06.399" v="520"/>
          <ac:spMkLst>
            <pc:docMk/>
            <pc:sldMk cId="19046241" sldId="368"/>
            <ac:spMk id="7" creationId="{811BFB9F-6064-4F41-AF6E-1F3F16C39BAB}"/>
          </ac:spMkLst>
        </pc:spChg>
        <pc:spChg chg="add mod">
          <ac:chgData name="鈴木 秀規" userId="f68c5fd9-22d5-4c0a-9833-7fb0f5135313" providerId="ADAL" clId="{BE39BC92-915D-4BE9-AEA4-43CFA5564052}" dt="2021-01-28T03:29:06.399" v="520"/>
          <ac:spMkLst>
            <pc:docMk/>
            <pc:sldMk cId="19046241" sldId="368"/>
            <ac:spMk id="8" creationId="{A2238F6F-B629-40F1-AFFC-F83AFCF0A03E}"/>
          </ac:spMkLst>
        </pc:spChg>
        <pc:spChg chg="add mod">
          <ac:chgData name="鈴木 秀規" userId="f68c5fd9-22d5-4c0a-9833-7fb0f5135313" providerId="ADAL" clId="{BE39BC92-915D-4BE9-AEA4-43CFA5564052}" dt="2021-01-28T03:29:06.399" v="520"/>
          <ac:spMkLst>
            <pc:docMk/>
            <pc:sldMk cId="19046241" sldId="368"/>
            <ac:spMk id="9" creationId="{C72FE042-B436-4C24-96D7-09A90D6817E1}"/>
          </ac:spMkLst>
        </pc:spChg>
        <pc:spChg chg="add mod">
          <ac:chgData name="鈴木 秀規" userId="f68c5fd9-22d5-4c0a-9833-7fb0f5135313" providerId="ADAL" clId="{BE39BC92-915D-4BE9-AEA4-43CFA5564052}" dt="2021-01-28T03:29:06.399" v="520"/>
          <ac:spMkLst>
            <pc:docMk/>
            <pc:sldMk cId="19046241" sldId="368"/>
            <ac:spMk id="10" creationId="{3C3D1B91-4159-44EA-8500-9DEE12086EEF}"/>
          </ac:spMkLst>
        </pc:spChg>
        <pc:spChg chg="add mod">
          <ac:chgData name="鈴木 秀規" userId="f68c5fd9-22d5-4c0a-9833-7fb0f5135313" providerId="ADAL" clId="{BE39BC92-915D-4BE9-AEA4-43CFA5564052}" dt="2021-01-28T03:29:06.399" v="520"/>
          <ac:spMkLst>
            <pc:docMk/>
            <pc:sldMk cId="19046241" sldId="368"/>
            <ac:spMk id="11" creationId="{3BF806A8-C064-4CFC-BC1C-692B306EB673}"/>
          </ac:spMkLst>
        </pc:spChg>
        <pc:spChg chg="add mod">
          <ac:chgData name="鈴木 秀規" userId="f68c5fd9-22d5-4c0a-9833-7fb0f5135313" providerId="ADAL" clId="{BE39BC92-915D-4BE9-AEA4-43CFA5564052}" dt="2021-01-28T03:29:51.219" v="531" actId="1076"/>
          <ac:spMkLst>
            <pc:docMk/>
            <pc:sldMk cId="19046241" sldId="368"/>
            <ac:spMk id="12" creationId="{EE3B6725-EF61-4BAF-B319-7E7756E54D92}"/>
          </ac:spMkLst>
        </pc:spChg>
        <pc:spChg chg="add mod">
          <ac:chgData name="鈴木 秀規" userId="f68c5fd9-22d5-4c0a-9833-7fb0f5135313" providerId="ADAL" clId="{BE39BC92-915D-4BE9-AEA4-43CFA5564052}" dt="2021-01-28T03:30:10.927" v="537" actId="1076"/>
          <ac:spMkLst>
            <pc:docMk/>
            <pc:sldMk cId="19046241" sldId="368"/>
            <ac:spMk id="13" creationId="{DB8999FD-C198-4B59-8093-E336EA6D9961}"/>
          </ac:spMkLst>
        </pc:spChg>
      </pc:sldChg>
      <pc:sldChg chg="del">
        <pc:chgData name="鈴木 秀規" userId="f68c5fd9-22d5-4c0a-9833-7fb0f5135313" providerId="ADAL" clId="{BE39BC92-915D-4BE9-AEA4-43CFA5564052}" dt="2021-01-28T02:07:53.316" v="9" actId="2696"/>
        <pc:sldMkLst>
          <pc:docMk/>
          <pc:sldMk cId="1946457624" sldId="368"/>
        </pc:sldMkLst>
      </pc:sldChg>
      <pc:sldChg chg="addSp modSp new mod">
        <pc:chgData name="鈴木 秀規" userId="f68c5fd9-22d5-4c0a-9833-7fb0f5135313" providerId="ADAL" clId="{BE39BC92-915D-4BE9-AEA4-43CFA5564052}" dt="2021-01-28T03:33:18.002" v="572" actId="2085"/>
        <pc:sldMkLst>
          <pc:docMk/>
          <pc:sldMk cId="1634234875" sldId="369"/>
        </pc:sldMkLst>
        <pc:spChg chg="mod">
          <ac:chgData name="鈴木 秀規" userId="f68c5fd9-22d5-4c0a-9833-7fb0f5135313" providerId="ADAL" clId="{BE39BC92-915D-4BE9-AEA4-43CFA5564052}" dt="2021-01-28T03:30:30.967" v="539"/>
          <ac:spMkLst>
            <pc:docMk/>
            <pc:sldMk cId="1634234875" sldId="369"/>
            <ac:spMk id="3" creationId="{369F2C59-9C4F-4D1E-A16E-5DA411534166}"/>
          </ac:spMkLst>
        </pc:spChg>
        <pc:spChg chg="mod">
          <ac:chgData name="鈴木 秀規" userId="f68c5fd9-22d5-4c0a-9833-7fb0f5135313" providerId="ADAL" clId="{BE39BC92-915D-4BE9-AEA4-43CFA5564052}" dt="2021-01-28T03:31:04.668" v="547" actId="207"/>
          <ac:spMkLst>
            <pc:docMk/>
            <pc:sldMk cId="1634234875" sldId="369"/>
            <ac:spMk id="5" creationId="{098CDAD6-FA90-48E9-B182-AA7C0CD3A137}"/>
          </ac:spMkLst>
        </pc:spChg>
        <pc:spChg chg="add mod">
          <ac:chgData name="鈴木 秀規" userId="f68c5fd9-22d5-4c0a-9833-7fb0f5135313" providerId="ADAL" clId="{BE39BC92-915D-4BE9-AEA4-43CFA5564052}" dt="2021-01-28T03:31:21.876" v="549" actId="1076"/>
          <ac:spMkLst>
            <pc:docMk/>
            <pc:sldMk cId="1634234875" sldId="369"/>
            <ac:spMk id="6" creationId="{3E01E329-2738-42A5-8FF4-5B7EBA58EC55}"/>
          </ac:spMkLst>
        </pc:spChg>
        <pc:spChg chg="add mod">
          <ac:chgData name="鈴木 秀規" userId="f68c5fd9-22d5-4c0a-9833-7fb0f5135313" providerId="ADAL" clId="{BE39BC92-915D-4BE9-AEA4-43CFA5564052}" dt="2021-01-28T03:31:21.876" v="549" actId="1076"/>
          <ac:spMkLst>
            <pc:docMk/>
            <pc:sldMk cId="1634234875" sldId="369"/>
            <ac:spMk id="7" creationId="{5B9AD53B-6CEC-4F36-9321-E13020D82304}"/>
          </ac:spMkLst>
        </pc:spChg>
        <pc:spChg chg="add mod">
          <ac:chgData name="鈴木 秀規" userId="f68c5fd9-22d5-4c0a-9833-7fb0f5135313" providerId="ADAL" clId="{BE39BC92-915D-4BE9-AEA4-43CFA5564052}" dt="2021-01-28T03:31:21.876" v="549" actId="1076"/>
          <ac:spMkLst>
            <pc:docMk/>
            <pc:sldMk cId="1634234875" sldId="369"/>
            <ac:spMk id="8" creationId="{964239B4-F145-43F4-B627-067A33FB9E97}"/>
          </ac:spMkLst>
        </pc:spChg>
        <pc:spChg chg="add mod">
          <ac:chgData name="鈴木 秀規" userId="f68c5fd9-22d5-4c0a-9833-7fb0f5135313" providerId="ADAL" clId="{BE39BC92-915D-4BE9-AEA4-43CFA5564052}" dt="2021-01-28T03:31:21.876" v="549" actId="1076"/>
          <ac:spMkLst>
            <pc:docMk/>
            <pc:sldMk cId="1634234875" sldId="369"/>
            <ac:spMk id="9" creationId="{FE42A2C2-EB89-46D7-B9EE-6692EED9C6CC}"/>
          </ac:spMkLst>
        </pc:spChg>
        <pc:spChg chg="add mod">
          <ac:chgData name="鈴木 秀規" userId="f68c5fd9-22d5-4c0a-9833-7fb0f5135313" providerId="ADAL" clId="{BE39BC92-915D-4BE9-AEA4-43CFA5564052}" dt="2021-01-28T03:31:21.876" v="549" actId="1076"/>
          <ac:spMkLst>
            <pc:docMk/>
            <pc:sldMk cId="1634234875" sldId="369"/>
            <ac:spMk id="10" creationId="{37D45E4F-836C-479A-8ABF-FFB655B3CE29}"/>
          </ac:spMkLst>
        </pc:spChg>
        <pc:spChg chg="add mod">
          <ac:chgData name="鈴木 秀規" userId="f68c5fd9-22d5-4c0a-9833-7fb0f5135313" providerId="ADAL" clId="{BE39BC92-915D-4BE9-AEA4-43CFA5564052}" dt="2021-01-28T03:31:21.876" v="549" actId="1076"/>
          <ac:spMkLst>
            <pc:docMk/>
            <pc:sldMk cId="1634234875" sldId="369"/>
            <ac:spMk id="11" creationId="{497CE668-D349-4D89-AE31-FFABE8A54804}"/>
          </ac:spMkLst>
        </pc:spChg>
        <pc:spChg chg="add mod">
          <ac:chgData name="鈴木 秀規" userId="f68c5fd9-22d5-4c0a-9833-7fb0f5135313" providerId="ADAL" clId="{BE39BC92-915D-4BE9-AEA4-43CFA5564052}" dt="2021-01-28T03:31:21.876" v="549" actId="1076"/>
          <ac:spMkLst>
            <pc:docMk/>
            <pc:sldMk cId="1634234875" sldId="369"/>
            <ac:spMk id="12" creationId="{0A5F0D82-F981-4288-9DE4-78893C76B455}"/>
          </ac:spMkLst>
        </pc:spChg>
        <pc:spChg chg="add mod">
          <ac:chgData name="鈴木 秀規" userId="f68c5fd9-22d5-4c0a-9833-7fb0f5135313" providerId="ADAL" clId="{BE39BC92-915D-4BE9-AEA4-43CFA5564052}" dt="2021-01-28T03:31:21.876" v="549" actId="1076"/>
          <ac:spMkLst>
            <pc:docMk/>
            <pc:sldMk cId="1634234875" sldId="369"/>
            <ac:spMk id="13" creationId="{005E43D2-C1DF-41B3-A878-A79AEEDFA23B}"/>
          </ac:spMkLst>
        </pc:spChg>
        <pc:spChg chg="add mod">
          <ac:chgData name="鈴木 秀規" userId="f68c5fd9-22d5-4c0a-9833-7fb0f5135313" providerId="ADAL" clId="{BE39BC92-915D-4BE9-AEA4-43CFA5564052}" dt="2021-01-28T03:33:18.002" v="572" actId="2085"/>
          <ac:spMkLst>
            <pc:docMk/>
            <pc:sldMk cId="1634234875" sldId="369"/>
            <ac:spMk id="16" creationId="{5E12762F-BFC4-4700-934C-7B5033C83A64}"/>
          </ac:spMkLst>
        </pc:spChg>
        <pc:picChg chg="add mod">
          <ac:chgData name="鈴木 秀規" userId="f68c5fd9-22d5-4c0a-9833-7fb0f5135313" providerId="ADAL" clId="{BE39BC92-915D-4BE9-AEA4-43CFA5564052}" dt="2021-01-28T03:33:07.338" v="570" actId="207"/>
          <ac:picMkLst>
            <pc:docMk/>
            <pc:sldMk cId="1634234875" sldId="369"/>
            <ac:picMk id="15" creationId="{495CBC68-4B2C-4DD5-8B0D-0BC0470142E0}"/>
          </ac:picMkLst>
        </pc:picChg>
      </pc:sldChg>
      <pc:sldChg chg="del">
        <pc:chgData name="鈴木 秀規" userId="f68c5fd9-22d5-4c0a-9833-7fb0f5135313" providerId="ADAL" clId="{BE39BC92-915D-4BE9-AEA4-43CFA5564052}" dt="2021-01-28T02:07:53.316" v="9" actId="2696"/>
        <pc:sldMkLst>
          <pc:docMk/>
          <pc:sldMk cId="2558863877" sldId="369"/>
        </pc:sldMkLst>
      </pc:sldChg>
      <pc:sldChg chg="del">
        <pc:chgData name="鈴木 秀規" userId="f68c5fd9-22d5-4c0a-9833-7fb0f5135313" providerId="ADAL" clId="{BE39BC92-915D-4BE9-AEA4-43CFA5564052}" dt="2021-01-28T02:07:53.316" v="9" actId="2696"/>
        <pc:sldMkLst>
          <pc:docMk/>
          <pc:sldMk cId="1008659216" sldId="370"/>
        </pc:sldMkLst>
      </pc:sldChg>
      <pc:sldChg chg="addSp modSp new mod">
        <pc:chgData name="鈴木 秀規" userId="f68c5fd9-22d5-4c0a-9833-7fb0f5135313" providerId="ADAL" clId="{BE39BC92-915D-4BE9-AEA4-43CFA5564052}" dt="2021-01-28T03:36:42.206" v="626" actId="1076"/>
        <pc:sldMkLst>
          <pc:docMk/>
          <pc:sldMk cId="1288993640" sldId="370"/>
        </pc:sldMkLst>
        <pc:spChg chg="mod">
          <ac:chgData name="鈴木 秀規" userId="f68c5fd9-22d5-4c0a-9833-7fb0f5135313" providerId="ADAL" clId="{BE39BC92-915D-4BE9-AEA4-43CFA5564052}" dt="2021-01-28T03:33:37.456" v="574"/>
          <ac:spMkLst>
            <pc:docMk/>
            <pc:sldMk cId="1288993640" sldId="370"/>
            <ac:spMk id="3" creationId="{35721FFA-D1D7-45CF-AF1C-6ADEC50BF982}"/>
          </ac:spMkLst>
        </pc:spChg>
        <pc:spChg chg="mod">
          <ac:chgData name="鈴木 秀規" userId="f68c5fd9-22d5-4c0a-9833-7fb0f5135313" providerId="ADAL" clId="{BE39BC92-915D-4BE9-AEA4-43CFA5564052}" dt="2021-01-28T03:34:54.173" v="597" actId="14100"/>
          <ac:spMkLst>
            <pc:docMk/>
            <pc:sldMk cId="1288993640" sldId="370"/>
            <ac:spMk id="5" creationId="{1ECE987E-1BA6-4C52-A3AE-C83F2C85D3C8}"/>
          </ac:spMkLst>
        </pc:spChg>
        <pc:spChg chg="add mod">
          <ac:chgData name="鈴木 秀規" userId="f68c5fd9-22d5-4c0a-9833-7fb0f5135313" providerId="ADAL" clId="{BE39BC92-915D-4BE9-AEA4-43CFA5564052}" dt="2021-01-28T03:36:35.975" v="625" actId="207"/>
          <ac:spMkLst>
            <pc:docMk/>
            <pc:sldMk cId="1288993640" sldId="370"/>
            <ac:spMk id="7" creationId="{F872DE77-6502-48CB-A358-D937CA5BE6BE}"/>
          </ac:spMkLst>
        </pc:spChg>
        <pc:graphicFrameChg chg="add mod modGraphic">
          <ac:chgData name="鈴木 秀規" userId="f68c5fd9-22d5-4c0a-9833-7fb0f5135313" providerId="ADAL" clId="{BE39BC92-915D-4BE9-AEA4-43CFA5564052}" dt="2021-01-28T03:36:42.206" v="626" actId="1076"/>
          <ac:graphicFrameMkLst>
            <pc:docMk/>
            <pc:sldMk cId="1288993640" sldId="370"/>
            <ac:graphicFrameMk id="6" creationId="{A46328A8-4387-401E-8457-B9D2F8695792}"/>
          </ac:graphicFrameMkLst>
        </pc:graphicFrameChg>
      </pc:sldChg>
      <pc:sldChg chg="addSp delSp modSp new mod">
        <pc:chgData name="鈴木 秀規" userId="f68c5fd9-22d5-4c0a-9833-7fb0f5135313" providerId="ADAL" clId="{BE39BC92-915D-4BE9-AEA4-43CFA5564052}" dt="2021-01-28T03:41:56.755" v="690" actId="1036"/>
        <pc:sldMkLst>
          <pc:docMk/>
          <pc:sldMk cId="269703063" sldId="371"/>
        </pc:sldMkLst>
        <pc:spChg chg="mod">
          <ac:chgData name="鈴木 秀規" userId="f68c5fd9-22d5-4c0a-9833-7fb0f5135313" providerId="ADAL" clId="{BE39BC92-915D-4BE9-AEA4-43CFA5564052}" dt="2021-01-28T03:36:56.465" v="628"/>
          <ac:spMkLst>
            <pc:docMk/>
            <pc:sldMk cId="269703063" sldId="371"/>
            <ac:spMk id="3" creationId="{F28C555D-7085-4A91-ACBC-9F093652BD57}"/>
          </ac:spMkLst>
        </pc:spChg>
        <pc:spChg chg="mod">
          <ac:chgData name="鈴木 秀規" userId="f68c5fd9-22d5-4c0a-9833-7fb0f5135313" providerId="ADAL" clId="{BE39BC92-915D-4BE9-AEA4-43CFA5564052}" dt="2021-01-28T03:37:42.784" v="637" actId="12"/>
          <ac:spMkLst>
            <pc:docMk/>
            <pc:sldMk cId="269703063" sldId="371"/>
            <ac:spMk id="5" creationId="{78D1BDF9-E38D-422F-BA46-821E29D129FB}"/>
          </ac:spMkLst>
        </pc:spChg>
        <pc:spChg chg="add mod">
          <ac:chgData name="鈴木 秀規" userId="f68c5fd9-22d5-4c0a-9833-7fb0f5135313" providerId="ADAL" clId="{BE39BC92-915D-4BE9-AEA4-43CFA5564052}" dt="2021-01-28T03:39:10.765" v="653" actId="1076"/>
          <ac:spMkLst>
            <pc:docMk/>
            <pc:sldMk cId="269703063" sldId="371"/>
            <ac:spMk id="7" creationId="{88A6D309-1FBE-4767-97A5-7F4841AF68E4}"/>
          </ac:spMkLst>
        </pc:spChg>
        <pc:graphicFrameChg chg="add mod modGraphic">
          <ac:chgData name="鈴木 秀規" userId="f68c5fd9-22d5-4c0a-9833-7fb0f5135313" providerId="ADAL" clId="{BE39BC92-915D-4BE9-AEA4-43CFA5564052}" dt="2021-01-28T03:39:05.224" v="652" actId="14100"/>
          <ac:graphicFrameMkLst>
            <pc:docMk/>
            <pc:sldMk cId="269703063" sldId="371"/>
            <ac:graphicFrameMk id="6" creationId="{7DFD3F1E-EB5D-45EC-A16F-D2C68B5B57D5}"/>
          </ac:graphicFrameMkLst>
        </pc:graphicFrameChg>
        <pc:graphicFrameChg chg="add del mod">
          <ac:chgData name="鈴木 秀規" userId="f68c5fd9-22d5-4c0a-9833-7fb0f5135313" providerId="ADAL" clId="{BE39BC92-915D-4BE9-AEA4-43CFA5564052}" dt="2021-01-28T03:38:34.587" v="644" actId="478"/>
          <ac:graphicFrameMkLst>
            <pc:docMk/>
            <pc:sldMk cId="269703063" sldId="371"/>
            <ac:graphicFrameMk id="8" creationId="{E74ECA25-8C4B-403B-BE43-67D2CDCA7083}"/>
          </ac:graphicFrameMkLst>
        </pc:graphicFrameChg>
        <pc:graphicFrameChg chg="add mod modGraphic">
          <ac:chgData name="鈴木 秀規" userId="f68c5fd9-22d5-4c0a-9833-7fb0f5135313" providerId="ADAL" clId="{BE39BC92-915D-4BE9-AEA4-43CFA5564052}" dt="2021-01-28T03:40:41.912" v="677" actId="207"/>
          <ac:graphicFrameMkLst>
            <pc:docMk/>
            <pc:sldMk cId="269703063" sldId="371"/>
            <ac:graphicFrameMk id="9" creationId="{BAC907AF-2C33-4AB2-91B8-BCEAA25ADC4E}"/>
          </ac:graphicFrameMkLst>
        </pc:graphicFrameChg>
        <pc:graphicFrameChg chg="add mod modGraphic">
          <ac:chgData name="鈴木 秀規" userId="f68c5fd9-22d5-4c0a-9833-7fb0f5135313" providerId="ADAL" clId="{BE39BC92-915D-4BE9-AEA4-43CFA5564052}" dt="2021-01-28T03:41:56.755" v="690" actId="1036"/>
          <ac:graphicFrameMkLst>
            <pc:docMk/>
            <pc:sldMk cId="269703063" sldId="371"/>
            <ac:graphicFrameMk id="10" creationId="{2D38E5AD-F13D-4928-BE97-51DCF54ED4D1}"/>
          </ac:graphicFrameMkLst>
        </pc:graphicFrameChg>
      </pc:sldChg>
      <pc:sldChg chg="del">
        <pc:chgData name="鈴木 秀規" userId="f68c5fd9-22d5-4c0a-9833-7fb0f5135313" providerId="ADAL" clId="{BE39BC92-915D-4BE9-AEA4-43CFA5564052}" dt="2021-01-28T02:07:53.316" v="9" actId="2696"/>
        <pc:sldMkLst>
          <pc:docMk/>
          <pc:sldMk cId="3350652435" sldId="371"/>
        </pc:sldMkLst>
      </pc:sldChg>
      <pc:sldChg chg="addSp delSp modSp new mod modClrScheme chgLayout">
        <pc:chgData name="鈴木 秀規" userId="f68c5fd9-22d5-4c0a-9833-7fb0f5135313" providerId="ADAL" clId="{BE39BC92-915D-4BE9-AEA4-43CFA5564052}" dt="2021-01-28T03:47:33.636" v="981" actId="113"/>
        <pc:sldMkLst>
          <pc:docMk/>
          <pc:sldMk cId="2141290884" sldId="372"/>
        </pc:sldMkLst>
        <pc:spChg chg="mod ord">
          <ac:chgData name="鈴木 秀規" userId="f68c5fd9-22d5-4c0a-9833-7fb0f5135313" providerId="ADAL" clId="{BE39BC92-915D-4BE9-AEA4-43CFA5564052}" dt="2021-01-28T03:42:15.366" v="727" actId="700"/>
          <ac:spMkLst>
            <pc:docMk/>
            <pc:sldMk cId="2141290884" sldId="372"/>
            <ac:spMk id="2" creationId="{6A046B87-A81E-4C22-8387-16143B6E20B9}"/>
          </ac:spMkLst>
        </pc:spChg>
        <pc:spChg chg="mod ord">
          <ac:chgData name="鈴木 秀規" userId="f68c5fd9-22d5-4c0a-9833-7fb0f5135313" providerId="ADAL" clId="{BE39BC92-915D-4BE9-AEA4-43CFA5564052}" dt="2021-01-28T03:42:15.366" v="727" actId="700"/>
          <ac:spMkLst>
            <pc:docMk/>
            <pc:sldMk cId="2141290884" sldId="372"/>
            <ac:spMk id="3" creationId="{E9F5DE10-FC9D-4093-A7C7-7D8DAF229C20}"/>
          </ac:spMkLst>
        </pc:spChg>
        <pc:spChg chg="mod ord">
          <ac:chgData name="鈴木 秀規" userId="f68c5fd9-22d5-4c0a-9833-7fb0f5135313" providerId="ADAL" clId="{BE39BC92-915D-4BE9-AEA4-43CFA5564052}" dt="2021-01-28T03:42:15.366" v="727" actId="700"/>
          <ac:spMkLst>
            <pc:docMk/>
            <pc:sldMk cId="2141290884" sldId="372"/>
            <ac:spMk id="4" creationId="{E55A8B9C-9FFF-451E-9382-C1B3EA752028}"/>
          </ac:spMkLst>
        </pc:spChg>
        <pc:spChg chg="del mod ord">
          <ac:chgData name="鈴木 秀規" userId="f68c5fd9-22d5-4c0a-9833-7fb0f5135313" providerId="ADAL" clId="{BE39BC92-915D-4BE9-AEA4-43CFA5564052}" dt="2021-01-28T03:42:15.366" v="727" actId="700"/>
          <ac:spMkLst>
            <pc:docMk/>
            <pc:sldMk cId="2141290884" sldId="372"/>
            <ac:spMk id="5" creationId="{7B9BDC31-9DCA-4560-8DC7-651E5FB7EF63}"/>
          </ac:spMkLst>
        </pc:spChg>
        <pc:spChg chg="add mod ord">
          <ac:chgData name="鈴木 秀規" userId="f68c5fd9-22d5-4c0a-9833-7fb0f5135313" providerId="ADAL" clId="{BE39BC92-915D-4BE9-AEA4-43CFA5564052}" dt="2021-01-28T03:42:55.706" v="819" actId="20577"/>
          <ac:spMkLst>
            <pc:docMk/>
            <pc:sldMk cId="2141290884" sldId="372"/>
            <ac:spMk id="6" creationId="{7EB8D24C-BA49-4E35-9008-7EA7A9DA9F7D}"/>
          </ac:spMkLst>
        </pc:spChg>
        <pc:spChg chg="add mod ord">
          <ac:chgData name="鈴木 秀規" userId="f68c5fd9-22d5-4c0a-9833-7fb0f5135313" providerId="ADAL" clId="{BE39BC92-915D-4BE9-AEA4-43CFA5564052}" dt="2021-01-28T03:47:33.636" v="981" actId="113"/>
          <ac:spMkLst>
            <pc:docMk/>
            <pc:sldMk cId="2141290884" sldId="372"/>
            <ac:spMk id="7" creationId="{BE7D8EEA-841B-4634-959A-C8CF290A3A97}"/>
          </ac:spMkLst>
        </pc:spChg>
      </pc:sldChg>
      <pc:sldChg chg="del">
        <pc:chgData name="鈴木 秀規" userId="f68c5fd9-22d5-4c0a-9833-7fb0f5135313" providerId="ADAL" clId="{BE39BC92-915D-4BE9-AEA4-43CFA5564052}" dt="2021-01-28T02:07:53.316" v="9" actId="2696"/>
        <pc:sldMkLst>
          <pc:docMk/>
          <pc:sldMk cId="3443851444" sldId="372"/>
        </pc:sldMkLst>
      </pc:sldChg>
      <pc:sldChg chg="addSp delSp modSp new mod modClrScheme chgLayout">
        <pc:chgData name="鈴木 秀規" userId="f68c5fd9-22d5-4c0a-9833-7fb0f5135313" providerId="ADAL" clId="{BE39BC92-915D-4BE9-AEA4-43CFA5564052}" dt="2021-01-28T03:53:29.399" v="1069" actId="14100"/>
        <pc:sldMkLst>
          <pc:docMk/>
          <pc:sldMk cId="1104417737" sldId="373"/>
        </pc:sldMkLst>
        <pc:spChg chg="del mod ord">
          <ac:chgData name="鈴木 秀規" userId="f68c5fd9-22d5-4c0a-9833-7fb0f5135313" providerId="ADAL" clId="{BE39BC92-915D-4BE9-AEA4-43CFA5564052}" dt="2021-01-28T03:47:41.928" v="983" actId="700"/>
          <ac:spMkLst>
            <pc:docMk/>
            <pc:sldMk cId="1104417737" sldId="373"/>
            <ac:spMk id="2" creationId="{F626FF5B-9363-415F-ACB2-CFCBB7500313}"/>
          </ac:spMkLst>
        </pc:spChg>
        <pc:spChg chg="mod ord">
          <ac:chgData name="鈴木 秀規" userId="f68c5fd9-22d5-4c0a-9833-7fb0f5135313" providerId="ADAL" clId="{BE39BC92-915D-4BE9-AEA4-43CFA5564052}" dt="2021-01-28T03:47:41.928" v="983" actId="700"/>
          <ac:spMkLst>
            <pc:docMk/>
            <pc:sldMk cId="1104417737" sldId="373"/>
            <ac:spMk id="3" creationId="{305B29A1-0D3C-4926-A08E-218D94F73216}"/>
          </ac:spMkLst>
        </pc:spChg>
        <pc:spChg chg="mod ord">
          <ac:chgData name="鈴木 秀規" userId="f68c5fd9-22d5-4c0a-9833-7fb0f5135313" providerId="ADAL" clId="{BE39BC92-915D-4BE9-AEA4-43CFA5564052}" dt="2021-01-28T03:47:41.928" v="983" actId="700"/>
          <ac:spMkLst>
            <pc:docMk/>
            <pc:sldMk cId="1104417737" sldId="373"/>
            <ac:spMk id="4" creationId="{C94A89B8-7177-4C8A-8497-091DB549B056}"/>
          </ac:spMkLst>
        </pc:spChg>
        <pc:spChg chg="del mod ord">
          <ac:chgData name="鈴木 秀規" userId="f68c5fd9-22d5-4c0a-9833-7fb0f5135313" providerId="ADAL" clId="{BE39BC92-915D-4BE9-AEA4-43CFA5564052}" dt="2021-01-28T03:47:41.928" v="983" actId="700"/>
          <ac:spMkLst>
            <pc:docMk/>
            <pc:sldMk cId="1104417737" sldId="373"/>
            <ac:spMk id="5" creationId="{F8F83B5F-F112-4970-9755-FDA964D52B65}"/>
          </ac:spMkLst>
        </pc:spChg>
        <pc:spChg chg="del">
          <ac:chgData name="鈴木 秀規" userId="f68c5fd9-22d5-4c0a-9833-7fb0f5135313" providerId="ADAL" clId="{BE39BC92-915D-4BE9-AEA4-43CFA5564052}" dt="2021-01-28T03:47:41.928" v="983" actId="700"/>
          <ac:spMkLst>
            <pc:docMk/>
            <pc:sldMk cId="1104417737" sldId="373"/>
            <ac:spMk id="6" creationId="{0CD9AB3B-7C50-4E91-80FB-21D985E640FD}"/>
          </ac:spMkLst>
        </pc:spChg>
        <pc:spChg chg="add mod ord">
          <ac:chgData name="鈴木 秀規" userId="f68c5fd9-22d5-4c0a-9833-7fb0f5135313" providerId="ADAL" clId="{BE39BC92-915D-4BE9-AEA4-43CFA5564052}" dt="2021-01-28T03:47:52.381" v="984"/>
          <ac:spMkLst>
            <pc:docMk/>
            <pc:sldMk cId="1104417737" sldId="373"/>
            <ac:spMk id="7" creationId="{A76FA9C6-E58A-46C8-B4B5-8FB30264AB7D}"/>
          </ac:spMkLst>
        </pc:spChg>
        <pc:spChg chg="add mod ord">
          <ac:chgData name="鈴木 秀規" userId="f68c5fd9-22d5-4c0a-9833-7fb0f5135313" providerId="ADAL" clId="{BE39BC92-915D-4BE9-AEA4-43CFA5564052}" dt="2021-01-28T03:48:15.156" v="991" actId="20577"/>
          <ac:spMkLst>
            <pc:docMk/>
            <pc:sldMk cId="1104417737" sldId="373"/>
            <ac:spMk id="8" creationId="{2109464F-0FD1-4D4D-8CC3-59AC3574FB22}"/>
          </ac:spMkLst>
        </pc:spChg>
        <pc:spChg chg="add mod">
          <ac:chgData name="鈴木 秀規" userId="f68c5fd9-22d5-4c0a-9833-7fb0f5135313" providerId="ADAL" clId="{BE39BC92-915D-4BE9-AEA4-43CFA5564052}" dt="2021-01-28T03:53:29.399" v="1069" actId="14100"/>
          <ac:spMkLst>
            <pc:docMk/>
            <pc:sldMk cId="1104417737" sldId="373"/>
            <ac:spMk id="11" creationId="{F6C5540E-A21C-4E81-823D-AB2C6B0D5F29}"/>
          </ac:spMkLst>
        </pc:spChg>
        <pc:graphicFrameChg chg="add del mod modGraphic">
          <ac:chgData name="鈴木 秀規" userId="f68c5fd9-22d5-4c0a-9833-7fb0f5135313" providerId="ADAL" clId="{BE39BC92-915D-4BE9-AEA4-43CFA5564052}" dt="2021-01-28T03:49:25.804" v="999" actId="478"/>
          <ac:graphicFrameMkLst>
            <pc:docMk/>
            <pc:sldMk cId="1104417737" sldId="373"/>
            <ac:graphicFrameMk id="9" creationId="{B3B1568C-5F61-4D9D-9CDC-F44407006EDB}"/>
          </ac:graphicFrameMkLst>
        </pc:graphicFrameChg>
        <pc:graphicFrameChg chg="add mod modGraphic">
          <ac:chgData name="鈴木 秀規" userId="f68c5fd9-22d5-4c0a-9833-7fb0f5135313" providerId="ADAL" clId="{BE39BC92-915D-4BE9-AEA4-43CFA5564052}" dt="2021-01-28T03:52:04.846" v="1047" actId="313"/>
          <ac:graphicFrameMkLst>
            <pc:docMk/>
            <pc:sldMk cId="1104417737" sldId="373"/>
            <ac:graphicFrameMk id="10" creationId="{43D73CE5-CFDC-4FC7-9060-87C9D18AFD0E}"/>
          </ac:graphicFrameMkLst>
        </pc:graphicFrameChg>
      </pc:sldChg>
      <pc:sldChg chg="del">
        <pc:chgData name="鈴木 秀規" userId="f68c5fd9-22d5-4c0a-9833-7fb0f5135313" providerId="ADAL" clId="{BE39BC92-915D-4BE9-AEA4-43CFA5564052}" dt="2021-01-28T02:07:53.316" v="9" actId="2696"/>
        <pc:sldMkLst>
          <pc:docMk/>
          <pc:sldMk cId="2536938731" sldId="373"/>
        </pc:sldMkLst>
      </pc:sldChg>
      <pc:sldChg chg="del">
        <pc:chgData name="鈴木 秀規" userId="f68c5fd9-22d5-4c0a-9833-7fb0f5135313" providerId="ADAL" clId="{BE39BC92-915D-4BE9-AEA4-43CFA5564052}" dt="2021-01-28T02:07:53.316" v="9" actId="2696"/>
        <pc:sldMkLst>
          <pc:docMk/>
          <pc:sldMk cId="3337611443" sldId="374"/>
        </pc:sldMkLst>
      </pc:sldChg>
      <pc:sldChg chg="addSp modSp new mod">
        <pc:chgData name="鈴木 秀規" userId="f68c5fd9-22d5-4c0a-9833-7fb0f5135313" providerId="ADAL" clId="{BE39BC92-915D-4BE9-AEA4-43CFA5564052}" dt="2021-01-28T03:58:46.283" v="1127" actId="20577"/>
        <pc:sldMkLst>
          <pc:docMk/>
          <pc:sldMk cId="3417266570" sldId="374"/>
        </pc:sldMkLst>
        <pc:spChg chg="mod">
          <ac:chgData name="鈴木 秀規" userId="f68c5fd9-22d5-4c0a-9833-7fb0f5135313" providerId="ADAL" clId="{BE39BC92-915D-4BE9-AEA4-43CFA5564052}" dt="2021-01-28T03:54:41.607" v="1071"/>
          <ac:spMkLst>
            <pc:docMk/>
            <pc:sldMk cId="3417266570" sldId="374"/>
            <ac:spMk id="3" creationId="{C9DA2D84-A78B-4723-B005-A44B1AF31487}"/>
          </ac:spMkLst>
        </pc:spChg>
        <pc:spChg chg="mod">
          <ac:chgData name="鈴木 秀規" userId="f68c5fd9-22d5-4c0a-9833-7fb0f5135313" providerId="ADAL" clId="{BE39BC92-915D-4BE9-AEA4-43CFA5564052}" dt="2021-01-28T03:55:11.327" v="1078" actId="14100"/>
          <ac:spMkLst>
            <pc:docMk/>
            <pc:sldMk cId="3417266570" sldId="374"/>
            <ac:spMk id="5" creationId="{D345FCF4-B188-436C-9FB4-5149C3180134}"/>
          </ac:spMkLst>
        </pc:spChg>
        <pc:spChg chg="add mod">
          <ac:chgData name="鈴木 秀規" userId="f68c5fd9-22d5-4c0a-9833-7fb0f5135313" providerId="ADAL" clId="{BE39BC92-915D-4BE9-AEA4-43CFA5564052}" dt="2021-01-28T03:58:46.283" v="1127" actId="20577"/>
          <ac:spMkLst>
            <pc:docMk/>
            <pc:sldMk cId="3417266570" sldId="374"/>
            <ac:spMk id="7" creationId="{8129B86A-332A-48A1-A39B-A2FF311F1205}"/>
          </ac:spMkLst>
        </pc:spChg>
        <pc:graphicFrameChg chg="add mod modGraphic">
          <ac:chgData name="鈴木 秀規" userId="f68c5fd9-22d5-4c0a-9833-7fb0f5135313" providerId="ADAL" clId="{BE39BC92-915D-4BE9-AEA4-43CFA5564052}" dt="2021-01-28T03:58:02.067" v="1121" actId="14734"/>
          <ac:graphicFrameMkLst>
            <pc:docMk/>
            <pc:sldMk cId="3417266570" sldId="374"/>
            <ac:graphicFrameMk id="6" creationId="{88E6580C-D2B8-4568-A1AF-041FFE84BA33}"/>
          </ac:graphicFrameMkLst>
        </pc:graphicFrameChg>
      </pc:sldChg>
      <pc:sldChg chg="del">
        <pc:chgData name="鈴木 秀規" userId="f68c5fd9-22d5-4c0a-9833-7fb0f5135313" providerId="ADAL" clId="{BE39BC92-915D-4BE9-AEA4-43CFA5564052}" dt="2021-01-28T02:07:53.316" v="9" actId="2696"/>
        <pc:sldMkLst>
          <pc:docMk/>
          <pc:sldMk cId="571433644" sldId="375"/>
        </pc:sldMkLst>
      </pc:sldChg>
      <pc:sldChg chg="modSp new mod">
        <pc:chgData name="鈴木 秀規" userId="f68c5fd9-22d5-4c0a-9833-7fb0f5135313" providerId="ADAL" clId="{BE39BC92-915D-4BE9-AEA4-43CFA5564052}" dt="2021-01-28T04:21:58.281" v="1158" actId="207"/>
        <pc:sldMkLst>
          <pc:docMk/>
          <pc:sldMk cId="3525173344" sldId="375"/>
        </pc:sldMkLst>
        <pc:spChg chg="mod">
          <ac:chgData name="鈴木 秀規" userId="f68c5fd9-22d5-4c0a-9833-7fb0f5135313" providerId="ADAL" clId="{BE39BC92-915D-4BE9-AEA4-43CFA5564052}" dt="2021-01-28T03:59:20.523" v="1129"/>
          <ac:spMkLst>
            <pc:docMk/>
            <pc:sldMk cId="3525173344" sldId="375"/>
            <ac:spMk id="3" creationId="{CFF83AF9-23FD-409D-BA32-6E187A1AD0E5}"/>
          </ac:spMkLst>
        </pc:spChg>
        <pc:spChg chg="mod">
          <ac:chgData name="鈴木 秀規" userId="f68c5fd9-22d5-4c0a-9833-7fb0f5135313" providerId="ADAL" clId="{BE39BC92-915D-4BE9-AEA4-43CFA5564052}" dt="2021-01-28T04:21:58.281" v="1158" actId="207"/>
          <ac:spMkLst>
            <pc:docMk/>
            <pc:sldMk cId="3525173344" sldId="375"/>
            <ac:spMk id="5" creationId="{2D51B0E8-E569-42F7-AADB-343F9AB29447}"/>
          </ac:spMkLst>
        </pc:spChg>
      </pc:sldChg>
      <pc:sldChg chg="del">
        <pc:chgData name="鈴木 秀規" userId="f68c5fd9-22d5-4c0a-9833-7fb0f5135313" providerId="ADAL" clId="{BE39BC92-915D-4BE9-AEA4-43CFA5564052}" dt="2021-01-28T02:07:53.316" v="9" actId="2696"/>
        <pc:sldMkLst>
          <pc:docMk/>
          <pc:sldMk cId="941335972" sldId="376"/>
        </pc:sldMkLst>
      </pc:sldChg>
      <pc:sldChg chg="addSp modSp new mod">
        <pc:chgData name="鈴木 秀規" userId="f68c5fd9-22d5-4c0a-9833-7fb0f5135313" providerId="ADAL" clId="{BE39BC92-915D-4BE9-AEA4-43CFA5564052}" dt="2021-01-28T04:35:20.492" v="1252" actId="1076"/>
        <pc:sldMkLst>
          <pc:docMk/>
          <pc:sldMk cId="3171014613" sldId="376"/>
        </pc:sldMkLst>
        <pc:spChg chg="mod">
          <ac:chgData name="鈴木 秀規" userId="f68c5fd9-22d5-4c0a-9833-7fb0f5135313" providerId="ADAL" clId="{BE39BC92-915D-4BE9-AEA4-43CFA5564052}" dt="2021-01-28T04:23:20.752" v="1160"/>
          <ac:spMkLst>
            <pc:docMk/>
            <pc:sldMk cId="3171014613" sldId="376"/>
            <ac:spMk id="3" creationId="{311F91AF-7155-4B82-88B3-F4166C8BEA1E}"/>
          </ac:spMkLst>
        </pc:spChg>
        <pc:spChg chg="mod">
          <ac:chgData name="鈴木 秀規" userId="f68c5fd9-22d5-4c0a-9833-7fb0f5135313" providerId="ADAL" clId="{BE39BC92-915D-4BE9-AEA4-43CFA5564052}" dt="2021-01-28T04:24:34.991" v="1171" actId="14100"/>
          <ac:spMkLst>
            <pc:docMk/>
            <pc:sldMk cId="3171014613" sldId="376"/>
            <ac:spMk id="5" creationId="{9C3F9CCC-831D-4CC8-95B8-42081476B942}"/>
          </ac:spMkLst>
        </pc:spChg>
        <pc:spChg chg="add mod">
          <ac:chgData name="鈴木 秀規" userId="f68c5fd9-22d5-4c0a-9833-7fb0f5135313" providerId="ADAL" clId="{BE39BC92-915D-4BE9-AEA4-43CFA5564052}" dt="2021-01-28T04:24:23.069" v="1170" actId="1076"/>
          <ac:spMkLst>
            <pc:docMk/>
            <pc:sldMk cId="3171014613" sldId="376"/>
            <ac:spMk id="6" creationId="{1AD082C2-24CD-44FE-AFEE-ACDEF88A2638}"/>
          </ac:spMkLst>
        </pc:spChg>
        <pc:spChg chg="add mod">
          <ac:chgData name="鈴木 秀規" userId="f68c5fd9-22d5-4c0a-9833-7fb0f5135313" providerId="ADAL" clId="{BE39BC92-915D-4BE9-AEA4-43CFA5564052}" dt="2021-01-28T04:24:23.069" v="1170" actId="1076"/>
          <ac:spMkLst>
            <pc:docMk/>
            <pc:sldMk cId="3171014613" sldId="376"/>
            <ac:spMk id="7" creationId="{0EE56090-810D-489D-9DE6-238965FD723D}"/>
          </ac:spMkLst>
        </pc:spChg>
        <pc:spChg chg="add mod">
          <ac:chgData name="鈴木 秀規" userId="f68c5fd9-22d5-4c0a-9833-7fb0f5135313" providerId="ADAL" clId="{BE39BC92-915D-4BE9-AEA4-43CFA5564052}" dt="2021-01-28T04:24:23.069" v="1170" actId="1076"/>
          <ac:spMkLst>
            <pc:docMk/>
            <pc:sldMk cId="3171014613" sldId="376"/>
            <ac:spMk id="8" creationId="{37E56712-A8C9-4619-BAA5-91CCF58E7A92}"/>
          </ac:spMkLst>
        </pc:spChg>
        <pc:spChg chg="add mod">
          <ac:chgData name="鈴木 秀規" userId="f68c5fd9-22d5-4c0a-9833-7fb0f5135313" providerId="ADAL" clId="{BE39BC92-915D-4BE9-AEA4-43CFA5564052}" dt="2021-01-28T04:24:23.069" v="1170" actId="1076"/>
          <ac:spMkLst>
            <pc:docMk/>
            <pc:sldMk cId="3171014613" sldId="376"/>
            <ac:spMk id="9" creationId="{037B035B-AB2C-4218-B9F0-DF203CEA7AB8}"/>
          </ac:spMkLst>
        </pc:spChg>
        <pc:spChg chg="add mod">
          <ac:chgData name="鈴木 秀規" userId="f68c5fd9-22d5-4c0a-9833-7fb0f5135313" providerId="ADAL" clId="{BE39BC92-915D-4BE9-AEA4-43CFA5564052}" dt="2021-01-28T04:24:23.069" v="1170" actId="1076"/>
          <ac:spMkLst>
            <pc:docMk/>
            <pc:sldMk cId="3171014613" sldId="376"/>
            <ac:spMk id="10" creationId="{61678391-7104-4373-AB29-825F1F76A3AF}"/>
          </ac:spMkLst>
        </pc:spChg>
        <pc:spChg chg="add mod">
          <ac:chgData name="鈴木 秀規" userId="f68c5fd9-22d5-4c0a-9833-7fb0f5135313" providerId="ADAL" clId="{BE39BC92-915D-4BE9-AEA4-43CFA5564052}" dt="2021-01-28T04:24:23.069" v="1170" actId="1076"/>
          <ac:spMkLst>
            <pc:docMk/>
            <pc:sldMk cId="3171014613" sldId="376"/>
            <ac:spMk id="11" creationId="{20ACFF16-E5BB-4679-A508-A320003142A7}"/>
          </ac:spMkLst>
        </pc:spChg>
        <pc:spChg chg="add mod">
          <ac:chgData name="鈴木 秀規" userId="f68c5fd9-22d5-4c0a-9833-7fb0f5135313" providerId="ADAL" clId="{BE39BC92-915D-4BE9-AEA4-43CFA5564052}" dt="2021-01-28T04:25:33.536" v="1182" actId="207"/>
          <ac:spMkLst>
            <pc:docMk/>
            <pc:sldMk cId="3171014613" sldId="376"/>
            <ac:spMk id="12" creationId="{4F80E6C8-F746-4D16-B77C-625BBF73EE36}"/>
          </ac:spMkLst>
        </pc:spChg>
        <pc:spChg chg="add mod">
          <ac:chgData name="鈴木 秀規" userId="f68c5fd9-22d5-4c0a-9833-7fb0f5135313" providerId="ADAL" clId="{BE39BC92-915D-4BE9-AEA4-43CFA5564052}" dt="2021-01-28T04:26:17.325" v="1189" actId="1076"/>
          <ac:spMkLst>
            <pc:docMk/>
            <pc:sldMk cId="3171014613" sldId="376"/>
            <ac:spMk id="13" creationId="{3D868C90-9825-42D3-8248-08A224DD70E5}"/>
          </ac:spMkLst>
        </pc:spChg>
        <pc:spChg chg="add mod">
          <ac:chgData name="鈴木 秀規" userId="f68c5fd9-22d5-4c0a-9833-7fb0f5135313" providerId="ADAL" clId="{BE39BC92-915D-4BE9-AEA4-43CFA5564052}" dt="2021-01-28T04:33:26.591" v="1225" actId="1076"/>
          <ac:spMkLst>
            <pc:docMk/>
            <pc:sldMk cId="3171014613" sldId="376"/>
            <ac:spMk id="14" creationId="{331F7C47-3702-4546-960B-C87C50225A10}"/>
          </ac:spMkLst>
        </pc:spChg>
        <pc:spChg chg="add mod">
          <ac:chgData name="鈴木 秀規" userId="f68c5fd9-22d5-4c0a-9833-7fb0f5135313" providerId="ADAL" clId="{BE39BC92-915D-4BE9-AEA4-43CFA5564052}" dt="2021-01-28T04:33:22.423" v="1224" actId="571"/>
          <ac:spMkLst>
            <pc:docMk/>
            <pc:sldMk cId="3171014613" sldId="376"/>
            <ac:spMk id="15" creationId="{9ECC0DDA-255E-495F-9AC7-A5960E56213B}"/>
          </ac:spMkLst>
        </pc:spChg>
        <pc:spChg chg="add mod">
          <ac:chgData name="鈴木 秀規" userId="f68c5fd9-22d5-4c0a-9833-7fb0f5135313" providerId="ADAL" clId="{BE39BC92-915D-4BE9-AEA4-43CFA5564052}" dt="2021-01-28T04:33:22.423" v="1224" actId="571"/>
          <ac:spMkLst>
            <pc:docMk/>
            <pc:sldMk cId="3171014613" sldId="376"/>
            <ac:spMk id="16" creationId="{10A648DB-B60E-411C-8BE7-DC3558918CDE}"/>
          </ac:spMkLst>
        </pc:spChg>
        <pc:spChg chg="add mod">
          <ac:chgData name="鈴木 秀規" userId="f68c5fd9-22d5-4c0a-9833-7fb0f5135313" providerId="ADAL" clId="{BE39BC92-915D-4BE9-AEA4-43CFA5564052}" dt="2021-01-28T04:33:22.423" v="1224" actId="571"/>
          <ac:spMkLst>
            <pc:docMk/>
            <pc:sldMk cId="3171014613" sldId="376"/>
            <ac:spMk id="17" creationId="{F1541D18-CF5A-4ADD-91A6-6A9C7418E8BD}"/>
          </ac:spMkLst>
        </pc:spChg>
        <pc:spChg chg="add mod">
          <ac:chgData name="鈴木 秀規" userId="f68c5fd9-22d5-4c0a-9833-7fb0f5135313" providerId="ADAL" clId="{BE39BC92-915D-4BE9-AEA4-43CFA5564052}" dt="2021-01-28T04:33:22.423" v="1224" actId="571"/>
          <ac:spMkLst>
            <pc:docMk/>
            <pc:sldMk cId="3171014613" sldId="376"/>
            <ac:spMk id="18" creationId="{1EFCEC40-F035-48F5-B711-D6B5968BDDFB}"/>
          </ac:spMkLst>
        </pc:spChg>
        <pc:spChg chg="add mod">
          <ac:chgData name="鈴木 秀規" userId="f68c5fd9-22d5-4c0a-9833-7fb0f5135313" providerId="ADAL" clId="{BE39BC92-915D-4BE9-AEA4-43CFA5564052}" dt="2021-01-28T04:34:06.673" v="1238" actId="20577"/>
          <ac:spMkLst>
            <pc:docMk/>
            <pc:sldMk cId="3171014613" sldId="376"/>
            <ac:spMk id="19" creationId="{624A6EBF-3B70-4889-A5A2-71F0D6A2C19C}"/>
          </ac:spMkLst>
        </pc:spChg>
        <pc:spChg chg="add mod">
          <ac:chgData name="鈴木 秀規" userId="f68c5fd9-22d5-4c0a-9833-7fb0f5135313" providerId="ADAL" clId="{BE39BC92-915D-4BE9-AEA4-43CFA5564052}" dt="2021-01-28T04:33:47.718" v="1227" actId="14100"/>
          <ac:spMkLst>
            <pc:docMk/>
            <pc:sldMk cId="3171014613" sldId="376"/>
            <ac:spMk id="20" creationId="{784ABAB6-C536-4062-A6EB-3F4F2C6612FB}"/>
          </ac:spMkLst>
        </pc:spChg>
        <pc:spChg chg="add mod">
          <ac:chgData name="鈴木 秀規" userId="f68c5fd9-22d5-4c0a-9833-7fb0f5135313" providerId="ADAL" clId="{BE39BC92-915D-4BE9-AEA4-43CFA5564052}" dt="2021-01-28T04:34:02.552" v="1229" actId="571"/>
          <ac:spMkLst>
            <pc:docMk/>
            <pc:sldMk cId="3171014613" sldId="376"/>
            <ac:spMk id="21" creationId="{9516A39C-5C5D-4DAB-B566-8C09DC3790CE}"/>
          </ac:spMkLst>
        </pc:spChg>
        <pc:spChg chg="add mod">
          <ac:chgData name="鈴木 秀規" userId="f68c5fd9-22d5-4c0a-9833-7fb0f5135313" providerId="ADAL" clId="{BE39BC92-915D-4BE9-AEA4-43CFA5564052}" dt="2021-01-28T04:35:20.492" v="1252" actId="1076"/>
          <ac:spMkLst>
            <pc:docMk/>
            <pc:sldMk cId="3171014613" sldId="376"/>
            <ac:spMk id="22" creationId="{245B9BBB-B2D6-4FE4-B3E6-8DD29E586E35}"/>
          </ac:spMkLst>
        </pc:spChg>
      </pc:sldChg>
      <pc:sldChg chg="del">
        <pc:chgData name="鈴木 秀規" userId="f68c5fd9-22d5-4c0a-9833-7fb0f5135313" providerId="ADAL" clId="{BE39BC92-915D-4BE9-AEA4-43CFA5564052}" dt="2021-01-28T02:07:53.316" v="9" actId="2696"/>
        <pc:sldMkLst>
          <pc:docMk/>
          <pc:sldMk cId="2664152079" sldId="377"/>
        </pc:sldMkLst>
      </pc:sldChg>
      <pc:sldChg chg="modSp new mod">
        <pc:chgData name="鈴木 秀規" userId="f68c5fd9-22d5-4c0a-9833-7fb0f5135313" providerId="ADAL" clId="{BE39BC92-915D-4BE9-AEA4-43CFA5564052}" dt="2021-01-28T04:37:09.418" v="1295" actId="207"/>
        <pc:sldMkLst>
          <pc:docMk/>
          <pc:sldMk cId="2808150330" sldId="377"/>
        </pc:sldMkLst>
        <pc:spChg chg="mod">
          <ac:chgData name="鈴木 秀規" userId="f68c5fd9-22d5-4c0a-9833-7fb0f5135313" providerId="ADAL" clId="{BE39BC92-915D-4BE9-AEA4-43CFA5564052}" dt="2021-01-28T04:35:35.804" v="1254"/>
          <ac:spMkLst>
            <pc:docMk/>
            <pc:sldMk cId="2808150330" sldId="377"/>
            <ac:spMk id="3" creationId="{FA6E5A94-9424-40DF-95D5-1E582A92AD4E}"/>
          </ac:spMkLst>
        </pc:spChg>
        <pc:spChg chg="mod">
          <ac:chgData name="鈴木 秀規" userId="f68c5fd9-22d5-4c0a-9833-7fb0f5135313" providerId="ADAL" clId="{BE39BC92-915D-4BE9-AEA4-43CFA5564052}" dt="2021-01-28T04:37:09.418" v="1295" actId="207"/>
          <ac:spMkLst>
            <pc:docMk/>
            <pc:sldMk cId="2808150330" sldId="377"/>
            <ac:spMk id="5" creationId="{A6E94E8B-D0B0-497E-A46A-3DCC8B1724F0}"/>
          </ac:spMkLst>
        </pc:spChg>
      </pc:sldChg>
      <pc:sldChg chg="addSp delSp modSp new mod modClrScheme chgLayout">
        <pc:chgData name="鈴木 秀規" userId="f68c5fd9-22d5-4c0a-9833-7fb0f5135313" providerId="ADAL" clId="{BE39BC92-915D-4BE9-AEA4-43CFA5564052}" dt="2021-01-28T04:42:36.164" v="1404" actId="1076"/>
        <pc:sldMkLst>
          <pc:docMk/>
          <pc:sldMk cId="406741734" sldId="378"/>
        </pc:sldMkLst>
        <pc:spChg chg="mod ord">
          <ac:chgData name="鈴木 秀規" userId="f68c5fd9-22d5-4c0a-9833-7fb0f5135313" providerId="ADAL" clId="{BE39BC92-915D-4BE9-AEA4-43CFA5564052}" dt="2021-01-28T04:38:21.059" v="1299" actId="700"/>
          <ac:spMkLst>
            <pc:docMk/>
            <pc:sldMk cId="406741734" sldId="378"/>
            <ac:spMk id="2" creationId="{B983ECB7-4070-4EB9-A9BA-BFD5F1988C69}"/>
          </ac:spMkLst>
        </pc:spChg>
        <pc:spChg chg="mod ord">
          <ac:chgData name="鈴木 秀規" userId="f68c5fd9-22d5-4c0a-9833-7fb0f5135313" providerId="ADAL" clId="{BE39BC92-915D-4BE9-AEA4-43CFA5564052}" dt="2021-01-28T04:40:20.312" v="1317" actId="1076"/>
          <ac:spMkLst>
            <pc:docMk/>
            <pc:sldMk cId="406741734" sldId="378"/>
            <ac:spMk id="3" creationId="{9E5F0CA8-9D1E-4BA6-AA47-DFA3DA17C06B}"/>
          </ac:spMkLst>
        </pc:spChg>
        <pc:spChg chg="mod ord">
          <ac:chgData name="鈴木 秀規" userId="f68c5fd9-22d5-4c0a-9833-7fb0f5135313" providerId="ADAL" clId="{BE39BC92-915D-4BE9-AEA4-43CFA5564052}" dt="2021-01-28T04:38:21.059" v="1299" actId="700"/>
          <ac:spMkLst>
            <pc:docMk/>
            <pc:sldMk cId="406741734" sldId="378"/>
            <ac:spMk id="4" creationId="{2F4457EF-D67C-4FA9-B013-3F9413BB0472}"/>
          </ac:spMkLst>
        </pc:spChg>
        <pc:spChg chg="del">
          <ac:chgData name="鈴木 秀規" userId="f68c5fd9-22d5-4c0a-9833-7fb0f5135313" providerId="ADAL" clId="{BE39BC92-915D-4BE9-AEA4-43CFA5564052}" dt="2021-01-28T04:38:17.817" v="1298" actId="700"/>
          <ac:spMkLst>
            <pc:docMk/>
            <pc:sldMk cId="406741734" sldId="378"/>
            <ac:spMk id="5" creationId="{39835A23-ACE9-407B-BD13-6F0664EF72B1}"/>
          </ac:spMkLst>
        </pc:spChg>
        <pc:spChg chg="add mod">
          <ac:chgData name="鈴木 秀規" userId="f68c5fd9-22d5-4c0a-9833-7fb0f5135313" providerId="ADAL" clId="{BE39BC92-915D-4BE9-AEA4-43CFA5564052}" dt="2021-01-28T04:42:36.164" v="1404" actId="1076"/>
          <ac:spMkLst>
            <pc:docMk/>
            <pc:sldMk cId="406741734" sldId="378"/>
            <ac:spMk id="7" creationId="{94428383-BDF5-4327-8C83-2EE0C9C9692C}"/>
          </ac:spMkLst>
        </pc:spChg>
        <pc:spChg chg="add mod">
          <ac:chgData name="鈴木 秀規" userId="f68c5fd9-22d5-4c0a-9833-7fb0f5135313" providerId="ADAL" clId="{BE39BC92-915D-4BE9-AEA4-43CFA5564052}" dt="2021-01-28T04:42:32.443" v="1403" actId="1076"/>
          <ac:spMkLst>
            <pc:docMk/>
            <pc:sldMk cId="406741734" sldId="378"/>
            <ac:spMk id="8" creationId="{50AEFE30-CA90-4A91-8BBA-A90D9AA4059A}"/>
          </ac:spMkLst>
        </pc:spChg>
        <pc:spChg chg="add mod">
          <ac:chgData name="鈴木 秀規" userId="f68c5fd9-22d5-4c0a-9833-7fb0f5135313" providerId="ADAL" clId="{BE39BC92-915D-4BE9-AEA4-43CFA5564052}" dt="2021-01-28T04:42:21.954" v="1402" actId="1076"/>
          <ac:spMkLst>
            <pc:docMk/>
            <pc:sldMk cId="406741734" sldId="378"/>
            <ac:spMk id="9" creationId="{EA5DEEDD-3C91-4255-B05B-D564E1CD681A}"/>
          </ac:spMkLst>
        </pc:spChg>
        <pc:spChg chg="add mod">
          <ac:chgData name="鈴木 秀規" userId="f68c5fd9-22d5-4c0a-9833-7fb0f5135313" providerId="ADAL" clId="{BE39BC92-915D-4BE9-AEA4-43CFA5564052}" dt="2021-01-28T04:42:21.954" v="1402" actId="1076"/>
          <ac:spMkLst>
            <pc:docMk/>
            <pc:sldMk cId="406741734" sldId="378"/>
            <ac:spMk id="10" creationId="{1E98B982-C49F-4BBF-9AD0-E6648175CFC9}"/>
          </ac:spMkLst>
        </pc:spChg>
        <pc:graphicFrameChg chg="add mod modGraphic">
          <ac:chgData name="鈴木 秀規" userId="f68c5fd9-22d5-4c0a-9833-7fb0f5135313" providerId="ADAL" clId="{BE39BC92-915D-4BE9-AEA4-43CFA5564052}" dt="2021-01-28T04:42:14.357" v="1401" actId="14100"/>
          <ac:graphicFrameMkLst>
            <pc:docMk/>
            <pc:sldMk cId="406741734" sldId="378"/>
            <ac:graphicFrameMk id="6" creationId="{80DEDF5B-A980-4B9F-9ADB-8AA360C0AEF0}"/>
          </ac:graphicFrameMkLst>
        </pc:graphicFrameChg>
      </pc:sldChg>
      <pc:sldChg chg="del">
        <pc:chgData name="鈴木 秀規" userId="f68c5fd9-22d5-4c0a-9833-7fb0f5135313" providerId="ADAL" clId="{BE39BC92-915D-4BE9-AEA4-43CFA5564052}" dt="2021-01-28T02:07:53.316" v="9" actId="2696"/>
        <pc:sldMkLst>
          <pc:docMk/>
          <pc:sldMk cId="3649152916" sldId="378"/>
        </pc:sldMkLst>
      </pc:sldChg>
      <pc:sldChg chg="addSp modSp new mod">
        <pc:chgData name="鈴木 秀規" userId="f68c5fd9-22d5-4c0a-9833-7fb0f5135313" providerId="ADAL" clId="{BE39BC92-915D-4BE9-AEA4-43CFA5564052}" dt="2021-01-28T04:46:54.998" v="1436"/>
        <pc:sldMkLst>
          <pc:docMk/>
          <pc:sldMk cId="449625136" sldId="379"/>
        </pc:sldMkLst>
        <pc:spChg chg="mod">
          <ac:chgData name="鈴木 秀規" userId="f68c5fd9-22d5-4c0a-9833-7fb0f5135313" providerId="ADAL" clId="{BE39BC92-915D-4BE9-AEA4-43CFA5564052}" dt="2021-01-28T04:42:58.492" v="1408"/>
          <ac:spMkLst>
            <pc:docMk/>
            <pc:sldMk cId="449625136" sldId="379"/>
            <ac:spMk id="3" creationId="{F055CD44-65FB-4F1A-A80A-8052AB76E1C3}"/>
          </ac:spMkLst>
        </pc:spChg>
        <pc:spChg chg="add mod">
          <ac:chgData name="鈴木 秀規" userId="f68c5fd9-22d5-4c0a-9833-7fb0f5135313" providerId="ADAL" clId="{BE39BC92-915D-4BE9-AEA4-43CFA5564052}" dt="2021-01-28T04:43:12.026" v="1409"/>
          <ac:spMkLst>
            <pc:docMk/>
            <pc:sldMk cId="449625136" sldId="379"/>
            <ac:spMk id="5" creationId="{1BC739A0-353C-4E4D-A084-FEFFEBC71AAE}"/>
          </ac:spMkLst>
        </pc:spChg>
        <pc:spChg chg="add mod">
          <ac:chgData name="鈴木 秀規" userId="f68c5fd9-22d5-4c0a-9833-7fb0f5135313" providerId="ADAL" clId="{BE39BC92-915D-4BE9-AEA4-43CFA5564052}" dt="2021-01-28T04:46:31.885" v="1430" actId="1076"/>
          <ac:spMkLst>
            <pc:docMk/>
            <pc:sldMk cId="449625136" sldId="379"/>
            <ac:spMk id="7" creationId="{52DA9BAD-191D-4E9C-8997-20F7DC6FE161}"/>
          </ac:spMkLst>
        </pc:spChg>
        <pc:spChg chg="add mod">
          <ac:chgData name="鈴木 秀規" userId="f68c5fd9-22d5-4c0a-9833-7fb0f5135313" providerId="ADAL" clId="{BE39BC92-915D-4BE9-AEA4-43CFA5564052}" dt="2021-01-28T04:46:54.998" v="1436"/>
          <ac:spMkLst>
            <pc:docMk/>
            <pc:sldMk cId="449625136" sldId="379"/>
            <ac:spMk id="9" creationId="{79B170A4-53A6-4074-BFDF-AEEF03E95FEF}"/>
          </ac:spMkLst>
        </pc:spChg>
        <pc:graphicFrameChg chg="add mod modGraphic">
          <ac:chgData name="鈴木 秀規" userId="f68c5fd9-22d5-4c0a-9833-7fb0f5135313" providerId="ADAL" clId="{BE39BC92-915D-4BE9-AEA4-43CFA5564052}" dt="2021-01-28T04:43:58.487" v="1418"/>
          <ac:graphicFrameMkLst>
            <pc:docMk/>
            <pc:sldMk cId="449625136" sldId="379"/>
            <ac:graphicFrameMk id="6" creationId="{7BB308BA-B6BB-4022-85FB-9F8CBC0A9380}"/>
          </ac:graphicFrameMkLst>
        </pc:graphicFrameChg>
        <pc:graphicFrameChg chg="add mod modGraphic">
          <ac:chgData name="鈴木 秀規" userId="f68c5fd9-22d5-4c0a-9833-7fb0f5135313" providerId="ADAL" clId="{BE39BC92-915D-4BE9-AEA4-43CFA5564052}" dt="2021-01-28T04:46:27.080" v="1429" actId="1076"/>
          <ac:graphicFrameMkLst>
            <pc:docMk/>
            <pc:sldMk cId="449625136" sldId="379"/>
            <ac:graphicFrameMk id="8" creationId="{356FF9CD-B1B8-4CAE-85F0-424105CA5266}"/>
          </ac:graphicFrameMkLst>
        </pc:graphicFrameChg>
      </pc:sldChg>
      <pc:sldChg chg="del">
        <pc:chgData name="鈴木 秀規" userId="f68c5fd9-22d5-4c0a-9833-7fb0f5135313" providerId="ADAL" clId="{BE39BC92-915D-4BE9-AEA4-43CFA5564052}" dt="2021-01-28T02:07:53.316" v="9" actId="2696"/>
        <pc:sldMkLst>
          <pc:docMk/>
          <pc:sldMk cId="4159378562" sldId="379"/>
        </pc:sldMkLst>
      </pc:sldChg>
      <pc:sldChg chg="addSp modSp new mod modClrScheme chgLayout">
        <pc:chgData name="鈴木 秀規" userId="f68c5fd9-22d5-4c0a-9833-7fb0f5135313" providerId="ADAL" clId="{BE39BC92-915D-4BE9-AEA4-43CFA5564052}" dt="2021-01-28T04:48:00.821" v="1456" actId="207"/>
        <pc:sldMkLst>
          <pc:docMk/>
          <pc:sldMk cId="1911761034" sldId="380"/>
        </pc:sldMkLst>
        <pc:spChg chg="mod ord">
          <ac:chgData name="鈴木 秀規" userId="f68c5fd9-22d5-4c0a-9833-7fb0f5135313" providerId="ADAL" clId="{BE39BC92-915D-4BE9-AEA4-43CFA5564052}" dt="2021-01-28T04:47:20.854" v="1439" actId="700"/>
          <ac:spMkLst>
            <pc:docMk/>
            <pc:sldMk cId="1911761034" sldId="380"/>
            <ac:spMk id="2" creationId="{78E8D6A0-DB0C-4C22-837A-F24B180D3594}"/>
          </ac:spMkLst>
        </pc:spChg>
        <pc:spChg chg="mod ord">
          <ac:chgData name="鈴木 秀規" userId="f68c5fd9-22d5-4c0a-9833-7fb0f5135313" providerId="ADAL" clId="{BE39BC92-915D-4BE9-AEA4-43CFA5564052}" dt="2021-01-28T04:47:20.854" v="1439" actId="700"/>
          <ac:spMkLst>
            <pc:docMk/>
            <pc:sldMk cId="1911761034" sldId="380"/>
            <ac:spMk id="3" creationId="{1677D9CC-C96D-4EC5-9CAF-1D23C4A74CAC}"/>
          </ac:spMkLst>
        </pc:spChg>
        <pc:spChg chg="mod ord">
          <ac:chgData name="鈴木 秀規" userId="f68c5fd9-22d5-4c0a-9833-7fb0f5135313" providerId="ADAL" clId="{BE39BC92-915D-4BE9-AEA4-43CFA5564052}" dt="2021-01-28T04:47:20.854" v="1439" actId="700"/>
          <ac:spMkLst>
            <pc:docMk/>
            <pc:sldMk cId="1911761034" sldId="380"/>
            <ac:spMk id="4" creationId="{77559BE6-10B7-41C4-B3DE-D23B901449A0}"/>
          </ac:spMkLst>
        </pc:spChg>
        <pc:spChg chg="add mod ord">
          <ac:chgData name="鈴木 秀規" userId="f68c5fd9-22d5-4c0a-9833-7fb0f5135313" providerId="ADAL" clId="{BE39BC92-915D-4BE9-AEA4-43CFA5564052}" dt="2021-01-28T04:48:00.821" v="1456" actId="207"/>
          <ac:spMkLst>
            <pc:docMk/>
            <pc:sldMk cId="1911761034" sldId="380"/>
            <ac:spMk id="5" creationId="{B9147090-D778-4370-9F20-03AC80ADDE74}"/>
          </ac:spMkLst>
        </pc:spChg>
      </pc:sldChg>
      <pc:sldChg chg="del">
        <pc:chgData name="鈴木 秀規" userId="f68c5fd9-22d5-4c0a-9833-7fb0f5135313" providerId="ADAL" clId="{BE39BC92-915D-4BE9-AEA4-43CFA5564052}" dt="2021-01-28T02:07:53.316" v="9" actId="2696"/>
        <pc:sldMkLst>
          <pc:docMk/>
          <pc:sldMk cId="2745502941" sldId="380"/>
        </pc:sldMkLst>
      </pc:sldChg>
      <pc:sldChg chg="del">
        <pc:chgData name="鈴木 秀規" userId="f68c5fd9-22d5-4c0a-9833-7fb0f5135313" providerId="ADAL" clId="{BE39BC92-915D-4BE9-AEA4-43CFA5564052}" dt="2021-01-28T02:07:53.316" v="9" actId="2696"/>
        <pc:sldMkLst>
          <pc:docMk/>
          <pc:sldMk cId="301528646" sldId="381"/>
        </pc:sldMkLst>
      </pc:sldChg>
      <pc:sldChg chg="modSp new mod">
        <pc:chgData name="鈴木 秀規" userId="f68c5fd9-22d5-4c0a-9833-7fb0f5135313" providerId="ADAL" clId="{BE39BC92-915D-4BE9-AEA4-43CFA5564052}" dt="2021-01-28T04:49:32.770" v="1479" actId="207"/>
        <pc:sldMkLst>
          <pc:docMk/>
          <pc:sldMk cId="2111497926" sldId="381"/>
        </pc:sldMkLst>
        <pc:spChg chg="mod">
          <ac:chgData name="鈴木 秀規" userId="f68c5fd9-22d5-4c0a-9833-7fb0f5135313" providerId="ADAL" clId="{BE39BC92-915D-4BE9-AEA4-43CFA5564052}" dt="2021-01-28T04:48:32.954" v="1458"/>
          <ac:spMkLst>
            <pc:docMk/>
            <pc:sldMk cId="2111497926" sldId="381"/>
            <ac:spMk id="3" creationId="{A606E178-846D-4A22-AF83-37B3AE1BDFFF}"/>
          </ac:spMkLst>
        </pc:spChg>
        <pc:spChg chg="mod">
          <ac:chgData name="鈴木 秀規" userId="f68c5fd9-22d5-4c0a-9833-7fb0f5135313" providerId="ADAL" clId="{BE39BC92-915D-4BE9-AEA4-43CFA5564052}" dt="2021-01-28T04:49:32.770" v="1479" actId="207"/>
          <ac:spMkLst>
            <pc:docMk/>
            <pc:sldMk cId="2111497926" sldId="381"/>
            <ac:spMk id="5" creationId="{97FF8E1B-6515-4505-A6A5-65F15F62F25E}"/>
          </ac:spMkLst>
        </pc:spChg>
      </pc:sldChg>
      <pc:sldChg chg="new del">
        <pc:chgData name="鈴木 秀規" userId="f68c5fd9-22d5-4c0a-9833-7fb0f5135313" providerId="ADAL" clId="{BE39BC92-915D-4BE9-AEA4-43CFA5564052}" dt="2021-01-28T04:49:57.117" v="1481" actId="2696"/>
        <pc:sldMkLst>
          <pc:docMk/>
          <pc:sldMk cId="3242223749" sldId="382"/>
        </pc:sldMkLst>
      </pc:sldChg>
      <pc:sldChg chg="del">
        <pc:chgData name="鈴木 秀規" userId="f68c5fd9-22d5-4c0a-9833-7fb0f5135313" providerId="ADAL" clId="{BE39BC92-915D-4BE9-AEA4-43CFA5564052}" dt="2021-01-28T02:07:53.316" v="9" actId="2696"/>
        <pc:sldMkLst>
          <pc:docMk/>
          <pc:sldMk cId="3737758823" sldId="382"/>
        </pc:sldMkLst>
      </pc:sldChg>
      <pc:sldChg chg="del">
        <pc:chgData name="鈴木 秀規" userId="f68c5fd9-22d5-4c0a-9833-7fb0f5135313" providerId="ADAL" clId="{BE39BC92-915D-4BE9-AEA4-43CFA5564052}" dt="2021-01-28T02:07:53.316" v="9" actId="2696"/>
        <pc:sldMkLst>
          <pc:docMk/>
          <pc:sldMk cId="1383500861" sldId="383"/>
        </pc:sldMkLst>
      </pc:sldChg>
      <pc:sldChg chg="del">
        <pc:chgData name="鈴木 秀規" userId="f68c5fd9-22d5-4c0a-9833-7fb0f5135313" providerId="ADAL" clId="{BE39BC92-915D-4BE9-AEA4-43CFA5564052}" dt="2021-01-28T02:07:53.316" v="9" actId="2696"/>
        <pc:sldMkLst>
          <pc:docMk/>
          <pc:sldMk cId="1710849802" sldId="384"/>
        </pc:sldMkLst>
      </pc:sldChg>
      <pc:sldChg chg="del">
        <pc:chgData name="鈴木 秀規" userId="f68c5fd9-22d5-4c0a-9833-7fb0f5135313" providerId="ADAL" clId="{BE39BC92-915D-4BE9-AEA4-43CFA5564052}" dt="2021-01-28T02:07:53.316" v="9" actId="2696"/>
        <pc:sldMkLst>
          <pc:docMk/>
          <pc:sldMk cId="3198427957" sldId="385"/>
        </pc:sldMkLst>
      </pc:sldChg>
      <pc:sldChg chg="del">
        <pc:chgData name="鈴木 秀規" userId="f68c5fd9-22d5-4c0a-9833-7fb0f5135313" providerId="ADAL" clId="{BE39BC92-915D-4BE9-AEA4-43CFA5564052}" dt="2021-01-28T02:07:53.316" v="9" actId="2696"/>
        <pc:sldMkLst>
          <pc:docMk/>
          <pc:sldMk cId="2401145918" sldId="386"/>
        </pc:sldMkLst>
      </pc:sldChg>
      <pc:sldChg chg="del">
        <pc:chgData name="鈴木 秀規" userId="f68c5fd9-22d5-4c0a-9833-7fb0f5135313" providerId="ADAL" clId="{BE39BC92-915D-4BE9-AEA4-43CFA5564052}" dt="2021-01-28T02:07:53.316" v="9" actId="2696"/>
        <pc:sldMkLst>
          <pc:docMk/>
          <pc:sldMk cId="3730994383" sldId="387"/>
        </pc:sldMkLst>
      </pc:sldChg>
      <pc:sldChg chg="del">
        <pc:chgData name="鈴木 秀規" userId="f68c5fd9-22d5-4c0a-9833-7fb0f5135313" providerId="ADAL" clId="{BE39BC92-915D-4BE9-AEA4-43CFA5564052}" dt="2021-01-28T02:07:53.316" v="9" actId="2696"/>
        <pc:sldMkLst>
          <pc:docMk/>
          <pc:sldMk cId="218868488" sldId="388"/>
        </pc:sldMkLst>
      </pc:sldChg>
      <pc:sldChg chg="del">
        <pc:chgData name="鈴木 秀規" userId="f68c5fd9-22d5-4c0a-9833-7fb0f5135313" providerId="ADAL" clId="{BE39BC92-915D-4BE9-AEA4-43CFA5564052}" dt="2021-01-28T02:07:53.316" v="9" actId="2696"/>
        <pc:sldMkLst>
          <pc:docMk/>
          <pc:sldMk cId="2271233834" sldId="389"/>
        </pc:sldMkLst>
      </pc:sldChg>
      <pc:sldChg chg="del">
        <pc:chgData name="鈴木 秀規" userId="f68c5fd9-22d5-4c0a-9833-7fb0f5135313" providerId="ADAL" clId="{BE39BC92-915D-4BE9-AEA4-43CFA5564052}" dt="2021-01-28T02:07:53.316" v="9" actId="2696"/>
        <pc:sldMkLst>
          <pc:docMk/>
          <pc:sldMk cId="613103497" sldId="390"/>
        </pc:sldMkLst>
      </pc:sldChg>
      <pc:sldChg chg="del">
        <pc:chgData name="鈴木 秀規" userId="f68c5fd9-22d5-4c0a-9833-7fb0f5135313" providerId="ADAL" clId="{BE39BC92-915D-4BE9-AEA4-43CFA5564052}" dt="2021-01-28T02:07:53.316" v="9" actId="2696"/>
        <pc:sldMkLst>
          <pc:docMk/>
          <pc:sldMk cId="2862026351" sldId="391"/>
        </pc:sldMkLst>
      </pc:sldChg>
      <pc:sldChg chg="del">
        <pc:chgData name="鈴木 秀規" userId="f68c5fd9-22d5-4c0a-9833-7fb0f5135313" providerId="ADAL" clId="{BE39BC92-915D-4BE9-AEA4-43CFA5564052}" dt="2021-01-28T02:07:53.316" v="9" actId="2696"/>
        <pc:sldMkLst>
          <pc:docMk/>
          <pc:sldMk cId="539211239" sldId="392"/>
        </pc:sldMkLst>
      </pc:sldChg>
      <pc:sldChg chg="del">
        <pc:chgData name="鈴木 秀規" userId="f68c5fd9-22d5-4c0a-9833-7fb0f5135313" providerId="ADAL" clId="{BE39BC92-915D-4BE9-AEA4-43CFA5564052}" dt="2021-01-28T02:07:53.316" v="9" actId="2696"/>
        <pc:sldMkLst>
          <pc:docMk/>
          <pc:sldMk cId="382950322" sldId="393"/>
        </pc:sldMkLst>
      </pc:sldChg>
      <pc:sldChg chg="del">
        <pc:chgData name="鈴木 秀規" userId="f68c5fd9-22d5-4c0a-9833-7fb0f5135313" providerId="ADAL" clId="{BE39BC92-915D-4BE9-AEA4-43CFA5564052}" dt="2021-01-28T02:07:53.316" v="9" actId="2696"/>
        <pc:sldMkLst>
          <pc:docMk/>
          <pc:sldMk cId="2892649949" sldId="394"/>
        </pc:sldMkLst>
      </pc:sldChg>
      <pc:sldChg chg="del">
        <pc:chgData name="鈴木 秀規" userId="f68c5fd9-22d5-4c0a-9833-7fb0f5135313" providerId="ADAL" clId="{BE39BC92-915D-4BE9-AEA4-43CFA5564052}" dt="2021-01-28T02:07:53.316" v="9" actId="2696"/>
        <pc:sldMkLst>
          <pc:docMk/>
          <pc:sldMk cId="3667572454" sldId="395"/>
        </pc:sldMkLst>
      </pc:sldChg>
      <pc:sldChg chg="del">
        <pc:chgData name="鈴木 秀規" userId="f68c5fd9-22d5-4c0a-9833-7fb0f5135313" providerId="ADAL" clId="{BE39BC92-915D-4BE9-AEA4-43CFA5564052}" dt="2021-01-28T02:07:53.316" v="9" actId="2696"/>
        <pc:sldMkLst>
          <pc:docMk/>
          <pc:sldMk cId="3508846154" sldId="396"/>
        </pc:sldMkLst>
      </pc:sldChg>
      <pc:sldChg chg="del">
        <pc:chgData name="鈴木 秀規" userId="f68c5fd9-22d5-4c0a-9833-7fb0f5135313" providerId="ADAL" clId="{BE39BC92-915D-4BE9-AEA4-43CFA5564052}" dt="2021-01-28T02:07:53.316" v="9" actId="2696"/>
        <pc:sldMkLst>
          <pc:docMk/>
          <pc:sldMk cId="2748557657" sldId="397"/>
        </pc:sldMkLst>
      </pc:sldChg>
      <pc:sldChg chg="del">
        <pc:chgData name="鈴木 秀規" userId="f68c5fd9-22d5-4c0a-9833-7fb0f5135313" providerId="ADAL" clId="{BE39BC92-915D-4BE9-AEA4-43CFA5564052}" dt="2021-01-28T02:07:53.316" v="9" actId="2696"/>
        <pc:sldMkLst>
          <pc:docMk/>
          <pc:sldMk cId="2605664090" sldId="398"/>
        </pc:sldMkLst>
      </pc:sldChg>
      <pc:sldChg chg="del">
        <pc:chgData name="鈴木 秀規" userId="f68c5fd9-22d5-4c0a-9833-7fb0f5135313" providerId="ADAL" clId="{BE39BC92-915D-4BE9-AEA4-43CFA5564052}" dt="2021-01-28T02:07:53.316" v="9" actId="2696"/>
        <pc:sldMkLst>
          <pc:docMk/>
          <pc:sldMk cId="4011058669" sldId="399"/>
        </pc:sldMkLst>
      </pc:sldChg>
    </pc:docChg>
  </pc:docChgLst>
  <pc:docChgLst>
    <pc:chgData name="吉田 雅之" userId="30033929-dfd8-4220-a5b4-c6b0a4bb5d3e" providerId="ADAL" clId="{1C409CFA-30FE-426B-B014-BDAA23C1C133}"/>
    <pc:docChg chg="modSld">
      <pc:chgData name="吉田 雅之" userId="30033929-dfd8-4220-a5b4-c6b0a4bb5d3e" providerId="ADAL" clId="{1C409CFA-30FE-426B-B014-BDAA23C1C133}" dt="2020-12-09T06:48:49.298" v="0" actId="20577"/>
      <pc:docMkLst>
        <pc:docMk/>
      </pc:docMkLst>
      <pc:sldChg chg="modSp mod">
        <pc:chgData name="吉田 雅之" userId="30033929-dfd8-4220-a5b4-c6b0a4bb5d3e" providerId="ADAL" clId="{1C409CFA-30FE-426B-B014-BDAA23C1C133}" dt="2020-12-09T06:48:49.298" v="0" actId="20577"/>
        <pc:sldMkLst>
          <pc:docMk/>
          <pc:sldMk cId="1431651866" sldId="368"/>
        </pc:sldMkLst>
        <pc:graphicFrameChg chg="modGraphic">
          <ac:chgData name="吉田 雅之" userId="30033929-dfd8-4220-a5b4-c6b0a4bb5d3e" providerId="ADAL" clId="{1C409CFA-30FE-426B-B014-BDAA23C1C133}" dt="2020-12-09T06:48:49.298" v="0" actId="20577"/>
          <ac:graphicFrameMkLst>
            <pc:docMk/>
            <pc:sldMk cId="1431651866" sldId="368"/>
            <ac:graphicFrameMk id="6" creationId="{A5C776C1-5736-6E41-AFE0-D7FC9EBFA87B}"/>
          </ac:graphicFrameMkLst>
        </pc:graphicFrameChg>
      </pc:sldChg>
    </pc:docChg>
  </pc:docChgLst>
  <pc:docChgLst>
    <pc:chgData name="鈴木 秀規" userId="S::h_suzuki@rhizome01.onmicrosoft.com::f68c5fd9-22d5-4c0a-9833-7fb0f5135313" providerId="AD" clId="Web-{15F4B5FC-CFF5-4BB4-8C11-86A17B095605}"/>
    <pc:docChg chg="modSld">
      <pc:chgData name="鈴木 秀規" userId="S::h_suzuki@rhizome01.onmicrosoft.com::f68c5fd9-22d5-4c0a-9833-7fb0f5135313" providerId="AD" clId="Web-{15F4B5FC-CFF5-4BB4-8C11-86A17B095605}" dt="2020-12-02T03:49:52.859" v="0" actId="1076"/>
      <pc:docMkLst>
        <pc:docMk/>
      </pc:docMkLst>
      <pc:sldChg chg="modSp">
        <pc:chgData name="鈴木 秀規" userId="S::h_suzuki@rhizome01.onmicrosoft.com::f68c5fd9-22d5-4c0a-9833-7fb0f5135313" providerId="AD" clId="Web-{15F4B5FC-CFF5-4BB4-8C11-86A17B095605}" dt="2020-12-02T03:49:52.859" v="0" actId="1076"/>
        <pc:sldMkLst>
          <pc:docMk/>
          <pc:sldMk cId="510692425" sldId="259"/>
        </pc:sldMkLst>
        <pc:spChg chg="mod">
          <ac:chgData name="鈴木 秀規" userId="S::h_suzuki@rhizome01.onmicrosoft.com::f68c5fd9-22d5-4c0a-9833-7fb0f5135313" providerId="AD" clId="Web-{15F4B5FC-CFF5-4BB4-8C11-86A17B095605}" dt="2020-12-02T03:49:52.859" v="0" actId="1076"/>
          <ac:spMkLst>
            <pc:docMk/>
            <pc:sldMk cId="510692425" sldId="259"/>
            <ac:spMk id="15" creationId="{ED5AD4F3-B985-664A-86AC-B10F1F90B886}"/>
          </ac:spMkLst>
        </pc:spChg>
      </pc:sldChg>
    </pc:docChg>
  </pc:docChgLst>
  <pc:docChgLst>
    <pc:chgData name="美好 健太" userId="7c604b94-b96e-4672-9c86-bb51d9d6f567" providerId="ADAL" clId="{D47CE5B9-B97B-4E31-9EAC-7261531340B8}"/>
    <pc:docChg chg="modSld">
      <pc:chgData name="美好 健太" userId="7c604b94-b96e-4672-9c86-bb51d9d6f567" providerId="ADAL" clId="{D47CE5B9-B97B-4E31-9EAC-7261531340B8}" dt="2021-03-03T06:16:49.861" v="2"/>
      <pc:docMkLst>
        <pc:docMk/>
      </pc:docMkLst>
      <pc:sldChg chg="modSp mod">
        <pc:chgData name="美好 健太" userId="7c604b94-b96e-4672-9c86-bb51d9d6f567" providerId="ADAL" clId="{D47CE5B9-B97B-4E31-9EAC-7261531340B8}" dt="2021-03-03T06:16:49.861" v="2"/>
        <pc:sldMkLst>
          <pc:docMk/>
          <pc:sldMk cId="368796728" sldId="368"/>
        </pc:sldMkLst>
        <pc:spChg chg="mod">
          <ac:chgData name="美好 健太" userId="7c604b94-b96e-4672-9c86-bb51d9d6f567" providerId="ADAL" clId="{D47CE5B9-B97B-4E31-9EAC-7261531340B8}" dt="2021-03-03T06:16:49.861" v="2"/>
          <ac:spMkLst>
            <pc:docMk/>
            <pc:sldMk cId="368796728" sldId="368"/>
            <ac:spMk id="5" creationId="{5A5501EC-5263-4AA3-AA87-5EACE2BF7266}"/>
          </ac:spMkLst>
        </pc:spChg>
      </pc:sldChg>
    </pc:docChg>
  </pc:docChgLst>
  <pc:docChgLst>
    <pc:chgData name="営業サーバ" userId="c35045ed-c185-45de-8f58-be20a28877d8" providerId="ADAL" clId="{0FC3A6E2-F395-4B6D-99FD-86F57DB42901}"/>
    <pc:docChg chg="undo custSel addSld delSld modSld">
      <pc:chgData name="営業サーバ" userId="c35045ed-c185-45de-8f58-be20a28877d8" providerId="ADAL" clId="{0FC3A6E2-F395-4B6D-99FD-86F57DB42901}" dt="2020-11-26T07:07:48.066" v="10" actId="47"/>
      <pc:docMkLst>
        <pc:docMk/>
      </pc:docMkLst>
      <pc:sldChg chg="add del">
        <pc:chgData name="営業サーバ" userId="c35045ed-c185-45de-8f58-be20a28877d8" providerId="ADAL" clId="{0FC3A6E2-F395-4B6D-99FD-86F57DB42901}" dt="2020-11-26T07:06:56.254" v="3" actId="47"/>
        <pc:sldMkLst>
          <pc:docMk/>
          <pc:sldMk cId="4126943593" sldId="257"/>
        </pc:sldMkLst>
      </pc:sldChg>
      <pc:sldChg chg="add del">
        <pc:chgData name="営業サーバ" userId="c35045ed-c185-45de-8f58-be20a28877d8" providerId="ADAL" clId="{0FC3A6E2-F395-4B6D-99FD-86F57DB42901}" dt="2020-11-26T07:07:48.066" v="10" actId="47"/>
        <pc:sldMkLst>
          <pc:docMk/>
          <pc:sldMk cId="1511176286" sldId="261"/>
        </pc:sldMkLst>
      </pc:sldChg>
      <pc:sldChg chg="addSp delSp modSp mod">
        <pc:chgData name="営業サーバ" userId="c35045ed-c185-45de-8f58-be20a28877d8" providerId="ADAL" clId="{0FC3A6E2-F395-4B6D-99FD-86F57DB42901}" dt="2020-11-26T07:07:14.137" v="6"/>
        <pc:sldMkLst>
          <pc:docMk/>
          <pc:sldMk cId="1668843990" sldId="360"/>
        </pc:sldMkLst>
        <pc:spChg chg="add del">
          <ac:chgData name="営業サーバ" userId="c35045ed-c185-45de-8f58-be20a28877d8" providerId="ADAL" clId="{0FC3A6E2-F395-4B6D-99FD-86F57DB42901}" dt="2020-11-26T07:07:09.144" v="5" actId="22"/>
          <ac:spMkLst>
            <pc:docMk/>
            <pc:sldMk cId="1668843990" sldId="360"/>
            <ac:spMk id="8" creationId="{5414D97A-0555-4817-87C8-0DCE217B7E2F}"/>
          </ac:spMkLst>
        </pc:spChg>
        <pc:spChg chg="mod">
          <ac:chgData name="営業サーバ" userId="c35045ed-c185-45de-8f58-be20a28877d8" providerId="ADAL" clId="{0FC3A6E2-F395-4B6D-99FD-86F57DB42901}" dt="2020-11-26T07:07:14.137" v="6"/>
          <ac:spMkLst>
            <pc:docMk/>
            <pc:sldMk cId="1668843990" sldId="360"/>
            <ac:spMk id="9" creationId="{A4832727-EA7F-44D6-A9F2-E4AE0246960A}"/>
          </ac:spMkLst>
        </pc:spChg>
      </pc:sldChg>
      <pc:sldChg chg="modSp mod">
        <pc:chgData name="営業サーバ" userId="c35045ed-c185-45de-8f58-be20a28877d8" providerId="ADAL" clId="{0FC3A6E2-F395-4B6D-99FD-86F57DB42901}" dt="2020-11-26T07:07:24.362" v="7"/>
        <pc:sldMkLst>
          <pc:docMk/>
          <pc:sldMk cId="267129399" sldId="361"/>
        </pc:sldMkLst>
        <pc:spChg chg="mod">
          <ac:chgData name="営業サーバ" userId="c35045ed-c185-45de-8f58-be20a28877d8" providerId="ADAL" clId="{0FC3A6E2-F395-4B6D-99FD-86F57DB42901}" dt="2020-11-26T07:07:24.362" v="7"/>
          <ac:spMkLst>
            <pc:docMk/>
            <pc:sldMk cId="267129399" sldId="361"/>
            <ac:spMk id="6" creationId="{D0F3BEAC-A5EA-4EE4-95C7-0AEC1107FD29}"/>
          </ac:spMkLst>
        </pc:spChg>
      </pc:sldChg>
      <pc:sldChg chg="del">
        <pc:chgData name="営業サーバ" userId="c35045ed-c185-45de-8f58-be20a28877d8" providerId="ADAL" clId="{0FC3A6E2-F395-4B6D-99FD-86F57DB42901}" dt="2020-11-26T07:07:33.923" v="8" actId="47"/>
        <pc:sldMkLst>
          <pc:docMk/>
          <pc:sldMk cId="1833190690" sldId="362"/>
        </pc:sldMkLst>
      </pc:sldChg>
      <pc:sldMasterChg chg="delSldLayout">
        <pc:chgData name="営業サーバ" userId="c35045ed-c185-45de-8f58-be20a28877d8" providerId="ADAL" clId="{0FC3A6E2-F395-4B6D-99FD-86F57DB42901}" dt="2020-11-26T07:06:56.254" v="3" actId="47"/>
        <pc:sldMasterMkLst>
          <pc:docMk/>
          <pc:sldMasterMk cId="435389543" sldId="2147483658"/>
        </pc:sldMasterMkLst>
        <pc:sldLayoutChg chg="del">
          <pc:chgData name="営業サーバ" userId="c35045ed-c185-45de-8f58-be20a28877d8" providerId="ADAL" clId="{0FC3A6E2-F395-4B6D-99FD-86F57DB42901}" dt="2020-11-26T07:06:56.254" v="3" actId="47"/>
          <pc:sldLayoutMkLst>
            <pc:docMk/>
            <pc:sldMasterMk cId="435389543" sldId="2147483658"/>
            <pc:sldLayoutMk cId="686024632" sldId="2147483664"/>
          </pc:sldLayoutMkLst>
        </pc:sldLayoutChg>
        <pc:sldLayoutChg chg="del">
          <pc:chgData name="営業サーバ" userId="c35045ed-c185-45de-8f58-be20a28877d8" providerId="ADAL" clId="{0FC3A6E2-F395-4B6D-99FD-86F57DB42901}" dt="2020-11-26T07:06:44.742" v="1" actId="47"/>
          <pc:sldLayoutMkLst>
            <pc:docMk/>
            <pc:sldMasterMk cId="435389543" sldId="2147483658"/>
            <pc:sldLayoutMk cId="3103958700" sldId="2147483664"/>
          </pc:sldLayoutMkLst>
        </pc:sldLayoutChg>
      </pc:sldMasterChg>
    </pc:docChg>
  </pc:docChgLst>
  <pc:docChgLst>
    <pc:chgData name="稔章 今野" userId="9659808f-245f-46a7-991e-983cdf43b7a2" providerId="ADAL" clId="{EB8044F2-665D-48CD-A75C-CD10CCAEE6B0}"/>
    <pc:docChg chg="undo custSel modSld">
      <pc:chgData name="稔章 今野" userId="9659808f-245f-46a7-991e-983cdf43b7a2" providerId="ADAL" clId="{EB8044F2-665D-48CD-A75C-CD10CCAEE6B0}" dt="2021-12-27T00:07:47.706" v="179" actId="20577"/>
      <pc:docMkLst>
        <pc:docMk/>
      </pc:docMkLst>
      <pc:sldChg chg="modSp mod">
        <pc:chgData name="稔章 今野" userId="9659808f-245f-46a7-991e-983cdf43b7a2" providerId="ADAL" clId="{EB8044F2-665D-48CD-A75C-CD10CCAEE6B0}" dt="2021-12-24T06:22:50.714" v="115"/>
        <pc:sldMkLst>
          <pc:docMk/>
          <pc:sldMk cId="2277428888" sldId="367"/>
        </pc:sldMkLst>
        <pc:spChg chg="mod">
          <ac:chgData name="稔章 今野" userId="9659808f-245f-46a7-991e-983cdf43b7a2" providerId="ADAL" clId="{EB8044F2-665D-48CD-A75C-CD10CCAEE6B0}" dt="2021-12-24T06:22:50.714" v="115"/>
          <ac:spMkLst>
            <pc:docMk/>
            <pc:sldMk cId="2277428888" sldId="367"/>
            <ac:spMk id="6" creationId="{304B1092-F21F-4A89-8359-ED1CF43F7497}"/>
          </ac:spMkLst>
        </pc:spChg>
      </pc:sldChg>
      <pc:sldChg chg="modSp mod">
        <pc:chgData name="稔章 今野" userId="9659808f-245f-46a7-991e-983cdf43b7a2" providerId="ADAL" clId="{EB8044F2-665D-48CD-A75C-CD10CCAEE6B0}" dt="2021-12-24T06:23:37.793" v="118" actId="14100"/>
        <pc:sldMkLst>
          <pc:docMk/>
          <pc:sldMk cId="1615278593" sldId="369"/>
        </pc:sldMkLst>
        <pc:spChg chg="mod">
          <ac:chgData name="稔章 今野" userId="9659808f-245f-46a7-991e-983cdf43b7a2" providerId="ADAL" clId="{EB8044F2-665D-48CD-A75C-CD10CCAEE6B0}" dt="2021-12-24T06:23:37.793" v="118" actId="14100"/>
          <ac:spMkLst>
            <pc:docMk/>
            <pc:sldMk cId="1615278593" sldId="369"/>
            <ac:spMk id="6" creationId="{127A02F7-9F3D-4997-A920-6D0C58DDAAD3}"/>
          </ac:spMkLst>
        </pc:spChg>
      </pc:sldChg>
      <pc:sldChg chg="modSp mod">
        <pc:chgData name="稔章 今野" userId="9659808f-245f-46a7-991e-983cdf43b7a2" providerId="ADAL" clId="{EB8044F2-665D-48CD-A75C-CD10CCAEE6B0}" dt="2021-12-24T06:27:06.992" v="144" actId="1076"/>
        <pc:sldMkLst>
          <pc:docMk/>
          <pc:sldMk cId="1848207789" sldId="373"/>
        </pc:sldMkLst>
        <pc:spChg chg="mod">
          <ac:chgData name="稔章 今野" userId="9659808f-245f-46a7-991e-983cdf43b7a2" providerId="ADAL" clId="{EB8044F2-665D-48CD-A75C-CD10CCAEE6B0}" dt="2021-12-24T06:24:32.512" v="123" actId="20577"/>
          <ac:spMkLst>
            <pc:docMk/>
            <pc:sldMk cId="1848207789" sldId="373"/>
            <ac:spMk id="6" creationId="{2592738B-6317-4652-B628-D04033029127}"/>
          </ac:spMkLst>
        </pc:spChg>
        <pc:spChg chg="mod">
          <ac:chgData name="稔章 今野" userId="9659808f-245f-46a7-991e-983cdf43b7a2" providerId="ADAL" clId="{EB8044F2-665D-48CD-A75C-CD10CCAEE6B0}" dt="2021-12-24T06:25:09.145" v="128" actId="14100"/>
          <ac:spMkLst>
            <pc:docMk/>
            <pc:sldMk cId="1848207789" sldId="373"/>
            <ac:spMk id="8" creationId="{06FF66D7-3604-4305-9AC0-2078D6ECEA83}"/>
          </ac:spMkLst>
        </pc:spChg>
        <pc:spChg chg="mod">
          <ac:chgData name="稔章 今野" userId="9659808f-245f-46a7-991e-983cdf43b7a2" providerId="ADAL" clId="{EB8044F2-665D-48CD-A75C-CD10CCAEE6B0}" dt="2021-12-24T06:26:46.149" v="141" actId="14100"/>
          <ac:spMkLst>
            <pc:docMk/>
            <pc:sldMk cId="1848207789" sldId="373"/>
            <ac:spMk id="9" creationId="{C9C7744D-D0F8-45EB-8948-10EC2666EDE3}"/>
          </ac:spMkLst>
        </pc:spChg>
        <pc:spChg chg="mod">
          <ac:chgData name="稔章 今野" userId="9659808f-245f-46a7-991e-983cdf43b7a2" providerId="ADAL" clId="{EB8044F2-665D-48CD-A75C-CD10CCAEE6B0}" dt="2021-12-24T06:27:06.992" v="144" actId="1076"/>
          <ac:spMkLst>
            <pc:docMk/>
            <pc:sldMk cId="1848207789" sldId="373"/>
            <ac:spMk id="10" creationId="{75ADB4EB-F938-4B2C-A73F-2E824CD27FCA}"/>
          </ac:spMkLst>
        </pc:spChg>
        <pc:spChg chg="mod">
          <ac:chgData name="稔章 今野" userId="9659808f-245f-46a7-991e-983cdf43b7a2" providerId="ADAL" clId="{EB8044F2-665D-48CD-A75C-CD10CCAEE6B0}" dt="2021-12-24T06:24:45.959" v="124" actId="1076"/>
          <ac:spMkLst>
            <pc:docMk/>
            <pc:sldMk cId="1848207789" sldId="373"/>
            <ac:spMk id="11" creationId="{D517944E-C9B2-489B-A736-2925B9FAE80E}"/>
          </ac:spMkLst>
        </pc:spChg>
        <pc:spChg chg="mod">
          <ac:chgData name="稔章 今野" userId="9659808f-245f-46a7-991e-983cdf43b7a2" providerId="ADAL" clId="{EB8044F2-665D-48CD-A75C-CD10CCAEE6B0}" dt="2021-12-24T06:26:24.203" v="138" actId="1076"/>
          <ac:spMkLst>
            <pc:docMk/>
            <pc:sldMk cId="1848207789" sldId="373"/>
            <ac:spMk id="12" creationId="{39F8F0E7-1163-49B6-AA31-3CF4221F26FB}"/>
          </ac:spMkLst>
        </pc:spChg>
        <pc:spChg chg="mod">
          <ac:chgData name="稔章 今野" userId="9659808f-245f-46a7-991e-983cdf43b7a2" providerId="ADAL" clId="{EB8044F2-665D-48CD-A75C-CD10CCAEE6B0}" dt="2021-12-24T06:26:18.473" v="137" actId="1076"/>
          <ac:spMkLst>
            <pc:docMk/>
            <pc:sldMk cId="1848207789" sldId="373"/>
            <ac:spMk id="13" creationId="{3C4838BC-C0ED-4EE0-96A0-DA3F1CC35971}"/>
          </ac:spMkLst>
        </pc:spChg>
      </pc:sldChg>
      <pc:sldChg chg="modSp mod">
        <pc:chgData name="稔章 今野" userId="9659808f-245f-46a7-991e-983cdf43b7a2" providerId="ADAL" clId="{EB8044F2-665D-48CD-A75C-CD10CCAEE6B0}" dt="2021-12-24T06:28:34.806" v="149" actId="207"/>
        <pc:sldMkLst>
          <pc:docMk/>
          <pc:sldMk cId="420561561" sldId="375"/>
        </pc:sldMkLst>
        <pc:spChg chg="mod">
          <ac:chgData name="稔章 今野" userId="9659808f-245f-46a7-991e-983cdf43b7a2" providerId="ADAL" clId="{EB8044F2-665D-48CD-A75C-CD10CCAEE6B0}" dt="2021-12-24T06:28:34.806" v="149" actId="207"/>
          <ac:spMkLst>
            <pc:docMk/>
            <pc:sldMk cId="420561561" sldId="375"/>
            <ac:spMk id="6" creationId="{9F87B1AC-1610-4046-839F-830C4C2A1864}"/>
          </ac:spMkLst>
        </pc:spChg>
      </pc:sldChg>
      <pc:sldChg chg="modSp mod">
        <pc:chgData name="稔章 今野" userId="9659808f-245f-46a7-991e-983cdf43b7a2" providerId="ADAL" clId="{EB8044F2-665D-48CD-A75C-CD10CCAEE6B0}" dt="2021-12-24T06:30:05.311" v="161" actId="1076"/>
        <pc:sldMkLst>
          <pc:docMk/>
          <pc:sldMk cId="3487842613" sldId="380"/>
        </pc:sldMkLst>
        <pc:spChg chg="mod">
          <ac:chgData name="稔章 今野" userId="9659808f-245f-46a7-991e-983cdf43b7a2" providerId="ADAL" clId="{EB8044F2-665D-48CD-A75C-CD10CCAEE6B0}" dt="2021-12-24T06:29:50.334" v="160" actId="20577"/>
          <ac:spMkLst>
            <pc:docMk/>
            <pc:sldMk cId="3487842613" sldId="380"/>
            <ac:spMk id="6" creationId="{FEC86CCF-52B7-4B99-B475-BF74CC017D2B}"/>
          </ac:spMkLst>
        </pc:spChg>
        <pc:spChg chg="mod">
          <ac:chgData name="稔章 今野" userId="9659808f-245f-46a7-991e-983cdf43b7a2" providerId="ADAL" clId="{EB8044F2-665D-48CD-A75C-CD10CCAEE6B0}" dt="2021-12-24T06:29:44.789" v="153" actId="1076"/>
          <ac:spMkLst>
            <pc:docMk/>
            <pc:sldMk cId="3487842613" sldId="380"/>
            <ac:spMk id="7" creationId="{C56B9F5F-B953-4159-A53C-F447986A5F93}"/>
          </ac:spMkLst>
        </pc:spChg>
        <pc:spChg chg="mod">
          <ac:chgData name="稔章 今野" userId="9659808f-245f-46a7-991e-983cdf43b7a2" providerId="ADAL" clId="{EB8044F2-665D-48CD-A75C-CD10CCAEE6B0}" dt="2021-12-24T06:30:05.311" v="161" actId="1076"/>
          <ac:spMkLst>
            <pc:docMk/>
            <pc:sldMk cId="3487842613" sldId="380"/>
            <ac:spMk id="8" creationId="{CB2EA837-25DB-4E3B-A49B-0989AF006CB4}"/>
          </ac:spMkLst>
        </pc:spChg>
      </pc:sldChg>
      <pc:sldChg chg="modSp mod">
        <pc:chgData name="稔章 今野" userId="9659808f-245f-46a7-991e-983cdf43b7a2" providerId="ADAL" clId="{EB8044F2-665D-48CD-A75C-CD10CCAEE6B0}" dt="2021-12-27T00:05:42.449" v="163" actId="20577"/>
        <pc:sldMkLst>
          <pc:docMk/>
          <pc:sldMk cId="370086342" sldId="383"/>
        </pc:sldMkLst>
        <pc:spChg chg="mod">
          <ac:chgData name="稔章 今野" userId="9659808f-245f-46a7-991e-983cdf43b7a2" providerId="ADAL" clId="{EB8044F2-665D-48CD-A75C-CD10CCAEE6B0}" dt="2021-12-27T00:05:42.449" v="163" actId="20577"/>
          <ac:spMkLst>
            <pc:docMk/>
            <pc:sldMk cId="370086342" sldId="383"/>
            <ac:spMk id="6" creationId="{4CA59899-0BAD-4D9D-9D2E-EDDEDF77A7C7}"/>
          </ac:spMkLst>
        </pc:spChg>
      </pc:sldChg>
      <pc:sldChg chg="modSp mod">
        <pc:chgData name="稔章 今野" userId="9659808f-245f-46a7-991e-983cdf43b7a2" providerId="ADAL" clId="{EB8044F2-665D-48CD-A75C-CD10CCAEE6B0}" dt="2021-12-27T00:06:15.574" v="164"/>
        <pc:sldMkLst>
          <pc:docMk/>
          <pc:sldMk cId="2606702251" sldId="384"/>
        </pc:sldMkLst>
        <pc:spChg chg="mod">
          <ac:chgData name="稔章 今野" userId="9659808f-245f-46a7-991e-983cdf43b7a2" providerId="ADAL" clId="{EB8044F2-665D-48CD-A75C-CD10CCAEE6B0}" dt="2021-12-27T00:06:15.574" v="164"/>
          <ac:spMkLst>
            <pc:docMk/>
            <pc:sldMk cId="2606702251" sldId="384"/>
            <ac:spMk id="6" creationId="{2963DDC0-DC6C-4E94-B2BC-AF18A6BE370C}"/>
          </ac:spMkLst>
        </pc:spChg>
      </pc:sldChg>
      <pc:sldChg chg="modSp mod">
        <pc:chgData name="稔章 今野" userId="9659808f-245f-46a7-991e-983cdf43b7a2" providerId="ADAL" clId="{EB8044F2-665D-48CD-A75C-CD10CCAEE6B0}" dt="2021-12-27T00:07:47.706" v="179" actId="20577"/>
        <pc:sldMkLst>
          <pc:docMk/>
          <pc:sldMk cId="1556991625" sldId="386"/>
        </pc:sldMkLst>
        <pc:spChg chg="mod">
          <ac:chgData name="稔章 今野" userId="9659808f-245f-46a7-991e-983cdf43b7a2" providerId="ADAL" clId="{EB8044F2-665D-48CD-A75C-CD10CCAEE6B0}" dt="2021-12-27T00:07:47.706" v="179" actId="20577"/>
          <ac:spMkLst>
            <pc:docMk/>
            <pc:sldMk cId="1556991625" sldId="386"/>
            <ac:spMk id="6" creationId="{74841F81-189C-4603-B413-5F5FE530BDEF}"/>
          </ac:spMkLst>
        </pc:spChg>
      </pc:sldChg>
    </pc:docChg>
  </pc:docChgLst>
  <pc:docChgLst>
    <pc:chgData name="半田 拓哉" userId="1e4433e6-5c02-4084-a745-ce0b57f2b267" providerId="ADAL" clId="{D7F62DFA-2B16-7748-9F6F-F26C99FD015C}"/>
    <pc:docChg chg="modSld">
      <pc:chgData name="半田 拓哉" userId="1e4433e6-5c02-4084-a745-ce0b57f2b267" providerId="ADAL" clId="{D7F62DFA-2B16-7748-9F6F-F26C99FD015C}" dt="2022-03-09T02:09:53.112" v="47" actId="20577"/>
      <pc:docMkLst>
        <pc:docMk/>
      </pc:docMkLst>
      <pc:sldChg chg="modSp mod">
        <pc:chgData name="半田 拓哉" userId="1e4433e6-5c02-4084-a745-ce0b57f2b267" providerId="ADAL" clId="{D7F62DFA-2B16-7748-9F6F-F26C99FD015C}" dt="2022-03-09T02:09:53.112" v="47" actId="20577"/>
        <pc:sldMkLst>
          <pc:docMk/>
          <pc:sldMk cId="2320300325" sldId="390"/>
        </pc:sldMkLst>
        <pc:spChg chg="mod">
          <ac:chgData name="半田 拓哉" userId="1e4433e6-5c02-4084-a745-ce0b57f2b267" providerId="ADAL" clId="{D7F62DFA-2B16-7748-9F6F-F26C99FD015C}" dt="2022-03-09T02:09:53.112" v="47" actId="20577"/>
          <ac:spMkLst>
            <pc:docMk/>
            <pc:sldMk cId="2320300325" sldId="390"/>
            <ac:spMk id="3" creationId="{C5C02D43-B67C-4DEC-8EC9-48957910AE84}"/>
          </ac:spMkLst>
        </pc:spChg>
      </pc:sldChg>
      <pc:sldChg chg="modSp mod">
        <pc:chgData name="半田 拓哉" userId="1e4433e6-5c02-4084-a745-ce0b57f2b267" providerId="ADAL" clId="{D7F62DFA-2B16-7748-9F6F-F26C99FD015C}" dt="2022-03-09T02:04:00.233" v="4" actId="20577"/>
        <pc:sldMkLst>
          <pc:docMk/>
          <pc:sldMk cId="3553494220" sldId="396"/>
        </pc:sldMkLst>
        <pc:spChg chg="mod">
          <ac:chgData name="半田 拓哉" userId="1e4433e6-5c02-4084-a745-ce0b57f2b267" providerId="ADAL" clId="{D7F62DFA-2B16-7748-9F6F-F26C99FD015C}" dt="2022-03-09T02:04:00.233" v="4" actId="20577"/>
          <ac:spMkLst>
            <pc:docMk/>
            <pc:sldMk cId="3553494220" sldId="396"/>
            <ac:spMk id="5" creationId="{190ECB88-5093-4F73-AA5D-C6BAE55C2600}"/>
          </ac:spMkLst>
        </pc:spChg>
      </pc:sldChg>
    </pc:docChg>
  </pc:docChgLst>
  <pc:docChgLst>
    <pc:chgData name="鈴木 秀規" userId="f68c5fd9-22d5-4c0a-9833-7fb0f5135313" providerId="ADAL" clId="{9B0393DB-347A-4A9F-B4E7-8702A039FC28}"/>
    <pc:docChg chg="undo custSel addSld delSld modSld">
      <pc:chgData name="鈴木 秀規" userId="f68c5fd9-22d5-4c0a-9833-7fb0f5135313" providerId="ADAL" clId="{9B0393DB-347A-4A9F-B4E7-8702A039FC28}" dt="2021-02-01T05:37:57.668" v="1500" actId="20577"/>
      <pc:docMkLst>
        <pc:docMk/>
      </pc:docMkLst>
      <pc:sldChg chg="modSp mod">
        <pc:chgData name="鈴木 秀規" userId="f68c5fd9-22d5-4c0a-9833-7fb0f5135313" providerId="ADAL" clId="{9B0393DB-347A-4A9F-B4E7-8702A039FC28}" dt="2021-01-28T04:51:05.043" v="8" actId="20577"/>
        <pc:sldMkLst>
          <pc:docMk/>
          <pc:sldMk cId="0" sldId="256"/>
        </pc:sldMkLst>
        <pc:spChg chg="mod">
          <ac:chgData name="鈴木 秀規" userId="f68c5fd9-22d5-4c0a-9833-7fb0f5135313" providerId="ADAL" clId="{9B0393DB-347A-4A9F-B4E7-8702A039FC28}" dt="2021-01-28T04:51:05.043" v="8" actId="20577"/>
          <ac:spMkLst>
            <pc:docMk/>
            <pc:sldMk cId="0" sldId="256"/>
            <ac:spMk id="56" creationId="{00000000-0000-0000-0000-000000000000}"/>
          </ac:spMkLst>
        </pc:spChg>
      </pc:sldChg>
      <pc:sldChg chg="modSp mod">
        <pc:chgData name="鈴木 秀規" userId="f68c5fd9-22d5-4c0a-9833-7fb0f5135313" providerId="ADAL" clId="{9B0393DB-347A-4A9F-B4E7-8702A039FC28}" dt="2021-02-01T05:37:57.668" v="1500" actId="20577"/>
        <pc:sldMkLst>
          <pc:docMk/>
          <pc:sldMk cId="1668843990" sldId="360"/>
        </pc:sldMkLst>
        <pc:spChg chg="mod">
          <ac:chgData name="鈴木 秀規" userId="f68c5fd9-22d5-4c0a-9833-7fb0f5135313" providerId="ADAL" clId="{9B0393DB-347A-4A9F-B4E7-8702A039FC28}" dt="2021-02-01T05:37:57.668" v="1500" actId="20577"/>
          <ac:spMkLst>
            <pc:docMk/>
            <pc:sldMk cId="1668843990" sldId="360"/>
            <ac:spMk id="9" creationId="{A4832727-EA7F-44D6-A9F2-E4AE0246960A}"/>
          </ac:spMkLst>
        </pc:spChg>
      </pc:sldChg>
      <pc:sldChg chg="modSp mod">
        <pc:chgData name="鈴木 秀規" userId="f68c5fd9-22d5-4c0a-9833-7fb0f5135313" providerId="ADAL" clId="{9B0393DB-347A-4A9F-B4E7-8702A039FC28}" dt="2021-02-01T05:36:23.193" v="1375"/>
        <pc:sldMkLst>
          <pc:docMk/>
          <pc:sldMk cId="267129399" sldId="361"/>
        </pc:sldMkLst>
        <pc:spChg chg="mod">
          <ac:chgData name="鈴木 秀規" userId="f68c5fd9-22d5-4c0a-9833-7fb0f5135313" providerId="ADAL" clId="{9B0393DB-347A-4A9F-B4E7-8702A039FC28}" dt="2021-02-01T05:36:23.193" v="1375"/>
          <ac:spMkLst>
            <pc:docMk/>
            <pc:sldMk cId="267129399" sldId="361"/>
            <ac:spMk id="6" creationId="{D0F3BEAC-A5EA-4EE4-95C7-0AEC1107FD29}"/>
          </ac:spMkLst>
        </pc:spChg>
      </pc:sldChg>
      <pc:sldChg chg="modSp mod">
        <pc:chgData name="鈴木 秀規" userId="f68c5fd9-22d5-4c0a-9833-7fb0f5135313" providerId="ADAL" clId="{9B0393DB-347A-4A9F-B4E7-8702A039FC28}" dt="2021-01-28T04:53:57.343" v="46" actId="207"/>
        <pc:sldMkLst>
          <pc:docMk/>
          <pc:sldMk cId="2397736379" sldId="363"/>
        </pc:sldMkLst>
        <pc:spChg chg="mod">
          <ac:chgData name="鈴木 秀規" userId="f68c5fd9-22d5-4c0a-9833-7fb0f5135313" providerId="ADAL" clId="{9B0393DB-347A-4A9F-B4E7-8702A039FC28}" dt="2021-01-28T04:51:13.114" v="9"/>
          <ac:spMkLst>
            <pc:docMk/>
            <pc:sldMk cId="2397736379" sldId="363"/>
            <ac:spMk id="7" creationId="{9630AD22-E64D-4A96-B059-2AF9F6580C25}"/>
          </ac:spMkLst>
        </pc:spChg>
        <pc:spChg chg="mod">
          <ac:chgData name="鈴木 秀規" userId="f68c5fd9-22d5-4c0a-9833-7fb0f5135313" providerId="ADAL" clId="{9B0393DB-347A-4A9F-B4E7-8702A039FC28}" dt="2021-01-28T04:53:57.343" v="46" actId="207"/>
          <ac:spMkLst>
            <pc:docMk/>
            <pc:sldMk cId="2397736379" sldId="363"/>
            <ac:spMk id="8" creationId="{787CF02A-01AB-4517-BA3E-25572FA82648}"/>
          </ac:spMkLst>
        </pc:spChg>
      </pc:sldChg>
      <pc:sldChg chg="del">
        <pc:chgData name="鈴木 秀規" userId="f68c5fd9-22d5-4c0a-9833-7fb0f5135313" providerId="ADAL" clId="{9B0393DB-347A-4A9F-B4E7-8702A039FC28}" dt="2021-01-28T04:51:20.164" v="10" actId="2696"/>
        <pc:sldMkLst>
          <pc:docMk/>
          <pc:sldMk cId="655144691" sldId="364"/>
        </pc:sldMkLst>
      </pc:sldChg>
      <pc:sldChg chg="addSp modSp new mod">
        <pc:chgData name="鈴木 秀規" userId="f68c5fd9-22d5-4c0a-9833-7fb0f5135313" providerId="ADAL" clId="{9B0393DB-347A-4A9F-B4E7-8702A039FC28}" dt="2021-01-28T04:59:15.087" v="93" actId="1076"/>
        <pc:sldMkLst>
          <pc:docMk/>
          <pc:sldMk cId="2018664081" sldId="364"/>
        </pc:sldMkLst>
        <pc:spChg chg="mod">
          <ac:chgData name="鈴木 秀規" userId="f68c5fd9-22d5-4c0a-9833-7fb0f5135313" providerId="ADAL" clId="{9B0393DB-347A-4A9F-B4E7-8702A039FC28}" dt="2021-01-28T04:54:08.475" v="48"/>
          <ac:spMkLst>
            <pc:docMk/>
            <pc:sldMk cId="2018664081" sldId="364"/>
            <ac:spMk id="3" creationId="{75DADEAD-0D67-4E17-9166-98A6805B6470}"/>
          </ac:spMkLst>
        </pc:spChg>
        <pc:spChg chg="mod">
          <ac:chgData name="鈴木 秀規" userId="f68c5fd9-22d5-4c0a-9833-7fb0f5135313" providerId="ADAL" clId="{9B0393DB-347A-4A9F-B4E7-8702A039FC28}" dt="2021-01-28T04:58:33.090" v="90" actId="14100"/>
          <ac:spMkLst>
            <pc:docMk/>
            <pc:sldMk cId="2018664081" sldId="364"/>
            <ac:spMk id="5" creationId="{E4A52243-874B-431E-A0B0-DB7E78319065}"/>
          </ac:spMkLst>
        </pc:spChg>
        <pc:spChg chg="add mod">
          <ac:chgData name="鈴木 秀規" userId="f68c5fd9-22d5-4c0a-9833-7fb0f5135313" providerId="ADAL" clId="{9B0393DB-347A-4A9F-B4E7-8702A039FC28}" dt="2021-01-28T04:55:56.647" v="77" actId="2711"/>
          <ac:spMkLst>
            <pc:docMk/>
            <pc:sldMk cId="2018664081" sldId="364"/>
            <ac:spMk id="6" creationId="{8F29406F-A595-462E-B24E-9CE5D8EF3E2D}"/>
          </ac:spMkLst>
        </pc:spChg>
        <pc:spChg chg="add mod">
          <ac:chgData name="鈴木 秀規" userId="f68c5fd9-22d5-4c0a-9833-7fb0f5135313" providerId="ADAL" clId="{9B0393DB-347A-4A9F-B4E7-8702A039FC28}" dt="2021-01-28T04:55:56.647" v="77" actId="2711"/>
          <ac:spMkLst>
            <pc:docMk/>
            <pc:sldMk cId="2018664081" sldId="364"/>
            <ac:spMk id="7" creationId="{2BA7F10E-1871-4F38-AC59-B0163B4434D5}"/>
          </ac:spMkLst>
        </pc:spChg>
        <pc:spChg chg="add mod">
          <ac:chgData name="鈴木 秀規" userId="f68c5fd9-22d5-4c0a-9833-7fb0f5135313" providerId="ADAL" clId="{9B0393DB-347A-4A9F-B4E7-8702A039FC28}" dt="2021-01-28T04:58:48.287" v="92" actId="207"/>
          <ac:spMkLst>
            <pc:docMk/>
            <pc:sldMk cId="2018664081" sldId="364"/>
            <ac:spMk id="8" creationId="{F96758B4-8B0C-4906-AE61-8689B893E300}"/>
          </ac:spMkLst>
        </pc:spChg>
        <pc:spChg chg="add mod">
          <ac:chgData name="鈴木 秀規" userId="f68c5fd9-22d5-4c0a-9833-7fb0f5135313" providerId="ADAL" clId="{9B0393DB-347A-4A9F-B4E7-8702A039FC28}" dt="2021-01-28T04:58:48.287" v="92" actId="207"/>
          <ac:spMkLst>
            <pc:docMk/>
            <pc:sldMk cId="2018664081" sldId="364"/>
            <ac:spMk id="9" creationId="{C40943D4-755B-48CE-BE20-39AD99482DDD}"/>
          </ac:spMkLst>
        </pc:spChg>
        <pc:spChg chg="add mod">
          <ac:chgData name="鈴木 秀規" userId="f68c5fd9-22d5-4c0a-9833-7fb0f5135313" providerId="ADAL" clId="{9B0393DB-347A-4A9F-B4E7-8702A039FC28}" dt="2021-01-28T04:58:48.287" v="92" actId="207"/>
          <ac:spMkLst>
            <pc:docMk/>
            <pc:sldMk cId="2018664081" sldId="364"/>
            <ac:spMk id="10" creationId="{428E113C-BEEF-4176-9373-33F49BE93CB6}"/>
          </ac:spMkLst>
        </pc:spChg>
        <pc:spChg chg="add mod">
          <ac:chgData name="鈴木 秀規" userId="f68c5fd9-22d5-4c0a-9833-7fb0f5135313" providerId="ADAL" clId="{9B0393DB-347A-4A9F-B4E7-8702A039FC28}" dt="2021-01-28T04:58:48.287" v="92" actId="207"/>
          <ac:spMkLst>
            <pc:docMk/>
            <pc:sldMk cId="2018664081" sldId="364"/>
            <ac:spMk id="11" creationId="{4A277E1D-FD12-479A-BA6F-0857A0959E90}"/>
          </ac:spMkLst>
        </pc:spChg>
        <pc:spChg chg="add mod">
          <ac:chgData name="鈴木 秀規" userId="f68c5fd9-22d5-4c0a-9833-7fb0f5135313" providerId="ADAL" clId="{9B0393DB-347A-4A9F-B4E7-8702A039FC28}" dt="2021-01-28T04:58:48.287" v="92" actId="207"/>
          <ac:spMkLst>
            <pc:docMk/>
            <pc:sldMk cId="2018664081" sldId="364"/>
            <ac:spMk id="12" creationId="{62CD15D6-B290-40CF-8A16-2D4CCCDA5B55}"/>
          </ac:spMkLst>
        </pc:spChg>
        <pc:spChg chg="add mod">
          <ac:chgData name="鈴木 秀規" userId="f68c5fd9-22d5-4c0a-9833-7fb0f5135313" providerId="ADAL" clId="{9B0393DB-347A-4A9F-B4E7-8702A039FC28}" dt="2021-01-28T04:58:48.287" v="92" actId="207"/>
          <ac:spMkLst>
            <pc:docMk/>
            <pc:sldMk cId="2018664081" sldId="364"/>
            <ac:spMk id="13" creationId="{DBD1595E-0338-493E-BEF5-BD50188C517A}"/>
          </ac:spMkLst>
        </pc:spChg>
        <pc:spChg chg="add mod">
          <ac:chgData name="鈴木 秀規" userId="f68c5fd9-22d5-4c0a-9833-7fb0f5135313" providerId="ADAL" clId="{9B0393DB-347A-4A9F-B4E7-8702A039FC28}" dt="2021-01-28T04:59:15.087" v="93" actId="1076"/>
          <ac:spMkLst>
            <pc:docMk/>
            <pc:sldMk cId="2018664081" sldId="364"/>
            <ac:spMk id="14" creationId="{E4EC873D-1263-447A-BF7D-809CAE197046}"/>
          </ac:spMkLst>
        </pc:spChg>
      </pc:sldChg>
      <pc:sldChg chg="modSp new mod">
        <pc:chgData name="鈴木 秀規" userId="f68c5fd9-22d5-4c0a-9833-7fb0f5135313" providerId="ADAL" clId="{9B0393DB-347A-4A9F-B4E7-8702A039FC28}" dt="2021-01-28T05:00:43.639" v="117" actId="113"/>
        <pc:sldMkLst>
          <pc:docMk/>
          <pc:sldMk cId="2019205359" sldId="365"/>
        </pc:sldMkLst>
        <pc:spChg chg="mod">
          <ac:chgData name="鈴木 秀規" userId="f68c5fd9-22d5-4c0a-9833-7fb0f5135313" providerId="ADAL" clId="{9B0393DB-347A-4A9F-B4E7-8702A039FC28}" dt="2021-01-28T04:59:29.015" v="95"/>
          <ac:spMkLst>
            <pc:docMk/>
            <pc:sldMk cId="2019205359" sldId="365"/>
            <ac:spMk id="3" creationId="{A91E588B-D2ED-4C37-BFA4-DF7BA5F7B19C}"/>
          </ac:spMkLst>
        </pc:spChg>
        <pc:spChg chg="mod">
          <ac:chgData name="鈴木 秀規" userId="f68c5fd9-22d5-4c0a-9833-7fb0f5135313" providerId="ADAL" clId="{9B0393DB-347A-4A9F-B4E7-8702A039FC28}" dt="2021-01-28T05:00:43.639" v="117" actId="113"/>
          <ac:spMkLst>
            <pc:docMk/>
            <pc:sldMk cId="2019205359" sldId="365"/>
            <ac:spMk id="5" creationId="{2B398FB9-B780-41E2-9CE6-703675FD83AF}"/>
          </ac:spMkLst>
        </pc:spChg>
      </pc:sldChg>
      <pc:sldChg chg="del">
        <pc:chgData name="鈴木 秀規" userId="f68c5fd9-22d5-4c0a-9833-7fb0f5135313" providerId="ADAL" clId="{9B0393DB-347A-4A9F-B4E7-8702A039FC28}" dt="2021-01-28T04:51:20.164" v="10" actId="2696"/>
        <pc:sldMkLst>
          <pc:docMk/>
          <pc:sldMk cId="3025764782" sldId="365"/>
        </pc:sldMkLst>
      </pc:sldChg>
      <pc:sldChg chg="addSp modSp new mod modAnim">
        <pc:chgData name="鈴木 秀規" userId="f68c5fd9-22d5-4c0a-9833-7fb0f5135313" providerId="ADAL" clId="{9B0393DB-347A-4A9F-B4E7-8702A039FC28}" dt="2021-01-28T05:06:03.368" v="186" actId="14100"/>
        <pc:sldMkLst>
          <pc:docMk/>
          <pc:sldMk cId="1083425996" sldId="366"/>
        </pc:sldMkLst>
        <pc:spChg chg="mod">
          <ac:chgData name="鈴木 秀規" userId="f68c5fd9-22d5-4c0a-9833-7fb0f5135313" providerId="ADAL" clId="{9B0393DB-347A-4A9F-B4E7-8702A039FC28}" dt="2021-01-28T05:01:01.412" v="119"/>
          <ac:spMkLst>
            <pc:docMk/>
            <pc:sldMk cId="1083425996" sldId="366"/>
            <ac:spMk id="3" creationId="{5915CA98-055E-4B0A-AE76-B5429F5D958C}"/>
          </ac:spMkLst>
        </pc:spChg>
        <pc:spChg chg="mod">
          <ac:chgData name="鈴木 秀規" userId="f68c5fd9-22d5-4c0a-9833-7fb0f5135313" providerId="ADAL" clId="{9B0393DB-347A-4A9F-B4E7-8702A039FC28}" dt="2021-01-28T05:01:58.463" v="132" actId="14100"/>
          <ac:spMkLst>
            <pc:docMk/>
            <pc:sldMk cId="1083425996" sldId="366"/>
            <ac:spMk id="5" creationId="{81DD3EA4-DF67-400B-9355-84F772D9225A}"/>
          </ac:spMkLst>
        </pc:spChg>
        <pc:spChg chg="add mod">
          <ac:chgData name="鈴木 秀規" userId="f68c5fd9-22d5-4c0a-9833-7fb0f5135313" providerId="ADAL" clId="{9B0393DB-347A-4A9F-B4E7-8702A039FC28}" dt="2021-01-28T05:05:19.771" v="177" actId="14100"/>
          <ac:spMkLst>
            <pc:docMk/>
            <pc:sldMk cId="1083425996" sldId="366"/>
            <ac:spMk id="6" creationId="{40234366-3D36-42F3-B1EE-CD56A6476877}"/>
          </ac:spMkLst>
        </pc:spChg>
        <pc:spChg chg="add mod">
          <ac:chgData name="鈴木 秀規" userId="f68c5fd9-22d5-4c0a-9833-7fb0f5135313" providerId="ADAL" clId="{9B0393DB-347A-4A9F-B4E7-8702A039FC28}" dt="2021-01-28T05:05:14.835" v="175" actId="1076"/>
          <ac:spMkLst>
            <pc:docMk/>
            <pc:sldMk cId="1083425996" sldId="366"/>
            <ac:spMk id="7" creationId="{694D1064-2523-4FB8-9664-3C01E154DF7D}"/>
          </ac:spMkLst>
        </pc:spChg>
        <pc:spChg chg="add mod">
          <ac:chgData name="鈴木 秀規" userId="f68c5fd9-22d5-4c0a-9833-7fb0f5135313" providerId="ADAL" clId="{9B0393DB-347A-4A9F-B4E7-8702A039FC28}" dt="2021-01-28T05:04:16.147" v="162" actId="207"/>
          <ac:spMkLst>
            <pc:docMk/>
            <pc:sldMk cId="1083425996" sldId="366"/>
            <ac:spMk id="8" creationId="{DC4D2014-A7F2-4212-B21A-EF34F70F840E}"/>
          </ac:spMkLst>
        </pc:spChg>
        <pc:spChg chg="add mod">
          <ac:chgData name="鈴木 秀規" userId="f68c5fd9-22d5-4c0a-9833-7fb0f5135313" providerId="ADAL" clId="{9B0393DB-347A-4A9F-B4E7-8702A039FC28}" dt="2021-01-28T05:06:03.368" v="186" actId="14100"/>
          <ac:spMkLst>
            <pc:docMk/>
            <pc:sldMk cId="1083425996" sldId="366"/>
            <ac:spMk id="9" creationId="{8FB1B2C3-52FD-4F90-80CC-4C949A9674BD}"/>
          </ac:spMkLst>
        </pc:spChg>
        <pc:spChg chg="add mod">
          <ac:chgData name="鈴木 秀規" userId="f68c5fd9-22d5-4c0a-9833-7fb0f5135313" providerId="ADAL" clId="{9B0393DB-347A-4A9F-B4E7-8702A039FC28}" dt="2021-01-28T05:05:53.118" v="184" actId="1076"/>
          <ac:spMkLst>
            <pc:docMk/>
            <pc:sldMk cId="1083425996" sldId="366"/>
            <ac:spMk id="10" creationId="{87685BC7-0CC4-45EC-A20F-8E039239962B}"/>
          </ac:spMkLst>
        </pc:spChg>
      </pc:sldChg>
      <pc:sldChg chg="del">
        <pc:chgData name="鈴木 秀規" userId="f68c5fd9-22d5-4c0a-9833-7fb0f5135313" providerId="ADAL" clId="{9B0393DB-347A-4A9F-B4E7-8702A039FC28}" dt="2021-01-28T04:51:20.164" v="10" actId="2696"/>
        <pc:sldMkLst>
          <pc:docMk/>
          <pc:sldMk cId="4018965676" sldId="366"/>
        </pc:sldMkLst>
      </pc:sldChg>
      <pc:sldChg chg="addSp modSp new mod">
        <pc:chgData name="鈴木 秀規" userId="f68c5fd9-22d5-4c0a-9833-7fb0f5135313" providerId="ADAL" clId="{9B0393DB-347A-4A9F-B4E7-8702A039FC28}" dt="2021-01-28T05:19:37.794" v="212" actId="2085"/>
        <pc:sldMkLst>
          <pc:docMk/>
          <pc:sldMk cId="2277428888" sldId="367"/>
        </pc:sldMkLst>
        <pc:spChg chg="mod">
          <ac:chgData name="鈴木 秀規" userId="f68c5fd9-22d5-4c0a-9833-7fb0f5135313" providerId="ADAL" clId="{9B0393DB-347A-4A9F-B4E7-8702A039FC28}" dt="2021-01-28T05:06:17.598" v="188"/>
          <ac:spMkLst>
            <pc:docMk/>
            <pc:sldMk cId="2277428888" sldId="367"/>
            <ac:spMk id="3" creationId="{F4D40F7E-BF5A-49FC-B84A-46C28E18D48C}"/>
          </ac:spMkLst>
        </pc:spChg>
        <pc:spChg chg="mod">
          <ac:chgData name="鈴木 秀規" userId="f68c5fd9-22d5-4c0a-9833-7fb0f5135313" providerId="ADAL" clId="{9B0393DB-347A-4A9F-B4E7-8702A039FC28}" dt="2021-01-28T05:06:45.544" v="193" actId="14100"/>
          <ac:spMkLst>
            <pc:docMk/>
            <pc:sldMk cId="2277428888" sldId="367"/>
            <ac:spMk id="5" creationId="{83ACA755-6F6F-4468-AD8F-3ADE2BF7686B}"/>
          </ac:spMkLst>
        </pc:spChg>
        <pc:spChg chg="add mod">
          <ac:chgData name="鈴木 秀規" userId="f68c5fd9-22d5-4c0a-9833-7fb0f5135313" providerId="ADAL" clId="{9B0393DB-347A-4A9F-B4E7-8702A039FC28}" dt="2021-01-28T05:19:37.794" v="212" actId="2085"/>
          <ac:spMkLst>
            <pc:docMk/>
            <pc:sldMk cId="2277428888" sldId="367"/>
            <ac:spMk id="6" creationId="{304B1092-F21F-4A89-8359-ED1CF43F7497}"/>
          </ac:spMkLst>
        </pc:spChg>
        <pc:spChg chg="add mod">
          <ac:chgData name="鈴木 秀規" userId="f68c5fd9-22d5-4c0a-9833-7fb0f5135313" providerId="ADAL" clId="{9B0393DB-347A-4A9F-B4E7-8702A039FC28}" dt="2021-01-28T05:07:41.189" v="211"/>
          <ac:spMkLst>
            <pc:docMk/>
            <pc:sldMk cId="2277428888" sldId="367"/>
            <ac:spMk id="7" creationId="{654B7DA0-0BEF-43D9-99C4-26FF7010CECE}"/>
          </ac:spMkLst>
        </pc:spChg>
      </pc:sldChg>
      <pc:sldChg chg="del">
        <pc:chgData name="鈴木 秀規" userId="f68c5fd9-22d5-4c0a-9833-7fb0f5135313" providerId="ADAL" clId="{9B0393DB-347A-4A9F-B4E7-8702A039FC28}" dt="2021-01-28T04:51:20.164" v="10" actId="2696"/>
        <pc:sldMkLst>
          <pc:docMk/>
          <pc:sldMk cId="2327445248" sldId="367"/>
        </pc:sldMkLst>
      </pc:sldChg>
      <pc:sldChg chg="del">
        <pc:chgData name="鈴木 秀規" userId="f68c5fd9-22d5-4c0a-9833-7fb0f5135313" providerId="ADAL" clId="{9B0393DB-347A-4A9F-B4E7-8702A039FC28}" dt="2021-01-28T04:51:20.164" v="10" actId="2696"/>
        <pc:sldMkLst>
          <pc:docMk/>
          <pc:sldMk cId="19046241" sldId="368"/>
        </pc:sldMkLst>
      </pc:sldChg>
      <pc:sldChg chg="modSp new mod">
        <pc:chgData name="鈴木 秀規" userId="f68c5fd9-22d5-4c0a-9833-7fb0f5135313" providerId="ADAL" clId="{9B0393DB-347A-4A9F-B4E7-8702A039FC28}" dt="2021-01-28T05:21:29.027" v="236" actId="207"/>
        <pc:sldMkLst>
          <pc:docMk/>
          <pc:sldMk cId="368796728" sldId="368"/>
        </pc:sldMkLst>
        <pc:spChg chg="mod">
          <ac:chgData name="鈴木 秀規" userId="f68c5fd9-22d5-4c0a-9833-7fb0f5135313" providerId="ADAL" clId="{9B0393DB-347A-4A9F-B4E7-8702A039FC28}" dt="2021-01-28T05:19:48.857" v="214"/>
          <ac:spMkLst>
            <pc:docMk/>
            <pc:sldMk cId="368796728" sldId="368"/>
            <ac:spMk id="3" creationId="{423015FA-2594-473F-99D6-29F327284BB3}"/>
          </ac:spMkLst>
        </pc:spChg>
        <pc:spChg chg="mod">
          <ac:chgData name="鈴木 秀規" userId="f68c5fd9-22d5-4c0a-9833-7fb0f5135313" providerId="ADAL" clId="{9B0393DB-347A-4A9F-B4E7-8702A039FC28}" dt="2021-01-28T05:21:29.027" v="236" actId="207"/>
          <ac:spMkLst>
            <pc:docMk/>
            <pc:sldMk cId="368796728" sldId="368"/>
            <ac:spMk id="5" creationId="{5A5501EC-5263-4AA3-AA87-5EACE2BF7266}"/>
          </ac:spMkLst>
        </pc:spChg>
      </pc:sldChg>
      <pc:sldChg chg="addSp delSp modSp new mod chgLayout">
        <pc:chgData name="鈴木 秀規" userId="f68c5fd9-22d5-4c0a-9833-7fb0f5135313" providerId="ADAL" clId="{9B0393DB-347A-4A9F-B4E7-8702A039FC28}" dt="2021-01-28T05:23:13.215" v="259"/>
        <pc:sldMkLst>
          <pc:docMk/>
          <pc:sldMk cId="1615278593" sldId="369"/>
        </pc:sldMkLst>
        <pc:spChg chg="mod ord">
          <ac:chgData name="鈴木 秀規" userId="f68c5fd9-22d5-4c0a-9833-7fb0f5135313" providerId="ADAL" clId="{9B0393DB-347A-4A9F-B4E7-8702A039FC28}" dt="2021-01-28T05:21:58.764" v="241" actId="6264"/>
          <ac:spMkLst>
            <pc:docMk/>
            <pc:sldMk cId="1615278593" sldId="369"/>
            <ac:spMk id="2" creationId="{9433DD62-7A8C-4CFE-8AC2-7DD38137F115}"/>
          </ac:spMkLst>
        </pc:spChg>
        <pc:spChg chg="del">
          <ac:chgData name="鈴木 秀規" userId="f68c5fd9-22d5-4c0a-9833-7fb0f5135313" providerId="ADAL" clId="{9B0393DB-347A-4A9F-B4E7-8702A039FC28}" dt="2021-01-28T05:21:58.764" v="241" actId="6264"/>
          <ac:spMkLst>
            <pc:docMk/>
            <pc:sldMk cId="1615278593" sldId="369"/>
            <ac:spMk id="3" creationId="{38A3A5D5-3A56-4113-B8DE-87E0688BE876}"/>
          </ac:spMkLst>
        </pc:spChg>
        <pc:spChg chg="mod ord">
          <ac:chgData name="鈴木 秀規" userId="f68c5fd9-22d5-4c0a-9833-7fb0f5135313" providerId="ADAL" clId="{9B0393DB-347A-4A9F-B4E7-8702A039FC28}" dt="2021-01-28T05:21:58.764" v="241" actId="6264"/>
          <ac:spMkLst>
            <pc:docMk/>
            <pc:sldMk cId="1615278593" sldId="369"/>
            <ac:spMk id="4" creationId="{D2BD8D33-EBF9-4FA2-9DD4-159B222B2985}"/>
          </ac:spMkLst>
        </pc:spChg>
        <pc:spChg chg="del">
          <ac:chgData name="鈴木 秀規" userId="f68c5fd9-22d5-4c0a-9833-7fb0f5135313" providerId="ADAL" clId="{9B0393DB-347A-4A9F-B4E7-8702A039FC28}" dt="2021-01-28T05:21:52.934" v="238" actId="478"/>
          <ac:spMkLst>
            <pc:docMk/>
            <pc:sldMk cId="1615278593" sldId="369"/>
            <ac:spMk id="5" creationId="{128A520A-8A7D-4FFC-83D7-B223155EDD37}"/>
          </ac:spMkLst>
        </pc:spChg>
        <pc:spChg chg="add mod">
          <ac:chgData name="鈴木 秀規" userId="f68c5fd9-22d5-4c0a-9833-7fb0f5135313" providerId="ADAL" clId="{9B0393DB-347A-4A9F-B4E7-8702A039FC28}" dt="2021-01-28T05:23:07.016" v="258" actId="1036"/>
          <ac:spMkLst>
            <pc:docMk/>
            <pc:sldMk cId="1615278593" sldId="369"/>
            <ac:spMk id="6" creationId="{127A02F7-9F3D-4997-A920-6D0C58DDAAD3}"/>
          </ac:spMkLst>
        </pc:spChg>
        <pc:spChg chg="add del mod">
          <ac:chgData name="鈴木 秀規" userId="f68c5fd9-22d5-4c0a-9833-7fb0f5135313" providerId="ADAL" clId="{9B0393DB-347A-4A9F-B4E7-8702A039FC28}" dt="2021-01-28T05:21:58.764" v="241" actId="6264"/>
          <ac:spMkLst>
            <pc:docMk/>
            <pc:sldMk cId="1615278593" sldId="369"/>
            <ac:spMk id="7" creationId="{3827181B-7915-4D2A-B511-642F2C2FA7A1}"/>
          </ac:spMkLst>
        </pc:spChg>
        <pc:spChg chg="add del mod">
          <ac:chgData name="鈴木 秀規" userId="f68c5fd9-22d5-4c0a-9833-7fb0f5135313" providerId="ADAL" clId="{9B0393DB-347A-4A9F-B4E7-8702A039FC28}" dt="2021-01-28T05:21:58.764" v="241" actId="6264"/>
          <ac:spMkLst>
            <pc:docMk/>
            <pc:sldMk cId="1615278593" sldId="369"/>
            <ac:spMk id="8" creationId="{F17E451F-2A53-4E11-A17D-82EFB9373581}"/>
          </ac:spMkLst>
        </pc:spChg>
        <pc:spChg chg="add mod ord">
          <ac:chgData name="鈴木 秀規" userId="f68c5fd9-22d5-4c0a-9833-7fb0f5135313" providerId="ADAL" clId="{9B0393DB-347A-4A9F-B4E7-8702A039FC28}" dt="2021-01-28T05:23:13.215" v="259"/>
          <ac:spMkLst>
            <pc:docMk/>
            <pc:sldMk cId="1615278593" sldId="369"/>
            <ac:spMk id="9" creationId="{11592967-7DDE-4124-B19A-FCBC8FABB99F}"/>
          </ac:spMkLst>
        </pc:spChg>
        <pc:spChg chg="add del mod ord">
          <ac:chgData name="鈴木 秀規" userId="f68c5fd9-22d5-4c0a-9833-7fb0f5135313" providerId="ADAL" clId="{9B0393DB-347A-4A9F-B4E7-8702A039FC28}" dt="2021-01-28T05:22:59.494" v="248" actId="478"/>
          <ac:spMkLst>
            <pc:docMk/>
            <pc:sldMk cId="1615278593" sldId="369"/>
            <ac:spMk id="10" creationId="{761B919C-2266-40E7-8C60-31E7E60F137F}"/>
          </ac:spMkLst>
        </pc:spChg>
      </pc:sldChg>
      <pc:sldChg chg="del">
        <pc:chgData name="鈴木 秀規" userId="f68c5fd9-22d5-4c0a-9833-7fb0f5135313" providerId="ADAL" clId="{9B0393DB-347A-4A9F-B4E7-8702A039FC28}" dt="2021-01-28T04:51:20.164" v="10" actId="2696"/>
        <pc:sldMkLst>
          <pc:docMk/>
          <pc:sldMk cId="1634234875" sldId="369"/>
        </pc:sldMkLst>
      </pc:sldChg>
      <pc:sldChg chg="addSp modSp new mod">
        <pc:chgData name="鈴木 秀規" userId="f68c5fd9-22d5-4c0a-9833-7fb0f5135313" providerId="ADAL" clId="{9B0393DB-347A-4A9F-B4E7-8702A039FC28}" dt="2021-01-28T05:25:07.804" v="285" actId="14100"/>
        <pc:sldMkLst>
          <pc:docMk/>
          <pc:sldMk cId="639239015" sldId="370"/>
        </pc:sldMkLst>
        <pc:spChg chg="mod">
          <ac:chgData name="鈴木 秀規" userId="f68c5fd9-22d5-4c0a-9833-7fb0f5135313" providerId="ADAL" clId="{9B0393DB-347A-4A9F-B4E7-8702A039FC28}" dt="2021-01-28T05:23:22.948" v="261"/>
          <ac:spMkLst>
            <pc:docMk/>
            <pc:sldMk cId="639239015" sldId="370"/>
            <ac:spMk id="3" creationId="{C9EC6F09-7653-42C3-BBE5-40F190F1C67A}"/>
          </ac:spMkLst>
        </pc:spChg>
        <pc:spChg chg="mod">
          <ac:chgData name="鈴木 秀規" userId="f68c5fd9-22d5-4c0a-9833-7fb0f5135313" providerId="ADAL" clId="{9B0393DB-347A-4A9F-B4E7-8702A039FC28}" dt="2021-01-28T05:23:46.416" v="267" actId="14100"/>
          <ac:spMkLst>
            <pc:docMk/>
            <pc:sldMk cId="639239015" sldId="370"/>
            <ac:spMk id="5" creationId="{CE50543B-A82D-497D-BEAA-547F139377A2}"/>
          </ac:spMkLst>
        </pc:spChg>
        <pc:spChg chg="add mod">
          <ac:chgData name="鈴木 秀規" userId="f68c5fd9-22d5-4c0a-9833-7fb0f5135313" providerId="ADAL" clId="{9B0393DB-347A-4A9F-B4E7-8702A039FC28}" dt="2021-01-28T05:24:08.135" v="271" actId="2711"/>
          <ac:spMkLst>
            <pc:docMk/>
            <pc:sldMk cId="639239015" sldId="370"/>
            <ac:spMk id="6" creationId="{BF4AD80A-FD4F-437D-B0C7-809E8E86D940}"/>
          </ac:spMkLst>
        </pc:spChg>
        <pc:spChg chg="add mod">
          <ac:chgData name="鈴木 秀規" userId="f68c5fd9-22d5-4c0a-9833-7fb0f5135313" providerId="ADAL" clId="{9B0393DB-347A-4A9F-B4E7-8702A039FC28}" dt="2021-01-28T05:24:36.603" v="279" actId="14100"/>
          <ac:spMkLst>
            <pc:docMk/>
            <pc:sldMk cId="639239015" sldId="370"/>
            <ac:spMk id="7" creationId="{8D29B555-57DF-4F83-AA2E-602EC828A2C9}"/>
          </ac:spMkLst>
        </pc:spChg>
        <pc:spChg chg="add mod">
          <ac:chgData name="鈴木 秀規" userId="f68c5fd9-22d5-4c0a-9833-7fb0f5135313" providerId="ADAL" clId="{9B0393DB-347A-4A9F-B4E7-8702A039FC28}" dt="2021-01-28T05:24:45.093" v="281" actId="1076"/>
          <ac:spMkLst>
            <pc:docMk/>
            <pc:sldMk cId="639239015" sldId="370"/>
            <ac:spMk id="8" creationId="{EDC1E394-233B-44A9-956D-D169F9071E77}"/>
          </ac:spMkLst>
        </pc:spChg>
        <pc:spChg chg="add mod">
          <ac:chgData name="鈴木 秀規" userId="f68c5fd9-22d5-4c0a-9833-7fb0f5135313" providerId="ADAL" clId="{9B0393DB-347A-4A9F-B4E7-8702A039FC28}" dt="2021-01-28T05:25:07.804" v="285" actId="14100"/>
          <ac:spMkLst>
            <pc:docMk/>
            <pc:sldMk cId="639239015" sldId="370"/>
            <ac:spMk id="9" creationId="{FABA8051-B368-40EA-AF26-4ECB616EBA61}"/>
          </ac:spMkLst>
        </pc:spChg>
      </pc:sldChg>
      <pc:sldChg chg="del">
        <pc:chgData name="鈴木 秀規" userId="f68c5fd9-22d5-4c0a-9833-7fb0f5135313" providerId="ADAL" clId="{9B0393DB-347A-4A9F-B4E7-8702A039FC28}" dt="2021-01-28T04:51:20.164" v="10" actId="2696"/>
        <pc:sldMkLst>
          <pc:docMk/>
          <pc:sldMk cId="1288993640" sldId="370"/>
        </pc:sldMkLst>
      </pc:sldChg>
      <pc:sldChg chg="del">
        <pc:chgData name="鈴木 秀規" userId="f68c5fd9-22d5-4c0a-9833-7fb0f5135313" providerId="ADAL" clId="{9B0393DB-347A-4A9F-B4E7-8702A039FC28}" dt="2021-01-28T04:51:20.164" v="10" actId="2696"/>
        <pc:sldMkLst>
          <pc:docMk/>
          <pc:sldMk cId="269703063" sldId="371"/>
        </pc:sldMkLst>
      </pc:sldChg>
      <pc:sldChg chg="addSp modSp new mod">
        <pc:chgData name="鈴木 秀規" userId="f68c5fd9-22d5-4c0a-9833-7fb0f5135313" providerId="ADAL" clId="{9B0393DB-347A-4A9F-B4E7-8702A039FC28}" dt="2021-01-28T05:30:41.993" v="295" actId="2711"/>
        <pc:sldMkLst>
          <pc:docMk/>
          <pc:sldMk cId="4233707676" sldId="371"/>
        </pc:sldMkLst>
        <pc:spChg chg="mod">
          <ac:chgData name="鈴木 秀規" userId="f68c5fd9-22d5-4c0a-9833-7fb0f5135313" providerId="ADAL" clId="{9B0393DB-347A-4A9F-B4E7-8702A039FC28}" dt="2021-01-28T05:28:11.111" v="287"/>
          <ac:spMkLst>
            <pc:docMk/>
            <pc:sldMk cId="4233707676" sldId="371"/>
            <ac:spMk id="3" creationId="{20A33C99-9C38-4DE0-B987-7B2C5A59FF33}"/>
          </ac:spMkLst>
        </pc:spChg>
        <pc:spChg chg="mod">
          <ac:chgData name="鈴木 秀規" userId="f68c5fd9-22d5-4c0a-9833-7fb0f5135313" providerId="ADAL" clId="{9B0393DB-347A-4A9F-B4E7-8702A039FC28}" dt="2021-01-28T05:28:20.053" v="289"/>
          <ac:spMkLst>
            <pc:docMk/>
            <pc:sldMk cId="4233707676" sldId="371"/>
            <ac:spMk id="5" creationId="{438D2864-DC71-4E65-A492-1FC808A35DCB}"/>
          </ac:spMkLst>
        </pc:spChg>
        <pc:spChg chg="add mod">
          <ac:chgData name="鈴木 秀規" userId="f68c5fd9-22d5-4c0a-9833-7fb0f5135313" providerId="ADAL" clId="{9B0393DB-347A-4A9F-B4E7-8702A039FC28}" dt="2021-01-28T05:30:41.993" v="295" actId="2711"/>
          <ac:spMkLst>
            <pc:docMk/>
            <pc:sldMk cId="4233707676" sldId="371"/>
            <ac:spMk id="6" creationId="{B8DC8423-2C24-4FEA-BE39-A8AE8D038FF5}"/>
          </ac:spMkLst>
        </pc:spChg>
      </pc:sldChg>
      <pc:sldChg chg="del">
        <pc:chgData name="鈴木 秀規" userId="f68c5fd9-22d5-4c0a-9833-7fb0f5135313" providerId="ADAL" clId="{9B0393DB-347A-4A9F-B4E7-8702A039FC28}" dt="2021-01-28T04:51:20.164" v="10" actId="2696"/>
        <pc:sldMkLst>
          <pc:docMk/>
          <pc:sldMk cId="2141290884" sldId="372"/>
        </pc:sldMkLst>
      </pc:sldChg>
      <pc:sldChg chg="addSp modSp new mod">
        <pc:chgData name="鈴木 秀規" userId="f68c5fd9-22d5-4c0a-9833-7fb0f5135313" providerId="ADAL" clId="{9B0393DB-347A-4A9F-B4E7-8702A039FC28}" dt="2021-01-28T05:33:30.819" v="332" actId="207"/>
        <pc:sldMkLst>
          <pc:docMk/>
          <pc:sldMk cId="2732402478" sldId="372"/>
        </pc:sldMkLst>
        <pc:spChg chg="mod">
          <ac:chgData name="鈴木 秀規" userId="f68c5fd9-22d5-4c0a-9833-7fb0f5135313" providerId="ADAL" clId="{9B0393DB-347A-4A9F-B4E7-8702A039FC28}" dt="2021-01-28T05:31:42.217" v="300"/>
          <ac:spMkLst>
            <pc:docMk/>
            <pc:sldMk cId="2732402478" sldId="372"/>
            <ac:spMk id="3" creationId="{8EB60EE0-6E0B-4672-8630-12AD7BA01C92}"/>
          </ac:spMkLst>
        </pc:spChg>
        <pc:spChg chg="mod">
          <ac:chgData name="鈴木 秀規" userId="f68c5fd9-22d5-4c0a-9833-7fb0f5135313" providerId="ADAL" clId="{9B0393DB-347A-4A9F-B4E7-8702A039FC28}" dt="2021-01-28T05:31:45.775" v="301" actId="14100"/>
          <ac:spMkLst>
            <pc:docMk/>
            <pc:sldMk cId="2732402478" sldId="372"/>
            <ac:spMk id="5" creationId="{521EF501-CA73-40D5-9A89-5BAACD557670}"/>
          </ac:spMkLst>
        </pc:spChg>
        <pc:spChg chg="add mod">
          <ac:chgData name="鈴木 秀規" userId="f68c5fd9-22d5-4c0a-9833-7fb0f5135313" providerId="ADAL" clId="{9B0393DB-347A-4A9F-B4E7-8702A039FC28}" dt="2021-01-28T05:32:05.654" v="307" actId="1036"/>
          <ac:spMkLst>
            <pc:docMk/>
            <pc:sldMk cId="2732402478" sldId="372"/>
            <ac:spMk id="6" creationId="{CD60F859-2F46-4C10-8424-168F2B67DC2C}"/>
          </ac:spMkLst>
        </pc:spChg>
        <pc:spChg chg="add mod">
          <ac:chgData name="鈴木 秀規" userId="f68c5fd9-22d5-4c0a-9833-7fb0f5135313" providerId="ADAL" clId="{9B0393DB-347A-4A9F-B4E7-8702A039FC28}" dt="2021-01-28T05:33:30.819" v="332" actId="207"/>
          <ac:spMkLst>
            <pc:docMk/>
            <pc:sldMk cId="2732402478" sldId="372"/>
            <ac:spMk id="7" creationId="{7B7BB61D-0F50-4679-841F-55D62302163F}"/>
          </ac:spMkLst>
        </pc:spChg>
      </pc:sldChg>
      <pc:sldChg chg="del">
        <pc:chgData name="鈴木 秀規" userId="f68c5fd9-22d5-4c0a-9833-7fb0f5135313" providerId="ADAL" clId="{9B0393DB-347A-4A9F-B4E7-8702A039FC28}" dt="2021-01-28T04:51:20.164" v="10" actId="2696"/>
        <pc:sldMkLst>
          <pc:docMk/>
          <pc:sldMk cId="1104417737" sldId="373"/>
        </pc:sldMkLst>
      </pc:sldChg>
      <pc:sldChg chg="addSp delSp modSp new mod">
        <pc:chgData name="鈴木 秀規" userId="f68c5fd9-22d5-4c0a-9833-7fb0f5135313" providerId="ADAL" clId="{9B0393DB-347A-4A9F-B4E7-8702A039FC28}" dt="2021-01-28T05:43:00.941" v="416" actId="14100"/>
        <pc:sldMkLst>
          <pc:docMk/>
          <pc:sldMk cId="1848207789" sldId="373"/>
        </pc:sldMkLst>
        <pc:spChg chg="mod">
          <ac:chgData name="鈴木 秀規" userId="f68c5fd9-22d5-4c0a-9833-7fb0f5135313" providerId="ADAL" clId="{9B0393DB-347A-4A9F-B4E7-8702A039FC28}" dt="2021-01-28T05:34:03.773" v="334"/>
          <ac:spMkLst>
            <pc:docMk/>
            <pc:sldMk cId="1848207789" sldId="373"/>
            <ac:spMk id="3" creationId="{2069719F-4DDB-48D6-8489-8ACA37F82E89}"/>
          </ac:spMkLst>
        </pc:spChg>
        <pc:spChg chg="mod">
          <ac:chgData name="鈴木 秀規" userId="f68c5fd9-22d5-4c0a-9833-7fb0f5135313" providerId="ADAL" clId="{9B0393DB-347A-4A9F-B4E7-8702A039FC28}" dt="2021-01-28T05:37:14.301" v="354" actId="14100"/>
          <ac:spMkLst>
            <pc:docMk/>
            <pc:sldMk cId="1848207789" sldId="373"/>
            <ac:spMk id="5" creationId="{654F77AB-9440-49CE-A489-16D42F5C01CB}"/>
          </ac:spMkLst>
        </pc:spChg>
        <pc:spChg chg="add del mod">
          <ac:chgData name="鈴木 秀規" userId="f68c5fd9-22d5-4c0a-9833-7fb0f5135313" providerId="ADAL" clId="{9B0393DB-347A-4A9F-B4E7-8702A039FC28}" dt="2021-01-28T05:39:18.960" v="365" actId="1076"/>
          <ac:spMkLst>
            <pc:docMk/>
            <pc:sldMk cId="1848207789" sldId="373"/>
            <ac:spMk id="6" creationId="{2592738B-6317-4652-B628-D04033029127}"/>
          </ac:spMkLst>
        </pc:spChg>
        <pc:spChg chg="add mod">
          <ac:chgData name="鈴木 秀規" userId="f68c5fd9-22d5-4c0a-9833-7fb0f5135313" providerId="ADAL" clId="{9B0393DB-347A-4A9F-B4E7-8702A039FC28}" dt="2021-01-28T05:37:30.033" v="359" actId="20577"/>
          <ac:spMkLst>
            <pc:docMk/>
            <pc:sldMk cId="1848207789" sldId="373"/>
            <ac:spMk id="7" creationId="{7D159354-FD3C-43D1-82EC-768FC77CD404}"/>
          </ac:spMkLst>
        </pc:spChg>
        <pc:spChg chg="add mod">
          <ac:chgData name="鈴木 秀規" userId="f68c5fd9-22d5-4c0a-9833-7fb0f5135313" providerId="ADAL" clId="{9B0393DB-347A-4A9F-B4E7-8702A039FC28}" dt="2021-01-28T05:39:41.186" v="369" actId="1582"/>
          <ac:spMkLst>
            <pc:docMk/>
            <pc:sldMk cId="1848207789" sldId="373"/>
            <ac:spMk id="8" creationId="{06FF66D7-3604-4305-9AC0-2078D6ECEA83}"/>
          </ac:spMkLst>
        </pc:spChg>
        <pc:spChg chg="add mod">
          <ac:chgData name="鈴木 秀規" userId="f68c5fd9-22d5-4c0a-9833-7fb0f5135313" providerId="ADAL" clId="{9B0393DB-347A-4A9F-B4E7-8702A039FC28}" dt="2021-01-28T05:40:35.002" v="379" actId="207"/>
          <ac:spMkLst>
            <pc:docMk/>
            <pc:sldMk cId="1848207789" sldId="373"/>
            <ac:spMk id="9" creationId="{C9C7744D-D0F8-45EB-8948-10EC2666EDE3}"/>
          </ac:spMkLst>
        </pc:spChg>
        <pc:spChg chg="add mod">
          <ac:chgData name="鈴木 秀規" userId="f68c5fd9-22d5-4c0a-9833-7fb0f5135313" providerId="ADAL" clId="{9B0393DB-347A-4A9F-B4E7-8702A039FC28}" dt="2021-01-28T05:43:00.941" v="416" actId="14100"/>
          <ac:spMkLst>
            <pc:docMk/>
            <pc:sldMk cId="1848207789" sldId="373"/>
            <ac:spMk id="10" creationId="{75ADB4EB-F938-4B2C-A73F-2E824CD27FCA}"/>
          </ac:spMkLst>
        </pc:spChg>
        <pc:spChg chg="add mod">
          <ac:chgData name="鈴木 秀規" userId="f68c5fd9-22d5-4c0a-9833-7fb0f5135313" providerId="ADAL" clId="{9B0393DB-347A-4A9F-B4E7-8702A039FC28}" dt="2021-01-28T05:40:01.038" v="374" actId="208"/>
          <ac:spMkLst>
            <pc:docMk/>
            <pc:sldMk cId="1848207789" sldId="373"/>
            <ac:spMk id="11" creationId="{D517944E-C9B2-489B-A736-2925B9FAE80E}"/>
          </ac:spMkLst>
        </pc:spChg>
        <pc:spChg chg="add mod">
          <ac:chgData name="鈴木 秀規" userId="f68c5fd9-22d5-4c0a-9833-7fb0f5135313" providerId="ADAL" clId="{9B0393DB-347A-4A9F-B4E7-8702A039FC28}" dt="2021-01-28T05:41:27.282" v="405" actId="1035"/>
          <ac:spMkLst>
            <pc:docMk/>
            <pc:sldMk cId="1848207789" sldId="373"/>
            <ac:spMk id="12" creationId="{39F8F0E7-1163-49B6-AA31-3CF4221F26FB}"/>
          </ac:spMkLst>
        </pc:spChg>
        <pc:spChg chg="add mod">
          <ac:chgData name="鈴木 秀規" userId="f68c5fd9-22d5-4c0a-9833-7fb0f5135313" providerId="ADAL" clId="{9B0393DB-347A-4A9F-B4E7-8702A039FC28}" dt="2021-01-28T05:41:35.663" v="409" actId="14100"/>
          <ac:spMkLst>
            <pc:docMk/>
            <pc:sldMk cId="1848207789" sldId="373"/>
            <ac:spMk id="13" creationId="{3C4838BC-C0ED-4EE0-96A0-DA3F1CC35971}"/>
          </ac:spMkLst>
        </pc:spChg>
      </pc:sldChg>
      <pc:sldChg chg="addSp modSp new mod">
        <pc:chgData name="鈴木 秀規" userId="f68c5fd9-22d5-4c0a-9833-7fb0f5135313" providerId="ADAL" clId="{9B0393DB-347A-4A9F-B4E7-8702A039FC28}" dt="2021-01-28T05:45:18.033" v="450" actId="1037"/>
        <pc:sldMkLst>
          <pc:docMk/>
          <pc:sldMk cId="949514721" sldId="374"/>
        </pc:sldMkLst>
        <pc:spChg chg="mod">
          <ac:chgData name="鈴木 秀規" userId="f68c5fd9-22d5-4c0a-9833-7fb0f5135313" providerId="ADAL" clId="{9B0393DB-347A-4A9F-B4E7-8702A039FC28}" dt="2021-01-28T05:43:29.956" v="418"/>
          <ac:spMkLst>
            <pc:docMk/>
            <pc:sldMk cId="949514721" sldId="374"/>
            <ac:spMk id="3" creationId="{13548677-7DFC-4950-88B2-3F7EB15C6CFA}"/>
          </ac:spMkLst>
        </pc:spChg>
        <pc:spChg chg="mod">
          <ac:chgData name="鈴木 秀規" userId="f68c5fd9-22d5-4c0a-9833-7fb0f5135313" providerId="ADAL" clId="{9B0393DB-347A-4A9F-B4E7-8702A039FC28}" dt="2021-01-28T05:43:48.929" v="423" actId="14100"/>
          <ac:spMkLst>
            <pc:docMk/>
            <pc:sldMk cId="949514721" sldId="374"/>
            <ac:spMk id="5" creationId="{181966A2-7F3A-4C15-89C7-D2D991809913}"/>
          </ac:spMkLst>
        </pc:spChg>
        <pc:spChg chg="add mod">
          <ac:chgData name="鈴木 秀規" userId="f68c5fd9-22d5-4c0a-9833-7fb0f5135313" providerId="ADAL" clId="{9B0393DB-347A-4A9F-B4E7-8702A039FC28}" dt="2021-01-28T05:45:18.033" v="450" actId="1037"/>
          <ac:spMkLst>
            <pc:docMk/>
            <pc:sldMk cId="949514721" sldId="374"/>
            <ac:spMk id="6" creationId="{D00F9652-38E5-46D9-8947-B25E6696BFD6}"/>
          </ac:spMkLst>
        </pc:spChg>
        <pc:spChg chg="add mod">
          <ac:chgData name="鈴木 秀規" userId="f68c5fd9-22d5-4c0a-9833-7fb0f5135313" providerId="ADAL" clId="{9B0393DB-347A-4A9F-B4E7-8702A039FC28}" dt="2021-01-28T05:45:18.033" v="450" actId="1037"/>
          <ac:spMkLst>
            <pc:docMk/>
            <pc:sldMk cId="949514721" sldId="374"/>
            <ac:spMk id="7" creationId="{660615A9-6D3A-4C8E-A258-BC369D0457EA}"/>
          </ac:spMkLst>
        </pc:spChg>
        <pc:spChg chg="add mod">
          <ac:chgData name="鈴木 秀規" userId="f68c5fd9-22d5-4c0a-9833-7fb0f5135313" providerId="ADAL" clId="{9B0393DB-347A-4A9F-B4E7-8702A039FC28}" dt="2021-01-28T05:45:18.033" v="450" actId="1037"/>
          <ac:spMkLst>
            <pc:docMk/>
            <pc:sldMk cId="949514721" sldId="374"/>
            <ac:spMk id="8" creationId="{37E65F5F-B2ED-44F9-A58C-90A04A206ACC}"/>
          </ac:spMkLst>
        </pc:spChg>
        <pc:spChg chg="add mod">
          <ac:chgData name="鈴木 秀規" userId="f68c5fd9-22d5-4c0a-9833-7fb0f5135313" providerId="ADAL" clId="{9B0393DB-347A-4A9F-B4E7-8702A039FC28}" dt="2021-01-28T05:45:18.033" v="450" actId="1037"/>
          <ac:spMkLst>
            <pc:docMk/>
            <pc:sldMk cId="949514721" sldId="374"/>
            <ac:spMk id="9" creationId="{50F10E35-DAB9-4C62-9244-349A0388724B}"/>
          </ac:spMkLst>
        </pc:spChg>
        <pc:spChg chg="add mod">
          <ac:chgData name="鈴木 秀規" userId="f68c5fd9-22d5-4c0a-9833-7fb0f5135313" providerId="ADAL" clId="{9B0393DB-347A-4A9F-B4E7-8702A039FC28}" dt="2021-01-28T05:45:18.033" v="450" actId="1037"/>
          <ac:spMkLst>
            <pc:docMk/>
            <pc:sldMk cId="949514721" sldId="374"/>
            <ac:spMk id="10" creationId="{500720B9-EB4D-4F1A-969D-A6511BC904E3}"/>
          </ac:spMkLst>
        </pc:spChg>
        <pc:spChg chg="add mod">
          <ac:chgData name="鈴木 秀規" userId="f68c5fd9-22d5-4c0a-9833-7fb0f5135313" providerId="ADAL" clId="{9B0393DB-347A-4A9F-B4E7-8702A039FC28}" dt="2021-01-28T05:45:18.033" v="450" actId="1037"/>
          <ac:spMkLst>
            <pc:docMk/>
            <pc:sldMk cId="949514721" sldId="374"/>
            <ac:spMk id="11" creationId="{0C58485A-3252-49BB-840C-4F7FD0CB006F}"/>
          </ac:spMkLst>
        </pc:spChg>
      </pc:sldChg>
      <pc:sldChg chg="del">
        <pc:chgData name="鈴木 秀規" userId="f68c5fd9-22d5-4c0a-9833-7fb0f5135313" providerId="ADAL" clId="{9B0393DB-347A-4A9F-B4E7-8702A039FC28}" dt="2021-01-28T04:51:20.164" v="10" actId="2696"/>
        <pc:sldMkLst>
          <pc:docMk/>
          <pc:sldMk cId="3417266570" sldId="374"/>
        </pc:sldMkLst>
      </pc:sldChg>
      <pc:sldChg chg="addSp modSp new mod">
        <pc:chgData name="鈴木 秀規" userId="f68c5fd9-22d5-4c0a-9833-7fb0f5135313" providerId="ADAL" clId="{9B0393DB-347A-4A9F-B4E7-8702A039FC28}" dt="2021-01-28T05:46:54.041" v="484" actId="20577"/>
        <pc:sldMkLst>
          <pc:docMk/>
          <pc:sldMk cId="420561561" sldId="375"/>
        </pc:sldMkLst>
        <pc:spChg chg="mod">
          <ac:chgData name="鈴木 秀規" userId="f68c5fd9-22d5-4c0a-9833-7fb0f5135313" providerId="ADAL" clId="{9B0393DB-347A-4A9F-B4E7-8702A039FC28}" dt="2021-01-28T05:45:45.590" v="452"/>
          <ac:spMkLst>
            <pc:docMk/>
            <pc:sldMk cId="420561561" sldId="375"/>
            <ac:spMk id="3" creationId="{A52AE433-6D32-494D-8565-056C80102D71}"/>
          </ac:spMkLst>
        </pc:spChg>
        <pc:spChg chg="mod">
          <ac:chgData name="鈴木 秀規" userId="f68c5fd9-22d5-4c0a-9833-7fb0f5135313" providerId="ADAL" clId="{9B0393DB-347A-4A9F-B4E7-8702A039FC28}" dt="2021-01-28T05:45:56.738" v="456" actId="14100"/>
          <ac:spMkLst>
            <pc:docMk/>
            <pc:sldMk cId="420561561" sldId="375"/>
            <ac:spMk id="5" creationId="{3CFF5DA0-C45B-43CB-A680-F23FC9717317}"/>
          </ac:spMkLst>
        </pc:spChg>
        <pc:spChg chg="add mod">
          <ac:chgData name="鈴木 秀規" userId="f68c5fd9-22d5-4c0a-9833-7fb0f5135313" providerId="ADAL" clId="{9B0393DB-347A-4A9F-B4E7-8702A039FC28}" dt="2021-01-28T05:46:54.041" v="484" actId="20577"/>
          <ac:spMkLst>
            <pc:docMk/>
            <pc:sldMk cId="420561561" sldId="375"/>
            <ac:spMk id="6" creationId="{9F87B1AC-1610-4046-839F-830C4C2A1864}"/>
          </ac:spMkLst>
        </pc:spChg>
      </pc:sldChg>
      <pc:sldChg chg="del">
        <pc:chgData name="鈴木 秀規" userId="f68c5fd9-22d5-4c0a-9833-7fb0f5135313" providerId="ADAL" clId="{9B0393DB-347A-4A9F-B4E7-8702A039FC28}" dt="2021-01-28T04:51:20.164" v="10" actId="2696"/>
        <pc:sldMkLst>
          <pc:docMk/>
          <pc:sldMk cId="3525173344" sldId="375"/>
        </pc:sldMkLst>
      </pc:sldChg>
      <pc:sldChg chg="modSp new mod">
        <pc:chgData name="鈴木 秀規" userId="f68c5fd9-22d5-4c0a-9833-7fb0f5135313" providerId="ADAL" clId="{9B0393DB-347A-4A9F-B4E7-8702A039FC28}" dt="2021-01-28T05:48:30.378" v="507" actId="207"/>
        <pc:sldMkLst>
          <pc:docMk/>
          <pc:sldMk cId="1996051249" sldId="376"/>
        </pc:sldMkLst>
        <pc:spChg chg="mod">
          <ac:chgData name="鈴木 秀規" userId="f68c5fd9-22d5-4c0a-9833-7fb0f5135313" providerId="ADAL" clId="{9B0393DB-347A-4A9F-B4E7-8702A039FC28}" dt="2021-01-28T05:47:07.004" v="486"/>
          <ac:spMkLst>
            <pc:docMk/>
            <pc:sldMk cId="1996051249" sldId="376"/>
            <ac:spMk id="3" creationId="{81181DD9-F9F3-48EA-8547-EA83621209D1}"/>
          </ac:spMkLst>
        </pc:spChg>
        <pc:spChg chg="mod">
          <ac:chgData name="鈴木 秀規" userId="f68c5fd9-22d5-4c0a-9833-7fb0f5135313" providerId="ADAL" clId="{9B0393DB-347A-4A9F-B4E7-8702A039FC28}" dt="2021-01-28T05:48:30.378" v="507" actId="207"/>
          <ac:spMkLst>
            <pc:docMk/>
            <pc:sldMk cId="1996051249" sldId="376"/>
            <ac:spMk id="5" creationId="{138E593E-FC57-4B56-AAA4-914B0C773AAB}"/>
          </ac:spMkLst>
        </pc:spChg>
      </pc:sldChg>
      <pc:sldChg chg="del">
        <pc:chgData name="鈴木 秀規" userId="f68c5fd9-22d5-4c0a-9833-7fb0f5135313" providerId="ADAL" clId="{9B0393DB-347A-4A9F-B4E7-8702A039FC28}" dt="2021-01-28T04:51:20.164" v="10" actId="2696"/>
        <pc:sldMkLst>
          <pc:docMk/>
          <pc:sldMk cId="3171014613" sldId="376"/>
        </pc:sldMkLst>
      </pc:sldChg>
      <pc:sldChg chg="del">
        <pc:chgData name="鈴木 秀規" userId="f68c5fd9-22d5-4c0a-9833-7fb0f5135313" providerId="ADAL" clId="{9B0393DB-347A-4A9F-B4E7-8702A039FC28}" dt="2021-01-28T04:51:20.164" v="10" actId="2696"/>
        <pc:sldMkLst>
          <pc:docMk/>
          <pc:sldMk cId="2808150330" sldId="377"/>
        </pc:sldMkLst>
      </pc:sldChg>
      <pc:sldChg chg="addSp modSp new mod">
        <pc:chgData name="鈴木 秀規" userId="f68c5fd9-22d5-4c0a-9833-7fb0f5135313" providerId="ADAL" clId="{9B0393DB-347A-4A9F-B4E7-8702A039FC28}" dt="2021-01-28T05:52:50.186" v="616" actId="1036"/>
        <pc:sldMkLst>
          <pc:docMk/>
          <pc:sldMk cId="3493943848" sldId="377"/>
        </pc:sldMkLst>
        <pc:spChg chg="mod">
          <ac:chgData name="鈴木 秀規" userId="f68c5fd9-22d5-4c0a-9833-7fb0f5135313" providerId="ADAL" clId="{9B0393DB-347A-4A9F-B4E7-8702A039FC28}" dt="2021-01-28T05:49:29.731" v="509"/>
          <ac:spMkLst>
            <pc:docMk/>
            <pc:sldMk cId="3493943848" sldId="377"/>
            <ac:spMk id="3" creationId="{27CED232-2F0E-4AC5-AACA-7354D39E6E02}"/>
          </ac:spMkLst>
        </pc:spChg>
        <pc:spChg chg="mod">
          <ac:chgData name="鈴木 秀規" userId="f68c5fd9-22d5-4c0a-9833-7fb0f5135313" providerId="ADAL" clId="{9B0393DB-347A-4A9F-B4E7-8702A039FC28}" dt="2021-01-28T05:52:43.387" v="603" actId="20577"/>
          <ac:spMkLst>
            <pc:docMk/>
            <pc:sldMk cId="3493943848" sldId="377"/>
            <ac:spMk id="5" creationId="{5721FB2D-915B-43F4-8F83-9DE023101BAF}"/>
          </ac:spMkLst>
        </pc:spChg>
        <pc:spChg chg="add mod">
          <ac:chgData name="鈴木 秀規" userId="f68c5fd9-22d5-4c0a-9833-7fb0f5135313" providerId="ADAL" clId="{9B0393DB-347A-4A9F-B4E7-8702A039FC28}" dt="2021-01-28T05:52:50.186" v="616" actId="1036"/>
          <ac:spMkLst>
            <pc:docMk/>
            <pc:sldMk cId="3493943848" sldId="377"/>
            <ac:spMk id="7" creationId="{9DAF715E-0759-4D07-A029-7533A634CF8D}"/>
          </ac:spMkLst>
        </pc:spChg>
        <pc:spChg chg="add mod">
          <ac:chgData name="鈴木 秀規" userId="f68c5fd9-22d5-4c0a-9833-7fb0f5135313" providerId="ADAL" clId="{9B0393DB-347A-4A9F-B4E7-8702A039FC28}" dt="2021-01-28T05:52:50.186" v="616" actId="1036"/>
          <ac:spMkLst>
            <pc:docMk/>
            <pc:sldMk cId="3493943848" sldId="377"/>
            <ac:spMk id="8" creationId="{A0A054C7-6799-457D-8282-3C2B19B3C4BE}"/>
          </ac:spMkLst>
        </pc:spChg>
        <pc:spChg chg="add mod">
          <ac:chgData name="鈴木 秀規" userId="f68c5fd9-22d5-4c0a-9833-7fb0f5135313" providerId="ADAL" clId="{9B0393DB-347A-4A9F-B4E7-8702A039FC28}" dt="2021-01-28T05:52:50.186" v="616" actId="1036"/>
          <ac:spMkLst>
            <pc:docMk/>
            <pc:sldMk cId="3493943848" sldId="377"/>
            <ac:spMk id="9" creationId="{7481DEE5-38C2-4615-B957-C1B1F6FE03F4}"/>
          </ac:spMkLst>
        </pc:spChg>
        <pc:spChg chg="add mod">
          <ac:chgData name="鈴木 秀規" userId="f68c5fd9-22d5-4c0a-9833-7fb0f5135313" providerId="ADAL" clId="{9B0393DB-347A-4A9F-B4E7-8702A039FC28}" dt="2021-01-28T05:52:50.186" v="616" actId="1036"/>
          <ac:spMkLst>
            <pc:docMk/>
            <pc:sldMk cId="3493943848" sldId="377"/>
            <ac:spMk id="10" creationId="{7BA5B70C-264B-43A5-A407-6DB54206A579}"/>
          </ac:spMkLst>
        </pc:spChg>
        <pc:spChg chg="add mod">
          <ac:chgData name="鈴木 秀規" userId="f68c5fd9-22d5-4c0a-9833-7fb0f5135313" providerId="ADAL" clId="{9B0393DB-347A-4A9F-B4E7-8702A039FC28}" dt="2021-01-28T05:52:50.186" v="616" actId="1036"/>
          <ac:spMkLst>
            <pc:docMk/>
            <pc:sldMk cId="3493943848" sldId="377"/>
            <ac:spMk id="11" creationId="{BD137E96-EF42-4029-B384-70836B6511AA}"/>
          </ac:spMkLst>
        </pc:spChg>
        <pc:spChg chg="add mod">
          <ac:chgData name="鈴木 秀規" userId="f68c5fd9-22d5-4c0a-9833-7fb0f5135313" providerId="ADAL" clId="{9B0393DB-347A-4A9F-B4E7-8702A039FC28}" dt="2021-01-28T05:52:50.186" v="616" actId="1036"/>
          <ac:spMkLst>
            <pc:docMk/>
            <pc:sldMk cId="3493943848" sldId="377"/>
            <ac:spMk id="12" creationId="{8979F5E2-A1A2-46B9-B10E-56EB42A2BF79}"/>
          </ac:spMkLst>
        </pc:spChg>
        <pc:graphicFrameChg chg="add mod modGraphic">
          <ac:chgData name="鈴木 秀規" userId="f68c5fd9-22d5-4c0a-9833-7fb0f5135313" providerId="ADAL" clId="{9B0393DB-347A-4A9F-B4E7-8702A039FC28}" dt="2021-01-28T05:51:13.685" v="590" actId="207"/>
          <ac:graphicFrameMkLst>
            <pc:docMk/>
            <pc:sldMk cId="3493943848" sldId="377"/>
            <ac:graphicFrameMk id="6" creationId="{7371300C-BF9D-4535-90BF-ED16098D1DCF}"/>
          </ac:graphicFrameMkLst>
        </pc:graphicFrameChg>
      </pc:sldChg>
      <pc:sldChg chg="del">
        <pc:chgData name="鈴木 秀規" userId="f68c5fd9-22d5-4c0a-9833-7fb0f5135313" providerId="ADAL" clId="{9B0393DB-347A-4A9F-B4E7-8702A039FC28}" dt="2021-01-28T04:51:20.164" v="10" actId="2696"/>
        <pc:sldMkLst>
          <pc:docMk/>
          <pc:sldMk cId="406741734" sldId="378"/>
        </pc:sldMkLst>
      </pc:sldChg>
      <pc:sldChg chg="addSp modSp new mod">
        <pc:chgData name="鈴木 秀規" userId="f68c5fd9-22d5-4c0a-9833-7fb0f5135313" providerId="ADAL" clId="{9B0393DB-347A-4A9F-B4E7-8702A039FC28}" dt="2021-01-28T05:57:49.640" v="691" actId="14100"/>
        <pc:sldMkLst>
          <pc:docMk/>
          <pc:sldMk cId="3488235805" sldId="378"/>
        </pc:sldMkLst>
        <pc:spChg chg="mod">
          <ac:chgData name="鈴木 秀規" userId="f68c5fd9-22d5-4c0a-9833-7fb0f5135313" providerId="ADAL" clId="{9B0393DB-347A-4A9F-B4E7-8702A039FC28}" dt="2021-01-28T05:53:09.067" v="618"/>
          <ac:spMkLst>
            <pc:docMk/>
            <pc:sldMk cId="3488235805" sldId="378"/>
            <ac:spMk id="3" creationId="{D4D5C0EC-748A-426B-8FCF-C2D5AB8B32BA}"/>
          </ac:spMkLst>
        </pc:spChg>
        <pc:spChg chg="mod">
          <ac:chgData name="鈴木 秀規" userId="f68c5fd9-22d5-4c0a-9833-7fb0f5135313" providerId="ADAL" clId="{9B0393DB-347A-4A9F-B4E7-8702A039FC28}" dt="2021-01-28T05:53:23.082" v="623" actId="14100"/>
          <ac:spMkLst>
            <pc:docMk/>
            <pc:sldMk cId="3488235805" sldId="378"/>
            <ac:spMk id="5" creationId="{5C399C6B-F89A-4BA5-9518-44E98CEB73F0}"/>
          </ac:spMkLst>
        </pc:spChg>
        <pc:spChg chg="add mod">
          <ac:chgData name="鈴木 秀規" userId="f68c5fd9-22d5-4c0a-9833-7fb0f5135313" providerId="ADAL" clId="{9B0393DB-347A-4A9F-B4E7-8702A039FC28}" dt="2021-01-28T05:56:31.196" v="678" actId="207"/>
          <ac:spMkLst>
            <pc:docMk/>
            <pc:sldMk cId="3488235805" sldId="378"/>
            <ac:spMk id="6" creationId="{5A255AAD-514A-4D7F-A9DD-4AD585D198AC}"/>
          </ac:spMkLst>
        </pc:spChg>
        <pc:spChg chg="add mod">
          <ac:chgData name="鈴木 秀規" userId="f68c5fd9-22d5-4c0a-9833-7fb0f5135313" providerId="ADAL" clId="{9B0393DB-347A-4A9F-B4E7-8702A039FC28}" dt="2021-01-28T05:54:08.911" v="633" actId="207"/>
          <ac:spMkLst>
            <pc:docMk/>
            <pc:sldMk cId="3488235805" sldId="378"/>
            <ac:spMk id="7" creationId="{5A5A3B78-0EE3-47CF-AFFA-A69BDB243A91}"/>
          </ac:spMkLst>
        </pc:spChg>
        <pc:spChg chg="add mod">
          <ac:chgData name="鈴木 秀規" userId="f68c5fd9-22d5-4c0a-9833-7fb0f5135313" providerId="ADAL" clId="{9B0393DB-347A-4A9F-B4E7-8702A039FC28}" dt="2021-01-28T05:55:32.590" v="662" actId="1076"/>
          <ac:spMkLst>
            <pc:docMk/>
            <pc:sldMk cId="3488235805" sldId="378"/>
            <ac:spMk id="8" creationId="{FA8C3B07-2B2A-42ED-8F71-D7BAFCB2C873}"/>
          </ac:spMkLst>
        </pc:spChg>
        <pc:spChg chg="add mod">
          <ac:chgData name="鈴木 秀規" userId="f68c5fd9-22d5-4c0a-9833-7fb0f5135313" providerId="ADAL" clId="{9B0393DB-347A-4A9F-B4E7-8702A039FC28}" dt="2021-01-28T05:54:54.760" v="651" actId="14100"/>
          <ac:spMkLst>
            <pc:docMk/>
            <pc:sldMk cId="3488235805" sldId="378"/>
            <ac:spMk id="9" creationId="{96BAB4BD-0FB1-4ADC-941C-AFD1BDF9FEBD}"/>
          </ac:spMkLst>
        </pc:spChg>
        <pc:spChg chg="add mod">
          <ac:chgData name="鈴木 秀規" userId="f68c5fd9-22d5-4c0a-9833-7fb0f5135313" providerId="ADAL" clId="{9B0393DB-347A-4A9F-B4E7-8702A039FC28}" dt="2021-01-28T05:56:23.096" v="676" actId="14100"/>
          <ac:spMkLst>
            <pc:docMk/>
            <pc:sldMk cId="3488235805" sldId="378"/>
            <ac:spMk id="10" creationId="{C1A7A43E-89B4-48E9-B463-20423AB25B1F}"/>
          </ac:spMkLst>
        </pc:spChg>
        <pc:spChg chg="add mod">
          <ac:chgData name="鈴木 秀規" userId="f68c5fd9-22d5-4c0a-9833-7fb0f5135313" providerId="ADAL" clId="{9B0393DB-347A-4A9F-B4E7-8702A039FC28}" dt="2021-01-28T05:57:49.640" v="691" actId="14100"/>
          <ac:spMkLst>
            <pc:docMk/>
            <pc:sldMk cId="3488235805" sldId="378"/>
            <ac:spMk id="11" creationId="{41938E68-145B-4FE8-9F7E-355B72C8067A}"/>
          </ac:spMkLst>
        </pc:spChg>
      </pc:sldChg>
      <pc:sldChg chg="del">
        <pc:chgData name="鈴木 秀規" userId="f68c5fd9-22d5-4c0a-9833-7fb0f5135313" providerId="ADAL" clId="{9B0393DB-347A-4A9F-B4E7-8702A039FC28}" dt="2021-01-28T04:51:20.164" v="10" actId="2696"/>
        <pc:sldMkLst>
          <pc:docMk/>
          <pc:sldMk cId="449625136" sldId="379"/>
        </pc:sldMkLst>
      </pc:sldChg>
      <pc:sldChg chg="modSp new mod">
        <pc:chgData name="鈴木 秀規" userId="f68c5fd9-22d5-4c0a-9833-7fb0f5135313" providerId="ADAL" clId="{9B0393DB-347A-4A9F-B4E7-8702A039FC28}" dt="2021-01-28T05:59:59.340" v="723" actId="20577"/>
        <pc:sldMkLst>
          <pc:docMk/>
          <pc:sldMk cId="2796318075" sldId="379"/>
        </pc:sldMkLst>
        <pc:spChg chg="mod">
          <ac:chgData name="鈴木 秀規" userId="f68c5fd9-22d5-4c0a-9833-7fb0f5135313" providerId="ADAL" clId="{9B0393DB-347A-4A9F-B4E7-8702A039FC28}" dt="2021-01-28T05:58:11.626" v="693"/>
          <ac:spMkLst>
            <pc:docMk/>
            <pc:sldMk cId="2796318075" sldId="379"/>
            <ac:spMk id="3" creationId="{A8E3964F-E0EF-4FFC-8EBD-80EB66046BB4}"/>
          </ac:spMkLst>
        </pc:spChg>
        <pc:spChg chg="mod">
          <ac:chgData name="鈴木 秀規" userId="f68c5fd9-22d5-4c0a-9833-7fb0f5135313" providerId="ADAL" clId="{9B0393DB-347A-4A9F-B4E7-8702A039FC28}" dt="2021-01-28T05:59:59.340" v="723" actId="20577"/>
          <ac:spMkLst>
            <pc:docMk/>
            <pc:sldMk cId="2796318075" sldId="379"/>
            <ac:spMk id="5" creationId="{F65EA276-CB98-4E31-BEA6-CDEA12439F93}"/>
          </ac:spMkLst>
        </pc:spChg>
      </pc:sldChg>
      <pc:sldChg chg="del">
        <pc:chgData name="鈴木 秀規" userId="f68c5fd9-22d5-4c0a-9833-7fb0f5135313" providerId="ADAL" clId="{9B0393DB-347A-4A9F-B4E7-8702A039FC28}" dt="2021-01-28T04:51:20.164" v="10" actId="2696"/>
        <pc:sldMkLst>
          <pc:docMk/>
          <pc:sldMk cId="1911761034" sldId="380"/>
        </pc:sldMkLst>
      </pc:sldChg>
      <pc:sldChg chg="addSp modSp new mod">
        <pc:chgData name="鈴木 秀規" userId="f68c5fd9-22d5-4c0a-9833-7fb0f5135313" providerId="ADAL" clId="{9B0393DB-347A-4A9F-B4E7-8702A039FC28}" dt="2021-01-28T06:03:48" v="784" actId="208"/>
        <pc:sldMkLst>
          <pc:docMk/>
          <pc:sldMk cId="3487842613" sldId="380"/>
        </pc:sldMkLst>
        <pc:spChg chg="mod">
          <ac:chgData name="鈴木 秀規" userId="f68c5fd9-22d5-4c0a-9833-7fb0f5135313" providerId="ADAL" clId="{9B0393DB-347A-4A9F-B4E7-8702A039FC28}" dt="2021-01-28T06:00:53.222" v="729"/>
          <ac:spMkLst>
            <pc:docMk/>
            <pc:sldMk cId="3487842613" sldId="380"/>
            <ac:spMk id="3" creationId="{EA6E2194-B0F9-42A6-8C40-9ACB32D82E50}"/>
          </ac:spMkLst>
        </pc:spChg>
        <pc:spChg chg="mod">
          <ac:chgData name="鈴木 秀規" userId="f68c5fd9-22d5-4c0a-9833-7fb0f5135313" providerId="ADAL" clId="{9B0393DB-347A-4A9F-B4E7-8702A039FC28}" dt="2021-01-28T06:00:28.017" v="727" actId="20577"/>
          <ac:spMkLst>
            <pc:docMk/>
            <pc:sldMk cId="3487842613" sldId="380"/>
            <ac:spMk id="5" creationId="{83D26C3F-3B73-4BED-A14F-B89A850D63CC}"/>
          </ac:spMkLst>
        </pc:spChg>
        <pc:spChg chg="add mod">
          <ac:chgData name="鈴木 秀規" userId="f68c5fd9-22d5-4c0a-9833-7fb0f5135313" providerId="ADAL" clId="{9B0393DB-347A-4A9F-B4E7-8702A039FC28}" dt="2021-01-28T06:02:42.681" v="776" actId="313"/>
          <ac:spMkLst>
            <pc:docMk/>
            <pc:sldMk cId="3487842613" sldId="380"/>
            <ac:spMk id="6" creationId="{FEC86CCF-52B7-4B99-B475-BF74CC017D2B}"/>
          </ac:spMkLst>
        </pc:spChg>
        <pc:spChg chg="add mod">
          <ac:chgData name="鈴木 秀規" userId="f68c5fd9-22d5-4c0a-9833-7fb0f5135313" providerId="ADAL" clId="{9B0393DB-347A-4A9F-B4E7-8702A039FC28}" dt="2021-01-28T06:02:31.568" v="774" actId="14100"/>
          <ac:spMkLst>
            <pc:docMk/>
            <pc:sldMk cId="3487842613" sldId="380"/>
            <ac:spMk id="7" creationId="{C56B9F5F-B953-4159-A53C-F447986A5F93}"/>
          </ac:spMkLst>
        </pc:spChg>
        <pc:spChg chg="add mod">
          <ac:chgData name="鈴木 秀規" userId="f68c5fd9-22d5-4c0a-9833-7fb0f5135313" providerId="ADAL" clId="{9B0393DB-347A-4A9F-B4E7-8702A039FC28}" dt="2021-01-28T06:03:48" v="784" actId="208"/>
          <ac:spMkLst>
            <pc:docMk/>
            <pc:sldMk cId="3487842613" sldId="380"/>
            <ac:spMk id="8" creationId="{CB2EA837-25DB-4E3B-A49B-0989AF006CB4}"/>
          </ac:spMkLst>
        </pc:spChg>
      </pc:sldChg>
      <pc:sldChg chg="modSp new mod">
        <pc:chgData name="鈴木 秀規" userId="f68c5fd9-22d5-4c0a-9833-7fb0f5135313" providerId="ADAL" clId="{9B0393DB-347A-4A9F-B4E7-8702A039FC28}" dt="2021-01-28T06:07:15.883" v="806" actId="207"/>
        <pc:sldMkLst>
          <pc:docMk/>
          <pc:sldMk cId="1329678765" sldId="381"/>
        </pc:sldMkLst>
        <pc:spChg chg="mod">
          <ac:chgData name="鈴木 秀規" userId="f68c5fd9-22d5-4c0a-9833-7fb0f5135313" providerId="ADAL" clId="{9B0393DB-347A-4A9F-B4E7-8702A039FC28}" dt="2021-01-28T06:05:02.602" v="786"/>
          <ac:spMkLst>
            <pc:docMk/>
            <pc:sldMk cId="1329678765" sldId="381"/>
            <ac:spMk id="3" creationId="{7F0D9EE6-7E66-441D-88C2-85B5C043CC56}"/>
          </ac:spMkLst>
        </pc:spChg>
        <pc:spChg chg="mod">
          <ac:chgData name="鈴木 秀規" userId="f68c5fd9-22d5-4c0a-9833-7fb0f5135313" providerId="ADAL" clId="{9B0393DB-347A-4A9F-B4E7-8702A039FC28}" dt="2021-01-28T06:07:15.883" v="806" actId="207"/>
          <ac:spMkLst>
            <pc:docMk/>
            <pc:sldMk cId="1329678765" sldId="381"/>
            <ac:spMk id="5" creationId="{54CF1E0F-77F3-4D34-B80C-F23ED44BB1B5}"/>
          </ac:spMkLst>
        </pc:spChg>
      </pc:sldChg>
      <pc:sldChg chg="del">
        <pc:chgData name="鈴木 秀規" userId="f68c5fd9-22d5-4c0a-9833-7fb0f5135313" providerId="ADAL" clId="{9B0393DB-347A-4A9F-B4E7-8702A039FC28}" dt="2021-01-28T04:51:20.164" v="10" actId="2696"/>
        <pc:sldMkLst>
          <pc:docMk/>
          <pc:sldMk cId="2111497926" sldId="381"/>
        </pc:sldMkLst>
      </pc:sldChg>
      <pc:sldChg chg="modSp new mod">
        <pc:chgData name="鈴木 秀規" userId="f68c5fd9-22d5-4c0a-9833-7fb0f5135313" providerId="ADAL" clId="{9B0393DB-347A-4A9F-B4E7-8702A039FC28}" dt="2021-01-28T06:08:48.318" v="827" actId="207"/>
        <pc:sldMkLst>
          <pc:docMk/>
          <pc:sldMk cId="1241536557" sldId="382"/>
        </pc:sldMkLst>
        <pc:spChg chg="mod">
          <ac:chgData name="鈴木 秀規" userId="f68c5fd9-22d5-4c0a-9833-7fb0f5135313" providerId="ADAL" clId="{9B0393DB-347A-4A9F-B4E7-8702A039FC28}" dt="2021-01-28T06:07:35.948" v="808"/>
          <ac:spMkLst>
            <pc:docMk/>
            <pc:sldMk cId="1241536557" sldId="382"/>
            <ac:spMk id="3" creationId="{5D82300F-0A26-44EC-AE4C-303BAF968E6E}"/>
          </ac:spMkLst>
        </pc:spChg>
        <pc:spChg chg="mod">
          <ac:chgData name="鈴木 秀規" userId="f68c5fd9-22d5-4c0a-9833-7fb0f5135313" providerId="ADAL" clId="{9B0393DB-347A-4A9F-B4E7-8702A039FC28}" dt="2021-01-28T06:08:48.318" v="827" actId="207"/>
          <ac:spMkLst>
            <pc:docMk/>
            <pc:sldMk cId="1241536557" sldId="382"/>
            <ac:spMk id="5" creationId="{98249769-8B42-411C-8DE2-0722716BC79D}"/>
          </ac:spMkLst>
        </pc:spChg>
      </pc:sldChg>
      <pc:sldChg chg="addSp modSp new mod">
        <pc:chgData name="鈴木 秀規" userId="f68c5fd9-22d5-4c0a-9833-7fb0f5135313" providerId="ADAL" clId="{9B0393DB-347A-4A9F-B4E7-8702A039FC28}" dt="2021-01-28T06:12:32.581" v="845" actId="207"/>
        <pc:sldMkLst>
          <pc:docMk/>
          <pc:sldMk cId="370086342" sldId="383"/>
        </pc:sldMkLst>
        <pc:spChg chg="mod">
          <ac:chgData name="鈴木 秀規" userId="f68c5fd9-22d5-4c0a-9833-7fb0f5135313" providerId="ADAL" clId="{9B0393DB-347A-4A9F-B4E7-8702A039FC28}" dt="2021-01-28T06:11:15.101" v="829"/>
          <ac:spMkLst>
            <pc:docMk/>
            <pc:sldMk cId="370086342" sldId="383"/>
            <ac:spMk id="3" creationId="{C7066AF6-1D1A-4194-81A6-0761C95ADD0B}"/>
          </ac:spMkLst>
        </pc:spChg>
        <pc:spChg chg="mod">
          <ac:chgData name="鈴木 秀規" userId="f68c5fd9-22d5-4c0a-9833-7fb0f5135313" providerId="ADAL" clId="{9B0393DB-347A-4A9F-B4E7-8702A039FC28}" dt="2021-01-28T06:11:31.165" v="833" actId="14100"/>
          <ac:spMkLst>
            <pc:docMk/>
            <pc:sldMk cId="370086342" sldId="383"/>
            <ac:spMk id="5" creationId="{73F15835-8EDD-47E5-B2C7-F34CF0B460E8}"/>
          </ac:spMkLst>
        </pc:spChg>
        <pc:spChg chg="add mod">
          <ac:chgData name="鈴木 秀規" userId="f68c5fd9-22d5-4c0a-9833-7fb0f5135313" providerId="ADAL" clId="{9B0393DB-347A-4A9F-B4E7-8702A039FC28}" dt="2021-01-28T06:12:32.581" v="845" actId="207"/>
          <ac:spMkLst>
            <pc:docMk/>
            <pc:sldMk cId="370086342" sldId="383"/>
            <ac:spMk id="6" creationId="{4CA59899-0BAD-4D9D-9D2E-EDDEDF77A7C7}"/>
          </ac:spMkLst>
        </pc:spChg>
      </pc:sldChg>
      <pc:sldChg chg="addSp modSp new mod">
        <pc:chgData name="鈴木 秀規" userId="f68c5fd9-22d5-4c0a-9833-7fb0f5135313" providerId="ADAL" clId="{9B0393DB-347A-4A9F-B4E7-8702A039FC28}" dt="2021-01-28T06:14:05.365" v="860" actId="207"/>
        <pc:sldMkLst>
          <pc:docMk/>
          <pc:sldMk cId="2606702251" sldId="384"/>
        </pc:sldMkLst>
        <pc:spChg chg="mod">
          <ac:chgData name="鈴木 秀規" userId="f68c5fd9-22d5-4c0a-9833-7fb0f5135313" providerId="ADAL" clId="{9B0393DB-347A-4A9F-B4E7-8702A039FC28}" dt="2021-01-28T06:12:47.925" v="847"/>
          <ac:spMkLst>
            <pc:docMk/>
            <pc:sldMk cId="2606702251" sldId="384"/>
            <ac:spMk id="3" creationId="{149D213F-2620-4B5B-8E45-E4DD7E8F6AEC}"/>
          </ac:spMkLst>
        </pc:spChg>
        <pc:spChg chg="mod">
          <ac:chgData name="鈴木 秀規" userId="f68c5fd9-22d5-4c0a-9833-7fb0f5135313" providerId="ADAL" clId="{9B0393DB-347A-4A9F-B4E7-8702A039FC28}" dt="2021-01-28T06:13:03.017" v="851" actId="14100"/>
          <ac:spMkLst>
            <pc:docMk/>
            <pc:sldMk cId="2606702251" sldId="384"/>
            <ac:spMk id="5" creationId="{F7A02B33-8EF9-47AC-91D1-E5EC06F42BF1}"/>
          </ac:spMkLst>
        </pc:spChg>
        <pc:spChg chg="add mod">
          <ac:chgData name="鈴木 秀規" userId="f68c5fd9-22d5-4c0a-9833-7fb0f5135313" providerId="ADAL" clId="{9B0393DB-347A-4A9F-B4E7-8702A039FC28}" dt="2021-01-28T06:14:05.365" v="860" actId="207"/>
          <ac:spMkLst>
            <pc:docMk/>
            <pc:sldMk cId="2606702251" sldId="384"/>
            <ac:spMk id="6" creationId="{2963DDC0-DC6C-4E94-B2BC-AF18A6BE370C}"/>
          </ac:spMkLst>
        </pc:spChg>
      </pc:sldChg>
      <pc:sldChg chg="modSp new mod">
        <pc:chgData name="鈴木 秀規" userId="f68c5fd9-22d5-4c0a-9833-7fb0f5135313" providerId="ADAL" clId="{9B0393DB-347A-4A9F-B4E7-8702A039FC28}" dt="2021-01-28T06:16:43.690" v="889" actId="207"/>
        <pc:sldMkLst>
          <pc:docMk/>
          <pc:sldMk cId="687702862" sldId="385"/>
        </pc:sldMkLst>
        <pc:spChg chg="mod">
          <ac:chgData name="鈴木 秀規" userId="f68c5fd9-22d5-4c0a-9833-7fb0f5135313" providerId="ADAL" clId="{9B0393DB-347A-4A9F-B4E7-8702A039FC28}" dt="2021-01-28T06:15:08.453" v="864"/>
          <ac:spMkLst>
            <pc:docMk/>
            <pc:sldMk cId="687702862" sldId="385"/>
            <ac:spMk id="3" creationId="{FEF030DA-D0CC-4914-B25C-B1531FB2EA38}"/>
          </ac:spMkLst>
        </pc:spChg>
        <pc:spChg chg="mod">
          <ac:chgData name="鈴木 秀規" userId="f68c5fd9-22d5-4c0a-9833-7fb0f5135313" providerId="ADAL" clId="{9B0393DB-347A-4A9F-B4E7-8702A039FC28}" dt="2021-01-28T06:16:43.690" v="889" actId="207"/>
          <ac:spMkLst>
            <pc:docMk/>
            <pc:sldMk cId="687702862" sldId="385"/>
            <ac:spMk id="5" creationId="{E4529827-329A-4934-8075-38C70BC32037}"/>
          </ac:spMkLst>
        </pc:spChg>
      </pc:sldChg>
      <pc:sldChg chg="addSp delSp modSp new mod modClrScheme chgLayout">
        <pc:chgData name="鈴木 秀規" userId="f68c5fd9-22d5-4c0a-9833-7fb0f5135313" providerId="ADAL" clId="{9B0393DB-347A-4A9F-B4E7-8702A039FC28}" dt="2021-01-28T06:19:17.881" v="915" actId="14100"/>
        <pc:sldMkLst>
          <pc:docMk/>
          <pc:sldMk cId="1556991625" sldId="386"/>
        </pc:sldMkLst>
        <pc:spChg chg="mod ord">
          <ac:chgData name="鈴木 秀規" userId="f68c5fd9-22d5-4c0a-9833-7fb0f5135313" providerId="ADAL" clId="{9B0393DB-347A-4A9F-B4E7-8702A039FC28}" dt="2021-01-28T06:17:29.798" v="892" actId="700"/>
          <ac:spMkLst>
            <pc:docMk/>
            <pc:sldMk cId="1556991625" sldId="386"/>
            <ac:spMk id="2" creationId="{8E37BB9B-83D1-4AD3-84A7-00314A9EF443}"/>
          </ac:spMkLst>
        </pc:spChg>
        <pc:spChg chg="mod ord">
          <ac:chgData name="鈴木 秀規" userId="f68c5fd9-22d5-4c0a-9833-7fb0f5135313" providerId="ADAL" clId="{9B0393DB-347A-4A9F-B4E7-8702A039FC28}" dt="2021-01-28T06:17:29.798" v="892" actId="700"/>
          <ac:spMkLst>
            <pc:docMk/>
            <pc:sldMk cId="1556991625" sldId="386"/>
            <ac:spMk id="3" creationId="{0416D4FC-4CF7-4D90-9C0D-CA655114D930}"/>
          </ac:spMkLst>
        </pc:spChg>
        <pc:spChg chg="mod ord">
          <ac:chgData name="鈴木 秀規" userId="f68c5fd9-22d5-4c0a-9833-7fb0f5135313" providerId="ADAL" clId="{9B0393DB-347A-4A9F-B4E7-8702A039FC28}" dt="2021-01-28T06:17:29.798" v="892" actId="700"/>
          <ac:spMkLst>
            <pc:docMk/>
            <pc:sldMk cId="1556991625" sldId="386"/>
            <ac:spMk id="4" creationId="{AC8E1359-BD1A-44C5-AECC-CEA080E9EF06}"/>
          </ac:spMkLst>
        </pc:spChg>
        <pc:spChg chg="del">
          <ac:chgData name="鈴木 秀規" userId="f68c5fd9-22d5-4c0a-9833-7fb0f5135313" providerId="ADAL" clId="{9B0393DB-347A-4A9F-B4E7-8702A039FC28}" dt="2021-01-28T06:17:29.798" v="892" actId="700"/>
          <ac:spMkLst>
            <pc:docMk/>
            <pc:sldMk cId="1556991625" sldId="386"/>
            <ac:spMk id="5" creationId="{C7C809F3-182A-4B65-890A-624315607664}"/>
          </ac:spMkLst>
        </pc:spChg>
        <pc:spChg chg="add mod">
          <ac:chgData name="鈴木 秀規" userId="f68c5fd9-22d5-4c0a-9833-7fb0f5135313" providerId="ADAL" clId="{9B0393DB-347A-4A9F-B4E7-8702A039FC28}" dt="2021-01-28T06:17:49.701" v="896" actId="14100"/>
          <ac:spMkLst>
            <pc:docMk/>
            <pc:sldMk cId="1556991625" sldId="386"/>
            <ac:spMk id="6" creationId="{74841F81-189C-4603-B413-5F5FE530BDEF}"/>
          </ac:spMkLst>
        </pc:spChg>
        <pc:spChg chg="add mod">
          <ac:chgData name="鈴木 秀規" userId="f68c5fd9-22d5-4c0a-9833-7fb0f5135313" providerId="ADAL" clId="{9B0393DB-347A-4A9F-B4E7-8702A039FC28}" dt="2021-01-28T06:18:55.829" v="911" actId="14100"/>
          <ac:spMkLst>
            <pc:docMk/>
            <pc:sldMk cId="1556991625" sldId="386"/>
            <ac:spMk id="7" creationId="{E1CFD740-7C8B-4718-8129-5E0F23D3ABE9}"/>
          </ac:spMkLst>
        </pc:spChg>
        <pc:spChg chg="add mod">
          <ac:chgData name="鈴木 秀規" userId="f68c5fd9-22d5-4c0a-9833-7fb0f5135313" providerId="ADAL" clId="{9B0393DB-347A-4A9F-B4E7-8702A039FC28}" dt="2021-01-28T06:19:17.881" v="915" actId="14100"/>
          <ac:spMkLst>
            <pc:docMk/>
            <pc:sldMk cId="1556991625" sldId="386"/>
            <ac:spMk id="8" creationId="{351B8591-3A1E-42E4-943A-99BDD8C1D067}"/>
          </ac:spMkLst>
        </pc:spChg>
      </pc:sldChg>
      <pc:sldChg chg="addSp modSp new mod modClrScheme chgLayout">
        <pc:chgData name="鈴木 秀規" userId="f68c5fd9-22d5-4c0a-9833-7fb0f5135313" providerId="ADAL" clId="{9B0393DB-347A-4A9F-B4E7-8702A039FC28}" dt="2021-01-28T06:20:51.853" v="942" actId="207"/>
        <pc:sldMkLst>
          <pc:docMk/>
          <pc:sldMk cId="3227213484" sldId="387"/>
        </pc:sldMkLst>
        <pc:spChg chg="mod ord">
          <ac:chgData name="鈴木 秀規" userId="f68c5fd9-22d5-4c0a-9833-7fb0f5135313" providerId="ADAL" clId="{9B0393DB-347A-4A9F-B4E7-8702A039FC28}" dt="2021-01-28T06:19:30.642" v="918" actId="700"/>
          <ac:spMkLst>
            <pc:docMk/>
            <pc:sldMk cId="3227213484" sldId="387"/>
            <ac:spMk id="2" creationId="{2FAC12FB-80AE-4A9F-96FC-08C6F99BDF3B}"/>
          </ac:spMkLst>
        </pc:spChg>
        <pc:spChg chg="mod ord">
          <ac:chgData name="鈴木 秀規" userId="f68c5fd9-22d5-4c0a-9833-7fb0f5135313" providerId="ADAL" clId="{9B0393DB-347A-4A9F-B4E7-8702A039FC28}" dt="2021-01-28T06:19:30.642" v="918" actId="700"/>
          <ac:spMkLst>
            <pc:docMk/>
            <pc:sldMk cId="3227213484" sldId="387"/>
            <ac:spMk id="3" creationId="{5856AD74-FB21-40CC-894A-8BA15D8FD2E3}"/>
          </ac:spMkLst>
        </pc:spChg>
        <pc:spChg chg="mod ord">
          <ac:chgData name="鈴木 秀規" userId="f68c5fd9-22d5-4c0a-9833-7fb0f5135313" providerId="ADAL" clId="{9B0393DB-347A-4A9F-B4E7-8702A039FC28}" dt="2021-01-28T06:19:30.642" v="918" actId="700"/>
          <ac:spMkLst>
            <pc:docMk/>
            <pc:sldMk cId="3227213484" sldId="387"/>
            <ac:spMk id="4" creationId="{487B6B72-D59A-4809-81AC-3D57E013062B}"/>
          </ac:spMkLst>
        </pc:spChg>
        <pc:spChg chg="add mod ord">
          <ac:chgData name="鈴木 秀規" userId="f68c5fd9-22d5-4c0a-9833-7fb0f5135313" providerId="ADAL" clId="{9B0393DB-347A-4A9F-B4E7-8702A039FC28}" dt="2021-01-28T06:20:51.853" v="942" actId="207"/>
          <ac:spMkLst>
            <pc:docMk/>
            <pc:sldMk cId="3227213484" sldId="387"/>
            <ac:spMk id="5" creationId="{DC467748-EFDB-4E6D-83BA-BE7F93FBEB19}"/>
          </ac:spMkLst>
        </pc:spChg>
      </pc:sldChg>
      <pc:sldChg chg="addSp delSp modSp new mod modClrScheme chgLayout">
        <pc:chgData name="鈴木 秀規" userId="f68c5fd9-22d5-4c0a-9833-7fb0f5135313" providerId="ADAL" clId="{9B0393DB-347A-4A9F-B4E7-8702A039FC28}" dt="2021-01-28T06:27:14.681" v="1012"/>
        <pc:sldMkLst>
          <pc:docMk/>
          <pc:sldMk cId="2658651072" sldId="388"/>
        </pc:sldMkLst>
        <pc:spChg chg="mod ord">
          <ac:chgData name="鈴木 秀規" userId="f68c5fd9-22d5-4c0a-9833-7fb0f5135313" providerId="ADAL" clId="{9B0393DB-347A-4A9F-B4E7-8702A039FC28}" dt="2021-01-28T06:21:11.135" v="945" actId="700"/>
          <ac:spMkLst>
            <pc:docMk/>
            <pc:sldMk cId="2658651072" sldId="388"/>
            <ac:spMk id="2" creationId="{616FF081-D905-40D1-A2EF-8AE5108470FC}"/>
          </ac:spMkLst>
        </pc:spChg>
        <pc:spChg chg="mod ord">
          <ac:chgData name="鈴木 秀規" userId="f68c5fd9-22d5-4c0a-9833-7fb0f5135313" providerId="ADAL" clId="{9B0393DB-347A-4A9F-B4E7-8702A039FC28}" dt="2021-01-28T06:21:11.135" v="945" actId="700"/>
          <ac:spMkLst>
            <pc:docMk/>
            <pc:sldMk cId="2658651072" sldId="388"/>
            <ac:spMk id="3" creationId="{FD601D0B-FE04-4701-B12C-94FB8F10BBD7}"/>
          </ac:spMkLst>
        </pc:spChg>
        <pc:spChg chg="mod ord">
          <ac:chgData name="鈴木 秀規" userId="f68c5fd9-22d5-4c0a-9833-7fb0f5135313" providerId="ADAL" clId="{9B0393DB-347A-4A9F-B4E7-8702A039FC28}" dt="2021-01-28T06:21:11.135" v="945" actId="700"/>
          <ac:spMkLst>
            <pc:docMk/>
            <pc:sldMk cId="2658651072" sldId="388"/>
            <ac:spMk id="4" creationId="{1139FA8D-105C-45AC-B8FB-4464D919256F}"/>
          </ac:spMkLst>
        </pc:spChg>
        <pc:spChg chg="del">
          <ac:chgData name="鈴木 秀規" userId="f68c5fd9-22d5-4c0a-9833-7fb0f5135313" providerId="ADAL" clId="{9B0393DB-347A-4A9F-B4E7-8702A039FC28}" dt="2021-01-28T06:21:11.135" v="945" actId="700"/>
          <ac:spMkLst>
            <pc:docMk/>
            <pc:sldMk cId="2658651072" sldId="388"/>
            <ac:spMk id="5" creationId="{452E4E3F-25E6-483B-BBA5-BCDF4F0C8704}"/>
          </ac:spMkLst>
        </pc:spChg>
        <pc:spChg chg="add mod">
          <ac:chgData name="鈴木 秀規" userId="f68c5fd9-22d5-4c0a-9833-7fb0f5135313" providerId="ADAL" clId="{9B0393DB-347A-4A9F-B4E7-8702A039FC28}" dt="2021-01-28T06:21:36.878" v="948" actId="14100"/>
          <ac:spMkLst>
            <pc:docMk/>
            <pc:sldMk cId="2658651072" sldId="388"/>
            <ac:spMk id="6" creationId="{5E2AC7A9-D865-4072-A34B-12E361BBEC1F}"/>
          </ac:spMkLst>
        </pc:spChg>
        <pc:spChg chg="add del mod">
          <ac:chgData name="鈴木 秀規" userId="f68c5fd9-22d5-4c0a-9833-7fb0f5135313" providerId="ADAL" clId="{9B0393DB-347A-4A9F-B4E7-8702A039FC28}" dt="2021-01-28T06:27:14.681" v="1012"/>
          <ac:spMkLst>
            <pc:docMk/>
            <pc:sldMk cId="2658651072" sldId="388"/>
            <ac:spMk id="7" creationId="{F8C06D25-F72A-4A04-B316-EB86AF987920}"/>
          </ac:spMkLst>
        </pc:spChg>
      </pc:sldChg>
      <pc:sldChg chg="addSp modSp new mod modClrScheme chgLayout">
        <pc:chgData name="鈴木 秀規" userId="f68c5fd9-22d5-4c0a-9833-7fb0f5135313" providerId="ADAL" clId="{9B0393DB-347A-4A9F-B4E7-8702A039FC28}" dt="2021-01-28T06:23:42.791" v="985" actId="14100"/>
        <pc:sldMkLst>
          <pc:docMk/>
          <pc:sldMk cId="91634463" sldId="389"/>
        </pc:sldMkLst>
        <pc:spChg chg="mod ord">
          <ac:chgData name="鈴木 秀規" userId="f68c5fd9-22d5-4c0a-9833-7fb0f5135313" providerId="ADAL" clId="{9B0393DB-347A-4A9F-B4E7-8702A039FC28}" dt="2021-01-28T06:22:03.015" v="951" actId="700"/>
          <ac:spMkLst>
            <pc:docMk/>
            <pc:sldMk cId="91634463" sldId="389"/>
            <ac:spMk id="2" creationId="{71BD1C0E-C3F2-4EC8-B9E9-5E23FA0FE4B7}"/>
          </ac:spMkLst>
        </pc:spChg>
        <pc:spChg chg="mod ord">
          <ac:chgData name="鈴木 秀規" userId="f68c5fd9-22d5-4c0a-9833-7fb0f5135313" providerId="ADAL" clId="{9B0393DB-347A-4A9F-B4E7-8702A039FC28}" dt="2021-01-28T06:22:03.015" v="951" actId="700"/>
          <ac:spMkLst>
            <pc:docMk/>
            <pc:sldMk cId="91634463" sldId="389"/>
            <ac:spMk id="3" creationId="{A48FE05B-0BD3-4032-8606-CC0813688FA3}"/>
          </ac:spMkLst>
        </pc:spChg>
        <pc:spChg chg="mod ord">
          <ac:chgData name="鈴木 秀規" userId="f68c5fd9-22d5-4c0a-9833-7fb0f5135313" providerId="ADAL" clId="{9B0393DB-347A-4A9F-B4E7-8702A039FC28}" dt="2021-01-28T06:22:03.015" v="951" actId="700"/>
          <ac:spMkLst>
            <pc:docMk/>
            <pc:sldMk cId="91634463" sldId="389"/>
            <ac:spMk id="4" creationId="{4FBB2095-686E-47CA-A31C-B6273BD99781}"/>
          </ac:spMkLst>
        </pc:spChg>
        <pc:spChg chg="add mod ord">
          <ac:chgData name="鈴木 秀規" userId="f68c5fd9-22d5-4c0a-9833-7fb0f5135313" providerId="ADAL" clId="{9B0393DB-347A-4A9F-B4E7-8702A039FC28}" dt="2021-01-28T06:23:16.359" v="976" actId="14100"/>
          <ac:spMkLst>
            <pc:docMk/>
            <pc:sldMk cId="91634463" sldId="389"/>
            <ac:spMk id="5" creationId="{335A23CD-F841-4EA4-BAE6-043862528890}"/>
          </ac:spMkLst>
        </pc:spChg>
        <pc:spChg chg="add mod">
          <ac:chgData name="鈴木 秀規" userId="f68c5fd9-22d5-4c0a-9833-7fb0f5135313" providerId="ADAL" clId="{9B0393DB-347A-4A9F-B4E7-8702A039FC28}" dt="2021-01-28T06:23:42.791" v="985" actId="14100"/>
          <ac:spMkLst>
            <pc:docMk/>
            <pc:sldMk cId="91634463" sldId="389"/>
            <ac:spMk id="6" creationId="{D2A63244-64CB-47FA-9EE7-253FDF3EAA19}"/>
          </ac:spMkLst>
        </pc:spChg>
      </pc:sldChg>
      <pc:sldChg chg="addSp modSp new mod">
        <pc:chgData name="鈴木 秀規" userId="f68c5fd9-22d5-4c0a-9833-7fb0f5135313" providerId="ADAL" clId="{9B0393DB-347A-4A9F-B4E7-8702A039FC28}" dt="2021-01-28T06:26:22.364" v="1004" actId="207"/>
        <pc:sldMkLst>
          <pc:docMk/>
          <pc:sldMk cId="2320300325" sldId="390"/>
        </pc:sldMkLst>
        <pc:spChg chg="mod">
          <ac:chgData name="鈴木 秀規" userId="f68c5fd9-22d5-4c0a-9833-7fb0f5135313" providerId="ADAL" clId="{9B0393DB-347A-4A9F-B4E7-8702A039FC28}" dt="2021-01-28T06:24:00.917" v="987"/>
          <ac:spMkLst>
            <pc:docMk/>
            <pc:sldMk cId="2320300325" sldId="390"/>
            <ac:spMk id="3" creationId="{C5C02D43-B67C-4DEC-8EC9-48957910AE84}"/>
          </ac:spMkLst>
        </pc:spChg>
        <pc:spChg chg="mod">
          <ac:chgData name="鈴木 秀規" userId="f68c5fd9-22d5-4c0a-9833-7fb0f5135313" providerId="ADAL" clId="{9B0393DB-347A-4A9F-B4E7-8702A039FC28}" dt="2021-01-28T06:24:22.453" v="990" actId="14100"/>
          <ac:spMkLst>
            <pc:docMk/>
            <pc:sldMk cId="2320300325" sldId="390"/>
            <ac:spMk id="5" creationId="{D821D6BC-27C5-48BB-ACAA-F3BFE7F374B9}"/>
          </ac:spMkLst>
        </pc:spChg>
        <pc:spChg chg="add mod">
          <ac:chgData name="鈴木 秀規" userId="f68c5fd9-22d5-4c0a-9833-7fb0f5135313" providerId="ADAL" clId="{9B0393DB-347A-4A9F-B4E7-8702A039FC28}" dt="2021-01-28T06:25:43.802" v="999" actId="14100"/>
          <ac:spMkLst>
            <pc:docMk/>
            <pc:sldMk cId="2320300325" sldId="390"/>
            <ac:spMk id="6" creationId="{3FEE7AF6-EF3E-4CA4-B414-A154F59B8E37}"/>
          </ac:spMkLst>
        </pc:spChg>
        <pc:spChg chg="add mod">
          <ac:chgData name="鈴木 秀規" userId="f68c5fd9-22d5-4c0a-9833-7fb0f5135313" providerId="ADAL" clId="{9B0393DB-347A-4A9F-B4E7-8702A039FC28}" dt="2021-01-28T06:26:22.364" v="1004" actId="207"/>
          <ac:spMkLst>
            <pc:docMk/>
            <pc:sldMk cId="2320300325" sldId="390"/>
            <ac:spMk id="7" creationId="{932F1765-8A93-41EC-957E-EC93A9EF3DB0}"/>
          </ac:spMkLst>
        </pc:spChg>
      </pc:sldChg>
      <pc:sldChg chg="addSp modSp new mod">
        <pc:chgData name="鈴木 秀規" userId="f68c5fd9-22d5-4c0a-9833-7fb0f5135313" providerId="ADAL" clId="{9B0393DB-347A-4A9F-B4E7-8702A039FC28}" dt="2021-01-28T06:29:35.347" v="1039" actId="14100"/>
        <pc:sldMkLst>
          <pc:docMk/>
          <pc:sldMk cId="1037775335" sldId="391"/>
        </pc:sldMkLst>
        <pc:spChg chg="mod">
          <ac:chgData name="鈴木 秀規" userId="f68c5fd9-22d5-4c0a-9833-7fb0f5135313" providerId="ADAL" clId="{9B0393DB-347A-4A9F-B4E7-8702A039FC28}" dt="2021-01-28T06:26:37.694" v="1006"/>
          <ac:spMkLst>
            <pc:docMk/>
            <pc:sldMk cId="1037775335" sldId="391"/>
            <ac:spMk id="3" creationId="{BA923D28-88E3-4EFC-A158-2674C621247B}"/>
          </ac:spMkLst>
        </pc:spChg>
        <pc:spChg chg="mod">
          <ac:chgData name="鈴木 秀規" userId="f68c5fd9-22d5-4c0a-9833-7fb0f5135313" providerId="ADAL" clId="{9B0393DB-347A-4A9F-B4E7-8702A039FC28}" dt="2021-01-28T06:26:57.105" v="1010" actId="14100"/>
          <ac:spMkLst>
            <pc:docMk/>
            <pc:sldMk cId="1037775335" sldId="391"/>
            <ac:spMk id="5" creationId="{54F4C3A0-31EF-4B1B-B93B-5E9953289E8E}"/>
          </ac:spMkLst>
        </pc:spChg>
        <pc:spChg chg="add mod">
          <ac:chgData name="鈴木 秀規" userId="f68c5fd9-22d5-4c0a-9833-7fb0f5135313" providerId="ADAL" clId="{9B0393DB-347A-4A9F-B4E7-8702A039FC28}" dt="2021-01-28T06:29:35.347" v="1039" actId="14100"/>
          <ac:spMkLst>
            <pc:docMk/>
            <pc:sldMk cId="1037775335" sldId="391"/>
            <ac:spMk id="6" creationId="{5FFE9DB3-4E7A-4281-B566-65635089E2F9}"/>
          </ac:spMkLst>
        </pc:spChg>
        <pc:spChg chg="add mod">
          <ac:chgData name="鈴木 秀規" userId="f68c5fd9-22d5-4c0a-9833-7fb0f5135313" providerId="ADAL" clId="{9B0393DB-347A-4A9F-B4E7-8702A039FC28}" dt="2021-01-28T06:28:50.305" v="1038" actId="14100"/>
          <ac:spMkLst>
            <pc:docMk/>
            <pc:sldMk cId="1037775335" sldId="391"/>
            <ac:spMk id="7" creationId="{0D34E9ED-8FD2-4C86-A80D-7B70852CDC15}"/>
          </ac:spMkLst>
        </pc:spChg>
      </pc:sldChg>
      <pc:sldChg chg="addSp modSp new mod">
        <pc:chgData name="鈴木 秀規" userId="f68c5fd9-22d5-4c0a-9833-7fb0f5135313" providerId="ADAL" clId="{9B0393DB-347A-4A9F-B4E7-8702A039FC28}" dt="2021-01-28T06:30:22.371" v="1047" actId="14100"/>
        <pc:sldMkLst>
          <pc:docMk/>
          <pc:sldMk cId="1989164865" sldId="392"/>
        </pc:sldMkLst>
        <pc:spChg chg="mod">
          <ac:chgData name="鈴木 秀規" userId="f68c5fd9-22d5-4c0a-9833-7fb0f5135313" providerId="ADAL" clId="{9B0393DB-347A-4A9F-B4E7-8702A039FC28}" dt="2021-01-28T06:29:47.116" v="1041"/>
          <ac:spMkLst>
            <pc:docMk/>
            <pc:sldMk cId="1989164865" sldId="392"/>
            <ac:spMk id="3" creationId="{AFC2A26E-AA58-4A15-81CC-8DA57F4498D0}"/>
          </ac:spMkLst>
        </pc:spChg>
        <pc:spChg chg="mod">
          <ac:chgData name="鈴木 秀規" userId="f68c5fd9-22d5-4c0a-9833-7fb0f5135313" providerId="ADAL" clId="{9B0393DB-347A-4A9F-B4E7-8702A039FC28}" dt="2021-01-28T06:29:56.734" v="1044" actId="14100"/>
          <ac:spMkLst>
            <pc:docMk/>
            <pc:sldMk cId="1989164865" sldId="392"/>
            <ac:spMk id="5" creationId="{2C13E718-66E5-4BD7-B901-DDFF5F68F88D}"/>
          </ac:spMkLst>
        </pc:spChg>
        <pc:spChg chg="add mod">
          <ac:chgData name="鈴木 秀規" userId="f68c5fd9-22d5-4c0a-9833-7fb0f5135313" providerId="ADAL" clId="{9B0393DB-347A-4A9F-B4E7-8702A039FC28}" dt="2021-01-28T06:30:22.371" v="1047" actId="14100"/>
          <ac:spMkLst>
            <pc:docMk/>
            <pc:sldMk cId="1989164865" sldId="392"/>
            <ac:spMk id="6" creationId="{4DA1D2F3-34B2-42DA-9958-780758280642}"/>
          </ac:spMkLst>
        </pc:spChg>
      </pc:sldChg>
      <pc:sldChg chg="modSp new mod">
        <pc:chgData name="鈴木 秀規" userId="f68c5fd9-22d5-4c0a-9833-7fb0f5135313" providerId="ADAL" clId="{9B0393DB-347A-4A9F-B4E7-8702A039FC28}" dt="2021-01-28T06:33:04.921" v="1072" actId="20577"/>
        <pc:sldMkLst>
          <pc:docMk/>
          <pc:sldMk cId="3817722397" sldId="393"/>
        </pc:sldMkLst>
        <pc:spChg chg="mod">
          <ac:chgData name="鈴木 秀規" userId="f68c5fd9-22d5-4c0a-9833-7fb0f5135313" providerId="ADAL" clId="{9B0393DB-347A-4A9F-B4E7-8702A039FC28}" dt="2021-01-28T06:31:33.481" v="1051"/>
          <ac:spMkLst>
            <pc:docMk/>
            <pc:sldMk cId="3817722397" sldId="393"/>
            <ac:spMk id="3" creationId="{2F2E0FD5-2346-4DD8-8220-9BF195FC590E}"/>
          </ac:spMkLst>
        </pc:spChg>
        <pc:spChg chg="mod">
          <ac:chgData name="鈴木 秀規" userId="f68c5fd9-22d5-4c0a-9833-7fb0f5135313" providerId="ADAL" clId="{9B0393DB-347A-4A9F-B4E7-8702A039FC28}" dt="2021-01-28T06:33:04.921" v="1072" actId="20577"/>
          <ac:spMkLst>
            <pc:docMk/>
            <pc:sldMk cId="3817722397" sldId="393"/>
            <ac:spMk id="5" creationId="{60C10C8F-89BB-442F-9F97-4F5F5B5AF457}"/>
          </ac:spMkLst>
        </pc:spChg>
      </pc:sldChg>
      <pc:sldChg chg="modSp new mod">
        <pc:chgData name="鈴木 秀規" userId="f68c5fd9-22d5-4c0a-9833-7fb0f5135313" providerId="ADAL" clId="{9B0393DB-347A-4A9F-B4E7-8702A039FC28}" dt="2021-01-28T06:33:57.021" v="1084" actId="207"/>
        <pc:sldMkLst>
          <pc:docMk/>
          <pc:sldMk cId="2635548106" sldId="394"/>
        </pc:sldMkLst>
        <pc:spChg chg="mod">
          <ac:chgData name="鈴木 秀規" userId="f68c5fd9-22d5-4c0a-9833-7fb0f5135313" providerId="ADAL" clId="{9B0393DB-347A-4A9F-B4E7-8702A039FC28}" dt="2021-01-28T06:33:24.983" v="1074"/>
          <ac:spMkLst>
            <pc:docMk/>
            <pc:sldMk cId="2635548106" sldId="394"/>
            <ac:spMk id="3" creationId="{4B485903-C262-401B-B6AE-98AE0991F0DC}"/>
          </ac:spMkLst>
        </pc:spChg>
        <pc:spChg chg="mod">
          <ac:chgData name="鈴木 秀規" userId="f68c5fd9-22d5-4c0a-9833-7fb0f5135313" providerId="ADAL" clId="{9B0393DB-347A-4A9F-B4E7-8702A039FC28}" dt="2021-01-28T06:33:57.021" v="1084" actId="207"/>
          <ac:spMkLst>
            <pc:docMk/>
            <pc:sldMk cId="2635548106" sldId="394"/>
            <ac:spMk id="5" creationId="{845A8630-2E41-4B93-BEAA-4F2468557344}"/>
          </ac:spMkLst>
        </pc:spChg>
      </pc:sldChg>
      <pc:sldChg chg="modSp new mod">
        <pc:chgData name="鈴木 秀規" userId="f68c5fd9-22d5-4c0a-9833-7fb0f5135313" providerId="ADAL" clId="{9B0393DB-347A-4A9F-B4E7-8702A039FC28}" dt="2021-01-28T06:35:35.377" v="1114" actId="20577"/>
        <pc:sldMkLst>
          <pc:docMk/>
          <pc:sldMk cId="436757555" sldId="395"/>
        </pc:sldMkLst>
        <pc:spChg chg="mod">
          <ac:chgData name="鈴木 秀規" userId="f68c5fd9-22d5-4c0a-9833-7fb0f5135313" providerId="ADAL" clId="{9B0393DB-347A-4A9F-B4E7-8702A039FC28}" dt="2021-01-28T06:34:13.183" v="1086"/>
          <ac:spMkLst>
            <pc:docMk/>
            <pc:sldMk cId="436757555" sldId="395"/>
            <ac:spMk id="3" creationId="{A2691B91-019E-4260-AAD2-8EB61D034CB2}"/>
          </ac:spMkLst>
        </pc:spChg>
        <pc:spChg chg="mod">
          <ac:chgData name="鈴木 秀規" userId="f68c5fd9-22d5-4c0a-9833-7fb0f5135313" providerId="ADAL" clId="{9B0393DB-347A-4A9F-B4E7-8702A039FC28}" dt="2021-01-28T06:35:35.377" v="1114" actId="20577"/>
          <ac:spMkLst>
            <pc:docMk/>
            <pc:sldMk cId="436757555" sldId="395"/>
            <ac:spMk id="5" creationId="{3854E8B5-F33D-449E-83B5-1E679A12C92C}"/>
          </ac:spMkLst>
        </pc:spChg>
      </pc:sldChg>
      <pc:sldChg chg="modSp new mod">
        <pc:chgData name="鈴木 秀規" userId="f68c5fd9-22d5-4c0a-9833-7fb0f5135313" providerId="ADAL" clId="{9B0393DB-347A-4A9F-B4E7-8702A039FC28}" dt="2021-01-28T06:37:12.114" v="1143" actId="20577"/>
        <pc:sldMkLst>
          <pc:docMk/>
          <pc:sldMk cId="3553494220" sldId="396"/>
        </pc:sldMkLst>
        <pc:spChg chg="mod">
          <ac:chgData name="鈴木 秀規" userId="f68c5fd9-22d5-4c0a-9833-7fb0f5135313" providerId="ADAL" clId="{9B0393DB-347A-4A9F-B4E7-8702A039FC28}" dt="2021-01-28T06:35:49.658" v="1116"/>
          <ac:spMkLst>
            <pc:docMk/>
            <pc:sldMk cId="3553494220" sldId="396"/>
            <ac:spMk id="3" creationId="{26DB189E-5E24-44C6-8FDE-BEBE8357FDB7}"/>
          </ac:spMkLst>
        </pc:spChg>
        <pc:spChg chg="mod">
          <ac:chgData name="鈴木 秀規" userId="f68c5fd9-22d5-4c0a-9833-7fb0f5135313" providerId="ADAL" clId="{9B0393DB-347A-4A9F-B4E7-8702A039FC28}" dt="2021-01-28T06:37:12.114" v="1143" actId="20577"/>
          <ac:spMkLst>
            <pc:docMk/>
            <pc:sldMk cId="3553494220" sldId="396"/>
            <ac:spMk id="5" creationId="{190ECB88-5093-4F73-AA5D-C6BAE55C2600}"/>
          </ac:spMkLst>
        </pc:spChg>
      </pc:sldChg>
      <pc:sldChg chg="new del">
        <pc:chgData name="鈴木 秀規" userId="f68c5fd9-22d5-4c0a-9833-7fb0f5135313" providerId="ADAL" clId="{9B0393DB-347A-4A9F-B4E7-8702A039FC28}" dt="2021-01-28T06:37:49.917" v="1145" actId="2696"/>
        <pc:sldMkLst>
          <pc:docMk/>
          <pc:sldMk cId="1329269555" sldId="397"/>
        </pc:sldMkLst>
      </pc:sldChg>
    </pc:docChg>
  </pc:docChgLst>
  <pc:docChgLst>
    <pc:chgData name="鈴木 秀規" userId="f68c5fd9-22d5-4c0a-9833-7fb0f5135313" providerId="ADAL" clId="{31AF745B-ECEE-4C51-8828-E2A47B117181}"/>
    <pc:docChg chg="undo custSel addSld delSld modSld">
      <pc:chgData name="鈴木 秀規" userId="f68c5fd9-22d5-4c0a-9833-7fb0f5135313" providerId="ADAL" clId="{31AF745B-ECEE-4C51-8828-E2A47B117181}" dt="2021-01-26T06:43:26.060" v="923" actId="207"/>
      <pc:docMkLst>
        <pc:docMk/>
      </pc:docMkLst>
      <pc:sldChg chg="addSp delSp modSp mod chgLayout">
        <pc:chgData name="鈴木 秀規" userId="f68c5fd9-22d5-4c0a-9833-7fb0f5135313" providerId="ADAL" clId="{31AF745B-ECEE-4C51-8828-E2A47B117181}" dt="2021-01-26T05:27:18.174" v="2" actId="6264"/>
        <pc:sldMkLst>
          <pc:docMk/>
          <pc:sldMk cId="0" sldId="256"/>
        </pc:sldMkLst>
        <pc:spChg chg="add del mod">
          <ac:chgData name="鈴木 秀規" userId="f68c5fd9-22d5-4c0a-9833-7fb0f5135313" providerId="ADAL" clId="{31AF745B-ECEE-4C51-8828-E2A47B117181}" dt="2021-01-26T05:27:18.174" v="2" actId="6264"/>
          <ac:spMkLst>
            <pc:docMk/>
            <pc:sldMk cId="0" sldId="256"/>
            <ac:spMk id="2" creationId="{AAC1F4E5-4919-40F8-BC22-DB091A09B42E}"/>
          </ac:spMkLst>
        </pc:spChg>
        <pc:spChg chg="mod ord">
          <ac:chgData name="鈴木 秀規" userId="f68c5fd9-22d5-4c0a-9833-7fb0f5135313" providerId="ADAL" clId="{31AF745B-ECEE-4C51-8828-E2A47B117181}" dt="2021-01-26T05:27:18.174" v="2" actId="6264"/>
          <ac:spMkLst>
            <pc:docMk/>
            <pc:sldMk cId="0" sldId="256"/>
            <ac:spMk id="3" creationId="{1AF37D55-893C-40DE-8876-567A09F9C298}"/>
          </ac:spMkLst>
        </pc:spChg>
        <pc:spChg chg="add del mod">
          <ac:chgData name="鈴木 秀規" userId="f68c5fd9-22d5-4c0a-9833-7fb0f5135313" providerId="ADAL" clId="{31AF745B-ECEE-4C51-8828-E2A47B117181}" dt="2021-01-26T05:27:18.174" v="2" actId="6264"/>
          <ac:spMkLst>
            <pc:docMk/>
            <pc:sldMk cId="0" sldId="256"/>
            <ac:spMk id="4" creationId="{99B5B906-E3DE-4475-819B-52FC435D0AAC}"/>
          </ac:spMkLst>
        </pc:spChg>
        <pc:spChg chg="mod ord">
          <ac:chgData name="鈴木 秀規" userId="f68c5fd9-22d5-4c0a-9833-7fb0f5135313" providerId="ADAL" clId="{31AF745B-ECEE-4C51-8828-E2A47B117181}" dt="2021-01-26T05:27:18.174" v="2" actId="6264"/>
          <ac:spMkLst>
            <pc:docMk/>
            <pc:sldMk cId="0" sldId="256"/>
            <ac:spMk id="56" creationId="{00000000-0000-0000-0000-000000000000}"/>
          </ac:spMkLst>
        </pc:spChg>
      </pc:sldChg>
      <pc:sldChg chg="addSp delSp modSp mod chgLayout">
        <pc:chgData name="鈴木 秀規" userId="f68c5fd9-22d5-4c0a-9833-7fb0f5135313" providerId="ADAL" clId="{31AF745B-ECEE-4C51-8828-E2A47B117181}" dt="2021-01-26T05:29:25.821" v="38" actId="207"/>
        <pc:sldMkLst>
          <pc:docMk/>
          <pc:sldMk cId="1859091905" sldId="362"/>
        </pc:sldMkLst>
        <pc:spChg chg="add del mod">
          <ac:chgData name="鈴木 秀規" userId="f68c5fd9-22d5-4c0a-9833-7fb0f5135313" providerId="ADAL" clId="{31AF745B-ECEE-4C51-8828-E2A47B117181}" dt="2021-01-26T05:27:45.457" v="5" actId="6264"/>
          <ac:spMkLst>
            <pc:docMk/>
            <pc:sldMk cId="1859091905" sldId="362"/>
            <ac:spMk id="2" creationId="{81D45471-5359-43A1-BA9D-057F21388F8E}"/>
          </ac:spMkLst>
        </pc:spChg>
        <pc:spChg chg="add del mod">
          <ac:chgData name="鈴木 秀規" userId="f68c5fd9-22d5-4c0a-9833-7fb0f5135313" providerId="ADAL" clId="{31AF745B-ECEE-4C51-8828-E2A47B117181}" dt="2021-01-26T05:27:45.457" v="5" actId="6264"/>
          <ac:spMkLst>
            <pc:docMk/>
            <pc:sldMk cId="1859091905" sldId="362"/>
            <ac:spMk id="3" creationId="{E8C900C4-2969-4F59-8149-7EBB2AB18B87}"/>
          </ac:spMkLst>
        </pc:spChg>
        <pc:spChg chg="mod ord">
          <ac:chgData name="鈴木 秀規" userId="f68c5fd9-22d5-4c0a-9833-7fb0f5135313" providerId="ADAL" clId="{31AF745B-ECEE-4C51-8828-E2A47B117181}" dt="2021-01-26T05:27:45.457" v="5" actId="6264"/>
          <ac:spMkLst>
            <pc:docMk/>
            <pc:sldMk cId="1859091905" sldId="362"/>
            <ac:spMk id="4" creationId="{D6DC238B-EE56-4E60-9254-5D7461C2FECA}"/>
          </ac:spMkLst>
        </pc:spChg>
        <pc:spChg chg="mod ord">
          <ac:chgData name="鈴木 秀規" userId="f68c5fd9-22d5-4c0a-9833-7fb0f5135313" providerId="ADAL" clId="{31AF745B-ECEE-4C51-8828-E2A47B117181}" dt="2021-01-26T05:27:45.457" v="5" actId="6264"/>
          <ac:spMkLst>
            <pc:docMk/>
            <pc:sldMk cId="1859091905" sldId="362"/>
            <ac:spMk id="5" creationId="{CAF52E47-E0BD-4CE1-8C78-272007650A0D}"/>
          </ac:spMkLst>
        </pc:spChg>
        <pc:spChg chg="add del mod">
          <ac:chgData name="鈴木 秀規" userId="f68c5fd9-22d5-4c0a-9833-7fb0f5135313" providerId="ADAL" clId="{31AF745B-ECEE-4C51-8828-E2A47B117181}" dt="2021-01-26T05:27:45.457" v="5" actId="6264"/>
          <ac:spMkLst>
            <pc:docMk/>
            <pc:sldMk cId="1859091905" sldId="362"/>
            <ac:spMk id="6" creationId="{03F706AC-E67C-4FBC-B10E-E5C37DE6710B}"/>
          </ac:spMkLst>
        </pc:spChg>
        <pc:spChg chg="mod ord">
          <ac:chgData name="鈴木 秀規" userId="f68c5fd9-22d5-4c0a-9833-7fb0f5135313" providerId="ADAL" clId="{31AF745B-ECEE-4C51-8828-E2A47B117181}" dt="2021-01-26T05:27:45.457" v="5" actId="6264"/>
          <ac:spMkLst>
            <pc:docMk/>
            <pc:sldMk cId="1859091905" sldId="362"/>
            <ac:spMk id="7" creationId="{58177CF6-E256-4D88-B489-5F2EFF09AC4C}"/>
          </ac:spMkLst>
        </pc:spChg>
        <pc:spChg chg="mod ord">
          <ac:chgData name="鈴木 秀規" userId="f68c5fd9-22d5-4c0a-9833-7fb0f5135313" providerId="ADAL" clId="{31AF745B-ECEE-4C51-8828-E2A47B117181}" dt="2021-01-26T05:29:25.821" v="38" actId="207"/>
          <ac:spMkLst>
            <pc:docMk/>
            <pc:sldMk cId="1859091905" sldId="362"/>
            <ac:spMk id="8" creationId="{C57C43D1-E1C5-418D-A114-931FDA96CE3D}"/>
          </ac:spMkLst>
        </pc:spChg>
        <pc:spChg chg="add del mod">
          <ac:chgData name="鈴木 秀規" userId="f68c5fd9-22d5-4c0a-9833-7fb0f5135313" providerId="ADAL" clId="{31AF745B-ECEE-4C51-8828-E2A47B117181}" dt="2021-01-26T05:27:45.457" v="5" actId="6264"/>
          <ac:spMkLst>
            <pc:docMk/>
            <pc:sldMk cId="1859091905" sldId="362"/>
            <ac:spMk id="11" creationId="{1CA23A0F-2EC6-48D9-BA9D-147A13C1712E}"/>
          </ac:spMkLst>
        </pc:spChg>
        <pc:picChg chg="del">
          <ac:chgData name="鈴木 秀規" userId="f68c5fd9-22d5-4c0a-9833-7fb0f5135313" providerId="ADAL" clId="{31AF745B-ECEE-4C51-8828-E2A47B117181}" dt="2021-01-26T05:27:43.713" v="4" actId="478"/>
          <ac:picMkLst>
            <pc:docMk/>
            <pc:sldMk cId="1859091905" sldId="362"/>
            <ac:picMk id="9" creationId="{BA5D05B1-6F0D-4655-AFC1-495F71BCF81C}"/>
          </ac:picMkLst>
        </pc:picChg>
        <pc:picChg chg="del">
          <ac:chgData name="鈴木 秀規" userId="f68c5fd9-22d5-4c0a-9833-7fb0f5135313" providerId="ADAL" clId="{31AF745B-ECEE-4C51-8828-E2A47B117181}" dt="2021-01-26T05:27:43.713" v="4" actId="478"/>
          <ac:picMkLst>
            <pc:docMk/>
            <pc:sldMk cId="1859091905" sldId="362"/>
            <ac:picMk id="10" creationId="{899D8770-B1F7-436F-BE7F-0F92A7770FDF}"/>
          </ac:picMkLst>
        </pc:picChg>
      </pc:sldChg>
      <pc:sldChg chg="del">
        <pc:chgData name="鈴木 秀規" userId="f68c5fd9-22d5-4c0a-9833-7fb0f5135313" providerId="ADAL" clId="{31AF745B-ECEE-4C51-8828-E2A47B117181}" dt="2021-01-26T05:29:36.440" v="39" actId="2696"/>
        <pc:sldMkLst>
          <pc:docMk/>
          <pc:sldMk cId="2364365537" sldId="363"/>
        </pc:sldMkLst>
      </pc:sldChg>
      <pc:sldChg chg="addSp delSp modSp add mod">
        <pc:chgData name="鈴木 秀規" userId="f68c5fd9-22d5-4c0a-9833-7fb0f5135313" providerId="ADAL" clId="{31AF745B-ECEE-4C51-8828-E2A47B117181}" dt="2021-01-26T06:02:00.797" v="427" actId="207"/>
        <pc:sldMkLst>
          <pc:docMk/>
          <pc:sldMk cId="3069677134" sldId="363"/>
        </pc:sldMkLst>
        <pc:spChg chg="add mod">
          <ac:chgData name="鈴木 秀規" userId="f68c5fd9-22d5-4c0a-9833-7fb0f5135313" providerId="ADAL" clId="{31AF745B-ECEE-4C51-8828-E2A47B117181}" dt="2021-01-26T06:02:00.797" v="427" actId="207"/>
          <ac:spMkLst>
            <pc:docMk/>
            <pc:sldMk cId="3069677134" sldId="363"/>
            <ac:spMk id="6" creationId="{38BD198A-45C5-4FAA-840E-91F5B04F0190}"/>
          </ac:spMkLst>
        </pc:spChg>
        <pc:spChg chg="mod">
          <ac:chgData name="鈴木 秀規" userId="f68c5fd9-22d5-4c0a-9833-7fb0f5135313" providerId="ADAL" clId="{31AF745B-ECEE-4C51-8828-E2A47B117181}" dt="2021-01-26T05:29:51.710" v="42"/>
          <ac:spMkLst>
            <pc:docMk/>
            <pc:sldMk cId="3069677134" sldId="363"/>
            <ac:spMk id="7" creationId="{58177CF6-E256-4D88-B489-5F2EFF09AC4C}"/>
          </ac:spMkLst>
        </pc:spChg>
        <pc:spChg chg="mod">
          <ac:chgData name="鈴木 秀規" userId="f68c5fd9-22d5-4c0a-9833-7fb0f5135313" providerId="ADAL" clId="{31AF745B-ECEE-4C51-8828-E2A47B117181}" dt="2021-01-26T05:30:17.469" v="49" actId="14100"/>
          <ac:spMkLst>
            <pc:docMk/>
            <pc:sldMk cId="3069677134" sldId="363"/>
            <ac:spMk id="8" creationId="{C57C43D1-E1C5-418D-A114-931FDA96CE3D}"/>
          </ac:spMkLst>
        </pc:spChg>
        <pc:spChg chg="add mod">
          <ac:chgData name="鈴木 秀規" userId="f68c5fd9-22d5-4c0a-9833-7fb0f5135313" providerId="ADAL" clId="{31AF745B-ECEE-4C51-8828-E2A47B117181}" dt="2021-01-26T06:02:00.797" v="427" actId="207"/>
          <ac:spMkLst>
            <pc:docMk/>
            <pc:sldMk cId="3069677134" sldId="363"/>
            <ac:spMk id="9" creationId="{D2E307B1-7723-43FC-8836-0FD381C2C92D}"/>
          </ac:spMkLst>
        </pc:spChg>
        <pc:spChg chg="add mod ord">
          <ac:chgData name="鈴木 秀規" userId="f68c5fd9-22d5-4c0a-9833-7fb0f5135313" providerId="ADAL" clId="{31AF745B-ECEE-4C51-8828-E2A47B117181}" dt="2021-01-26T05:31:38.336" v="65" actId="164"/>
          <ac:spMkLst>
            <pc:docMk/>
            <pc:sldMk cId="3069677134" sldId="363"/>
            <ac:spMk id="10" creationId="{58889299-DE75-4976-B40D-11F3B12ED1C8}"/>
          </ac:spMkLst>
        </pc:spChg>
        <pc:spChg chg="add mod">
          <ac:chgData name="鈴木 秀規" userId="f68c5fd9-22d5-4c0a-9833-7fb0f5135313" providerId="ADAL" clId="{31AF745B-ECEE-4C51-8828-E2A47B117181}" dt="2021-01-26T05:32:41.392" v="102" actId="122"/>
          <ac:spMkLst>
            <pc:docMk/>
            <pc:sldMk cId="3069677134" sldId="363"/>
            <ac:spMk id="13" creationId="{CC9A591B-F0AA-49CF-82A7-C15FC2982F5C}"/>
          </ac:spMkLst>
        </pc:spChg>
        <pc:spChg chg="add mod">
          <ac:chgData name="鈴木 秀規" userId="f68c5fd9-22d5-4c0a-9833-7fb0f5135313" providerId="ADAL" clId="{31AF745B-ECEE-4C51-8828-E2A47B117181}" dt="2021-01-26T05:32:41.392" v="102" actId="122"/>
          <ac:spMkLst>
            <pc:docMk/>
            <pc:sldMk cId="3069677134" sldId="363"/>
            <ac:spMk id="14" creationId="{30693ED5-8BD0-4764-BF66-1563C369FD82}"/>
          </ac:spMkLst>
        </pc:spChg>
        <pc:spChg chg="add mod">
          <ac:chgData name="鈴木 秀規" userId="f68c5fd9-22d5-4c0a-9833-7fb0f5135313" providerId="ADAL" clId="{31AF745B-ECEE-4C51-8828-E2A47B117181}" dt="2021-01-26T05:33:00.042" v="130" actId="20577"/>
          <ac:spMkLst>
            <pc:docMk/>
            <pc:sldMk cId="3069677134" sldId="363"/>
            <ac:spMk id="15" creationId="{E8764635-AC6A-4789-B1B6-76C4A2E21CA0}"/>
          </ac:spMkLst>
        </pc:spChg>
        <pc:spChg chg="add mod">
          <ac:chgData name="鈴木 秀規" userId="f68c5fd9-22d5-4c0a-9833-7fb0f5135313" providerId="ADAL" clId="{31AF745B-ECEE-4C51-8828-E2A47B117181}" dt="2021-01-26T05:34:04.688" v="144" actId="207"/>
          <ac:spMkLst>
            <pc:docMk/>
            <pc:sldMk cId="3069677134" sldId="363"/>
            <ac:spMk id="16" creationId="{3428C0D5-6ABA-4E8C-86D6-3E0DA01FD8B3}"/>
          </ac:spMkLst>
        </pc:spChg>
        <pc:spChg chg="add mod">
          <ac:chgData name="鈴木 秀規" userId="f68c5fd9-22d5-4c0a-9833-7fb0f5135313" providerId="ADAL" clId="{31AF745B-ECEE-4C51-8828-E2A47B117181}" dt="2021-01-26T05:34:04.688" v="144" actId="207"/>
          <ac:spMkLst>
            <pc:docMk/>
            <pc:sldMk cId="3069677134" sldId="363"/>
            <ac:spMk id="17" creationId="{04420666-7F7C-4D8D-A79D-FA917CF5CA9C}"/>
          </ac:spMkLst>
        </pc:spChg>
        <pc:spChg chg="add mod">
          <ac:chgData name="鈴木 秀規" userId="f68c5fd9-22d5-4c0a-9833-7fb0f5135313" providerId="ADAL" clId="{31AF745B-ECEE-4C51-8828-E2A47B117181}" dt="2021-01-26T05:34:04.688" v="144" actId="207"/>
          <ac:spMkLst>
            <pc:docMk/>
            <pc:sldMk cId="3069677134" sldId="363"/>
            <ac:spMk id="18" creationId="{4D78CBCE-AC2A-4063-B0FB-4EB18C3B7078}"/>
          </ac:spMkLst>
        </pc:spChg>
        <pc:spChg chg="add mod">
          <ac:chgData name="鈴木 秀規" userId="f68c5fd9-22d5-4c0a-9833-7fb0f5135313" providerId="ADAL" clId="{31AF745B-ECEE-4C51-8828-E2A47B117181}" dt="2021-01-26T05:35:36.609" v="147" actId="208"/>
          <ac:spMkLst>
            <pc:docMk/>
            <pc:sldMk cId="3069677134" sldId="363"/>
            <ac:spMk id="19" creationId="{83B1D786-7A83-47F7-869E-20FB625672DD}"/>
          </ac:spMkLst>
        </pc:spChg>
        <pc:spChg chg="add mod">
          <ac:chgData name="鈴木 秀規" userId="f68c5fd9-22d5-4c0a-9833-7fb0f5135313" providerId="ADAL" clId="{31AF745B-ECEE-4C51-8828-E2A47B117181}" dt="2021-01-26T05:35:36.609" v="147" actId="208"/>
          <ac:spMkLst>
            <pc:docMk/>
            <pc:sldMk cId="3069677134" sldId="363"/>
            <ac:spMk id="20" creationId="{D8B38DF2-D9DD-4078-9912-0C892AE020A4}"/>
          </ac:spMkLst>
        </pc:spChg>
        <pc:spChg chg="add mod">
          <ac:chgData name="鈴木 秀規" userId="f68c5fd9-22d5-4c0a-9833-7fb0f5135313" providerId="ADAL" clId="{31AF745B-ECEE-4C51-8828-E2A47B117181}" dt="2021-01-26T05:35:36.609" v="147" actId="208"/>
          <ac:spMkLst>
            <pc:docMk/>
            <pc:sldMk cId="3069677134" sldId="363"/>
            <ac:spMk id="21" creationId="{EA4F305F-B6E2-40BE-AC86-52FFA99EFB3C}"/>
          </ac:spMkLst>
        </pc:spChg>
        <pc:spChg chg="add mod">
          <ac:chgData name="鈴木 秀規" userId="f68c5fd9-22d5-4c0a-9833-7fb0f5135313" providerId="ADAL" clId="{31AF745B-ECEE-4C51-8828-E2A47B117181}" dt="2021-01-26T05:35:36.609" v="147" actId="208"/>
          <ac:spMkLst>
            <pc:docMk/>
            <pc:sldMk cId="3069677134" sldId="363"/>
            <ac:spMk id="22" creationId="{0CD52328-B3FC-4632-85D5-EE521EC8DE29}"/>
          </ac:spMkLst>
        </pc:spChg>
        <pc:spChg chg="add mod">
          <ac:chgData name="鈴木 秀規" userId="f68c5fd9-22d5-4c0a-9833-7fb0f5135313" providerId="ADAL" clId="{31AF745B-ECEE-4C51-8828-E2A47B117181}" dt="2021-01-26T05:35:36.609" v="147" actId="208"/>
          <ac:spMkLst>
            <pc:docMk/>
            <pc:sldMk cId="3069677134" sldId="363"/>
            <ac:spMk id="23" creationId="{3303D6ED-CBB3-4BA1-9F51-AA71707D9F8F}"/>
          </ac:spMkLst>
        </pc:spChg>
        <pc:grpChg chg="add mod">
          <ac:chgData name="鈴木 秀規" userId="f68c5fd9-22d5-4c0a-9833-7fb0f5135313" providerId="ADAL" clId="{31AF745B-ECEE-4C51-8828-E2A47B117181}" dt="2021-01-26T05:32:46.794" v="103" actId="1076"/>
          <ac:grpSpMkLst>
            <pc:docMk/>
            <pc:sldMk cId="3069677134" sldId="363"/>
            <ac:grpSpMk id="12" creationId="{045A9BF9-4DCC-4D05-ABAC-B81EA2A3B824}"/>
          </ac:grpSpMkLst>
        </pc:grpChg>
        <pc:picChg chg="add mod">
          <ac:chgData name="鈴木 秀規" userId="f68c5fd9-22d5-4c0a-9833-7fb0f5135313" providerId="ADAL" clId="{31AF745B-ECEE-4C51-8828-E2A47B117181}" dt="2021-01-26T05:31:38.336" v="65" actId="164"/>
          <ac:picMkLst>
            <pc:docMk/>
            <pc:sldMk cId="3069677134" sldId="363"/>
            <ac:picMk id="3" creationId="{3FA39F5F-8AAB-42FB-BCE4-E2F2F280C031}"/>
          </ac:picMkLst>
        </pc:picChg>
        <pc:picChg chg="add del mod">
          <ac:chgData name="鈴木 秀規" userId="f68c5fd9-22d5-4c0a-9833-7fb0f5135313" providerId="ADAL" clId="{31AF745B-ECEE-4C51-8828-E2A47B117181}" dt="2021-01-26T05:30:54.281" v="55" actId="478"/>
          <ac:picMkLst>
            <pc:docMk/>
            <pc:sldMk cId="3069677134" sldId="363"/>
            <ac:picMk id="11" creationId="{743A604D-2762-43E7-B3F5-E40759F0A3EA}"/>
          </ac:picMkLst>
        </pc:picChg>
      </pc:sldChg>
      <pc:sldChg chg="addSp modSp new mod">
        <pc:chgData name="鈴木 秀規" userId="f68c5fd9-22d5-4c0a-9833-7fb0f5135313" providerId="ADAL" clId="{31AF745B-ECEE-4C51-8828-E2A47B117181}" dt="2021-01-26T05:38:26.733" v="163" actId="14100"/>
        <pc:sldMkLst>
          <pc:docMk/>
          <pc:sldMk cId="2175104273" sldId="364"/>
        </pc:sldMkLst>
        <pc:spChg chg="mod">
          <ac:chgData name="鈴木 秀規" userId="f68c5fd9-22d5-4c0a-9833-7fb0f5135313" providerId="ADAL" clId="{31AF745B-ECEE-4C51-8828-E2A47B117181}" dt="2021-01-26T05:37:30.386" v="149"/>
          <ac:spMkLst>
            <pc:docMk/>
            <pc:sldMk cId="2175104273" sldId="364"/>
            <ac:spMk id="3" creationId="{68A200FD-AC57-4315-913B-56C0E750E146}"/>
          </ac:spMkLst>
        </pc:spChg>
        <pc:spChg chg="mod">
          <ac:chgData name="鈴木 秀規" userId="f68c5fd9-22d5-4c0a-9833-7fb0f5135313" providerId="ADAL" clId="{31AF745B-ECEE-4C51-8828-E2A47B117181}" dt="2021-01-26T05:38:26.733" v="163" actId="14100"/>
          <ac:spMkLst>
            <pc:docMk/>
            <pc:sldMk cId="2175104273" sldId="364"/>
            <ac:spMk id="5" creationId="{63039A32-9C71-4288-8DAD-C20E447795E0}"/>
          </ac:spMkLst>
        </pc:spChg>
        <pc:picChg chg="add mod">
          <ac:chgData name="鈴木 秀規" userId="f68c5fd9-22d5-4c0a-9833-7fb0f5135313" providerId="ADAL" clId="{31AF745B-ECEE-4C51-8828-E2A47B117181}" dt="2021-01-26T05:37:55.190" v="156" actId="1076"/>
          <ac:picMkLst>
            <pc:docMk/>
            <pc:sldMk cId="2175104273" sldId="364"/>
            <ac:picMk id="6" creationId="{48526432-448A-4B53-AA05-85009A3CA012}"/>
          </ac:picMkLst>
        </pc:picChg>
      </pc:sldChg>
      <pc:sldChg chg="del">
        <pc:chgData name="鈴木 秀規" userId="f68c5fd9-22d5-4c0a-9833-7fb0f5135313" providerId="ADAL" clId="{31AF745B-ECEE-4C51-8828-E2A47B117181}" dt="2021-01-26T05:29:36.440" v="39" actId="2696"/>
        <pc:sldMkLst>
          <pc:docMk/>
          <pc:sldMk cId="2741627324" sldId="364"/>
        </pc:sldMkLst>
      </pc:sldChg>
      <pc:sldChg chg="addSp modSp new mod">
        <pc:chgData name="鈴木 秀規" userId="f68c5fd9-22d5-4c0a-9833-7fb0f5135313" providerId="ADAL" clId="{31AF745B-ECEE-4C51-8828-E2A47B117181}" dt="2021-01-26T05:40:04.254" v="180" actId="207"/>
        <pc:sldMkLst>
          <pc:docMk/>
          <pc:sldMk cId="1672930496" sldId="365"/>
        </pc:sldMkLst>
        <pc:spChg chg="mod">
          <ac:chgData name="鈴木 秀規" userId="f68c5fd9-22d5-4c0a-9833-7fb0f5135313" providerId="ADAL" clId="{31AF745B-ECEE-4C51-8828-E2A47B117181}" dt="2021-01-26T05:39:10.166" v="165"/>
          <ac:spMkLst>
            <pc:docMk/>
            <pc:sldMk cId="1672930496" sldId="365"/>
            <ac:spMk id="3" creationId="{FC03AFB9-CD6E-4994-8138-120931D53538}"/>
          </ac:spMkLst>
        </pc:spChg>
        <pc:spChg chg="mod">
          <ac:chgData name="鈴木 秀規" userId="f68c5fd9-22d5-4c0a-9833-7fb0f5135313" providerId="ADAL" clId="{31AF745B-ECEE-4C51-8828-E2A47B117181}" dt="2021-01-26T05:40:04.254" v="180" actId="207"/>
          <ac:spMkLst>
            <pc:docMk/>
            <pc:sldMk cId="1672930496" sldId="365"/>
            <ac:spMk id="5" creationId="{EC4F853D-C579-41B5-814B-5663927E9ACA}"/>
          </ac:spMkLst>
        </pc:spChg>
        <pc:picChg chg="add mod">
          <ac:chgData name="鈴木 秀規" userId="f68c5fd9-22d5-4c0a-9833-7fb0f5135313" providerId="ADAL" clId="{31AF745B-ECEE-4C51-8828-E2A47B117181}" dt="2021-01-26T05:39:36.638" v="172" actId="1076"/>
          <ac:picMkLst>
            <pc:docMk/>
            <pc:sldMk cId="1672930496" sldId="365"/>
            <ac:picMk id="6" creationId="{5927628E-87B8-45C1-8363-06C30D78DA31}"/>
          </ac:picMkLst>
        </pc:picChg>
      </pc:sldChg>
      <pc:sldChg chg="del">
        <pc:chgData name="鈴木 秀規" userId="f68c5fd9-22d5-4c0a-9833-7fb0f5135313" providerId="ADAL" clId="{31AF745B-ECEE-4C51-8828-E2A47B117181}" dt="2021-01-26T05:29:36.440" v="39" actId="2696"/>
        <pc:sldMkLst>
          <pc:docMk/>
          <pc:sldMk cId="2463410247" sldId="365"/>
        </pc:sldMkLst>
      </pc:sldChg>
      <pc:sldChg chg="del">
        <pc:chgData name="鈴木 秀規" userId="f68c5fd9-22d5-4c0a-9833-7fb0f5135313" providerId="ADAL" clId="{31AF745B-ECEE-4C51-8828-E2A47B117181}" dt="2021-01-26T05:29:36.440" v="39" actId="2696"/>
        <pc:sldMkLst>
          <pc:docMk/>
          <pc:sldMk cId="2468282938" sldId="366"/>
        </pc:sldMkLst>
      </pc:sldChg>
      <pc:sldChg chg="addSp modSp new mod">
        <pc:chgData name="鈴木 秀規" userId="f68c5fd9-22d5-4c0a-9833-7fb0f5135313" providerId="ADAL" clId="{31AF745B-ECEE-4C51-8828-E2A47B117181}" dt="2021-01-26T05:41:35.974" v="195" actId="207"/>
        <pc:sldMkLst>
          <pc:docMk/>
          <pc:sldMk cId="3813337944" sldId="366"/>
        </pc:sldMkLst>
        <pc:spChg chg="mod">
          <ac:chgData name="鈴木 秀規" userId="f68c5fd9-22d5-4c0a-9833-7fb0f5135313" providerId="ADAL" clId="{31AF745B-ECEE-4C51-8828-E2A47B117181}" dt="2021-01-26T05:40:51.193" v="182"/>
          <ac:spMkLst>
            <pc:docMk/>
            <pc:sldMk cId="3813337944" sldId="366"/>
            <ac:spMk id="3" creationId="{6E45B32F-995B-4AB3-B186-3FFD8D07DCEE}"/>
          </ac:spMkLst>
        </pc:spChg>
        <pc:spChg chg="mod">
          <ac:chgData name="鈴木 秀規" userId="f68c5fd9-22d5-4c0a-9833-7fb0f5135313" providerId="ADAL" clId="{31AF745B-ECEE-4C51-8828-E2A47B117181}" dt="2021-01-26T05:41:35.974" v="195" actId="207"/>
          <ac:spMkLst>
            <pc:docMk/>
            <pc:sldMk cId="3813337944" sldId="366"/>
            <ac:spMk id="5" creationId="{2BB3DC36-EADC-458F-8869-24DE6ADB9A03}"/>
          </ac:spMkLst>
        </pc:spChg>
        <pc:picChg chg="add mod">
          <ac:chgData name="鈴木 秀規" userId="f68c5fd9-22d5-4c0a-9833-7fb0f5135313" providerId="ADAL" clId="{31AF745B-ECEE-4C51-8828-E2A47B117181}" dt="2021-01-26T05:41:23.377" v="193" actId="1035"/>
          <ac:picMkLst>
            <pc:docMk/>
            <pc:sldMk cId="3813337944" sldId="366"/>
            <ac:picMk id="6" creationId="{3B1C6911-2005-4619-B980-DCA4DECDC8ED}"/>
          </ac:picMkLst>
        </pc:picChg>
      </pc:sldChg>
      <pc:sldChg chg="addSp modSp new mod">
        <pc:chgData name="鈴木 秀規" userId="f68c5fd9-22d5-4c0a-9833-7fb0f5135313" providerId="ADAL" clId="{31AF745B-ECEE-4C51-8828-E2A47B117181}" dt="2021-01-26T05:44:37.466" v="237" actId="14100"/>
        <pc:sldMkLst>
          <pc:docMk/>
          <pc:sldMk cId="926421663" sldId="367"/>
        </pc:sldMkLst>
        <pc:spChg chg="mod">
          <ac:chgData name="鈴木 秀規" userId="f68c5fd9-22d5-4c0a-9833-7fb0f5135313" providerId="ADAL" clId="{31AF745B-ECEE-4C51-8828-E2A47B117181}" dt="2021-01-26T05:42:14.150" v="197"/>
          <ac:spMkLst>
            <pc:docMk/>
            <pc:sldMk cId="926421663" sldId="367"/>
            <ac:spMk id="3" creationId="{02EA919B-5C95-4C18-8CFF-A5ACA4DB182E}"/>
          </ac:spMkLst>
        </pc:spChg>
        <pc:spChg chg="mod">
          <ac:chgData name="鈴木 秀規" userId="f68c5fd9-22d5-4c0a-9833-7fb0f5135313" providerId="ADAL" clId="{31AF745B-ECEE-4C51-8828-E2A47B117181}" dt="2021-01-26T05:42:41.558" v="202" actId="207"/>
          <ac:spMkLst>
            <pc:docMk/>
            <pc:sldMk cId="926421663" sldId="367"/>
            <ac:spMk id="5" creationId="{48BF89F5-B1F6-4732-A48D-5FDDE3A0E801}"/>
          </ac:spMkLst>
        </pc:spChg>
        <pc:spChg chg="add mod">
          <ac:chgData name="鈴木 秀規" userId="f68c5fd9-22d5-4c0a-9833-7fb0f5135313" providerId="ADAL" clId="{31AF745B-ECEE-4C51-8828-E2A47B117181}" dt="2021-01-26T05:43:15.354" v="216" actId="14100"/>
          <ac:spMkLst>
            <pc:docMk/>
            <pc:sldMk cId="926421663" sldId="367"/>
            <ac:spMk id="7" creationId="{5D20DD92-21EA-420F-8DAC-3DC8CF59A2C1}"/>
          </ac:spMkLst>
        </pc:spChg>
        <pc:spChg chg="add mod">
          <ac:chgData name="鈴木 秀規" userId="f68c5fd9-22d5-4c0a-9833-7fb0f5135313" providerId="ADAL" clId="{31AF745B-ECEE-4C51-8828-E2A47B117181}" dt="2021-01-26T05:43:25.979" v="220" actId="1076"/>
          <ac:spMkLst>
            <pc:docMk/>
            <pc:sldMk cId="926421663" sldId="367"/>
            <ac:spMk id="8" creationId="{855DD384-E575-4E59-8B92-CF01F5F2C561}"/>
          </ac:spMkLst>
        </pc:spChg>
        <pc:spChg chg="add mod">
          <ac:chgData name="鈴木 秀規" userId="f68c5fd9-22d5-4c0a-9833-7fb0f5135313" providerId="ADAL" clId="{31AF745B-ECEE-4C51-8828-E2A47B117181}" dt="2021-01-26T05:43:49.504" v="230" actId="1076"/>
          <ac:spMkLst>
            <pc:docMk/>
            <pc:sldMk cId="926421663" sldId="367"/>
            <ac:spMk id="9" creationId="{1EDBCA61-2D5E-4A4B-B9C3-159F9F0E76D9}"/>
          </ac:spMkLst>
        </pc:spChg>
        <pc:picChg chg="add mod">
          <ac:chgData name="鈴木 秀規" userId="f68c5fd9-22d5-4c0a-9833-7fb0f5135313" providerId="ADAL" clId="{31AF745B-ECEE-4C51-8828-E2A47B117181}" dt="2021-01-26T05:43:20.219" v="219" actId="1076"/>
          <ac:picMkLst>
            <pc:docMk/>
            <pc:sldMk cId="926421663" sldId="367"/>
            <ac:picMk id="6" creationId="{846C54FA-5739-48C7-AB21-730876D36E88}"/>
          </ac:picMkLst>
        </pc:picChg>
        <pc:cxnChg chg="add mod">
          <ac:chgData name="鈴木 秀規" userId="f68c5fd9-22d5-4c0a-9833-7fb0f5135313" providerId="ADAL" clId="{31AF745B-ECEE-4C51-8828-E2A47B117181}" dt="2021-01-26T05:44:28.770" v="233" actId="14100"/>
          <ac:cxnSpMkLst>
            <pc:docMk/>
            <pc:sldMk cId="926421663" sldId="367"/>
            <ac:cxnSpMk id="10" creationId="{91194AC1-584D-4C3A-B077-94C5154B4399}"/>
          </ac:cxnSpMkLst>
        </pc:cxnChg>
        <pc:cxnChg chg="add mod">
          <ac:chgData name="鈴木 秀規" userId="f68c5fd9-22d5-4c0a-9833-7fb0f5135313" providerId="ADAL" clId="{31AF745B-ECEE-4C51-8828-E2A47B117181}" dt="2021-01-26T05:44:37.466" v="237" actId="14100"/>
          <ac:cxnSpMkLst>
            <pc:docMk/>
            <pc:sldMk cId="926421663" sldId="367"/>
            <ac:cxnSpMk id="13" creationId="{40C146C6-A279-40A2-8FFC-CDF438AD8EC6}"/>
          </ac:cxnSpMkLst>
        </pc:cxnChg>
      </pc:sldChg>
      <pc:sldChg chg="addSp modSp new mod">
        <pc:chgData name="鈴木 秀規" userId="f68c5fd9-22d5-4c0a-9833-7fb0f5135313" providerId="ADAL" clId="{31AF745B-ECEE-4C51-8828-E2A47B117181}" dt="2021-01-26T05:48:56.625" v="261" actId="207"/>
        <pc:sldMkLst>
          <pc:docMk/>
          <pc:sldMk cId="1591258520" sldId="368"/>
        </pc:sldMkLst>
        <pc:spChg chg="mod">
          <ac:chgData name="鈴木 秀規" userId="f68c5fd9-22d5-4c0a-9833-7fb0f5135313" providerId="ADAL" clId="{31AF745B-ECEE-4C51-8828-E2A47B117181}" dt="2021-01-26T05:47:07.331" v="239"/>
          <ac:spMkLst>
            <pc:docMk/>
            <pc:sldMk cId="1591258520" sldId="368"/>
            <ac:spMk id="3" creationId="{F596BC9A-A7A4-4BAC-8F7B-8472A7B4F315}"/>
          </ac:spMkLst>
        </pc:spChg>
        <pc:spChg chg="mod">
          <ac:chgData name="鈴木 秀規" userId="f68c5fd9-22d5-4c0a-9833-7fb0f5135313" providerId="ADAL" clId="{31AF745B-ECEE-4C51-8828-E2A47B117181}" dt="2021-01-26T05:47:27.657" v="243" actId="14100"/>
          <ac:spMkLst>
            <pc:docMk/>
            <pc:sldMk cId="1591258520" sldId="368"/>
            <ac:spMk id="5" creationId="{D8171BAF-394E-4801-BF60-705D3F952BF7}"/>
          </ac:spMkLst>
        </pc:spChg>
        <pc:spChg chg="add mod">
          <ac:chgData name="鈴木 秀規" userId="f68c5fd9-22d5-4c0a-9833-7fb0f5135313" providerId="ADAL" clId="{31AF745B-ECEE-4C51-8828-E2A47B117181}" dt="2021-01-26T05:48:56.625" v="261" actId="207"/>
          <ac:spMkLst>
            <pc:docMk/>
            <pc:sldMk cId="1591258520" sldId="368"/>
            <ac:spMk id="6" creationId="{E9940D2C-EA16-4D24-8B58-85831276F97C}"/>
          </ac:spMkLst>
        </pc:spChg>
        <pc:spChg chg="add mod">
          <ac:chgData name="鈴木 秀規" userId="f68c5fd9-22d5-4c0a-9833-7fb0f5135313" providerId="ADAL" clId="{31AF745B-ECEE-4C51-8828-E2A47B117181}" dt="2021-01-26T05:48:42.364" v="259" actId="20577"/>
          <ac:spMkLst>
            <pc:docMk/>
            <pc:sldMk cId="1591258520" sldId="368"/>
            <ac:spMk id="7" creationId="{127814C8-398F-4FB0-8BFD-8CA89A09E47F}"/>
          </ac:spMkLst>
        </pc:spChg>
      </pc:sldChg>
      <pc:sldChg chg="addSp modSp new mod">
        <pc:chgData name="鈴木 秀規" userId="f68c5fd9-22d5-4c0a-9833-7fb0f5135313" providerId="ADAL" clId="{31AF745B-ECEE-4C51-8828-E2A47B117181}" dt="2021-01-26T05:51:06.501" v="286" actId="207"/>
        <pc:sldMkLst>
          <pc:docMk/>
          <pc:sldMk cId="4005864456" sldId="369"/>
        </pc:sldMkLst>
        <pc:spChg chg="mod">
          <ac:chgData name="鈴木 秀規" userId="f68c5fd9-22d5-4c0a-9833-7fb0f5135313" providerId="ADAL" clId="{31AF745B-ECEE-4C51-8828-E2A47B117181}" dt="2021-01-26T05:49:24.071" v="263"/>
          <ac:spMkLst>
            <pc:docMk/>
            <pc:sldMk cId="4005864456" sldId="369"/>
            <ac:spMk id="3" creationId="{82651AF8-825E-488C-97AE-6777181F4848}"/>
          </ac:spMkLst>
        </pc:spChg>
        <pc:spChg chg="mod">
          <ac:chgData name="鈴木 秀規" userId="f68c5fd9-22d5-4c0a-9833-7fb0f5135313" providerId="ADAL" clId="{31AF745B-ECEE-4C51-8828-E2A47B117181}" dt="2021-01-26T05:49:39.474" v="269" actId="14100"/>
          <ac:spMkLst>
            <pc:docMk/>
            <pc:sldMk cId="4005864456" sldId="369"/>
            <ac:spMk id="5" creationId="{64D92467-3673-4ABC-81DF-B7F0E6026917}"/>
          </ac:spMkLst>
        </pc:spChg>
        <pc:spChg chg="add mod">
          <ac:chgData name="鈴木 秀規" userId="f68c5fd9-22d5-4c0a-9833-7fb0f5135313" providerId="ADAL" clId="{31AF745B-ECEE-4C51-8828-E2A47B117181}" dt="2021-01-26T05:50:13.238" v="275" actId="207"/>
          <ac:spMkLst>
            <pc:docMk/>
            <pc:sldMk cId="4005864456" sldId="369"/>
            <ac:spMk id="6" creationId="{42227182-5641-490B-87D8-0F9C7746E19F}"/>
          </ac:spMkLst>
        </pc:spChg>
        <pc:spChg chg="add mod">
          <ac:chgData name="鈴木 秀規" userId="f68c5fd9-22d5-4c0a-9833-7fb0f5135313" providerId="ADAL" clId="{31AF745B-ECEE-4C51-8828-E2A47B117181}" dt="2021-01-26T05:51:06.501" v="286" actId="207"/>
          <ac:spMkLst>
            <pc:docMk/>
            <pc:sldMk cId="4005864456" sldId="369"/>
            <ac:spMk id="7" creationId="{F7D6E1F9-5D75-44E5-88A9-E91D05C29E75}"/>
          </ac:spMkLst>
        </pc:spChg>
      </pc:sldChg>
      <pc:sldChg chg="addSp modSp new mod">
        <pc:chgData name="鈴木 秀規" userId="f68c5fd9-22d5-4c0a-9833-7fb0f5135313" providerId="ADAL" clId="{31AF745B-ECEE-4C51-8828-E2A47B117181}" dt="2021-01-26T05:53:27.759" v="315" actId="14100"/>
        <pc:sldMkLst>
          <pc:docMk/>
          <pc:sldMk cId="1111639589" sldId="370"/>
        </pc:sldMkLst>
        <pc:spChg chg="mod">
          <ac:chgData name="鈴木 秀規" userId="f68c5fd9-22d5-4c0a-9833-7fb0f5135313" providerId="ADAL" clId="{31AF745B-ECEE-4C51-8828-E2A47B117181}" dt="2021-01-26T05:51:35.742" v="288"/>
          <ac:spMkLst>
            <pc:docMk/>
            <pc:sldMk cId="1111639589" sldId="370"/>
            <ac:spMk id="3" creationId="{A1BBB616-58A6-4DCF-9488-D83FF45930DE}"/>
          </ac:spMkLst>
        </pc:spChg>
        <pc:spChg chg="mod">
          <ac:chgData name="鈴木 秀規" userId="f68c5fd9-22d5-4c0a-9833-7fb0f5135313" providerId="ADAL" clId="{31AF745B-ECEE-4C51-8828-E2A47B117181}" dt="2021-01-26T05:51:55.047" v="292" actId="14100"/>
          <ac:spMkLst>
            <pc:docMk/>
            <pc:sldMk cId="1111639589" sldId="370"/>
            <ac:spMk id="5" creationId="{8A8A797E-89B7-4BD7-88FA-D35416C08F53}"/>
          </ac:spMkLst>
        </pc:spChg>
        <pc:spChg chg="add mod">
          <ac:chgData name="鈴木 秀規" userId="f68c5fd9-22d5-4c0a-9833-7fb0f5135313" providerId="ADAL" clId="{31AF745B-ECEE-4C51-8828-E2A47B117181}" dt="2021-01-26T05:52:20.583" v="303" actId="207"/>
          <ac:spMkLst>
            <pc:docMk/>
            <pc:sldMk cId="1111639589" sldId="370"/>
            <ac:spMk id="6" creationId="{EC63BC0A-320C-4FC3-BF2C-D6A942277324}"/>
          </ac:spMkLst>
        </pc:spChg>
        <pc:spChg chg="add mod">
          <ac:chgData name="鈴木 秀規" userId="f68c5fd9-22d5-4c0a-9833-7fb0f5135313" providerId="ADAL" clId="{31AF745B-ECEE-4C51-8828-E2A47B117181}" dt="2021-01-26T05:52:38.376" v="306" actId="14100"/>
          <ac:spMkLst>
            <pc:docMk/>
            <pc:sldMk cId="1111639589" sldId="370"/>
            <ac:spMk id="7" creationId="{325405FA-6B6E-4A36-8AD9-307989E714CD}"/>
          </ac:spMkLst>
        </pc:spChg>
        <pc:spChg chg="add mod">
          <ac:chgData name="鈴木 秀規" userId="f68c5fd9-22d5-4c0a-9833-7fb0f5135313" providerId="ADAL" clId="{31AF745B-ECEE-4C51-8828-E2A47B117181}" dt="2021-01-26T05:52:47.085" v="308" actId="14100"/>
          <ac:spMkLst>
            <pc:docMk/>
            <pc:sldMk cId="1111639589" sldId="370"/>
            <ac:spMk id="8" creationId="{E4211231-2A54-41D8-A8AB-F44B04A91620}"/>
          </ac:spMkLst>
        </pc:spChg>
        <pc:spChg chg="add mod">
          <ac:chgData name="鈴木 秀規" userId="f68c5fd9-22d5-4c0a-9833-7fb0f5135313" providerId="ADAL" clId="{31AF745B-ECEE-4C51-8828-E2A47B117181}" dt="2021-01-26T05:53:27.759" v="315" actId="14100"/>
          <ac:spMkLst>
            <pc:docMk/>
            <pc:sldMk cId="1111639589" sldId="370"/>
            <ac:spMk id="9" creationId="{BFD16DC8-D589-4F05-9187-58E5D81AA0F3}"/>
          </ac:spMkLst>
        </pc:spChg>
      </pc:sldChg>
      <pc:sldChg chg="addSp delSp modSp new mod">
        <pc:chgData name="鈴木 秀規" userId="f68c5fd9-22d5-4c0a-9833-7fb0f5135313" providerId="ADAL" clId="{31AF745B-ECEE-4C51-8828-E2A47B117181}" dt="2021-01-26T05:56:27.120" v="352" actId="207"/>
        <pc:sldMkLst>
          <pc:docMk/>
          <pc:sldMk cId="1449548173" sldId="371"/>
        </pc:sldMkLst>
        <pc:spChg chg="mod">
          <ac:chgData name="鈴木 秀規" userId="f68c5fd9-22d5-4c0a-9833-7fb0f5135313" providerId="ADAL" clId="{31AF745B-ECEE-4C51-8828-E2A47B117181}" dt="2021-01-26T05:53:44.779" v="317"/>
          <ac:spMkLst>
            <pc:docMk/>
            <pc:sldMk cId="1449548173" sldId="371"/>
            <ac:spMk id="3" creationId="{BC47C131-377F-4C4A-A024-CD67178495EE}"/>
          </ac:spMkLst>
        </pc:spChg>
        <pc:spChg chg="mod">
          <ac:chgData name="鈴木 秀規" userId="f68c5fd9-22d5-4c0a-9833-7fb0f5135313" providerId="ADAL" clId="{31AF745B-ECEE-4C51-8828-E2A47B117181}" dt="2021-01-26T05:53:59.021" v="321" actId="14100"/>
          <ac:spMkLst>
            <pc:docMk/>
            <pc:sldMk cId="1449548173" sldId="371"/>
            <ac:spMk id="5" creationId="{A398E838-A2A7-414A-970E-EA11A895399A}"/>
          </ac:spMkLst>
        </pc:spChg>
        <pc:spChg chg="add del mod">
          <ac:chgData name="鈴木 秀規" userId="f68c5fd9-22d5-4c0a-9833-7fb0f5135313" providerId="ADAL" clId="{31AF745B-ECEE-4C51-8828-E2A47B117181}" dt="2021-01-26T05:54:37.173" v="324" actId="478"/>
          <ac:spMkLst>
            <pc:docMk/>
            <pc:sldMk cId="1449548173" sldId="371"/>
            <ac:spMk id="6" creationId="{20EE99AF-89FE-4A02-A3E1-FD99A56F5AEE}"/>
          </ac:spMkLst>
        </pc:spChg>
        <pc:spChg chg="add del mod">
          <ac:chgData name="鈴木 秀規" userId="f68c5fd9-22d5-4c0a-9833-7fb0f5135313" providerId="ADAL" clId="{31AF745B-ECEE-4C51-8828-E2A47B117181}" dt="2021-01-26T05:54:37.173" v="324" actId="478"/>
          <ac:spMkLst>
            <pc:docMk/>
            <pc:sldMk cId="1449548173" sldId="371"/>
            <ac:spMk id="7" creationId="{A3814B59-5B96-45A1-84A4-AD6CD9B9164C}"/>
          </ac:spMkLst>
        </pc:spChg>
        <pc:spChg chg="add del mod">
          <ac:chgData name="鈴木 秀規" userId="f68c5fd9-22d5-4c0a-9833-7fb0f5135313" providerId="ADAL" clId="{31AF745B-ECEE-4C51-8828-E2A47B117181}" dt="2021-01-26T05:54:37.173" v="324" actId="478"/>
          <ac:spMkLst>
            <pc:docMk/>
            <pc:sldMk cId="1449548173" sldId="371"/>
            <ac:spMk id="8" creationId="{3C6CD0D2-B84A-44AC-A21A-64C2CAE96310}"/>
          </ac:spMkLst>
        </pc:spChg>
        <pc:spChg chg="add mod">
          <ac:chgData name="鈴木 秀規" userId="f68c5fd9-22d5-4c0a-9833-7fb0f5135313" providerId="ADAL" clId="{31AF745B-ECEE-4C51-8828-E2A47B117181}" dt="2021-01-26T05:54:44.543" v="325"/>
          <ac:spMkLst>
            <pc:docMk/>
            <pc:sldMk cId="1449548173" sldId="371"/>
            <ac:spMk id="9" creationId="{B18C3434-8094-4D11-9DCE-11BC3134EB32}"/>
          </ac:spMkLst>
        </pc:spChg>
        <pc:spChg chg="add mod">
          <ac:chgData name="鈴木 秀規" userId="f68c5fd9-22d5-4c0a-9833-7fb0f5135313" providerId="ADAL" clId="{31AF745B-ECEE-4C51-8828-E2A47B117181}" dt="2021-01-26T05:54:44.543" v="325"/>
          <ac:spMkLst>
            <pc:docMk/>
            <pc:sldMk cId="1449548173" sldId="371"/>
            <ac:spMk id="10" creationId="{DF76AE1A-859A-4594-88B7-91BE98A8E033}"/>
          </ac:spMkLst>
        </pc:spChg>
        <pc:spChg chg="add mod">
          <ac:chgData name="鈴木 秀規" userId="f68c5fd9-22d5-4c0a-9833-7fb0f5135313" providerId="ADAL" clId="{31AF745B-ECEE-4C51-8828-E2A47B117181}" dt="2021-01-26T05:54:44.543" v="325"/>
          <ac:spMkLst>
            <pc:docMk/>
            <pc:sldMk cId="1449548173" sldId="371"/>
            <ac:spMk id="11" creationId="{DC219308-7BB1-4571-B6C2-AF593F39CA0D}"/>
          </ac:spMkLst>
        </pc:spChg>
        <pc:spChg chg="add mod">
          <ac:chgData name="鈴木 秀規" userId="f68c5fd9-22d5-4c0a-9833-7fb0f5135313" providerId="ADAL" clId="{31AF745B-ECEE-4C51-8828-E2A47B117181}" dt="2021-01-26T05:56:27.120" v="352" actId="207"/>
          <ac:spMkLst>
            <pc:docMk/>
            <pc:sldMk cId="1449548173" sldId="371"/>
            <ac:spMk id="12" creationId="{D827973A-B285-444D-B8E2-2C1ADF444989}"/>
          </ac:spMkLst>
        </pc:spChg>
        <pc:spChg chg="add mod">
          <ac:chgData name="鈴木 秀規" userId="f68c5fd9-22d5-4c0a-9833-7fb0f5135313" providerId="ADAL" clId="{31AF745B-ECEE-4C51-8828-E2A47B117181}" dt="2021-01-26T05:55:51.921" v="340" actId="1076"/>
          <ac:spMkLst>
            <pc:docMk/>
            <pc:sldMk cId="1449548173" sldId="371"/>
            <ac:spMk id="13" creationId="{090E20F7-1963-4594-A854-A0007B5562F3}"/>
          </ac:spMkLst>
        </pc:spChg>
        <pc:spChg chg="add del mod">
          <ac:chgData name="鈴木 秀規" userId="f68c5fd9-22d5-4c0a-9833-7fb0f5135313" providerId="ADAL" clId="{31AF745B-ECEE-4C51-8828-E2A47B117181}" dt="2021-01-26T05:55:40.547" v="337" actId="478"/>
          <ac:spMkLst>
            <pc:docMk/>
            <pc:sldMk cId="1449548173" sldId="371"/>
            <ac:spMk id="14" creationId="{E8DD0F15-F557-4960-B7CA-8C81D69C2ED8}"/>
          </ac:spMkLst>
        </pc:spChg>
        <pc:spChg chg="add mod">
          <ac:chgData name="鈴木 秀規" userId="f68c5fd9-22d5-4c0a-9833-7fb0f5135313" providerId="ADAL" clId="{31AF745B-ECEE-4C51-8828-E2A47B117181}" dt="2021-01-26T05:55:54.465" v="341" actId="571"/>
          <ac:spMkLst>
            <pc:docMk/>
            <pc:sldMk cId="1449548173" sldId="371"/>
            <ac:spMk id="15" creationId="{E753C64B-05EF-45FD-978D-013CE4F0EFBD}"/>
          </ac:spMkLst>
        </pc:spChg>
        <pc:spChg chg="add mod">
          <ac:chgData name="鈴木 秀規" userId="f68c5fd9-22d5-4c0a-9833-7fb0f5135313" providerId="ADAL" clId="{31AF745B-ECEE-4C51-8828-E2A47B117181}" dt="2021-01-26T05:55:57.256" v="342" actId="571"/>
          <ac:spMkLst>
            <pc:docMk/>
            <pc:sldMk cId="1449548173" sldId="371"/>
            <ac:spMk id="16" creationId="{CCB14EDC-88EE-4401-B02E-6086E5CBABE6}"/>
          </ac:spMkLst>
        </pc:spChg>
        <pc:spChg chg="add mod">
          <ac:chgData name="鈴木 秀規" userId="f68c5fd9-22d5-4c0a-9833-7fb0f5135313" providerId="ADAL" clId="{31AF745B-ECEE-4C51-8828-E2A47B117181}" dt="2021-01-26T05:56:04.338" v="346" actId="1037"/>
          <ac:spMkLst>
            <pc:docMk/>
            <pc:sldMk cId="1449548173" sldId="371"/>
            <ac:spMk id="17" creationId="{F0C64602-7B94-47EE-80D2-378BDFD473FD}"/>
          </ac:spMkLst>
        </pc:spChg>
      </pc:sldChg>
      <pc:sldChg chg="addSp modSp new mod">
        <pc:chgData name="鈴木 秀規" userId="f68c5fd9-22d5-4c0a-9833-7fb0f5135313" providerId="ADAL" clId="{31AF745B-ECEE-4C51-8828-E2A47B117181}" dt="2021-01-26T05:57:30.135" v="366" actId="207"/>
        <pc:sldMkLst>
          <pc:docMk/>
          <pc:sldMk cId="944436562" sldId="372"/>
        </pc:sldMkLst>
        <pc:spChg chg="mod">
          <ac:chgData name="鈴木 秀規" userId="f68c5fd9-22d5-4c0a-9833-7fb0f5135313" providerId="ADAL" clId="{31AF745B-ECEE-4C51-8828-E2A47B117181}" dt="2021-01-26T05:56:41.264" v="354"/>
          <ac:spMkLst>
            <pc:docMk/>
            <pc:sldMk cId="944436562" sldId="372"/>
            <ac:spMk id="3" creationId="{B1C65F3E-F31A-478E-B126-D35EA375B4B9}"/>
          </ac:spMkLst>
        </pc:spChg>
        <pc:spChg chg="mod">
          <ac:chgData name="鈴木 秀規" userId="f68c5fd9-22d5-4c0a-9833-7fb0f5135313" providerId="ADAL" clId="{31AF745B-ECEE-4C51-8828-E2A47B117181}" dt="2021-01-26T05:56:55.555" v="358" actId="14100"/>
          <ac:spMkLst>
            <pc:docMk/>
            <pc:sldMk cId="944436562" sldId="372"/>
            <ac:spMk id="5" creationId="{A3976CD6-7AC6-4459-9B75-3D9965BC48B5}"/>
          </ac:spMkLst>
        </pc:spChg>
        <pc:spChg chg="add mod">
          <ac:chgData name="鈴木 秀規" userId="f68c5fd9-22d5-4c0a-9833-7fb0f5135313" providerId="ADAL" clId="{31AF745B-ECEE-4C51-8828-E2A47B117181}" dt="2021-01-26T05:57:30.135" v="366" actId="207"/>
          <ac:spMkLst>
            <pc:docMk/>
            <pc:sldMk cId="944436562" sldId="372"/>
            <ac:spMk id="6" creationId="{76116D8C-213F-4158-830F-F3C1EB4D300E}"/>
          </ac:spMkLst>
        </pc:spChg>
      </pc:sldChg>
      <pc:sldChg chg="modSp new mod">
        <pc:chgData name="鈴木 秀規" userId="f68c5fd9-22d5-4c0a-9833-7fb0f5135313" providerId="ADAL" clId="{31AF745B-ECEE-4C51-8828-E2A47B117181}" dt="2021-01-26T06:00:43.897" v="419" actId="207"/>
        <pc:sldMkLst>
          <pc:docMk/>
          <pc:sldMk cId="35644827" sldId="373"/>
        </pc:sldMkLst>
        <pc:spChg chg="mod">
          <ac:chgData name="鈴木 秀規" userId="f68c5fd9-22d5-4c0a-9833-7fb0f5135313" providerId="ADAL" clId="{31AF745B-ECEE-4C51-8828-E2A47B117181}" dt="2021-01-26T05:58:05.850" v="368"/>
          <ac:spMkLst>
            <pc:docMk/>
            <pc:sldMk cId="35644827" sldId="373"/>
            <ac:spMk id="3" creationId="{90D8C1E3-2B7F-4D7A-A557-615C8F733A5A}"/>
          </ac:spMkLst>
        </pc:spChg>
        <pc:spChg chg="mod">
          <ac:chgData name="鈴木 秀規" userId="f68c5fd9-22d5-4c0a-9833-7fb0f5135313" providerId="ADAL" clId="{31AF745B-ECEE-4C51-8828-E2A47B117181}" dt="2021-01-26T06:00:43.897" v="419" actId="207"/>
          <ac:spMkLst>
            <pc:docMk/>
            <pc:sldMk cId="35644827" sldId="373"/>
            <ac:spMk id="5" creationId="{A53D55A4-4B24-4FF1-846F-0CB6B88DE619}"/>
          </ac:spMkLst>
        </pc:spChg>
      </pc:sldChg>
      <pc:sldChg chg="addSp modSp new mod">
        <pc:chgData name="鈴木 秀規" userId="f68c5fd9-22d5-4c0a-9833-7fb0f5135313" providerId="ADAL" clId="{31AF745B-ECEE-4C51-8828-E2A47B117181}" dt="2021-01-26T06:02:45.300" v="431" actId="207"/>
        <pc:sldMkLst>
          <pc:docMk/>
          <pc:sldMk cId="3586215112" sldId="374"/>
        </pc:sldMkLst>
        <pc:spChg chg="mod">
          <ac:chgData name="鈴木 秀規" userId="f68c5fd9-22d5-4c0a-9833-7fb0f5135313" providerId="ADAL" clId="{31AF745B-ECEE-4C51-8828-E2A47B117181}" dt="2021-01-26T06:01:06.626" v="421"/>
          <ac:spMkLst>
            <pc:docMk/>
            <pc:sldMk cId="3586215112" sldId="374"/>
            <ac:spMk id="3" creationId="{74D68A83-1EE1-4F3F-974D-BDDEE2D6DE8D}"/>
          </ac:spMkLst>
        </pc:spChg>
        <pc:spChg chg="mod">
          <ac:chgData name="鈴木 秀規" userId="f68c5fd9-22d5-4c0a-9833-7fb0f5135313" providerId="ADAL" clId="{31AF745B-ECEE-4C51-8828-E2A47B117181}" dt="2021-01-26T06:01:38.951" v="425" actId="14100"/>
          <ac:spMkLst>
            <pc:docMk/>
            <pc:sldMk cId="3586215112" sldId="374"/>
            <ac:spMk id="5" creationId="{AF0D17FF-0DBB-4085-9AA1-467745BDFE3D}"/>
          </ac:spMkLst>
        </pc:spChg>
        <pc:spChg chg="add mod">
          <ac:chgData name="鈴木 秀規" userId="f68c5fd9-22d5-4c0a-9833-7fb0f5135313" providerId="ADAL" clId="{31AF745B-ECEE-4C51-8828-E2A47B117181}" dt="2021-01-26T06:02:13.344" v="428" actId="207"/>
          <ac:spMkLst>
            <pc:docMk/>
            <pc:sldMk cId="3586215112" sldId="374"/>
            <ac:spMk id="6" creationId="{0B8A4289-ED12-4E18-B5F7-E7D1B8A16A4C}"/>
          </ac:spMkLst>
        </pc:spChg>
        <pc:spChg chg="add mod">
          <ac:chgData name="鈴木 秀規" userId="f68c5fd9-22d5-4c0a-9833-7fb0f5135313" providerId="ADAL" clId="{31AF745B-ECEE-4C51-8828-E2A47B117181}" dt="2021-01-26T06:02:45.300" v="431" actId="207"/>
          <ac:spMkLst>
            <pc:docMk/>
            <pc:sldMk cId="3586215112" sldId="374"/>
            <ac:spMk id="7" creationId="{F4B9C825-0773-4BD6-8947-DA5740E334B3}"/>
          </ac:spMkLst>
        </pc:spChg>
        <pc:spChg chg="mod">
          <ac:chgData name="鈴木 秀規" userId="f68c5fd9-22d5-4c0a-9833-7fb0f5135313" providerId="ADAL" clId="{31AF745B-ECEE-4C51-8828-E2A47B117181}" dt="2021-01-26T06:02:45.300" v="431" actId="207"/>
          <ac:spMkLst>
            <pc:docMk/>
            <pc:sldMk cId="3586215112" sldId="374"/>
            <ac:spMk id="10" creationId="{1A58A6C4-889B-450F-924F-C9F545EB2A3D}"/>
          </ac:spMkLst>
        </pc:spChg>
        <pc:spChg chg="add mod">
          <ac:chgData name="鈴木 秀規" userId="f68c5fd9-22d5-4c0a-9833-7fb0f5135313" providerId="ADAL" clId="{31AF745B-ECEE-4C51-8828-E2A47B117181}" dt="2021-01-26T06:01:48.608" v="426"/>
          <ac:spMkLst>
            <pc:docMk/>
            <pc:sldMk cId="3586215112" sldId="374"/>
            <ac:spMk id="11" creationId="{785644FA-8A03-4258-8728-9595832CB15E}"/>
          </ac:spMkLst>
        </pc:spChg>
        <pc:spChg chg="add mod">
          <ac:chgData name="鈴木 秀規" userId="f68c5fd9-22d5-4c0a-9833-7fb0f5135313" providerId="ADAL" clId="{31AF745B-ECEE-4C51-8828-E2A47B117181}" dt="2021-01-26T06:01:48.608" v="426"/>
          <ac:spMkLst>
            <pc:docMk/>
            <pc:sldMk cId="3586215112" sldId="374"/>
            <ac:spMk id="12" creationId="{44CA81F1-EBE9-4C1F-B2BB-3C3E1806F921}"/>
          </ac:spMkLst>
        </pc:spChg>
        <pc:spChg chg="add mod">
          <ac:chgData name="鈴木 秀規" userId="f68c5fd9-22d5-4c0a-9833-7fb0f5135313" providerId="ADAL" clId="{31AF745B-ECEE-4C51-8828-E2A47B117181}" dt="2021-01-26T06:01:48.608" v="426"/>
          <ac:spMkLst>
            <pc:docMk/>
            <pc:sldMk cId="3586215112" sldId="374"/>
            <ac:spMk id="13" creationId="{D210470C-7BC6-479C-B32D-52F62FAFF5CE}"/>
          </ac:spMkLst>
        </pc:spChg>
        <pc:spChg chg="add mod">
          <ac:chgData name="鈴木 秀規" userId="f68c5fd9-22d5-4c0a-9833-7fb0f5135313" providerId="ADAL" clId="{31AF745B-ECEE-4C51-8828-E2A47B117181}" dt="2021-01-26T06:01:48.608" v="426"/>
          <ac:spMkLst>
            <pc:docMk/>
            <pc:sldMk cId="3586215112" sldId="374"/>
            <ac:spMk id="14" creationId="{F4BE28F0-CEB5-4A84-AD56-459DC396288E}"/>
          </ac:spMkLst>
        </pc:spChg>
        <pc:spChg chg="add mod">
          <ac:chgData name="鈴木 秀規" userId="f68c5fd9-22d5-4c0a-9833-7fb0f5135313" providerId="ADAL" clId="{31AF745B-ECEE-4C51-8828-E2A47B117181}" dt="2021-01-26T06:01:48.608" v="426"/>
          <ac:spMkLst>
            <pc:docMk/>
            <pc:sldMk cId="3586215112" sldId="374"/>
            <ac:spMk id="15" creationId="{661AEE13-AF85-4E8C-8C36-56CAB1375768}"/>
          </ac:spMkLst>
        </pc:spChg>
        <pc:spChg chg="add mod">
          <ac:chgData name="鈴木 秀規" userId="f68c5fd9-22d5-4c0a-9833-7fb0f5135313" providerId="ADAL" clId="{31AF745B-ECEE-4C51-8828-E2A47B117181}" dt="2021-01-26T06:02:45.300" v="431" actId="207"/>
          <ac:spMkLst>
            <pc:docMk/>
            <pc:sldMk cId="3586215112" sldId="374"/>
            <ac:spMk id="16" creationId="{D1EACF3D-DA3C-4F24-896C-812A2FC32232}"/>
          </ac:spMkLst>
        </pc:spChg>
        <pc:spChg chg="add mod">
          <ac:chgData name="鈴木 秀規" userId="f68c5fd9-22d5-4c0a-9833-7fb0f5135313" providerId="ADAL" clId="{31AF745B-ECEE-4C51-8828-E2A47B117181}" dt="2021-01-26T06:01:48.608" v="426"/>
          <ac:spMkLst>
            <pc:docMk/>
            <pc:sldMk cId="3586215112" sldId="374"/>
            <ac:spMk id="17" creationId="{80B22573-0B48-4DA1-9DEE-17DA1FB51570}"/>
          </ac:spMkLst>
        </pc:spChg>
        <pc:spChg chg="add mod">
          <ac:chgData name="鈴木 秀規" userId="f68c5fd9-22d5-4c0a-9833-7fb0f5135313" providerId="ADAL" clId="{31AF745B-ECEE-4C51-8828-E2A47B117181}" dt="2021-01-26T06:02:45.300" v="431" actId="207"/>
          <ac:spMkLst>
            <pc:docMk/>
            <pc:sldMk cId="3586215112" sldId="374"/>
            <ac:spMk id="18" creationId="{513C1E0F-51B7-4C19-852B-0F5F03C2E927}"/>
          </ac:spMkLst>
        </pc:spChg>
        <pc:spChg chg="add mod">
          <ac:chgData name="鈴木 秀規" userId="f68c5fd9-22d5-4c0a-9833-7fb0f5135313" providerId="ADAL" clId="{31AF745B-ECEE-4C51-8828-E2A47B117181}" dt="2021-01-26T06:01:48.608" v="426"/>
          <ac:spMkLst>
            <pc:docMk/>
            <pc:sldMk cId="3586215112" sldId="374"/>
            <ac:spMk id="19" creationId="{FE000A22-00CE-4A4E-9761-E983CE3DF0EA}"/>
          </ac:spMkLst>
        </pc:spChg>
        <pc:spChg chg="add mod">
          <ac:chgData name="鈴木 秀規" userId="f68c5fd9-22d5-4c0a-9833-7fb0f5135313" providerId="ADAL" clId="{31AF745B-ECEE-4C51-8828-E2A47B117181}" dt="2021-01-26T06:02:45.300" v="431" actId="207"/>
          <ac:spMkLst>
            <pc:docMk/>
            <pc:sldMk cId="3586215112" sldId="374"/>
            <ac:spMk id="20" creationId="{3F0298FF-3F68-4E80-A5AA-D970F1BFBF47}"/>
          </ac:spMkLst>
        </pc:spChg>
        <pc:spChg chg="add mod">
          <ac:chgData name="鈴木 秀規" userId="f68c5fd9-22d5-4c0a-9833-7fb0f5135313" providerId="ADAL" clId="{31AF745B-ECEE-4C51-8828-E2A47B117181}" dt="2021-01-26T06:02:45.300" v="431" actId="207"/>
          <ac:spMkLst>
            <pc:docMk/>
            <pc:sldMk cId="3586215112" sldId="374"/>
            <ac:spMk id="21" creationId="{E5BCB49B-FCEA-418B-89AD-26AC10F600E3}"/>
          </ac:spMkLst>
        </pc:spChg>
        <pc:grpChg chg="add mod">
          <ac:chgData name="鈴木 秀規" userId="f68c5fd9-22d5-4c0a-9833-7fb0f5135313" providerId="ADAL" clId="{31AF745B-ECEE-4C51-8828-E2A47B117181}" dt="2021-01-26T06:02:32.131" v="429" actId="207"/>
          <ac:grpSpMkLst>
            <pc:docMk/>
            <pc:sldMk cId="3586215112" sldId="374"/>
            <ac:grpSpMk id="8" creationId="{38A860E3-00EF-4C43-9483-BB46C4DE9FEB}"/>
          </ac:grpSpMkLst>
        </pc:grpChg>
        <pc:picChg chg="mod">
          <ac:chgData name="鈴木 秀規" userId="f68c5fd9-22d5-4c0a-9833-7fb0f5135313" providerId="ADAL" clId="{31AF745B-ECEE-4C51-8828-E2A47B117181}" dt="2021-01-26T06:02:36.046" v="430" actId="2085"/>
          <ac:picMkLst>
            <pc:docMk/>
            <pc:sldMk cId="3586215112" sldId="374"/>
            <ac:picMk id="9" creationId="{013D4F2E-DF4F-4A12-B460-481349442D09}"/>
          </ac:picMkLst>
        </pc:picChg>
      </pc:sldChg>
      <pc:sldChg chg="addSp delSp modSp new mod">
        <pc:chgData name="鈴木 秀規" userId="f68c5fd9-22d5-4c0a-9833-7fb0f5135313" providerId="ADAL" clId="{31AF745B-ECEE-4C51-8828-E2A47B117181}" dt="2021-01-26T06:04:25.418" v="447" actId="207"/>
        <pc:sldMkLst>
          <pc:docMk/>
          <pc:sldMk cId="3278431197" sldId="375"/>
        </pc:sldMkLst>
        <pc:spChg chg="mod">
          <ac:chgData name="鈴木 秀規" userId="f68c5fd9-22d5-4c0a-9833-7fb0f5135313" providerId="ADAL" clId="{31AF745B-ECEE-4C51-8828-E2A47B117181}" dt="2021-01-26T06:03:09.564" v="433"/>
          <ac:spMkLst>
            <pc:docMk/>
            <pc:sldMk cId="3278431197" sldId="375"/>
            <ac:spMk id="3" creationId="{94A7F50B-029D-4344-A3E9-0852F39D0574}"/>
          </ac:spMkLst>
        </pc:spChg>
        <pc:spChg chg="mod">
          <ac:chgData name="鈴木 秀規" userId="f68c5fd9-22d5-4c0a-9833-7fb0f5135313" providerId="ADAL" clId="{31AF745B-ECEE-4C51-8828-E2A47B117181}" dt="2021-01-26T06:04:25.418" v="447" actId="207"/>
          <ac:spMkLst>
            <pc:docMk/>
            <pc:sldMk cId="3278431197" sldId="375"/>
            <ac:spMk id="5" creationId="{A8AED195-2A30-4E22-8D64-829F1A2C8A9E}"/>
          </ac:spMkLst>
        </pc:spChg>
        <pc:spChg chg="add del">
          <ac:chgData name="鈴木 秀規" userId="f68c5fd9-22d5-4c0a-9833-7fb0f5135313" providerId="ADAL" clId="{31AF745B-ECEE-4C51-8828-E2A47B117181}" dt="2021-01-26T06:03:36.760" v="438" actId="22"/>
          <ac:spMkLst>
            <pc:docMk/>
            <pc:sldMk cId="3278431197" sldId="375"/>
            <ac:spMk id="7" creationId="{04B419E0-8A32-4DA8-9E0C-BCCD4A7E3CB1}"/>
          </ac:spMkLst>
        </pc:spChg>
        <pc:spChg chg="add mod">
          <ac:chgData name="鈴木 秀規" userId="f68c5fd9-22d5-4c0a-9833-7fb0f5135313" providerId="ADAL" clId="{31AF745B-ECEE-4C51-8828-E2A47B117181}" dt="2021-01-26T06:04:16.314" v="445" actId="2711"/>
          <ac:spMkLst>
            <pc:docMk/>
            <pc:sldMk cId="3278431197" sldId="375"/>
            <ac:spMk id="8" creationId="{F61EE197-FC4B-4674-93BC-5A4123AB904B}"/>
          </ac:spMkLst>
        </pc:spChg>
      </pc:sldChg>
      <pc:sldChg chg="addSp modSp new mod">
        <pc:chgData name="鈴木 秀規" userId="f68c5fd9-22d5-4c0a-9833-7fb0f5135313" providerId="ADAL" clId="{31AF745B-ECEE-4C51-8828-E2A47B117181}" dt="2021-01-26T06:06:05.186" v="465" actId="207"/>
        <pc:sldMkLst>
          <pc:docMk/>
          <pc:sldMk cId="3335697102" sldId="376"/>
        </pc:sldMkLst>
        <pc:spChg chg="mod">
          <ac:chgData name="鈴木 秀規" userId="f68c5fd9-22d5-4c0a-9833-7fb0f5135313" providerId="ADAL" clId="{31AF745B-ECEE-4C51-8828-E2A47B117181}" dt="2021-01-26T06:04:44.258" v="449"/>
          <ac:spMkLst>
            <pc:docMk/>
            <pc:sldMk cId="3335697102" sldId="376"/>
            <ac:spMk id="3" creationId="{84CDAE99-51E1-45AD-ABEF-403422322C7B}"/>
          </ac:spMkLst>
        </pc:spChg>
        <pc:spChg chg="mod">
          <ac:chgData name="鈴木 秀規" userId="f68c5fd9-22d5-4c0a-9833-7fb0f5135313" providerId="ADAL" clId="{31AF745B-ECEE-4C51-8828-E2A47B117181}" dt="2021-01-26T06:06:05.186" v="465" actId="207"/>
          <ac:spMkLst>
            <pc:docMk/>
            <pc:sldMk cId="3335697102" sldId="376"/>
            <ac:spMk id="5" creationId="{45CA0F9F-0661-4575-B06E-144A0490A7CF}"/>
          </ac:spMkLst>
        </pc:spChg>
        <pc:picChg chg="add mod">
          <ac:chgData name="鈴木 秀規" userId="f68c5fd9-22d5-4c0a-9833-7fb0f5135313" providerId="ADAL" clId="{31AF745B-ECEE-4C51-8828-E2A47B117181}" dt="2021-01-26T06:05:46.939" v="459" actId="1076"/>
          <ac:picMkLst>
            <pc:docMk/>
            <pc:sldMk cId="3335697102" sldId="376"/>
            <ac:picMk id="6" creationId="{A1B21CC7-914D-4704-A426-7BA33ED50D88}"/>
          </ac:picMkLst>
        </pc:picChg>
      </pc:sldChg>
      <pc:sldChg chg="addSp modSp new mod">
        <pc:chgData name="鈴木 秀規" userId="f68c5fd9-22d5-4c0a-9833-7fb0f5135313" providerId="ADAL" clId="{31AF745B-ECEE-4C51-8828-E2A47B117181}" dt="2021-01-26T06:07:09.151" v="481" actId="14100"/>
        <pc:sldMkLst>
          <pc:docMk/>
          <pc:sldMk cId="1075370688" sldId="377"/>
        </pc:sldMkLst>
        <pc:spChg chg="mod">
          <ac:chgData name="鈴木 秀規" userId="f68c5fd9-22d5-4c0a-9833-7fb0f5135313" providerId="ADAL" clId="{31AF745B-ECEE-4C51-8828-E2A47B117181}" dt="2021-01-26T06:06:19.113" v="467"/>
          <ac:spMkLst>
            <pc:docMk/>
            <pc:sldMk cId="1075370688" sldId="377"/>
            <ac:spMk id="3" creationId="{5902A05F-050D-4547-92B0-FDFB23B15993}"/>
          </ac:spMkLst>
        </pc:spChg>
        <pc:spChg chg="mod">
          <ac:chgData name="鈴木 秀規" userId="f68c5fd9-22d5-4c0a-9833-7fb0f5135313" providerId="ADAL" clId="{31AF745B-ECEE-4C51-8828-E2A47B117181}" dt="2021-01-26T06:06:40.182" v="470" actId="14100"/>
          <ac:spMkLst>
            <pc:docMk/>
            <pc:sldMk cId="1075370688" sldId="377"/>
            <ac:spMk id="5" creationId="{343594CE-8AC7-47D0-9120-E9E98483AA2E}"/>
          </ac:spMkLst>
        </pc:spChg>
        <pc:spChg chg="add mod">
          <ac:chgData name="鈴木 秀規" userId="f68c5fd9-22d5-4c0a-9833-7fb0f5135313" providerId="ADAL" clId="{31AF745B-ECEE-4C51-8828-E2A47B117181}" dt="2021-01-26T06:07:09.151" v="481" actId="14100"/>
          <ac:spMkLst>
            <pc:docMk/>
            <pc:sldMk cId="1075370688" sldId="377"/>
            <ac:spMk id="7" creationId="{B7182EBC-6550-4E14-B8CE-0A438FACA553}"/>
          </ac:spMkLst>
        </pc:spChg>
        <pc:picChg chg="add mod">
          <ac:chgData name="鈴木 秀規" userId="f68c5fd9-22d5-4c0a-9833-7fb0f5135313" providerId="ADAL" clId="{31AF745B-ECEE-4C51-8828-E2A47B117181}" dt="2021-01-26T06:06:54.744" v="477" actId="14100"/>
          <ac:picMkLst>
            <pc:docMk/>
            <pc:sldMk cId="1075370688" sldId="377"/>
            <ac:picMk id="6" creationId="{5916466E-AD58-4AB9-BBE1-3BC48071FE35}"/>
          </ac:picMkLst>
        </pc:picChg>
      </pc:sldChg>
      <pc:sldChg chg="addSp modSp new mod">
        <pc:chgData name="鈴木 秀規" userId="f68c5fd9-22d5-4c0a-9833-7fb0f5135313" providerId="ADAL" clId="{31AF745B-ECEE-4C51-8828-E2A47B117181}" dt="2021-01-26T06:08:15.670" v="497" actId="1076"/>
        <pc:sldMkLst>
          <pc:docMk/>
          <pc:sldMk cId="2580646882" sldId="378"/>
        </pc:sldMkLst>
        <pc:spChg chg="mod">
          <ac:chgData name="鈴木 秀規" userId="f68c5fd9-22d5-4c0a-9833-7fb0f5135313" providerId="ADAL" clId="{31AF745B-ECEE-4C51-8828-E2A47B117181}" dt="2021-01-26T06:07:27.101" v="483"/>
          <ac:spMkLst>
            <pc:docMk/>
            <pc:sldMk cId="2580646882" sldId="378"/>
            <ac:spMk id="3" creationId="{F5F1371B-71A4-4508-9B77-DF2662B99B76}"/>
          </ac:spMkLst>
        </pc:spChg>
        <pc:spChg chg="mod">
          <ac:chgData name="鈴木 秀規" userId="f68c5fd9-22d5-4c0a-9833-7fb0f5135313" providerId="ADAL" clId="{31AF745B-ECEE-4C51-8828-E2A47B117181}" dt="2021-01-26T06:08:11.564" v="496" actId="207"/>
          <ac:spMkLst>
            <pc:docMk/>
            <pc:sldMk cId="2580646882" sldId="378"/>
            <ac:spMk id="5" creationId="{703B0AF1-C94F-4BE9-B427-FD46F93BDB88}"/>
          </ac:spMkLst>
        </pc:spChg>
        <pc:picChg chg="add mod">
          <ac:chgData name="鈴木 秀規" userId="f68c5fd9-22d5-4c0a-9833-7fb0f5135313" providerId="ADAL" clId="{31AF745B-ECEE-4C51-8828-E2A47B117181}" dt="2021-01-26T06:08:15.670" v="497" actId="1076"/>
          <ac:picMkLst>
            <pc:docMk/>
            <pc:sldMk cId="2580646882" sldId="378"/>
            <ac:picMk id="6" creationId="{E253F3D9-75D1-411D-BECC-77F0F489DCB0}"/>
          </ac:picMkLst>
        </pc:picChg>
      </pc:sldChg>
      <pc:sldChg chg="addSp modSp new mod">
        <pc:chgData name="鈴木 秀規" userId="f68c5fd9-22d5-4c0a-9833-7fb0f5135313" providerId="ADAL" clId="{31AF745B-ECEE-4C51-8828-E2A47B117181}" dt="2021-01-26T06:09:27.356" v="531" actId="1076"/>
        <pc:sldMkLst>
          <pc:docMk/>
          <pc:sldMk cId="3868544456" sldId="379"/>
        </pc:sldMkLst>
        <pc:spChg chg="mod">
          <ac:chgData name="鈴木 秀規" userId="f68c5fd9-22d5-4c0a-9833-7fb0f5135313" providerId="ADAL" clId="{31AF745B-ECEE-4C51-8828-E2A47B117181}" dt="2021-01-26T06:08:30.695" v="515" actId="20577"/>
          <ac:spMkLst>
            <pc:docMk/>
            <pc:sldMk cId="3868544456" sldId="379"/>
            <ac:spMk id="3" creationId="{9EB609AC-AB06-4D53-BF14-5EA6B1B9539A}"/>
          </ac:spMkLst>
        </pc:spChg>
        <pc:spChg chg="mod">
          <ac:chgData name="鈴木 秀規" userId="f68c5fd9-22d5-4c0a-9833-7fb0f5135313" providerId="ADAL" clId="{31AF745B-ECEE-4C51-8828-E2A47B117181}" dt="2021-01-26T06:08:40.335" v="518" actId="14100"/>
          <ac:spMkLst>
            <pc:docMk/>
            <pc:sldMk cId="3868544456" sldId="379"/>
            <ac:spMk id="5" creationId="{E7676D1F-6FF7-44EB-92F1-BAB6B9F0EFF4}"/>
          </ac:spMkLst>
        </pc:spChg>
        <pc:spChg chg="add mod">
          <ac:chgData name="鈴木 秀規" userId="f68c5fd9-22d5-4c0a-9833-7fb0f5135313" providerId="ADAL" clId="{31AF745B-ECEE-4C51-8828-E2A47B117181}" dt="2021-01-26T06:09:24.847" v="530" actId="14100"/>
          <ac:spMkLst>
            <pc:docMk/>
            <pc:sldMk cId="3868544456" sldId="379"/>
            <ac:spMk id="7" creationId="{C7286050-2DF8-497C-81E3-306493288BC4}"/>
          </ac:spMkLst>
        </pc:spChg>
        <pc:picChg chg="add mod">
          <ac:chgData name="鈴木 秀規" userId="f68c5fd9-22d5-4c0a-9833-7fb0f5135313" providerId="ADAL" clId="{31AF745B-ECEE-4C51-8828-E2A47B117181}" dt="2021-01-26T06:09:27.356" v="531" actId="1076"/>
          <ac:picMkLst>
            <pc:docMk/>
            <pc:sldMk cId="3868544456" sldId="379"/>
            <ac:picMk id="6" creationId="{20E0678B-2E0C-47BA-BAC4-30647E14495E}"/>
          </ac:picMkLst>
        </pc:picChg>
      </pc:sldChg>
      <pc:sldChg chg="addSp modSp new mod">
        <pc:chgData name="鈴木 秀規" userId="f68c5fd9-22d5-4c0a-9833-7fb0f5135313" providerId="ADAL" clId="{31AF745B-ECEE-4C51-8828-E2A47B117181}" dt="2021-01-26T06:10:26.206" v="544" actId="2711"/>
        <pc:sldMkLst>
          <pc:docMk/>
          <pc:sldMk cId="1868720455" sldId="380"/>
        </pc:sldMkLst>
        <pc:spChg chg="mod">
          <ac:chgData name="鈴木 秀規" userId="f68c5fd9-22d5-4c0a-9833-7fb0f5135313" providerId="ADAL" clId="{31AF745B-ECEE-4C51-8828-E2A47B117181}" dt="2021-01-26T06:09:39.286" v="533"/>
          <ac:spMkLst>
            <pc:docMk/>
            <pc:sldMk cId="1868720455" sldId="380"/>
            <ac:spMk id="3" creationId="{2C9F7F4C-4D1A-44F1-8504-3194AD12030E}"/>
          </ac:spMkLst>
        </pc:spChg>
        <pc:spChg chg="mod">
          <ac:chgData name="鈴木 秀規" userId="f68c5fd9-22d5-4c0a-9833-7fb0f5135313" providerId="ADAL" clId="{31AF745B-ECEE-4C51-8828-E2A47B117181}" dt="2021-01-26T06:09:51.095" v="536" actId="14100"/>
          <ac:spMkLst>
            <pc:docMk/>
            <pc:sldMk cId="1868720455" sldId="380"/>
            <ac:spMk id="5" creationId="{67D649D8-E2AC-4205-A3F3-CD0E0162A14B}"/>
          </ac:spMkLst>
        </pc:spChg>
        <pc:spChg chg="add mod">
          <ac:chgData name="鈴木 秀規" userId="f68c5fd9-22d5-4c0a-9833-7fb0f5135313" providerId="ADAL" clId="{31AF745B-ECEE-4C51-8828-E2A47B117181}" dt="2021-01-26T06:10:26.206" v="544" actId="2711"/>
          <ac:spMkLst>
            <pc:docMk/>
            <pc:sldMk cId="1868720455" sldId="380"/>
            <ac:spMk id="7" creationId="{65F9B8C6-FC9A-4EF2-BBA3-212563842F5B}"/>
          </ac:spMkLst>
        </pc:spChg>
        <pc:picChg chg="add mod">
          <ac:chgData name="鈴木 秀規" userId="f68c5fd9-22d5-4c0a-9833-7fb0f5135313" providerId="ADAL" clId="{31AF745B-ECEE-4C51-8828-E2A47B117181}" dt="2021-01-26T06:09:59.920" v="539" actId="1076"/>
          <ac:picMkLst>
            <pc:docMk/>
            <pc:sldMk cId="1868720455" sldId="380"/>
            <ac:picMk id="6" creationId="{2A23E1E0-788A-446D-BEF7-9FCDBB91E931}"/>
          </ac:picMkLst>
        </pc:picChg>
      </pc:sldChg>
      <pc:sldChg chg="modSp new mod">
        <pc:chgData name="鈴木 秀規" userId="f68c5fd9-22d5-4c0a-9833-7fb0f5135313" providerId="ADAL" clId="{31AF745B-ECEE-4C51-8828-E2A47B117181}" dt="2021-01-26T06:12:24.172" v="560" actId="207"/>
        <pc:sldMkLst>
          <pc:docMk/>
          <pc:sldMk cId="3747614513" sldId="381"/>
        </pc:sldMkLst>
        <pc:spChg chg="mod">
          <ac:chgData name="鈴木 秀規" userId="f68c5fd9-22d5-4c0a-9833-7fb0f5135313" providerId="ADAL" clId="{31AF745B-ECEE-4C51-8828-E2A47B117181}" dt="2021-01-26T06:11:21.079" v="546"/>
          <ac:spMkLst>
            <pc:docMk/>
            <pc:sldMk cId="3747614513" sldId="381"/>
            <ac:spMk id="3" creationId="{F54A46C4-10A8-4D73-8262-AF5F7632B069}"/>
          </ac:spMkLst>
        </pc:spChg>
        <pc:spChg chg="mod">
          <ac:chgData name="鈴木 秀規" userId="f68c5fd9-22d5-4c0a-9833-7fb0f5135313" providerId="ADAL" clId="{31AF745B-ECEE-4C51-8828-E2A47B117181}" dt="2021-01-26T06:12:24.172" v="560" actId="207"/>
          <ac:spMkLst>
            <pc:docMk/>
            <pc:sldMk cId="3747614513" sldId="381"/>
            <ac:spMk id="5" creationId="{C0902D24-2BC6-4565-B8E4-0885C73CA1B0}"/>
          </ac:spMkLst>
        </pc:spChg>
      </pc:sldChg>
      <pc:sldChg chg="addSp delSp modSp new mod">
        <pc:chgData name="鈴木 秀規" userId="f68c5fd9-22d5-4c0a-9833-7fb0f5135313" providerId="ADAL" clId="{31AF745B-ECEE-4C51-8828-E2A47B117181}" dt="2021-01-26T06:14:03.636" v="574" actId="207"/>
        <pc:sldMkLst>
          <pc:docMk/>
          <pc:sldMk cId="882110079" sldId="382"/>
        </pc:sldMkLst>
        <pc:spChg chg="mod">
          <ac:chgData name="鈴木 秀規" userId="f68c5fd9-22d5-4c0a-9833-7fb0f5135313" providerId="ADAL" clId="{31AF745B-ECEE-4C51-8828-E2A47B117181}" dt="2021-01-26T06:12:50.845" v="562"/>
          <ac:spMkLst>
            <pc:docMk/>
            <pc:sldMk cId="882110079" sldId="382"/>
            <ac:spMk id="3" creationId="{A3CC9EC9-F4F4-4F23-8295-F1F14A8EF7BF}"/>
          </ac:spMkLst>
        </pc:spChg>
        <pc:spChg chg="del">
          <ac:chgData name="鈴木 秀規" userId="f68c5fd9-22d5-4c0a-9833-7fb0f5135313" providerId="ADAL" clId="{31AF745B-ECEE-4C51-8828-E2A47B117181}" dt="2021-01-26T06:13:21.142" v="565" actId="478"/>
          <ac:spMkLst>
            <pc:docMk/>
            <pc:sldMk cId="882110079" sldId="382"/>
            <ac:spMk id="5" creationId="{AF90F26D-7738-4D8F-BDA2-E79BA73233E4}"/>
          </ac:spMkLst>
        </pc:spChg>
        <pc:spChg chg="add del mod">
          <ac:chgData name="鈴木 秀規" userId="f68c5fd9-22d5-4c0a-9833-7fb0f5135313" providerId="ADAL" clId="{31AF745B-ECEE-4C51-8828-E2A47B117181}" dt="2021-01-26T06:13:10.268" v="564"/>
          <ac:spMkLst>
            <pc:docMk/>
            <pc:sldMk cId="882110079" sldId="382"/>
            <ac:spMk id="6" creationId="{86A444F9-DE7C-4FBD-B2B6-D06A5D9943B1}"/>
          </ac:spMkLst>
        </pc:spChg>
        <pc:spChg chg="add del mod">
          <ac:chgData name="鈴木 秀規" userId="f68c5fd9-22d5-4c0a-9833-7fb0f5135313" providerId="ADAL" clId="{31AF745B-ECEE-4C51-8828-E2A47B117181}" dt="2021-01-26T06:13:10.268" v="564"/>
          <ac:spMkLst>
            <pc:docMk/>
            <pc:sldMk cId="882110079" sldId="382"/>
            <ac:spMk id="7" creationId="{AD3C94E8-CCE4-4467-99FA-54C60C64C849}"/>
          </ac:spMkLst>
        </pc:spChg>
        <pc:spChg chg="add del mod">
          <ac:chgData name="鈴木 秀規" userId="f68c5fd9-22d5-4c0a-9833-7fb0f5135313" providerId="ADAL" clId="{31AF745B-ECEE-4C51-8828-E2A47B117181}" dt="2021-01-26T06:13:10.268" v="564"/>
          <ac:spMkLst>
            <pc:docMk/>
            <pc:sldMk cId="882110079" sldId="382"/>
            <ac:spMk id="8" creationId="{B02B01A6-8295-48F9-8750-10A5EF847C21}"/>
          </ac:spMkLst>
        </pc:spChg>
        <pc:spChg chg="mod">
          <ac:chgData name="鈴木 秀規" userId="f68c5fd9-22d5-4c0a-9833-7fb0f5135313" providerId="ADAL" clId="{31AF745B-ECEE-4C51-8828-E2A47B117181}" dt="2021-01-26T06:13:09.258" v="563"/>
          <ac:spMkLst>
            <pc:docMk/>
            <pc:sldMk cId="882110079" sldId="382"/>
            <ac:spMk id="11" creationId="{D35B5DAD-402A-47F6-BDE7-E6BFDC074AA2}"/>
          </ac:spMkLst>
        </pc:spChg>
        <pc:spChg chg="add del mod">
          <ac:chgData name="鈴木 秀規" userId="f68c5fd9-22d5-4c0a-9833-7fb0f5135313" providerId="ADAL" clId="{31AF745B-ECEE-4C51-8828-E2A47B117181}" dt="2021-01-26T06:13:10.268" v="564"/>
          <ac:spMkLst>
            <pc:docMk/>
            <pc:sldMk cId="882110079" sldId="382"/>
            <ac:spMk id="12" creationId="{B480959C-1CD5-4F31-B9BC-85AB01582226}"/>
          </ac:spMkLst>
        </pc:spChg>
        <pc:spChg chg="add del mod">
          <ac:chgData name="鈴木 秀規" userId="f68c5fd9-22d5-4c0a-9833-7fb0f5135313" providerId="ADAL" clId="{31AF745B-ECEE-4C51-8828-E2A47B117181}" dt="2021-01-26T06:13:10.268" v="564"/>
          <ac:spMkLst>
            <pc:docMk/>
            <pc:sldMk cId="882110079" sldId="382"/>
            <ac:spMk id="13" creationId="{1E0DEAA7-3B68-4D92-A66C-5066B52F7B9D}"/>
          </ac:spMkLst>
        </pc:spChg>
        <pc:spChg chg="add del mod">
          <ac:chgData name="鈴木 秀規" userId="f68c5fd9-22d5-4c0a-9833-7fb0f5135313" providerId="ADAL" clId="{31AF745B-ECEE-4C51-8828-E2A47B117181}" dt="2021-01-26T06:13:10.268" v="564"/>
          <ac:spMkLst>
            <pc:docMk/>
            <pc:sldMk cId="882110079" sldId="382"/>
            <ac:spMk id="14" creationId="{CAA2818F-3A83-4B5C-8F0A-566E05D710BF}"/>
          </ac:spMkLst>
        </pc:spChg>
        <pc:spChg chg="add del mod">
          <ac:chgData name="鈴木 秀規" userId="f68c5fd9-22d5-4c0a-9833-7fb0f5135313" providerId="ADAL" clId="{31AF745B-ECEE-4C51-8828-E2A47B117181}" dt="2021-01-26T06:13:10.268" v="564"/>
          <ac:spMkLst>
            <pc:docMk/>
            <pc:sldMk cId="882110079" sldId="382"/>
            <ac:spMk id="15" creationId="{D5ABF18C-A6E1-4F2E-BEF8-142AF128745F}"/>
          </ac:spMkLst>
        </pc:spChg>
        <pc:spChg chg="add del mod">
          <ac:chgData name="鈴木 秀規" userId="f68c5fd9-22d5-4c0a-9833-7fb0f5135313" providerId="ADAL" clId="{31AF745B-ECEE-4C51-8828-E2A47B117181}" dt="2021-01-26T06:13:10.268" v="564"/>
          <ac:spMkLst>
            <pc:docMk/>
            <pc:sldMk cId="882110079" sldId="382"/>
            <ac:spMk id="16" creationId="{306E79C5-4E8C-480B-83AE-AC51A8646740}"/>
          </ac:spMkLst>
        </pc:spChg>
        <pc:spChg chg="add del mod">
          <ac:chgData name="鈴木 秀規" userId="f68c5fd9-22d5-4c0a-9833-7fb0f5135313" providerId="ADAL" clId="{31AF745B-ECEE-4C51-8828-E2A47B117181}" dt="2021-01-26T06:13:10.268" v="564"/>
          <ac:spMkLst>
            <pc:docMk/>
            <pc:sldMk cId="882110079" sldId="382"/>
            <ac:spMk id="17" creationId="{A850B1BF-6213-4268-9852-CB3510D15896}"/>
          </ac:spMkLst>
        </pc:spChg>
        <pc:spChg chg="add del mod">
          <ac:chgData name="鈴木 秀規" userId="f68c5fd9-22d5-4c0a-9833-7fb0f5135313" providerId="ADAL" clId="{31AF745B-ECEE-4C51-8828-E2A47B117181}" dt="2021-01-26T06:13:10.268" v="564"/>
          <ac:spMkLst>
            <pc:docMk/>
            <pc:sldMk cId="882110079" sldId="382"/>
            <ac:spMk id="18" creationId="{B9D5858B-041E-4C12-9353-A8913816EACA}"/>
          </ac:spMkLst>
        </pc:spChg>
        <pc:spChg chg="add del mod">
          <ac:chgData name="鈴木 秀規" userId="f68c5fd9-22d5-4c0a-9833-7fb0f5135313" providerId="ADAL" clId="{31AF745B-ECEE-4C51-8828-E2A47B117181}" dt="2021-01-26T06:13:10.268" v="564"/>
          <ac:spMkLst>
            <pc:docMk/>
            <pc:sldMk cId="882110079" sldId="382"/>
            <ac:spMk id="19" creationId="{815E56E7-6482-4976-9092-728CE18EB9EF}"/>
          </ac:spMkLst>
        </pc:spChg>
        <pc:spChg chg="add del mod">
          <ac:chgData name="鈴木 秀規" userId="f68c5fd9-22d5-4c0a-9833-7fb0f5135313" providerId="ADAL" clId="{31AF745B-ECEE-4C51-8828-E2A47B117181}" dt="2021-01-26T06:13:10.268" v="564"/>
          <ac:spMkLst>
            <pc:docMk/>
            <pc:sldMk cId="882110079" sldId="382"/>
            <ac:spMk id="20" creationId="{C97D492B-3C50-4A3F-B87A-920471D2A56F}"/>
          </ac:spMkLst>
        </pc:spChg>
        <pc:spChg chg="add del mod">
          <ac:chgData name="鈴木 秀規" userId="f68c5fd9-22d5-4c0a-9833-7fb0f5135313" providerId="ADAL" clId="{31AF745B-ECEE-4C51-8828-E2A47B117181}" dt="2021-01-26T06:13:10.268" v="564"/>
          <ac:spMkLst>
            <pc:docMk/>
            <pc:sldMk cId="882110079" sldId="382"/>
            <ac:spMk id="21" creationId="{73CF89BF-6EDA-4EA0-965E-6983E66667E3}"/>
          </ac:spMkLst>
        </pc:spChg>
        <pc:spChg chg="add del mod">
          <ac:chgData name="鈴木 秀規" userId="f68c5fd9-22d5-4c0a-9833-7fb0f5135313" providerId="ADAL" clId="{31AF745B-ECEE-4C51-8828-E2A47B117181}" dt="2021-01-26T06:13:10.268" v="564"/>
          <ac:spMkLst>
            <pc:docMk/>
            <pc:sldMk cId="882110079" sldId="382"/>
            <ac:spMk id="22" creationId="{0D637F13-D357-471A-9CF4-75DC530A5E46}"/>
          </ac:spMkLst>
        </pc:spChg>
        <pc:spChg chg="add mod">
          <ac:chgData name="鈴木 秀規" userId="f68c5fd9-22d5-4c0a-9833-7fb0f5135313" providerId="ADAL" clId="{31AF745B-ECEE-4C51-8828-E2A47B117181}" dt="2021-01-26T06:13:21.550" v="566"/>
          <ac:spMkLst>
            <pc:docMk/>
            <pc:sldMk cId="882110079" sldId="382"/>
            <ac:spMk id="23" creationId="{CB95B40C-D475-4805-8F2B-5CD1ABD082B6}"/>
          </ac:spMkLst>
        </pc:spChg>
        <pc:spChg chg="add mod">
          <ac:chgData name="鈴木 秀規" userId="f68c5fd9-22d5-4c0a-9833-7fb0f5135313" providerId="ADAL" clId="{31AF745B-ECEE-4C51-8828-E2A47B117181}" dt="2021-01-26T06:13:21.550" v="566"/>
          <ac:spMkLst>
            <pc:docMk/>
            <pc:sldMk cId="882110079" sldId="382"/>
            <ac:spMk id="24" creationId="{EB86E5A7-017E-4A6A-86EB-FCE90D3F8600}"/>
          </ac:spMkLst>
        </pc:spChg>
        <pc:spChg chg="add mod">
          <ac:chgData name="鈴木 秀規" userId="f68c5fd9-22d5-4c0a-9833-7fb0f5135313" providerId="ADAL" clId="{31AF745B-ECEE-4C51-8828-E2A47B117181}" dt="2021-01-26T06:13:53.480" v="572" actId="207"/>
          <ac:spMkLst>
            <pc:docMk/>
            <pc:sldMk cId="882110079" sldId="382"/>
            <ac:spMk id="25" creationId="{F64B71BA-0995-41C8-BCE7-7F5F1F8231EA}"/>
          </ac:spMkLst>
        </pc:spChg>
        <pc:spChg chg="mod">
          <ac:chgData name="鈴木 秀規" userId="f68c5fd9-22d5-4c0a-9833-7fb0f5135313" providerId="ADAL" clId="{31AF745B-ECEE-4C51-8828-E2A47B117181}" dt="2021-01-26T06:13:21.550" v="566"/>
          <ac:spMkLst>
            <pc:docMk/>
            <pc:sldMk cId="882110079" sldId="382"/>
            <ac:spMk id="28" creationId="{BFE9E4B7-18B0-4F27-AA9B-DA0E3D3991A7}"/>
          </ac:spMkLst>
        </pc:spChg>
        <pc:spChg chg="add mod">
          <ac:chgData name="鈴木 秀規" userId="f68c5fd9-22d5-4c0a-9833-7fb0f5135313" providerId="ADAL" clId="{31AF745B-ECEE-4C51-8828-E2A47B117181}" dt="2021-01-26T06:13:21.550" v="566"/>
          <ac:spMkLst>
            <pc:docMk/>
            <pc:sldMk cId="882110079" sldId="382"/>
            <ac:spMk id="29" creationId="{573DAD18-4E4E-45C1-ADF4-49219DC34074}"/>
          </ac:spMkLst>
        </pc:spChg>
        <pc:spChg chg="add mod">
          <ac:chgData name="鈴木 秀規" userId="f68c5fd9-22d5-4c0a-9833-7fb0f5135313" providerId="ADAL" clId="{31AF745B-ECEE-4C51-8828-E2A47B117181}" dt="2021-01-26T06:13:21.550" v="566"/>
          <ac:spMkLst>
            <pc:docMk/>
            <pc:sldMk cId="882110079" sldId="382"/>
            <ac:spMk id="30" creationId="{E70DE4C6-C26E-4F4C-9071-75AD0594AD5A}"/>
          </ac:spMkLst>
        </pc:spChg>
        <pc:spChg chg="add mod">
          <ac:chgData name="鈴木 秀規" userId="f68c5fd9-22d5-4c0a-9833-7fb0f5135313" providerId="ADAL" clId="{31AF745B-ECEE-4C51-8828-E2A47B117181}" dt="2021-01-26T06:13:21.550" v="566"/>
          <ac:spMkLst>
            <pc:docMk/>
            <pc:sldMk cId="882110079" sldId="382"/>
            <ac:spMk id="31" creationId="{D1BDC3E5-EA00-4C42-8A1E-852F56068736}"/>
          </ac:spMkLst>
        </pc:spChg>
        <pc:spChg chg="add mod">
          <ac:chgData name="鈴木 秀規" userId="f68c5fd9-22d5-4c0a-9833-7fb0f5135313" providerId="ADAL" clId="{31AF745B-ECEE-4C51-8828-E2A47B117181}" dt="2021-01-26T06:13:21.550" v="566"/>
          <ac:spMkLst>
            <pc:docMk/>
            <pc:sldMk cId="882110079" sldId="382"/>
            <ac:spMk id="32" creationId="{8C2C898B-8E04-48B9-8CEE-48779842213F}"/>
          </ac:spMkLst>
        </pc:spChg>
        <pc:spChg chg="add mod">
          <ac:chgData name="鈴木 秀規" userId="f68c5fd9-22d5-4c0a-9833-7fb0f5135313" providerId="ADAL" clId="{31AF745B-ECEE-4C51-8828-E2A47B117181}" dt="2021-01-26T06:13:21.550" v="566"/>
          <ac:spMkLst>
            <pc:docMk/>
            <pc:sldMk cId="882110079" sldId="382"/>
            <ac:spMk id="33" creationId="{998B1CBF-B26D-497D-9621-03A6FBE45715}"/>
          </ac:spMkLst>
        </pc:spChg>
        <pc:spChg chg="add mod">
          <ac:chgData name="鈴木 秀規" userId="f68c5fd9-22d5-4c0a-9833-7fb0f5135313" providerId="ADAL" clId="{31AF745B-ECEE-4C51-8828-E2A47B117181}" dt="2021-01-26T06:14:03.636" v="574" actId="207"/>
          <ac:spMkLst>
            <pc:docMk/>
            <pc:sldMk cId="882110079" sldId="382"/>
            <ac:spMk id="34" creationId="{924D5BA6-9DD1-4F22-8640-C4BBA5DCE744}"/>
          </ac:spMkLst>
        </pc:spChg>
        <pc:spChg chg="add mod">
          <ac:chgData name="鈴木 秀規" userId="f68c5fd9-22d5-4c0a-9833-7fb0f5135313" providerId="ADAL" clId="{31AF745B-ECEE-4C51-8828-E2A47B117181}" dt="2021-01-26T06:13:21.550" v="566"/>
          <ac:spMkLst>
            <pc:docMk/>
            <pc:sldMk cId="882110079" sldId="382"/>
            <ac:spMk id="35" creationId="{180FD0D4-BA62-4835-90CF-419910B6A754}"/>
          </ac:spMkLst>
        </pc:spChg>
        <pc:spChg chg="add mod">
          <ac:chgData name="鈴木 秀規" userId="f68c5fd9-22d5-4c0a-9833-7fb0f5135313" providerId="ADAL" clId="{31AF745B-ECEE-4C51-8828-E2A47B117181}" dt="2021-01-26T06:13:44.030" v="569" actId="207"/>
          <ac:spMkLst>
            <pc:docMk/>
            <pc:sldMk cId="882110079" sldId="382"/>
            <ac:spMk id="36" creationId="{E034CB9A-A4D2-48E9-9EE9-C639751C9AAA}"/>
          </ac:spMkLst>
        </pc:spChg>
        <pc:spChg chg="add mod">
          <ac:chgData name="鈴木 秀規" userId="f68c5fd9-22d5-4c0a-9833-7fb0f5135313" providerId="ADAL" clId="{31AF745B-ECEE-4C51-8828-E2A47B117181}" dt="2021-01-26T06:13:21.550" v="566"/>
          <ac:spMkLst>
            <pc:docMk/>
            <pc:sldMk cId="882110079" sldId="382"/>
            <ac:spMk id="37" creationId="{1D25F930-F554-4875-AAE2-2400D6012CD1}"/>
          </ac:spMkLst>
        </pc:spChg>
        <pc:spChg chg="add mod">
          <ac:chgData name="鈴木 秀規" userId="f68c5fd9-22d5-4c0a-9833-7fb0f5135313" providerId="ADAL" clId="{31AF745B-ECEE-4C51-8828-E2A47B117181}" dt="2021-01-26T06:13:21.550" v="566"/>
          <ac:spMkLst>
            <pc:docMk/>
            <pc:sldMk cId="882110079" sldId="382"/>
            <ac:spMk id="38" creationId="{E76DE0E2-CC83-48AE-AFA6-4671B3BC96CF}"/>
          </ac:spMkLst>
        </pc:spChg>
        <pc:spChg chg="add mod">
          <ac:chgData name="鈴木 秀規" userId="f68c5fd9-22d5-4c0a-9833-7fb0f5135313" providerId="ADAL" clId="{31AF745B-ECEE-4C51-8828-E2A47B117181}" dt="2021-01-26T06:13:44.030" v="569" actId="207"/>
          <ac:spMkLst>
            <pc:docMk/>
            <pc:sldMk cId="882110079" sldId="382"/>
            <ac:spMk id="39" creationId="{C39B4C02-6C83-4A45-9EFF-4B2F1446EC4A}"/>
          </ac:spMkLst>
        </pc:spChg>
        <pc:grpChg chg="add del mod">
          <ac:chgData name="鈴木 秀規" userId="f68c5fd9-22d5-4c0a-9833-7fb0f5135313" providerId="ADAL" clId="{31AF745B-ECEE-4C51-8828-E2A47B117181}" dt="2021-01-26T06:13:10.268" v="564"/>
          <ac:grpSpMkLst>
            <pc:docMk/>
            <pc:sldMk cId="882110079" sldId="382"/>
            <ac:grpSpMk id="9" creationId="{57BA293B-7FDC-47F9-A1CE-4F5F57ABEC39}"/>
          </ac:grpSpMkLst>
        </pc:grpChg>
        <pc:grpChg chg="add mod">
          <ac:chgData name="鈴木 秀規" userId="f68c5fd9-22d5-4c0a-9833-7fb0f5135313" providerId="ADAL" clId="{31AF745B-ECEE-4C51-8828-E2A47B117181}" dt="2021-01-26T06:13:21.550" v="566"/>
          <ac:grpSpMkLst>
            <pc:docMk/>
            <pc:sldMk cId="882110079" sldId="382"/>
            <ac:grpSpMk id="26" creationId="{917B620F-C4F7-41BD-9896-CE2FFAE60927}"/>
          </ac:grpSpMkLst>
        </pc:grpChg>
        <pc:picChg chg="mod">
          <ac:chgData name="鈴木 秀規" userId="f68c5fd9-22d5-4c0a-9833-7fb0f5135313" providerId="ADAL" clId="{31AF745B-ECEE-4C51-8828-E2A47B117181}" dt="2021-01-26T06:13:09.258" v="563"/>
          <ac:picMkLst>
            <pc:docMk/>
            <pc:sldMk cId="882110079" sldId="382"/>
            <ac:picMk id="10" creationId="{8CC84378-7F8F-40BE-AE6F-98331DD39749}"/>
          </ac:picMkLst>
        </pc:picChg>
        <pc:picChg chg="mod">
          <ac:chgData name="鈴木 秀規" userId="f68c5fd9-22d5-4c0a-9833-7fb0f5135313" providerId="ADAL" clId="{31AF745B-ECEE-4C51-8828-E2A47B117181}" dt="2021-01-26T06:13:21.550" v="566"/>
          <ac:picMkLst>
            <pc:docMk/>
            <pc:sldMk cId="882110079" sldId="382"/>
            <ac:picMk id="27" creationId="{24ACCD78-F9D6-4EC2-9BFF-C7E2157BD470}"/>
          </ac:picMkLst>
        </pc:picChg>
      </pc:sldChg>
      <pc:sldChg chg="addSp modSp new mod">
        <pc:chgData name="鈴木 秀規" userId="f68c5fd9-22d5-4c0a-9833-7fb0f5135313" providerId="ADAL" clId="{31AF745B-ECEE-4C51-8828-E2A47B117181}" dt="2021-01-26T06:16:04.560" v="587" actId="113"/>
        <pc:sldMkLst>
          <pc:docMk/>
          <pc:sldMk cId="2781782632" sldId="383"/>
        </pc:sldMkLst>
        <pc:spChg chg="mod">
          <ac:chgData name="鈴木 秀規" userId="f68c5fd9-22d5-4c0a-9833-7fb0f5135313" providerId="ADAL" clId="{31AF745B-ECEE-4C51-8828-E2A47B117181}" dt="2021-01-26T06:14:45.891" v="576"/>
          <ac:spMkLst>
            <pc:docMk/>
            <pc:sldMk cId="2781782632" sldId="383"/>
            <ac:spMk id="3" creationId="{B8B1C725-BA9E-47ED-B8AA-4F2EA343DE8A}"/>
          </ac:spMkLst>
        </pc:spChg>
        <pc:spChg chg="mod">
          <ac:chgData name="鈴木 秀規" userId="f68c5fd9-22d5-4c0a-9833-7fb0f5135313" providerId="ADAL" clId="{31AF745B-ECEE-4C51-8828-E2A47B117181}" dt="2021-01-26T06:16:04.560" v="587" actId="113"/>
          <ac:spMkLst>
            <pc:docMk/>
            <pc:sldMk cId="2781782632" sldId="383"/>
            <ac:spMk id="5" creationId="{CF651CCA-9F40-4BCE-A01F-0BD5D700C5E9}"/>
          </ac:spMkLst>
        </pc:spChg>
        <pc:picChg chg="add mod">
          <ac:chgData name="鈴木 秀規" userId="f68c5fd9-22d5-4c0a-9833-7fb0f5135313" providerId="ADAL" clId="{31AF745B-ECEE-4C51-8828-E2A47B117181}" dt="2021-01-26T06:15:26.687" v="583" actId="1076"/>
          <ac:picMkLst>
            <pc:docMk/>
            <pc:sldMk cId="2781782632" sldId="383"/>
            <ac:picMk id="6" creationId="{65279780-C5FC-45B9-9309-A9C6BF38E469}"/>
          </ac:picMkLst>
        </pc:picChg>
      </pc:sldChg>
      <pc:sldChg chg="addSp delSp modSp new mod delAnim modAnim">
        <pc:chgData name="鈴木 秀規" userId="f68c5fd9-22d5-4c0a-9833-7fb0f5135313" providerId="ADAL" clId="{31AF745B-ECEE-4C51-8828-E2A47B117181}" dt="2021-01-26T06:23:26.889" v="664" actId="255"/>
        <pc:sldMkLst>
          <pc:docMk/>
          <pc:sldMk cId="4147991204" sldId="384"/>
        </pc:sldMkLst>
        <pc:spChg chg="mod">
          <ac:chgData name="鈴木 秀規" userId="f68c5fd9-22d5-4c0a-9833-7fb0f5135313" providerId="ADAL" clId="{31AF745B-ECEE-4C51-8828-E2A47B117181}" dt="2021-01-26T06:16:39.823" v="597" actId="20577"/>
          <ac:spMkLst>
            <pc:docMk/>
            <pc:sldMk cId="4147991204" sldId="384"/>
            <ac:spMk id="3" creationId="{88B1A65F-8194-42FD-B9D9-616F8BCC232B}"/>
          </ac:spMkLst>
        </pc:spChg>
        <pc:spChg chg="mod">
          <ac:chgData name="鈴木 秀規" userId="f68c5fd9-22d5-4c0a-9833-7fb0f5135313" providerId="ADAL" clId="{31AF745B-ECEE-4C51-8828-E2A47B117181}" dt="2021-01-26T06:16:53.527" v="601" actId="14100"/>
          <ac:spMkLst>
            <pc:docMk/>
            <pc:sldMk cId="4147991204" sldId="384"/>
            <ac:spMk id="5" creationId="{24DBC3E7-31A6-42EF-B371-B658D9FC74AB}"/>
          </ac:spMkLst>
        </pc:spChg>
        <pc:spChg chg="add mod">
          <ac:chgData name="鈴木 秀規" userId="f68c5fd9-22d5-4c0a-9833-7fb0f5135313" providerId="ADAL" clId="{31AF745B-ECEE-4C51-8828-E2A47B117181}" dt="2021-01-26T06:23:26.889" v="664" actId="255"/>
          <ac:spMkLst>
            <pc:docMk/>
            <pc:sldMk cId="4147991204" sldId="384"/>
            <ac:spMk id="7" creationId="{1CD216F2-0B99-4613-A820-9845B1647BC0}"/>
          </ac:spMkLst>
        </pc:spChg>
        <pc:spChg chg="add del mod">
          <ac:chgData name="鈴木 秀規" userId="f68c5fd9-22d5-4c0a-9833-7fb0f5135313" providerId="ADAL" clId="{31AF745B-ECEE-4C51-8828-E2A47B117181}" dt="2021-01-26T06:22:51.841" v="654" actId="478"/>
          <ac:spMkLst>
            <pc:docMk/>
            <pc:sldMk cId="4147991204" sldId="384"/>
            <ac:spMk id="8" creationId="{F0A0FDD0-E7FD-40D2-BB0C-A7CD33611AA9}"/>
          </ac:spMkLst>
        </pc:spChg>
        <pc:spChg chg="add del mod">
          <ac:chgData name="鈴木 秀規" userId="f68c5fd9-22d5-4c0a-9833-7fb0f5135313" providerId="ADAL" clId="{31AF745B-ECEE-4C51-8828-E2A47B117181}" dt="2021-01-26T06:19:53.679" v="621" actId="478"/>
          <ac:spMkLst>
            <pc:docMk/>
            <pc:sldMk cId="4147991204" sldId="384"/>
            <ac:spMk id="9" creationId="{941A2A67-B610-477B-8872-318FEDC6FCEB}"/>
          </ac:spMkLst>
        </pc:spChg>
        <pc:spChg chg="add mod">
          <ac:chgData name="鈴木 秀規" userId="f68c5fd9-22d5-4c0a-9833-7fb0f5135313" providerId="ADAL" clId="{31AF745B-ECEE-4C51-8828-E2A47B117181}" dt="2021-01-26T06:20:09.586" v="624" actId="14100"/>
          <ac:spMkLst>
            <pc:docMk/>
            <pc:sldMk cId="4147991204" sldId="384"/>
            <ac:spMk id="10" creationId="{EE64B79F-B591-443A-A2E7-C73CBE6ECB13}"/>
          </ac:spMkLst>
        </pc:spChg>
        <pc:picChg chg="add del mod">
          <ac:chgData name="鈴木 秀規" userId="f68c5fd9-22d5-4c0a-9833-7fb0f5135313" providerId="ADAL" clId="{31AF745B-ECEE-4C51-8828-E2A47B117181}" dt="2021-01-26T06:17:06.905" v="603" actId="478"/>
          <ac:picMkLst>
            <pc:docMk/>
            <pc:sldMk cId="4147991204" sldId="384"/>
            <ac:picMk id="6" creationId="{BA18E97F-DC42-46DB-BD15-E1F243CBE847}"/>
          </ac:picMkLst>
        </pc:picChg>
        <pc:picChg chg="add mod">
          <ac:chgData name="鈴木 秀規" userId="f68c5fd9-22d5-4c0a-9833-7fb0f5135313" providerId="ADAL" clId="{31AF745B-ECEE-4C51-8828-E2A47B117181}" dt="2021-01-26T06:19:02.426" v="613" actId="1076"/>
          <ac:picMkLst>
            <pc:docMk/>
            <pc:sldMk cId="4147991204" sldId="384"/>
            <ac:picMk id="1026" creationId="{6903FB68-4A4A-42EB-A759-26E220FD56CD}"/>
          </ac:picMkLst>
        </pc:picChg>
      </pc:sldChg>
      <pc:sldChg chg="modSp new mod">
        <pc:chgData name="鈴木 秀規" userId="f68c5fd9-22d5-4c0a-9833-7fb0f5135313" providerId="ADAL" clId="{31AF745B-ECEE-4C51-8828-E2A47B117181}" dt="2021-01-26T06:22:18.153" v="652" actId="207"/>
        <pc:sldMkLst>
          <pc:docMk/>
          <pc:sldMk cId="1389535331" sldId="385"/>
        </pc:sldMkLst>
        <pc:spChg chg="mod">
          <ac:chgData name="鈴木 秀規" userId="f68c5fd9-22d5-4c0a-9833-7fb0f5135313" providerId="ADAL" clId="{31AF745B-ECEE-4C51-8828-E2A47B117181}" dt="2021-01-26T06:20:58.455" v="626"/>
          <ac:spMkLst>
            <pc:docMk/>
            <pc:sldMk cId="1389535331" sldId="385"/>
            <ac:spMk id="3" creationId="{496F8A16-68B0-4614-9906-69CEE0EBA64D}"/>
          </ac:spMkLst>
        </pc:spChg>
        <pc:spChg chg="mod">
          <ac:chgData name="鈴木 秀規" userId="f68c5fd9-22d5-4c0a-9833-7fb0f5135313" providerId="ADAL" clId="{31AF745B-ECEE-4C51-8828-E2A47B117181}" dt="2021-01-26T06:22:18.153" v="652" actId="207"/>
          <ac:spMkLst>
            <pc:docMk/>
            <pc:sldMk cId="1389535331" sldId="385"/>
            <ac:spMk id="5" creationId="{6F728591-7CBD-4AD4-9F32-C84F67FFA042}"/>
          </ac:spMkLst>
        </pc:spChg>
      </pc:sldChg>
      <pc:sldChg chg="modSp new mod">
        <pc:chgData name="鈴木 秀規" userId="f68c5fd9-22d5-4c0a-9833-7fb0f5135313" providerId="ADAL" clId="{31AF745B-ECEE-4C51-8828-E2A47B117181}" dt="2021-01-26T06:25:31.114" v="700" actId="207"/>
        <pc:sldMkLst>
          <pc:docMk/>
          <pc:sldMk cId="3711062952" sldId="386"/>
        </pc:sldMkLst>
        <pc:spChg chg="mod">
          <ac:chgData name="鈴木 秀規" userId="f68c5fd9-22d5-4c0a-9833-7fb0f5135313" providerId="ADAL" clId="{31AF745B-ECEE-4C51-8828-E2A47B117181}" dt="2021-01-26T06:23:47.429" v="665"/>
          <ac:spMkLst>
            <pc:docMk/>
            <pc:sldMk cId="3711062952" sldId="386"/>
            <ac:spMk id="3" creationId="{BB422BF4-F7D4-4F39-B554-AB828A85924E}"/>
          </ac:spMkLst>
        </pc:spChg>
        <pc:spChg chg="mod">
          <ac:chgData name="鈴木 秀規" userId="f68c5fd9-22d5-4c0a-9833-7fb0f5135313" providerId="ADAL" clId="{31AF745B-ECEE-4C51-8828-E2A47B117181}" dt="2021-01-26T06:25:31.114" v="700" actId="207"/>
          <ac:spMkLst>
            <pc:docMk/>
            <pc:sldMk cId="3711062952" sldId="386"/>
            <ac:spMk id="5" creationId="{23BCC0A4-DBE2-4C84-BDC2-543B3A071296}"/>
          </ac:spMkLst>
        </pc:spChg>
      </pc:sldChg>
      <pc:sldChg chg="addSp delSp modSp new mod">
        <pc:chgData name="鈴木 秀規" userId="f68c5fd9-22d5-4c0a-9833-7fb0f5135313" providerId="ADAL" clId="{31AF745B-ECEE-4C51-8828-E2A47B117181}" dt="2021-01-26T06:30:36.692" v="750" actId="14100"/>
        <pc:sldMkLst>
          <pc:docMk/>
          <pc:sldMk cId="556755707" sldId="387"/>
        </pc:sldMkLst>
        <pc:spChg chg="mod">
          <ac:chgData name="鈴木 秀規" userId="f68c5fd9-22d5-4c0a-9833-7fb0f5135313" providerId="ADAL" clId="{31AF745B-ECEE-4C51-8828-E2A47B117181}" dt="2021-01-26T06:25:47.215" v="702"/>
          <ac:spMkLst>
            <pc:docMk/>
            <pc:sldMk cId="556755707" sldId="387"/>
            <ac:spMk id="3" creationId="{D055E71E-3900-411D-A4AF-1AFDE03A9EBB}"/>
          </ac:spMkLst>
        </pc:spChg>
        <pc:spChg chg="del">
          <ac:chgData name="鈴木 秀規" userId="f68c5fd9-22d5-4c0a-9833-7fb0f5135313" providerId="ADAL" clId="{31AF745B-ECEE-4C51-8828-E2A47B117181}" dt="2021-01-26T06:26:16.459" v="703" actId="478"/>
          <ac:spMkLst>
            <pc:docMk/>
            <pc:sldMk cId="556755707" sldId="387"/>
            <ac:spMk id="5" creationId="{CB977DC8-CF7B-491D-AE32-FFE9DC6D56EC}"/>
          </ac:spMkLst>
        </pc:spChg>
        <pc:spChg chg="add mod">
          <ac:chgData name="鈴木 秀規" userId="f68c5fd9-22d5-4c0a-9833-7fb0f5135313" providerId="ADAL" clId="{31AF745B-ECEE-4C51-8828-E2A47B117181}" dt="2021-01-26T06:30:36.692" v="750" actId="14100"/>
          <ac:spMkLst>
            <pc:docMk/>
            <pc:sldMk cId="556755707" sldId="387"/>
            <ac:spMk id="6" creationId="{DB5FF637-F24E-4A0E-A8E9-3B89CDB9528C}"/>
          </ac:spMkLst>
        </pc:spChg>
        <pc:spChg chg="add mod">
          <ac:chgData name="鈴木 秀規" userId="f68c5fd9-22d5-4c0a-9833-7fb0f5135313" providerId="ADAL" clId="{31AF745B-ECEE-4C51-8828-E2A47B117181}" dt="2021-01-26T06:29:57.313" v="747" actId="1036"/>
          <ac:spMkLst>
            <pc:docMk/>
            <pc:sldMk cId="556755707" sldId="387"/>
            <ac:spMk id="7" creationId="{3A7BFF58-BDCE-4270-9567-91B91CB59120}"/>
          </ac:spMkLst>
        </pc:spChg>
        <pc:spChg chg="add mod">
          <ac:chgData name="鈴木 秀規" userId="f68c5fd9-22d5-4c0a-9833-7fb0f5135313" providerId="ADAL" clId="{31AF745B-ECEE-4C51-8828-E2A47B117181}" dt="2021-01-26T06:30:03.561" v="749" actId="1036"/>
          <ac:spMkLst>
            <pc:docMk/>
            <pc:sldMk cId="556755707" sldId="387"/>
            <ac:spMk id="8" creationId="{3E47FB20-4DA8-4B89-9C1C-B56A81CFBD86}"/>
          </ac:spMkLst>
        </pc:spChg>
        <pc:spChg chg="add mod">
          <ac:chgData name="鈴木 秀規" userId="f68c5fd9-22d5-4c0a-9833-7fb0f5135313" providerId="ADAL" clId="{31AF745B-ECEE-4C51-8828-E2A47B117181}" dt="2021-01-26T06:29:46.723" v="740" actId="1076"/>
          <ac:spMkLst>
            <pc:docMk/>
            <pc:sldMk cId="556755707" sldId="387"/>
            <ac:spMk id="9" creationId="{C47ADA95-0A25-40DC-B9CF-048F22043620}"/>
          </ac:spMkLst>
        </pc:spChg>
      </pc:sldChg>
      <pc:sldChg chg="modSp new mod">
        <pc:chgData name="鈴木 秀規" userId="f68c5fd9-22d5-4c0a-9833-7fb0f5135313" providerId="ADAL" clId="{31AF745B-ECEE-4C51-8828-E2A47B117181}" dt="2021-01-26T06:33:38.699" v="790" actId="20577"/>
        <pc:sldMkLst>
          <pc:docMk/>
          <pc:sldMk cId="2438793549" sldId="388"/>
        </pc:sldMkLst>
        <pc:spChg chg="mod">
          <ac:chgData name="鈴木 秀規" userId="f68c5fd9-22d5-4c0a-9833-7fb0f5135313" providerId="ADAL" clId="{31AF745B-ECEE-4C51-8828-E2A47B117181}" dt="2021-01-26T06:31:30.837" v="752"/>
          <ac:spMkLst>
            <pc:docMk/>
            <pc:sldMk cId="2438793549" sldId="388"/>
            <ac:spMk id="3" creationId="{C610E423-A142-4AA0-8F53-A880ECB84638}"/>
          </ac:spMkLst>
        </pc:spChg>
        <pc:spChg chg="mod">
          <ac:chgData name="鈴木 秀規" userId="f68c5fd9-22d5-4c0a-9833-7fb0f5135313" providerId="ADAL" clId="{31AF745B-ECEE-4C51-8828-E2A47B117181}" dt="2021-01-26T06:33:38.699" v="790" actId="20577"/>
          <ac:spMkLst>
            <pc:docMk/>
            <pc:sldMk cId="2438793549" sldId="388"/>
            <ac:spMk id="5" creationId="{F46EF505-320C-46BD-B709-62F840190822}"/>
          </ac:spMkLst>
        </pc:spChg>
      </pc:sldChg>
      <pc:sldChg chg="addSp modSp new mod">
        <pc:chgData name="鈴木 秀規" userId="f68c5fd9-22d5-4c0a-9833-7fb0f5135313" providerId="ADAL" clId="{31AF745B-ECEE-4C51-8828-E2A47B117181}" dt="2021-01-26T06:36:17.453" v="826" actId="1076"/>
        <pc:sldMkLst>
          <pc:docMk/>
          <pc:sldMk cId="1715481522" sldId="389"/>
        </pc:sldMkLst>
        <pc:spChg chg="mod">
          <ac:chgData name="鈴木 秀規" userId="f68c5fd9-22d5-4c0a-9833-7fb0f5135313" providerId="ADAL" clId="{31AF745B-ECEE-4C51-8828-E2A47B117181}" dt="2021-01-26T06:33:54.359" v="792"/>
          <ac:spMkLst>
            <pc:docMk/>
            <pc:sldMk cId="1715481522" sldId="389"/>
            <ac:spMk id="3" creationId="{274C6DF9-4F40-4E35-B127-AD76C03E164C}"/>
          </ac:spMkLst>
        </pc:spChg>
        <pc:spChg chg="mod">
          <ac:chgData name="鈴木 秀規" userId="f68c5fd9-22d5-4c0a-9833-7fb0f5135313" providerId="ADAL" clId="{31AF745B-ECEE-4C51-8828-E2A47B117181}" dt="2021-01-26T06:34:13.444" v="798" actId="14100"/>
          <ac:spMkLst>
            <pc:docMk/>
            <pc:sldMk cId="1715481522" sldId="389"/>
            <ac:spMk id="5" creationId="{3C1DD7FF-865D-416B-9120-CF864BAE9874}"/>
          </ac:spMkLst>
        </pc:spChg>
        <pc:graphicFrameChg chg="add mod modGraphic">
          <ac:chgData name="鈴木 秀規" userId="f68c5fd9-22d5-4c0a-9833-7fb0f5135313" providerId="ADAL" clId="{31AF745B-ECEE-4C51-8828-E2A47B117181}" dt="2021-01-26T06:35:31.045" v="808" actId="1076"/>
          <ac:graphicFrameMkLst>
            <pc:docMk/>
            <pc:sldMk cId="1715481522" sldId="389"/>
            <ac:graphicFrameMk id="6" creationId="{631281BD-0237-40F4-91CF-FA5B941265D3}"/>
          </ac:graphicFrameMkLst>
        </pc:graphicFrameChg>
        <pc:picChg chg="add mod">
          <ac:chgData name="鈴木 秀規" userId="f68c5fd9-22d5-4c0a-9833-7fb0f5135313" providerId="ADAL" clId="{31AF745B-ECEE-4C51-8828-E2A47B117181}" dt="2021-01-26T06:36:17.453" v="826" actId="1076"/>
          <ac:picMkLst>
            <pc:docMk/>
            <pc:sldMk cId="1715481522" sldId="389"/>
            <ac:picMk id="7" creationId="{E45271C7-AA74-43AE-A4E8-DE6603F047A6}"/>
          </ac:picMkLst>
        </pc:picChg>
        <pc:picChg chg="add mod">
          <ac:chgData name="鈴木 秀規" userId="f68c5fd9-22d5-4c0a-9833-7fb0f5135313" providerId="ADAL" clId="{31AF745B-ECEE-4C51-8828-E2A47B117181}" dt="2021-01-26T06:36:12.681" v="825" actId="1076"/>
          <ac:picMkLst>
            <pc:docMk/>
            <pc:sldMk cId="1715481522" sldId="389"/>
            <ac:picMk id="8" creationId="{640D49C3-8B55-4FF1-AE83-D00762148637}"/>
          </ac:picMkLst>
        </pc:picChg>
        <pc:picChg chg="add mod">
          <ac:chgData name="鈴木 秀規" userId="f68c5fd9-22d5-4c0a-9833-7fb0f5135313" providerId="ADAL" clId="{31AF745B-ECEE-4C51-8828-E2A47B117181}" dt="2021-01-26T06:36:07.752" v="824" actId="1038"/>
          <ac:picMkLst>
            <pc:docMk/>
            <pc:sldMk cId="1715481522" sldId="389"/>
            <ac:picMk id="9" creationId="{F251F0C4-D23F-4222-A6DB-D2308DA9E82F}"/>
          </ac:picMkLst>
        </pc:picChg>
      </pc:sldChg>
      <pc:sldChg chg="addSp modSp new mod">
        <pc:chgData name="鈴木 秀規" userId="f68c5fd9-22d5-4c0a-9833-7fb0f5135313" providerId="ADAL" clId="{31AF745B-ECEE-4C51-8828-E2A47B117181}" dt="2021-01-26T06:38:34.845" v="845" actId="14100"/>
        <pc:sldMkLst>
          <pc:docMk/>
          <pc:sldMk cId="2118453056" sldId="390"/>
        </pc:sldMkLst>
        <pc:spChg chg="mod">
          <ac:chgData name="鈴木 秀規" userId="f68c5fd9-22d5-4c0a-9833-7fb0f5135313" providerId="ADAL" clId="{31AF745B-ECEE-4C51-8828-E2A47B117181}" dt="2021-01-26T06:36:54.867" v="828"/>
          <ac:spMkLst>
            <pc:docMk/>
            <pc:sldMk cId="2118453056" sldId="390"/>
            <ac:spMk id="3" creationId="{21605FE5-64C9-4BF4-9F3F-7B719FB78C85}"/>
          </ac:spMkLst>
        </pc:spChg>
        <pc:spChg chg="mod">
          <ac:chgData name="鈴木 秀規" userId="f68c5fd9-22d5-4c0a-9833-7fb0f5135313" providerId="ADAL" clId="{31AF745B-ECEE-4C51-8828-E2A47B117181}" dt="2021-01-26T06:37:11.632" v="832" actId="14100"/>
          <ac:spMkLst>
            <pc:docMk/>
            <pc:sldMk cId="2118453056" sldId="390"/>
            <ac:spMk id="5" creationId="{C116B22A-AD6D-47DA-A67D-CEC3EDD5618A}"/>
          </ac:spMkLst>
        </pc:spChg>
        <pc:spChg chg="add mod">
          <ac:chgData name="鈴木 秀規" userId="f68c5fd9-22d5-4c0a-9833-7fb0f5135313" providerId="ADAL" clId="{31AF745B-ECEE-4C51-8828-E2A47B117181}" dt="2021-01-26T06:38:34.845" v="845" actId="14100"/>
          <ac:spMkLst>
            <pc:docMk/>
            <pc:sldMk cId="2118453056" sldId="390"/>
            <ac:spMk id="7" creationId="{1BB70643-3072-4F68-9F32-5E53C7C57439}"/>
          </ac:spMkLst>
        </pc:spChg>
        <pc:graphicFrameChg chg="add mod modGraphic">
          <ac:chgData name="鈴木 秀規" userId="f68c5fd9-22d5-4c0a-9833-7fb0f5135313" providerId="ADAL" clId="{31AF745B-ECEE-4C51-8828-E2A47B117181}" dt="2021-01-26T06:38:29.060" v="843" actId="404"/>
          <ac:graphicFrameMkLst>
            <pc:docMk/>
            <pc:sldMk cId="2118453056" sldId="390"/>
            <ac:graphicFrameMk id="6" creationId="{297DB172-46A9-4949-8D1D-B1671A9C80CD}"/>
          </ac:graphicFrameMkLst>
        </pc:graphicFrameChg>
      </pc:sldChg>
      <pc:sldChg chg="addSp modSp new mod">
        <pc:chgData name="鈴木 秀規" userId="f68c5fd9-22d5-4c0a-9833-7fb0f5135313" providerId="ADAL" clId="{31AF745B-ECEE-4C51-8828-E2A47B117181}" dt="2021-01-26T06:40:17.458" v="866" actId="1076"/>
        <pc:sldMkLst>
          <pc:docMk/>
          <pc:sldMk cId="2854077937" sldId="391"/>
        </pc:sldMkLst>
        <pc:spChg chg="mod">
          <ac:chgData name="鈴木 秀規" userId="f68c5fd9-22d5-4c0a-9833-7fb0f5135313" providerId="ADAL" clId="{31AF745B-ECEE-4C51-8828-E2A47B117181}" dt="2021-01-26T06:39:01.335" v="847"/>
          <ac:spMkLst>
            <pc:docMk/>
            <pc:sldMk cId="2854077937" sldId="391"/>
            <ac:spMk id="3" creationId="{7A506605-B0B9-4B0D-8607-6103FC129341}"/>
          </ac:spMkLst>
        </pc:spChg>
        <pc:spChg chg="mod">
          <ac:chgData name="鈴木 秀規" userId="f68c5fd9-22d5-4c0a-9833-7fb0f5135313" providerId="ADAL" clId="{31AF745B-ECEE-4C51-8828-E2A47B117181}" dt="2021-01-26T06:39:59.122" v="863" actId="20577"/>
          <ac:spMkLst>
            <pc:docMk/>
            <pc:sldMk cId="2854077937" sldId="391"/>
            <ac:spMk id="5" creationId="{B70CD2A3-08F1-4371-A97B-69D3EEECE0B6}"/>
          </ac:spMkLst>
        </pc:spChg>
        <pc:spChg chg="add mod">
          <ac:chgData name="鈴木 秀規" userId="f68c5fd9-22d5-4c0a-9833-7fb0f5135313" providerId="ADAL" clId="{31AF745B-ECEE-4C51-8828-E2A47B117181}" dt="2021-01-26T06:40:15.257" v="865" actId="14100"/>
          <ac:spMkLst>
            <pc:docMk/>
            <pc:sldMk cId="2854077937" sldId="391"/>
            <ac:spMk id="6" creationId="{E4998E1D-F552-42EC-8877-9BDAE4238C38}"/>
          </ac:spMkLst>
        </pc:spChg>
        <pc:spChg chg="add mod">
          <ac:chgData name="鈴木 秀規" userId="f68c5fd9-22d5-4c0a-9833-7fb0f5135313" providerId="ADAL" clId="{31AF745B-ECEE-4C51-8828-E2A47B117181}" dt="2021-01-26T06:40:17.458" v="866" actId="1076"/>
          <ac:spMkLst>
            <pc:docMk/>
            <pc:sldMk cId="2854077937" sldId="391"/>
            <ac:spMk id="7" creationId="{7E5A696E-578D-4B92-8E2F-29C2483A1788}"/>
          </ac:spMkLst>
        </pc:spChg>
      </pc:sldChg>
      <pc:sldChg chg="modSp new mod">
        <pc:chgData name="鈴木 秀規" userId="f68c5fd9-22d5-4c0a-9833-7fb0f5135313" providerId="ADAL" clId="{31AF745B-ECEE-4C51-8828-E2A47B117181}" dt="2021-01-26T06:42:05.724" v="899" actId="207"/>
        <pc:sldMkLst>
          <pc:docMk/>
          <pc:sldMk cId="2566377597" sldId="392"/>
        </pc:sldMkLst>
        <pc:spChg chg="mod">
          <ac:chgData name="鈴木 秀規" userId="f68c5fd9-22d5-4c0a-9833-7fb0f5135313" providerId="ADAL" clId="{31AF745B-ECEE-4C51-8828-E2A47B117181}" dt="2021-01-26T06:40:32.225" v="868"/>
          <ac:spMkLst>
            <pc:docMk/>
            <pc:sldMk cId="2566377597" sldId="392"/>
            <ac:spMk id="3" creationId="{3CDA359F-22F3-44B7-A8BB-5C7D6B8EB399}"/>
          </ac:spMkLst>
        </pc:spChg>
        <pc:spChg chg="mod">
          <ac:chgData name="鈴木 秀規" userId="f68c5fd9-22d5-4c0a-9833-7fb0f5135313" providerId="ADAL" clId="{31AF745B-ECEE-4C51-8828-E2A47B117181}" dt="2021-01-26T06:42:05.724" v="899" actId="207"/>
          <ac:spMkLst>
            <pc:docMk/>
            <pc:sldMk cId="2566377597" sldId="392"/>
            <ac:spMk id="5" creationId="{1EADADA1-FD30-495E-ADBE-241685CE217B}"/>
          </ac:spMkLst>
        </pc:spChg>
      </pc:sldChg>
      <pc:sldChg chg="modSp new mod">
        <pc:chgData name="鈴木 秀規" userId="f68c5fd9-22d5-4c0a-9833-7fb0f5135313" providerId="ADAL" clId="{31AF745B-ECEE-4C51-8828-E2A47B117181}" dt="2021-01-26T06:43:26.060" v="923" actId="207"/>
        <pc:sldMkLst>
          <pc:docMk/>
          <pc:sldMk cId="1398339670" sldId="393"/>
        </pc:sldMkLst>
        <pc:spChg chg="mod">
          <ac:chgData name="鈴木 秀規" userId="f68c5fd9-22d5-4c0a-9833-7fb0f5135313" providerId="ADAL" clId="{31AF745B-ECEE-4C51-8828-E2A47B117181}" dt="2021-01-26T06:42:21.385" v="901"/>
          <ac:spMkLst>
            <pc:docMk/>
            <pc:sldMk cId="1398339670" sldId="393"/>
            <ac:spMk id="3" creationId="{CC2600F4-4C41-40A4-B127-4C95273C2234}"/>
          </ac:spMkLst>
        </pc:spChg>
        <pc:spChg chg="mod">
          <ac:chgData name="鈴木 秀規" userId="f68c5fd9-22d5-4c0a-9833-7fb0f5135313" providerId="ADAL" clId="{31AF745B-ECEE-4C51-8828-E2A47B117181}" dt="2021-01-26T06:43:26.060" v="923" actId="207"/>
          <ac:spMkLst>
            <pc:docMk/>
            <pc:sldMk cId="1398339670" sldId="393"/>
            <ac:spMk id="5" creationId="{B8045AC5-6FD9-48E8-8FFD-CD130F3B1311}"/>
          </ac:spMkLst>
        </pc:spChg>
      </pc:sldChg>
    </pc:docChg>
  </pc:docChgLst>
  <pc:docChgLst>
    <pc:chgData name="鈴木 秀規" userId="f68c5fd9-22d5-4c0a-9833-7fb0f5135313" providerId="ADAL" clId="{89E477C8-882C-4DDE-9C80-DFB373724EDC}"/>
    <pc:docChg chg="undo custSel addSld delSld modSld sldOrd">
      <pc:chgData name="鈴木 秀規" userId="f68c5fd9-22d5-4c0a-9833-7fb0f5135313" providerId="ADAL" clId="{89E477C8-882C-4DDE-9C80-DFB373724EDC}" dt="2021-01-28T02:04:03.219" v="2314" actId="207"/>
      <pc:docMkLst>
        <pc:docMk/>
      </pc:docMkLst>
      <pc:sldChg chg="modSp mod">
        <pc:chgData name="鈴木 秀規" userId="f68c5fd9-22d5-4c0a-9833-7fb0f5135313" providerId="ADAL" clId="{89E477C8-882C-4DDE-9C80-DFB373724EDC}" dt="2021-01-26T07:45:28.115" v="1" actId="20577"/>
        <pc:sldMkLst>
          <pc:docMk/>
          <pc:sldMk cId="0" sldId="256"/>
        </pc:sldMkLst>
        <pc:spChg chg="mod">
          <ac:chgData name="鈴木 秀規" userId="f68c5fd9-22d5-4c0a-9833-7fb0f5135313" providerId="ADAL" clId="{89E477C8-882C-4DDE-9C80-DFB373724EDC}" dt="2021-01-26T07:45:28.115" v="1" actId="20577"/>
          <ac:spMkLst>
            <pc:docMk/>
            <pc:sldMk cId="0" sldId="256"/>
            <ac:spMk id="56" creationId="{00000000-0000-0000-0000-000000000000}"/>
          </ac:spMkLst>
        </pc:spChg>
      </pc:sldChg>
      <pc:sldChg chg="addSp delSp modSp mod">
        <pc:chgData name="鈴木 秀規" userId="f68c5fd9-22d5-4c0a-9833-7fb0f5135313" providerId="ADAL" clId="{89E477C8-882C-4DDE-9C80-DFB373724EDC}" dt="2021-01-26T08:03:59.120" v="443" actId="207"/>
        <pc:sldMkLst>
          <pc:docMk/>
          <pc:sldMk cId="1859091905" sldId="362"/>
        </pc:sldMkLst>
        <pc:spChg chg="add del">
          <ac:chgData name="鈴木 秀規" userId="f68c5fd9-22d5-4c0a-9833-7fb0f5135313" providerId="ADAL" clId="{89E477C8-882C-4DDE-9C80-DFB373724EDC}" dt="2021-01-26T07:47:23.226" v="17" actId="478"/>
          <ac:spMkLst>
            <pc:docMk/>
            <pc:sldMk cId="1859091905" sldId="362"/>
            <ac:spMk id="2" creationId="{92E5F6D1-4805-4635-9E4D-3BD3DD954908}"/>
          </ac:spMkLst>
        </pc:spChg>
        <pc:spChg chg="add del mod">
          <ac:chgData name="鈴木 秀規" userId="f68c5fd9-22d5-4c0a-9833-7fb0f5135313" providerId="ADAL" clId="{89E477C8-882C-4DDE-9C80-DFB373724EDC}" dt="2021-01-26T07:49:07.797" v="44" actId="478"/>
          <ac:spMkLst>
            <pc:docMk/>
            <pc:sldMk cId="1859091905" sldId="362"/>
            <ac:spMk id="3" creationId="{0E0814CB-A348-4B0A-BCC8-27662E7B5990}"/>
          </ac:spMkLst>
        </pc:spChg>
        <pc:spChg chg="add del mod">
          <ac:chgData name="鈴木 秀規" userId="f68c5fd9-22d5-4c0a-9833-7fb0f5135313" providerId="ADAL" clId="{89E477C8-882C-4DDE-9C80-DFB373724EDC}" dt="2021-01-26T07:46:52.778" v="10" actId="478"/>
          <ac:spMkLst>
            <pc:docMk/>
            <pc:sldMk cId="1859091905" sldId="362"/>
            <ac:spMk id="6" creationId="{0265A560-2DAC-4386-AADC-248233F94E1E}"/>
          </ac:spMkLst>
        </pc:spChg>
        <pc:spChg chg="mod">
          <ac:chgData name="鈴木 秀規" userId="f68c5fd9-22d5-4c0a-9833-7fb0f5135313" providerId="ADAL" clId="{89E477C8-882C-4DDE-9C80-DFB373724EDC}" dt="2021-01-26T07:45:55.396" v="3"/>
          <ac:spMkLst>
            <pc:docMk/>
            <pc:sldMk cId="1859091905" sldId="362"/>
            <ac:spMk id="7" creationId="{58177CF6-E256-4D88-B489-5F2EFF09AC4C}"/>
          </ac:spMkLst>
        </pc:spChg>
        <pc:spChg chg="mod">
          <ac:chgData name="鈴木 秀規" userId="f68c5fd9-22d5-4c0a-9833-7fb0f5135313" providerId="ADAL" clId="{89E477C8-882C-4DDE-9C80-DFB373724EDC}" dt="2021-01-26T07:46:49.158" v="7" actId="14100"/>
          <ac:spMkLst>
            <pc:docMk/>
            <pc:sldMk cId="1859091905" sldId="362"/>
            <ac:spMk id="8" creationId="{C57C43D1-E1C5-418D-A114-931FDA96CE3D}"/>
          </ac:spMkLst>
        </pc:spChg>
        <pc:spChg chg="add mod">
          <ac:chgData name="鈴木 秀規" userId="f68c5fd9-22d5-4c0a-9833-7fb0f5135313" providerId="ADAL" clId="{89E477C8-882C-4DDE-9C80-DFB373724EDC}" dt="2021-01-26T08:03:14.823" v="435" actId="14100"/>
          <ac:spMkLst>
            <pc:docMk/>
            <pc:sldMk cId="1859091905" sldId="362"/>
            <ac:spMk id="9" creationId="{5C894CD6-9E1B-4BAC-8173-E34A213C125E}"/>
          </ac:spMkLst>
        </pc:spChg>
        <pc:spChg chg="add del mod">
          <ac:chgData name="鈴木 秀規" userId="f68c5fd9-22d5-4c0a-9833-7fb0f5135313" providerId="ADAL" clId="{89E477C8-882C-4DDE-9C80-DFB373724EDC}" dt="2021-01-26T07:47:21.482" v="16" actId="478"/>
          <ac:spMkLst>
            <pc:docMk/>
            <pc:sldMk cId="1859091905" sldId="362"/>
            <ac:spMk id="10" creationId="{73DAB571-D70F-43DD-A3C8-264347789DA9}"/>
          </ac:spMkLst>
        </pc:spChg>
        <pc:spChg chg="add mod ord">
          <ac:chgData name="鈴木 秀規" userId="f68c5fd9-22d5-4c0a-9833-7fb0f5135313" providerId="ADAL" clId="{89E477C8-882C-4DDE-9C80-DFB373724EDC}" dt="2021-01-26T08:03:17.045" v="436" actId="14100"/>
          <ac:spMkLst>
            <pc:docMk/>
            <pc:sldMk cId="1859091905" sldId="362"/>
            <ac:spMk id="11" creationId="{FE06ECD6-C85C-4A9B-A8EA-8419C55AAE42}"/>
          </ac:spMkLst>
        </pc:spChg>
        <pc:spChg chg="add mod">
          <ac:chgData name="鈴木 秀規" userId="f68c5fd9-22d5-4c0a-9833-7fb0f5135313" providerId="ADAL" clId="{89E477C8-882C-4DDE-9C80-DFB373724EDC}" dt="2021-01-26T08:03:04.958" v="433" actId="14100"/>
          <ac:spMkLst>
            <pc:docMk/>
            <pc:sldMk cId="1859091905" sldId="362"/>
            <ac:spMk id="12" creationId="{141F7DCE-666E-41D5-863D-B6587775D22E}"/>
          </ac:spMkLst>
        </pc:spChg>
        <pc:spChg chg="add mod">
          <ac:chgData name="鈴木 秀規" userId="f68c5fd9-22d5-4c0a-9833-7fb0f5135313" providerId="ADAL" clId="{89E477C8-882C-4DDE-9C80-DFB373724EDC}" dt="2021-01-26T07:50:49.075" v="99" actId="122"/>
          <ac:spMkLst>
            <pc:docMk/>
            <pc:sldMk cId="1859091905" sldId="362"/>
            <ac:spMk id="13" creationId="{68E566C5-31D7-4EAC-B4CE-54A2FD15C730}"/>
          </ac:spMkLst>
        </pc:spChg>
        <pc:spChg chg="add mod">
          <ac:chgData name="鈴木 秀規" userId="f68c5fd9-22d5-4c0a-9833-7fb0f5135313" providerId="ADAL" clId="{89E477C8-882C-4DDE-9C80-DFB373724EDC}" dt="2021-01-26T07:50:49.075" v="99" actId="122"/>
          <ac:spMkLst>
            <pc:docMk/>
            <pc:sldMk cId="1859091905" sldId="362"/>
            <ac:spMk id="14" creationId="{5FBDE6F9-C2F2-4867-93EB-58A1D7802C2B}"/>
          </ac:spMkLst>
        </pc:spChg>
        <pc:spChg chg="add mod">
          <ac:chgData name="鈴木 秀規" userId="f68c5fd9-22d5-4c0a-9833-7fb0f5135313" providerId="ADAL" clId="{89E477C8-882C-4DDE-9C80-DFB373724EDC}" dt="2021-01-26T07:50:49.075" v="99" actId="122"/>
          <ac:spMkLst>
            <pc:docMk/>
            <pc:sldMk cId="1859091905" sldId="362"/>
            <ac:spMk id="15" creationId="{B5FE1B07-A169-4D9D-B87C-699F630BC13A}"/>
          </ac:spMkLst>
        </pc:spChg>
        <pc:spChg chg="add mod ord">
          <ac:chgData name="鈴木 秀規" userId="f68c5fd9-22d5-4c0a-9833-7fb0f5135313" providerId="ADAL" clId="{89E477C8-882C-4DDE-9C80-DFB373724EDC}" dt="2021-01-26T07:53:04.930" v="137" actId="207"/>
          <ac:spMkLst>
            <pc:docMk/>
            <pc:sldMk cId="1859091905" sldId="362"/>
            <ac:spMk id="16" creationId="{E83750D9-63CB-46EA-91FA-A651A9651075}"/>
          </ac:spMkLst>
        </pc:spChg>
        <pc:spChg chg="add mod ord">
          <ac:chgData name="鈴木 秀規" userId="f68c5fd9-22d5-4c0a-9833-7fb0f5135313" providerId="ADAL" clId="{89E477C8-882C-4DDE-9C80-DFB373724EDC}" dt="2021-01-26T07:53:04.930" v="137" actId="207"/>
          <ac:spMkLst>
            <pc:docMk/>
            <pc:sldMk cId="1859091905" sldId="362"/>
            <ac:spMk id="17" creationId="{FC0769DA-ED2F-46A9-93A5-C07CE6C1DC3F}"/>
          </ac:spMkLst>
        </pc:spChg>
        <pc:spChg chg="add mod ord">
          <ac:chgData name="鈴木 秀規" userId="f68c5fd9-22d5-4c0a-9833-7fb0f5135313" providerId="ADAL" clId="{89E477C8-882C-4DDE-9C80-DFB373724EDC}" dt="2021-01-26T07:53:04.930" v="137" actId="207"/>
          <ac:spMkLst>
            <pc:docMk/>
            <pc:sldMk cId="1859091905" sldId="362"/>
            <ac:spMk id="18" creationId="{2A7BD536-9C5D-44FA-94B8-B3F7E84E5B97}"/>
          </ac:spMkLst>
        </pc:spChg>
        <pc:spChg chg="add mod">
          <ac:chgData name="鈴木 秀規" userId="f68c5fd9-22d5-4c0a-9833-7fb0f5135313" providerId="ADAL" clId="{89E477C8-882C-4DDE-9C80-DFB373724EDC}" dt="2021-01-26T07:57:16.250" v="258" actId="1076"/>
          <ac:spMkLst>
            <pc:docMk/>
            <pc:sldMk cId="1859091905" sldId="362"/>
            <ac:spMk id="21" creationId="{0AB77973-9417-4DCE-AF82-689FF3E7ECA3}"/>
          </ac:spMkLst>
        </pc:spChg>
        <pc:spChg chg="add mod">
          <ac:chgData name="鈴木 秀規" userId="f68c5fd9-22d5-4c0a-9833-7fb0f5135313" providerId="ADAL" clId="{89E477C8-882C-4DDE-9C80-DFB373724EDC}" dt="2021-01-26T07:55:20.883" v="181" actId="1076"/>
          <ac:spMkLst>
            <pc:docMk/>
            <pc:sldMk cId="1859091905" sldId="362"/>
            <ac:spMk id="22" creationId="{16E9E172-CD6A-4435-84D9-2E6141BF41F3}"/>
          </ac:spMkLst>
        </pc:spChg>
        <pc:spChg chg="add mod">
          <ac:chgData name="鈴木 秀規" userId="f68c5fd9-22d5-4c0a-9833-7fb0f5135313" providerId="ADAL" clId="{89E477C8-882C-4DDE-9C80-DFB373724EDC}" dt="2021-01-26T07:55:40.763" v="203" actId="20577"/>
          <ac:spMkLst>
            <pc:docMk/>
            <pc:sldMk cId="1859091905" sldId="362"/>
            <ac:spMk id="23" creationId="{0AF3A0FB-0B79-4774-915A-B48357FAF8C6}"/>
          </ac:spMkLst>
        </pc:spChg>
        <pc:spChg chg="add mod">
          <ac:chgData name="鈴木 秀規" userId="f68c5fd9-22d5-4c0a-9833-7fb0f5135313" providerId="ADAL" clId="{89E477C8-882C-4DDE-9C80-DFB373724EDC}" dt="2021-01-26T08:01:41.381" v="411" actId="1037"/>
          <ac:spMkLst>
            <pc:docMk/>
            <pc:sldMk cId="1859091905" sldId="362"/>
            <ac:spMk id="37" creationId="{810BEF0F-9E4D-4704-87DF-51BF9D7C4CAD}"/>
          </ac:spMkLst>
        </pc:spChg>
        <pc:spChg chg="add mod">
          <ac:chgData name="鈴木 秀規" userId="f68c5fd9-22d5-4c0a-9833-7fb0f5135313" providerId="ADAL" clId="{89E477C8-882C-4DDE-9C80-DFB373724EDC}" dt="2021-01-26T08:00:09.668" v="364" actId="1035"/>
          <ac:spMkLst>
            <pc:docMk/>
            <pc:sldMk cId="1859091905" sldId="362"/>
            <ac:spMk id="38" creationId="{F635ED57-68F7-4ED1-9CDF-DEC970A12A25}"/>
          </ac:spMkLst>
        </pc:spChg>
        <pc:spChg chg="add mod">
          <ac:chgData name="鈴木 秀規" userId="f68c5fd9-22d5-4c0a-9833-7fb0f5135313" providerId="ADAL" clId="{89E477C8-882C-4DDE-9C80-DFB373724EDC}" dt="2021-01-26T07:59:31.863" v="343" actId="571"/>
          <ac:spMkLst>
            <pc:docMk/>
            <pc:sldMk cId="1859091905" sldId="362"/>
            <ac:spMk id="44" creationId="{E6017941-A836-42CF-BD82-709E738B1148}"/>
          </ac:spMkLst>
        </pc:spChg>
        <pc:spChg chg="add mod">
          <ac:chgData name="鈴木 秀規" userId="f68c5fd9-22d5-4c0a-9833-7fb0f5135313" providerId="ADAL" clId="{89E477C8-882C-4DDE-9C80-DFB373724EDC}" dt="2021-01-26T07:59:31.863" v="343" actId="571"/>
          <ac:spMkLst>
            <pc:docMk/>
            <pc:sldMk cId="1859091905" sldId="362"/>
            <ac:spMk id="45" creationId="{F9DC93C5-F221-40D7-95AB-67508DA91CE4}"/>
          </ac:spMkLst>
        </pc:spChg>
        <pc:spChg chg="add mod">
          <ac:chgData name="鈴木 秀規" userId="f68c5fd9-22d5-4c0a-9833-7fb0f5135313" providerId="ADAL" clId="{89E477C8-882C-4DDE-9C80-DFB373724EDC}" dt="2021-01-26T08:00:38.912" v="380" actId="1037"/>
          <ac:spMkLst>
            <pc:docMk/>
            <pc:sldMk cId="1859091905" sldId="362"/>
            <ac:spMk id="54" creationId="{266E822E-A1F4-4F69-8477-0E6EF3210D03}"/>
          </ac:spMkLst>
        </pc:spChg>
        <pc:spChg chg="add mod">
          <ac:chgData name="鈴木 秀規" userId="f68c5fd9-22d5-4c0a-9833-7fb0f5135313" providerId="ADAL" clId="{89E477C8-882C-4DDE-9C80-DFB373724EDC}" dt="2021-01-26T08:03:12.075" v="434" actId="207"/>
          <ac:spMkLst>
            <pc:docMk/>
            <pc:sldMk cId="1859091905" sldId="362"/>
            <ac:spMk id="59" creationId="{CFF5B219-4DDF-4B37-A64F-2304FFABF712}"/>
          </ac:spMkLst>
        </pc:spChg>
        <pc:spChg chg="add mod">
          <ac:chgData name="鈴木 秀規" userId="f68c5fd9-22d5-4c0a-9833-7fb0f5135313" providerId="ADAL" clId="{89E477C8-882C-4DDE-9C80-DFB373724EDC}" dt="2021-01-26T08:03:59.120" v="443" actId="207"/>
          <ac:spMkLst>
            <pc:docMk/>
            <pc:sldMk cId="1859091905" sldId="362"/>
            <ac:spMk id="72" creationId="{83F0BF49-8189-4578-8B5F-CF276A24D0CA}"/>
          </ac:spMkLst>
        </pc:spChg>
        <pc:cxnChg chg="add mod ord">
          <ac:chgData name="鈴木 秀規" userId="f68c5fd9-22d5-4c0a-9833-7fb0f5135313" providerId="ADAL" clId="{89E477C8-882C-4DDE-9C80-DFB373724EDC}" dt="2021-01-26T08:02:48.105" v="428" actId="14100"/>
          <ac:cxnSpMkLst>
            <pc:docMk/>
            <pc:sldMk cId="1859091905" sldId="362"/>
            <ac:cxnSpMk id="20" creationId="{134534F1-08CD-4AB7-99C9-9FC436F331A2}"/>
          </ac:cxnSpMkLst>
        </pc:cxnChg>
        <pc:cxnChg chg="add mod">
          <ac:chgData name="鈴木 秀規" userId="f68c5fd9-22d5-4c0a-9833-7fb0f5135313" providerId="ADAL" clId="{89E477C8-882C-4DDE-9C80-DFB373724EDC}" dt="2021-01-26T08:02:51.594" v="429" actId="14100"/>
          <ac:cxnSpMkLst>
            <pc:docMk/>
            <pc:sldMk cId="1859091905" sldId="362"/>
            <ac:cxnSpMk id="24" creationId="{019FAB17-44B5-4AE2-AF12-6643EFA8830B}"/>
          </ac:cxnSpMkLst>
        </pc:cxnChg>
        <pc:cxnChg chg="add mod">
          <ac:chgData name="鈴木 秀規" userId="f68c5fd9-22d5-4c0a-9833-7fb0f5135313" providerId="ADAL" clId="{89E477C8-882C-4DDE-9C80-DFB373724EDC}" dt="2021-01-26T08:02:54.148" v="430" actId="14100"/>
          <ac:cxnSpMkLst>
            <pc:docMk/>
            <pc:sldMk cId="1859091905" sldId="362"/>
            <ac:cxnSpMk id="27" creationId="{1EBAE8EE-EAC3-4F4B-9A50-BAD58EB53B79}"/>
          </ac:cxnSpMkLst>
        </pc:cxnChg>
        <pc:cxnChg chg="add mod">
          <ac:chgData name="鈴木 秀規" userId="f68c5fd9-22d5-4c0a-9833-7fb0f5135313" providerId="ADAL" clId="{89E477C8-882C-4DDE-9C80-DFB373724EDC}" dt="2021-01-26T08:02:33.870" v="427" actId="692"/>
          <ac:cxnSpMkLst>
            <pc:docMk/>
            <pc:sldMk cId="1859091905" sldId="362"/>
            <ac:cxnSpMk id="31" creationId="{A6BADF17-B0D0-4743-A0B1-41D4A54BD609}"/>
          </ac:cxnSpMkLst>
        </pc:cxnChg>
        <pc:cxnChg chg="add mod">
          <ac:chgData name="鈴木 秀規" userId="f68c5fd9-22d5-4c0a-9833-7fb0f5135313" providerId="ADAL" clId="{89E477C8-882C-4DDE-9C80-DFB373724EDC}" dt="2021-01-26T08:02:33.870" v="427" actId="692"/>
          <ac:cxnSpMkLst>
            <pc:docMk/>
            <pc:sldMk cId="1859091905" sldId="362"/>
            <ac:cxnSpMk id="32" creationId="{BB2AB40A-D1FF-499D-96E4-CC02DBFD0C45}"/>
          </ac:cxnSpMkLst>
        </pc:cxnChg>
        <pc:cxnChg chg="add mod">
          <ac:chgData name="鈴木 秀規" userId="f68c5fd9-22d5-4c0a-9833-7fb0f5135313" providerId="ADAL" clId="{89E477C8-882C-4DDE-9C80-DFB373724EDC}" dt="2021-01-26T08:02:33.870" v="427" actId="692"/>
          <ac:cxnSpMkLst>
            <pc:docMk/>
            <pc:sldMk cId="1859091905" sldId="362"/>
            <ac:cxnSpMk id="40" creationId="{2CAE687F-4F06-4637-9A81-133CDE1DDFD1}"/>
          </ac:cxnSpMkLst>
        </pc:cxnChg>
        <pc:cxnChg chg="add del mod">
          <ac:chgData name="鈴木 秀規" userId="f68c5fd9-22d5-4c0a-9833-7fb0f5135313" providerId="ADAL" clId="{89E477C8-882C-4DDE-9C80-DFB373724EDC}" dt="2021-01-26T07:59:19.993" v="340"/>
          <ac:cxnSpMkLst>
            <pc:docMk/>
            <pc:sldMk cId="1859091905" sldId="362"/>
            <ac:cxnSpMk id="42" creationId="{5AA0BF02-C0A5-4738-9C26-191F009E8F18}"/>
          </ac:cxnSpMkLst>
        </pc:cxnChg>
        <pc:cxnChg chg="add mod">
          <ac:chgData name="鈴木 秀規" userId="f68c5fd9-22d5-4c0a-9833-7fb0f5135313" providerId="ADAL" clId="{89E477C8-882C-4DDE-9C80-DFB373724EDC}" dt="2021-01-26T08:02:33.870" v="427" actId="692"/>
          <ac:cxnSpMkLst>
            <pc:docMk/>
            <pc:sldMk cId="1859091905" sldId="362"/>
            <ac:cxnSpMk id="43" creationId="{A5774DB9-1F03-4A1A-AF9A-AED333B85D23}"/>
          </ac:cxnSpMkLst>
        </pc:cxnChg>
        <pc:cxnChg chg="add mod">
          <ac:chgData name="鈴木 秀規" userId="f68c5fd9-22d5-4c0a-9833-7fb0f5135313" providerId="ADAL" clId="{89E477C8-882C-4DDE-9C80-DFB373724EDC}" dt="2021-01-26T08:02:33.870" v="427" actId="692"/>
          <ac:cxnSpMkLst>
            <pc:docMk/>
            <pc:sldMk cId="1859091905" sldId="362"/>
            <ac:cxnSpMk id="47" creationId="{864068D4-A178-418F-82A7-F8CD61001708}"/>
          </ac:cxnSpMkLst>
        </pc:cxnChg>
        <pc:cxnChg chg="add mod">
          <ac:chgData name="鈴木 秀規" userId="f68c5fd9-22d5-4c0a-9833-7fb0f5135313" providerId="ADAL" clId="{89E477C8-882C-4DDE-9C80-DFB373724EDC}" dt="2021-01-26T08:03:01.687" v="432" actId="14100"/>
          <ac:cxnSpMkLst>
            <pc:docMk/>
            <pc:sldMk cId="1859091905" sldId="362"/>
            <ac:cxnSpMk id="51" creationId="{A32AD69A-697F-4EF8-9E0F-56D494744AA2}"/>
          </ac:cxnSpMkLst>
        </pc:cxnChg>
        <pc:cxnChg chg="add mod">
          <ac:chgData name="鈴木 秀規" userId="f68c5fd9-22d5-4c0a-9833-7fb0f5135313" providerId="ADAL" clId="{89E477C8-882C-4DDE-9C80-DFB373724EDC}" dt="2021-01-26T08:02:57.730" v="431" actId="14100"/>
          <ac:cxnSpMkLst>
            <pc:docMk/>
            <pc:sldMk cId="1859091905" sldId="362"/>
            <ac:cxnSpMk id="57" creationId="{31F5136B-2FBA-42D0-BD1C-5118FED32A40}"/>
          </ac:cxnSpMkLst>
        </pc:cxnChg>
      </pc:sldChg>
      <pc:sldChg chg="del">
        <pc:chgData name="鈴木 秀規" userId="f68c5fd9-22d5-4c0a-9833-7fb0f5135313" providerId="ADAL" clId="{89E477C8-882C-4DDE-9C80-DFB373724EDC}" dt="2021-01-26T07:45:41.587" v="2" actId="2696"/>
        <pc:sldMkLst>
          <pc:docMk/>
          <pc:sldMk cId="793301096" sldId="363"/>
        </pc:sldMkLst>
      </pc:sldChg>
      <pc:sldChg chg="modSp new mod">
        <pc:chgData name="鈴木 秀規" userId="f68c5fd9-22d5-4c0a-9833-7fb0f5135313" providerId="ADAL" clId="{89E477C8-882C-4DDE-9C80-DFB373724EDC}" dt="2021-01-26T08:04:53.998" v="455" actId="207"/>
        <pc:sldMkLst>
          <pc:docMk/>
          <pc:sldMk cId="2294830573" sldId="363"/>
        </pc:sldMkLst>
        <pc:spChg chg="mod">
          <ac:chgData name="鈴木 秀規" userId="f68c5fd9-22d5-4c0a-9833-7fb0f5135313" providerId="ADAL" clId="{89E477C8-882C-4DDE-9C80-DFB373724EDC}" dt="2021-01-26T08:04:28.406" v="447"/>
          <ac:spMkLst>
            <pc:docMk/>
            <pc:sldMk cId="2294830573" sldId="363"/>
            <ac:spMk id="3" creationId="{80308596-66F4-4B44-A987-976456932F9D}"/>
          </ac:spMkLst>
        </pc:spChg>
        <pc:spChg chg="mod">
          <ac:chgData name="鈴木 秀規" userId="f68c5fd9-22d5-4c0a-9833-7fb0f5135313" providerId="ADAL" clId="{89E477C8-882C-4DDE-9C80-DFB373724EDC}" dt="2021-01-26T08:04:53.998" v="455" actId="207"/>
          <ac:spMkLst>
            <pc:docMk/>
            <pc:sldMk cId="2294830573" sldId="363"/>
            <ac:spMk id="5" creationId="{2D522168-F518-4111-8563-A2E1FCAB34AB}"/>
          </ac:spMkLst>
        </pc:spChg>
      </pc:sldChg>
      <pc:sldChg chg="del">
        <pc:chgData name="鈴木 秀規" userId="f68c5fd9-22d5-4c0a-9833-7fb0f5135313" providerId="ADAL" clId="{89E477C8-882C-4DDE-9C80-DFB373724EDC}" dt="2021-01-26T07:45:41.587" v="2" actId="2696"/>
        <pc:sldMkLst>
          <pc:docMk/>
          <pc:sldMk cId="7953356" sldId="364"/>
        </pc:sldMkLst>
      </pc:sldChg>
      <pc:sldChg chg="addSp delSp modSp new mod chgLayout">
        <pc:chgData name="鈴木 秀規" userId="f68c5fd9-22d5-4c0a-9833-7fb0f5135313" providerId="ADAL" clId="{89E477C8-882C-4DDE-9C80-DFB373724EDC}" dt="2021-01-26T08:08:15.326" v="507" actId="14100"/>
        <pc:sldMkLst>
          <pc:docMk/>
          <pc:sldMk cId="1110472243" sldId="364"/>
        </pc:sldMkLst>
        <pc:spChg chg="mod ord">
          <ac:chgData name="鈴木 秀規" userId="f68c5fd9-22d5-4c0a-9833-7fb0f5135313" providerId="ADAL" clId="{89E477C8-882C-4DDE-9C80-DFB373724EDC}" dt="2021-01-26T08:07:55.033" v="502" actId="6264"/>
          <ac:spMkLst>
            <pc:docMk/>
            <pc:sldMk cId="1110472243" sldId="364"/>
            <ac:spMk id="2" creationId="{4C26FC9E-824E-49C1-94A2-CADDA6CC0D53}"/>
          </ac:spMkLst>
        </pc:spChg>
        <pc:spChg chg="mod ord">
          <ac:chgData name="鈴木 秀規" userId="f68c5fd9-22d5-4c0a-9833-7fb0f5135313" providerId="ADAL" clId="{89E477C8-882C-4DDE-9C80-DFB373724EDC}" dt="2021-01-26T08:07:55.033" v="502" actId="6264"/>
          <ac:spMkLst>
            <pc:docMk/>
            <pc:sldMk cId="1110472243" sldId="364"/>
            <ac:spMk id="3" creationId="{C76342AA-69F7-4707-AB18-49D866955607}"/>
          </ac:spMkLst>
        </pc:spChg>
        <pc:spChg chg="mod ord">
          <ac:chgData name="鈴木 秀規" userId="f68c5fd9-22d5-4c0a-9833-7fb0f5135313" providerId="ADAL" clId="{89E477C8-882C-4DDE-9C80-DFB373724EDC}" dt="2021-01-26T08:07:55.033" v="502" actId="6264"/>
          <ac:spMkLst>
            <pc:docMk/>
            <pc:sldMk cId="1110472243" sldId="364"/>
            <ac:spMk id="4" creationId="{BF106BF8-5A59-42EE-9C56-59204DEFA2B2}"/>
          </ac:spMkLst>
        </pc:spChg>
        <pc:spChg chg="del mod">
          <ac:chgData name="鈴木 秀規" userId="f68c5fd9-22d5-4c0a-9833-7fb0f5135313" providerId="ADAL" clId="{89E477C8-882C-4DDE-9C80-DFB373724EDC}" dt="2021-01-26T08:06:07.552" v="462" actId="478"/>
          <ac:spMkLst>
            <pc:docMk/>
            <pc:sldMk cId="1110472243" sldId="364"/>
            <ac:spMk id="5" creationId="{B053D525-0D4E-47BE-9589-977DE06898A5}"/>
          </ac:spMkLst>
        </pc:spChg>
        <pc:spChg chg="add mod">
          <ac:chgData name="鈴木 秀規" userId="f68c5fd9-22d5-4c0a-9833-7fb0f5135313" providerId="ADAL" clId="{89E477C8-882C-4DDE-9C80-DFB373724EDC}" dt="2021-01-26T08:07:43.082" v="501" actId="207"/>
          <ac:spMkLst>
            <pc:docMk/>
            <pc:sldMk cId="1110472243" sldId="364"/>
            <ac:spMk id="6" creationId="{4C3AF5AA-B358-4316-BC78-20B29D60485D}"/>
          </ac:spMkLst>
        </pc:spChg>
        <pc:spChg chg="add del mod">
          <ac:chgData name="鈴木 秀規" userId="f68c5fd9-22d5-4c0a-9833-7fb0f5135313" providerId="ADAL" clId="{89E477C8-882C-4DDE-9C80-DFB373724EDC}" dt="2021-01-26T08:07:55.033" v="502" actId="6264"/>
          <ac:spMkLst>
            <pc:docMk/>
            <pc:sldMk cId="1110472243" sldId="364"/>
            <ac:spMk id="7" creationId="{D3632368-3194-4E35-911B-41D9C2B615B7}"/>
          </ac:spMkLst>
        </pc:spChg>
        <pc:spChg chg="add del mod">
          <ac:chgData name="鈴木 秀規" userId="f68c5fd9-22d5-4c0a-9833-7fb0f5135313" providerId="ADAL" clId="{89E477C8-882C-4DDE-9C80-DFB373724EDC}" dt="2021-01-26T08:07:55.033" v="502" actId="6264"/>
          <ac:spMkLst>
            <pc:docMk/>
            <pc:sldMk cId="1110472243" sldId="364"/>
            <ac:spMk id="8" creationId="{BD9E1838-2E86-4D77-8E3D-C641A1C67699}"/>
          </ac:spMkLst>
        </pc:spChg>
        <pc:spChg chg="add del mod">
          <ac:chgData name="鈴木 秀規" userId="f68c5fd9-22d5-4c0a-9833-7fb0f5135313" providerId="ADAL" clId="{89E477C8-882C-4DDE-9C80-DFB373724EDC}" dt="2021-01-26T08:07:55.033" v="502" actId="6264"/>
          <ac:spMkLst>
            <pc:docMk/>
            <pc:sldMk cId="1110472243" sldId="364"/>
            <ac:spMk id="9" creationId="{B63836F2-4190-4CA3-8A40-6FB9C2E56271}"/>
          </ac:spMkLst>
        </pc:spChg>
        <pc:spChg chg="add mod ord">
          <ac:chgData name="鈴木 秀規" userId="f68c5fd9-22d5-4c0a-9833-7fb0f5135313" providerId="ADAL" clId="{89E477C8-882C-4DDE-9C80-DFB373724EDC}" dt="2021-01-26T08:08:15.326" v="507" actId="14100"/>
          <ac:spMkLst>
            <pc:docMk/>
            <pc:sldMk cId="1110472243" sldId="364"/>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761714059" sldId="365"/>
        </pc:sldMkLst>
      </pc:sldChg>
      <pc:sldChg chg="modSp new mod">
        <pc:chgData name="鈴木 秀規" userId="f68c5fd9-22d5-4c0a-9833-7fb0f5135313" providerId="ADAL" clId="{89E477C8-882C-4DDE-9C80-DFB373724EDC}" dt="2021-01-26T08:10:20.601" v="529" actId="207"/>
        <pc:sldMkLst>
          <pc:docMk/>
          <pc:sldMk cId="2023125260" sldId="365"/>
        </pc:sldMkLst>
        <pc:spChg chg="mod">
          <ac:chgData name="鈴木 秀規" userId="f68c5fd9-22d5-4c0a-9833-7fb0f5135313" providerId="ADAL" clId="{89E477C8-882C-4DDE-9C80-DFB373724EDC}" dt="2021-01-26T08:09:00.303" v="511" actId="113"/>
          <ac:spMkLst>
            <pc:docMk/>
            <pc:sldMk cId="2023125260" sldId="365"/>
            <ac:spMk id="3" creationId="{3C5E10D8-FE1A-43F3-A5E1-4E0561551D6D}"/>
          </ac:spMkLst>
        </pc:spChg>
        <pc:spChg chg="mod">
          <ac:chgData name="鈴木 秀規" userId="f68c5fd9-22d5-4c0a-9833-7fb0f5135313" providerId="ADAL" clId="{89E477C8-882C-4DDE-9C80-DFB373724EDC}" dt="2021-01-26T08:10:20.601" v="529" actId="207"/>
          <ac:spMkLst>
            <pc:docMk/>
            <pc:sldMk cId="2023125260" sldId="365"/>
            <ac:spMk id="5" creationId="{B84F0D4E-F2BC-40E8-BE39-75DAE0927AB4}"/>
          </ac:spMkLst>
        </pc:spChg>
      </pc:sldChg>
      <pc:sldChg chg="modSp new mod">
        <pc:chgData name="鈴木 秀規" userId="f68c5fd9-22d5-4c0a-9833-7fb0f5135313" providerId="ADAL" clId="{89E477C8-882C-4DDE-9C80-DFB373724EDC}" dt="2021-01-26T08:12:35.424" v="540" actId="207"/>
        <pc:sldMkLst>
          <pc:docMk/>
          <pc:sldMk cId="597858556" sldId="366"/>
        </pc:sldMkLst>
        <pc:spChg chg="mod">
          <ac:chgData name="鈴木 秀規" userId="f68c5fd9-22d5-4c0a-9833-7fb0f5135313" providerId="ADAL" clId="{89E477C8-882C-4DDE-9C80-DFB373724EDC}" dt="2021-01-26T08:10:59.036" v="531"/>
          <ac:spMkLst>
            <pc:docMk/>
            <pc:sldMk cId="597858556" sldId="366"/>
            <ac:spMk id="3" creationId="{C635C32F-0D77-4DD0-A752-8B7C55A2B627}"/>
          </ac:spMkLst>
        </pc:spChg>
        <pc:spChg chg="mod">
          <ac:chgData name="鈴木 秀規" userId="f68c5fd9-22d5-4c0a-9833-7fb0f5135313" providerId="ADAL" clId="{89E477C8-882C-4DDE-9C80-DFB373724EDC}" dt="2021-01-26T08:12:35.424" v="540" actId="207"/>
          <ac:spMkLst>
            <pc:docMk/>
            <pc:sldMk cId="597858556" sldId="366"/>
            <ac:spMk id="5" creationId="{4402BEA6-4F18-4B71-B0B4-98752FFB701C}"/>
          </ac:spMkLst>
        </pc:spChg>
      </pc:sldChg>
      <pc:sldChg chg="del">
        <pc:chgData name="鈴木 秀規" userId="f68c5fd9-22d5-4c0a-9833-7fb0f5135313" providerId="ADAL" clId="{89E477C8-882C-4DDE-9C80-DFB373724EDC}" dt="2021-01-26T07:45:41.587" v="2" actId="2696"/>
        <pc:sldMkLst>
          <pc:docMk/>
          <pc:sldMk cId="680852098" sldId="366"/>
        </pc:sldMkLst>
      </pc:sldChg>
      <pc:sldChg chg="modSp add mod ord">
        <pc:chgData name="鈴木 秀規" userId="f68c5fd9-22d5-4c0a-9833-7fb0f5135313" providerId="ADAL" clId="{89E477C8-882C-4DDE-9C80-DFB373724EDC}" dt="2021-01-26T08:13:53.288" v="569" actId="14100"/>
        <pc:sldMkLst>
          <pc:docMk/>
          <pc:sldMk cId="3532048317" sldId="367"/>
        </pc:sldMkLst>
        <pc:spChg chg="mod">
          <ac:chgData name="鈴木 秀規" userId="f68c5fd9-22d5-4c0a-9833-7fb0f5135313" providerId="ADAL" clId="{89E477C8-882C-4DDE-9C80-DFB373724EDC}" dt="2021-01-26T08:12:53.345" v="544"/>
          <ac:spMkLst>
            <pc:docMk/>
            <pc:sldMk cId="3532048317" sldId="367"/>
            <ac:spMk id="3" creationId="{C76342AA-69F7-4707-AB18-49D866955607}"/>
          </ac:spMkLst>
        </pc:spChg>
        <pc:spChg chg="mod">
          <ac:chgData name="鈴木 秀規" userId="f68c5fd9-22d5-4c0a-9833-7fb0f5135313" providerId="ADAL" clId="{89E477C8-882C-4DDE-9C80-DFB373724EDC}" dt="2021-01-26T08:13:45.833" v="568" actId="113"/>
          <ac:spMkLst>
            <pc:docMk/>
            <pc:sldMk cId="3532048317" sldId="367"/>
            <ac:spMk id="6" creationId="{4C3AF5AA-B358-4316-BC78-20B29D60485D}"/>
          </ac:spMkLst>
        </pc:spChg>
        <pc:spChg chg="mod">
          <ac:chgData name="鈴木 秀規" userId="f68c5fd9-22d5-4c0a-9833-7fb0f5135313" providerId="ADAL" clId="{89E477C8-882C-4DDE-9C80-DFB373724EDC}" dt="2021-01-26T08:13:53.288" v="569" actId="14100"/>
          <ac:spMkLst>
            <pc:docMk/>
            <pc:sldMk cId="3532048317" sldId="367"/>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4223884688" sldId="367"/>
        </pc:sldMkLst>
      </pc:sldChg>
      <pc:sldChg chg="del">
        <pc:chgData name="鈴木 秀規" userId="f68c5fd9-22d5-4c0a-9833-7fb0f5135313" providerId="ADAL" clId="{89E477C8-882C-4DDE-9C80-DFB373724EDC}" dt="2021-01-26T07:45:41.587" v="2" actId="2696"/>
        <pc:sldMkLst>
          <pc:docMk/>
          <pc:sldMk cId="1322122799" sldId="368"/>
        </pc:sldMkLst>
      </pc:sldChg>
      <pc:sldChg chg="modSp new mod">
        <pc:chgData name="鈴木 秀規" userId="f68c5fd9-22d5-4c0a-9833-7fb0f5135313" providerId="ADAL" clId="{89E477C8-882C-4DDE-9C80-DFB373724EDC}" dt="2021-01-26T08:15:28.833" v="582" actId="20577"/>
        <pc:sldMkLst>
          <pc:docMk/>
          <pc:sldMk cId="1946457624" sldId="368"/>
        </pc:sldMkLst>
        <pc:spChg chg="mod">
          <ac:chgData name="鈴木 秀規" userId="f68c5fd9-22d5-4c0a-9833-7fb0f5135313" providerId="ADAL" clId="{89E477C8-882C-4DDE-9C80-DFB373724EDC}" dt="2021-01-26T08:14:32.417" v="571"/>
          <ac:spMkLst>
            <pc:docMk/>
            <pc:sldMk cId="1946457624" sldId="368"/>
            <ac:spMk id="3" creationId="{8256DAFB-5904-4ECE-B786-8B9CFBF370E1}"/>
          </ac:spMkLst>
        </pc:spChg>
        <pc:spChg chg="mod">
          <ac:chgData name="鈴木 秀規" userId="f68c5fd9-22d5-4c0a-9833-7fb0f5135313" providerId="ADAL" clId="{89E477C8-882C-4DDE-9C80-DFB373724EDC}" dt="2021-01-26T08:15:28.833" v="582" actId="20577"/>
          <ac:spMkLst>
            <pc:docMk/>
            <pc:sldMk cId="1946457624" sldId="368"/>
            <ac:spMk id="5" creationId="{1E91DBA5-B855-4E68-A39D-E92B77A725F9}"/>
          </ac:spMkLst>
        </pc:spChg>
      </pc:sldChg>
      <pc:sldChg chg="del">
        <pc:chgData name="鈴木 秀規" userId="f68c5fd9-22d5-4c0a-9833-7fb0f5135313" providerId="ADAL" clId="{89E477C8-882C-4DDE-9C80-DFB373724EDC}" dt="2021-01-26T07:45:41.587" v="2" actId="2696"/>
        <pc:sldMkLst>
          <pc:docMk/>
          <pc:sldMk cId="315703525" sldId="369"/>
        </pc:sldMkLst>
      </pc:sldChg>
      <pc:sldChg chg="addSp modSp new mod">
        <pc:chgData name="鈴木 秀規" userId="f68c5fd9-22d5-4c0a-9833-7fb0f5135313" providerId="ADAL" clId="{89E477C8-882C-4DDE-9C80-DFB373724EDC}" dt="2021-01-26T08:26:54.010" v="663" actId="14100"/>
        <pc:sldMkLst>
          <pc:docMk/>
          <pc:sldMk cId="2558863877" sldId="369"/>
        </pc:sldMkLst>
        <pc:spChg chg="mod">
          <ac:chgData name="鈴木 秀規" userId="f68c5fd9-22d5-4c0a-9833-7fb0f5135313" providerId="ADAL" clId="{89E477C8-882C-4DDE-9C80-DFB373724EDC}" dt="2021-01-26T08:15:56.004" v="584"/>
          <ac:spMkLst>
            <pc:docMk/>
            <pc:sldMk cId="2558863877" sldId="369"/>
            <ac:spMk id="3" creationId="{979EA96C-27B0-4A98-A6BB-18337E109675}"/>
          </ac:spMkLst>
        </pc:spChg>
        <pc:spChg chg="mod">
          <ac:chgData name="鈴木 秀規" userId="f68c5fd9-22d5-4c0a-9833-7fb0f5135313" providerId="ADAL" clId="{89E477C8-882C-4DDE-9C80-DFB373724EDC}" dt="2021-01-26T08:16:10.245" v="587" actId="14100"/>
          <ac:spMkLst>
            <pc:docMk/>
            <pc:sldMk cId="2558863877" sldId="369"/>
            <ac:spMk id="5" creationId="{AD63D481-D7C9-40D2-86FC-CF8EB51ADE00}"/>
          </ac:spMkLst>
        </pc:spChg>
        <pc:spChg chg="add mod">
          <ac:chgData name="鈴木 秀規" userId="f68c5fd9-22d5-4c0a-9833-7fb0f5135313" providerId="ADAL" clId="{89E477C8-882C-4DDE-9C80-DFB373724EDC}" dt="2021-01-26T08:24:00.513" v="645" actId="14100"/>
          <ac:spMkLst>
            <pc:docMk/>
            <pc:sldMk cId="2558863877" sldId="369"/>
            <ac:spMk id="6" creationId="{557D5ABE-E95E-43B6-BA4B-30D67DC82E4B}"/>
          </ac:spMkLst>
        </pc:spChg>
        <pc:spChg chg="add mod ord">
          <ac:chgData name="鈴木 秀規" userId="f68c5fd9-22d5-4c0a-9833-7fb0f5135313" providerId="ADAL" clId="{89E477C8-882C-4DDE-9C80-DFB373724EDC}" dt="2021-01-26T08:26:37.718" v="661" actId="14100"/>
          <ac:spMkLst>
            <pc:docMk/>
            <pc:sldMk cId="2558863877" sldId="369"/>
            <ac:spMk id="7" creationId="{5A1A2977-47D7-4B83-8ED8-FAE0FCA35EFD}"/>
          </ac:spMkLst>
        </pc:spChg>
        <pc:spChg chg="add mod ord">
          <ac:chgData name="鈴木 秀規" userId="f68c5fd9-22d5-4c0a-9833-7fb0f5135313" providerId="ADAL" clId="{89E477C8-882C-4DDE-9C80-DFB373724EDC}" dt="2021-01-26T08:26:42.786" v="662" actId="207"/>
          <ac:spMkLst>
            <pc:docMk/>
            <pc:sldMk cId="2558863877" sldId="369"/>
            <ac:spMk id="8" creationId="{11DBA35D-4570-44DC-AD82-891FE3E745DA}"/>
          </ac:spMkLst>
        </pc:spChg>
        <pc:spChg chg="add mod">
          <ac:chgData name="鈴木 秀規" userId="f68c5fd9-22d5-4c0a-9833-7fb0f5135313" providerId="ADAL" clId="{89E477C8-882C-4DDE-9C80-DFB373724EDC}" dt="2021-01-26T08:26:13.459" v="656" actId="14100"/>
          <ac:spMkLst>
            <pc:docMk/>
            <pc:sldMk cId="2558863877" sldId="369"/>
            <ac:spMk id="9" creationId="{428EA767-7996-42DE-8E9E-552356BDC96C}"/>
          </ac:spMkLst>
        </pc:spChg>
        <pc:spChg chg="add mod">
          <ac:chgData name="鈴木 秀規" userId="f68c5fd9-22d5-4c0a-9833-7fb0f5135313" providerId="ADAL" clId="{89E477C8-882C-4DDE-9C80-DFB373724EDC}" dt="2021-01-26T08:26:54.010" v="663" actId="14100"/>
          <ac:spMkLst>
            <pc:docMk/>
            <pc:sldMk cId="2558863877" sldId="369"/>
            <ac:spMk id="10" creationId="{CFC6B348-1037-44A4-8325-C4D3801B756C}"/>
          </ac:spMkLst>
        </pc:spChg>
      </pc:sldChg>
      <pc:sldChg chg="addSp delSp modSp new mod">
        <pc:chgData name="鈴木 秀規" userId="f68c5fd9-22d5-4c0a-9833-7fb0f5135313" providerId="ADAL" clId="{89E477C8-882C-4DDE-9C80-DFB373724EDC}" dt="2021-01-26T08:34:45.798" v="757" actId="14100"/>
        <pc:sldMkLst>
          <pc:docMk/>
          <pc:sldMk cId="1008659216" sldId="370"/>
        </pc:sldMkLst>
        <pc:spChg chg="mod">
          <ac:chgData name="鈴木 秀規" userId="f68c5fd9-22d5-4c0a-9833-7fb0f5135313" providerId="ADAL" clId="{89E477C8-882C-4DDE-9C80-DFB373724EDC}" dt="2021-01-26T08:27:17.103" v="665"/>
          <ac:spMkLst>
            <pc:docMk/>
            <pc:sldMk cId="1008659216" sldId="370"/>
            <ac:spMk id="3" creationId="{02214B61-6F76-4DD9-A34B-592E9EF53121}"/>
          </ac:spMkLst>
        </pc:spChg>
        <pc:spChg chg="mod">
          <ac:chgData name="鈴木 秀規" userId="f68c5fd9-22d5-4c0a-9833-7fb0f5135313" providerId="ADAL" clId="{89E477C8-882C-4DDE-9C80-DFB373724EDC}" dt="2021-01-26T08:27:41.364" v="669" actId="14100"/>
          <ac:spMkLst>
            <pc:docMk/>
            <pc:sldMk cId="1008659216" sldId="370"/>
            <ac:spMk id="5" creationId="{C2358685-C9DF-4D11-B40A-091E145AC05F}"/>
          </ac:spMkLst>
        </pc:spChg>
        <pc:spChg chg="add mod">
          <ac:chgData name="鈴木 秀規" userId="f68c5fd9-22d5-4c0a-9833-7fb0f5135313" providerId="ADAL" clId="{89E477C8-882C-4DDE-9C80-DFB373724EDC}" dt="2021-01-26T08:33:43.019" v="741" actId="1076"/>
          <ac:spMkLst>
            <pc:docMk/>
            <pc:sldMk cId="1008659216" sldId="370"/>
            <ac:spMk id="6" creationId="{AF6E6B2C-3CE4-477F-9DA8-7509802DBEA1}"/>
          </ac:spMkLst>
        </pc:spChg>
        <pc:spChg chg="add del mod">
          <ac:chgData name="鈴木 秀規" userId="f68c5fd9-22d5-4c0a-9833-7fb0f5135313" providerId="ADAL" clId="{89E477C8-882C-4DDE-9C80-DFB373724EDC}" dt="2021-01-26T08:29:43.747" v="706"/>
          <ac:spMkLst>
            <pc:docMk/>
            <pc:sldMk cId="1008659216" sldId="370"/>
            <ac:spMk id="7" creationId="{42D75D7A-97B8-42DD-A8B3-6721BFD1F04D}"/>
          </ac:spMkLst>
        </pc:spChg>
        <pc:spChg chg="add mod">
          <ac:chgData name="鈴木 秀規" userId="f68c5fd9-22d5-4c0a-9833-7fb0f5135313" providerId="ADAL" clId="{89E477C8-882C-4DDE-9C80-DFB373724EDC}" dt="2021-01-26T08:31:13.333" v="720" actId="1582"/>
          <ac:spMkLst>
            <pc:docMk/>
            <pc:sldMk cId="1008659216" sldId="370"/>
            <ac:spMk id="8" creationId="{FB5CF734-FD8C-47ED-A991-D7605289366B}"/>
          </ac:spMkLst>
        </pc:spChg>
        <pc:spChg chg="add mod">
          <ac:chgData name="鈴木 秀規" userId="f68c5fd9-22d5-4c0a-9833-7fb0f5135313" providerId="ADAL" clId="{89E477C8-882C-4DDE-9C80-DFB373724EDC}" dt="2021-01-26T08:32:22.843" v="728" actId="14100"/>
          <ac:spMkLst>
            <pc:docMk/>
            <pc:sldMk cId="1008659216" sldId="370"/>
            <ac:spMk id="11" creationId="{DE92F075-A417-44E2-ADE3-68FA1C49E000}"/>
          </ac:spMkLst>
        </pc:spChg>
        <pc:spChg chg="add mod">
          <ac:chgData name="鈴木 秀規" userId="f68c5fd9-22d5-4c0a-9833-7fb0f5135313" providerId="ADAL" clId="{89E477C8-882C-4DDE-9C80-DFB373724EDC}" dt="2021-01-26T08:32:53.921" v="733" actId="208"/>
          <ac:spMkLst>
            <pc:docMk/>
            <pc:sldMk cId="1008659216" sldId="370"/>
            <ac:spMk id="12" creationId="{D60CA42D-40E7-48E9-898B-A950E3D6D2EC}"/>
          </ac:spMkLst>
        </pc:spChg>
        <pc:spChg chg="add mod">
          <ac:chgData name="鈴木 秀規" userId="f68c5fd9-22d5-4c0a-9833-7fb0f5135313" providerId="ADAL" clId="{89E477C8-882C-4DDE-9C80-DFB373724EDC}" dt="2021-01-26T08:34:18.922" v="750" actId="1076"/>
          <ac:spMkLst>
            <pc:docMk/>
            <pc:sldMk cId="1008659216" sldId="370"/>
            <ac:spMk id="19" creationId="{41D8A924-57DB-47C0-9E8F-95FC39B81F93}"/>
          </ac:spMkLst>
        </pc:spChg>
        <pc:spChg chg="add mod">
          <ac:chgData name="鈴木 秀規" userId="f68c5fd9-22d5-4c0a-9833-7fb0f5135313" providerId="ADAL" clId="{89E477C8-882C-4DDE-9C80-DFB373724EDC}" dt="2021-01-26T08:34:36.683" v="754" actId="1076"/>
          <ac:spMkLst>
            <pc:docMk/>
            <pc:sldMk cId="1008659216" sldId="370"/>
            <ac:spMk id="24" creationId="{5DEFD2C3-FDC8-45AE-BE41-B732B159BBCA}"/>
          </ac:spMkLst>
        </pc:spChg>
        <pc:cxnChg chg="add mod">
          <ac:chgData name="鈴木 秀規" userId="f68c5fd9-22d5-4c0a-9833-7fb0f5135313" providerId="ADAL" clId="{89E477C8-882C-4DDE-9C80-DFB373724EDC}" dt="2021-01-26T08:31:33.354" v="723" actId="208"/>
          <ac:cxnSpMkLst>
            <pc:docMk/>
            <pc:sldMk cId="1008659216" sldId="370"/>
            <ac:cxnSpMk id="10" creationId="{D1E1AAFB-9319-4FD0-AF11-44AAFA8269A7}"/>
          </ac:cxnSpMkLst>
        </pc:cxnChg>
        <pc:cxnChg chg="add mod">
          <ac:chgData name="鈴木 秀規" userId="f68c5fd9-22d5-4c0a-9833-7fb0f5135313" providerId="ADAL" clId="{89E477C8-882C-4DDE-9C80-DFB373724EDC}" dt="2021-01-26T08:33:47.179" v="742" actId="14100"/>
          <ac:cxnSpMkLst>
            <pc:docMk/>
            <pc:sldMk cId="1008659216" sldId="370"/>
            <ac:cxnSpMk id="14" creationId="{32A8E0F2-FD29-4DB9-BCF8-BC10538B672C}"/>
          </ac:cxnSpMkLst>
        </pc:cxnChg>
        <pc:cxnChg chg="add del mod">
          <ac:chgData name="鈴木 秀規" userId="f68c5fd9-22d5-4c0a-9833-7fb0f5135313" providerId="ADAL" clId="{89E477C8-882C-4DDE-9C80-DFB373724EDC}" dt="2021-01-26T08:33:22.264" v="739" actId="478"/>
          <ac:cxnSpMkLst>
            <pc:docMk/>
            <pc:sldMk cId="1008659216" sldId="370"/>
            <ac:cxnSpMk id="15" creationId="{34603B1C-8748-4FB8-BFB7-F4F9E47B53EC}"/>
          </ac:cxnSpMkLst>
        </pc:cxnChg>
        <pc:cxnChg chg="add mod">
          <ac:chgData name="鈴木 秀規" userId="f68c5fd9-22d5-4c0a-9833-7fb0f5135313" providerId="ADAL" clId="{89E477C8-882C-4DDE-9C80-DFB373724EDC}" dt="2021-01-26T08:34:22.565" v="751" actId="14100"/>
          <ac:cxnSpMkLst>
            <pc:docMk/>
            <pc:sldMk cId="1008659216" sldId="370"/>
            <ac:cxnSpMk id="20" creationId="{00C64AF7-8716-4986-BDE8-15ED9E2189CD}"/>
          </ac:cxnSpMkLst>
        </pc:cxnChg>
        <pc:cxnChg chg="add mod">
          <ac:chgData name="鈴木 秀規" userId="f68c5fd9-22d5-4c0a-9833-7fb0f5135313" providerId="ADAL" clId="{89E477C8-882C-4DDE-9C80-DFB373724EDC}" dt="2021-01-26T08:34:45.798" v="757" actId="14100"/>
          <ac:cxnSpMkLst>
            <pc:docMk/>
            <pc:sldMk cId="1008659216" sldId="370"/>
            <ac:cxnSpMk id="25" creationId="{67C6214A-96D4-4070-AC0B-68733CDEF561}"/>
          </ac:cxnSpMkLst>
        </pc:cxnChg>
      </pc:sldChg>
      <pc:sldChg chg="del">
        <pc:chgData name="鈴木 秀規" userId="f68c5fd9-22d5-4c0a-9833-7fb0f5135313" providerId="ADAL" clId="{89E477C8-882C-4DDE-9C80-DFB373724EDC}" dt="2021-01-26T07:45:41.587" v="2" actId="2696"/>
        <pc:sldMkLst>
          <pc:docMk/>
          <pc:sldMk cId="1918088230" sldId="370"/>
        </pc:sldMkLst>
      </pc:sldChg>
      <pc:sldChg chg="del">
        <pc:chgData name="鈴木 秀規" userId="f68c5fd9-22d5-4c0a-9833-7fb0f5135313" providerId="ADAL" clId="{89E477C8-882C-4DDE-9C80-DFB373724EDC}" dt="2021-01-26T07:45:41.587" v="2" actId="2696"/>
        <pc:sldMkLst>
          <pc:docMk/>
          <pc:sldMk cId="1875641365" sldId="371"/>
        </pc:sldMkLst>
      </pc:sldChg>
      <pc:sldChg chg="addSp modSp new mod">
        <pc:chgData name="鈴木 秀規" userId="f68c5fd9-22d5-4c0a-9833-7fb0f5135313" providerId="ADAL" clId="{89E477C8-882C-4DDE-9C80-DFB373724EDC}" dt="2021-01-26T08:35:53.403" v="770" actId="12385"/>
        <pc:sldMkLst>
          <pc:docMk/>
          <pc:sldMk cId="3350652435" sldId="371"/>
        </pc:sldMkLst>
        <pc:spChg chg="mod">
          <ac:chgData name="鈴木 秀規" userId="f68c5fd9-22d5-4c0a-9833-7fb0f5135313" providerId="ADAL" clId="{89E477C8-882C-4DDE-9C80-DFB373724EDC}" dt="2021-01-26T08:35:02.154" v="759"/>
          <ac:spMkLst>
            <pc:docMk/>
            <pc:sldMk cId="3350652435" sldId="371"/>
            <ac:spMk id="3" creationId="{30F99C26-20B3-4443-9F4F-4D39431C4739}"/>
          </ac:spMkLst>
        </pc:spChg>
        <pc:spChg chg="mod">
          <ac:chgData name="鈴木 秀規" userId="f68c5fd9-22d5-4c0a-9833-7fb0f5135313" providerId="ADAL" clId="{89E477C8-882C-4DDE-9C80-DFB373724EDC}" dt="2021-01-26T08:35:21.940" v="762" actId="14100"/>
          <ac:spMkLst>
            <pc:docMk/>
            <pc:sldMk cId="3350652435" sldId="371"/>
            <ac:spMk id="5" creationId="{D182D7AD-13D1-4C10-9608-8EBF9A649B90}"/>
          </ac:spMkLst>
        </pc:spChg>
        <pc:graphicFrameChg chg="add mod modGraphic">
          <ac:chgData name="鈴木 秀規" userId="f68c5fd9-22d5-4c0a-9833-7fb0f5135313" providerId="ADAL" clId="{89E477C8-882C-4DDE-9C80-DFB373724EDC}" dt="2021-01-26T08:35:53.403" v="770" actId="12385"/>
          <ac:graphicFrameMkLst>
            <pc:docMk/>
            <pc:sldMk cId="3350652435" sldId="371"/>
            <ac:graphicFrameMk id="6" creationId="{DAC8AF56-1F1A-4360-9696-0C80394E8D9E}"/>
          </ac:graphicFrameMkLst>
        </pc:graphicFrameChg>
      </pc:sldChg>
      <pc:sldChg chg="modSp new mod">
        <pc:chgData name="鈴木 秀規" userId="f68c5fd9-22d5-4c0a-9833-7fb0f5135313" providerId="ADAL" clId="{89E477C8-882C-4DDE-9C80-DFB373724EDC}" dt="2021-01-26T08:38:37.548" v="824" actId="313"/>
        <pc:sldMkLst>
          <pc:docMk/>
          <pc:sldMk cId="3443851444" sldId="372"/>
        </pc:sldMkLst>
        <pc:spChg chg="mod">
          <ac:chgData name="鈴木 秀規" userId="f68c5fd9-22d5-4c0a-9833-7fb0f5135313" providerId="ADAL" clId="{89E477C8-882C-4DDE-9C80-DFB373724EDC}" dt="2021-01-26T08:36:10.828" v="772"/>
          <ac:spMkLst>
            <pc:docMk/>
            <pc:sldMk cId="3443851444" sldId="372"/>
            <ac:spMk id="3" creationId="{2979B095-C2D9-43FE-BDB4-F51D4674481B}"/>
          </ac:spMkLst>
        </pc:spChg>
        <pc:spChg chg="mod">
          <ac:chgData name="鈴木 秀規" userId="f68c5fd9-22d5-4c0a-9833-7fb0f5135313" providerId="ADAL" clId="{89E477C8-882C-4DDE-9C80-DFB373724EDC}" dt="2021-01-26T08:38:37.548" v="824" actId="313"/>
          <ac:spMkLst>
            <pc:docMk/>
            <pc:sldMk cId="3443851444" sldId="372"/>
            <ac:spMk id="5" creationId="{B7128837-A21D-4351-8A56-98194BD48CFE}"/>
          </ac:spMkLst>
        </pc:spChg>
      </pc:sldChg>
      <pc:sldChg chg="del">
        <pc:chgData name="鈴木 秀規" userId="f68c5fd9-22d5-4c0a-9833-7fb0f5135313" providerId="ADAL" clId="{89E477C8-882C-4DDE-9C80-DFB373724EDC}" dt="2021-01-26T07:45:41.587" v="2" actId="2696"/>
        <pc:sldMkLst>
          <pc:docMk/>
          <pc:sldMk cId="4147123060" sldId="372"/>
        </pc:sldMkLst>
      </pc:sldChg>
      <pc:sldChg chg="del">
        <pc:chgData name="鈴木 秀規" userId="f68c5fd9-22d5-4c0a-9833-7fb0f5135313" providerId="ADAL" clId="{89E477C8-882C-4DDE-9C80-DFB373724EDC}" dt="2021-01-26T07:45:41.587" v="2" actId="2696"/>
        <pc:sldMkLst>
          <pc:docMk/>
          <pc:sldMk cId="310747956" sldId="373"/>
        </pc:sldMkLst>
      </pc:sldChg>
      <pc:sldChg chg="modSp new mod">
        <pc:chgData name="鈴木 秀規" userId="f68c5fd9-22d5-4c0a-9833-7fb0f5135313" providerId="ADAL" clId="{89E477C8-882C-4DDE-9C80-DFB373724EDC}" dt="2021-01-26T08:41:30.196" v="859" actId="207"/>
        <pc:sldMkLst>
          <pc:docMk/>
          <pc:sldMk cId="2536938731" sldId="373"/>
        </pc:sldMkLst>
        <pc:spChg chg="mod">
          <ac:chgData name="鈴木 秀規" userId="f68c5fd9-22d5-4c0a-9833-7fb0f5135313" providerId="ADAL" clId="{89E477C8-882C-4DDE-9C80-DFB373724EDC}" dt="2021-01-26T08:39:23.979" v="826"/>
          <ac:spMkLst>
            <pc:docMk/>
            <pc:sldMk cId="2536938731" sldId="373"/>
            <ac:spMk id="3" creationId="{78A90C5B-D1BB-47BB-9861-87F6FD459443}"/>
          </ac:spMkLst>
        </pc:spChg>
        <pc:spChg chg="mod">
          <ac:chgData name="鈴木 秀規" userId="f68c5fd9-22d5-4c0a-9833-7fb0f5135313" providerId="ADAL" clId="{89E477C8-882C-4DDE-9C80-DFB373724EDC}" dt="2021-01-26T08:41:30.196" v="859" actId="207"/>
          <ac:spMkLst>
            <pc:docMk/>
            <pc:sldMk cId="2536938731" sldId="373"/>
            <ac:spMk id="5" creationId="{01C523D0-7CCE-4899-8918-6D813585575B}"/>
          </ac:spMkLst>
        </pc:spChg>
      </pc:sldChg>
      <pc:sldChg chg="del">
        <pc:chgData name="鈴木 秀規" userId="f68c5fd9-22d5-4c0a-9833-7fb0f5135313" providerId="ADAL" clId="{89E477C8-882C-4DDE-9C80-DFB373724EDC}" dt="2021-01-26T07:45:41.587" v="2" actId="2696"/>
        <pc:sldMkLst>
          <pc:docMk/>
          <pc:sldMk cId="84034417" sldId="374"/>
        </pc:sldMkLst>
      </pc:sldChg>
      <pc:sldChg chg="addSp modSp new mod">
        <pc:chgData name="鈴木 秀規" userId="f68c5fd9-22d5-4c0a-9833-7fb0f5135313" providerId="ADAL" clId="{89E477C8-882C-4DDE-9C80-DFB373724EDC}" dt="2021-01-26T08:46:52.395" v="942" actId="207"/>
        <pc:sldMkLst>
          <pc:docMk/>
          <pc:sldMk cId="3337611443" sldId="374"/>
        </pc:sldMkLst>
        <pc:spChg chg="mod">
          <ac:chgData name="鈴木 秀規" userId="f68c5fd9-22d5-4c0a-9833-7fb0f5135313" providerId="ADAL" clId="{89E477C8-882C-4DDE-9C80-DFB373724EDC}" dt="2021-01-26T08:43:22.996" v="861"/>
          <ac:spMkLst>
            <pc:docMk/>
            <pc:sldMk cId="3337611443" sldId="374"/>
            <ac:spMk id="3" creationId="{6F1B7E9D-D51B-4D7B-9C5C-1D6AB55E0E01}"/>
          </ac:spMkLst>
        </pc:spChg>
        <pc:spChg chg="mod">
          <ac:chgData name="鈴木 秀規" userId="f68c5fd9-22d5-4c0a-9833-7fb0f5135313" providerId="ADAL" clId="{89E477C8-882C-4DDE-9C80-DFB373724EDC}" dt="2021-01-26T08:43:36.940" v="864" actId="14100"/>
          <ac:spMkLst>
            <pc:docMk/>
            <pc:sldMk cId="3337611443" sldId="374"/>
            <ac:spMk id="5" creationId="{5FCDB39A-957D-4A00-8DAD-535DB2A897C9}"/>
          </ac:spMkLst>
        </pc:spChg>
        <pc:spChg chg="add mod">
          <ac:chgData name="鈴木 秀規" userId="f68c5fd9-22d5-4c0a-9833-7fb0f5135313" providerId="ADAL" clId="{89E477C8-882C-4DDE-9C80-DFB373724EDC}" dt="2021-01-26T08:46:52.395" v="942" actId="207"/>
          <ac:spMkLst>
            <pc:docMk/>
            <pc:sldMk cId="3337611443" sldId="374"/>
            <ac:spMk id="7" creationId="{87B8FE7D-A94E-40AE-B317-F45A615D1D9E}"/>
          </ac:spMkLst>
        </pc:spChg>
        <pc:graphicFrameChg chg="add mod modGraphic">
          <ac:chgData name="鈴木 秀規" userId="f68c5fd9-22d5-4c0a-9833-7fb0f5135313" providerId="ADAL" clId="{89E477C8-882C-4DDE-9C80-DFB373724EDC}" dt="2021-01-26T08:44:56.456" v="879" actId="1076"/>
          <ac:graphicFrameMkLst>
            <pc:docMk/>
            <pc:sldMk cId="3337611443" sldId="374"/>
            <ac:graphicFrameMk id="6" creationId="{C8D06F01-1809-47E1-9F43-3FDBE39B2DFA}"/>
          </ac:graphicFrameMkLst>
        </pc:graphicFrameChg>
      </pc:sldChg>
      <pc:sldChg chg="modSp new mod">
        <pc:chgData name="鈴木 秀規" userId="f68c5fd9-22d5-4c0a-9833-7fb0f5135313" providerId="ADAL" clId="{89E477C8-882C-4DDE-9C80-DFB373724EDC}" dt="2021-01-26T08:48:02.101" v="962" actId="207"/>
        <pc:sldMkLst>
          <pc:docMk/>
          <pc:sldMk cId="571433644" sldId="375"/>
        </pc:sldMkLst>
        <pc:spChg chg="mod">
          <ac:chgData name="鈴木 秀規" userId="f68c5fd9-22d5-4c0a-9833-7fb0f5135313" providerId="ADAL" clId="{89E477C8-882C-4DDE-9C80-DFB373724EDC}" dt="2021-01-26T08:47:17.680" v="944"/>
          <ac:spMkLst>
            <pc:docMk/>
            <pc:sldMk cId="571433644" sldId="375"/>
            <ac:spMk id="3" creationId="{ECC121AB-772A-4BE5-B6E5-12A14D7F48E0}"/>
          </ac:spMkLst>
        </pc:spChg>
        <pc:spChg chg="mod">
          <ac:chgData name="鈴木 秀規" userId="f68c5fd9-22d5-4c0a-9833-7fb0f5135313" providerId="ADAL" clId="{89E477C8-882C-4DDE-9C80-DFB373724EDC}" dt="2021-01-26T08:48:02.101" v="962" actId="207"/>
          <ac:spMkLst>
            <pc:docMk/>
            <pc:sldMk cId="571433644" sldId="375"/>
            <ac:spMk id="5" creationId="{1774875D-24B6-4061-A97A-E3A5F9F98EC7}"/>
          </ac:spMkLst>
        </pc:spChg>
      </pc:sldChg>
      <pc:sldChg chg="del">
        <pc:chgData name="鈴木 秀規" userId="f68c5fd9-22d5-4c0a-9833-7fb0f5135313" providerId="ADAL" clId="{89E477C8-882C-4DDE-9C80-DFB373724EDC}" dt="2021-01-26T07:45:41.587" v="2" actId="2696"/>
        <pc:sldMkLst>
          <pc:docMk/>
          <pc:sldMk cId="4133178376" sldId="375"/>
        </pc:sldMkLst>
      </pc:sldChg>
      <pc:sldChg chg="addSp delSp modSp new mod">
        <pc:chgData name="鈴木 秀規" userId="f68c5fd9-22d5-4c0a-9833-7fb0f5135313" providerId="ADAL" clId="{89E477C8-882C-4DDE-9C80-DFB373724EDC}" dt="2021-01-26T08:51:50.269" v="1008"/>
        <pc:sldMkLst>
          <pc:docMk/>
          <pc:sldMk cId="941335972" sldId="376"/>
        </pc:sldMkLst>
        <pc:spChg chg="mod">
          <ac:chgData name="鈴木 秀規" userId="f68c5fd9-22d5-4c0a-9833-7fb0f5135313" providerId="ADAL" clId="{89E477C8-882C-4DDE-9C80-DFB373724EDC}" dt="2021-01-26T08:48:39.071" v="964"/>
          <ac:spMkLst>
            <pc:docMk/>
            <pc:sldMk cId="941335972" sldId="376"/>
            <ac:spMk id="3" creationId="{B972367C-4947-4E69-A131-8F640D8D60E5}"/>
          </ac:spMkLst>
        </pc:spChg>
        <pc:spChg chg="mod">
          <ac:chgData name="鈴木 秀規" userId="f68c5fd9-22d5-4c0a-9833-7fb0f5135313" providerId="ADAL" clId="{89E477C8-882C-4DDE-9C80-DFB373724EDC}" dt="2021-01-26T08:48:58.597" v="967" actId="14100"/>
          <ac:spMkLst>
            <pc:docMk/>
            <pc:sldMk cId="941335972" sldId="376"/>
            <ac:spMk id="5" creationId="{B8CB535A-3CCB-4067-A5E6-C7F335F4C81D}"/>
          </ac:spMkLst>
        </pc:spChg>
        <pc:spChg chg="add mod">
          <ac:chgData name="鈴木 秀規" userId="f68c5fd9-22d5-4c0a-9833-7fb0f5135313" providerId="ADAL" clId="{89E477C8-882C-4DDE-9C80-DFB373724EDC}" dt="2021-01-26T08:51:02.958" v="1001" actId="14100"/>
          <ac:spMkLst>
            <pc:docMk/>
            <pc:sldMk cId="941335972" sldId="376"/>
            <ac:spMk id="6" creationId="{A47CD9CD-E188-4199-9271-65EABF76F149}"/>
          </ac:spMkLst>
        </pc:spChg>
        <pc:spChg chg="add del mod">
          <ac:chgData name="鈴木 秀規" userId="f68c5fd9-22d5-4c0a-9833-7fb0f5135313" providerId="ADAL" clId="{89E477C8-882C-4DDE-9C80-DFB373724EDC}" dt="2021-01-26T08:51:50.269" v="1008"/>
          <ac:spMkLst>
            <pc:docMk/>
            <pc:sldMk cId="941335972" sldId="376"/>
            <ac:spMk id="7" creationId="{C2384F2E-4E46-43FA-8375-1D0D79CB5846}"/>
          </ac:spMkLst>
        </pc:spChg>
      </pc:sldChg>
      <pc:sldChg chg="del">
        <pc:chgData name="鈴木 秀規" userId="f68c5fd9-22d5-4c0a-9833-7fb0f5135313" providerId="ADAL" clId="{89E477C8-882C-4DDE-9C80-DFB373724EDC}" dt="2021-01-26T07:45:41.587" v="2" actId="2696"/>
        <pc:sldMkLst>
          <pc:docMk/>
          <pc:sldMk cId="3795804375" sldId="376"/>
        </pc:sldMkLst>
      </pc:sldChg>
      <pc:sldChg chg="addSp modSp new mod">
        <pc:chgData name="鈴木 秀規" userId="f68c5fd9-22d5-4c0a-9833-7fb0f5135313" providerId="ADAL" clId="{89E477C8-882C-4DDE-9C80-DFB373724EDC}" dt="2021-01-26T08:53:24.860" v="1050" actId="1035"/>
        <pc:sldMkLst>
          <pc:docMk/>
          <pc:sldMk cId="2664152079" sldId="377"/>
        </pc:sldMkLst>
        <pc:spChg chg="mod">
          <ac:chgData name="鈴木 秀規" userId="f68c5fd9-22d5-4c0a-9833-7fb0f5135313" providerId="ADAL" clId="{89E477C8-882C-4DDE-9C80-DFB373724EDC}" dt="2021-01-26T08:51:29.189" v="1003"/>
          <ac:spMkLst>
            <pc:docMk/>
            <pc:sldMk cId="2664152079" sldId="377"/>
            <ac:spMk id="3" creationId="{4815163A-60B7-454C-9BEE-6E5D93822057}"/>
          </ac:spMkLst>
        </pc:spChg>
        <pc:spChg chg="mod">
          <ac:chgData name="鈴木 秀規" userId="f68c5fd9-22d5-4c0a-9833-7fb0f5135313" providerId="ADAL" clId="{89E477C8-882C-4DDE-9C80-DFB373724EDC}" dt="2021-01-26T08:51:42.247" v="1006" actId="14100"/>
          <ac:spMkLst>
            <pc:docMk/>
            <pc:sldMk cId="2664152079" sldId="377"/>
            <ac:spMk id="5" creationId="{C2C2A754-1E8C-4305-B29C-CBE1EA53CBA0}"/>
          </ac:spMkLst>
        </pc:spChg>
        <pc:spChg chg="add mod">
          <ac:chgData name="鈴木 秀規" userId="f68c5fd9-22d5-4c0a-9833-7fb0f5135313" providerId="ADAL" clId="{89E477C8-882C-4DDE-9C80-DFB373724EDC}" dt="2021-01-26T08:53:24.860" v="1050" actId="1035"/>
          <ac:spMkLst>
            <pc:docMk/>
            <pc:sldMk cId="2664152079" sldId="377"/>
            <ac:spMk id="6" creationId="{50464128-AAA6-4EA5-B22F-16F5D6C630AD}"/>
          </ac:spMkLst>
        </pc:spChg>
      </pc:sldChg>
      <pc:sldChg chg="del">
        <pc:chgData name="鈴木 秀規" userId="f68c5fd9-22d5-4c0a-9833-7fb0f5135313" providerId="ADAL" clId="{89E477C8-882C-4DDE-9C80-DFB373724EDC}" dt="2021-01-26T07:45:41.587" v="2" actId="2696"/>
        <pc:sldMkLst>
          <pc:docMk/>
          <pc:sldMk cId="4201067025" sldId="377"/>
        </pc:sldMkLst>
      </pc:sldChg>
      <pc:sldChg chg="del">
        <pc:chgData name="鈴木 秀規" userId="f68c5fd9-22d5-4c0a-9833-7fb0f5135313" providerId="ADAL" clId="{89E477C8-882C-4DDE-9C80-DFB373724EDC}" dt="2021-01-26T07:45:41.587" v="2" actId="2696"/>
        <pc:sldMkLst>
          <pc:docMk/>
          <pc:sldMk cId="2170260322" sldId="378"/>
        </pc:sldMkLst>
      </pc:sldChg>
      <pc:sldChg chg="addSp modSp new mod">
        <pc:chgData name="鈴木 秀規" userId="f68c5fd9-22d5-4c0a-9833-7fb0f5135313" providerId="ADAL" clId="{89E477C8-882C-4DDE-9C80-DFB373724EDC}" dt="2021-01-26T08:55:51.686" v="1092" actId="313"/>
        <pc:sldMkLst>
          <pc:docMk/>
          <pc:sldMk cId="3649152916" sldId="378"/>
        </pc:sldMkLst>
        <pc:spChg chg="mod">
          <ac:chgData name="鈴木 秀規" userId="f68c5fd9-22d5-4c0a-9833-7fb0f5135313" providerId="ADAL" clId="{89E477C8-882C-4DDE-9C80-DFB373724EDC}" dt="2021-01-26T08:53:57.612" v="1052"/>
          <ac:spMkLst>
            <pc:docMk/>
            <pc:sldMk cId="3649152916" sldId="378"/>
            <ac:spMk id="3" creationId="{C9AA1DBB-256C-43A5-BA05-76B0A7285263}"/>
          </ac:spMkLst>
        </pc:spChg>
        <pc:spChg chg="mod">
          <ac:chgData name="鈴木 秀規" userId="f68c5fd9-22d5-4c0a-9833-7fb0f5135313" providerId="ADAL" clId="{89E477C8-882C-4DDE-9C80-DFB373724EDC}" dt="2021-01-26T08:54:12.696" v="1057" actId="14100"/>
          <ac:spMkLst>
            <pc:docMk/>
            <pc:sldMk cId="3649152916" sldId="378"/>
            <ac:spMk id="5" creationId="{85E77323-67F6-4BFB-93B2-6199F0DE3356}"/>
          </ac:spMkLst>
        </pc:spChg>
        <pc:spChg chg="add mod">
          <ac:chgData name="鈴木 秀規" userId="f68c5fd9-22d5-4c0a-9833-7fb0f5135313" providerId="ADAL" clId="{89E477C8-882C-4DDE-9C80-DFB373724EDC}" dt="2021-01-26T08:55:29.612" v="1084" actId="14100"/>
          <ac:spMkLst>
            <pc:docMk/>
            <pc:sldMk cId="3649152916" sldId="378"/>
            <ac:spMk id="6" creationId="{EBD2286A-0F1A-4DF5-A259-16CD3040F129}"/>
          </ac:spMkLst>
        </pc:spChg>
        <pc:spChg chg="add mod">
          <ac:chgData name="鈴木 秀規" userId="f68c5fd9-22d5-4c0a-9833-7fb0f5135313" providerId="ADAL" clId="{89E477C8-882C-4DDE-9C80-DFB373724EDC}" dt="2021-01-26T08:55:51.686" v="1092" actId="313"/>
          <ac:spMkLst>
            <pc:docMk/>
            <pc:sldMk cId="3649152916" sldId="378"/>
            <ac:spMk id="7" creationId="{EA633DCB-A576-4301-B681-FCD5E5467649}"/>
          </ac:spMkLst>
        </pc:spChg>
      </pc:sldChg>
      <pc:sldChg chg="addSp modSp new mod">
        <pc:chgData name="鈴木 秀規" userId="f68c5fd9-22d5-4c0a-9833-7fb0f5135313" providerId="ADAL" clId="{89E477C8-882C-4DDE-9C80-DFB373724EDC}" dt="2021-01-26T09:04:12.085" v="1158" actId="14100"/>
        <pc:sldMkLst>
          <pc:docMk/>
          <pc:sldMk cId="4159378562" sldId="379"/>
        </pc:sldMkLst>
        <pc:spChg chg="mod">
          <ac:chgData name="鈴木 秀規" userId="f68c5fd9-22d5-4c0a-9833-7fb0f5135313" providerId="ADAL" clId="{89E477C8-882C-4DDE-9C80-DFB373724EDC}" dt="2021-01-26T08:57:35.060" v="1094"/>
          <ac:spMkLst>
            <pc:docMk/>
            <pc:sldMk cId="4159378562" sldId="379"/>
            <ac:spMk id="3" creationId="{8ADF3397-CBD7-44EE-BB76-9A53E1D09CAC}"/>
          </ac:spMkLst>
        </pc:spChg>
        <pc:spChg chg="mod">
          <ac:chgData name="鈴木 秀規" userId="f68c5fd9-22d5-4c0a-9833-7fb0f5135313" providerId="ADAL" clId="{89E477C8-882C-4DDE-9C80-DFB373724EDC}" dt="2021-01-26T09:03:04.013" v="1145" actId="20577"/>
          <ac:spMkLst>
            <pc:docMk/>
            <pc:sldMk cId="4159378562" sldId="379"/>
            <ac:spMk id="5" creationId="{8AF17209-0E3F-4A7F-963D-59AE37D7A761}"/>
          </ac:spMkLst>
        </pc:spChg>
        <pc:spChg chg="add mod">
          <ac:chgData name="鈴木 秀規" userId="f68c5fd9-22d5-4c0a-9833-7fb0f5135313" providerId="ADAL" clId="{89E477C8-882C-4DDE-9C80-DFB373724EDC}" dt="2021-01-26T09:03:56.785" v="1155" actId="1076"/>
          <ac:spMkLst>
            <pc:docMk/>
            <pc:sldMk cId="4159378562" sldId="379"/>
            <ac:spMk id="6" creationId="{19ACB777-4C69-4AE2-9B51-348E26C5B4C6}"/>
          </ac:spMkLst>
        </pc:spChg>
        <pc:spChg chg="add mod">
          <ac:chgData name="鈴木 秀規" userId="f68c5fd9-22d5-4c0a-9833-7fb0f5135313" providerId="ADAL" clId="{89E477C8-882C-4DDE-9C80-DFB373724EDC}" dt="2021-01-26T09:03:56.785" v="1155" actId="1076"/>
          <ac:spMkLst>
            <pc:docMk/>
            <pc:sldMk cId="4159378562" sldId="379"/>
            <ac:spMk id="7" creationId="{FF2577CE-45E7-4EEA-B2C3-5C7ED5455854}"/>
          </ac:spMkLst>
        </pc:spChg>
        <pc:spChg chg="add mod">
          <ac:chgData name="鈴木 秀規" userId="f68c5fd9-22d5-4c0a-9833-7fb0f5135313" providerId="ADAL" clId="{89E477C8-882C-4DDE-9C80-DFB373724EDC}" dt="2021-01-26T09:03:56.785" v="1155" actId="1076"/>
          <ac:spMkLst>
            <pc:docMk/>
            <pc:sldMk cId="4159378562" sldId="379"/>
            <ac:spMk id="8" creationId="{E910A402-74B4-4C71-BB1F-BFEB50C1B5B7}"/>
          </ac:spMkLst>
        </pc:spChg>
        <pc:spChg chg="add mod">
          <ac:chgData name="鈴木 秀規" userId="f68c5fd9-22d5-4c0a-9833-7fb0f5135313" providerId="ADAL" clId="{89E477C8-882C-4DDE-9C80-DFB373724EDC}" dt="2021-01-26T09:04:07.411" v="1156" actId="14100"/>
          <ac:spMkLst>
            <pc:docMk/>
            <pc:sldMk cId="4159378562" sldId="379"/>
            <ac:spMk id="9" creationId="{60F5CBF6-0422-4A7A-8BA4-8D09EF54946F}"/>
          </ac:spMkLst>
        </pc:spChg>
        <pc:spChg chg="add mod">
          <ac:chgData name="鈴木 秀規" userId="f68c5fd9-22d5-4c0a-9833-7fb0f5135313" providerId="ADAL" clId="{89E477C8-882C-4DDE-9C80-DFB373724EDC}" dt="2021-01-26T09:04:09.703" v="1157" actId="14100"/>
          <ac:spMkLst>
            <pc:docMk/>
            <pc:sldMk cId="4159378562" sldId="379"/>
            <ac:spMk id="10" creationId="{4D621CF3-0CF4-489C-B223-3FA3D33C2E35}"/>
          </ac:spMkLst>
        </pc:spChg>
        <pc:spChg chg="add mod">
          <ac:chgData name="鈴木 秀規" userId="f68c5fd9-22d5-4c0a-9833-7fb0f5135313" providerId="ADAL" clId="{89E477C8-882C-4DDE-9C80-DFB373724EDC}" dt="2021-01-26T09:04:12.085" v="1158" actId="14100"/>
          <ac:spMkLst>
            <pc:docMk/>
            <pc:sldMk cId="4159378562" sldId="379"/>
            <ac:spMk id="11" creationId="{F882B540-8177-4F5E-AC95-6745C0031FFE}"/>
          </ac:spMkLst>
        </pc:spChg>
      </pc:sldChg>
      <pc:sldChg chg="del">
        <pc:chgData name="鈴木 秀規" userId="f68c5fd9-22d5-4c0a-9833-7fb0f5135313" providerId="ADAL" clId="{89E477C8-882C-4DDE-9C80-DFB373724EDC}" dt="2021-01-26T07:45:41.587" v="2" actId="2696"/>
        <pc:sldMkLst>
          <pc:docMk/>
          <pc:sldMk cId="4171248681" sldId="379"/>
        </pc:sldMkLst>
      </pc:sldChg>
      <pc:sldChg chg="del">
        <pc:chgData name="鈴木 秀規" userId="f68c5fd9-22d5-4c0a-9833-7fb0f5135313" providerId="ADAL" clId="{89E477C8-882C-4DDE-9C80-DFB373724EDC}" dt="2021-01-26T07:45:41.587" v="2" actId="2696"/>
        <pc:sldMkLst>
          <pc:docMk/>
          <pc:sldMk cId="1003752797" sldId="380"/>
        </pc:sldMkLst>
      </pc:sldChg>
      <pc:sldChg chg="addSp delSp modSp new mod">
        <pc:chgData name="鈴木 秀規" userId="f68c5fd9-22d5-4c0a-9833-7fb0f5135313" providerId="ADAL" clId="{89E477C8-882C-4DDE-9C80-DFB373724EDC}" dt="2021-01-26T09:06:30.809" v="1192" actId="14100"/>
        <pc:sldMkLst>
          <pc:docMk/>
          <pc:sldMk cId="2745502941" sldId="380"/>
        </pc:sldMkLst>
        <pc:spChg chg="mod">
          <ac:chgData name="鈴木 秀規" userId="f68c5fd9-22d5-4c0a-9833-7fb0f5135313" providerId="ADAL" clId="{89E477C8-882C-4DDE-9C80-DFB373724EDC}" dt="2021-01-26T09:04:42.006" v="1160"/>
          <ac:spMkLst>
            <pc:docMk/>
            <pc:sldMk cId="2745502941" sldId="380"/>
            <ac:spMk id="3" creationId="{D7CEE353-66FB-4D47-ABE7-E6D457A6F88A}"/>
          </ac:spMkLst>
        </pc:spChg>
        <pc:spChg chg="mod">
          <ac:chgData name="鈴木 秀規" userId="f68c5fd9-22d5-4c0a-9833-7fb0f5135313" providerId="ADAL" clId="{89E477C8-882C-4DDE-9C80-DFB373724EDC}" dt="2021-01-26T09:06:30.809" v="1192" actId="14100"/>
          <ac:spMkLst>
            <pc:docMk/>
            <pc:sldMk cId="2745502941" sldId="380"/>
            <ac:spMk id="5" creationId="{65F8DBFA-3C03-463C-8EBC-DD915EEA6A5E}"/>
          </ac:spMkLst>
        </pc:spChg>
        <pc:spChg chg="add del mod">
          <ac:chgData name="鈴木 秀規" userId="f68c5fd9-22d5-4c0a-9833-7fb0f5135313" providerId="ADAL" clId="{89E477C8-882C-4DDE-9C80-DFB373724EDC}" dt="2021-01-26T09:05:05.142" v="1162" actId="478"/>
          <ac:spMkLst>
            <pc:docMk/>
            <pc:sldMk cId="2745502941" sldId="380"/>
            <ac:spMk id="6" creationId="{43FDE0DB-E0B1-4CD3-8CA4-B563208CAB41}"/>
          </ac:spMkLst>
        </pc:spChg>
        <pc:spChg chg="add mod">
          <ac:chgData name="鈴木 秀規" userId="f68c5fd9-22d5-4c0a-9833-7fb0f5135313" providerId="ADAL" clId="{89E477C8-882C-4DDE-9C80-DFB373724EDC}" dt="2021-01-26T09:06:15.322" v="1188" actId="207"/>
          <ac:spMkLst>
            <pc:docMk/>
            <pc:sldMk cId="2745502941" sldId="380"/>
            <ac:spMk id="7" creationId="{BCFA7568-C799-428D-8424-0D6988FA0BF6}"/>
          </ac:spMkLst>
        </pc:spChg>
      </pc:sldChg>
      <pc:sldChg chg="modSp new mod">
        <pc:chgData name="鈴木 秀規" userId="f68c5fd9-22d5-4c0a-9833-7fb0f5135313" providerId="ADAL" clId="{89E477C8-882C-4DDE-9C80-DFB373724EDC}" dt="2021-01-26T09:08:00.190" v="1218" actId="207"/>
        <pc:sldMkLst>
          <pc:docMk/>
          <pc:sldMk cId="301528646" sldId="381"/>
        </pc:sldMkLst>
        <pc:spChg chg="mod">
          <ac:chgData name="鈴木 秀規" userId="f68c5fd9-22d5-4c0a-9833-7fb0f5135313" providerId="ADAL" clId="{89E477C8-882C-4DDE-9C80-DFB373724EDC}" dt="2021-01-26T09:06:48.058" v="1194"/>
          <ac:spMkLst>
            <pc:docMk/>
            <pc:sldMk cId="301528646" sldId="381"/>
            <ac:spMk id="3" creationId="{48A70034-29E8-489A-B615-329037CF346A}"/>
          </ac:spMkLst>
        </pc:spChg>
        <pc:spChg chg="mod">
          <ac:chgData name="鈴木 秀規" userId="f68c5fd9-22d5-4c0a-9833-7fb0f5135313" providerId="ADAL" clId="{89E477C8-882C-4DDE-9C80-DFB373724EDC}" dt="2021-01-26T09:08:00.190" v="1218" actId="207"/>
          <ac:spMkLst>
            <pc:docMk/>
            <pc:sldMk cId="301528646" sldId="381"/>
            <ac:spMk id="5" creationId="{870E934D-B2BF-428B-AC4B-1C45CBAE4729}"/>
          </ac:spMkLst>
        </pc:spChg>
      </pc:sldChg>
      <pc:sldChg chg="del">
        <pc:chgData name="鈴木 秀規" userId="f68c5fd9-22d5-4c0a-9833-7fb0f5135313" providerId="ADAL" clId="{89E477C8-882C-4DDE-9C80-DFB373724EDC}" dt="2021-01-26T07:45:41.587" v="2" actId="2696"/>
        <pc:sldMkLst>
          <pc:docMk/>
          <pc:sldMk cId="2315279680" sldId="381"/>
        </pc:sldMkLst>
      </pc:sldChg>
      <pc:sldChg chg="del">
        <pc:chgData name="鈴木 秀規" userId="f68c5fd9-22d5-4c0a-9833-7fb0f5135313" providerId="ADAL" clId="{89E477C8-882C-4DDE-9C80-DFB373724EDC}" dt="2021-01-26T07:45:41.587" v="2" actId="2696"/>
        <pc:sldMkLst>
          <pc:docMk/>
          <pc:sldMk cId="3359842153" sldId="382"/>
        </pc:sldMkLst>
      </pc:sldChg>
      <pc:sldChg chg="addSp modSp new mod">
        <pc:chgData name="鈴木 秀規" userId="f68c5fd9-22d5-4c0a-9833-7fb0f5135313" providerId="ADAL" clId="{89E477C8-882C-4DDE-9C80-DFB373724EDC}" dt="2021-01-26T09:13:19.047" v="1275" actId="14100"/>
        <pc:sldMkLst>
          <pc:docMk/>
          <pc:sldMk cId="3737758823" sldId="382"/>
        </pc:sldMkLst>
        <pc:spChg chg="mod">
          <ac:chgData name="鈴木 秀規" userId="f68c5fd9-22d5-4c0a-9833-7fb0f5135313" providerId="ADAL" clId="{89E477C8-882C-4DDE-9C80-DFB373724EDC}" dt="2021-01-26T09:08:28.567" v="1220"/>
          <ac:spMkLst>
            <pc:docMk/>
            <pc:sldMk cId="3737758823" sldId="382"/>
            <ac:spMk id="3" creationId="{71453A0E-55EE-4AEB-91D2-9DB4AE35E3DE}"/>
          </ac:spMkLst>
        </pc:spChg>
        <pc:spChg chg="mod">
          <ac:chgData name="鈴木 秀規" userId="f68c5fd9-22d5-4c0a-9833-7fb0f5135313" providerId="ADAL" clId="{89E477C8-882C-4DDE-9C80-DFB373724EDC}" dt="2021-01-26T09:08:51.351" v="1226" actId="1076"/>
          <ac:spMkLst>
            <pc:docMk/>
            <pc:sldMk cId="3737758823" sldId="382"/>
            <ac:spMk id="5" creationId="{C9168D82-A6E8-47C7-9E34-0055387B3E1E}"/>
          </ac:spMkLst>
        </pc:spChg>
        <pc:spChg chg="add mod">
          <ac:chgData name="鈴木 秀規" userId="f68c5fd9-22d5-4c0a-9833-7fb0f5135313" providerId="ADAL" clId="{89E477C8-882C-4DDE-9C80-DFB373724EDC}" dt="2021-01-26T09:10:38.505" v="1244" actId="1076"/>
          <ac:spMkLst>
            <pc:docMk/>
            <pc:sldMk cId="3737758823" sldId="382"/>
            <ac:spMk id="6" creationId="{416F6B10-E341-483C-8EB1-A447CA0B519D}"/>
          </ac:spMkLst>
        </pc:spChg>
        <pc:spChg chg="add mod">
          <ac:chgData name="鈴木 秀規" userId="f68c5fd9-22d5-4c0a-9833-7fb0f5135313" providerId="ADAL" clId="{89E477C8-882C-4DDE-9C80-DFB373724EDC}" dt="2021-01-26T09:12:48.406" v="1270" actId="1076"/>
          <ac:spMkLst>
            <pc:docMk/>
            <pc:sldMk cId="3737758823" sldId="382"/>
            <ac:spMk id="7" creationId="{5AA8E07E-E209-4FAB-B08E-DC75AEC347D2}"/>
          </ac:spMkLst>
        </pc:spChg>
        <pc:spChg chg="add mod">
          <ac:chgData name="鈴木 秀規" userId="f68c5fd9-22d5-4c0a-9833-7fb0f5135313" providerId="ADAL" clId="{89E477C8-882C-4DDE-9C80-DFB373724EDC}" dt="2021-01-26T09:12:51.954" v="1271" actId="1076"/>
          <ac:spMkLst>
            <pc:docMk/>
            <pc:sldMk cId="3737758823" sldId="382"/>
            <ac:spMk id="8" creationId="{CC90732A-ACB8-40E0-ADBB-A7DA8123B972}"/>
          </ac:spMkLst>
        </pc:spChg>
        <pc:spChg chg="add mod">
          <ac:chgData name="鈴木 秀規" userId="f68c5fd9-22d5-4c0a-9833-7fb0f5135313" providerId="ADAL" clId="{89E477C8-882C-4DDE-9C80-DFB373724EDC}" dt="2021-01-26T09:13:09.350" v="1273" actId="1076"/>
          <ac:spMkLst>
            <pc:docMk/>
            <pc:sldMk cId="3737758823" sldId="382"/>
            <ac:spMk id="9" creationId="{B3B3A101-1CC1-40C6-906E-E865AB3204EB}"/>
          </ac:spMkLst>
        </pc:spChg>
        <pc:spChg chg="add mod">
          <ac:chgData name="鈴木 秀規" userId="f68c5fd9-22d5-4c0a-9833-7fb0f5135313" providerId="ADAL" clId="{89E477C8-882C-4DDE-9C80-DFB373724EDC}" dt="2021-01-26T09:12:24.604" v="1267" actId="207"/>
          <ac:spMkLst>
            <pc:docMk/>
            <pc:sldMk cId="3737758823" sldId="382"/>
            <ac:spMk id="10" creationId="{C7477D15-AF30-4B50-9A55-F9DB0B3DD722}"/>
          </ac:spMkLst>
        </pc:spChg>
        <pc:spChg chg="add mod">
          <ac:chgData name="鈴木 秀規" userId="f68c5fd9-22d5-4c0a-9833-7fb0f5135313" providerId="ADAL" clId="{89E477C8-882C-4DDE-9C80-DFB373724EDC}" dt="2021-01-26T09:12:55.172" v="1272" actId="14100"/>
          <ac:spMkLst>
            <pc:docMk/>
            <pc:sldMk cId="3737758823" sldId="382"/>
            <ac:spMk id="11" creationId="{FF0BF8BB-6A5A-48C6-9DFC-D7EFF9AD9EEA}"/>
          </ac:spMkLst>
        </pc:spChg>
        <pc:spChg chg="add mod">
          <ac:chgData name="鈴木 秀規" userId="f68c5fd9-22d5-4c0a-9833-7fb0f5135313" providerId="ADAL" clId="{89E477C8-882C-4DDE-9C80-DFB373724EDC}" dt="2021-01-26T09:13:19.047" v="1275" actId="14100"/>
          <ac:spMkLst>
            <pc:docMk/>
            <pc:sldMk cId="3737758823" sldId="382"/>
            <ac:spMk id="12" creationId="{7061D972-AB54-44F3-BC60-66CB527657F8}"/>
          </ac:spMkLst>
        </pc:spChg>
      </pc:sldChg>
      <pc:sldChg chg="addSp modSp new mod">
        <pc:chgData name="鈴木 秀規" userId="f68c5fd9-22d5-4c0a-9833-7fb0f5135313" providerId="ADAL" clId="{89E477C8-882C-4DDE-9C80-DFB373724EDC}" dt="2021-01-26T09:17:18.900" v="1318" actId="14100"/>
        <pc:sldMkLst>
          <pc:docMk/>
          <pc:sldMk cId="1383500861" sldId="383"/>
        </pc:sldMkLst>
        <pc:spChg chg="mod">
          <ac:chgData name="鈴木 秀規" userId="f68c5fd9-22d5-4c0a-9833-7fb0f5135313" providerId="ADAL" clId="{89E477C8-882C-4DDE-9C80-DFB373724EDC}" dt="2021-01-26T09:14:00.974" v="1277"/>
          <ac:spMkLst>
            <pc:docMk/>
            <pc:sldMk cId="1383500861" sldId="383"/>
            <ac:spMk id="3" creationId="{F0E6EF6C-643D-46A5-BCA4-2208D09284E4}"/>
          </ac:spMkLst>
        </pc:spChg>
        <pc:spChg chg="mod">
          <ac:chgData name="鈴木 秀規" userId="f68c5fd9-22d5-4c0a-9833-7fb0f5135313" providerId="ADAL" clId="{89E477C8-882C-4DDE-9C80-DFB373724EDC}" dt="2021-01-26T09:14:51.803" v="1280" actId="14100"/>
          <ac:spMkLst>
            <pc:docMk/>
            <pc:sldMk cId="1383500861" sldId="383"/>
            <ac:spMk id="5" creationId="{919049D3-0FA6-454A-B4CC-11082E3D994A}"/>
          </ac:spMkLst>
        </pc:spChg>
        <pc:spChg chg="add mod">
          <ac:chgData name="鈴木 秀規" userId="f68c5fd9-22d5-4c0a-9833-7fb0f5135313" providerId="ADAL" clId="{89E477C8-882C-4DDE-9C80-DFB373724EDC}" dt="2021-01-26T09:17:18.900" v="1318" actId="14100"/>
          <ac:spMkLst>
            <pc:docMk/>
            <pc:sldMk cId="1383500861" sldId="383"/>
            <ac:spMk id="6" creationId="{40AE093F-0277-4CEE-ABD9-3E36D329F807}"/>
          </ac:spMkLst>
        </pc:spChg>
        <pc:spChg chg="add mod">
          <ac:chgData name="鈴木 秀規" userId="f68c5fd9-22d5-4c0a-9833-7fb0f5135313" providerId="ADAL" clId="{89E477C8-882C-4DDE-9C80-DFB373724EDC}" dt="2021-01-26T09:17:14.863" v="1317" actId="207"/>
          <ac:spMkLst>
            <pc:docMk/>
            <pc:sldMk cId="1383500861" sldId="383"/>
            <ac:spMk id="7" creationId="{B8C21830-8874-451E-BB81-52131C6815EA}"/>
          </ac:spMkLst>
        </pc:spChg>
        <pc:spChg chg="add mod">
          <ac:chgData name="鈴木 秀規" userId="f68c5fd9-22d5-4c0a-9833-7fb0f5135313" providerId="ADAL" clId="{89E477C8-882C-4DDE-9C80-DFB373724EDC}" dt="2021-01-26T09:17:11.813" v="1315" actId="207"/>
          <ac:spMkLst>
            <pc:docMk/>
            <pc:sldMk cId="1383500861" sldId="383"/>
            <ac:spMk id="8" creationId="{E6DE9D1A-AEB6-4AEB-BC3A-28717310E568}"/>
          </ac:spMkLst>
        </pc:spChg>
        <pc:spChg chg="add mod">
          <ac:chgData name="鈴木 秀規" userId="f68c5fd9-22d5-4c0a-9833-7fb0f5135313" providerId="ADAL" clId="{89E477C8-882C-4DDE-9C80-DFB373724EDC}" dt="2021-01-26T09:17:01.044" v="1312" actId="1076"/>
          <ac:spMkLst>
            <pc:docMk/>
            <pc:sldMk cId="1383500861" sldId="383"/>
            <ac:spMk id="9" creationId="{2C93F375-A663-49C6-B80E-53DB8D902081}"/>
          </ac:spMkLst>
        </pc:spChg>
        <pc:spChg chg="add mod">
          <ac:chgData name="鈴木 秀規" userId="f68c5fd9-22d5-4c0a-9833-7fb0f5135313" providerId="ADAL" clId="{89E477C8-882C-4DDE-9C80-DFB373724EDC}" dt="2021-01-26T09:16:58.196" v="1311" actId="571"/>
          <ac:spMkLst>
            <pc:docMk/>
            <pc:sldMk cId="1383500861" sldId="383"/>
            <ac:spMk id="10" creationId="{F285B219-475B-44A1-934D-C9506B322CA4}"/>
          </ac:spMkLst>
        </pc:spChg>
      </pc:sldChg>
      <pc:sldChg chg="del">
        <pc:chgData name="鈴木 秀規" userId="f68c5fd9-22d5-4c0a-9833-7fb0f5135313" providerId="ADAL" clId="{89E477C8-882C-4DDE-9C80-DFB373724EDC}" dt="2021-01-26T07:45:41.587" v="2" actId="2696"/>
        <pc:sldMkLst>
          <pc:docMk/>
          <pc:sldMk cId="2193843838" sldId="383"/>
        </pc:sldMkLst>
      </pc:sldChg>
      <pc:sldChg chg="del">
        <pc:chgData name="鈴木 秀規" userId="f68c5fd9-22d5-4c0a-9833-7fb0f5135313" providerId="ADAL" clId="{89E477C8-882C-4DDE-9C80-DFB373724EDC}" dt="2021-01-26T07:45:41.587" v="2" actId="2696"/>
        <pc:sldMkLst>
          <pc:docMk/>
          <pc:sldMk cId="1703172032" sldId="384"/>
        </pc:sldMkLst>
      </pc:sldChg>
      <pc:sldChg chg="addSp delSp modSp new mod">
        <pc:chgData name="鈴木 秀規" userId="f68c5fd9-22d5-4c0a-9833-7fb0f5135313" providerId="ADAL" clId="{89E477C8-882C-4DDE-9C80-DFB373724EDC}" dt="2021-01-28T00:25:32.568" v="1704" actId="1036"/>
        <pc:sldMkLst>
          <pc:docMk/>
          <pc:sldMk cId="1710849802" sldId="384"/>
        </pc:sldMkLst>
        <pc:spChg chg="mod">
          <ac:chgData name="鈴木 秀規" userId="f68c5fd9-22d5-4c0a-9833-7fb0f5135313" providerId="ADAL" clId="{89E477C8-882C-4DDE-9C80-DFB373724EDC}" dt="2021-01-28T00:04:15.549" v="1346" actId="20577"/>
          <ac:spMkLst>
            <pc:docMk/>
            <pc:sldMk cId="1710849802" sldId="384"/>
            <ac:spMk id="3" creationId="{9AB9B55F-AAD7-4298-85CF-D1860B286D43}"/>
          </ac:spMkLst>
        </pc:spChg>
        <pc:spChg chg="mod">
          <ac:chgData name="鈴木 秀規" userId="f68c5fd9-22d5-4c0a-9833-7fb0f5135313" providerId="ADAL" clId="{89E477C8-882C-4DDE-9C80-DFB373724EDC}" dt="2021-01-28T00:11:44.745" v="1351" actId="207"/>
          <ac:spMkLst>
            <pc:docMk/>
            <pc:sldMk cId="1710849802" sldId="384"/>
            <ac:spMk id="5" creationId="{69A1D963-EF40-465A-8F05-04B0639C9BB1}"/>
          </ac:spMkLst>
        </pc:spChg>
        <pc:spChg chg="add mod">
          <ac:chgData name="鈴木 秀規" userId="f68c5fd9-22d5-4c0a-9833-7fb0f5135313" providerId="ADAL" clId="{89E477C8-882C-4DDE-9C80-DFB373724EDC}" dt="2021-01-28T00:16:41.084" v="1458" actId="1076"/>
          <ac:spMkLst>
            <pc:docMk/>
            <pc:sldMk cId="1710849802" sldId="384"/>
            <ac:spMk id="6" creationId="{B9F75641-D03D-4930-A734-D3E2877E1CEC}"/>
          </ac:spMkLst>
        </pc:spChg>
        <pc:spChg chg="add mod">
          <ac:chgData name="鈴木 秀規" userId="f68c5fd9-22d5-4c0a-9833-7fb0f5135313" providerId="ADAL" clId="{89E477C8-882C-4DDE-9C80-DFB373724EDC}" dt="2021-01-28T00:13:32.983" v="1358" actId="208"/>
          <ac:spMkLst>
            <pc:docMk/>
            <pc:sldMk cId="1710849802" sldId="384"/>
            <ac:spMk id="7" creationId="{76486E73-2314-4F67-8B9A-4ABD8FA5CEC7}"/>
          </ac:spMkLst>
        </pc:spChg>
        <pc:spChg chg="add mod">
          <ac:chgData name="鈴木 秀規" userId="f68c5fd9-22d5-4c0a-9833-7fb0f5135313" providerId="ADAL" clId="{89E477C8-882C-4DDE-9C80-DFB373724EDC}" dt="2021-01-28T00:14:28.852" v="1389" actId="2085"/>
          <ac:spMkLst>
            <pc:docMk/>
            <pc:sldMk cId="1710849802" sldId="384"/>
            <ac:spMk id="8" creationId="{3A5A3013-AF6F-4DF1-83B3-8AECDE33C743}"/>
          </ac:spMkLst>
        </pc:spChg>
        <pc:spChg chg="add mod">
          <ac:chgData name="鈴木 秀規" userId="f68c5fd9-22d5-4c0a-9833-7fb0f5135313" providerId="ADAL" clId="{89E477C8-882C-4DDE-9C80-DFB373724EDC}" dt="2021-01-28T00:14:44.049" v="1394" actId="14100"/>
          <ac:spMkLst>
            <pc:docMk/>
            <pc:sldMk cId="1710849802" sldId="384"/>
            <ac:spMk id="9" creationId="{EC90C676-1B95-4A79-B302-4FC9160AC9FC}"/>
          </ac:spMkLst>
        </pc:spChg>
        <pc:spChg chg="add mod">
          <ac:chgData name="鈴木 秀規" userId="f68c5fd9-22d5-4c0a-9833-7fb0f5135313" providerId="ADAL" clId="{89E477C8-882C-4DDE-9C80-DFB373724EDC}" dt="2021-01-28T00:20:03.030" v="1522" actId="1037"/>
          <ac:spMkLst>
            <pc:docMk/>
            <pc:sldMk cId="1710849802" sldId="384"/>
            <ac:spMk id="10" creationId="{6DEC2F77-76EC-4DFD-AB92-30176BEFCE39}"/>
          </ac:spMkLst>
        </pc:spChg>
        <pc:spChg chg="add mod">
          <ac:chgData name="鈴木 秀規" userId="f68c5fd9-22d5-4c0a-9833-7fb0f5135313" providerId="ADAL" clId="{89E477C8-882C-4DDE-9C80-DFB373724EDC}" dt="2021-01-28T00:20:03.030" v="1522" actId="1037"/>
          <ac:spMkLst>
            <pc:docMk/>
            <pc:sldMk cId="1710849802" sldId="384"/>
            <ac:spMk id="11" creationId="{2E399D14-EE07-4DEA-BAC1-8A299DF07943}"/>
          </ac:spMkLst>
        </pc:spChg>
        <pc:spChg chg="add del mod">
          <ac:chgData name="鈴木 秀規" userId="f68c5fd9-22d5-4c0a-9833-7fb0f5135313" providerId="ADAL" clId="{89E477C8-882C-4DDE-9C80-DFB373724EDC}" dt="2021-01-28T00:24:31.877" v="1674" actId="21"/>
          <ac:spMkLst>
            <pc:docMk/>
            <pc:sldMk cId="1710849802" sldId="384"/>
            <ac:spMk id="21" creationId="{74F18F8D-9918-4CAA-B2FA-7FD2E081FCB1}"/>
          </ac:spMkLst>
        </pc:spChg>
        <pc:spChg chg="add mod">
          <ac:chgData name="鈴木 秀規" userId="f68c5fd9-22d5-4c0a-9833-7fb0f5135313" providerId="ADAL" clId="{89E477C8-882C-4DDE-9C80-DFB373724EDC}" dt="2021-01-28T00:21:45.232" v="1565" actId="20577"/>
          <ac:spMkLst>
            <pc:docMk/>
            <pc:sldMk cId="1710849802" sldId="384"/>
            <ac:spMk id="31" creationId="{DECAA41E-C020-48B1-BCCC-EAAC2BB74F36}"/>
          </ac:spMkLst>
        </pc:spChg>
        <pc:spChg chg="add mod">
          <ac:chgData name="鈴木 秀規" userId="f68c5fd9-22d5-4c0a-9833-7fb0f5135313" providerId="ADAL" clId="{89E477C8-882C-4DDE-9C80-DFB373724EDC}" dt="2021-01-28T00:22:09.975" v="1620" actId="20577"/>
          <ac:spMkLst>
            <pc:docMk/>
            <pc:sldMk cId="1710849802" sldId="384"/>
            <ac:spMk id="32" creationId="{440BFB2F-EE06-4588-BDB8-84DBF3B1E7AE}"/>
          </ac:spMkLst>
        </pc:spChg>
        <pc:spChg chg="add mod">
          <ac:chgData name="鈴木 秀規" userId="f68c5fd9-22d5-4c0a-9833-7fb0f5135313" providerId="ADAL" clId="{89E477C8-882C-4DDE-9C80-DFB373724EDC}" dt="2021-01-28T00:22:35.719" v="1653" actId="20577"/>
          <ac:spMkLst>
            <pc:docMk/>
            <pc:sldMk cId="1710849802" sldId="384"/>
            <ac:spMk id="33" creationId="{FEED2F86-2765-459D-BDE6-9ECBBE6D4792}"/>
          </ac:spMkLst>
        </pc:spChg>
        <pc:spChg chg="add mod">
          <ac:chgData name="鈴木 秀規" userId="f68c5fd9-22d5-4c0a-9833-7fb0f5135313" providerId="ADAL" clId="{89E477C8-882C-4DDE-9C80-DFB373724EDC}" dt="2021-01-28T00:23:31.672" v="1664" actId="1076"/>
          <ac:spMkLst>
            <pc:docMk/>
            <pc:sldMk cId="1710849802" sldId="384"/>
            <ac:spMk id="43" creationId="{DB13123C-E298-4A22-917F-895701DC0D98}"/>
          </ac:spMkLst>
        </pc:spChg>
        <pc:spChg chg="add mod">
          <ac:chgData name="鈴木 秀規" userId="f68c5fd9-22d5-4c0a-9833-7fb0f5135313" providerId="ADAL" clId="{89E477C8-882C-4DDE-9C80-DFB373724EDC}" dt="2021-01-28T00:25:26.917" v="1701" actId="1035"/>
          <ac:spMkLst>
            <pc:docMk/>
            <pc:sldMk cId="1710849802" sldId="384"/>
            <ac:spMk id="52" creationId="{C4D0577F-64C5-4A9C-ACA0-5C79DF2C4F73}"/>
          </ac:spMkLst>
        </pc:spChg>
        <pc:spChg chg="add mod">
          <ac:chgData name="鈴木 秀規" userId="f68c5fd9-22d5-4c0a-9833-7fb0f5135313" providerId="ADAL" clId="{89E477C8-882C-4DDE-9C80-DFB373724EDC}" dt="2021-01-28T00:25:32.568" v="1704" actId="1036"/>
          <ac:spMkLst>
            <pc:docMk/>
            <pc:sldMk cId="1710849802" sldId="384"/>
            <ac:spMk id="53" creationId="{76B42D95-7E3F-4665-B2B0-70126886FEAD}"/>
          </ac:spMkLst>
        </pc:spChg>
        <pc:spChg chg="add mod">
          <ac:chgData name="鈴木 秀規" userId="f68c5fd9-22d5-4c0a-9833-7fb0f5135313" providerId="ADAL" clId="{89E477C8-882C-4DDE-9C80-DFB373724EDC}" dt="2021-01-28T00:25:05.990" v="1693" actId="1076"/>
          <ac:spMkLst>
            <pc:docMk/>
            <pc:sldMk cId="1710849802" sldId="384"/>
            <ac:spMk id="54" creationId="{C78E1A7A-DF9E-465F-8F0D-E0473F15C333}"/>
          </ac:spMkLst>
        </pc:spChg>
        <pc:spChg chg="add mod">
          <ac:chgData name="鈴木 秀規" userId="f68c5fd9-22d5-4c0a-9833-7fb0f5135313" providerId="ADAL" clId="{89E477C8-882C-4DDE-9C80-DFB373724EDC}" dt="2021-01-28T00:25:11.170" v="1695" actId="1076"/>
          <ac:spMkLst>
            <pc:docMk/>
            <pc:sldMk cId="1710849802" sldId="384"/>
            <ac:spMk id="55" creationId="{8ABFFE38-EDC5-4FAB-9B94-EB8281809D88}"/>
          </ac:spMkLst>
        </pc:spChg>
        <pc:cxnChg chg="add mod">
          <ac:chgData name="鈴木 秀規" userId="f68c5fd9-22d5-4c0a-9833-7fb0f5135313" providerId="ADAL" clId="{89E477C8-882C-4DDE-9C80-DFB373724EDC}" dt="2021-01-28T00:20:23.528" v="1524" actId="692"/>
          <ac:cxnSpMkLst>
            <pc:docMk/>
            <pc:sldMk cId="1710849802" sldId="384"/>
            <ac:cxnSpMk id="13" creationId="{8E386EE0-D155-4B04-B137-846B3D3FA644}"/>
          </ac:cxnSpMkLst>
        </pc:cxnChg>
        <pc:cxnChg chg="add del">
          <ac:chgData name="鈴木 秀規" userId="f68c5fd9-22d5-4c0a-9833-7fb0f5135313" providerId="ADAL" clId="{89E477C8-882C-4DDE-9C80-DFB373724EDC}" dt="2021-01-28T00:18:05.077" v="1477" actId="478"/>
          <ac:cxnSpMkLst>
            <pc:docMk/>
            <pc:sldMk cId="1710849802" sldId="384"/>
            <ac:cxnSpMk id="17" creationId="{7F68CC08-24DC-4B4A-8DF5-0A1B06236445}"/>
          </ac:cxnSpMkLst>
        </pc:cxnChg>
        <pc:cxnChg chg="add mod">
          <ac:chgData name="鈴木 秀規" userId="f68c5fd9-22d5-4c0a-9833-7fb0f5135313" providerId="ADAL" clId="{89E477C8-882C-4DDE-9C80-DFB373724EDC}" dt="2021-01-28T00:20:18.164" v="1523" actId="692"/>
          <ac:cxnSpMkLst>
            <pc:docMk/>
            <pc:sldMk cId="1710849802" sldId="384"/>
            <ac:cxnSpMk id="18" creationId="{CD7B3D91-C1C3-4B89-A73D-FD6E1CE9F5C5}"/>
          </ac:cxnSpMkLst>
        </pc:cxnChg>
        <pc:cxnChg chg="add mod">
          <ac:chgData name="鈴木 秀規" userId="f68c5fd9-22d5-4c0a-9833-7fb0f5135313" providerId="ADAL" clId="{89E477C8-882C-4DDE-9C80-DFB373724EDC}" dt="2021-01-28T00:24:31.877" v="1674" actId="21"/>
          <ac:cxnSpMkLst>
            <pc:docMk/>
            <pc:sldMk cId="1710849802" sldId="384"/>
            <ac:cxnSpMk id="23" creationId="{160E84F7-45FB-49BC-9732-FFFFB2D5997D}"/>
          </ac:cxnSpMkLst>
        </pc:cxnChg>
        <pc:cxnChg chg="add mod">
          <ac:chgData name="鈴木 秀規" userId="f68c5fd9-22d5-4c0a-9833-7fb0f5135313" providerId="ADAL" clId="{89E477C8-882C-4DDE-9C80-DFB373724EDC}" dt="2021-01-28T00:20:03.030" v="1522" actId="1037"/>
          <ac:cxnSpMkLst>
            <pc:docMk/>
            <pc:sldMk cId="1710849802" sldId="384"/>
            <ac:cxnSpMk id="26" creationId="{9A630C51-AC48-4B2E-85E9-307526025C2D}"/>
          </ac:cxnSpMkLst>
        </pc:cxnChg>
        <pc:cxnChg chg="add mod">
          <ac:chgData name="鈴木 秀規" userId="f68c5fd9-22d5-4c0a-9833-7fb0f5135313" providerId="ADAL" clId="{89E477C8-882C-4DDE-9C80-DFB373724EDC}" dt="2021-01-28T00:22:53.471" v="1656" actId="14100"/>
          <ac:cxnSpMkLst>
            <pc:docMk/>
            <pc:sldMk cId="1710849802" sldId="384"/>
            <ac:cxnSpMk id="34" creationId="{A3AD2563-68AF-471A-BDB5-5743C2F10205}"/>
          </ac:cxnSpMkLst>
        </pc:cxnChg>
        <pc:cxnChg chg="add mod">
          <ac:chgData name="鈴木 秀規" userId="f68c5fd9-22d5-4c0a-9833-7fb0f5135313" providerId="ADAL" clId="{89E477C8-882C-4DDE-9C80-DFB373724EDC}" dt="2021-01-28T00:23:03.485" v="1659" actId="14100"/>
          <ac:cxnSpMkLst>
            <pc:docMk/>
            <pc:sldMk cId="1710849802" sldId="384"/>
            <ac:cxnSpMk id="37" creationId="{2AAE7265-63A0-4A2C-973C-5700BE345AD1}"/>
          </ac:cxnSpMkLst>
        </pc:cxnChg>
        <pc:cxnChg chg="add mod">
          <ac:chgData name="鈴木 秀規" userId="f68c5fd9-22d5-4c0a-9833-7fb0f5135313" providerId="ADAL" clId="{89E477C8-882C-4DDE-9C80-DFB373724EDC}" dt="2021-01-28T00:23:18.959" v="1662" actId="14100"/>
          <ac:cxnSpMkLst>
            <pc:docMk/>
            <pc:sldMk cId="1710849802" sldId="384"/>
            <ac:cxnSpMk id="40" creationId="{82DCD619-0572-41E8-A0C0-8833B65712E8}"/>
          </ac:cxnSpMkLst>
        </pc:cxnChg>
        <pc:cxnChg chg="add mod">
          <ac:chgData name="鈴木 秀規" userId="f68c5fd9-22d5-4c0a-9833-7fb0f5135313" providerId="ADAL" clId="{89E477C8-882C-4DDE-9C80-DFB373724EDC}" dt="2021-01-28T00:24:03.025" v="1672" actId="14100"/>
          <ac:cxnSpMkLst>
            <pc:docMk/>
            <pc:sldMk cId="1710849802" sldId="384"/>
            <ac:cxnSpMk id="44" creationId="{1E165CEB-00CA-421B-96D7-5657344E5E39}"/>
          </ac:cxnSpMkLst>
        </pc:cxnChg>
        <pc:cxnChg chg="add mod">
          <ac:chgData name="鈴木 秀規" userId="f68c5fd9-22d5-4c0a-9833-7fb0f5135313" providerId="ADAL" clId="{89E477C8-882C-4DDE-9C80-DFB373724EDC}" dt="2021-01-28T00:23:59.137" v="1671" actId="14100"/>
          <ac:cxnSpMkLst>
            <pc:docMk/>
            <pc:sldMk cId="1710849802" sldId="384"/>
            <ac:cxnSpMk id="48" creationId="{D6C3DBE1-45A8-47DA-9E93-B024A3181E1E}"/>
          </ac:cxnSpMkLst>
        </pc:cxnChg>
      </pc:sldChg>
      <pc:sldChg chg="del">
        <pc:chgData name="鈴木 秀規" userId="f68c5fd9-22d5-4c0a-9833-7fb0f5135313" providerId="ADAL" clId="{89E477C8-882C-4DDE-9C80-DFB373724EDC}" dt="2021-01-26T07:45:41.587" v="2" actId="2696"/>
        <pc:sldMkLst>
          <pc:docMk/>
          <pc:sldMk cId="405086457" sldId="385"/>
        </pc:sldMkLst>
      </pc:sldChg>
      <pc:sldChg chg="modSp new mod">
        <pc:chgData name="鈴木 秀規" userId="f68c5fd9-22d5-4c0a-9833-7fb0f5135313" providerId="ADAL" clId="{89E477C8-882C-4DDE-9C80-DFB373724EDC}" dt="2021-01-28T00:27:07.638" v="1742" actId="403"/>
        <pc:sldMkLst>
          <pc:docMk/>
          <pc:sldMk cId="3198427957" sldId="385"/>
        </pc:sldMkLst>
        <pc:spChg chg="mod">
          <ac:chgData name="鈴木 秀規" userId="f68c5fd9-22d5-4c0a-9833-7fb0f5135313" providerId="ADAL" clId="{89E477C8-882C-4DDE-9C80-DFB373724EDC}" dt="2021-01-28T00:26:03.504" v="1724" actId="20577"/>
          <ac:spMkLst>
            <pc:docMk/>
            <pc:sldMk cId="3198427957" sldId="385"/>
            <ac:spMk id="3" creationId="{9C66717B-DC5D-4BC5-8268-8396B695A418}"/>
          </ac:spMkLst>
        </pc:spChg>
        <pc:spChg chg="mod">
          <ac:chgData name="鈴木 秀規" userId="f68c5fd9-22d5-4c0a-9833-7fb0f5135313" providerId="ADAL" clId="{89E477C8-882C-4DDE-9C80-DFB373724EDC}" dt="2021-01-28T00:27:07.638" v="1742" actId="403"/>
          <ac:spMkLst>
            <pc:docMk/>
            <pc:sldMk cId="3198427957" sldId="385"/>
            <ac:spMk id="5" creationId="{BAA9AD2E-1882-4C8E-9E00-D3A86BE862DC}"/>
          </ac:spMkLst>
        </pc:spChg>
      </pc:sldChg>
      <pc:sldChg chg="addSp delSp modSp new mod modClrScheme chgLayout">
        <pc:chgData name="鈴木 秀規" userId="f68c5fd9-22d5-4c0a-9833-7fb0f5135313" providerId="ADAL" clId="{89E477C8-882C-4DDE-9C80-DFB373724EDC}" dt="2021-01-28T00:33:18.976" v="1789" actId="207"/>
        <pc:sldMkLst>
          <pc:docMk/>
          <pc:sldMk cId="2401145918" sldId="386"/>
        </pc:sldMkLst>
        <pc:spChg chg="mod ord">
          <ac:chgData name="鈴木 秀規" userId="f68c5fd9-22d5-4c0a-9833-7fb0f5135313" providerId="ADAL" clId="{89E477C8-882C-4DDE-9C80-DFB373724EDC}" dt="2021-01-28T00:31:13.993" v="1745" actId="700"/>
          <ac:spMkLst>
            <pc:docMk/>
            <pc:sldMk cId="2401145918" sldId="386"/>
            <ac:spMk id="2" creationId="{E1EF011F-8AEA-408B-9E6B-A161DF99E8A0}"/>
          </ac:spMkLst>
        </pc:spChg>
        <pc:spChg chg="mod ord">
          <ac:chgData name="鈴木 秀規" userId="f68c5fd9-22d5-4c0a-9833-7fb0f5135313" providerId="ADAL" clId="{89E477C8-882C-4DDE-9C80-DFB373724EDC}" dt="2021-01-28T00:31:13.993" v="1745" actId="700"/>
          <ac:spMkLst>
            <pc:docMk/>
            <pc:sldMk cId="2401145918" sldId="386"/>
            <ac:spMk id="3" creationId="{737EC184-CACD-4C8F-8E3B-6E48E09233B3}"/>
          </ac:spMkLst>
        </pc:spChg>
        <pc:spChg chg="mod ord">
          <ac:chgData name="鈴木 秀規" userId="f68c5fd9-22d5-4c0a-9833-7fb0f5135313" providerId="ADAL" clId="{89E477C8-882C-4DDE-9C80-DFB373724EDC}" dt="2021-01-28T00:31:13.993" v="1745" actId="700"/>
          <ac:spMkLst>
            <pc:docMk/>
            <pc:sldMk cId="2401145918" sldId="386"/>
            <ac:spMk id="4" creationId="{D6E7AAD0-AF13-4770-A5FE-1A45A1C14BA1}"/>
          </ac:spMkLst>
        </pc:spChg>
        <pc:spChg chg="del">
          <ac:chgData name="鈴木 秀規" userId="f68c5fd9-22d5-4c0a-9833-7fb0f5135313" providerId="ADAL" clId="{89E477C8-882C-4DDE-9C80-DFB373724EDC}" dt="2021-01-28T00:31:13.993" v="1745" actId="700"/>
          <ac:spMkLst>
            <pc:docMk/>
            <pc:sldMk cId="2401145918" sldId="386"/>
            <ac:spMk id="5" creationId="{FBDFA43B-CCA4-4391-876F-08A48B94D24D}"/>
          </ac:spMkLst>
        </pc:spChg>
        <pc:spChg chg="add mod">
          <ac:chgData name="鈴木 秀規" userId="f68c5fd9-22d5-4c0a-9833-7fb0f5135313" providerId="ADAL" clId="{89E477C8-882C-4DDE-9C80-DFB373724EDC}" dt="2021-01-28T00:33:18.976" v="1789" actId="207"/>
          <ac:spMkLst>
            <pc:docMk/>
            <pc:sldMk cId="2401145918" sldId="386"/>
            <ac:spMk id="6" creationId="{00A6316D-1AC1-4A36-80F1-066ADCE98D5B}"/>
          </ac:spMkLst>
        </pc:spChg>
        <pc:spChg chg="add mod">
          <ac:chgData name="鈴木 秀規" userId="f68c5fd9-22d5-4c0a-9833-7fb0f5135313" providerId="ADAL" clId="{89E477C8-882C-4DDE-9C80-DFB373724EDC}" dt="2021-01-28T00:32:44.778" v="1781" actId="14100"/>
          <ac:spMkLst>
            <pc:docMk/>
            <pc:sldMk cId="2401145918" sldId="386"/>
            <ac:spMk id="7" creationId="{6685B93B-920F-4514-8402-BD5509C19734}"/>
          </ac:spMkLst>
        </pc:spChg>
      </pc:sldChg>
      <pc:sldChg chg="addSp modSp new mod modClrScheme chgLayout">
        <pc:chgData name="鈴木 秀規" userId="f68c5fd9-22d5-4c0a-9833-7fb0f5135313" providerId="ADAL" clId="{89E477C8-882C-4DDE-9C80-DFB373724EDC}" dt="2021-01-28T00:36:23.889" v="1826" actId="207"/>
        <pc:sldMkLst>
          <pc:docMk/>
          <pc:sldMk cId="3730994383" sldId="387"/>
        </pc:sldMkLst>
        <pc:spChg chg="mod ord">
          <ac:chgData name="鈴木 秀規" userId="f68c5fd9-22d5-4c0a-9833-7fb0f5135313" providerId="ADAL" clId="{89E477C8-882C-4DDE-9C80-DFB373724EDC}" dt="2021-01-28T00:34:28.598" v="1792" actId="700"/>
          <ac:spMkLst>
            <pc:docMk/>
            <pc:sldMk cId="3730994383" sldId="387"/>
            <ac:spMk id="2" creationId="{BCA1EF0F-B776-42C3-97D5-FA00D3E3A2E9}"/>
          </ac:spMkLst>
        </pc:spChg>
        <pc:spChg chg="mod ord">
          <ac:chgData name="鈴木 秀規" userId="f68c5fd9-22d5-4c0a-9833-7fb0f5135313" providerId="ADAL" clId="{89E477C8-882C-4DDE-9C80-DFB373724EDC}" dt="2021-01-28T00:34:28.598" v="1792" actId="700"/>
          <ac:spMkLst>
            <pc:docMk/>
            <pc:sldMk cId="3730994383" sldId="387"/>
            <ac:spMk id="3" creationId="{D712DFF2-F646-430F-8004-923BF1E76430}"/>
          </ac:spMkLst>
        </pc:spChg>
        <pc:spChg chg="mod ord">
          <ac:chgData name="鈴木 秀規" userId="f68c5fd9-22d5-4c0a-9833-7fb0f5135313" providerId="ADAL" clId="{89E477C8-882C-4DDE-9C80-DFB373724EDC}" dt="2021-01-28T00:34:28.598" v="1792" actId="700"/>
          <ac:spMkLst>
            <pc:docMk/>
            <pc:sldMk cId="3730994383" sldId="387"/>
            <ac:spMk id="4" creationId="{A47B9173-32BF-4F9B-9A9B-FC77DBC9FF69}"/>
          </ac:spMkLst>
        </pc:spChg>
        <pc:spChg chg="add mod ord">
          <ac:chgData name="鈴木 秀規" userId="f68c5fd9-22d5-4c0a-9833-7fb0f5135313" providerId="ADAL" clId="{89E477C8-882C-4DDE-9C80-DFB373724EDC}" dt="2021-01-28T00:36:23.889" v="1826" actId="207"/>
          <ac:spMkLst>
            <pc:docMk/>
            <pc:sldMk cId="3730994383" sldId="387"/>
            <ac:spMk id="5" creationId="{3BC04A58-5FAF-4C7C-AB03-0AF861F93F4F}"/>
          </ac:spMkLst>
        </pc:spChg>
      </pc:sldChg>
      <pc:sldChg chg="addSp modSp new mod">
        <pc:chgData name="鈴木 秀規" userId="f68c5fd9-22d5-4c0a-9833-7fb0f5135313" providerId="ADAL" clId="{89E477C8-882C-4DDE-9C80-DFB373724EDC}" dt="2021-01-28T01:12:54.415" v="1850" actId="14100"/>
        <pc:sldMkLst>
          <pc:docMk/>
          <pc:sldMk cId="218868488" sldId="388"/>
        </pc:sldMkLst>
        <pc:spChg chg="mod">
          <ac:chgData name="鈴木 秀規" userId="f68c5fd9-22d5-4c0a-9833-7fb0f5135313" providerId="ADAL" clId="{89E477C8-882C-4DDE-9C80-DFB373724EDC}" dt="2021-01-28T00:56:42.744" v="1828"/>
          <ac:spMkLst>
            <pc:docMk/>
            <pc:sldMk cId="218868488" sldId="388"/>
            <ac:spMk id="3" creationId="{541E6646-33D9-4B6F-BC80-8102A701396F}"/>
          </ac:spMkLst>
        </pc:spChg>
        <pc:spChg chg="mod">
          <ac:chgData name="鈴木 秀規" userId="f68c5fd9-22d5-4c0a-9833-7fb0f5135313" providerId="ADAL" clId="{89E477C8-882C-4DDE-9C80-DFB373724EDC}" dt="2021-01-28T00:57:03.432" v="1832" actId="14100"/>
          <ac:spMkLst>
            <pc:docMk/>
            <pc:sldMk cId="218868488" sldId="388"/>
            <ac:spMk id="5" creationId="{4F7BE0E2-F22D-4224-A250-61F7BABC679B}"/>
          </ac:spMkLst>
        </pc:spChg>
        <pc:spChg chg="add mod">
          <ac:chgData name="鈴木 秀規" userId="f68c5fd9-22d5-4c0a-9833-7fb0f5135313" providerId="ADAL" clId="{89E477C8-882C-4DDE-9C80-DFB373724EDC}" dt="2021-01-28T00:58:16.387" v="1847" actId="207"/>
          <ac:spMkLst>
            <pc:docMk/>
            <pc:sldMk cId="218868488" sldId="388"/>
            <ac:spMk id="6" creationId="{322AED5D-67E9-49B9-B313-EDCD22B365D2}"/>
          </ac:spMkLst>
        </pc:spChg>
        <pc:spChg chg="add mod">
          <ac:chgData name="鈴木 秀規" userId="f68c5fd9-22d5-4c0a-9833-7fb0f5135313" providerId="ADAL" clId="{89E477C8-882C-4DDE-9C80-DFB373724EDC}" dt="2021-01-28T01:12:54.415" v="1850" actId="14100"/>
          <ac:spMkLst>
            <pc:docMk/>
            <pc:sldMk cId="218868488" sldId="388"/>
            <ac:spMk id="7" creationId="{B5962821-5EE5-46B4-9A85-4485E16939C7}"/>
          </ac:spMkLst>
        </pc:spChg>
      </pc:sldChg>
      <pc:sldChg chg="modSp new mod">
        <pc:chgData name="鈴木 秀規" userId="f68c5fd9-22d5-4c0a-9833-7fb0f5135313" providerId="ADAL" clId="{89E477C8-882C-4DDE-9C80-DFB373724EDC}" dt="2021-01-28T01:14:07.006" v="1864" actId="403"/>
        <pc:sldMkLst>
          <pc:docMk/>
          <pc:sldMk cId="2271233834" sldId="389"/>
        </pc:sldMkLst>
        <pc:spChg chg="mod">
          <ac:chgData name="鈴木 秀規" userId="f68c5fd9-22d5-4c0a-9833-7fb0f5135313" providerId="ADAL" clId="{89E477C8-882C-4DDE-9C80-DFB373724EDC}" dt="2021-01-28T01:13:30.447" v="1852"/>
          <ac:spMkLst>
            <pc:docMk/>
            <pc:sldMk cId="2271233834" sldId="389"/>
            <ac:spMk id="3" creationId="{00E257E5-AFF7-453E-8D0E-FF63668280D2}"/>
          </ac:spMkLst>
        </pc:spChg>
        <pc:spChg chg="mod">
          <ac:chgData name="鈴木 秀規" userId="f68c5fd9-22d5-4c0a-9833-7fb0f5135313" providerId="ADAL" clId="{89E477C8-882C-4DDE-9C80-DFB373724EDC}" dt="2021-01-28T01:14:07.006" v="1864" actId="403"/>
          <ac:spMkLst>
            <pc:docMk/>
            <pc:sldMk cId="2271233834" sldId="389"/>
            <ac:spMk id="5" creationId="{C1211BD1-2E63-4309-940D-F798AD98A8CD}"/>
          </ac:spMkLst>
        </pc:spChg>
      </pc:sldChg>
      <pc:sldChg chg="modSp new mod">
        <pc:chgData name="鈴木 秀規" userId="f68c5fd9-22d5-4c0a-9833-7fb0f5135313" providerId="ADAL" clId="{89E477C8-882C-4DDE-9C80-DFB373724EDC}" dt="2021-01-28T01:16:01.518" v="1877" actId="403"/>
        <pc:sldMkLst>
          <pc:docMk/>
          <pc:sldMk cId="613103497" sldId="390"/>
        </pc:sldMkLst>
        <pc:spChg chg="mod">
          <ac:chgData name="鈴木 秀規" userId="f68c5fd9-22d5-4c0a-9833-7fb0f5135313" providerId="ADAL" clId="{89E477C8-882C-4DDE-9C80-DFB373724EDC}" dt="2021-01-28T01:14:34.911" v="1866"/>
          <ac:spMkLst>
            <pc:docMk/>
            <pc:sldMk cId="613103497" sldId="390"/>
            <ac:spMk id="3" creationId="{44BE499F-2257-4822-B269-1BE3FFCF9667}"/>
          </ac:spMkLst>
        </pc:spChg>
        <pc:spChg chg="mod">
          <ac:chgData name="鈴木 秀規" userId="f68c5fd9-22d5-4c0a-9833-7fb0f5135313" providerId="ADAL" clId="{89E477C8-882C-4DDE-9C80-DFB373724EDC}" dt="2021-01-28T01:16:01.518" v="1877" actId="403"/>
          <ac:spMkLst>
            <pc:docMk/>
            <pc:sldMk cId="613103497" sldId="390"/>
            <ac:spMk id="5" creationId="{3F776E22-B480-4DE3-BA09-4D11B302B84E}"/>
          </ac:spMkLst>
        </pc:spChg>
      </pc:sldChg>
      <pc:sldChg chg="addSp modSp new mod">
        <pc:chgData name="鈴木 秀規" userId="f68c5fd9-22d5-4c0a-9833-7fb0f5135313" providerId="ADAL" clId="{89E477C8-882C-4DDE-9C80-DFB373724EDC}" dt="2021-01-28T01:20:48.399" v="1994" actId="20577"/>
        <pc:sldMkLst>
          <pc:docMk/>
          <pc:sldMk cId="2862026351" sldId="391"/>
        </pc:sldMkLst>
        <pc:spChg chg="mod">
          <ac:chgData name="鈴木 秀規" userId="f68c5fd9-22d5-4c0a-9833-7fb0f5135313" providerId="ADAL" clId="{89E477C8-882C-4DDE-9C80-DFB373724EDC}" dt="2021-01-28T01:16:19.417" v="1879"/>
          <ac:spMkLst>
            <pc:docMk/>
            <pc:sldMk cId="2862026351" sldId="391"/>
            <ac:spMk id="3" creationId="{F7005572-B4E1-4626-90AE-2D6719A5F270}"/>
          </ac:spMkLst>
        </pc:spChg>
        <pc:spChg chg="mod">
          <ac:chgData name="鈴木 秀規" userId="f68c5fd9-22d5-4c0a-9833-7fb0f5135313" providerId="ADAL" clId="{89E477C8-882C-4DDE-9C80-DFB373724EDC}" dt="2021-01-28T01:20:48.399" v="1994" actId="20577"/>
          <ac:spMkLst>
            <pc:docMk/>
            <pc:sldMk cId="2862026351" sldId="391"/>
            <ac:spMk id="5" creationId="{EA2FB964-7777-48F3-9977-75491B0019C0}"/>
          </ac:spMkLst>
        </pc:spChg>
        <pc:spChg chg="add mod">
          <ac:chgData name="鈴木 秀規" userId="f68c5fd9-22d5-4c0a-9833-7fb0f5135313" providerId="ADAL" clId="{89E477C8-882C-4DDE-9C80-DFB373724EDC}" dt="2021-01-28T01:18:04.375" v="1904" actId="20577"/>
          <ac:spMkLst>
            <pc:docMk/>
            <pc:sldMk cId="2862026351" sldId="391"/>
            <ac:spMk id="6" creationId="{E0C88329-82AB-4BD1-BB35-9BE5C8020B13}"/>
          </ac:spMkLst>
        </pc:spChg>
        <pc:spChg chg="add mod">
          <ac:chgData name="鈴木 秀規" userId="f68c5fd9-22d5-4c0a-9833-7fb0f5135313" providerId="ADAL" clId="{89E477C8-882C-4DDE-9C80-DFB373724EDC}" dt="2021-01-28T01:18:29.952" v="1935" actId="20577"/>
          <ac:spMkLst>
            <pc:docMk/>
            <pc:sldMk cId="2862026351" sldId="391"/>
            <ac:spMk id="7" creationId="{2202E6CF-0793-4669-BE34-B1D961C3E87D}"/>
          </ac:spMkLst>
        </pc:spChg>
        <pc:spChg chg="add mod">
          <ac:chgData name="鈴木 秀規" userId="f68c5fd9-22d5-4c0a-9833-7fb0f5135313" providerId="ADAL" clId="{89E477C8-882C-4DDE-9C80-DFB373724EDC}" dt="2021-01-28T01:18:52.239" v="1961" actId="20577"/>
          <ac:spMkLst>
            <pc:docMk/>
            <pc:sldMk cId="2862026351" sldId="391"/>
            <ac:spMk id="8" creationId="{EE85B067-B655-4DA1-BE93-0771AED4BCA9}"/>
          </ac:spMkLst>
        </pc:spChg>
        <pc:spChg chg="add mod">
          <ac:chgData name="鈴木 秀規" userId="f68c5fd9-22d5-4c0a-9833-7fb0f5135313" providerId="ADAL" clId="{89E477C8-882C-4DDE-9C80-DFB373724EDC}" dt="2021-01-28T01:19:02.279" v="1971" actId="20577"/>
          <ac:spMkLst>
            <pc:docMk/>
            <pc:sldMk cId="2862026351" sldId="391"/>
            <ac:spMk id="9" creationId="{0AA81E11-4082-4CEB-9FA6-483AD2724AF0}"/>
          </ac:spMkLst>
        </pc:spChg>
        <pc:spChg chg="add mod">
          <ac:chgData name="鈴木 秀規" userId="f68c5fd9-22d5-4c0a-9833-7fb0f5135313" providerId="ADAL" clId="{89E477C8-882C-4DDE-9C80-DFB373724EDC}" dt="2021-01-28T01:20:02.283" v="1982" actId="1076"/>
          <ac:spMkLst>
            <pc:docMk/>
            <pc:sldMk cId="2862026351" sldId="391"/>
            <ac:spMk id="19" creationId="{30375369-E0BD-4F9D-8906-0A551849FDCB}"/>
          </ac:spMkLst>
        </pc:spChg>
        <pc:cxnChg chg="add mod">
          <ac:chgData name="鈴木 秀規" userId="f68c5fd9-22d5-4c0a-9833-7fb0f5135313" providerId="ADAL" clId="{89E477C8-882C-4DDE-9C80-DFB373724EDC}" dt="2021-01-28T01:19:20.688" v="1974" actId="14100"/>
          <ac:cxnSpMkLst>
            <pc:docMk/>
            <pc:sldMk cId="2862026351" sldId="391"/>
            <ac:cxnSpMk id="10" creationId="{63C3C4ED-4B75-4AF0-8581-0A80AE7BAF0A}"/>
          </ac:cxnSpMkLst>
        </pc:cxnChg>
        <pc:cxnChg chg="add mod">
          <ac:chgData name="鈴木 秀規" userId="f68c5fd9-22d5-4c0a-9833-7fb0f5135313" providerId="ADAL" clId="{89E477C8-882C-4DDE-9C80-DFB373724EDC}" dt="2021-01-28T01:19:25.962" v="1977" actId="14100"/>
          <ac:cxnSpMkLst>
            <pc:docMk/>
            <pc:sldMk cId="2862026351" sldId="391"/>
            <ac:cxnSpMk id="13" creationId="{32890A55-31C8-4B65-ADD7-0229287072AC}"/>
          </ac:cxnSpMkLst>
        </pc:cxnChg>
        <pc:cxnChg chg="add mod">
          <ac:chgData name="鈴木 秀規" userId="f68c5fd9-22d5-4c0a-9833-7fb0f5135313" providerId="ADAL" clId="{89E477C8-882C-4DDE-9C80-DFB373724EDC}" dt="2021-01-28T01:19:31.196" v="1980" actId="14100"/>
          <ac:cxnSpMkLst>
            <pc:docMk/>
            <pc:sldMk cId="2862026351" sldId="391"/>
            <ac:cxnSpMk id="16" creationId="{34A3A635-78D6-4F4E-BF8D-C885B66DD6F0}"/>
          </ac:cxnSpMkLst>
        </pc:cxnChg>
        <pc:cxnChg chg="add mod">
          <ac:chgData name="鈴木 秀規" userId="f68c5fd9-22d5-4c0a-9833-7fb0f5135313" providerId="ADAL" clId="{89E477C8-882C-4DDE-9C80-DFB373724EDC}" dt="2021-01-28T01:20:22.334" v="1986" actId="14100"/>
          <ac:cxnSpMkLst>
            <pc:docMk/>
            <pc:sldMk cId="2862026351" sldId="391"/>
            <ac:cxnSpMk id="20" creationId="{99642043-6D59-44BF-97FF-0DB3B68F463B}"/>
          </ac:cxnSpMkLst>
        </pc:cxnChg>
        <pc:cxnChg chg="add mod">
          <ac:chgData name="鈴木 秀規" userId="f68c5fd9-22d5-4c0a-9833-7fb0f5135313" providerId="ADAL" clId="{89E477C8-882C-4DDE-9C80-DFB373724EDC}" dt="2021-01-28T01:20:31.483" v="1989" actId="14100"/>
          <ac:cxnSpMkLst>
            <pc:docMk/>
            <pc:sldMk cId="2862026351" sldId="391"/>
            <ac:cxnSpMk id="24" creationId="{EC1B078F-8281-4354-BA79-6C917CA1E7C3}"/>
          </ac:cxnSpMkLst>
        </pc:cxnChg>
      </pc:sldChg>
      <pc:sldChg chg="addSp modSp new mod">
        <pc:chgData name="鈴木 秀規" userId="f68c5fd9-22d5-4c0a-9833-7fb0f5135313" providerId="ADAL" clId="{89E477C8-882C-4DDE-9C80-DFB373724EDC}" dt="2021-01-28T01:25:22.995" v="2108" actId="207"/>
        <pc:sldMkLst>
          <pc:docMk/>
          <pc:sldMk cId="539211239" sldId="392"/>
        </pc:sldMkLst>
        <pc:spChg chg="mod">
          <ac:chgData name="鈴木 秀規" userId="f68c5fd9-22d5-4c0a-9833-7fb0f5135313" providerId="ADAL" clId="{89E477C8-882C-4DDE-9C80-DFB373724EDC}" dt="2021-01-28T01:21:03.311" v="1996"/>
          <ac:spMkLst>
            <pc:docMk/>
            <pc:sldMk cId="539211239" sldId="392"/>
            <ac:spMk id="3" creationId="{C66C19A5-D0E7-4138-928B-1D8341B72893}"/>
          </ac:spMkLst>
        </pc:spChg>
        <pc:spChg chg="mod">
          <ac:chgData name="鈴木 秀規" userId="f68c5fd9-22d5-4c0a-9833-7fb0f5135313" providerId="ADAL" clId="{89E477C8-882C-4DDE-9C80-DFB373724EDC}" dt="2021-01-28T01:25:22.995" v="2108" actId="207"/>
          <ac:spMkLst>
            <pc:docMk/>
            <pc:sldMk cId="539211239" sldId="392"/>
            <ac:spMk id="5" creationId="{D17EA855-59AB-4FFD-B523-7B6FF011159F}"/>
          </ac:spMkLst>
        </pc:spChg>
        <pc:spChg chg="add mod">
          <ac:chgData name="鈴木 秀規" userId="f68c5fd9-22d5-4c0a-9833-7fb0f5135313" providerId="ADAL" clId="{89E477C8-882C-4DDE-9C80-DFB373724EDC}" dt="2021-01-28T01:23:04.889" v="2034" actId="14100"/>
          <ac:spMkLst>
            <pc:docMk/>
            <pc:sldMk cId="539211239" sldId="392"/>
            <ac:spMk id="6" creationId="{74E7D1F4-BCF9-431D-8B4B-FAB1E1CB252E}"/>
          </ac:spMkLst>
        </pc:spChg>
        <pc:spChg chg="add mod">
          <ac:chgData name="鈴木 秀規" userId="f68c5fd9-22d5-4c0a-9833-7fb0f5135313" providerId="ADAL" clId="{89E477C8-882C-4DDE-9C80-DFB373724EDC}" dt="2021-01-28T01:23:27.622" v="2037" actId="14100"/>
          <ac:spMkLst>
            <pc:docMk/>
            <pc:sldMk cId="539211239" sldId="392"/>
            <ac:spMk id="7" creationId="{6F8C7DF0-C430-4A10-8EC8-3D94556FA6FE}"/>
          </ac:spMkLst>
        </pc:spChg>
        <pc:spChg chg="add mod">
          <ac:chgData name="鈴木 秀規" userId="f68c5fd9-22d5-4c0a-9833-7fb0f5135313" providerId="ADAL" clId="{89E477C8-882C-4DDE-9C80-DFB373724EDC}" dt="2021-01-28T01:24:34.200" v="2098" actId="20577"/>
          <ac:spMkLst>
            <pc:docMk/>
            <pc:sldMk cId="539211239" sldId="392"/>
            <ac:spMk id="8" creationId="{A0AF6942-5F48-4D92-8567-BEA120045B7B}"/>
          </ac:spMkLst>
        </pc:spChg>
        <pc:spChg chg="add mod">
          <ac:chgData name="鈴木 秀規" userId="f68c5fd9-22d5-4c0a-9833-7fb0f5135313" providerId="ADAL" clId="{89E477C8-882C-4DDE-9C80-DFB373724EDC}" dt="2021-01-28T01:24:20.224" v="2077" actId="20577"/>
          <ac:spMkLst>
            <pc:docMk/>
            <pc:sldMk cId="539211239" sldId="392"/>
            <ac:spMk id="9" creationId="{B7384BAB-7B67-4787-8306-5B69348A6E92}"/>
          </ac:spMkLst>
        </pc:spChg>
        <pc:cxnChg chg="add mod">
          <ac:chgData name="鈴木 秀規" userId="f68c5fd9-22d5-4c0a-9833-7fb0f5135313" providerId="ADAL" clId="{89E477C8-882C-4DDE-9C80-DFB373724EDC}" dt="2021-01-28T01:25:07.661" v="2104" actId="14100"/>
          <ac:cxnSpMkLst>
            <pc:docMk/>
            <pc:sldMk cId="539211239" sldId="392"/>
            <ac:cxnSpMk id="10" creationId="{8D52443C-7EF5-4ED0-8F69-CA0D10523F99}"/>
          </ac:cxnSpMkLst>
        </pc:cxnChg>
        <pc:cxnChg chg="add mod">
          <ac:chgData name="鈴木 秀規" userId="f68c5fd9-22d5-4c0a-9833-7fb0f5135313" providerId="ADAL" clId="{89E477C8-882C-4DDE-9C80-DFB373724EDC}" dt="2021-01-28T01:25:00.458" v="2102" actId="14100"/>
          <ac:cxnSpMkLst>
            <pc:docMk/>
            <pc:sldMk cId="539211239" sldId="392"/>
            <ac:cxnSpMk id="11" creationId="{37DC1B2C-9F0F-488C-906B-D7CB32F1FEDE}"/>
          </ac:cxnSpMkLst>
        </pc:cxnChg>
      </pc:sldChg>
      <pc:sldChg chg="modSp new mod">
        <pc:chgData name="鈴木 秀規" userId="f68c5fd9-22d5-4c0a-9833-7fb0f5135313" providerId="ADAL" clId="{89E477C8-882C-4DDE-9C80-DFB373724EDC}" dt="2021-01-28T01:26:21.043" v="2120" actId="403"/>
        <pc:sldMkLst>
          <pc:docMk/>
          <pc:sldMk cId="382950322" sldId="393"/>
        </pc:sldMkLst>
        <pc:spChg chg="mod">
          <ac:chgData name="鈴木 秀規" userId="f68c5fd9-22d5-4c0a-9833-7fb0f5135313" providerId="ADAL" clId="{89E477C8-882C-4DDE-9C80-DFB373724EDC}" dt="2021-01-28T01:25:44.513" v="2110"/>
          <ac:spMkLst>
            <pc:docMk/>
            <pc:sldMk cId="382950322" sldId="393"/>
            <ac:spMk id="3" creationId="{F14DEA64-20B8-4AA8-86AC-64D39C90D847}"/>
          </ac:spMkLst>
        </pc:spChg>
        <pc:spChg chg="mod">
          <ac:chgData name="鈴木 秀規" userId="f68c5fd9-22d5-4c0a-9833-7fb0f5135313" providerId="ADAL" clId="{89E477C8-882C-4DDE-9C80-DFB373724EDC}" dt="2021-01-28T01:26:21.043" v="2120" actId="403"/>
          <ac:spMkLst>
            <pc:docMk/>
            <pc:sldMk cId="382950322" sldId="393"/>
            <ac:spMk id="5" creationId="{C9C8E9F4-AF70-441B-831D-54B0A0147661}"/>
          </ac:spMkLst>
        </pc:spChg>
      </pc:sldChg>
      <pc:sldChg chg="addSp modSp new mod">
        <pc:chgData name="鈴木 秀規" userId="f68c5fd9-22d5-4c0a-9833-7fb0f5135313" providerId="ADAL" clId="{89E477C8-882C-4DDE-9C80-DFB373724EDC}" dt="2021-01-28T01:52:42.673" v="2182" actId="14100"/>
        <pc:sldMkLst>
          <pc:docMk/>
          <pc:sldMk cId="2892649949" sldId="394"/>
        </pc:sldMkLst>
        <pc:spChg chg="mod">
          <ac:chgData name="鈴木 秀規" userId="f68c5fd9-22d5-4c0a-9833-7fb0f5135313" providerId="ADAL" clId="{89E477C8-882C-4DDE-9C80-DFB373724EDC}" dt="2021-01-28T01:26:36.027" v="2122"/>
          <ac:spMkLst>
            <pc:docMk/>
            <pc:sldMk cId="2892649949" sldId="394"/>
            <ac:spMk id="3" creationId="{FA65D89D-EC1B-45AB-82C8-AA592403E72E}"/>
          </ac:spMkLst>
        </pc:spChg>
        <pc:spChg chg="mod">
          <ac:chgData name="鈴木 秀規" userId="f68c5fd9-22d5-4c0a-9833-7fb0f5135313" providerId="ADAL" clId="{89E477C8-882C-4DDE-9C80-DFB373724EDC}" dt="2021-01-28T01:27:39.854" v="2134" actId="207"/>
          <ac:spMkLst>
            <pc:docMk/>
            <pc:sldMk cId="2892649949" sldId="394"/>
            <ac:spMk id="5" creationId="{2F9CB12F-5380-4E11-9BB1-E950F984CB3F}"/>
          </ac:spMkLst>
        </pc:spChg>
        <pc:spChg chg="add mod">
          <ac:chgData name="鈴木 秀規" userId="f68c5fd9-22d5-4c0a-9833-7fb0f5135313" providerId="ADAL" clId="{89E477C8-882C-4DDE-9C80-DFB373724EDC}" dt="2021-01-28T01:50:28.759" v="2147" actId="1076"/>
          <ac:spMkLst>
            <pc:docMk/>
            <pc:sldMk cId="2892649949" sldId="394"/>
            <ac:spMk id="6" creationId="{F6061DE6-9EFA-4BC6-B8EF-240BB57A35ED}"/>
          </ac:spMkLst>
        </pc:spChg>
        <pc:spChg chg="add mod">
          <ac:chgData name="鈴木 秀規" userId="f68c5fd9-22d5-4c0a-9833-7fb0f5135313" providerId="ADAL" clId="{89E477C8-882C-4DDE-9C80-DFB373724EDC}" dt="2021-01-28T01:50:46.209" v="2152" actId="1037"/>
          <ac:spMkLst>
            <pc:docMk/>
            <pc:sldMk cId="2892649949" sldId="394"/>
            <ac:spMk id="7" creationId="{1B4DF456-75CD-4E9A-B803-AA10655CD13D}"/>
          </ac:spMkLst>
        </pc:spChg>
        <pc:spChg chg="add mod">
          <ac:chgData name="鈴木 秀規" userId="f68c5fd9-22d5-4c0a-9833-7fb0f5135313" providerId="ADAL" clId="{89E477C8-882C-4DDE-9C80-DFB373724EDC}" dt="2021-01-28T01:52:42.673" v="2182" actId="14100"/>
          <ac:spMkLst>
            <pc:docMk/>
            <pc:sldMk cId="2892649949" sldId="394"/>
            <ac:spMk id="13" creationId="{2C29435F-5762-40A5-BF9E-7AFCE8D8AAE6}"/>
          </ac:spMkLst>
        </pc:spChg>
        <pc:spChg chg="add mod">
          <ac:chgData name="鈴木 秀規" userId="f68c5fd9-22d5-4c0a-9833-7fb0f5135313" providerId="ADAL" clId="{89E477C8-882C-4DDE-9C80-DFB373724EDC}" dt="2021-01-28T01:51:50.979" v="2164" actId="1036"/>
          <ac:spMkLst>
            <pc:docMk/>
            <pc:sldMk cId="2892649949" sldId="394"/>
            <ac:spMk id="14" creationId="{EE8188CB-70A5-46B7-B484-F460E87F5BDF}"/>
          </ac:spMkLst>
        </pc:spChg>
        <pc:cxnChg chg="add mod">
          <ac:chgData name="鈴木 秀規" userId="f68c5fd9-22d5-4c0a-9833-7fb0f5135313" providerId="ADAL" clId="{89E477C8-882C-4DDE-9C80-DFB373724EDC}" dt="2021-01-28T01:51:07.399" v="2154" actId="208"/>
          <ac:cxnSpMkLst>
            <pc:docMk/>
            <pc:sldMk cId="2892649949" sldId="394"/>
            <ac:cxnSpMk id="9" creationId="{3198ED64-B5FB-4113-B7FB-01FCD983793C}"/>
          </ac:cxnSpMkLst>
        </pc:cxnChg>
        <pc:cxnChg chg="add mod">
          <ac:chgData name="鈴木 秀規" userId="f68c5fd9-22d5-4c0a-9833-7fb0f5135313" providerId="ADAL" clId="{89E477C8-882C-4DDE-9C80-DFB373724EDC}" dt="2021-01-28T01:51:25.608" v="2156" actId="208"/>
          <ac:cxnSpMkLst>
            <pc:docMk/>
            <pc:sldMk cId="2892649949" sldId="394"/>
            <ac:cxnSpMk id="11" creationId="{49A5E27B-530F-4AF6-9489-D86856F569A3}"/>
          </ac:cxnSpMkLst>
        </pc:cxnChg>
        <pc:cxnChg chg="add mod">
          <ac:chgData name="鈴木 秀規" userId="f68c5fd9-22d5-4c0a-9833-7fb0f5135313" providerId="ADAL" clId="{89E477C8-882C-4DDE-9C80-DFB373724EDC}" dt="2021-01-28T01:52:42.673" v="2182" actId="14100"/>
          <ac:cxnSpMkLst>
            <pc:docMk/>
            <pc:sldMk cId="2892649949" sldId="394"/>
            <ac:cxnSpMk id="15" creationId="{3000F5A0-CF49-47CB-8EA3-8FB78BFA9B01}"/>
          </ac:cxnSpMkLst>
        </pc:cxnChg>
        <pc:cxnChg chg="add mod">
          <ac:chgData name="鈴木 秀規" userId="f68c5fd9-22d5-4c0a-9833-7fb0f5135313" providerId="ADAL" clId="{89E477C8-882C-4DDE-9C80-DFB373724EDC}" dt="2021-01-28T01:52:42.673" v="2182" actId="14100"/>
          <ac:cxnSpMkLst>
            <pc:docMk/>
            <pc:sldMk cId="2892649949" sldId="394"/>
            <ac:cxnSpMk id="18" creationId="{CB046D33-A979-4C87-A7E4-6DC2B5AF9F3B}"/>
          </ac:cxnSpMkLst>
        </pc:cxnChg>
      </pc:sldChg>
      <pc:sldChg chg="addSp delSp modSp new mod">
        <pc:chgData name="鈴木 秀規" userId="f68c5fd9-22d5-4c0a-9833-7fb0f5135313" providerId="ADAL" clId="{89E477C8-882C-4DDE-9C80-DFB373724EDC}" dt="2021-01-28T01:57:12.636" v="2220" actId="21"/>
        <pc:sldMkLst>
          <pc:docMk/>
          <pc:sldMk cId="3667572454" sldId="395"/>
        </pc:sldMkLst>
        <pc:spChg chg="mod">
          <ac:chgData name="鈴木 秀規" userId="f68c5fd9-22d5-4c0a-9833-7fb0f5135313" providerId="ADAL" clId="{89E477C8-882C-4DDE-9C80-DFB373724EDC}" dt="2021-01-28T01:54:16.833" v="2184"/>
          <ac:spMkLst>
            <pc:docMk/>
            <pc:sldMk cId="3667572454" sldId="395"/>
            <ac:spMk id="3" creationId="{ABBD9F0C-EC3B-4B28-AFAF-229A412152A4}"/>
          </ac:spMkLst>
        </pc:spChg>
        <pc:spChg chg="mod">
          <ac:chgData name="鈴木 秀規" userId="f68c5fd9-22d5-4c0a-9833-7fb0f5135313" providerId="ADAL" clId="{89E477C8-882C-4DDE-9C80-DFB373724EDC}" dt="2021-01-28T01:57:08.235" v="2217" actId="20577"/>
          <ac:spMkLst>
            <pc:docMk/>
            <pc:sldMk cId="3667572454" sldId="395"/>
            <ac:spMk id="5" creationId="{4AE9B888-374E-4762-B972-ABA2E0DC8FC8}"/>
          </ac:spMkLst>
        </pc:spChg>
        <pc:spChg chg="add del mod">
          <ac:chgData name="鈴木 秀規" userId="f68c5fd9-22d5-4c0a-9833-7fb0f5135313" providerId="ADAL" clId="{89E477C8-882C-4DDE-9C80-DFB373724EDC}" dt="2021-01-28T01:57:12.636" v="2220" actId="21"/>
          <ac:spMkLst>
            <pc:docMk/>
            <pc:sldMk cId="3667572454" sldId="395"/>
            <ac:spMk id="6" creationId="{5856A477-8FE0-4542-BEDA-795413BD48F5}"/>
          </ac:spMkLst>
        </pc:spChg>
      </pc:sldChg>
      <pc:sldChg chg="addSp modSp new mod">
        <pc:chgData name="鈴木 秀規" userId="f68c5fd9-22d5-4c0a-9833-7fb0f5135313" providerId="ADAL" clId="{89E477C8-882C-4DDE-9C80-DFB373724EDC}" dt="2021-01-28T01:57:51.936" v="2238" actId="207"/>
        <pc:sldMkLst>
          <pc:docMk/>
          <pc:sldMk cId="3508846154" sldId="396"/>
        </pc:sldMkLst>
        <pc:spChg chg="mod">
          <ac:chgData name="鈴木 秀規" userId="f68c5fd9-22d5-4c0a-9833-7fb0f5135313" providerId="ADAL" clId="{89E477C8-882C-4DDE-9C80-DFB373724EDC}" dt="2021-01-28T01:56:41.269" v="2211"/>
          <ac:spMkLst>
            <pc:docMk/>
            <pc:sldMk cId="3508846154" sldId="396"/>
            <ac:spMk id="3" creationId="{5E1BA3BF-C26E-4A1F-94E4-7D2D106D3018}"/>
          </ac:spMkLst>
        </pc:spChg>
        <pc:spChg chg="mod">
          <ac:chgData name="鈴木 秀規" userId="f68c5fd9-22d5-4c0a-9833-7fb0f5135313" providerId="ADAL" clId="{89E477C8-882C-4DDE-9C80-DFB373724EDC}" dt="2021-01-28T01:56:59.782" v="2215" actId="14100"/>
          <ac:spMkLst>
            <pc:docMk/>
            <pc:sldMk cId="3508846154" sldId="396"/>
            <ac:spMk id="5" creationId="{4A1A0A11-456B-4437-97AD-51D2844FB686}"/>
          </ac:spMkLst>
        </pc:spChg>
        <pc:spChg chg="add mod">
          <ac:chgData name="鈴木 秀規" userId="f68c5fd9-22d5-4c0a-9833-7fb0f5135313" providerId="ADAL" clId="{89E477C8-882C-4DDE-9C80-DFB373724EDC}" dt="2021-01-28T01:57:51.936" v="2238" actId="207"/>
          <ac:spMkLst>
            <pc:docMk/>
            <pc:sldMk cId="3508846154" sldId="396"/>
            <ac:spMk id="6" creationId="{414E1B23-D7BF-4D07-8882-3B849C669EE5}"/>
          </ac:spMkLst>
        </pc:spChg>
      </pc:sldChg>
      <pc:sldChg chg="addSp modSp new mod">
        <pc:chgData name="鈴木 秀規" userId="f68c5fd9-22d5-4c0a-9833-7fb0f5135313" providerId="ADAL" clId="{89E477C8-882C-4DDE-9C80-DFB373724EDC}" dt="2021-01-28T02:01:02.119" v="2268" actId="207"/>
        <pc:sldMkLst>
          <pc:docMk/>
          <pc:sldMk cId="2748557657" sldId="397"/>
        </pc:sldMkLst>
        <pc:spChg chg="mod">
          <ac:chgData name="鈴木 秀規" userId="f68c5fd9-22d5-4c0a-9833-7fb0f5135313" providerId="ADAL" clId="{89E477C8-882C-4DDE-9C80-DFB373724EDC}" dt="2021-01-28T01:59:55.921" v="2240"/>
          <ac:spMkLst>
            <pc:docMk/>
            <pc:sldMk cId="2748557657" sldId="397"/>
            <ac:spMk id="3" creationId="{27BF7EB6-56EF-4C20-850E-5CAC82C68F29}"/>
          </ac:spMkLst>
        </pc:spChg>
        <pc:spChg chg="mod">
          <ac:chgData name="鈴木 秀規" userId="f68c5fd9-22d5-4c0a-9833-7fb0f5135313" providerId="ADAL" clId="{89E477C8-882C-4DDE-9C80-DFB373724EDC}" dt="2021-01-28T02:00:10.531" v="2244" actId="14100"/>
          <ac:spMkLst>
            <pc:docMk/>
            <pc:sldMk cId="2748557657" sldId="397"/>
            <ac:spMk id="5" creationId="{824E45F8-5A3C-4C7C-B7D8-44D74578B315}"/>
          </ac:spMkLst>
        </pc:spChg>
        <pc:spChg chg="add mod">
          <ac:chgData name="鈴木 秀規" userId="f68c5fd9-22d5-4c0a-9833-7fb0f5135313" providerId="ADAL" clId="{89E477C8-882C-4DDE-9C80-DFB373724EDC}" dt="2021-01-28T02:01:02.119" v="2268" actId="207"/>
          <ac:spMkLst>
            <pc:docMk/>
            <pc:sldMk cId="2748557657" sldId="397"/>
            <ac:spMk id="6" creationId="{5F902F70-744F-4D7B-8381-CD20DD0F0E0B}"/>
          </ac:spMkLst>
        </pc:spChg>
      </pc:sldChg>
      <pc:sldChg chg="modSp new mod">
        <pc:chgData name="鈴木 秀規" userId="f68c5fd9-22d5-4c0a-9833-7fb0f5135313" providerId="ADAL" clId="{89E477C8-882C-4DDE-9C80-DFB373724EDC}" dt="2021-01-28T02:02:35.675" v="2287" actId="207"/>
        <pc:sldMkLst>
          <pc:docMk/>
          <pc:sldMk cId="2605664090" sldId="398"/>
        </pc:sldMkLst>
        <pc:spChg chg="mod">
          <ac:chgData name="鈴木 秀規" userId="f68c5fd9-22d5-4c0a-9833-7fb0f5135313" providerId="ADAL" clId="{89E477C8-882C-4DDE-9C80-DFB373724EDC}" dt="2021-01-28T02:01:31.436" v="2270"/>
          <ac:spMkLst>
            <pc:docMk/>
            <pc:sldMk cId="2605664090" sldId="398"/>
            <ac:spMk id="3" creationId="{78B4367A-64A1-492A-B18C-D09C932BF69B}"/>
          </ac:spMkLst>
        </pc:spChg>
        <pc:spChg chg="mod">
          <ac:chgData name="鈴木 秀規" userId="f68c5fd9-22d5-4c0a-9833-7fb0f5135313" providerId="ADAL" clId="{89E477C8-882C-4DDE-9C80-DFB373724EDC}" dt="2021-01-28T02:02:35.675" v="2287" actId="207"/>
          <ac:spMkLst>
            <pc:docMk/>
            <pc:sldMk cId="2605664090" sldId="398"/>
            <ac:spMk id="5" creationId="{D284CBBB-36B3-4B07-9CE4-EE6DC6F77D8D}"/>
          </ac:spMkLst>
        </pc:spChg>
      </pc:sldChg>
      <pc:sldChg chg="modSp new mod">
        <pc:chgData name="鈴木 秀規" userId="f68c5fd9-22d5-4c0a-9833-7fb0f5135313" providerId="ADAL" clId="{89E477C8-882C-4DDE-9C80-DFB373724EDC}" dt="2021-01-28T02:04:03.219" v="2314" actId="207"/>
        <pc:sldMkLst>
          <pc:docMk/>
          <pc:sldMk cId="4011058669" sldId="399"/>
        </pc:sldMkLst>
        <pc:spChg chg="mod">
          <ac:chgData name="鈴木 秀規" userId="f68c5fd9-22d5-4c0a-9833-7fb0f5135313" providerId="ADAL" clId="{89E477C8-882C-4DDE-9C80-DFB373724EDC}" dt="2021-01-28T02:02:49.028" v="2289"/>
          <ac:spMkLst>
            <pc:docMk/>
            <pc:sldMk cId="4011058669" sldId="399"/>
            <ac:spMk id="3" creationId="{08517A0E-85D8-4EB8-B244-3757D421D29B}"/>
          </ac:spMkLst>
        </pc:spChg>
        <pc:spChg chg="mod">
          <ac:chgData name="鈴木 秀規" userId="f68c5fd9-22d5-4c0a-9833-7fb0f5135313" providerId="ADAL" clId="{89E477C8-882C-4DDE-9C80-DFB373724EDC}" dt="2021-01-28T02:04:03.219" v="2314" actId="207"/>
          <ac:spMkLst>
            <pc:docMk/>
            <pc:sldMk cId="4011058669" sldId="399"/>
            <ac:spMk id="5" creationId="{1514E438-FF84-4C11-BF31-69CCBAA4A88B}"/>
          </ac:spMkLst>
        </pc:spChg>
      </pc:sldChg>
    </pc:docChg>
  </pc:docChgLst>
  <pc:docChgLst>
    <pc:chgData name="鈴木 秀規" userId="f68c5fd9-22d5-4c0a-9833-7fb0f5135313" providerId="ADAL" clId="{F2CAF9F8-F2C6-4EF5-92E4-F89FCD0750B4}"/>
    <pc:docChg chg="undo custSel addSld delSld modSld">
      <pc:chgData name="鈴木 秀規" userId="f68c5fd9-22d5-4c0a-9833-7fb0f5135313" providerId="ADAL" clId="{F2CAF9F8-F2C6-4EF5-92E4-F89FCD0750B4}" dt="2021-01-12T05:39:59.693" v="1538" actId="20577"/>
      <pc:docMkLst>
        <pc:docMk/>
      </pc:docMkLst>
      <pc:sldChg chg="modSp">
        <pc:chgData name="鈴木 秀規" userId="f68c5fd9-22d5-4c0a-9833-7fb0f5135313" providerId="ADAL" clId="{F2CAF9F8-F2C6-4EF5-92E4-F89FCD0750B4}" dt="2021-01-12T04:36:59.608" v="0"/>
        <pc:sldMkLst>
          <pc:docMk/>
          <pc:sldMk cId="0" sldId="256"/>
        </pc:sldMkLst>
        <pc:spChg chg="mod">
          <ac:chgData name="鈴木 秀規" userId="f68c5fd9-22d5-4c0a-9833-7fb0f5135313" providerId="ADAL" clId="{F2CAF9F8-F2C6-4EF5-92E4-F89FCD0750B4}" dt="2021-01-12T04:36:59.608" v="0"/>
          <ac:spMkLst>
            <pc:docMk/>
            <pc:sldMk cId="0" sldId="256"/>
            <ac:spMk id="3" creationId="{1AF37D55-893C-40DE-8876-567A09F9C298}"/>
          </ac:spMkLst>
        </pc:spChg>
        <pc:spChg chg="mod">
          <ac:chgData name="鈴木 秀規" userId="f68c5fd9-22d5-4c0a-9833-7fb0f5135313" providerId="ADAL" clId="{F2CAF9F8-F2C6-4EF5-92E4-F89FCD0750B4}" dt="2021-01-12T04:36:59.608" v="0"/>
          <ac:spMkLst>
            <pc:docMk/>
            <pc:sldMk cId="0" sldId="256"/>
            <ac:spMk id="56" creationId="{00000000-0000-0000-0000-000000000000}"/>
          </ac:spMkLst>
        </pc:spChg>
      </pc:sldChg>
      <pc:sldChg chg="modSp del mod">
        <pc:chgData name="鈴木 秀規" userId="f68c5fd9-22d5-4c0a-9833-7fb0f5135313" providerId="ADAL" clId="{F2CAF9F8-F2C6-4EF5-92E4-F89FCD0750B4}" dt="2021-01-12T04:40:43.366" v="27" actId="47"/>
        <pc:sldMkLst>
          <pc:docMk/>
          <pc:sldMk cId="510692425" sldId="259"/>
        </pc:sldMkLst>
        <pc:spChg chg="mod">
          <ac:chgData name="鈴木 秀規" userId="f68c5fd9-22d5-4c0a-9833-7fb0f5135313" providerId="ADAL" clId="{F2CAF9F8-F2C6-4EF5-92E4-F89FCD0750B4}" dt="2021-01-12T04:36:59.608" v="0"/>
          <ac:spMkLst>
            <pc:docMk/>
            <pc:sldMk cId="510692425" sldId="259"/>
            <ac:spMk id="5" creationId="{A3029779-EAC3-4C79-8D54-6C50A59BB25F}"/>
          </ac:spMkLst>
        </pc:spChg>
        <pc:spChg chg="mod">
          <ac:chgData name="鈴木 秀規" userId="f68c5fd9-22d5-4c0a-9833-7fb0f5135313" providerId="ADAL" clId="{F2CAF9F8-F2C6-4EF5-92E4-F89FCD0750B4}" dt="2021-01-12T04:36:59.608" v="0"/>
          <ac:spMkLst>
            <pc:docMk/>
            <pc:sldMk cId="510692425" sldId="259"/>
            <ac:spMk id="6" creationId="{93CAF3DF-C091-49F3-9A99-6DC437D36896}"/>
          </ac:spMkLst>
        </pc:spChg>
        <pc:spChg chg="mod">
          <ac:chgData name="鈴木 秀規" userId="f68c5fd9-22d5-4c0a-9833-7fb0f5135313" providerId="ADAL" clId="{F2CAF9F8-F2C6-4EF5-92E4-F89FCD0750B4}" dt="2021-01-12T04:36:59.608" v="0"/>
          <ac:spMkLst>
            <pc:docMk/>
            <pc:sldMk cId="510692425" sldId="259"/>
            <ac:spMk id="7" creationId="{26125C28-3058-490D-92C2-94CB56CB505F}"/>
          </ac:spMkLst>
        </pc:spChg>
        <pc:spChg chg="mod">
          <ac:chgData name="鈴木 秀規" userId="f68c5fd9-22d5-4c0a-9833-7fb0f5135313" providerId="ADAL" clId="{F2CAF9F8-F2C6-4EF5-92E4-F89FCD0750B4}" dt="2021-01-12T04:38:18.880" v="6" actId="2711"/>
          <ac:spMkLst>
            <pc:docMk/>
            <pc:sldMk cId="510692425" sldId="259"/>
            <ac:spMk id="10" creationId="{3E5F57E8-1388-43AE-8DB4-00724FCD3EB3}"/>
          </ac:spMkLst>
        </pc:spChg>
        <pc:spChg chg="mod">
          <ac:chgData name="鈴木 秀規" userId="f68c5fd9-22d5-4c0a-9833-7fb0f5135313" providerId="ADAL" clId="{F2CAF9F8-F2C6-4EF5-92E4-F89FCD0750B4}" dt="2021-01-12T04:40:35.582" v="24" actId="1076"/>
          <ac:spMkLst>
            <pc:docMk/>
            <pc:sldMk cId="510692425" sldId="259"/>
            <ac:spMk id="16" creationId="{15D20A36-4487-7441-AAC0-662645AC7C25}"/>
          </ac:spMkLst>
        </pc:spChg>
      </pc:sldChg>
      <pc:sldChg chg="modSp">
        <pc:chgData name="鈴木 秀規" userId="f68c5fd9-22d5-4c0a-9833-7fb0f5135313" providerId="ADAL" clId="{F2CAF9F8-F2C6-4EF5-92E4-F89FCD0750B4}" dt="2021-01-12T04:36:59.608" v="0"/>
        <pc:sldMkLst>
          <pc:docMk/>
          <pc:sldMk cId="1511176286" sldId="261"/>
        </pc:sldMkLst>
        <pc:spChg chg="mod">
          <ac:chgData name="鈴木 秀規" userId="f68c5fd9-22d5-4c0a-9833-7fb0f5135313" providerId="ADAL" clId="{F2CAF9F8-F2C6-4EF5-92E4-F89FCD0750B4}" dt="2021-01-12T04:36:59.608" v="0"/>
          <ac:spMkLst>
            <pc:docMk/>
            <pc:sldMk cId="1511176286" sldId="261"/>
            <ac:spMk id="5" creationId="{A3029779-EAC3-4C79-8D54-6C50A59BB25F}"/>
          </ac:spMkLst>
        </pc:spChg>
        <pc:spChg chg="mod">
          <ac:chgData name="鈴木 秀規" userId="f68c5fd9-22d5-4c0a-9833-7fb0f5135313" providerId="ADAL" clId="{F2CAF9F8-F2C6-4EF5-92E4-F89FCD0750B4}" dt="2021-01-12T04:36:59.608" v="0"/>
          <ac:spMkLst>
            <pc:docMk/>
            <pc:sldMk cId="1511176286" sldId="261"/>
            <ac:spMk id="6" creationId="{93CAF3DF-C091-49F3-9A99-6DC437D36896}"/>
          </ac:spMkLst>
        </pc:spChg>
        <pc:spChg chg="mod">
          <ac:chgData name="鈴木 秀規" userId="f68c5fd9-22d5-4c0a-9833-7fb0f5135313" providerId="ADAL" clId="{F2CAF9F8-F2C6-4EF5-92E4-F89FCD0750B4}" dt="2021-01-12T04:36:59.608" v="0"/>
          <ac:spMkLst>
            <pc:docMk/>
            <pc:sldMk cId="1511176286" sldId="261"/>
            <ac:spMk id="7" creationId="{26125C28-3058-490D-92C2-94CB56CB505F}"/>
          </ac:spMkLst>
        </pc:spChg>
      </pc:sldChg>
      <pc:sldChg chg="modSp">
        <pc:chgData name="鈴木 秀規" userId="f68c5fd9-22d5-4c0a-9833-7fb0f5135313" providerId="ADAL" clId="{F2CAF9F8-F2C6-4EF5-92E4-F89FCD0750B4}" dt="2021-01-12T04:36:59.608" v="0"/>
        <pc:sldMkLst>
          <pc:docMk/>
          <pc:sldMk cId="1668843990" sldId="360"/>
        </pc:sldMkLst>
        <pc:spChg chg="mod">
          <ac:chgData name="鈴木 秀規" userId="f68c5fd9-22d5-4c0a-9833-7fb0f5135313" providerId="ADAL" clId="{F2CAF9F8-F2C6-4EF5-92E4-F89FCD0750B4}" dt="2021-01-12T04:36:59.608" v="0"/>
          <ac:spMkLst>
            <pc:docMk/>
            <pc:sldMk cId="1668843990" sldId="360"/>
            <ac:spMk id="2" creationId="{40FB9845-3211-4E75-B8F8-E4AD28A089F9}"/>
          </ac:spMkLst>
        </pc:spChg>
        <pc:spChg chg="mod">
          <ac:chgData name="鈴木 秀規" userId="f68c5fd9-22d5-4c0a-9833-7fb0f5135313" providerId="ADAL" clId="{F2CAF9F8-F2C6-4EF5-92E4-F89FCD0750B4}" dt="2021-01-12T04:36:59.608" v="0"/>
          <ac:spMkLst>
            <pc:docMk/>
            <pc:sldMk cId="1668843990" sldId="360"/>
            <ac:spMk id="4" creationId="{334718C7-3237-4F5B-8C4E-46AD01EC8B16}"/>
          </ac:spMkLst>
        </pc:spChg>
        <pc:spChg chg="mod">
          <ac:chgData name="鈴木 秀規" userId="f68c5fd9-22d5-4c0a-9833-7fb0f5135313" providerId="ADAL" clId="{F2CAF9F8-F2C6-4EF5-92E4-F89FCD0750B4}" dt="2021-01-12T04:36:59.608" v="0"/>
          <ac:spMkLst>
            <pc:docMk/>
            <pc:sldMk cId="1668843990" sldId="360"/>
            <ac:spMk id="6" creationId="{296F413B-E489-4470-92CF-59B185034A28}"/>
          </ac:spMkLst>
        </pc:spChg>
        <pc:spChg chg="mod">
          <ac:chgData name="鈴木 秀規" userId="f68c5fd9-22d5-4c0a-9833-7fb0f5135313" providerId="ADAL" clId="{F2CAF9F8-F2C6-4EF5-92E4-F89FCD0750B4}" dt="2021-01-12T04:36:59.608" v="0"/>
          <ac:spMkLst>
            <pc:docMk/>
            <pc:sldMk cId="1668843990" sldId="360"/>
            <ac:spMk id="7" creationId="{F3941853-6FD3-4122-A071-E1BCBCDF59D4}"/>
          </ac:spMkLst>
        </pc:spChg>
        <pc:spChg chg="mod">
          <ac:chgData name="鈴木 秀規" userId="f68c5fd9-22d5-4c0a-9833-7fb0f5135313" providerId="ADAL" clId="{F2CAF9F8-F2C6-4EF5-92E4-F89FCD0750B4}" dt="2021-01-12T04:36:59.608" v="0"/>
          <ac:spMkLst>
            <pc:docMk/>
            <pc:sldMk cId="1668843990" sldId="360"/>
            <ac:spMk id="9" creationId="{A4832727-EA7F-44D6-A9F2-E4AE0246960A}"/>
          </ac:spMkLst>
        </pc:spChg>
      </pc:sldChg>
      <pc:sldChg chg="modSp">
        <pc:chgData name="鈴木 秀規" userId="f68c5fd9-22d5-4c0a-9833-7fb0f5135313" providerId="ADAL" clId="{F2CAF9F8-F2C6-4EF5-92E4-F89FCD0750B4}" dt="2021-01-12T04:36:59.608" v="0"/>
        <pc:sldMkLst>
          <pc:docMk/>
          <pc:sldMk cId="267129399" sldId="361"/>
        </pc:sldMkLst>
        <pc:spChg chg="mod">
          <ac:chgData name="鈴木 秀規" userId="f68c5fd9-22d5-4c0a-9833-7fb0f5135313" providerId="ADAL" clId="{F2CAF9F8-F2C6-4EF5-92E4-F89FCD0750B4}" dt="2021-01-12T04:36:59.608" v="0"/>
          <ac:spMkLst>
            <pc:docMk/>
            <pc:sldMk cId="267129399" sldId="361"/>
            <ac:spMk id="2" creationId="{8F991990-0DC6-4730-83E5-36F909A6129F}"/>
          </ac:spMkLst>
        </pc:spChg>
        <pc:spChg chg="mod">
          <ac:chgData name="鈴木 秀規" userId="f68c5fd9-22d5-4c0a-9833-7fb0f5135313" providerId="ADAL" clId="{F2CAF9F8-F2C6-4EF5-92E4-F89FCD0750B4}" dt="2021-01-12T04:36:59.608" v="0"/>
          <ac:spMkLst>
            <pc:docMk/>
            <pc:sldMk cId="267129399" sldId="361"/>
            <ac:spMk id="3" creationId="{AA9BFD7B-04B5-49CD-8E91-4AC76C8C681F}"/>
          </ac:spMkLst>
        </pc:spChg>
        <pc:spChg chg="mod">
          <ac:chgData name="鈴木 秀規" userId="f68c5fd9-22d5-4c0a-9833-7fb0f5135313" providerId="ADAL" clId="{F2CAF9F8-F2C6-4EF5-92E4-F89FCD0750B4}" dt="2021-01-12T04:36:59.608" v="0"/>
          <ac:spMkLst>
            <pc:docMk/>
            <pc:sldMk cId="267129399" sldId="361"/>
            <ac:spMk id="4" creationId="{CA8524E1-6DFF-4647-8FD1-738AA4991EDC}"/>
          </ac:spMkLst>
        </pc:spChg>
        <pc:spChg chg="mod">
          <ac:chgData name="鈴木 秀規" userId="f68c5fd9-22d5-4c0a-9833-7fb0f5135313" providerId="ADAL" clId="{F2CAF9F8-F2C6-4EF5-92E4-F89FCD0750B4}" dt="2021-01-12T04:36:59.608" v="0"/>
          <ac:spMkLst>
            <pc:docMk/>
            <pc:sldMk cId="267129399" sldId="361"/>
            <ac:spMk id="5" creationId="{6FFB24F3-38DB-45A5-BA62-DD27EF2E4AA2}"/>
          </ac:spMkLst>
        </pc:spChg>
        <pc:spChg chg="mod">
          <ac:chgData name="鈴木 秀規" userId="f68c5fd9-22d5-4c0a-9833-7fb0f5135313" providerId="ADAL" clId="{F2CAF9F8-F2C6-4EF5-92E4-F89FCD0750B4}" dt="2021-01-12T04:36:59.608" v="0"/>
          <ac:spMkLst>
            <pc:docMk/>
            <pc:sldMk cId="267129399" sldId="361"/>
            <ac:spMk id="6" creationId="{D0F3BEAC-A5EA-4EE4-95C7-0AEC1107FD29}"/>
          </ac:spMkLst>
        </pc:spChg>
      </pc:sldChg>
      <pc:sldChg chg="modSp">
        <pc:chgData name="鈴木 秀規" userId="f68c5fd9-22d5-4c0a-9833-7fb0f5135313" providerId="ADAL" clId="{F2CAF9F8-F2C6-4EF5-92E4-F89FCD0750B4}" dt="2021-01-12T04:36:59.608" v="0"/>
        <pc:sldMkLst>
          <pc:docMk/>
          <pc:sldMk cId="2503862587" sldId="362"/>
        </pc:sldMkLst>
        <pc:spChg chg="mod">
          <ac:chgData name="鈴木 秀規" userId="f68c5fd9-22d5-4c0a-9833-7fb0f5135313" providerId="ADAL" clId="{F2CAF9F8-F2C6-4EF5-92E4-F89FCD0750B4}" dt="2021-01-12T04:36:59.608" v="0"/>
          <ac:spMkLst>
            <pc:docMk/>
            <pc:sldMk cId="2503862587" sldId="362"/>
            <ac:spMk id="2" creationId="{6E4694B3-F66C-2C42-ABF3-667F907DA0DD}"/>
          </ac:spMkLst>
        </pc:spChg>
        <pc:spChg chg="mod">
          <ac:chgData name="鈴木 秀規" userId="f68c5fd9-22d5-4c0a-9833-7fb0f5135313" providerId="ADAL" clId="{F2CAF9F8-F2C6-4EF5-92E4-F89FCD0750B4}" dt="2021-01-12T04:36:59.608" v="0"/>
          <ac:spMkLst>
            <pc:docMk/>
            <pc:sldMk cId="2503862587" sldId="362"/>
            <ac:spMk id="3" creationId="{0AA7DF0E-6130-4E46-AE0F-FC0B82015E51}"/>
          </ac:spMkLst>
        </pc:spChg>
        <pc:spChg chg="mod">
          <ac:chgData name="鈴木 秀規" userId="f68c5fd9-22d5-4c0a-9833-7fb0f5135313" providerId="ADAL" clId="{F2CAF9F8-F2C6-4EF5-92E4-F89FCD0750B4}" dt="2021-01-12T04:36:59.608" v="0"/>
          <ac:spMkLst>
            <pc:docMk/>
            <pc:sldMk cId="2503862587" sldId="362"/>
            <ac:spMk id="4" creationId="{D9FB1868-09BC-2B48-A261-614253F308F0}"/>
          </ac:spMkLst>
        </pc:spChg>
      </pc:sldChg>
      <pc:sldChg chg="modSp del mod">
        <pc:chgData name="鈴木 秀規" userId="f68c5fd9-22d5-4c0a-9833-7fb0f5135313" providerId="ADAL" clId="{F2CAF9F8-F2C6-4EF5-92E4-F89FCD0750B4}" dt="2021-01-12T04:42:06.007" v="43" actId="2696"/>
        <pc:sldMkLst>
          <pc:docMk/>
          <pc:sldMk cId="4089106883" sldId="363"/>
        </pc:sldMkLst>
        <pc:spChg chg="mod">
          <ac:chgData name="鈴木 秀規" userId="f68c5fd9-22d5-4c0a-9833-7fb0f5135313" providerId="ADAL" clId="{F2CAF9F8-F2C6-4EF5-92E4-F89FCD0750B4}" dt="2021-01-12T04:36:59.608" v="0"/>
          <ac:spMkLst>
            <pc:docMk/>
            <pc:sldMk cId="4089106883" sldId="363"/>
            <ac:spMk id="5" creationId="{A3029779-EAC3-4C79-8D54-6C50A59BB25F}"/>
          </ac:spMkLst>
        </pc:spChg>
        <pc:spChg chg="mod">
          <ac:chgData name="鈴木 秀規" userId="f68c5fd9-22d5-4c0a-9833-7fb0f5135313" providerId="ADAL" clId="{F2CAF9F8-F2C6-4EF5-92E4-F89FCD0750B4}" dt="2021-01-12T04:36:59.608" v="0"/>
          <ac:spMkLst>
            <pc:docMk/>
            <pc:sldMk cId="4089106883" sldId="363"/>
            <ac:spMk id="6" creationId="{93CAF3DF-C091-49F3-9A99-6DC437D36896}"/>
          </ac:spMkLst>
        </pc:spChg>
        <pc:spChg chg="mod">
          <ac:chgData name="鈴木 秀規" userId="f68c5fd9-22d5-4c0a-9833-7fb0f5135313" providerId="ADAL" clId="{F2CAF9F8-F2C6-4EF5-92E4-F89FCD0750B4}" dt="2021-01-12T04:36:59.608" v="0"/>
          <ac:spMkLst>
            <pc:docMk/>
            <pc:sldMk cId="4089106883" sldId="363"/>
            <ac:spMk id="7" creationId="{26125C28-3058-490D-92C2-94CB56CB505F}"/>
          </ac:spMkLst>
        </pc:spChg>
        <pc:spChg chg="mod">
          <ac:chgData name="鈴木 秀規" userId="f68c5fd9-22d5-4c0a-9833-7fb0f5135313" providerId="ADAL" clId="{F2CAF9F8-F2C6-4EF5-92E4-F89FCD0750B4}" dt="2021-01-12T04:38:59.453" v="10" actId="2711"/>
          <ac:spMkLst>
            <pc:docMk/>
            <pc:sldMk cId="4089106883" sldId="363"/>
            <ac:spMk id="10" creationId="{3E5F57E8-1388-43AE-8DB4-00724FCD3EB3}"/>
          </ac:spMkLst>
        </pc:spChg>
      </pc:sldChg>
      <pc:sldChg chg="modSp">
        <pc:chgData name="鈴木 秀規" userId="f68c5fd9-22d5-4c0a-9833-7fb0f5135313" providerId="ADAL" clId="{F2CAF9F8-F2C6-4EF5-92E4-F89FCD0750B4}" dt="2021-01-12T04:36:59.608" v="0"/>
        <pc:sldMkLst>
          <pc:docMk/>
          <pc:sldMk cId="3893490019" sldId="364"/>
        </pc:sldMkLst>
        <pc:spChg chg="mod">
          <ac:chgData name="鈴木 秀規" userId="f68c5fd9-22d5-4c0a-9833-7fb0f5135313" providerId="ADAL" clId="{F2CAF9F8-F2C6-4EF5-92E4-F89FCD0750B4}" dt="2021-01-12T04:36:59.608" v="0"/>
          <ac:spMkLst>
            <pc:docMk/>
            <pc:sldMk cId="3893490019" sldId="364"/>
            <ac:spMk id="2" creationId="{7FABB1DA-A90A-BF44-B7B3-D07D46F61CAC}"/>
          </ac:spMkLst>
        </pc:spChg>
        <pc:spChg chg="mod">
          <ac:chgData name="鈴木 秀規" userId="f68c5fd9-22d5-4c0a-9833-7fb0f5135313" providerId="ADAL" clId="{F2CAF9F8-F2C6-4EF5-92E4-F89FCD0750B4}" dt="2021-01-12T04:36:59.608" v="0"/>
          <ac:spMkLst>
            <pc:docMk/>
            <pc:sldMk cId="3893490019" sldId="364"/>
            <ac:spMk id="3" creationId="{3A3F26A6-F565-3340-BD2E-EB9E7892240E}"/>
          </ac:spMkLst>
        </pc:spChg>
        <pc:spChg chg="mod">
          <ac:chgData name="鈴木 秀規" userId="f68c5fd9-22d5-4c0a-9833-7fb0f5135313" providerId="ADAL" clId="{F2CAF9F8-F2C6-4EF5-92E4-F89FCD0750B4}" dt="2021-01-12T04:36:59.608" v="0"/>
          <ac:spMkLst>
            <pc:docMk/>
            <pc:sldMk cId="3893490019" sldId="364"/>
            <ac:spMk id="4" creationId="{F0E6C3C8-6543-4445-AC1D-0374E8CE9FA7}"/>
          </ac:spMkLst>
        </pc:spChg>
        <pc:spChg chg="mod">
          <ac:chgData name="鈴木 秀規" userId="f68c5fd9-22d5-4c0a-9833-7fb0f5135313" providerId="ADAL" clId="{F2CAF9F8-F2C6-4EF5-92E4-F89FCD0750B4}" dt="2021-01-12T04:36:59.608" v="0"/>
          <ac:spMkLst>
            <pc:docMk/>
            <pc:sldMk cId="3893490019" sldId="364"/>
            <ac:spMk id="5" creationId="{2BB4C47D-B980-1C4B-8248-0869FD55EB3D}"/>
          </ac:spMkLst>
        </pc:spChg>
      </pc:sldChg>
      <pc:sldChg chg="modSp mod">
        <pc:chgData name="鈴木 秀規" userId="f68c5fd9-22d5-4c0a-9833-7fb0f5135313" providerId="ADAL" clId="{F2CAF9F8-F2C6-4EF5-92E4-F89FCD0750B4}" dt="2021-01-12T04:44:03.179" v="109" actId="404"/>
        <pc:sldMkLst>
          <pc:docMk/>
          <pc:sldMk cId="2559106598" sldId="365"/>
        </pc:sldMkLst>
        <pc:spChg chg="mod">
          <ac:chgData name="鈴木 秀規" userId="f68c5fd9-22d5-4c0a-9833-7fb0f5135313" providerId="ADAL" clId="{F2CAF9F8-F2C6-4EF5-92E4-F89FCD0750B4}" dt="2021-01-12T04:36:59.608" v="0"/>
          <ac:spMkLst>
            <pc:docMk/>
            <pc:sldMk cId="2559106598" sldId="365"/>
            <ac:spMk id="2" creationId="{78E72CC0-84D7-F940-8547-5CD32644186A}"/>
          </ac:spMkLst>
        </pc:spChg>
        <pc:spChg chg="mod">
          <ac:chgData name="鈴木 秀規" userId="f68c5fd9-22d5-4c0a-9833-7fb0f5135313" providerId="ADAL" clId="{F2CAF9F8-F2C6-4EF5-92E4-F89FCD0750B4}" dt="2021-01-12T04:36:59.608" v="0"/>
          <ac:spMkLst>
            <pc:docMk/>
            <pc:sldMk cId="2559106598" sldId="365"/>
            <ac:spMk id="3" creationId="{570D767C-529D-1D4C-9BD6-2E3AAE679914}"/>
          </ac:spMkLst>
        </pc:spChg>
        <pc:spChg chg="mod">
          <ac:chgData name="鈴木 秀規" userId="f68c5fd9-22d5-4c0a-9833-7fb0f5135313" providerId="ADAL" clId="{F2CAF9F8-F2C6-4EF5-92E4-F89FCD0750B4}" dt="2021-01-12T04:36:59.608" v="0"/>
          <ac:spMkLst>
            <pc:docMk/>
            <pc:sldMk cId="2559106598" sldId="365"/>
            <ac:spMk id="4" creationId="{5C76D554-1D05-0D47-95D6-B29E81E5EAFC}"/>
          </ac:spMkLst>
        </pc:spChg>
        <pc:graphicFrameChg chg="modGraphic">
          <ac:chgData name="鈴木 秀規" userId="f68c5fd9-22d5-4c0a-9833-7fb0f5135313" providerId="ADAL" clId="{F2CAF9F8-F2C6-4EF5-92E4-F89FCD0750B4}" dt="2021-01-12T04:44:03.179" v="109" actId="404"/>
          <ac:graphicFrameMkLst>
            <pc:docMk/>
            <pc:sldMk cId="2559106598" sldId="365"/>
            <ac:graphicFrameMk id="6" creationId="{A5C776C1-5736-6E41-AFE0-D7FC9EBFA87B}"/>
          </ac:graphicFrameMkLst>
        </pc:graphicFrameChg>
      </pc:sldChg>
      <pc:sldChg chg="addSp modSp mod modClrScheme chgLayout">
        <pc:chgData name="鈴木 秀規" userId="f68c5fd9-22d5-4c0a-9833-7fb0f5135313" providerId="ADAL" clId="{F2CAF9F8-F2C6-4EF5-92E4-F89FCD0750B4}" dt="2021-01-12T04:39:39.041" v="13" actId="700"/>
        <pc:sldMkLst>
          <pc:docMk/>
          <pc:sldMk cId="15529201" sldId="367"/>
        </pc:sldMkLst>
        <pc:spChg chg="add mod ord">
          <ac:chgData name="鈴木 秀規" userId="f68c5fd9-22d5-4c0a-9833-7fb0f5135313" providerId="ADAL" clId="{F2CAF9F8-F2C6-4EF5-92E4-F89FCD0750B4}" dt="2021-01-12T04:39:39.041" v="13" actId="700"/>
          <ac:spMkLst>
            <pc:docMk/>
            <pc:sldMk cId="15529201" sldId="367"/>
            <ac:spMk id="3" creationId="{A46A7E87-E7BA-4AD7-A158-ED4B8A59EEAA}"/>
          </ac:spMkLst>
        </pc:spChg>
        <pc:spChg chg="mod ord">
          <ac:chgData name="鈴木 秀規" userId="f68c5fd9-22d5-4c0a-9833-7fb0f5135313" providerId="ADAL" clId="{F2CAF9F8-F2C6-4EF5-92E4-F89FCD0750B4}" dt="2021-01-12T04:39:39.041" v="13" actId="700"/>
          <ac:spMkLst>
            <pc:docMk/>
            <pc:sldMk cId="15529201" sldId="367"/>
            <ac:spMk id="5" creationId="{A3029779-EAC3-4C79-8D54-6C50A59BB25F}"/>
          </ac:spMkLst>
        </pc:spChg>
        <pc:spChg chg="mod ord">
          <ac:chgData name="鈴木 秀規" userId="f68c5fd9-22d5-4c0a-9833-7fb0f5135313" providerId="ADAL" clId="{F2CAF9F8-F2C6-4EF5-92E4-F89FCD0750B4}" dt="2021-01-12T04:39:39.041" v="13" actId="700"/>
          <ac:spMkLst>
            <pc:docMk/>
            <pc:sldMk cId="15529201" sldId="367"/>
            <ac:spMk id="6" creationId="{93CAF3DF-C091-49F3-9A99-6DC437D36896}"/>
          </ac:spMkLst>
        </pc:spChg>
        <pc:spChg chg="mod ord">
          <ac:chgData name="鈴木 秀規" userId="f68c5fd9-22d5-4c0a-9833-7fb0f5135313" providerId="ADAL" clId="{F2CAF9F8-F2C6-4EF5-92E4-F89FCD0750B4}" dt="2021-01-12T04:39:39.041" v="13" actId="700"/>
          <ac:spMkLst>
            <pc:docMk/>
            <pc:sldMk cId="15529201" sldId="367"/>
            <ac:spMk id="7" creationId="{26125C28-3058-490D-92C2-94CB56CB505F}"/>
          </ac:spMkLst>
        </pc:spChg>
        <pc:spChg chg="mod ord">
          <ac:chgData name="鈴木 秀規" userId="f68c5fd9-22d5-4c0a-9833-7fb0f5135313" providerId="ADAL" clId="{F2CAF9F8-F2C6-4EF5-92E4-F89FCD0750B4}" dt="2021-01-12T04:39:39.041" v="13" actId="700"/>
          <ac:spMkLst>
            <pc:docMk/>
            <pc:sldMk cId="15529201" sldId="367"/>
            <ac:spMk id="10" creationId="{3E5F57E8-1388-43AE-8DB4-00724FCD3EB3}"/>
          </ac:spMkLst>
        </pc:spChg>
        <pc:spChg chg="add mod ord">
          <ac:chgData name="鈴木 秀規" userId="f68c5fd9-22d5-4c0a-9833-7fb0f5135313" providerId="ADAL" clId="{F2CAF9F8-F2C6-4EF5-92E4-F89FCD0750B4}" dt="2021-01-12T04:39:39.041" v="13" actId="700"/>
          <ac:spMkLst>
            <pc:docMk/>
            <pc:sldMk cId="15529201" sldId="367"/>
            <ac:spMk id="11" creationId="{3EB9FD6E-422E-4C20-A575-13013610EAF6}"/>
          </ac:spMkLst>
        </pc:spChg>
      </pc:sldChg>
      <pc:sldChg chg="modSp">
        <pc:chgData name="鈴木 秀規" userId="f68c5fd9-22d5-4c0a-9833-7fb0f5135313" providerId="ADAL" clId="{F2CAF9F8-F2C6-4EF5-92E4-F89FCD0750B4}" dt="2021-01-12T04:36:59.608" v="0"/>
        <pc:sldMkLst>
          <pc:docMk/>
          <pc:sldMk cId="1431651866" sldId="368"/>
        </pc:sldMkLst>
        <pc:spChg chg="mod">
          <ac:chgData name="鈴木 秀規" userId="f68c5fd9-22d5-4c0a-9833-7fb0f5135313" providerId="ADAL" clId="{F2CAF9F8-F2C6-4EF5-92E4-F89FCD0750B4}" dt="2021-01-12T04:36:59.608" v="0"/>
          <ac:spMkLst>
            <pc:docMk/>
            <pc:sldMk cId="1431651866" sldId="368"/>
            <ac:spMk id="2" creationId="{78E72CC0-84D7-F940-8547-5CD32644186A}"/>
          </ac:spMkLst>
        </pc:spChg>
        <pc:spChg chg="mod">
          <ac:chgData name="鈴木 秀規" userId="f68c5fd9-22d5-4c0a-9833-7fb0f5135313" providerId="ADAL" clId="{F2CAF9F8-F2C6-4EF5-92E4-F89FCD0750B4}" dt="2021-01-12T04:36:59.608" v="0"/>
          <ac:spMkLst>
            <pc:docMk/>
            <pc:sldMk cId="1431651866" sldId="368"/>
            <ac:spMk id="3" creationId="{570D767C-529D-1D4C-9BD6-2E3AAE679914}"/>
          </ac:spMkLst>
        </pc:spChg>
        <pc:spChg chg="mod">
          <ac:chgData name="鈴木 秀規" userId="f68c5fd9-22d5-4c0a-9833-7fb0f5135313" providerId="ADAL" clId="{F2CAF9F8-F2C6-4EF5-92E4-F89FCD0750B4}" dt="2021-01-12T04:36:59.608" v="0"/>
          <ac:spMkLst>
            <pc:docMk/>
            <pc:sldMk cId="1431651866" sldId="368"/>
            <ac:spMk id="4" creationId="{5C76D554-1D05-0D47-95D6-B29E81E5EAFC}"/>
          </ac:spMkLst>
        </pc:spChg>
      </pc:sldChg>
      <pc:sldChg chg="modSp del mod">
        <pc:chgData name="鈴木 秀規" userId="f68c5fd9-22d5-4c0a-9833-7fb0f5135313" providerId="ADAL" clId="{F2CAF9F8-F2C6-4EF5-92E4-F89FCD0750B4}" dt="2021-01-12T04:45:04.577" v="148" actId="2696"/>
        <pc:sldMkLst>
          <pc:docMk/>
          <pc:sldMk cId="3018498330" sldId="369"/>
        </pc:sldMkLst>
        <pc:spChg chg="mod">
          <ac:chgData name="鈴木 秀規" userId="f68c5fd9-22d5-4c0a-9833-7fb0f5135313" providerId="ADAL" clId="{F2CAF9F8-F2C6-4EF5-92E4-F89FCD0750B4}" dt="2021-01-12T04:36:59.608" v="0"/>
          <ac:spMkLst>
            <pc:docMk/>
            <pc:sldMk cId="3018498330" sldId="369"/>
            <ac:spMk id="2" creationId="{66EC7532-098F-E543-A5F5-DCE2A43E7B47}"/>
          </ac:spMkLst>
        </pc:spChg>
        <pc:spChg chg="mod">
          <ac:chgData name="鈴木 秀規" userId="f68c5fd9-22d5-4c0a-9833-7fb0f5135313" providerId="ADAL" clId="{F2CAF9F8-F2C6-4EF5-92E4-F89FCD0750B4}" dt="2021-01-12T04:36:59.608" v="0"/>
          <ac:spMkLst>
            <pc:docMk/>
            <pc:sldMk cId="3018498330" sldId="369"/>
            <ac:spMk id="3" creationId="{F1C6C295-7820-0949-875F-EAF056230447}"/>
          </ac:spMkLst>
        </pc:spChg>
        <pc:spChg chg="mod">
          <ac:chgData name="鈴木 秀規" userId="f68c5fd9-22d5-4c0a-9833-7fb0f5135313" providerId="ADAL" clId="{F2CAF9F8-F2C6-4EF5-92E4-F89FCD0750B4}" dt="2021-01-12T04:36:59.608" v="0"/>
          <ac:spMkLst>
            <pc:docMk/>
            <pc:sldMk cId="3018498330" sldId="369"/>
            <ac:spMk id="4" creationId="{0B3C1CED-6132-7648-873E-BC90BCD14454}"/>
          </ac:spMkLst>
        </pc:spChg>
        <pc:spChg chg="mod">
          <ac:chgData name="鈴木 秀規" userId="f68c5fd9-22d5-4c0a-9833-7fb0f5135313" providerId="ADAL" clId="{F2CAF9F8-F2C6-4EF5-92E4-F89FCD0750B4}" dt="2021-01-12T04:44:48.619" v="146" actId="21"/>
          <ac:spMkLst>
            <pc:docMk/>
            <pc:sldMk cId="3018498330" sldId="369"/>
            <ac:spMk id="5" creationId="{6B35BADF-F225-2348-897F-AF9752777AC5}"/>
          </ac:spMkLst>
        </pc:spChg>
      </pc:sldChg>
      <pc:sldChg chg="modSp add del mod">
        <pc:chgData name="鈴木 秀規" userId="f68c5fd9-22d5-4c0a-9833-7fb0f5135313" providerId="ADAL" clId="{F2CAF9F8-F2C6-4EF5-92E4-F89FCD0750B4}" dt="2021-01-12T05:39:59.693" v="1538" actId="20577"/>
        <pc:sldMkLst>
          <pc:docMk/>
          <pc:sldMk cId="3805279594" sldId="370"/>
        </pc:sldMkLst>
        <pc:spChg chg="mod">
          <ac:chgData name="鈴木 秀規" userId="f68c5fd9-22d5-4c0a-9833-7fb0f5135313" providerId="ADAL" clId="{F2CAF9F8-F2C6-4EF5-92E4-F89FCD0750B4}" dt="2021-01-12T04:36:59.608" v="0"/>
          <ac:spMkLst>
            <pc:docMk/>
            <pc:sldMk cId="3805279594" sldId="370"/>
            <ac:spMk id="2" creationId="{BBE8F2DC-477F-4A46-AA45-FC9B49760439}"/>
          </ac:spMkLst>
        </pc:spChg>
        <pc:spChg chg="mod">
          <ac:chgData name="鈴木 秀規" userId="f68c5fd9-22d5-4c0a-9833-7fb0f5135313" providerId="ADAL" clId="{F2CAF9F8-F2C6-4EF5-92E4-F89FCD0750B4}" dt="2021-01-12T04:36:59.608" v="0"/>
          <ac:spMkLst>
            <pc:docMk/>
            <pc:sldMk cId="3805279594" sldId="370"/>
            <ac:spMk id="3" creationId="{9CB86EFC-2A3F-214C-A2A0-00EB1AC0E3F3}"/>
          </ac:spMkLst>
        </pc:spChg>
        <pc:spChg chg="mod">
          <ac:chgData name="鈴木 秀規" userId="f68c5fd9-22d5-4c0a-9833-7fb0f5135313" providerId="ADAL" clId="{F2CAF9F8-F2C6-4EF5-92E4-F89FCD0750B4}" dt="2021-01-12T04:36:59.608" v="0"/>
          <ac:spMkLst>
            <pc:docMk/>
            <pc:sldMk cId="3805279594" sldId="370"/>
            <ac:spMk id="4" creationId="{767846D2-8A50-CE4D-B292-AB4CB00FC300}"/>
          </ac:spMkLst>
        </pc:spChg>
        <pc:spChg chg="mod">
          <ac:chgData name="鈴木 秀規" userId="f68c5fd9-22d5-4c0a-9833-7fb0f5135313" providerId="ADAL" clId="{F2CAF9F8-F2C6-4EF5-92E4-F89FCD0750B4}" dt="2021-01-12T05:39:59.693" v="1538" actId="20577"/>
          <ac:spMkLst>
            <pc:docMk/>
            <pc:sldMk cId="3805279594" sldId="370"/>
            <ac:spMk id="5" creationId="{D9D24A15-605C-D342-9DF6-15A80C8E63C7}"/>
          </ac:spMkLst>
        </pc:spChg>
      </pc:sldChg>
      <pc:sldChg chg="modSp">
        <pc:chgData name="鈴木 秀規" userId="f68c5fd9-22d5-4c0a-9833-7fb0f5135313" providerId="ADAL" clId="{F2CAF9F8-F2C6-4EF5-92E4-F89FCD0750B4}" dt="2021-01-12T04:36:59.608" v="0"/>
        <pc:sldMkLst>
          <pc:docMk/>
          <pc:sldMk cId="2800751255" sldId="371"/>
        </pc:sldMkLst>
        <pc:spChg chg="mod">
          <ac:chgData name="鈴木 秀規" userId="f68c5fd9-22d5-4c0a-9833-7fb0f5135313" providerId="ADAL" clId="{F2CAF9F8-F2C6-4EF5-92E4-F89FCD0750B4}" dt="2021-01-12T04:36:59.608" v="0"/>
          <ac:spMkLst>
            <pc:docMk/>
            <pc:sldMk cId="2800751255" sldId="371"/>
            <ac:spMk id="2" creationId="{992F612E-920E-DB42-831C-9A43B943FD23}"/>
          </ac:spMkLst>
        </pc:spChg>
        <pc:spChg chg="mod">
          <ac:chgData name="鈴木 秀規" userId="f68c5fd9-22d5-4c0a-9833-7fb0f5135313" providerId="ADAL" clId="{F2CAF9F8-F2C6-4EF5-92E4-F89FCD0750B4}" dt="2021-01-12T04:36:59.608" v="0"/>
          <ac:spMkLst>
            <pc:docMk/>
            <pc:sldMk cId="2800751255" sldId="371"/>
            <ac:spMk id="3" creationId="{86AF2C75-7C50-5545-B86A-AB0C1071AFF0}"/>
          </ac:spMkLst>
        </pc:spChg>
        <pc:spChg chg="mod">
          <ac:chgData name="鈴木 秀規" userId="f68c5fd9-22d5-4c0a-9833-7fb0f5135313" providerId="ADAL" clId="{F2CAF9F8-F2C6-4EF5-92E4-F89FCD0750B4}" dt="2021-01-12T04:36:59.608" v="0"/>
          <ac:spMkLst>
            <pc:docMk/>
            <pc:sldMk cId="2800751255" sldId="371"/>
            <ac:spMk id="4" creationId="{3D4BFF4A-92E9-3741-A870-60BBC65CCFE0}"/>
          </ac:spMkLst>
        </pc:spChg>
        <pc:spChg chg="mod">
          <ac:chgData name="鈴木 秀規" userId="f68c5fd9-22d5-4c0a-9833-7fb0f5135313" providerId="ADAL" clId="{F2CAF9F8-F2C6-4EF5-92E4-F89FCD0750B4}" dt="2021-01-12T04:36:59.608" v="0"/>
          <ac:spMkLst>
            <pc:docMk/>
            <pc:sldMk cId="2800751255" sldId="371"/>
            <ac:spMk id="5" creationId="{199D3E35-553D-E34C-ABB7-3B8D9DB70C07}"/>
          </ac:spMkLst>
        </pc:spChg>
      </pc:sldChg>
      <pc:sldChg chg="addSp delSp modSp new mod modClrScheme chgLayout">
        <pc:chgData name="鈴木 秀規" userId="f68c5fd9-22d5-4c0a-9833-7fb0f5135313" providerId="ADAL" clId="{F2CAF9F8-F2C6-4EF5-92E4-F89FCD0750B4}" dt="2021-01-12T04:42:45.469" v="105"/>
        <pc:sldMkLst>
          <pc:docMk/>
          <pc:sldMk cId="172008769" sldId="372"/>
        </pc:sldMkLst>
        <pc:spChg chg="del mod ord">
          <ac:chgData name="鈴木 秀規" userId="f68c5fd9-22d5-4c0a-9833-7fb0f5135313" providerId="ADAL" clId="{F2CAF9F8-F2C6-4EF5-92E4-F89FCD0750B4}" dt="2021-01-12T04:39:53.274" v="15" actId="700"/>
          <ac:spMkLst>
            <pc:docMk/>
            <pc:sldMk cId="172008769" sldId="372"/>
            <ac:spMk id="2" creationId="{EDE75749-E2ED-4EBC-AD20-E2D500F203D8}"/>
          </ac:spMkLst>
        </pc:spChg>
        <pc:spChg chg="mod ord">
          <ac:chgData name="鈴木 秀規" userId="f68c5fd9-22d5-4c0a-9833-7fb0f5135313" providerId="ADAL" clId="{F2CAF9F8-F2C6-4EF5-92E4-F89FCD0750B4}" dt="2021-01-12T04:39:53.274" v="15" actId="700"/>
          <ac:spMkLst>
            <pc:docMk/>
            <pc:sldMk cId="172008769" sldId="372"/>
            <ac:spMk id="3" creationId="{1B7C07C9-FEE3-4AC9-9F75-8ED3972B0330}"/>
          </ac:spMkLst>
        </pc:spChg>
        <pc:spChg chg="mod ord">
          <ac:chgData name="鈴木 秀規" userId="f68c5fd9-22d5-4c0a-9833-7fb0f5135313" providerId="ADAL" clId="{F2CAF9F8-F2C6-4EF5-92E4-F89FCD0750B4}" dt="2021-01-12T04:39:53.274" v="15" actId="700"/>
          <ac:spMkLst>
            <pc:docMk/>
            <pc:sldMk cId="172008769" sldId="372"/>
            <ac:spMk id="4" creationId="{09A94BC2-F42C-4D26-AFF8-47587794D6DB}"/>
          </ac:spMkLst>
        </pc:spChg>
        <pc:spChg chg="del mod ord">
          <ac:chgData name="鈴木 秀規" userId="f68c5fd9-22d5-4c0a-9833-7fb0f5135313" providerId="ADAL" clId="{F2CAF9F8-F2C6-4EF5-92E4-F89FCD0750B4}" dt="2021-01-12T04:39:53.274" v="15" actId="700"/>
          <ac:spMkLst>
            <pc:docMk/>
            <pc:sldMk cId="172008769" sldId="372"/>
            <ac:spMk id="5" creationId="{582A0B60-E9CC-4AAA-BC40-C52C15034634}"/>
          </ac:spMkLst>
        </pc:spChg>
        <pc:spChg chg="add mod ord">
          <ac:chgData name="鈴木 秀規" userId="f68c5fd9-22d5-4c0a-9833-7fb0f5135313" providerId="ADAL" clId="{F2CAF9F8-F2C6-4EF5-92E4-F89FCD0750B4}" dt="2021-01-12T04:42:45.469" v="105"/>
          <ac:spMkLst>
            <pc:docMk/>
            <pc:sldMk cId="172008769" sldId="372"/>
            <ac:spMk id="6" creationId="{3706AB8D-A382-42EF-9DE4-041BFCABF741}"/>
          </ac:spMkLst>
        </pc:spChg>
        <pc:spChg chg="add mod ord">
          <ac:chgData name="鈴木 秀規" userId="f68c5fd9-22d5-4c0a-9833-7fb0f5135313" providerId="ADAL" clId="{F2CAF9F8-F2C6-4EF5-92E4-F89FCD0750B4}" dt="2021-01-12T04:41:32.672" v="38" actId="14100"/>
          <ac:spMkLst>
            <pc:docMk/>
            <pc:sldMk cId="172008769" sldId="372"/>
            <ac:spMk id="7" creationId="{672739A4-DFB9-47C7-9258-80F9236238A4}"/>
          </ac:spMkLst>
        </pc:spChg>
        <pc:spChg chg="add mod ord">
          <ac:chgData name="鈴木 秀規" userId="f68c5fd9-22d5-4c0a-9833-7fb0f5135313" providerId="ADAL" clId="{F2CAF9F8-F2C6-4EF5-92E4-F89FCD0750B4}" dt="2021-01-12T04:41:26.967" v="36" actId="14100"/>
          <ac:spMkLst>
            <pc:docMk/>
            <pc:sldMk cId="172008769" sldId="372"/>
            <ac:spMk id="8" creationId="{1A8BB172-35AF-4185-A46A-ED93D3A7D7C5}"/>
          </ac:spMkLst>
        </pc:spChg>
        <pc:spChg chg="add mod ord">
          <ac:chgData name="鈴木 秀規" userId="f68c5fd9-22d5-4c0a-9833-7fb0f5135313" providerId="ADAL" clId="{F2CAF9F8-F2C6-4EF5-92E4-F89FCD0750B4}" dt="2021-01-12T04:39:53.274" v="15" actId="700"/>
          <ac:spMkLst>
            <pc:docMk/>
            <pc:sldMk cId="172008769" sldId="372"/>
            <ac:spMk id="9" creationId="{C8049898-5D79-42B6-B7CD-2DF86C0BA5FA}"/>
          </ac:spMkLst>
        </pc:spChg>
        <pc:spChg chg="add mod">
          <ac:chgData name="鈴木 秀規" userId="f68c5fd9-22d5-4c0a-9833-7fb0f5135313" providerId="ADAL" clId="{F2CAF9F8-F2C6-4EF5-92E4-F89FCD0750B4}" dt="2021-01-12T04:40:41.557" v="26" actId="14100"/>
          <ac:spMkLst>
            <pc:docMk/>
            <pc:sldMk cId="172008769" sldId="372"/>
            <ac:spMk id="10" creationId="{0AFC5742-3896-4E4B-91EB-5143E04BDFE8}"/>
          </ac:spMkLst>
        </pc:spChg>
      </pc:sldChg>
      <pc:sldChg chg="addSp delSp modSp new mod modClrScheme chgLayout">
        <pc:chgData name="鈴木 秀規" userId="f68c5fd9-22d5-4c0a-9833-7fb0f5135313" providerId="ADAL" clId="{F2CAF9F8-F2C6-4EF5-92E4-F89FCD0750B4}" dt="2021-01-12T04:42:02.973" v="42"/>
        <pc:sldMkLst>
          <pc:docMk/>
          <pc:sldMk cId="1008457363" sldId="373"/>
        </pc:sldMkLst>
        <pc:spChg chg="del mod ord">
          <ac:chgData name="鈴木 秀規" userId="f68c5fd9-22d5-4c0a-9833-7fb0f5135313" providerId="ADAL" clId="{F2CAF9F8-F2C6-4EF5-92E4-F89FCD0750B4}" dt="2021-01-12T04:40:55.323" v="29" actId="700"/>
          <ac:spMkLst>
            <pc:docMk/>
            <pc:sldMk cId="1008457363" sldId="373"/>
            <ac:spMk id="2" creationId="{D5A74365-A189-4C93-B3B0-6C8512FA2BB5}"/>
          </ac:spMkLst>
        </pc:spChg>
        <pc:spChg chg="mod ord">
          <ac:chgData name="鈴木 秀規" userId="f68c5fd9-22d5-4c0a-9833-7fb0f5135313" providerId="ADAL" clId="{F2CAF9F8-F2C6-4EF5-92E4-F89FCD0750B4}" dt="2021-01-12T04:40:55.323" v="29" actId="700"/>
          <ac:spMkLst>
            <pc:docMk/>
            <pc:sldMk cId="1008457363" sldId="373"/>
            <ac:spMk id="3" creationId="{F54F27B3-DDBF-476A-AD49-46F9A05EE6D4}"/>
          </ac:spMkLst>
        </pc:spChg>
        <pc:spChg chg="mod ord">
          <ac:chgData name="鈴木 秀規" userId="f68c5fd9-22d5-4c0a-9833-7fb0f5135313" providerId="ADAL" clId="{F2CAF9F8-F2C6-4EF5-92E4-F89FCD0750B4}" dt="2021-01-12T04:40:55.323" v="29" actId="700"/>
          <ac:spMkLst>
            <pc:docMk/>
            <pc:sldMk cId="1008457363" sldId="373"/>
            <ac:spMk id="4" creationId="{BFC7A35D-1013-4B1B-8268-48793F136D4C}"/>
          </ac:spMkLst>
        </pc:spChg>
        <pc:spChg chg="del mod ord">
          <ac:chgData name="鈴木 秀規" userId="f68c5fd9-22d5-4c0a-9833-7fb0f5135313" providerId="ADAL" clId="{F2CAF9F8-F2C6-4EF5-92E4-F89FCD0750B4}" dt="2021-01-12T04:40:55.323" v="29" actId="700"/>
          <ac:spMkLst>
            <pc:docMk/>
            <pc:sldMk cId="1008457363" sldId="373"/>
            <ac:spMk id="5" creationId="{9EA3119A-959C-4217-9181-5382384A593C}"/>
          </ac:spMkLst>
        </pc:spChg>
        <pc:spChg chg="add mod ord">
          <ac:chgData name="鈴木 秀規" userId="f68c5fd9-22d5-4c0a-9833-7fb0f5135313" providerId="ADAL" clId="{F2CAF9F8-F2C6-4EF5-92E4-F89FCD0750B4}" dt="2021-01-12T04:42:02.973" v="42"/>
          <ac:spMkLst>
            <pc:docMk/>
            <pc:sldMk cId="1008457363" sldId="373"/>
            <ac:spMk id="6" creationId="{0F81E6C4-7841-4153-9948-3830F64F1715}"/>
          </ac:spMkLst>
        </pc:spChg>
        <pc:spChg chg="add mod ord">
          <ac:chgData name="鈴木 秀規" userId="f68c5fd9-22d5-4c0a-9833-7fb0f5135313" providerId="ADAL" clId="{F2CAF9F8-F2C6-4EF5-92E4-F89FCD0750B4}" dt="2021-01-12T04:41:52.814" v="41" actId="12"/>
          <ac:spMkLst>
            <pc:docMk/>
            <pc:sldMk cId="1008457363" sldId="373"/>
            <ac:spMk id="7" creationId="{159221FC-71BC-49E4-B207-1A3CE6BB9F63}"/>
          </ac:spMkLst>
        </pc:spChg>
        <pc:spChg chg="add mod ord">
          <ac:chgData name="鈴木 秀規" userId="f68c5fd9-22d5-4c0a-9833-7fb0f5135313" providerId="ADAL" clId="{F2CAF9F8-F2C6-4EF5-92E4-F89FCD0750B4}" dt="2021-01-12T04:41:18.178" v="34" actId="14100"/>
          <ac:spMkLst>
            <pc:docMk/>
            <pc:sldMk cId="1008457363" sldId="373"/>
            <ac:spMk id="8" creationId="{DC47DB6E-DE5F-461B-8DA6-D7E7BFB3D9CA}"/>
          </ac:spMkLst>
        </pc:spChg>
        <pc:spChg chg="add mod ord">
          <ac:chgData name="鈴木 秀規" userId="f68c5fd9-22d5-4c0a-9833-7fb0f5135313" providerId="ADAL" clId="{F2CAF9F8-F2C6-4EF5-92E4-F89FCD0750B4}" dt="2021-01-12T04:40:55.323" v="29" actId="700"/>
          <ac:spMkLst>
            <pc:docMk/>
            <pc:sldMk cId="1008457363" sldId="373"/>
            <ac:spMk id="9" creationId="{3B4B4B26-E1BE-4F2F-85DB-B4EB50CCB2D1}"/>
          </ac:spMkLst>
        </pc:spChg>
      </pc:sldChg>
      <pc:sldChg chg="addSp delSp modSp new mod modClrScheme chgLayout">
        <pc:chgData name="鈴木 秀規" userId="f68c5fd9-22d5-4c0a-9833-7fb0f5135313" providerId="ADAL" clId="{F2CAF9F8-F2C6-4EF5-92E4-F89FCD0750B4}" dt="2021-01-12T04:44:51.548" v="147"/>
        <pc:sldMkLst>
          <pc:docMk/>
          <pc:sldMk cId="3737915234" sldId="374"/>
        </pc:sldMkLst>
        <pc:spChg chg="mod ord">
          <ac:chgData name="鈴木 秀規" userId="f68c5fd9-22d5-4c0a-9833-7fb0f5135313" providerId="ADAL" clId="{F2CAF9F8-F2C6-4EF5-92E4-F89FCD0750B4}" dt="2021-01-12T04:44:33.807" v="142" actId="700"/>
          <ac:spMkLst>
            <pc:docMk/>
            <pc:sldMk cId="3737915234" sldId="374"/>
            <ac:spMk id="2" creationId="{9466E67F-A1F2-462A-8B06-314F87C8BA83}"/>
          </ac:spMkLst>
        </pc:spChg>
        <pc:spChg chg="mod ord">
          <ac:chgData name="鈴木 秀規" userId="f68c5fd9-22d5-4c0a-9833-7fb0f5135313" providerId="ADAL" clId="{F2CAF9F8-F2C6-4EF5-92E4-F89FCD0750B4}" dt="2021-01-12T04:44:33.807" v="142" actId="700"/>
          <ac:spMkLst>
            <pc:docMk/>
            <pc:sldMk cId="3737915234" sldId="374"/>
            <ac:spMk id="3" creationId="{1DE0415C-E48A-4AF4-8F9E-DB5D2F3B8DC4}"/>
          </ac:spMkLst>
        </pc:spChg>
        <pc:spChg chg="mod ord">
          <ac:chgData name="鈴木 秀規" userId="f68c5fd9-22d5-4c0a-9833-7fb0f5135313" providerId="ADAL" clId="{F2CAF9F8-F2C6-4EF5-92E4-F89FCD0750B4}" dt="2021-01-12T04:44:33.807" v="142" actId="700"/>
          <ac:spMkLst>
            <pc:docMk/>
            <pc:sldMk cId="3737915234" sldId="374"/>
            <ac:spMk id="4" creationId="{36FC556F-0723-4C5F-A039-1D203A1D9525}"/>
          </ac:spMkLst>
        </pc:spChg>
        <pc:spChg chg="del mod ord">
          <ac:chgData name="鈴木 秀規" userId="f68c5fd9-22d5-4c0a-9833-7fb0f5135313" providerId="ADAL" clId="{F2CAF9F8-F2C6-4EF5-92E4-F89FCD0750B4}" dt="2021-01-12T04:44:33.807" v="142" actId="700"/>
          <ac:spMkLst>
            <pc:docMk/>
            <pc:sldMk cId="3737915234" sldId="374"/>
            <ac:spMk id="5" creationId="{9D708A63-5874-4698-9BE5-1B78DC29678C}"/>
          </ac:spMkLst>
        </pc:spChg>
        <pc:spChg chg="add mod ord">
          <ac:chgData name="鈴木 秀規" userId="f68c5fd9-22d5-4c0a-9833-7fb0f5135313" providerId="ADAL" clId="{F2CAF9F8-F2C6-4EF5-92E4-F89FCD0750B4}" dt="2021-01-12T04:44:51.548" v="147"/>
          <ac:spMkLst>
            <pc:docMk/>
            <pc:sldMk cId="3737915234" sldId="374"/>
            <ac:spMk id="6" creationId="{C432C4E8-0B5A-4C2B-8846-B339E936A91E}"/>
          </ac:spMkLst>
        </pc:spChg>
        <pc:spChg chg="add mod ord">
          <ac:chgData name="鈴木 秀規" userId="f68c5fd9-22d5-4c0a-9833-7fb0f5135313" providerId="ADAL" clId="{F2CAF9F8-F2C6-4EF5-92E4-F89FCD0750B4}" dt="2021-01-12T04:44:42.958" v="144"/>
          <ac:spMkLst>
            <pc:docMk/>
            <pc:sldMk cId="3737915234" sldId="374"/>
            <ac:spMk id="7" creationId="{31C02CBD-7ED6-4CBF-A496-E15298AADFDF}"/>
          </ac:spMkLst>
        </pc:spChg>
        <pc:spChg chg="add mod ord">
          <ac:chgData name="鈴木 秀規" userId="f68c5fd9-22d5-4c0a-9833-7fb0f5135313" providerId="ADAL" clId="{F2CAF9F8-F2C6-4EF5-92E4-F89FCD0750B4}" dt="2021-01-12T04:44:33.807" v="142" actId="700"/>
          <ac:spMkLst>
            <pc:docMk/>
            <pc:sldMk cId="3737915234" sldId="374"/>
            <ac:spMk id="8" creationId="{D6FFEB15-7139-462A-8791-46ED965A014E}"/>
          </ac:spMkLst>
        </pc:spChg>
      </pc:sldChg>
      <pc:sldMasterChg chg="delSldLayout">
        <pc:chgData name="鈴木 秀規" userId="f68c5fd9-22d5-4c0a-9833-7fb0f5135313" providerId="ADAL" clId="{F2CAF9F8-F2C6-4EF5-92E4-F89FCD0750B4}" dt="2021-01-12T04:42:06.007" v="43" actId="2696"/>
        <pc:sldMasterMkLst>
          <pc:docMk/>
          <pc:sldMasterMk cId="2644497443" sldId="2147483665"/>
        </pc:sldMasterMkLst>
        <pc:sldLayoutChg chg="del">
          <pc:chgData name="鈴木 秀規" userId="f68c5fd9-22d5-4c0a-9833-7fb0f5135313" providerId="ADAL" clId="{F2CAF9F8-F2C6-4EF5-92E4-F89FCD0750B4}" dt="2021-01-12T04:42:06.007" v="43" actId="2696"/>
          <pc:sldLayoutMkLst>
            <pc:docMk/>
            <pc:sldMasterMk cId="2644497443" sldId="2147483665"/>
            <pc:sldLayoutMk cId="3199053706" sldId="2147483673"/>
          </pc:sldLayoutMkLst>
        </pc:sldLayoutChg>
      </pc:sldMasterChg>
    </pc:docChg>
  </pc:docChgLst>
  <pc:docChgLst>
    <pc:chgData name="鈴木 秀規" userId="f68c5fd9-22d5-4c0a-9833-7fb0f5135313" providerId="ADAL" clId="{E853165E-E035-4511-B5B4-308A168A0417}"/>
    <pc:docChg chg="undo custSel addSld delSld modSld sldOrd">
      <pc:chgData name="鈴木 秀規" userId="f68c5fd9-22d5-4c0a-9833-7fb0f5135313" providerId="ADAL" clId="{E853165E-E035-4511-B5B4-308A168A0417}" dt="2021-01-26T07:40:36.140" v="901" actId="207"/>
      <pc:docMkLst>
        <pc:docMk/>
      </pc:docMkLst>
      <pc:sldChg chg="modSp mod">
        <pc:chgData name="鈴木 秀規" userId="f68c5fd9-22d5-4c0a-9833-7fb0f5135313" providerId="ADAL" clId="{E853165E-E035-4511-B5B4-308A168A0417}" dt="2021-01-26T06:47:48.930" v="0"/>
        <pc:sldMkLst>
          <pc:docMk/>
          <pc:sldMk cId="0" sldId="256"/>
        </pc:sldMkLst>
        <pc:spChg chg="mod">
          <ac:chgData name="鈴木 秀規" userId="f68c5fd9-22d5-4c0a-9833-7fb0f5135313" providerId="ADAL" clId="{E853165E-E035-4511-B5B4-308A168A0417}" dt="2021-01-26T06:47:48.930" v="0"/>
          <ac:spMkLst>
            <pc:docMk/>
            <pc:sldMk cId="0" sldId="256"/>
            <ac:spMk id="56" creationId="{00000000-0000-0000-0000-000000000000}"/>
          </ac:spMkLst>
        </pc:spChg>
      </pc:sldChg>
      <pc:sldChg chg="modSp mod">
        <pc:chgData name="鈴木 秀規" userId="f68c5fd9-22d5-4c0a-9833-7fb0f5135313" providerId="ADAL" clId="{E853165E-E035-4511-B5B4-308A168A0417}" dt="2021-01-26T06:49:05.682" v="12" actId="207"/>
        <pc:sldMkLst>
          <pc:docMk/>
          <pc:sldMk cId="1859091905" sldId="362"/>
        </pc:sldMkLst>
        <pc:spChg chg="mod">
          <ac:chgData name="鈴木 秀規" userId="f68c5fd9-22d5-4c0a-9833-7fb0f5135313" providerId="ADAL" clId="{E853165E-E035-4511-B5B4-308A168A0417}" dt="2021-01-26T06:48:04.540" v="1"/>
          <ac:spMkLst>
            <pc:docMk/>
            <pc:sldMk cId="1859091905" sldId="362"/>
            <ac:spMk id="7" creationId="{58177CF6-E256-4D88-B489-5F2EFF09AC4C}"/>
          </ac:spMkLst>
        </pc:spChg>
        <pc:spChg chg="mod">
          <ac:chgData name="鈴木 秀規" userId="f68c5fd9-22d5-4c0a-9833-7fb0f5135313" providerId="ADAL" clId="{E853165E-E035-4511-B5B4-308A168A0417}" dt="2021-01-26T06:49:05.682" v="12" actId="207"/>
          <ac:spMkLst>
            <pc:docMk/>
            <pc:sldMk cId="1859091905" sldId="362"/>
            <ac:spMk id="8" creationId="{C57C43D1-E1C5-418D-A114-931FDA96CE3D}"/>
          </ac:spMkLst>
        </pc:spChg>
      </pc:sldChg>
      <pc:sldChg chg="addSp modSp new mod">
        <pc:chgData name="鈴木 秀規" userId="f68c5fd9-22d5-4c0a-9833-7fb0f5135313" providerId="ADAL" clId="{E853165E-E035-4511-B5B4-308A168A0417}" dt="2021-01-26T06:50:48.508" v="56" actId="12385"/>
        <pc:sldMkLst>
          <pc:docMk/>
          <pc:sldMk cId="793301096" sldId="363"/>
        </pc:sldMkLst>
        <pc:spChg chg="mod">
          <ac:chgData name="鈴木 秀規" userId="f68c5fd9-22d5-4c0a-9833-7fb0f5135313" providerId="ADAL" clId="{E853165E-E035-4511-B5B4-308A168A0417}" dt="2021-01-26T06:49:57.100" v="41" actId="20577"/>
          <ac:spMkLst>
            <pc:docMk/>
            <pc:sldMk cId="793301096" sldId="363"/>
            <ac:spMk id="3" creationId="{CAEF03B5-8A80-40F1-B6F3-91A3C874CB8C}"/>
          </ac:spMkLst>
        </pc:spChg>
        <pc:spChg chg="mod">
          <ac:chgData name="鈴木 秀規" userId="f68c5fd9-22d5-4c0a-9833-7fb0f5135313" providerId="ADAL" clId="{E853165E-E035-4511-B5B4-308A168A0417}" dt="2021-01-26T06:50:08.482" v="43" actId="14100"/>
          <ac:spMkLst>
            <pc:docMk/>
            <pc:sldMk cId="793301096" sldId="363"/>
            <ac:spMk id="5" creationId="{3C545612-3038-40B1-A295-2CFF199741DE}"/>
          </ac:spMkLst>
        </pc:spChg>
        <pc:graphicFrameChg chg="add mod modGraphic">
          <ac:chgData name="鈴木 秀規" userId="f68c5fd9-22d5-4c0a-9833-7fb0f5135313" providerId="ADAL" clId="{E853165E-E035-4511-B5B4-308A168A0417}" dt="2021-01-26T06:50:48.508" v="56" actId="12385"/>
          <ac:graphicFrameMkLst>
            <pc:docMk/>
            <pc:sldMk cId="793301096" sldId="363"/>
            <ac:graphicFrameMk id="6" creationId="{5E38C811-DE1D-4334-A5BC-95985E1285ED}"/>
          </ac:graphicFrameMkLst>
        </pc:graphicFrameChg>
      </pc:sldChg>
      <pc:sldChg chg="del">
        <pc:chgData name="鈴木 秀規" userId="f68c5fd9-22d5-4c0a-9833-7fb0f5135313" providerId="ADAL" clId="{E853165E-E035-4511-B5B4-308A168A0417}" dt="2021-01-26T06:49:23.924" v="13" actId="2696"/>
        <pc:sldMkLst>
          <pc:docMk/>
          <pc:sldMk cId="3069677134" sldId="363"/>
        </pc:sldMkLst>
      </pc:sldChg>
      <pc:sldChg chg="addSp modSp new mod">
        <pc:chgData name="鈴木 秀規" userId="f68c5fd9-22d5-4c0a-9833-7fb0f5135313" providerId="ADAL" clId="{E853165E-E035-4511-B5B4-308A168A0417}" dt="2021-01-26T06:53:45.356" v="106" actId="207"/>
        <pc:sldMkLst>
          <pc:docMk/>
          <pc:sldMk cId="7953356" sldId="364"/>
        </pc:sldMkLst>
        <pc:spChg chg="mod">
          <ac:chgData name="鈴木 秀規" userId="f68c5fd9-22d5-4c0a-9833-7fb0f5135313" providerId="ADAL" clId="{E853165E-E035-4511-B5B4-308A168A0417}" dt="2021-01-26T06:51:32.794" v="58"/>
          <ac:spMkLst>
            <pc:docMk/>
            <pc:sldMk cId="7953356" sldId="364"/>
            <ac:spMk id="3" creationId="{BD59F02B-7C32-4210-BA64-A90F6DDDDA21}"/>
          </ac:spMkLst>
        </pc:spChg>
        <pc:spChg chg="mod">
          <ac:chgData name="鈴木 秀規" userId="f68c5fd9-22d5-4c0a-9833-7fb0f5135313" providerId="ADAL" clId="{E853165E-E035-4511-B5B4-308A168A0417}" dt="2021-01-26T06:52:04.128" v="66" actId="207"/>
          <ac:spMkLst>
            <pc:docMk/>
            <pc:sldMk cId="7953356" sldId="364"/>
            <ac:spMk id="5" creationId="{B4FD4BC4-80F7-45E9-873C-F05FA4D90E7F}"/>
          </ac:spMkLst>
        </pc:spChg>
        <pc:spChg chg="add mod">
          <ac:chgData name="鈴木 秀規" userId="f68c5fd9-22d5-4c0a-9833-7fb0f5135313" providerId="ADAL" clId="{E853165E-E035-4511-B5B4-308A168A0417}" dt="2021-01-26T06:52:55.530" v="95" actId="14100"/>
          <ac:spMkLst>
            <pc:docMk/>
            <pc:sldMk cId="7953356" sldId="364"/>
            <ac:spMk id="6" creationId="{D3DA8777-804A-47C3-9725-557A2585CDBC}"/>
          </ac:spMkLst>
        </pc:spChg>
        <pc:spChg chg="add mod">
          <ac:chgData name="鈴木 秀規" userId="f68c5fd9-22d5-4c0a-9833-7fb0f5135313" providerId="ADAL" clId="{E853165E-E035-4511-B5B4-308A168A0417}" dt="2021-01-26T06:53:13.991" v="98" actId="14100"/>
          <ac:spMkLst>
            <pc:docMk/>
            <pc:sldMk cId="7953356" sldId="364"/>
            <ac:spMk id="7" creationId="{3FEB2926-C905-4FA8-B450-B619224DA1C1}"/>
          </ac:spMkLst>
        </pc:spChg>
        <pc:spChg chg="add mod">
          <ac:chgData name="鈴木 秀規" userId="f68c5fd9-22d5-4c0a-9833-7fb0f5135313" providerId="ADAL" clId="{E853165E-E035-4511-B5B4-308A168A0417}" dt="2021-01-26T06:53:45.356" v="106" actId="207"/>
          <ac:spMkLst>
            <pc:docMk/>
            <pc:sldMk cId="7953356" sldId="364"/>
            <ac:spMk id="8" creationId="{6A367164-A928-4A01-943C-55D34E06BEB2}"/>
          </ac:spMkLst>
        </pc:spChg>
      </pc:sldChg>
      <pc:sldChg chg="del">
        <pc:chgData name="鈴木 秀規" userId="f68c5fd9-22d5-4c0a-9833-7fb0f5135313" providerId="ADAL" clId="{E853165E-E035-4511-B5B4-308A168A0417}" dt="2021-01-26T06:49:23.924" v="13" actId="2696"/>
        <pc:sldMkLst>
          <pc:docMk/>
          <pc:sldMk cId="2175104273" sldId="364"/>
        </pc:sldMkLst>
      </pc:sldChg>
      <pc:sldChg chg="addSp delSp modSp new mod">
        <pc:chgData name="鈴木 秀規" userId="f68c5fd9-22d5-4c0a-9833-7fb0f5135313" providerId="ADAL" clId="{E853165E-E035-4511-B5B4-308A168A0417}" dt="2021-01-26T06:56:32.270" v="142" actId="207"/>
        <pc:sldMkLst>
          <pc:docMk/>
          <pc:sldMk cId="761714059" sldId="365"/>
        </pc:sldMkLst>
        <pc:spChg chg="mod">
          <ac:chgData name="鈴木 秀規" userId="f68c5fd9-22d5-4c0a-9833-7fb0f5135313" providerId="ADAL" clId="{E853165E-E035-4511-B5B4-308A168A0417}" dt="2021-01-26T06:53:58.034" v="108"/>
          <ac:spMkLst>
            <pc:docMk/>
            <pc:sldMk cId="761714059" sldId="365"/>
            <ac:spMk id="3" creationId="{3733A05E-9BA9-4926-9517-67B8A0E150D6}"/>
          </ac:spMkLst>
        </pc:spChg>
        <pc:spChg chg="mod">
          <ac:chgData name="鈴木 秀規" userId="f68c5fd9-22d5-4c0a-9833-7fb0f5135313" providerId="ADAL" clId="{E853165E-E035-4511-B5B4-308A168A0417}" dt="2021-01-26T06:54:20.720" v="112" actId="14100"/>
          <ac:spMkLst>
            <pc:docMk/>
            <pc:sldMk cId="761714059" sldId="365"/>
            <ac:spMk id="5" creationId="{E96A51FE-B42A-4EE4-A9DA-EEAF06618A1F}"/>
          </ac:spMkLst>
        </pc:spChg>
        <pc:spChg chg="add del">
          <ac:chgData name="鈴木 秀規" userId="f68c5fd9-22d5-4c0a-9833-7fb0f5135313" providerId="ADAL" clId="{E853165E-E035-4511-B5B4-308A168A0417}" dt="2021-01-26T06:54:35.192" v="114" actId="22"/>
          <ac:spMkLst>
            <pc:docMk/>
            <pc:sldMk cId="761714059" sldId="365"/>
            <ac:spMk id="7" creationId="{64B6B4F5-BFC6-4B7A-AE6A-58D1D989F876}"/>
          </ac:spMkLst>
        </pc:spChg>
        <pc:spChg chg="add mod">
          <ac:chgData name="鈴木 秀規" userId="f68c5fd9-22d5-4c0a-9833-7fb0f5135313" providerId="ADAL" clId="{E853165E-E035-4511-B5B4-308A168A0417}" dt="2021-01-26T06:56:32.270" v="142" actId="207"/>
          <ac:spMkLst>
            <pc:docMk/>
            <pc:sldMk cId="761714059" sldId="365"/>
            <ac:spMk id="9" creationId="{8A048620-FC94-4515-9BB9-AFAA97223774}"/>
          </ac:spMkLst>
        </pc:spChg>
        <pc:graphicFrameChg chg="add mod modGraphic">
          <ac:chgData name="鈴木 秀規" userId="f68c5fd9-22d5-4c0a-9833-7fb0f5135313" providerId="ADAL" clId="{E853165E-E035-4511-B5B4-308A168A0417}" dt="2021-01-26T06:55:55.576" v="132" actId="313"/>
          <ac:graphicFrameMkLst>
            <pc:docMk/>
            <pc:sldMk cId="761714059" sldId="365"/>
            <ac:graphicFrameMk id="8" creationId="{24A77B15-E2C0-47AB-8182-DE4F73A9C347}"/>
          </ac:graphicFrameMkLst>
        </pc:graphicFrameChg>
      </pc:sldChg>
      <pc:sldChg chg="del">
        <pc:chgData name="鈴木 秀規" userId="f68c5fd9-22d5-4c0a-9833-7fb0f5135313" providerId="ADAL" clId="{E853165E-E035-4511-B5B4-308A168A0417}" dt="2021-01-26T06:49:23.924" v="13" actId="2696"/>
        <pc:sldMkLst>
          <pc:docMk/>
          <pc:sldMk cId="1672930496" sldId="365"/>
        </pc:sldMkLst>
      </pc:sldChg>
      <pc:sldChg chg="modSp new mod">
        <pc:chgData name="鈴木 秀規" userId="f68c5fd9-22d5-4c0a-9833-7fb0f5135313" providerId="ADAL" clId="{E853165E-E035-4511-B5B4-308A168A0417}" dt="2021-01-26T06:57:55.540" v="162" actId="20577"/>
        <pc:sldMkLst>
          <pc:docMk/>
          <pc:sldMk cId="680852098" sldId="366"/>
        </pc:sldMkLst>
        <pc:spChg chg="mod">
          <ac:chgData name="鈴木 秀規" userId="f68c5fd9-22d5-4c0a-9833-7fb0f5135313" providerId="ADAL" clId="{E853165E-E035-4511-B5B4-308A168A0417}" dt="2021-01-26T06:56:49.451" v="144"/>
          <ac:spMkLst>
            <pc:docMk/>
            <pc:sldMk cId="680852098" sldId="366"/>
            <ac:spMk id="3" creationId="{FADC6B5B-32D8-4456-8CAF-77166E55C7D9}"/>
          </ac:spMkLst>
        </pc:spChg>
        <pc:spChg chg="mod">
          <ac:chgData name="鈴木 秀規" userId="f68c5fd9-22d5-4c0a-9833-7fb0f5135313" providerId="ADAL" clId="{E853165E-E035-4511-B5B4-308A168A0417}" dt="2021-01-26T06:57:55.540" v="162" actId="20577"/>
          <ac:spMkLst>
            <pc:docMk/>
            <pc:sldMk cId="680852098" sldId="366"/>
            <ac:spMk id="5" creationId="{AF203247-FDC5-4142-A6A8-9F290121F747}"/>
          </ac:spMkLst>
        </pc:spChg>
      </pc:sldChg>
      <pc:sldChg chg="del">
        <pc:chgData name="鈴木 秀規" userId="f68c5fd9-22d5-4c0a-9833-7fb0f5135313" providerId="ADAL" clId="{E853165E-E035-4511-B5B4-308A168A0417}" dt="2021-01-26T06:49:23.924" v="13" actId="2696"/>
        <pc:sldMkLst>
          <pc:docMk/>
          <pc:sldMk cId="3813337944" sldId="366"/>
        </pc:sldMkLst>
      </pc:sldChg>
      <pc:sldChg chg="del">
        <pc:chgData name="鈴木 秀規" userId="f68c5fd9-22d5-4c0a-9833-7fb0f5135313" providerId="ADAL" clId="{E853165E-E035-4511-B5B4-308A168A0417}" dt="2021-01-26T06:49:23.924" v="13" actId="2696"/>
        <pc:sldMkLst>
          <pc:docMk/>
          <pc:sldMk cId="926421663" sldId="367"/>
        </pc:sldMkLst>
      </pc:sldChg>
      <pc:sldChg chg="modSp new mod">
        <pc:chgData name="鈴木 秀規" userId="f68c5fd9-22d5-4c0a-9833-7fb0f5135313" providerId="ADAL" clId="{E853165E-E035-4511-B5B4-308A168A0417}" dt="2021-01-26T06:58:36.452" v="173" actId="207"/>
        <pc:sldMkLst>
          <pc:docMk/>
          <pc:sldMk cId="4223884688" sldId="367"/>
        </pc:sldMkLst>
        <pc:spChg chg="mod">
          <ac:chgData name="鈴木 秀規" userId="f68c5fd9-22d5-4c0a-9833-7fb0f5135313" providerId="ADAL" clId="{E853165E-E035-4511-B5B4-308A168A0417}" dt="2021-01-26T06:58:09.020" v="164"/>
          <ac:spMkLst>
            <pc:docMk/>
            <pc:sldMk cId="4223884688" sldId="367"/>
            <ac:spMk id="3" creationId="{4D44382D-F420-4DA2-97ED-86AF4EE00219}"/>
          </ac:spMkLst>
        </pc:spChg>
        <pc:spChg chg="mod">
          <ac:chgData name="鈴木 秀規" userId="f68c5fd9-22d5-4c0a-9833-7fb0f5135313" providerId="ADAL" clId="{E853165E-E035-4511-B5B4-308A168A0417}" dt="2021-01-26T06:58:36.452" v="173" actId="207"/>
          <ac:spMkLst>
            <pc:docMk/>
            <pc:sldMk cId="4223884688" sldId="367"/>
            <ac:spMk id="5" creationId="{671AB20C-6279-46AD-9F80-21F317F80AA7}"/>
          </ac:spMkLst>
        </pc:spChg>
      </pc:sldChg>
      <pc:sldChg chg="addSp modSp new mod">
        <pc:chgData name="鈴木 秀規" userId="f68c5fd9-22d5-4c0a-9833-7fb0f5135313" providerId="ADAL" clId="{E853165E-E035-4511-B5B4-308A168A0417}" dt="2021-01-26T07:00:37.342" v="193" actId="20577"/>
        <pc:sldMkLst>
          <pc:docMk/>
          <pc:sldMk cId="1322122799" sldId="368"/>
        </pc:sldMkLst>
        <pc:spChg chg="mod">
          <ac:chgData name="鈴木 秀規" userId="f68c5fd9-22d5-4c0a-9833-7fb0f5135313" providerId="ADAL" clId="{E853165E-E035-4511-B5B4-308A168A0417}" dt="2021-01-26T06:58:54.688" v="175"/>
          <ac:spMkLst>
            <pc:docMk/>
            <pc:sldMk cId="1322122799" sldId="368"/>
            <ac:spMk id="3" creationId="{89C63CE1-B4C7-4E52-9D4C-89FC8C97920A}"/>
          </ac:spMkLst>
        </pc:spChg>
        <pc:spChg chg="mod">
          <ac:chgData name="鈴木 秀規" userId="f68c5fd9-22d5-4c0a-9833-7fb0f5135313" providerId="ADAL" clId="{E853165E-E035-4511-B5B4-308A168A0417}" dt="2021-01-26T06:59:05.901" v="179" actId="14100"/>
          <ac:spMkLst>
            <pc:docMk/>
            <pc:sldMk cId="1322122799" sldId="368"/>
            <ac:spMk id="5" creationId="{77F3E9FD-1612-4B26-AF75-B3654AA72AE3}"/>
          </ac:spMkLst>
        </pc:spChg>
        <pc:spChg chg="add mod">
          <ac:chgData name="鈴木 秀規" userId="f68c5fd9-22d5-4c0a-9833-7fb0f5135313" providerId="ADAL" clId="{E853165E-E035-4511-B5B4-308A168A0417}" dt="2021-01-26T07:00:37.342" v="193" actId="20577"/>
          <ac:spMkLst>
            <pc:docMk/>
            <pc:sldMk cId="1322122799" sldId="368"/>
            <ac:spMk id="7" creationId="{C343A5EB-2A4E-49AD-9B0E-AA7D5DED592C}"/>
          </ac:spMkLst>
        </pc:spChg>
        <pc:graphicFrameChg chg="add mod modGraphic">
          <ac:chgData name="鈴木 秀規" userId="f68c5fd9-22d5-4c0a-9833-7fb0f5135313" providerId="ADAL" clId="{E853165E-E035-4511-B5B4-308A168A0417}" dt="2021-01-26T06:59:38.318" v="186" actId="12385"/>
          <ac:graphicFrameMkLst>
            <pc:docMk/>
            <pc:sldMk cId="1322122799" sldId="368"/>
            <ac:graphicFrameMk id="6" creationId="{66BCC900-1F2F-43EB-97AE-71D9DFF52AF4}"/>
          </ac:graphicFrameMkLst>
        </pc:graphicFrameChg>
      </pc:sldChg>
      <pc:sldChg chg="del">
        <pc:chgData name="鈴木 秀規" userId="f68c5fd9-22d5-4c0a-9833-7fb0f5135313" providerId="ADAL" clId="{E853165E-E035-4511-B5B4-308A168A0417}" dt="2021-01-26T06:49:23.924" v="13" actId="2696"/>
        <pc:sldMkLst>
          <pc:docMk/>
          <pc:sldMk cId="1591258520" sldId="368"/>
        </pc:sldMkLst>
      </pc:sldChg>
      <pc:sldChg chg="addSp modSp new mod">
        <pc:chgData name="鈴木 秀規" userId="f68c5fd9-22d5-4c0a-9833-7fb0f5135313" providerId="ADAL" clId="{E853165E-E035-4511-B5B4-308A168A0417}" dt="2021-01-26T07:09:00.463" v="507" actId="1076"/>
        <pc:sldMkLst>
          <pc:docMk/>
          <pc:sldMk cId="315703525" sldId="369"/>
        </pc:sldMkLst>
        <pc:spChg chg="mod">
          <ac:chgData name="鈴木 秀規" userId="f68c5fd9-22d5-4c0a-9833-7fb0f5135313" providerId="ADAL" clId="{E853165E-E035-4511-B5B4-308A168A0417}" dt="2021-01-26T07:00:51.742" v="195"/>
          <ac:spMkLst>
            <pc:docMk/>
            <pc:sldMk cId="315703525" sldId="369"/>
            <ac:spMk id="3" creationId="{3579D21D-214D-4555-8975-F5BB54400AC7}"/>
          </ac:spMkLst>
        </pc:spChg>
        <pc:spChg chg="mod">
          <ac:chgData name="鈴木 秀規" userId="f68c5fd9-22d5-4c0a-9833-7fb0f5135313" providerId="ADAL" clId="{E853165E-E035-4511-B5B4-308A168A0417}" dt="2021-01-26T07:01:02.441" v="199" actId="14100"/>
          <ac:spMkLst>
            <pc:docMk/>
            <pc:sldMk cId="315703525" sldId="369"/>
            <ac:spMk id="5" creationId="{D163C203-11FA-4A78-BFC9-15A479C92BB8}"/>
          </ac:spMkLst>
        </pc:spChg>
        <pc:spChg chg="add mod">
          <ac:chgData name="鈴木 秀規" userId="f68c5fd9-22d5-4c0a-9833-7fb0f5135313" providerId="ADAL" clId="{E853165E-E035-4511-B5B4-308A168A0417}" dt="2021-01-26T07:03:44.599" v="264" actId="14100"/>
          <ac:spMkLst>
            <pc:docMk/>
            <pc:sldMk cId="315703525" sldId="369"/>
            <ac:spMk id="7" creationId="{FFE3FAC7-5395-4AAF-ABA2-9B7509B04D4D}"/>
          </ac:spMkLst>
        </pc:spChg>
        <pc:spChg chg="add mod">
          <ac:chgData name="鈴木 秀規" userId="f68c5fd9-22d5-4c0a-9833-7fb0f5135313" providerId="ADAL" clId="{E853165E-E035-4511-B5B4-308A168A0417}" dt="2021-01-26T07:08:14.331" v="500" actId="1076"/>
          <ac:spMkLst>
            <pc:docMk/>
            <pc:sldMk cId="315703525" sldId="369"/>
            <ac:spMk id="9" creationId="{6D5056E3-2F58-4B23-BB19-5CEAC7EB4FB7}"/>
          </ac:spMkLst>
        </pc:spChg>
        <pc:spChg chg="add mod">
          <ac:chgData name="鈴木 秀規" userId="f68c5fd9-22d5-4c0a-9833-7fb0f5135313" providerId="ADAL" clId="{E853165E-E035-4511-B5B4-308A168A0417}" dt="2021-01-26T07:08:16.235" v="501" actId="571"/>
          <ac:spMkLst>
            <pc:docMk/>
            <pc:sldMk cId="315703525" sldId="369"/>
            <ac:spMk id="10" creationId="{04909C17-CFB9-4D4C-9AC6-0A3C971DE333}"/>
          </ac:spMkLst>
        </pc:spChg>
        <pc:spChg chg="add mod">
          <ac:chgData name="鈴木 秀規" userId="f68c5fd9-22d5-4c0a-9833-7fb0f5135313" providerId="ADAL" clId="{E853165E-E035-4511-B5B4-308A168A0417}" dt="2021-01-26T07:08:25.768" v="502" actId="571"/>
          <ac:spMkLst>
            <pc:docMk/>
            <pc:sldMk cId="315703525" sldId="369"/>
            <ac:spMk id="11" creationId="{59DE6BC7-E6E4-423A-BB58-C78E0EE07548}"/>
          </ac:spMkLst>
        </pc:spChg>
        <pc:spChg chg="add mod">
          <ac:chgData name="鈴木 秀規" userId="f68c5fd9-22d5-4c0a-9833-7fb0f5135313" providerId="ADAL" clId="{E853165E-E035-4511-B5B4-308A168A0417}" dt="2021-01-26T07:08:25.768" v="502" actId="571"/>
          <ac:spMkLst>
            <pc:docMk/>
            <pc:sldMk cId="315703525" sldId="369"/>
            <ac:spMk id="12" creationId="{8ADCFC81-F201-4182-9877-E88678F91386}"/>
          </ac:spMkLst>
        </pc:spChg>
        <pc:spChg chg="add mod">
          <ac:chgData name="鈴木 秀規" userId="f68c5fd9-22d5-4c0a-9833-7fb0f5135313" providerId="ADAL" clId="{E853165E-E035-4511-B5B4-308A168A0417}" dt="2021-01-26T07:09:00.463" v="507" actId="1076"/>
          <ac:spMkLst>
            <pc:docMk/>
            <pc:sldMk cId="315703525" sldId="369"/>
            <ac:spMk id="13" creationId="{7FC3877A-4C79-40D9-956C-E51FFDD02FB7}"/>
          </ac:spMkLst>
        </pc:spChg>
        <pc:graphicFrameChg chg="add mod modGraphic">
          <ac:chgData name="鈴木 秀規" userId="f68c5fd9-22d5-4c0a-9833-7fb0f5135313" providerId="ADAL" clId="{E853165E-E035-4511-B5B4-308A168A0417}" dt="2021-01-26T07:03:07.125" v="255" actId="1076"/>
          <ac:graphicFrameMkLst>
            <pc:docMk/>
            <pc:sldMk cId="315703525" sldId="369"/>
            <ac:graphicFrameMk id="6" creationId="{3FB337BA-FCC4-476F-851F-E9D142017ED6}"/>
          </ac:graphicFrameMkLst>
        </pc:graphicFrameChg>
        <pc:graphicFrameChg chg="add mod modGraphic">
          <ac:chgData name="鈴木 秀規" userId="f68c5fd9-22d5-4c0a-9833-7fb0f5135313" providerId="ADAL" clId="{E853165E-E035-4511-B5B4-308A168A0417}" dt="2021-01-26T07:07:46.065" v="495" actId="12385"/>
          <ac:graphicFrameMkLst>
            <pc:docMk/>
            <pc:sldMk cId="315703525" sldId="369"/>
            <ac:graphicFrameMk id="8" creationId="{49C03C2E-C2C3-4E43-A6AC-F47AF13EE8CD}"/>
          </ac:graphicFrameMkLst>
        </pc:graphicFrameChg>
      </pc:sldChg>
      <pc:sldChg chg="del">
        <pc:chgData name="鈴木 秀規" userId="f68c5fd9-22d5-4c0a-9833-7fb0f5135313" providerId="ADAL" clId="{E853165E-E035-4511-B5B4-308A168A0417}" dt="2021-01-26T06:49:23.924" v="13" actId="2696"/>
        <pc:sldMkLst>
          <pc:docMk/>
          <pc:sldMk cId="4005864456" sldId="369"/>
        </pc:sldMkLst>
      </pc:sldChg>
      <pc:sldChg chg="del">
        <pc:chgData name="鈴木 秀規" userId="f68c5fd9-22d5-4c0a-9833-7fb0f5135313" providerId="ADAL" clId="{E853165E-E035-4511-B5B4-308A168A0417}" dt="2021-01-26T06:49:23.924" v="13" actId="2696"/>
        <pc:sldMkLst>
          <pc:docMk/>
          <pc:sldMk cId="1111639589" sldId="370"/>
        </pc:sldMkLst>
      </pc:sldChg>
      <pc:sldChg chg="modSp new mod">
        <pc:chgData name="鈴木 秀規" userId="f68c5fd9-22d5-4c0a-9833-7fb0f5135313" providerId="ADAL" clId="{E853165E-E035-4511-B5B4-308A168A0417}" dt="2021-01-26T07:09:37.636" v="514" actId="207"/>
        <pc:sldMkLst>
          <pc:docMk/>
          <pc:sldMk cId="1918088230" sldId="370"/>
        </pc:sldMkLst>
        <pc:spChg chg="mod">
          <ac:chgData name="鈴木 秀規" userId="f68c5fd9-22d5-4c0a-9833-7fb0f5135313" providerId="ADAL" clId="{E853165E-E035-4511-B5B4-308A168A0417}" dt="2021-01-26T07:09:18.165" v="509"/>
          <ac:spMkLst>
            <pc:docMk/>
            <pc:sldMk cId="1918088230" sldId="370"/>
            <ac:spMk id="3" creationId="{64F1479F-1941-4D3E-9030-5EA412C6B32C}"/>
          </ac:spMkLst>
        </pc:spChg>
        <pc:spChg chg="mod">
          <ac:chgData name="鈴木 秀規" userId="f68c5fd9-22d5-4c0a-9833-7fb0f5135313" providerId="ADAL" clId="{E853165E-E035-4511-B5B4-308A168A0417}" dt="2021-01-26T07:09:37.636" v="514" actId="207"/>
          <ac:spMkLst>
            <pc:docMk/>
            <pc:sldMk cId="1918088230" sldId="370"/>
            <ac:spMk id="5" creationId="{BFCE6B65-8715-4522-A55C-2D7440524DC1}"/>
          </ac:spMkLst>
        </pc:spChg>
      </pc:sldChg>
      <pc:sldChg chg="del">
        <pc:chgData name="鈴木 秀規" userId="f68c5fd9-22d5-4c0a-9833-7fb0f5135313" providerId="ADAL" clId="{E853165E-E035-4511-B5B4-308A168A0417}" dt="2021-01-26T06:49:23.924" v="13" actId="2696"/>
        <pc:sldMkLst>
          <pc:docMk/>
          <pc:sldMk cId="1449548173" sldId="371"/>
        </pc:sldMkLst>
      </pc:sldChg>
      <pc:sldChg chg="addSp modSp new mod">
        <pc:chgData name="鈴木 秀規" userId="f68c5fd9-22d5-4c0a-9833-7fb0f5135313" providerId="ADAL" clId="{E853165E-E035-4511-B5B4-308A168A0417}" dt="2021-01-26T07:10:45.286" v="527" actId="6549"/>
        <pc:sldMkLst>
          <pc:docMk/>
          <pc:sldMk cId="1875641365" sldId="371"/>
        </pc:sldMkLst>
        <pc:spChg chg="mod">
          <ac:chgData name="鈴木 秀規" userId="f68c5fd9-22d5-4c0a-9833-7fb0f5135313" providerId="ADAL" clId="{E853165E-E035-4511-B5B4-308A168A0417}" dt="2021-01-26T07:09:52.646" v="516"/>
          <ac:spMkLst>
            <pc:docMk/>
            <pc:sldMk cId="1875641365" sldId="371"/>
            <ac:spMk id="3" creationId="{79199FA5-8FEC-4EF4-8FEB-C59D90C2228A}"/>
          </ac:spMkLst>
        </pc:spChg>
        <pc:spChg chg="mod">
          <ac:chgData name="鈴木 秀規" userId="f68c5fd9-22d5-4c0a-9833-7fb0f5135313" providerId="ADAL" clId="{E853165E-E035-4511-B5B4-308A168A0417}" dt="2021-01-26T07:10:06.341" v="519" actId="14100"/>
          <ac:spMkLst>
            <pc:docMk/>
            <pc:sldMk cId="1875641365" sldId="371"/>
            <ac:spMk id="5" creationId="{5DA25019-0660-4BDD-B55E-B5F9E8A5F8FA}"/>
          </ac:spMkLst>
        </pc:spChg>
        <pc:spChg chg="add mod">
          <ac:chgData name="鈴木 秀規" userId="f68c5fd9-22d5-4c0a-9833-7fb0f5135313" providerId="ADAL" clId="{E853165E-E035-4511-B5B4-308A168A0417}" dt="2021-01-26T07:10:45.286" v="527" actId="6549"/>
          <ac:spMkLst>
            <pc:docMk/>
            <pc:sldMk cId="1875641365" sldId="371"/>
            <ac:spMk id="7" creationId="{46B1B2EB-2B3A-4DC1-B80B-474661379F83}"/>
          </ac:spMkLst>
        </pc:spChg>
        <pc:graphicFrameChg chg="add mod modGraphic">
          <ac:chgData name="鈴木 秀規" userId="f68c5fd9-22d5-4c0a-9833-7fb0f5135313" providerId="ADAL" clId="{E853165E-E035-4511-B5B4-308A168A0417}" dt="2021-01-26T07:10:27.368" v="524" actId="12385"/>
          <ac:graphicFrameMkLst>
            <pc:docMk/>
            <pc:sldMk cId="1875641365" sldId="371"/>
            <ac:graphicFrameMk id="6" creationId="{DB6E5E4E-A296-4C66-AFBD-8AB7FFAEFF35}"/>
          </ac:graphicFrameMkLst>
        </pc:graphicFrameChg>
      </pc:sldChg>
      <pc:sldChg chg="del">
        <pc:chgData name="鈴木 秀規" userId="f68c5fd9-22d5-4c0a-9833-7fb0f5135313" providerId="ADAL" clId="{E853165E-E035-4511-B5B4-308A168A0417}" dt="2021-01-26T06:49:23.924" v="13" actId="2696"/>
        <pc:sldMkLst>
          <pc:docMk/>
          <pc:sldMk cId="944436562" sldId="372"/>
        </pc:sldMkLst>
      </pc:sldChg>
      <pc:sldChg chg="addSp modSp new mod">
        <pc:chgData name="鈴木 秀規" userId="f68c5fd9-22d5-4c0a-9833-7fb0f5135313" providerId="ADAL" clId="{E853165E-E035-4511-B5B4-308A168A0417}" dt="2021-01-26T07:16:30.417" v="558" actId="14100"/>
        <pc:sldMkLst>
          <pc:docMk/>
          <pc:sldMk cId="4147123060" sldId="372"/>
        </pc:sldMkLst>
        <pc:spChg chg="mod">
          <ac:chgData name="鈴木 秀規" userId="f68c5fd9-22d5-4c0a-9833-7fb0f5135313" providerId="ADAL" clId="{E853165E-E035-4511-B5B4-308A168A0417}" dt="2021-01-26T07:14:45.061" v="529"/>
          <ac:spMkLst>
            <pc:docMk/>
            <pc:sldMk cId="4147123060" sldId="372"/>
            <ac:spMk id="3" creationId="{2EA18155-BA30-4B8F-9456-D66423E4C71E}"/>
          </ac:spMkLst>
        </pc:spChg>
        <pc:spChg chg="mod">
          <ac:chgData name="鈴木 秀規" userId="f68c5fd9-22d5-4c0a-9833-7fb0f5135313" providerId="ADAL" clId="{E853165E-E035-4511-B5B4-308A168A0417}" dt="2021-01-26T07:15:11.190" v="545" actId="14100"/>
          <ac:spMkLst>
            <pc:docMk/>
            <pc:sldMk cId="4147123060" sldId="372"/>
            <ac:spMk id="5" creationId="{7F2EA038-8175-4307-8624-788489285D38}"/>
          </ac:spMkLst>
        </pc:spChg>
        <pc:spChg chg="add mod">
          <ac:chgData name="鈴木 秀規" userId="f68c5fd9-22d5-4c0a-9833-7fb0f5135313" providerId="ADAL" clId="{E853165E-E035-4511-B5B4-308A168A0417}" dt="2021-01-26T07:16:30.417" v="558" actId="14100"/>
          <ac:spMkLst>
            <pc:docMk/>
            <pc:sldMk cId="4147123060" sldId="372"/>
            <ac:spMk id="7" creationId="{7C184432-A4C0-43A0-9489-DFE4013BDC15}"/>
          </ac:spMkLst>
        </pc:spChg>
        <pc:graphicFrameChg chg="add mod modGraphic">
          <ac:chgData name="鈴木 秀規" userId="f68c5fd9-22d5-4c0a-9833-7fb0f5135313" providerId="ADAL" clId="{E853165E-E035-4511-B5B4-308A168A0417}" dt="2021-01-26T07:15:29.391" v="550" actId="12385"/>
          <ac:graphicFrameMkLst>
            <pc:docMk/>
            <pc:sldMk cId="4147123060" sldId="372"/>
            <ac:graphicFrameMk id="6" creationId="{8D427EB3-FACB-4063-B0DC-990726DCB991}"/>
          </ac:graphicFrameMkLst>
        </pc:graphicFrameChg>
      </pc:sldChg>
      <pc:sldChg chg="del">
        <pc:chgData name="鈴木 秀規" userId="f68c5fd9-22d5-4c0a-9833-7fb0f5135313" providerId="ADAL" clId="{E853165E-E035-4511-B5B4-308A168A0417}" dt="2021-01-26T06:49:23.924" v="13" actId="2696"/>
        <pc:sldMkLst>
          <pc:docMk/>
          <pc:sldMk cId="35644827" sldId="373"/>
        </pc:sldMkLst>
      </pc:sldChg>
      <pc:sldChg chg="modSp new mod">
        <pc:chgData name="鈴木 秀規" userId="f68c5fd9-22d5-4c0a-9833-7fb0f5135313" providerId="ADAL" clId="{E853165E-E035-4511-B5B4-308A168A0417}" dt="2021-01-26T07:17:03.116" v="569" actId="207"/>
        <pc:sldMkLst>
          <pc:docMk/>
          <pc:sldMk cId="310747956" sldId="373"/>
        </pc:sldMkLst>
        <pc:spChg chg="mod">
          <ac:chgData name="鈴木 秀規" userId="f68c5fd9-22d5-4c0a-9833-7fb0f5135313" providerId="ADAL" clId="{E853165E-E035-4511-B5B4-308A168A0417}" dt="2021-01-26T07:16:39.438" v="560"/>
          <ac:spMkLst>
            <pc:docMk/>
            <pc:sldMk cId="310747956" sldId="373"/>
            <ac:spMk id="3" creationId="{1D48062C-486F-4508-9019-5F8EBA5C15A4}"/>
          </ac:spMkLst>
        </pc:spChg>
        <pc:spChg chg="mod">
          <ac:chgData name="鈴木 秀規" userId="f68c5fd9-22d5-4c0a-9833-7fb0f5135313" providerId="ADAL" clId="{E853165E-E035-4511-B5B4-308A168A0417}" dt="2021-01-26T07:17:03.116" v="569" actId="207"/>
          <ac:spMkLst>
            <pc:docMk/>
            <pc:sldMk cId="310747956" sldId="373"/>
            <ac:spMk id="5" creationId="{A4750B68-70D9-4C99-AF60-82482FAB7F0A}"/>
          </ac:spMkLst>
        </pc:spChg>
      </pc:sldChg>
      <pc:sldChg chg="modSp new mod">
        <pc:chgData name="鈴木 秀規" userId="f68c5fd9-22d5-4c0a-9833-7fb0f5135313" providerId="ADAL" clId="{E853165E-E035-4511-B5B4-308A168A0417}" dt="2021-01-26T07:18:19.034" v="594" actId="207"/>
        <pc:sldMkLst>
          <pc:docMk/>
          <pc:sldMk cId="84034417" sldId="374"/>
        </pc:sldMkLst>
        <pc:spChg chg="mod">
          <ac:chgData name="鈴木 秀規" userId="f68c5fd9-22d5-4c0a-9833-7fb0f5135313" providerId="ADAL" clId="{E853165E-E035-4511-B5B4-308A168A0417}" dt="2021-01-26T07:17:12.938" v="571"/>
          <ac:spMkLst>
            <pc:docMk/>
            <pc:sldMk cId="84034417" sldId="374"/>
            <ac:spMk id="3" creationId="{E06B1000-9220-4D64-830A-7136494F2DBF}"/>
          </ac:spMkLst>
        </pc:spChg>
        <pc:spChg chg="mod">
          <ac:chgData name="鈴木 秀規" userId="f68c5fd9-22d5-4c0a-9833-7fb0f5135313" providerId="ADAL" clId="{E853165E-E035-4511-B5B4-308A168A0417}" dt="2021-01-26T07:18:19.034" v="594" actId="207"/>
          <ac:spMkLst>
            <pc:docMk/>
            <pc:sldMk cId="84034417" sldId="374"/>
            <ac:spMk id="5" creationId="{8AB3D740-2F1A-4FA4-AF46-FF8F852F0650}"/>
          </ac:spMkLst>
        </pc:spChg>
      </pc:sldChg>
      <pc:sldChg chg="del">
        <pc:chgData name="鈴木 秀規" userId="f68c5fd9-22d5-4c0a-9833-7fb0f5135313" providerId="ADAL" clId="{E853165E-E035-4511-B5B4-308A168A0417}" dt="2021-01-26T06:49:23.924" v="13" actId="2696"/>
        <pc:sldMkLst>
          <pc:docMk/>
          <pc:sldMk cId="3586215112" sldId="374"/>
        </pc:sldMkLst>
      </pc:sldChg>
      <pc:sldChg chg="del">
        <pc:chgData name="鈴木 秀規" userId="f68c5fd9-22d5-4c0a-9833-7fb0f5135313" providerId="ADAL" clId="{E853165E-E035-4511-B5B4-308A168A0417}" dt="2021-01-26T06:49:23.924" v="13" actId="2696"/>
        <pc:sldMkLst>
          <pc:docMk/>
          <pc:sldMk cId="3278431197" sldId="375"/>
        </pc:sldMkLst>
      </pc:sldChg>
      <pc:sldChg chg="modSp new mod">
        <pc:chgData name="鈴木 秀規" userId="f68c5fd9-22d5-4c0a-9833-7fb0f5135313" providerId="ADAL" clId="{E853165E-E035-4511-B5B4-308A168A0417}" dt="2021-01-26T07:19:41.168" v="628" actId="207"/>
        <pc:sldMkLst>
          <pc:docMk/>
          <pc:sldMk cId="4133178376" sldId="375"/>
        </pc:sldMkLst>
        <pc:spChg chg="mod">
          <ac:chgData name="鈴木 秀規" userId="f68c5fd9-22d5-4c0a-9833-7fb0f5135313" providerId="ADAL" clId="{E853165E-E035-4511-B5B4-308A168A0417}" dt="2021-01-26T07:18:35.603" v="596"/>
          <ac:spMkLst>
            <pc:docMk/>
            <pc:sldMk cId="4133178376" sldId="375"/>
            <ac:spMk id="3" creationId="{746B367E-1769-43F6-B709-9DC962BCAD84}"/>
          </ac:spMkLst>
        </pc:spChg>
        <pc:spChg chg="mod">
          <ac:chgData name="鈴木 秀規" userId="f68c5fd9-22d5-4c0a-9833-7fb0f5135313" providerId="ADAL" clId="{E853165E-E035-4511-B5B4-308A168A0417}" dt="2021-01-26T07:19:41.168" v="628" actId="207"/>
          <ac:spMkLst>
            <pc:docMk/>
            <pc:sldMk cId="4133178376" sldId="375"/>
            <ac:spMk id="5" creationId="{7BD660E2-4B00-4845-95F2-9DBB4781CAE5}"/>
          </ac:spMkLst>
        </pc:spChg>
      </pc:sldChg>
      <pc:sldChg chg="del">
        <pc:chgData name="鈴木 秀規" userId="f68c5fd9-22d5-4c0a-9833-7fb0f5135313" providerId="ADAL" clId="{E853165E-E035-4511-B5B4-308A168A0417}" dt="2021-01-26T06:49:23.924" v="13" actId="2696"/>
        <pc:sldMkLst>
          <pc:docMk/>
          <pc:sldMk cId="3335697102" sldId="376"/>
        </pc:sldMkLst>
      </pc:sldChg>
      <pc:sldChg chg="modSp new mod">
        <pc:chgData name="鈴木 秀規" userId="f68c5fd9-22d5-4c0a-9833-7fb0f5135313" providerId="ADAL" clId="{E853165E-E035-4511-B5B4-308A168A0417}" dt="2021-01-26T07:21:48.714" v="658" actId="207"/>
        <pc:sldMkLst>
          <pc:docMk/>
          <pc:sldMk cId="3795804375" sldId="376"/>
        </pc:sldMkLst>
        <pc:spChg chg="mod">
          <ac:chgData name="鈴木 秀規" userId="f68c5fd9-22d5-4c0a-9833-7fb0f5135313" providerId="ADAL" clId="{E853165E-E035-4511-B5B4-308A168A0417}" dt="2021-01-26T07:20:07.699" v="630"/>
          <ac:spMkLst>
            <pc:docMk/>
            <pc:sldMk cId="3795804375" sldId="376"/>
            <ac:spMk id="3" creationId="{B507E0B6-C1E9-4F9D-8B09-1681C4D89919}"/>
          </ac:spMkLst>
        </pc:spChg>
        <pc:spChg chg="mod">
          <ac:chgData name="鈴木 秀規" userId="f68c5fd9-22d5-4c0a-9833-7fb0f5135313" providerId="ADAL" clId="{E853165E-E035-4511-B5B4-308A168A0417}" dt="2021-01-26T07:21:48.714" v="658" actId="207"/>
          <ac:spMkLst>
            <pc:docMk/>
            <pc:sldMk cId="3795804375" sldId="376"/>
            <ac:spMk id="5" creationId="{BE107BB1-F5D7-4713-A850-B3ACA63D2DE9}"/>
          </ac:spMkLst>
        </pc:spChg>
      </pc:sldChg>
      <pc:sldChg chg="del">
        <pc:chgData name="鈴木 秀規" userId="f68c5fd9-22d5-4c0a-9833-7fb0f5135313" providerId="ADAL" clId="{E853165E-E035-4511-B5B4-308A168A0417}" dt="2021-01-26T06:49:23.924" v="13" actId="2696"/>
        <pc:sldMkLst>
          <pc:docMk/>
          <pc:sldMk cId="1075370688" sldId="377"/>
        </pc:sldMkLst>
      </pc:sldChg>
      <pc:sldChg chg="modSp new mod">
        <pc:chgData name="鈴木 秀規" userId="f68c5fd9-22d5-4c0a-9833-7fb0f5135313" providerId="ADAL" clId="{E853165E-E035-4511-B5B4-308A168A0417}" dt="2021-01-26T07:24:00.081" v="677"/>
        <pc:sldMkLst>
          <pc:docMk/>
          <pc:sldMk cId="4201067025" sldId="377"/>
        </pc:sldMkLst>
        <pc:spChg chg="mod">
          <ac:chgData name="鈴木 秀規" userId="f68c5fd9-22d5-4c0a-9833-7fb0f5135313" providerId="ADAL" clId="{E853165E-E035-4511-B5B4-308A168A0417}" dt="2021-01-26T07:24:00.081" v="677"/>
          <ac:spMkLst>
            <pc:docMk/>
            <pc:sldMk cId="4201067025" sldId="377"/>
            <ac:spMk id="3" creationId="{0665AB20-5634-4D5D-BE5B-3E4D60E5D7CB}"/>
          </ac:spMkLst>
        </pc:spChg>
        <pc:spChg chg="mod">
          <ac:chgData name="鈴木 秀規" userId="f68c5fd9-22d5-4c0a-9833-7fb0f5135313" providerId="ADAL" clId="{E853165E-E035-4511-B5B4-308A168A0417}" dt="2021-01-26T07:23:42.653" v="676" actId="207"/>
          <ac:spMkLst>
            <pc:docMk/>
            <pc:sldMk cId="4201067025" sldId="377"/>
            <ac:spMk id="5" creationId="{63F330CA-F3E7-4D06-A9A4-0E49DCF88952}"/>
          </ac:spMkLst>
        </pc:spChg>
      </pc:sldChg>
      <pc:sldChg chg="modSp new mod">
        <pc:chgData name="鈴木 秀規" userId="f68c5fd9-22d5-4c0a-9833-7fb0f5135313" providerId="ADAL" clId="{E853165E-E035-4511-B5B4-308A168A0417}" dt="2021-01-26T07:25:50.648" v="716" actId="20577"/>
        <pc:sldMkLst>
          <pc:docMk/>
          <pc:sldMk cId="2170260322" sldId="378"/>
        </pc:sldMkLst>
        <pc:spChg chg="mod">
          <ac:chgData name="鈴木 秀規" userId="f68c5fd9-22d5-4c0a-9833-7fb0f5135313" providerId="ADAL" clId="{E853165E-E035-4511-B5B4-308A168A0417}" dt="2021-01-26T07:24:20.672" v="679"/>
          <ac:spMkLst>
            <pc:docMk/>
            <pc:sldMk cId="2170260322" sldId="378"/>
            <ac:spMk id="3" creationId="{0DA8AECB-9949-437E-B1D6-39595C07B0D8}"/>
          </ac:spMkLst>
        </pc:spChg>
        <pc:spChg chg="mod">
          <ac:chgData name="鈴木 秀規" userId="f68c5fd9-22d5-4c0a-9833-7fb0f5135313" providerId="ADAL" clId="{E853165E-E035-4511-B5B4-308A168A0417}" dt="2021-01-26T07:25:50.648" v="716" actId="20577"/>
          <ac:spMkLst>
            <pc:docMk/>
            <pc:sldMk cId="2170260322" sldId="378"/>
            <ac:spMk id="5" creationId="{4FDEE744-CA72-4937-ADAC-29EBAB9434D3}"/>
          </ac:spMkLst>
        </pc:spChg>
      </pc:sldChg>
      <pc:sldChg chg="del">
        <pc:chgData name="鈴木 秀規" userId="f68c5fd9-22d5-4c0a-9833-7fb0f5135313" providerId="ADAL" clId="{E853165E-E035-4511-B5B4-308A168A0417}" dt="2021-01-26T06:49:23.924" v="13" actId="2696"/>
        <pc:sldMkLst>
          <pc:docMk/>
          <pc:sldMk cId="2580646882" sldId="378"/>
        </pc:sldMkLst>
      </pc:sldChg>
      <pc:sldChg chg="del">
        <pc:chgData name="鈴木 秀規" userId="f68c5fd9-22d5-4c0a-9833-7fb0f5135313" providerId="ADAL" clId="{E853165E-E035-4511-B5B4-308A168A0417}" dt="2021-01-26T06:49:23.924" v="13" actId="2696"/>
        <pc:sldMkLst>
          <pc:docMk/>
          <pc:sldMk cId="3868544456" sldId="379"/>
        </pc:sldMkLst>
      </pc:sldChg>
      <pc:sldChg chg="modSp new mod">
        <pc:chgData name="鈴木 秀規" userId="f68c5fd9-22d5-4c0a-9833-7fb0f5135313" providerId="ADAL" clId="{E853165E-E035-4511-B5B4-308A168A0417}" dt="2021-01-26T07:27:23.533" v="740" actId="207"/>
        <pc:sldMkLst>
          <pc:docMk/>
          <pc:sldMk cId="4171248681" sldId="379"/>
        </pc:sldMkLst>
        <pc:spChg chg="mod">
          <ac:chgData name="鈴木 秀規" userId="f68c5fd9-22d5-4c0a-9833-7fb0f5135313" providerId="ADAL" clId="{E853165E-E035-4511-B5B4-308A168A0417}" dt="2021-01-26T07:26:07.408" v="718"/>
          <ac:spMkLst>
            <pc:docMk/>
            <pc:sldMk cId="4171248681" sldId="379"/>
            <ac:spMk id="3" creationId="{6AB4C576-1A20-40B6-9482-425697740EAC}"/>
          </ac:spMkLst>
        </pc:spChg>
        <pc:spChg chg="mod">
          <ac:chgData name="鈴木 秀規" userId="f68c5fd9-22d5-4c0a-9833-7fb0f5135313" providerId="ADAL" clId="{E853165E-E035-4511-B5B4-308A168A0417}" dt="2021-01-26T07:27:23.533" v="740" actId="207"/>
          <ac:spMkLst>
            <pc:docMk/>
            <pc:sldMk cId="4171248681" sldId="379"/>
            <ac:spMk id="5" creationId="{411E77CC-7B52-4ADF-9369-7EE2F4FF9FB4}"/>
          </ac:spMkLst>
        </pc:spChg>
      </pc:sldChg>
      <pc:sldChg chg="modSp new mod">
        <pc:chgData name="鈴木 秀規" userId="f68c5fd9-22d5-4c0a-9833-7fb0f5135313" providerId="ADAL" clId="{E853165E-E035-4511-B5B4-308A168A0417}" dt="2021-01-26T07:30:14.987" v="775" actId="207"/>
        <pc:sldMkLst>
          <pc:docMk/>
          <pc:sldMk cId="1003752797" sldId="380"/>
        </pc:sldMkLst>
        <pc:spChg chg="mod">
          <ac:chgData name="鈴木 秀規" userId="f68c5fd9-22d5-4c0a-9833-7fb0f5135313" providerId="ADAL" clId="{E853165E-E035-4511-B5B4-308A168A0417}" dt="2021-01-26T07:27:37.948" v="742"/>
          <ac:spMkLst>
            <pc:docMk/>
            <pc:sldMk cId="1003752797" sldId="380"/>
            <ac:spMk id="3" creationId="{3DD7817D-51CC-4908-AFA3-B8716B0E7C8D}"/>
          </ac:spMkLst>
        </pc:spChg>
        <pc:spChg chg="mod">
          <ac:chgData name="鈴木 秀規" userId="f68c5fd9-22d5-4c0a-9833-7fb0f5135313" providerId="ADAL" clId="{E853165E-E035-4511-B5B4-308A168A0417}" dt="2021-01-26T07:30:14.987" v="775" actId="207"/>
          <ac:spMkLst>
            <pc:docMk/>
            <pc:sldMk cId="1003752797" sldId="380"/>
            <ac:spMk id="5" creationId="{A04F5A0A-D700-4503-AA4B-9F9FF34EA903}"/>
          </ac:spMkLst>
        </pc:spChg>
      </pc:sldChg>
      <pc:sldChg chg="del">
        <pc:chgData name="鈴木 秀規" userId="f68c5fd9-22d5-4c0a-9833-7fb0f5135313" providerId="ADAL" clId="{E853165E-E035-4511-B5B4-308A168A0417}" dt="2021-01-26T06:49:23.924" v="13" actId="2696"/>
        <pc:sldMkLst>
          <pc:docMk/>
          <pc:sldMk cId="1868720455" sldId="380"/>
        </pc:sldMkLst>
      </pc:sldChg>
      <pc:sldChg chg="modSp new mod">
        <pc:chgData name="鈴木 秀規" userId="f68c5fd9-22d5-4c0a-9833-7fb0f5135313" providerId="ADAL" clId="{E853165E-E035-4511-B5B4-308A168A0417}" dt="2021-01-26T07:31:18.750" v="789" actId="207"/>
        <pc:sldMkLst>
          <pc:docMk/>
          <pc:sldMk cId="2315279680" sldId="381"/>
        </pc:sldMkLst>
        <pc:spChg chg="mod">
          <ac:chgData name="鈴木 秀規" userId="f68c5fd9-22d5-4c0a-9833-7fb0f5135313" providerId="ADAL" clId="{E853165E-E035-4511-B5B4-308A168A0417}" dt="2021-01-26T07:30:34.108" v="777"/>
          <ac:spMkLst>
            <pc:docMk/>
            <pc:sldMk cId="2315279680" sldId="381"/>
            <ac:spMk id="3" creationId="{3AA44DE9-1882-47A0-A1B1-12AE5F0F2CA2}"/>
          </ac:spMkLst>
        </pc:spChg>
        <pc:spChg chg="mod">
          <ac:chgData name="鈴木 秀規" userId="f68c5fd9-22d5-4c0a-9833-7fb0f5135313" providerId="ADAL" clId="{E853165E-E035-4511-B5B4-308A168A0417}" dt="2021-01-26T07:31:18.750" v="789" actId="207"/>
          <ac:spMkLst>
            <pc:docMk/>
            <pc:sldMk cId="2315279680" sldId="381"/>
            <ac:spMk id="5" creationId="{608B9E3C-5E1C-4FFD-81A1-35C10C8DAB11}"/>
          </ac:spMkLst>
        </pc:spChg>
      </pc:sldChg>
      <pc:sldChg chg="del">
        <pc:chgData name="鈴木 秀規" userId="f68c5fd9-22d5-4c0a-9833-7fb0f5135313" providerId="ADAL" clId="{E853165E-E035-4511-B5B4-308A168A0417}" dt="2021-01-26T06:49:23.924" v="13" actId="2696"/>
        <pc:sldMkLst>
          <pc:docMk/>
          <pc:sldMk cId="3747614513" sldId="381"/>
        </pc:sldMkLst>
      </pc:sldChg>
      <pc:sldChg chg="del">
        <pc:chgData name="鈴木 秀規" userId="f68c5fd9-22d5-4c0a-9833-7fb0f5135313" providerId="ADAL" clId="{E853165E-E035-4511-B5B4-308A168A0417}" dt="2021-01-26T06:49:23.924" v="13" actId="2696"/>
        <pc:sldMkLst>
          <pc:docMk/>
          <pc:sldMk cId="882110079" sldId="382"/>
        </pc:sldMkLst>
      </pc:sldChg>
      <pc:sldChg chg="addSp modSp new mod">
        <pc:chgData name="鈴木 秀規" userId="f68c5fd9-22d5-4c0a-9833-7fb0f5135313" providerId="ADAL" clId="{E853165E-E035-4511-B5B4-308A168A0417}" dt="2021-01-26T07:34:31.793" v="831" actId="14100"/>
        <pc:sldMkLst>
          <pc:docMk/>
          <pc:sldMk cId="3359842153" sldId="382"/>
        </pc:sldMkLst>
        <pc:spChg chg="mod">
          <ac:chgData name="鈴木 秀規" userId="f68c5fd9-22d5-4c0a-9833-7fb0f5135313" providerId="ADAL" clId="{E853165E-E035-4511-B5B4-308A168A0417}" dt="2021-01-26T07:31:47.528" v="791"/>
          <ac:spMkLst>
            <pc:docMk/>
            <pc:sldMk cId="3359842153" sldId="382"/>
            <ac:spMk id="3" creationId="{5BF686A8-918B-4F3E-8480-FEA5F57E528A}"/>
          </ac:spMkLst>
        </pc:spChg>
        <pc:spChg chg="mod">
          <ac:chgData name="鈴木 秀規" userId="f68c5fd9-22d5-4c0a-9833-7fb0f5135313" providerId="ADAL" clId="{E853165E-E035-4511-B5B4-308A168A0417}" dt="2021-01-26T07:32:40.096" v="801" actId="1076"/>
          <ac:spMkLst>
            <pc:docMk/>
            <pc:sldMk cId="3359842153" sldId="382"/>
            <ac:spMk id="5" creationId="{1316296B-B24E-4F7F-9D1A-245D14D29C41}"/>
          </ac:spMkLst>
        </pc:spChg>
        <pc:spChg chg="add mod">
          <ac:chgData name="鈴木 秀規" userId="f68c5fd9-22d5-4c0a-9833-7fb0f5135313" providerId="ADAL" clId="{E853165E-E035-4511-B5B4-308A168A0417}" dt="2021-01-26T07:33:49.580" v="823" actId="207"/>
          <ac:spMkLst>
            <pc:docMk/>
            <pc:sldMk cId="3359842153" sldId="382"/>
            <ac:spMk id="6" creationId="{95B1C548-0F5B-4737-A0BD-405E70558ED2}"/>
          </ac:spMkLst>
        </pc:spChg>
        <pc:spChg chg="add mod">
          <ac:chgData name="鈴木 秀規" userId="f68c5fd9-22d5-4c0a-9833-7fb0f5135313" providerId="ADAL" clId="{E853165E-E035-4511-B5B4-308A168A0417}" dt="2021-01-26T07:34:31.793" v="831" actId="14100"/>
          <ac:spMkLst>
            <pc:docMk/>
            <pc:sldMk cId="3359842153" sldId="382"/>
            <ac:spMk id="7" creationId="{AF0ACB7C-680B-4722-98C7-CBF77C542C99}"/>
          </ac:spMkLst>
        </pc:spChg>
      </pc:sldChg>
      <pc:sldChg chg="modSp new mod">
        <pc:chgData name="鈴木 秀規" userId="f68c5fd9-22d5-4c0a-9833-7fb0f5135313" providerId="ADAL" clId="{E853165E-E035-4511-B5B4-308A168A0417}" dt="2021-01-26T07:36:21.744" v="847" actId="207"/>
        <pc:sldMkLst>
          <pc:docMk/>
          <pc:sldMk cId="2193843838" sldId="383"/>
        </pc:sldMkLst>
        <pc:spChg chg="mod">
          <ac:chgData name="鈴木 秀規" userId="f68c5fd9-22d5-4c0a-9833-7fb0f5135313" providerId="ADAL" clId="{E853165E-E035-4511-B5B4-308A168A0417}" dt="2021-01-26T07:35:06.888" v="833"/>
          <ac:spMkLst>
            <pc:docMk/>
            <pc:sldMk cId="2193843838" sldId="383"/>
            <ac:spMk id="3" creationId="{371F9F1C-E73B-4FDA-97E3-F6FA05DF4201}"/>
          </ac:spMkLst>
        </pc:spChg>
        <pc:spChg chg="mod">
          <ac:chgData name="鈴木 秀規" userId="f68c5fd9-22d5-4c0a-9833-7fb0f5135313" providerId="ADAL" clId="{E853165E-E035-4511-B5B4-308A168A0417}" dt="2021-01-26T07:36:21.744" v="847" actId="207"/>
          <ac:spMkLst>
            <pc:docMk/>
            <pc:sldMk cId="2193843838" sldId="383"/>
            <ac:spMk id="5" creationId="{ECFFFE50-9C3A-41A8-A1A8-E9307DCB243E}"/>
          </ac:spMkLst>
        </pc:spChg>
      </pc:sldChg>
      <pc:sldChg chg="del">
        <pc:chgData name="鈴木 秀規" userId="f68c5fd9-22d5-4c0a-9833-7fb0f5135313" providerId="ADAL" clId="{E853165E-E035-4511-B5B4-308A168A0417}" dt="2021-01-26T06:49:23.924" v="13" actId="2696"/>
        <pc:sldMkLst>
          <pc:docMk/>
          <pc:sldMk cId="2781782632" sldId="383"/>
        </pc:sldMkLst>
      </pc:sldChg>
      <pc:sldChg chg="modSp add mod ord">
        <pc:chgData name="鈴木 秀規" userId="f68c5fd9-22d5-4c0a-9833-7fb0f5135313" providerId="ADAL" clId="{E853165E-E035-4511-B5B4-308A168A0417}" dt="2021-01-26T07:39:14.652" v="873" actId="1076"/>
        <pc:sldMkLst>
          <pc:docMk/>
          <pc:sldMk cId="1703172032" sldId="384"/>
        </pc:sldMkLst>
        <pc:spChg chg="mod">
          <ac:chgData name="鈴木 秀規" userId="f68c5fd9-22d5-4c0a-9833-7fb0f5135313" providerId="ADAL" clId="{E853165E-E035-4511-B5B4-308A168A0417}" dt="2021-01-26T07:36:42.249" v="853"/>
          <ac:spMkLst>
            <pc:docMk/>
            <pc:sldMk cId="1703172032" sldId="384"/>
            <ac:spMk id="5" creationId="{1316296B-B24E-4F7F-9D1A-245D14D29C41}"/>
          </ac:spMkLst>
        </pc:spChg>
        <pc:spChg chg="mod">
          <ac:chgData name="鈴木 秀規" userId="f68c5fd9-22d5-4c0a-9833-7fb0f5135313" providerId="ADAL" clId="{E853165E-E035-4511-B5B4-308A168A0417}" dt="2021-01-26T07:39:06.824" v="871" actId="14100"/>
          <ac:spMkLst>
            <pc:docMk/>
            <pc:sldMk cId="1703172032" sldId="384"/>
            <ac:spMk id="6" creationId="{95B1C548-0F5B-4737-A0BD-405E70558ED2}"/>
          </ac:spMkLst>
        </pc:spChg>
        <pc:spChg chg="mod">
          <ac:chgData name="鈴木 秀規" userId="f68c5fd9-22d5-4c0a-9833-7fb0f5135313" providerId="ADAL" clId="{E853165E-E035-4511-B5B4-308A168A0417}" dt="2021-01-26T07:39:14.652" v="873" actId="1076"/>
          <ac:spMkLst>
            <pc:docMk/>
            <pc:sldMk cId="1703172032" sldId="384"/>
            <ac:spMk id="7" creationId="{AF0ACB7C-680B-4722-98C7-CBF77C542C99}"/>
          </ac:spMkLst>
        </pc:spChg>
      </pc:sldChg>
      <pc:sldChg chg="del">
        <pc:chgData name="鈴木 秀規" userId="f68c5fd9-22d5-4c0a-9833-7fb0f5135313" providerId="ADAL" clId="{E853165E-E035-4511-B5B4-308A168A0417}" dt="2021-01-26T06:49:23.924" v="13" actId="2696"/>
        <pc:sldMkLst>
          <pc:docMk/>
          <pc:sldMk cId="4147991204" sldId="384"/>
        </pc:sldMkLst>
      </pc:sldChg>
      <pc:sldChg chg="modSp new mod">
        <pc:chgData name="鈴木 秀規" userId="f68c5fd9-22d5-4c0a-9833-7fb0f5135313" providerId="ADAL" clId="{E853165E-E035-4511-B5B4-308A168A0417}" dt="2021-01-26T07:40:36.140" v="901" actId="207"/>
        <pc:sldMkLst>
          <pc:docMk/>
          <pc:sldMk cId="405086457" sldId="385"/>
        </pc:sldMkLst>
        <pc:spChg chg="mod">
          <ac:chgData name="鈴木 秀規" userId="f68c5fd9-22d5-4c0a-9833-7fb0f5135313" providerId="ADAL" clId="{E853165E-E035-4511-B5B4-308A168A0417}" dt="2021-01-26T07:39:28.938" v="875"/>
          <ac:spMkLst>
            <pc:docMk/>
            <pc:sldMk cId="405086457" sldId="385"/>
            <ac:spMk id="3" creationId="{3160D83B-ECD4-4212-832C-905B76595963}"/>
          </ac:spMkLst>
        </pc:spChg>
        <pc:spChg chg="mod">
          <ac:chgData name="鈴木 秀規" userId="f68c5fd9-22d5-4c0a-9833-7fb0f5135313" providerId="ADAL" clId="{E853165E-E035-4511-B5B4-308A168A0417}" dt="2021-01-26T07:40:36.140" v="901" actId="207"/>
          <ac:spMkLst>
            <pc:docMk/>
            <pc:sldMk cId="405086457" sldId="385"/>
            <ac:spMk id="5" creationId="{24EF08D6-A88C-4E3D-A14F-34B27436FAEC}"/>
          </ac:spMkLst>
        </pc:spChg>
      </pc:sldChg>
      <pc:sldChg chg="del">
        <pc:chgData name="鈴木 秀規" userId="f68c5fd9-22d5-4c0a-9833-7fb0f5135313" providerId="ADAL" clId="{E853165E-E035-4511-B5B4-308A168A0417}" dt="2021-01-26T06:49:23.924" v="13" actId="2696"/>
        <pc:sldMkLst>
          <pc:docMk/>
          <pc:sldMk cId="1389535331" sldId="385"/>
        </pc:sldMkLst>
      </pc:sldChg>
      <pc:sldChg chg="del">
        <pc:chgData name="鈴木 秀規" userId="f68c5fd9-22d5-4c0a-9833-7fb0f5135313" providerId="ADAL" clId="{E853165E-E035-4511-B5B4-308A168A0417}" dt="2021-01-26T06:49:23.924" v="13" actId="2696"/>
        <pc:sldMkLst>
          <pc:docMk/>
          <pc:sldMk cId="3711062952" sldId="386"/>
        </pc:sldMkLst>
      </pc:sldChg>
      <pc:sldChg chg="del">
        <pc:chgData name="鈴木 秀規" userId="f68c5fd9-22d5-4c0a-9833-7fb0f5135313" providerId="ADAL" clId="{E853165E-E035-4511-B5B4-308A168A0417}" dt="2021-01-26T06:49:23.924" v="13" actId="2696"/>
        <pc:sldMkLst>
          <pc:docMk/>
          <pc:sldMk cId="556755707" sldId="387"/>
        </pc:sldMkLst>
      </pc:sldChg>
      <pc:sldChg chg="del">
        <pc:chgData name="鈴木 秀規" userId="f68c5fd9-22d5-4c0a-9833-7fb0f5135313" providerId="ADAL" clId="{E853165E-E035-4511-B5B4-308A168A0417}" dt="2021-01-26T06:49:23.924" v="13" actId="2696"/>
        <pc:sldMkLst>
          <pc:docMk/>
          <pc:sldMk cId="2438793549" sldId="388"/>
        </pc:sldMkLst>
      </pc:sldChg>
      <pc:sldChg chg="del">
        <pc:chgData name="鈴木 秀規" userId="f68c5fd9-22d5-4c0a-9833-7fb0f5135313" providerId="ADAL" clId="{E853165E-E035-4511-B5B4-308A168A0417}" dt="2021-01-26T06:49:23.924" v="13" actId="2696"/>
        <pc:sldMkLst>
          <pc:docMk/>
          <pc:sldMk cId="1715481522" sldId="389"/>
        </pc:sldMkLst>
      </pc:sldChg>
      <pc:sldChg chg="del">
        <pc:chgData name="鈴木 秀規" userId="f68c5fd9-22d5-4c0a-9833-7fb0f5135313" providerId="ADAL" clId="{E853165E-E035-4511-B5B4-308A168A0417}" dt="2021-01-26T06:49:23.924" v="13" actId="2696"/>
        <pc:sldMkLst>
          <pc:docMk/>
          <pc:sldMk cId="2118453056" sldId="390"/>
        </pc:sldMkLst>
      </pc:sldChg>
      <pc:sldChg chg="del">
        <pc:chgData name="鈴木 秀規" userId="f68c5fd9-22d5-4c0a-9833-7fb0f5135313" providerId="ADAL" clId="{E853165E-E035-4511-B5B4-308A168A0417}" dt="2021-01-26T06:49:23.924" v="13" actId="2696"/>
        <pc:sldMkLst>
          <pc:docMk/>
          <pc:sldMk cId="2854077937" sldId="391"/>
        </pc:sldMkLst>
      </pc:sldChg>
      <pc:sldChg chg="del">
        <pc:chgData name="鈴木 秀規" userId="f68c5fd9-22d5-4c0a-9833-7fb0f5135313" providerId="ADAL" clId="{E853165E-E035-4511-B5B4-308A168A0417}" dt="2021-01-26T06:49:23.924" v="13" actId="2696"/>
        <pc:sldMkLst>
          <pc:docMk/>
          <pc:sldMk cId="2566377597" sldId="392"/>
        </pc:sldMkLst>
      </pc:sldChg>
      <pc:sldChg chg="del">
        <pc:chgData name="鈴木 秀規" userId="f68c5fd9-22d5-4c0a-9833-7fb0f5135313" providerId="ADAL" clId="{E853165E-E035-4511-B5B4-308A168A0417}" dt="2021-01-26T06:49:23.924" v="13" actId="2696"/>
        <pc:sldMkLst>
          <pc:docMk/>
          <pc:sldMk cId="1398339670" sldId="393"/>
        </pc:sldMkLst>
      </pc:sldChg>
    </pc:docChg>
  </pc:docChgLst>
  <pc:docChgLst>
    <pc:chgData name="sales@rhizome01.onmicrosoft.com" userId="c35045ed-c185-45de-8f58-be20a28877d8" providerId="ADAL" clId="{034C929F-50EC-4052-8F50-398F27893DAE}"/>
    <pc:docChg chg="modSld">
      <pc:chgData name="sales@rhizome01.onmicrosoft.com" userId="c35045ed-c185-45de-8f58-be20a28877d8" providerId="ADAL" clId="{034C929F-50EC-4052-8F50-398F27893DAE}" dt="2020-12-01T08:39:38.686" v="2" actId="5793"/>
      <pc:docMkLst>
        <pc:docMk/>
      </pc:docMkLst>
      <pc:sldChg chg="modSp mod">
        <pc:chgData name="sales@rhizome01.onmicrosoft.com" userId="c35045ed-c185-45de-8f58-be20a28877d8" providerId="ADAL" clId="{034C929F-50EC-4052-8F50-398F27893DAE}" dt="2020-12-01T08:39:38.686" v="2" actId="5793"/>
        <pc:sldMkLst>
          <pc:docMk/>
          <pc:sldMk cId="1668843990" sldId="360"/>
        </pc:sldMkLst>
        <pc:spChg chg="mod">
          <ac:chgData name="sales@rhizome01.onmicrosoft.com" userId="c35045ed-c185-45de-8f58-be20a28877d8" providerId="ADAL" clId="{034C929F-50EC-4052-8F50-398F27893DAE}" dt="2020-12-01T08:39:38.686" v="2" actId="5793"/>
          <ac:spMkLst>
            <pc:docMk/>
            <pc:sldMk cId="1668843990" sldId="360"/>
            <ac:spMk id="9" creationId="{A4832727-EA7F-44D6-A9F2-E4AE0246960A}"/>
          </ac:spMkLst>
        </pc:spChg>
      </pc:sldChg>
    </pc:docChg>
  </pc:docChgLst>
  <pc:docChgLst>
    <pc:chgData name="営業サーバ" userId="c35045ed-c185-45de-8f58-be20a28877d8" providerId="ADAL" clId="{034C929F-50EC-4052-8F50-398F27893DAE}"/>
    <pc:docChg chg="modSld">
      <pc:chgData name="営業サーバ" userId="c35045ed-c185-45de-8f58-be20a28877d8" providerId="ADAL" clId="{034C929F-50EC-4052-8F50-398F27893DAE}" dt="2020-11-26T07:12:51.982" v="0"/>
      <pc:docMkLst>
        <pc:docMk/>
      </pc:docMkLst>
      <pc:sldChg chg="modSp mod">
        <pc:chgData name="営業サーバ" userId="c35045ed-c185-45de-8f58-be20a28877d8" providerId="ADAL" clId="{034C929F-50EC-4052-8F50-398F27893DAE}" dt="2020-11-26T07:12:51.982" v="0"/>
        <pc:sldMkLst>
          <pc:docMk/>
          <pc:sldMk cId="0" sldId="256"/>
        </pc:sldMkLst>
        <pc:spChg chg="mod">
          <ac:chgData name="営業サーバ" userId="c35045ed-c185-45de-8f58-be20a28877d8" providerId="ADAL" clId="{034C929F-50EC-4052-8F50-398F27893DAE}" dt="2020-11-26T07:12:51.982" v="0"/>
          <ac:spMkLst>
            <pc:docMk/>
            <pc:sldMk cId="0" sldId="256"/>
            <ac:spMk id="56" creationId="{00000000-0000-0000-0000-000000000000}"/>
          </ac:spMkLst>
        </pc:spChg>
      </pc:sldChg>
    </pc:docChg>
  </pc:docChgLst>
  <pc:docChgLst>
    <pc:chgData name="鈴木 秀規" userId="f68c5fd9-22d5-4c0a-9833-7fb0f5135313" providerId="ADAL" clId="{E98ED17A-7109-B540-9D8D-B21534B0C6CC}"/>
    <pc:docChg chg="undo redo custSel addSld delSld modSld sldOrd">
      <pc:chgData name="鈴木 秀規" userId="f68c5fd9-22d5-4c0a-9833-7fb0f5135313" providerId="ADAL" clId="{E98ED17A-7109-B540-9D8D-B21534B0C6CC}" dt="2020-12-03T01:25:32.355" v="4574" actId="20577"/>
      <pc:docMkLst>
        <pc:docMk/>
      </pc:docMkLst>
      <pc:sldChg chg="modSp mod">
        <pc:chgData name="鈴木 秀規" userId="f68c5fd9-22d5-4c0a-9833-7fb0f5135313" providerId="ADAL" clId="{E98ED17A-7109-B540-9D8D-B21534B0C6CC}" dt="2020-12-03T00:41:04.785" v="2001" actId="207"/>
        <pc:sldMkLst>
          <pc:docMk/>
          <pc:sldMk cId="1668843990" sldId="360"/>
        </pc:sldMkLst>
        <pc:spChg chg="mod">
          <ac:chgData name="鈴木 秀規" userId="f68c5fd9-22d5-4c0a-9833-7fb0f5135313" providerId="ADAL" clId="{E98ED17A-7109-B540-9D8D-B21534B0C6CC}" dt="2020-12-03T00:41:04.785" v="2001" actId="207"/>
          <ac:spMkLst>
            <pc:docMk/>
            <pc:sldMk cId="1668843990" sldId="360"/>
            <ac:spMk id="9" creationId="{A4832727-EA7F-44D6-A9F2-E4AE0246960A}"/>
          </ac:spMkLst>
        </pc:spChg>
      </pc:sldChg>
      <pc:sldChg chg="modSp mod">
        <pc:chgData name="鈴木 秀規" userId="f68c5fd9-22d5-4c0a-9833-7fb0f5135313" providerId="ADAL" clId="{E98ED17A-7109-B540-9D8D-B21534B0C6CC}" dt="2020-12-03T00:40:51.829" v="1985" actId="207"/>
        <pc:sldMkLst>
          <pc:docMk/>
          <pc:sldMk cId="267129399" sldId="361"/>
        </pc:sldMkLst>
        <pc:spChg chg="mod">
          <ac:chgData name="鈴木 秀規" userId="f68c5fd9-22d5-4c0a-9833-7fb0f5135313" providerId="ADAL" clId="{E98ED17A-7109-B540-9D8D-B21534B0C6CC}" dt="2020-12-03T00:40:51.829" v="1985" actId="207"/>
          <ac:spMkLst>
            <pc:docMk/>
            <pc:sldMk cId="267129399" sldId="361"/>
            <ac:spMk id="6" creationId="{D0F3BEAC-A5EA-4EE4-95C7-0AEC1107FD29}"/>
          </ac:spMkLst>
        </pc:spChg>
      </pc:sldChg>
      <pc:sldChg chg="modSp mod">
        <pc:chgData name="鈴木 秀規" userId="f68c5fd9-22d5-4c0a-9833-7fb0f5135313" providerId="ADAL" clId="{E98ED17A-7109-B540-9D8D-B21534B0C6CC}" dt="2020-12-03T00:09:50.546" v="69" actId="13926"/>
        <pc:sldMkLst>
          <pc:docMk/>
          <pc:sldMk cId="2503862587" sldId="362"/>
        </pc:sldMkLst>
        <pc:graphicFrameChg chg="modGraphic">
          <ac:chgData name="鈴木 秀規" userId="f68c5fd9-22d5-4c0a-9833-7fb0f5135313" providerId="ADAL" clId="{E98ED17A-7109-B540-9D8D-B21534B0C6CC}" dt="2020-12-03T00:09:50.546" v="69" actId="13926"/>
          <ac:graphicFrameMkLst>
            <pc:docMk/>
            <pc:sldMk cId="2503862587" sldId="362"/>
            <ac:graphicFrameMk id="7" creationId="{4A74ACCC-FCC6-6B42-8E3E-348AE8E67A5C}"/>
          </ac:graphicFrameMkLst>
        </pc:graphicFrameChg>
      </pc:sldChg>
      <pc:sldChg chg="modSp mod">
        <pc:chgData name="鈴木 秀規" userId="f68c5fd9-22d5-4c0a-9833-7fb0f5135313" providerId="ADAL" clId="{E98ED17A-7109-B540-9D8D-B21534B0C6CC}" dt="2020-12-03T00:11:54.831" v="266" actId="20577"/>
        <pc:sldMkLst>
          <pc:docMk/>
          <pc:sldMk cId="1431651866" sldId="368"/>
        </pc:sldMkLst>
        <pc:spChg chg="mod">
          <ac:chgData name="鈴木 秀規" userId="f68c5fd9-22d5-4c0a-9833-7fb0f5135313" providerId="ADAL" clId="{E98ED17A-7109-B540-9D8D-B21534B0C6CC}" dt="2020-12-03T00:05:53.907" v="27" actId="20577"/>
          <ac:spMkLst>
            <pc:docMk/>
            <pc:sldMk cId="1431651866" sldId="368"/>
            <ac:spMk id="3" creationId="{570D767C-529D-1D4C-9BD6-2E3AAE679914}"/>
          </ac:spMkLst>
        </pc:spChg>
        <pc:graphicFrameChg chg="mod modGraphic">
          <ac:chgData name="鈴木 秀規" userId="f68c5fd9-22d5-4c0a-9833-7fb0f5135313" providerId="ADAL" clId="{E98ED17A-7109-B540-9D8D-B21534B0C6CC}" dt="2020-12-03T00:11:54.831" v="266" actId="20577"/>
          <ac:graphicFrameMkLst>
            <pc:docMk/>
            <pc:sldMk cId="1431651866" sldId="368"/>
            <ac:graphicFrameMk id="6" creationId="{A5C776C1-5736-6E41-AFE0-D7FC9EBFA87B}"/>
          </ac:graphicFrameMkLst>
        </pc:graphicFrameChg>
      </pc:sldChg>
      <pc:sldChg chg="addSp delSp modSp new mod modClrScheme chgLayout">
        <pc:chgData name="鈴木 秀規" userId="f68c5fd9-22d5-4c0a-9833-7fb0f5135313" providerId="ADAL" clId="{E98ED17A-7109-B540-9D8D-B21534B0C6CC}" dt="2020-12-03T00:30:58.436" v="1852" actId="113"/>
        <pc:sldMkLst>
          <pc:docMk/>
          <pc:sldMk cId="3018498330" sldId="369"/>
        </pc:sldMkLst>
        <pc:spChg chg="mod ord">
          <ac:chgData name="鈴木 秀規" userId="f68c5fd9-22d5-4c0a-9833-7fb0f5135313" providerId="ADAL" clId="{E98ED17A-7109-B540-9D8D-B21534B0C6CC}" dt="2020-12-03T00:15:50.957" v="308" actId="700"/>
          <ac:spMkLst>
            <pc:docMk/>
            <pc:sldMk cId="3018498330" sldId="369"/>
            <ac:spMk id="2" creationId="{66EC7532-098F-E543-A5F5-DCE2A43E7B47}"/>
          </ac:spMkLst>
        </pc:spChg>
        <pc:spChg chg="mod ord">
          <ac:chgData name="鈴木 秀規" userId="f68c5fd9-22d5-4c0a-9833-7fb0f5135313" providerId="ADAL" clId="{E98ED17A-7109-B540-9D8D-B21534B0C6CC}" dt="2020-12-03T00:22:38.430" v="839" actId="20577"/>
          <ac:spMkLst>
            <pc:docMk/>
            <pc:sldMk cId="3018498330" sldId="369"/>
            <ac:spMk id="3" creationId="{F1C6C295-7820-0949-875F-EAF056230447}"/>
          </ac:spMkLst>
        </pc:spChg>
        <pc:spChg chg="mod ord">
          <ac:chgData name="鈴木 秀規" userId="f68c5fd9-22d5-4c0a-9833-7fb0f5135313" providerId="ADAL" clId="{E98ED17A-7109-B540-9D8D-B21534B0C6CC}" dt="2020-12-03T00:15:50.957" v="308" actId="700"/>
          <ac:spMkLst>
            <pc:docMk/>
            <pc:sldMk cId="3018498330" sldId="369"/>
            <ac:spMk id="4" creationId="{0B3C1CED-6132-7648-873E-BC90BCD14454}"/>
          </ac:spMkLst>
        </pc:spChg>
        <pc:spChg chg="add mod ord">
          <ac:chgData name="鈴木 秀規" userId="f68c5fd9-22d5-4c0a-9833-7fb0f5135313" providerId="ADAL" clId="{E98ED17A-7109-B540-9D8D-B21534B0C6CC}" dt="2020-12-03T00:30:58.436" v="1852" actId="113"/>
          <ac:spMkLst>
            <pc:docMk/>
            <pc:sldMk cId="3018498330" sldId="369"/>
            <ac:spMk id="5" creationId="{6B35BADF-F225-2348-897F-AF9752777AC5}"/>
          </ac:spMkLst>
        </pc:spChg>
        <pc:spChg chg="mod">
          <ac:chgData name="鈴木 秀規" userId="f68c5fd9-22d5-4c0a-9833-7fb0f5135313" providerId="ADAL" clId="{E98ED17A-7109-B540-9D8D-B21534B0C6CC}" dt="2020-12-03T00:25:13.532" v="1197"/>
          <ac:spMkLst>
            <pc:docMk/>
            <pc:sldMk cId="3018498330" sldId="369"/>
            <ac:spMk id="7" creationId="{7389CFBE-CBA4-3044-8F7A-0832B95E2F69}"/>
          </ac:spMkLst>
        </pc:spChg>
        <pc:spChg chg="mod">
          <ac:chgData name="鈴木 秀規" userId="f68c5fd9-22d5-4c0a-9833-7fb0f5135313" providerId="ADAL" clId="{E98ED17A-7109-B540-9D8D-B21534B0C6CC}" dt="2020-12-03T00:25:13.532" v="1197"/>
          <ac:spMkLst>
            <pc:docMk/>
            <pc:sldMk cId="3018498330" sldId="369"/>
            <ac:spMk id="8" creationId="{2F0CFBA7-C5CD-2441-813A-37125FC4817F}"/>
          </ac:spMkLst>
        </pc:spChg>
        <pc:spChg chg="add del mod">
          <ac:chgData name="鈴木 秀規" userId="f68c5fd9-22d5-4c0a-9833-7fb0f5135313" providerId="ADAL" clId="{E98ED17A-7109-B540-9D8D-B21534B0C6CC}" dt="2020-12-03T00:25:21.474" v="1200" actId="478"/>
          <ac:spMkLst>
            <pc:docMk/>
            <pc:sldMk cId="3018498330" sldId="369"/>
            <ac:spMk id="9" creationId="{3E884ED8-CB61-D543-B6E2-843DFC8389FB}"/>
          </ac:spMkLst>
        </pc:spChg>
        <pc:spChg chg="add del mod">
          <ac:chgData name="鈴木 秀規" userId="f68c5fd9-22d5-4c0a-9833-7fb0f5135313" providerId="ADAL" clId="{E98ED17A-7109-B540-9D8D-B21534B0C6CC}" dt="2020-12-03T00:26:04.588" v="1224" actId="478"/>
          <ac:spMkLst>
            <pc:docMk/>
            <pc:sldMk cId="3018498330" sldId="369"/>
            <ac:spMk id="10" creationId="{A7FAB5BB-1B58-CB4E-AE9C-8EA9B9D7FA24}"/>
          </ac:spMkLst>
        </pc:spChg>
        <pc:spChg chg="add mod">
          <ac:chgData name="鈴木 秀規" userId="f68c5fd9-22d5-4c0a-9833-7fb0f5135313" providerId="ADAL" clId="{E98ED17A-7109-B540-9D8D-B21534B0C6CC}" dt="2020-12-03T00:28:30.002" v="1621" actId="20577"/>
          <ac:spMkLst>
            <pc:docMk/>
            <pc:sldMk cId="3018498330" sldId="369"/>
            <ac:spMk id="11" creationId="{B4286CF0-DD30-344B-A450-767F0006A1A9}"/>
          </ac:spMkLst>
        </pc:spChg>
        <pc:grpChg chg="add mod">
          <ac:chgData name="鈴木 秀規" userId="f68c5fd9-22d5-4c0a-9833-7fb0f5135313" providerId="ADAL" clId="{E98ED17A-7109-B540-9D8D-B21534B0C6CC}" dt="2020-12-03T00:25:13.532" v="1197"/>
          <ac:grpSpMkLst>
            <pc:docMk/>
            <pc:sldMk cId="3018498330" sldId="369"/>
            <ac:grpSpMk id="6" creationId="{DE734515-ACC6-2E42-9D2E-E4E038D8D99A}"/>
          </ac:grpSpMkLst>
        </pc:grpChg>
      </pc:sldChg>
      <pc:sldChg chg="modSp new del mod">
        <pc:chgData name="鈴木 秀規" userId="f68c5fd9-22d5-4c0a-9833-7fb0f5135313" providerId="ADAL" clId="{E98ED17A-7109-B540-9D8D-B21534B0C6CC}" dt="2020-12-03T00:19:32.708" v="624" actId="2696"/>
        <pc:sldMkLst>
          <pc:docMk/>
          <pc:sldMk cId="2598863501" sldId="370"/>
        </pc:sldMkLst>
        <pc:spChg chg="mod">
          <ac:chgData name="鈴木 秀規" userId="f68c5fd9-22d5-4c0a-9833-7fb0f5135313" providerId="ADAL" clId="{E98ED17A-7109-B540-9D8D-B21534B0C6CC}" dt="2020-12-03T00:19:29.498" v="623" actId="20577"/>
          <ac:spMkLst>
            <pc:docMk/>
            <pc:sldMk cId="2598863501" sldId="370"/>
            <ac:spMk id="3" creationId="{EF268E63-F4E2-A445-97FA-CF579BA4774C}"/>
          </ac:spMkLst>
        </pc:spChg>
      </pc:sldChg>
      <pc:sldChg chg="modSp new mod ord">
        <pc:chgData name="鈴木 秀規" userId="f68c5fd9-22d5-4c0a-9833-7fb0f5135313" providerId="ADAL" clId="{E98ED17A-7109-B540-9D8D-B21534B0C6CC}" dt="2020-12-03T00:41:58.575" v="2005" actId="20578"/>
        <pc:sldMkLst>
          <pc:docMk/>
          <pc:sldMk cId="3805279594" sldId="370"/>
        </pc:sldMkLst>
        <pc:spChg chg="mod">
          <ac:chgData name="鈴木 秀規" userId="f68c5fd9-22d5-4c0a-9833-7fb0f5135313" providerId="ADAL" clId="{E98ED17A-7109-B540-9D8D-B21534B0C6CC}" dt="2020-12-03T00:38:59.922" v="1891" actId="20577"/>
          <ac:spMkLst>
            <pc:docMk/>
            <pc:sldMk cId="3805279594" sldId="370"/>
            <ac:spMk id="3" creationId="{9CB86EFC-2A3F-214C-A2A0-00EB1AC0E3F3}"/>
          </ac:spMkLst>
        </pc:spChg>
        <pc:spChg chg="mod">
          <ac:chgData name="鈴木 秀規" userId="f68c5fd9-22d5-4c0a-9833-7fb0f5135313" providerId="ADAL" clId="{E98ED17A-7109-B540-9D8D-B21534B0C6CC}" dt="2020-12-03T00:40:00.384" v="1967" actId="20577"/>
          <ac:spMkLst>
            <pc:docMk/>
            <pc:sldMk cId="3805279594" sldId="370"/>
            <ac:spMk id="5" creationId="{D9D24A15-605C-D342-9DF6-15A80C8E63C7}"/>
          </ac:spMkLst>
        </pc:spChg>
      </pc:sldChg>
      <pc:sldChg chg="modSp new mod">
        <pc:chgData name="鈴木 秀規" userId="f68c5fd9-22d5-4c0a-9833-7fb0f5135313" providerId="ADAL" clId="{E98ED17A-7109-B540-9D8D-B21534B0C6CC}" dt="2020-12-03T01:25:32.355" v="4574" actId="20577"/>
        <pc:sldMkLst>
          <pc:docMk/>
          <pc:sldMk cId="2800751255" sldId="371"/>
        </pc:sldMkLst>
        <pc:spChg chg="mod">
          <ac:chgData name="鈴木 秀規" userId="f68c5fd9-22d5-4c0a-9833-7fb0f5135313" providerId="ADAL" clId="{E98ED17A-7109-B540-9D8D-B21534B0C6CC}" dt="2020-12-03T01:24:23.480" v="4457" actId="20577"/>
          <ac:spMkLst>
            <pc:docMk/>
            <pc:sldMk cId="2800751255" sldId="371"/>
            <ac:spMk id="3" creationId="{86AF2C75-7C50-5545-B86A-AB0C1071AFF0}"/>
          </ac:spMkLst>
        </pc:spChg>
        <pc:spChg chg="mod">
          <ac:chgData name="鈴木 秀規" userId="f68c5fd9-22d5-4c0a-9833-7fb0f5135313" providerId="ADAL" clId="{E98ED17A-7109-B540-9D8D-B21534B0C6CC}" dt="2020-12-03T01:25:32.355" v="4574" actId="20577"/>
          <ac:spMkLst>
            <pc:docMk/>
            <pc:sldMk cId="2800751255" sldId="371"/>
            <ac:spMk id="5" creationId="{199D3E35-553D-E34C-ABB7-3B8D9DB70C07}"/>
          </ac:spMkLst>
        </pc:spChg>
      </pc:sldChg>
      <pc:sldChg chg="modSp add del mod">
        <pc:chgData name="鈴木 秀規" userId="f68c5fd9-22d5-4c0a-9833-7fb0f5135313" providerId="ADAL" clId="{E98ED17A-7109-B540-9D8D-B21534B0C6CC}" dt="2020-12-03T01:23:47.866" v="4441" actId="2696"/>
        <pc:sldMkLst>
          <pc:docMk/>
          <pc:sldMk cId="2920690313" sldId="371"/>
        </pc:sldMkLst>
        <pc:spChg chg="mod">
          <ac:chgData name="鈴木 秀規" userId="f68c5fd9-22d5-4c0a-9833-7fb0f5135313" providerId="ADAL" clId="{E98ED17A-7109-B540-9D8D-B21534B0C6CC}" dt="2020-12-03T00:42:25.265" v="2063" actId="20577"/>
          <ac:spMkLst>
            <pc:docMk/>
            <pc:sldMk cId="2920690313" sldId="371"/>
            <ac:spMk id="3" creationId="{F1C6C295-7820-0949-875F-EAF056230447}"/>
          </ac:spMkLst>
        </pc:spChg>
        <pc:spChg chg="mod">
          <ac:chgData name="鈴木 秀規" userId="f68c5fd9-22d5-4c0a-9833-7fb0f5135313" providerId="ADAL" clId="{E98ED17A-7109-B540-9D8D-B21534B0C6CC}" dt="2020-12-03T01:02:23.598" v="3980" actId="20577"/>
          <ac:spMkLst>
            <pc:docMk/>
            <pc:sldMk cId="2920690313" sldId="371"/>
            <ac:spMk id="5" creationId="{6B35BADF-F225-2348-897F-AF9752777AC5}"/>
          </ac:spMkLst>
        </pc:spChg>
        <pc:spChg chg="mod">
          <ac:chgData name="鈴木 秀規" userId="f68c5fd9-22d5-4c0a-9833-7fb0f5135313" providerId="ADAL" clId="{E98ED17A-7109-B540-9D8D-B21534B0C6CC}" dt="2020-12-03T00:46:58.847" v="2499" actId="20577"/>
          <ac:spMkLst>
            <pc:docMk/>
            <pc:sldMk cId="2920690313" sldId="371"/>
            <ac:spMk id="11" creationId="{B4286CF0-DD30-344B-A450-767F0006A1A9}"/>
          </ac:spMkLst>
        </pc:spChg>
      </pc:sldChg>
      <pc:sldChg chg="new del">
        <pc:chgData name="鈴木 秀規" userId="f68c5fd9-22d5-4c0a-9833-7fb0f5135313" providerId="ADAL" clId="{E98ED17A-7109-B540-9D8D-B21534B0C6CC}" dt="2020-12-03T00:41:47.526" v="2003" actId="2696"/>
        <pc:sldMkLst>
          <pc:docMk/>
          <pc:sldMk cId="4021239412" sldId="371"/>
        </pc:sldMkLst>
      </pc:sldChg>
      <pc:sldChg chg="addSp delSp modSp new del mod modClrScheme chgLayout">
        <pc:chgData name="鈴木 秀規" userId="f68c5fd9-22d5-4c0a-9833-7fb0f5135313" providerId="ADAL" clId="{E98ED17A-7109-B540-9D8D-B21534B0C6CC}" dt="2020-12-03T01:23:47.866" v="4441" actId="2696"/>
        <pc:sldMkLst>
          <pc:docMk/>
          <pc:sldMk cId="1635587013" sldId="372"/>
        </pc:sldMkLst>
        <pc:spChg chg="mod ord">
          <ac:chgData name="鈴木 秀規" userId="f68c5fd9-22d5-4c0a-9833-7fb0f5135313" providerId="ADAL" clId="{E98ED17A-7109-B540-9D8D-B21534B0C6CC}" dt="2020-12-03T01:00:58.087" v="3892" actId="700"/>
          <ac:spMkLst>
            <pc:docMk/>
            <pc:sldMk cId="1635587013" sldId="372"/>
            <ac:spMk id="2" creationId="{5078F227-8528-3540-AF9F-E4C525D46E51}"/>
          </ac:spMkLst>
        </pc:spChg>
        <pc:spChg chg="mod ord">
          <ac:chgData name="鈴木 秀規" userId="f68c5fd9-22d5-4c0a-9833-7fb0f5135313" providerId="ADAL" clId="{E98ED17A-7109-B540-9D8D-B21534B0C6CC}" dt="2020-12-03T01:02:16.565" v="3974" actId="20577"/>
          <ac:spMkLst>
            <pc:docMk/>
            <pc:sldMk cId="1635587013" sldId="372"/>
            <ac:spMk id="3" creationId="{38B5B614-E92D-C34C-B48C-B49809F551F5}"/>
          </ac:spMkLst>
        </pc:spChg>
        <pc:spChg chg="mod ord">
          <ac:chgData name="鈴木 秀規" userId="f68c5fd9-22d5-4c0a-9833-7fb0f5135313" providerId="ADAL" clId="{E98ED17A-7109-B540-9D8D-B21534B0C6CC}" dt="2020-12-03T01:00:58.087" v="3892" actId="700"/>
          <ac:spMkLst>
            <pc:docMk/>
            <pc:sldMk cId="1635587013" sldId="372"/>
            <ac:spMk id="4" creationId="{7E6ABC7F-1D7C-2643-A2E5-FD593C087B97}"/>
          </ac:spMkLst>
        </pc:spChg>
        <pc:spChg chg="del">
          <ac:chgData name="鈴木 秀規" userId="f68c5fd9-22d5-4c0a-9833-7fb0f5135313" providerId="ADAL" clId="{E98ED17A-7109-B540-9D8D-B21534B0C6CC}" dt="2020-12-03T01:00:55.215" v="3891" actId="700"/>
          <ac:spMkLst>
            <pc:docMk/>
            <pc:sldMk cId="1635587013" sldId="372"/>
            <ac:spMk id="5" creationId="{C84F0EC1-BEE9-1240-B931-66A4575EE533}"/>
          </ac:spMkLst>
        </pc:spChg>
        <pc:spChg chg="add mod ord">
          <ac:chgData name="鈴木 秀規" userId="f68c5fd9-22d5-4c0a-9833-7fb0f5135313" providerId="ADAL" clId="{E98ED17A-7109-B540-9D8D-B21534B0C6CC}" dt="2020-12-03T01:11:38.290" v="4283" actId="113"/>
          <ac:spMkLst>
            <pc:docMk/>
            <pc:sldMk cId="1635587013" sldId="372"/>
            <ac:spMk id="6" creationId="{7A317AAC-7FA8-7044-8617-53BFC58410B7}"/>
          </ac:spMkLst>
        </pc:spChg>
        <pc:spChg chg="add del mod">
          <ac:chgData name="鈴木 秀規" userId="f68c5fd9-22d5-4c0a-9833-7fb0f5135313" providerId="ADAL" clId="{E98ED17A-7109-B540-9D8D-B21534B0C6CC}" dt="2020-12-03T01:01:07.927" v="3894"/>
          <ac:spMkLst>
            <pc:docMk/>
            <pc:sldMk cId="1635587013" sldId="372"/>
            <ac:spMk id="7" creationId="{2D1E7911-94F1-9A43-976E-12D1608396B0}"/>
          </ac:spMkLst>
        </pc:spChg>
        <pc:spChg chg="add mod">
          <ac:chgData name="鈴木 秀規" userId="f68c5fd9-22d5-4c0a-9833-7fb0f5135313" providerId="ADAL" clId="{E98ED17A-7109-B540-9D8D-B21534B0C6CC}" dt="2020-12-03T01:11:19.402" v="4281" actId="14100"/>
          <ac:spMkLst>
            <pc:docMk/>
            <pc:sldMk cId="1635587013" sldId="372"/>
            <ac:spMk id="11" creationId="{88D872CC-356E-AF48-AA16-FAA6E94AAA63}"/>
          </ac:spMkLst>
        </pc:spChg>
        <pc:picChg chg="add mod">
          <ac:chgData name="鈴木 秀規" userId="f68c5fd9-22d5-4c0a-9833-7fb0f5135313" providerId="ADAL" clId="{E98ED17A-7109-B540-9D8D-B21534B0C6CC}" dt="2020-12-03T01:11:09.469" v="4278" actId="14100"/>
          <ac:picMkLst>
            <pc:docMk/>
            <pc:sldMk cId="1635587013" sldId="372"/>
            <ac:picMk id="9" creationId="{D02AEF55-75BE-9A46-B250-FC3DC2E377DE}"/>
          </ac:picMkLst>
        </pc:picChg>
        <pc:picChg chg="add del mod">
          <ac:chgData name="鈴木 秀規" userId="f68c5fd9-22d5-4c0a-9833-7fb0f5135313" providerId="ADAL" clId="{E98ED17A-7109-B540-9D8D-B21534B0C6CC}" dt="2020-12-03T01:09:31.274" v="4256" actId="478"/>
          <ac:picMkLst>
            <pc:docMk/>
            <pc:sldMk cId="1635587013" sldId="372"/>
            <ac:picMk id="13" creationId="{181B2E39-FB46-D84F-BDF6-092FF822422D}"/>
          </ac:picMkLst>
        </pc:picChg>
        <pc:picChg chg="add mod">
          <ac:chgData name="鈴木 秀規" userId="f68c5fd9-22d5-4c0a-9833-7fb0f5135313" providerId="ADAL" clId="{E98ED17A-7109-B540-9D8D-B21534B0C6CC}" dt="2020-12-03T01:11:22.332" v="4282" actId="1076"/>
          <ac:picMkLst>
            <pc:docMk/>
            <pc:sldMk cId="1635587013" sldId="372"/>
            <ac:picMk id="15" creationId="{4374EA10-B603-D54A-93C0-72956B90F74B}"/>
          </ac:picMkLst>
        </pc:picChg>
        <pc:inkChg chg="add del">
          <ac:chgData name="鈴木 秀規" userId="f68c5fd9-22d5-4c0a-9833-7fb0f5135313" providerId="ADAL" clId="{E98ED17A-7109-B540-9D8D-B21534B0C6CC}" dt="2020-12-03T01:07:32.252" v="4214" actId="9405"/>
          <ac:inkMkLst>
            <pc:docMk/>
            <pc:sldMk cId="1635587013" sldId="372"/>
            <ac:inkMk id="10" creationId="{52E244E1-A625-FC4A-B3CE-A5C917494B56}"/>
          </ac:inkMkLst>
        </pc:inkChg>
      </pc:sldChg>
      <pc:sldChg chg="addSp delSp modSp add del mod">
        <pc:chgData name="鈴木 秀規" userId="f68c5fd9-22d5-4c0a-9833-7fb0f5135313" providerId="ADAL" clId="{E98ED17A-7109-B540-9D8D-B21534B0C6CC}" dt="2020-12-03T01:23:47.866" v="4441" actId="2696"/>
        <pc:sldMkLst>
          <pc:docMk/>
          <pc:sldMk cId="615592541" sldId="373"/>
        </pc:sldMkLst>
        <pc:spChg chg="mod">
          <ac:chgData name="鈴木 秀規" userId="f68c5fd9-22d5-4c0a-9833-7fb0f5135313" providerId="ADAL" clId="{E98ED17A-7109-B540-9D8D-B21534B0C6CC}" dt="2020-12-03T01:12:33.393" v="4394" actId="20577"/>
          <ac:spMkLst>
            <pc:docMk/>
            <pc:sldMk cId="615592541" sldId="373"/>
            <ac:spMk id="6" creationId="{7A317AAC-7FA8-7044-8617-53BFC58410B7}"/>
          </ac:spMkLst>
        </pc:spChg>
        <pc:spChg chg="del">
          <ac:chgData name="鈴木 秀規" userId="f68c5fd9-22d5-4c0a-9833-7fb0f5135313" providerId="ADAL" clId="{E98ED17A-7109-B540-9D8D-B21534B0C6CC}" dt="2020-12-03T01:12:36.799" v="4395" actId="478"/>
          <ac:spMkLst>
            <pc:docMk/>
            <pc:sldMk cId="615592541" sldId="373"/>
            <ac:spMk id="11" creationId="{88D872CC-356E-AF48-AA16-FAA6E94AAA63}"/>
          </ac:spMkLst>
        </pc:spChg>
        <pc:grpChg chg="del mod">
          <ac:chgData name="鈴木 秀規" userId="f68c5fd9-22d5-4c0a-9833-7fb0f5135313" providerId="ADAL" clId="{E98ED17A-7109-B540-9D8D-B21534B0C6CC}" dt="2020-12-03T01:12:56.873" v="4408"/>
          <ac:grpSpMkLst>
            <pc:docMk/>
            <pc:sldMk cId="615592541" sldId="373"/>
            <ac:grpSpMk id="14" creationId="{8551A2E1-818D-7146-B07E-DF10303D9250}"/>
          </ac:grpSpMkLst>
        </pc:grpChg>
        <pc:grpChg chg="del mod">
          <ac:chgData name="鈴木 秀規" userId="f68c5fd9-22d5-4c0a-9833-7fb0f5135313" providerId="ADAL" clId="{E98ED17A-7109-B540-9D8D-B21534B0C6CC}" dt="2020-12-03T01:13:00.256" v="4414"/>
          <ac:grpSpMkLst>
            <pc:docMk/>
            <pc:sldMk cId="615592541" sldId="373"/>
            <ac:grpSpMk id="21" creationId="{1A19AE5A-D3A5-1B43-8537-FD9C98B59252}"/>
          </ac:grpSpMkLst>
        </pc:grpChg>
        <pc:grpChg chg="del mod">
          <ac:chgData name="鈴木 秀規" userId="f68c5fd9-22d5-4c0a-9833-7fb0f5135313" providerId="ADAL" clId="{E98ED17A-7109-B540-9D8D-B21534B0C6CC}" dt="2020-12-03T01:13:00.256" v="4414"/>
          <ac:grpSpMkLst>
            <pc:docMk/>
            <pc:sldMk cId="615592541" sldId="373"/>
            <ac:grpSpMk id="25" creationId="{4F9FE873-6A52-FD4C-9258-CA185F43F37E}"/>
          </ac:grpSpMkLst>
        </pc:grpChg>
        <pc:grpChg chg="mod">
          <ac:chgData name="鈴木 秀規" userId="f68c5fd9-22d5-4c0a-9833-7fb0f5135313" providerId="ADAL" clId="{E98ED17A-7109-B540-9D8D-B21534B0C6CC}" dt="2020-12-03T01:13:00.256" v="4414"/>
          <ac:grpSpMkLst>
            <pc:docMk/>
            <pc:sldMk cId="615592541" sldId="373"/>
            <ac:grpSpMk id="27" creationId="{D272DCE0-9EB4-9E40-9E1F-B34593E59CE7}"/>
          </ac:grpSpMkLst>
        </pc:grpChg>
        <pc:grpChg chg="mod">
          <ac:chgData name="鈴木 秀規" userId="f68c5fd9-22d5-4c0a-9833-7fb0f5135313" providerId="ADAL" clId="{E98ED17A-7109-B540-9D8D-B21534B0C6CC}" dt="2020-12-03T01:13:04.351" v="4419"/>
          <ac:grpSpMkLst>
            <pc:docMk/>
            <pc:sldMk cId="615592541" sldId="373"/>
            <ac:grpSpMk id="32" creationId="{FF31E88D-1A46-5542-82FA-9B7E260065D7}"/>
          </ac:grpSpMkLst>
        </pc:grpChg>
        <pc:grpChg chg="del mod">
          <ac:chgData name="鈴木 秀規" userId="f68c5fd9-22d5-4c0a-9833-7fb0f5135313" providerId="ADAL" clId="{E98ED17A-7109-B540-9D8D-B21534B0C6CC}" dt="2020-12-03T01:13:15.987" v="4431"/>
          <ac:grpSpMkLst>
            <pc:docMk/>
            <pc:sldMk cId="615592541" sldId="373"/>
            <ac:grpSpMk id="35" creationId="{839705A0-C752-514B-B68E-4DB44DC8A134}"/>
          </ac:grpSpMkLst>
        </pc:grpChg>
        <pc:grpChg chg="del mod">
          <ac:chgData name="鈴木 秀規" userId="f68c5fd9-22d5-4c0a-9833-7fb0f5135313" providerId="ADAL" clId="{E98ED17A-7109-B540-9D8D-B21534B0C6CC}" dt="2020-12-03T01:13:22.530" v="4437"/>
          <ac:grpSpMkLst>
            <pc:docMk/>
            <pc:sldMk cId="615592541" sldId="373"/>
            <ac:grpSpMk id="44" creationId="{5930A674-1151-AE4E-9CAE-276FA17D766A}"/>
          </ac:grpSpMkLst>
        </pc:grpChg>
        <pc:grpChg chg="del mod">
          <ac:chgData name="鈴木 秀規" userId="f68c5fd9-22d5-4c0a-9833-7fb0f5135313" providerId="ADAL" clId="{E98ED17A-7109-B540-9D8D-B21534B0C6CC}" dt="2020-12-03T01:13:25.226" v="4440"/>
          <ac:grpSpMkLst>
            <pc:docMk/>
            <pc:sldMk cId="615592541" sldId="373"/>
            <ac:grpSpMk id="50" creationId="{C4183422-7E13-7C4C-B712-DE3E98AD633A}"/>
          </ac:grpSpMkLst>
        </pc:grpChg>
        <pc:grpChg chg="mod">
          <ac:chgData name="鈴木 秀規" userId="f68c5fd9-22d5-4c0a-9833-7fb0f5135313" providerId="ADAL" clId="{E98ED17A-7109-B540-9D8D-B21534B0C6CC}" dt="2020-12-03T01:13:22.530" v="4437"/>
          <ac:grpSpMkLst>
            <pc:docMk/>
            <pc:sldMk cId="615592541" sldId="373"/>
            <ac:grpSpMk id="51" creationId="{BADCCBE2-93D5-1B43-B588-3A3CFF852C58}"/>
          </ac:grpSpMkLst>
        </pc:grpChg>
        <pc:grpChg chg="mod">
          <ac:chgData name="鈴木 秀規" userId="f68c5fd9-22d5-4c0a-9833-7fb0f5135313" providerId="ADAL" clId="{E98ED17A-7109-B540-9D8D-B21534B0C6CC}" dt="2020-12-03T01:13:25.226" v="4440"/>
          <ac:grpSpMkLst>
            <pc:docMk/>
            <pc:sldMk cId="615592541" sldId="373"/>
            <ac:grpSpMk id="54" creationId="{EC51F5D5-9987-304C-81F2-23905D124D38}"/>
          </ac:grpSpMkLst>
        </pc:grpChg>
        <pc:picChg chg="del">
          <ac:chgData name="鈴木 秀規" userId="f68c5fd9-22d5-4c0a-9833-7fb0f5135313" providerId="ADAL" clId="{E98ED17A-7109-B540-9D8D-B21534B0C6CC}" dt="2020-12-03T01:12:36.799" v="4395" actId="478"/>
          <ac:picMkLst>
            <pc:docMk/>
            <pc:sldMk cId="615592541" sldId="373"/>
            <ac:picMk id="9" creationId="{D02AEF55-75BE-9A46-B250-FC3DC2E377DE}"/>
          </ac:picMkLst>
        </pc:picChg>
        <pc:picChg chg="del">
          <ac:chgData name="鈴木 秀規" userId="f68c5fd9-22d5-4c0a-9833-7fb0f5135313" providerId="ADAL" clId="{E98ED17A-7109-B540-9D8D-B21534B0C6CC}" dt="2020-12-03T01:12:36.799" v="4395" actId="478"/>
          <ac:picMkLst>
            <pc:docMk/>
            <pc:sldMk cId="615592541" sldId="373"/>
            <ac:picMk id="15" creationId="{4374EA10-B603-D54A-93C0-72956B90F74B}"/>
          </ac:picMkLst>
        </pc:picChg>
        <pc:inkChg chg="add">
          <ac:chgData name="鈴木 秀規" userId="f68c5fd9-22d5-4c0a-9833-7fb0f5135313" providerId="ADAL" clId="{E98ED17A-7109-B540-9D8D-B21534B0C6CC}" dt="2020-12-03T01:12:45.376" v="4396" actId="9405"/>
          <ac:inkMkLst>
            <pc:docMk/>
            <pc:sldMk cId="615592541" sldId="373"/>
            <ac:inkMk id="5" creationId="{0AAFCCC5-5E76-CA48-81D5-A4E539E4401A}"/>
          </ac:inkMkLst>
        </pc:inkChg>
        <pc:inkChg chg="add">
          <ac:chgData name="鈴木 秀規" userId="f68c5fd9-22d5-4c0a-9833-7fb0f5135313" providerId="ADAL" clId="{E98ED17A-7109-B540-9D8D-B21534B0C6CC}" dt="2020-12-03T01:12:46.255" v="4397" actId="9405"/>
          <ac:inkMkLst>
            <pc:docMk/>
            <pc:sldMk cId="615592541" sldId="373"/>
            <ac:inkMk id="7" creationId="{2D2B5447-4F6B-9C44-9888-8B103E237897}"/>
          </ac:inkMkLst>
        </pc:inkChg>
        <pc:inkChg chg="add">
          <ac:chgData name="鈴木 秀規" userId="f68c5fd9-22d5-4c0a-9833-7fb0f5135313" providerId="ADAL" clId="{E98ED17A-7109-B540-9D8D-B21534B0C6CC}" dt="2020-12-03T01:12:47.620" v="4398" actId="9405"/>
          <ac:inkMkLst>
            <pc:docMk/>
            <pc:sldMk cId="615592541" sldId="373"/>
            <ac:inkMk id="8" creationId="{32D62E2B-CE79-3B4C-B7D1-ECDA946FA396}"/>
          </ac:inkMkLst>
        </pc:inkChg>
        <pc:inkChg chg="add">
          <ac:chgData name="鈴木 秀規" userId="f68c5fd9-22d5-4c0a-9833-7fb0f5135313" providerId="ADAL" clId="{E98ED17A-7109-B540-9D8D-B21534B0C6CC}" dt="2020-12-03T01:12:48.478" v="4399" actId="9405"/>
          <ac:inkMkLst>
            <pc:docMk/>
            <pc:sldMk cId="615592541" sldId="373"/>
            <ac:inkMk id="10" creationId="{C38D747C-B1C5-7646-8912-EAF8AD9B05FB}"/>
          </ac:inkMkLst>
        </pc:inkChg>
        <pc:inkChg chg="add mod">
          <ac:chgData name="鈴木 秀規" userId="f68c5fd9-22d5-4c0a-9833-7fb0f5135313" providerId="ADAL" clId="{E98ED17A-7109-B540-9D8D-B21534B0C6CC}" dt="2020-12-03T01:13:00.256" v="4414"/>
          <ac:inkMkLst>
            <pc:docMk/>
            <pc:sldMk cId="615592541" sldId="373"/>
            <ac:inkMk id="12" creationId="{806335AF-A205-0341-B2A0-1D60694F4960}"/>
          </ac:inkMkLst>
        </pc:inkChg>
        <pc:inkChg chg="add mod">
          <ac:chgData name="鈴木 秀規" userId="f68c5fd9-22d5-4c0a-9833-7fb0f5135313" providerId="ADAL" clId="{E98ED17A-7109-B540-9D8D-B21534B0C6CC}" dt="2020-12-03T01:13:00.256" v="4414"/>
          <ac:inkMkLst>
            <pc:docMk/>
            <pc:sldMk cId="615592541" sldId="373"/>
            <ac:inkMk id="13" creationId="{265E78D4-90FC-E941-952F-4DC34934B910}"/>
          </ac:inkMkLst>
        </pc:inkChg>
        <pc:inkChg chg="add mod">
          <ac:chgData name="鈴木 秀規" userId="f68c5fd9-22d5-4c0a-9833-7fb0f5135313" providerId="ADAL" clId="{E98ED17A-7109-B540-9D8D-B21534B0C6CC}" dt="2020-12-03T01:13:00.256" v="4414"/>
          <ac:inkMkLst>
            <pc:docMk/>
            <pc:sldMk cId="615592541" sldId="373"/>
            <ac:inkMk id="16" creationId="{25D529C6-2677-8143-A2EC-3E3D29C398ED}"/>
          </ac:inkMkLst>
        </pc:inkChg>
        <pc:inkChg chg="add mod">
          <ac:chgData name="鈴木 秀規" userId="f68c5fd9-22d5-4c0a-9833-7fb0f5135313" providerId="ADAL" clId="{E98ED17A-7109-B540-9D8D-B21534B0C6CC}" dt="2020-12-03T01:13:00.256" v="4414"/>
          <ac:inkMkLst>
            <pc:docMk/>
            <pc:sldMk cId="615592541" sldId="373"/>
            <ac:inkMk id="17" creationId="{06274F75-3053-9645-A2A8-DF2DE6A3B538}"/>
          </ac:inkMkLst>
        </pc:inkChg>
        <pc:inkChg chg="add mod">
          <ac:chgData name="鈴木 秀規" userId="f68c5fd9-22d5-4c0a-9833-7fb0f5135313" providerId="ADAL" clId="{E98ED17A-7109-B540-9D8D-B21534B0C6CC}" dt="2020-12-03T01:13:00.256" v="4414"/>
          <ac:inkMkLst>
            <pc:docMk/>
            <pc:sldMk cId="615592541" sldId="373"/>
            <ac:inkMk id="18" creationId="{5D9D1CCC-7C4B-4F45-9E8C-46E7A461F224}"/>
          </ac:inkMkLst>
        </pc:inkChg>
        <pc:inkChg chg="add mod">
          <ac:chgData name="鈴木 秀規" userId="f68c5fd9-22d5-4c0a-9833-7fb0f5135313" providerId="ADAL" clId="{E98ED17A-7109-B540-9D8D-B21534B0C6CC}" dt="2020-12-03T01:13:00.256" v="4414"/>
          <ac:inkMkLst>
            <pc:docMk/>
            <pc:sldMk cId="615592541" sldId="373"/>
            <ac:inkMk id="19" creationId="{80067FE2-41C2-1547-839E-8D7B8C559F11}"/>
          </ac:inkMkLst>
        </pc:inkChg>
        <pc:inkChg chg="add mod">
          <ac:chgData name="鈴木 秀規" userId="f68c5fd9-22d5-4c0a-9833-7fb0f5135313" providerId="ADAL" clId="{E98ED17A-7109-B540-9D8D-B21534B0C6CC}" dt="2020-12-03T01:13:00.256" v="4414"/>
          <ac:inkMkLst>
            <pc:docMk/>
            <pc:sldMk cId="615592541" sldId="373"/>
            <ac:inkMk id="20" creationId="{F851E1F2-49C9-2445-9F7E-DE468F4F208B}"/>
          </ac:inkMkLst>
        </pc:inkChg>
        <pc:inkChg chg="add mod">
          <ac:chgData name="鈴木 秀規" userId="f68c5fd9-22d5-4c0a-9833-7fb0f5135313" providerId="ADAL" clId="{E98ED17A-7109-B540-9D8D-B21534B0C6CC}" dt="2020-12-03T01:13:00.256" v="4414"/>
          <ac:inkMkLst>
            <pc:docMk/>
            <pc:sldMk cId="615592541" sldId="373"/>
            <ac:inkMk id="22" creationId="{30A1AF40-AD9F-8C47-9E55-8A996B26915D}"/>
          </ac:inkMkLst>
        </pc:inkChg>
        <pc:inkChg chg="add mod">
          <ac:chgData name="鈴木 秀規" userId="f68c5fd9-22d5-4c0a-9833-7fb0f5135313" providerId="ADAL" clId="{E98ED17A-7109-B540-9D8D-B21534B0C6CC}" dt="2020-12-03T01:13:00.256" v="4414"/>
          <ac:inkMkLst>
            <pc:docMk/>
            <pc:sldMk cId="615592541" sldId="373"/>
            <ac:inkMk id="23" creationId="{B40EA742-73B3-364D-AA23-FB8590AC2207}"/>
          </ac:inkMkLst>
        </pc:inkChg>
        <pc:inkChg chg="add mod">
          <ac:chgData name="鈴木 秀規" userId="f68c5fd9-22d5-4c0a-9833-7fb0f5135313" providerId="ADAL" clId="{E98ED17A-7109-B540-9D8D-B21534B0C6CC}" dt="2020-12-03T01:13:00.256" v="4414"/>
          <ac:inkMkLst>
            <pc:docMk/>
            <pc:sldMk cId="615592541" sldId="373"/>
            <ac:inkMk id="24" creationId="{5795096A-74E9-234F-8BC6-A2B37FEC1E1B}"/>
          </ac:inkMkLst>
        </pc:inkChg>
        <pc:inkChg chg="add mod">
          <ac:chgData name="鈴木 秀規" userId="f68c5fd9-22d5-4c0a-9833-7fb0f5135313" providerId="ADAL" clId="{E98ED17A-7109-B540-9D8D-B21534B0C6CC}" dt="2020-12-03T01:13:00.256" v="4414"/>
          <ac:inkMkLst>
            <pc:docMk/>
            <pc:sldMk cId="615592541" sldId="373"/>
            <ac:inkMk id="26" creationId="{9B6B34F6-24F6-0845-A046-BBBEA60020BC}"/>
          </ac:inkMkLst>
        </pc:inkChg>
        <pc:inkChg chg="add mod">
          <ac:chgData name="鈴木 秀規" userId="f68c5fd9-22d5-4c0a-9833-7fb0f5135313" providerId="ADAL" clId="{E98ED17A-7109-B540-9D8D-B21534B0C6CC}" dt="2020-12-03T01:13:04.351" v="4419"/>
          <ac:inkMkLst>
            <pc:docMk/>
            <pc:sldMk cId="615592541" sldId="373"/>
            <ac:inkMk id="28" creationId="{12C4A5BC-67FB-BC4D-BC74-8AF6D08168AF}"/>
          </ac:inkMkLst>
        </pc:inkChg>
        <pc:inkChg chg="add mod">
          <ac:chgData name="鈴木 秀規" userId="f68c5fd9-22d5-4c0a-9833-7fb0f5135313" providerId="ADAL" clId="{E98ED17A-7109-B540-9D8D-B21534B0C6CC}" dt="2020-12-03T01:13:04.351" v="4419"/>
          <ac:inkMkLst>
            <pc:docMk/>
            <pc:sldMk cId="615592541" sldId="373"/>
            <ac:inkMk id="29" creationId="{6DAC1C2F-D9A4-1944-8C16-2751D238E4A6}"/>
          </ac:inkMkLst>
        </pc:inkChg>
        <pc:inkChg chg="add mod">
          <ac:chgData name="鈴木 秀規" userId="f68c5fd9-22d5-4c0a-9833-7fb0f5135313" providerId="ADAL" clId="{E98ED17A-7109-B540-9D8D-B21534B0C6CC}" dt="2020-12-03T01:13:04.351" v="4419"/>
          <ac:inkMkLst>
            <pc:docMk/>
            <pc:sldMk cId="615592541" sldId="373"/>
            <ac:inkMk id="30" creationId="{B951B618-8B83-0845-91F9-73B0D476A03E}"/>
          </ac:inkMkLst>
        </pc:inkChg>
        <pc:inkChg chg="add mod">
          <ac:chgData name="鈴木 秀規" userId="f68c5fd9-22d5-4c0a-9833-7fb0f5135313" providerId="ADAL" clId="{E98ED17A-7109-B540-9D8D-B21534B0C6CC}" dt="2020-12-03T01:13:04.351" v="4419"/>
          <ac:inkMkLst>
            <pc:docMk/>
            <pc:sldMk cId="615592541" sldId="373"/>
            <ac:inkMk id="31" creationId="{72845632-76A6-8147-A9AC-11489DA2606D}"/>
          </ac:inkMkLst>
        </pc:inkChg>
        <pc:inkChg chg="add mod">
          <ac:chgData name="鈴木 秀規" userId="f68c5fd9-22d5-4c0a-9833-7fb0f5135313" providerId="ADAL" clId="{E98ED17A-7109-B540-9D8D-B21534B0C6CC}" dt="2020-12-03T01:13:22.530" v="4437"/>
          <ac:inkMkLst>
            <pc:docMk/>
            <pc:sldMk cId="615592541" sldId="373"/>
            <ac:inkMk id="33" creationId="{327E1137-848C-0542-A008-A361377DC6B3}"/>
          </ac:inkMkLst>
        </pc:inkChg>
        <pc:inkChg chg="add mod">
          <ac:chgData name="鈴木 秀規" userId="f68c5fd9-22d5-4c0a-9833-7fb0f5135313" providerId="ADAL" clId="{E98ED17A-7109-B540-9D8D-B21534B0C6CC}" dt="2020-12-03T01:13:22.530" v="4437"/>
          <ac:inkMkLst>
            <pc:docMk/>
            <pc:sldMk cId="615592541" sldId="373"/>
            <ac:inkMk id="34" creationId="{04E87504-CE51-1647-BC33-8498586A5F99}"/>
          </ac:inkMkLst>
        </pc:inkChg>
        <pc:inkChg chg="add mod">
          <ac:chgData name="鈴木 秀規" userId="f68c5fd9-22d5-4c0a-9833-7fb0f5135313" providerId="ADAL" clId="{E98ED17A-7109-B540-9D8D-B21534B0C6CC}" dt="2020-12-03T01:13:22.530" v="4437"/>
          <ac:inkMkLst>
            <pc:docMk/>
            <pc:sldMk cId="615592541" sldId="373"/>
            <ac:inkMk id="36" creationId="{914ED145-23CC-D24F-B377-64500A97C9BD}"/>
          </ac:inkMkLst>
        </pc:inkChg>
        <pc:inkChg chg="add mod">
          <ac:chgData name="鈴木 秀規" userId="f68c5fd9-22d5-4c0a-9833-7fb0f5135313" providerId="ADAL" clId="{E98ED17A-7109-B540-9D8D-B21534B0C6CC}" dt="2020-12-03T01:13:22.530" v="4437"/>
          <ac:inkMkLst>
            <pc:docMk/>
            <pc:sldMk cId="615592541" sldId="373"/>
            <ac:inkMk id="37" creationId="{FA522D34-9A1E-3845-B98E-2AEBD709AF4C}"/>
          </ac:inkMkLst>
        </pc:inkChg>
        <pc:inkChg chg="add mod">
          <ac:chgData name="鈴木 秀規" userId="f68c5fd9-22d5-4c0a-9833-7fb0f5135313" providerId="ADAL" clId="{E98ED17A-7109-B540-9D8D-B21534B0C6CC}" dt="2020-12-03T01:13:22.530" v="4437"/>
          <ac:inkMkLst>
            <pc:docMk/>
            <pc:sldMk cId="615592541" sldId="373"/>
            <ac:inkMk id="38" creationId="{9066D749-49B2-DD47-A77B-9E073DE6E36E}"/>
          </ac:inkMkLst>
        </pc:inkChg>
        <pc:inkChg chg="add mod">
          <ac:chgData name="鈴木 秀規" userId="f68c5fd9-22d5-4c0a-9833-7fb0f5135313" providerId="ADAL" clId="{E98ED17A-7109-B540-9D8D-B21534B0C6CC}" dt="2020-12-03T01:13:22.530" v="4437"/>
          <ac:inkMkLst>
            <pc:docMk/>
            <pc:sldMk cId="615592541" sldId="373"/>
            <ac:inkMk id="39" creationId="{6D0E7CA8-6D0E-5D45-95BF-6DD492468F82}"/>
          </ac:inkMkLst>
        </pc:inkChg>
        <pc:inkChg chg="add mod">
          <ac:chgData name="鈴木 秀規" userId="f68c5fd9-22d5-4c0a-9833-7fb0f5135313" providerId="ADAL" clId="{E98ED17A-7109-B540-9D8D-B21534B0C6CC}" dt="2020-12-03T01:13:22.530" v="4437"/>
          <ac:inkMkLst>
            <pc:docMk/>
            <pc:sldMk cId="615592541" sldId="373"/>
            <ac:inkMk id="40" creationId="{EBE4CD0E-56F2-C94C-85BD-2F0E4734D0C6}"/>
          </ac:inkMkLst>
        </pc:inkChg>
        <pc:inkChg chg="add mod">
          <ac:chgData name="鈴木 秀規" userId="f68c5fd9-22d5-4c0a-9833-7fb0f5135313" providerId="ADAL" clId="{E98ED17A-7109-B540-9D8D-B21534B0C6CC}" dt="2020-12-03T01:13:22.530" v="4437"/>
          <ac:inkMkLst>
            <pc:docMk/>
            <pc:sldMk cId="615592541" sldId="373"/>
            <ac:inkMk id="41" creationId="{C0C2010C-9DF9-6F4D-954C-13A577A55AD1}"/>
          </ac:inkMkLst>
        </pc:inkChg>
        <pc:inkChg chg="add mod">
          <ac:chgData name="鈴木 秀規" userId="f68c5fd9-22d5-4c0a-9833-7fb0f5135313" providerId="ADAL" clId="{E98ED17A-7109-B540-9D8D-B21534B0C6CC}" dt="2020-12-03T01:13:22.530" v="4437"/>
          <ac:inkMkLst>
            <pc:docMk/>
            <pc:sldMk cId="615592541" sldId="373"/>
            <ac:inkMk id="42" creationId="{0625FF5C-52FE-9445-8BF7-0BA1D54C9A6F}"/>
          </ac:inkMkLst>
        </pc:inkChg>
        <pc:inkChg chg="add mod">
          <ac:chgData name="鈴木 秀規" userId="f68c5fd9-22d5-4c0a-9833-7fb0f5135313" providerId="ADAL" clId="{E98ED17A-7109-B540-9D8D-B21534B0C6CC}" dt="2020-12-03T01:13:22.530" v="4437"/>
          <ac:inkMkLst>
            <pc:docMk/>
            <pc:sldMk cId="615592541" sldId="373"/>
            <ac:inkMk id="43" creationId="{0F4A4156-4EB8-0B43-83C5-FC67006F1FDE}"/>
          </ac:inkMkLst>
        </pc:inkChg>
        <pc:inkChg chg="add mod">
          <ac:chgData name="鈴木 秀規" userId="f68c5fd9-22d5-4c0a-9833-7fb0f5135313" providerId="ADAL" clId="{E98ED17A-7109-B540-9D8D-B21534B0C6CC}" dt="2020-12-03T01:13:22.530" v="4437"/>
          <ac:inkMkLst>
            <pc:docMk/>
            <pc:sldMk cId="615592541" sldId="373"/>
            <ac:inkMk id="45" creationId="{588F4819-1DC0-1740-A4EF-E006190C5EEF}"/>
          </ac:inkMkLst>
        </pc:inkChg>
        <pc:inkChg chg="add mod">
          <ac:chgData name="鈴木 秀規" userId="f68c5fd9-22d5-4c0a-9833-7fb0f5135313" providerId="ADAL" clId="{E98ED17A-7109-B540-9D8D-B21534B0C6CC}" dt="2020-12-03T01:13:22.530" v="4437"/>
          <ac:inkMkLst>
            <pc:docMk/>
            <pc:sldMk cId="615592541" sldId="373"/>
            <ac:inkMk id="46" creationId="{E2E294BA-E2E1-1A41-AEFC-7921BD5BB7ED}"/>
          </ac:inkMkLst>
        </pc:inkChg>
        <pc:inkChg chg="add mod">
          <ac:chgData name="鈴木 秀規" userId="f68c5fd9-22d5-4c0a-9833-7fb0f5135313" providerId="ADAL" clId="{E98ED17A-7109-B540-9D8D-B21534B0C6CC}" dt="2020-12-03T01:13:25.226" v="4440"/>
          <ac:inkMkLst>
            <pc:docMk/>
            <pc:sldMk cId="615592541" sldId="373"/>
            <ac:inkMk id="47" creationId="{ADB155EE-7897-0340-A79E-B348072C7BAC}"/>
          </ac:inkMkLst>
        </pc:inkChg>
        <pc:inkChg chg="add mod">
          <ac:chgData name="鈴木 秀規" userId="f68c5fd9-22d5-4c0a-9833-7fb0f5135313" providerId="ADAL" clId="{E98ED17A-7109-B540-9D8D-B21534B0C6CC}" dt="2020-12-03T01:13:25.226" v="4440"/>
          <ac:inkMkLst>
            <pc:docMk/>
            <pc:sldMk cId="615592541" sldId="373"/>
            <ac:inkMk id="48" creationId="{602A42FD-E6A0-DE42-AADE-9BD997397654}"/>
          </ac:inkMkLst>
        </pc:inkChg>
        <pc:inkChg chg="add mod">
          <ac:chgData name="鈴木 秀規" userId="f68c5fd9-22d5-4c0a-9833-7fb0f5135313" providerId="ADAL" clId="{E98ED17A-7109-B540-9D8D-B21534B0C6CC}" dt="2020-12-03T01:13:25.226" v="4440"/>
          <ac:inkMkLst>
            <pc:docMk/>
            <pc:sldMk cId="615592541" sldId="373"/>
            <ac:inkMk id="49" creationId="{CB785C1E-0477-6F47-AED8-83ABC4D01D6C}"/>
          </ac:inkMkLst>
        </pc:inkChg>
        <pc:inkChg chg="add mod">
          <ac:chgData name="鈴木 秀規" userId="f68c5fd9-22d5-4c0a-9833-7fb0f5135313" providerId="ADAL" clId="{E98ED17A-7109-B540-9D8D-B21534B0C6CC}" dt="2020-12-03T01:13:25.226" v="4440"/>
          <ac:inkMkLst>
            <pc:docMk/>
            <pc:sldMk cId="615592541" sldId="373"/>
            <ac:inkMk id="52" creationId="{12C88632-5B91-3741-8EB2-3FC9DA49DBAA}"/>
          </ac:inkMkLst>
        </pc:inkChg>
        <pc:inkChg chg="add mod">
          <ac:chgData name="鈴木 秀規" userId="f68c5fd9-22d5-4c0a-9833-7fb0f5135313" providerId="ADAL" clId="{E98ED17A-7109-B540-9D8D-B21534B0C6CC}" dt="2020-12-03T01:13:25.226" v="4440"/>
          <ac:inkMkLst>
            <pc:docMk/>
            <pc:sldMk cId="615592541" sldId="373"/>
            <ac:inkMk id="53" creationId="{12F4DDED-0E09-5E49-992F-7534E6CC9135}"/>
          </ac:inkMkLst>
        </pc:inkChg>
      </pc:sldChg>
    </pc:docChg>
  </pc:docChgLst>
  <pc:docChgLst>
    <pc:chgData name="鈴木 秀規" userId="S::h_suzuki@rhizome01.onmicrosoft.com::f68c5fd9-22d5-4c0a-9833-7fb0f5135313" providerId="AD" clId="Web-{41084A8C-A0A3-CA0D-2EC9-61FD28899570}"/>
    <pc:docChg chg="modSld">
      <pc:chgData name="鈴木 秀規" userId="S::h_suzuki@rhizome01.onmicrosoft.com::f68c5fd9-22d5-4c0a-9833-7fb0f5135313" providerId="AD" clId="Web-{41084A8C-A0A3-CA0D-2EC9-61FD28899570}" dt="2020-12-02T01:37:22.114" v="88" actId="20577"/>
      <pc:docMkLst>
        <pc:docMk/>
      </pc:docMkLst>
      <pc:sldChg chg="modSp">
        <pc:chgData name="鈴木 秀規" userId="S::h_suzuki@rhizome01.onmicrosoft.com::f68c5fd9-22d5-4c0a-9833-7fb0f5135313" providerId="AD" clId="Web-{41084A8C-A0A3-CA0D-2EC9-61FD28899570}" dt="2020-12-02T01:17:04.208" v="9" actId="20577"/>
        <pc:sldMkLst>
          <pc:docMk/>
          <pc:sldMk cId="0" sldId="256"/>
        </pc:sldMkLst>
        <pc:spChg chg="mod">
          <ac:chgData name="鈴木 秀規" userId="S::h_suzuki@rhizome01.onmicrosoft.com::f68c5fd9-22d5-4c0a-9833-7fb0f5135313" providerId="AD" clId="Web-{41084A8C-A0A3-CA0D-2EC9-61FD28899570}" dt="2020-12-02T01:17:04.208" v="9" actId="20577"/>
          <ac:spMkLst>
            <pc:docMk/>
            <pc:sldMk cId="0" sldId="256"/>
            <ac:spMk id="56" creationId="{00000000-0000-0000-0000-000000000000}"/>
          </ac:spMkLst>
        </pc:spChg>
      </pc:sldChg>
      <pc:sldChg chg="modSp">
        <pc:chgData name="鈴木 秀規" userId="S::h_suzuki@rhizome01.onmicrosoft.com::f68c5fd9-22d5-4c0a-9833-7fb0f5135313" providerId="AD" clId="Web-{41084A8C-A0A3-CA0D-2EC9-61FD28899570}" dt="2020-12-02T01:35:43.811" v="67" actId="20577"/>
        <pc:sldMkLst>
          <pc:docMk/>
          <pc:sldMk cId="1678292941" sldId="359"/>
        </pc:sldMkLst>
        <pc:spChg chg="mod">
          <ac:chgData name="鈴木 秀規" userId="S::h_suzuki@rhizome01.onmicrosoft.com::f68c5fd9-22d5-4c0a-9833-7fb0f5135313" providerId="AD" clId="Web-{41084A8C-A0A3-CA0D-2EC9-61FD28899570}" dt="2020-12-02T01:35:43.811" v="67" actId="20577"/>
          <ac:spMkLst>
            <pc:docMk/>
            <pc:sldMk cId="1678292941" sldId="359"/>
            <ac:spMk id="5" creationId="{9FB73B72-EC40-4233-BAB1-83ECFE5A4DD1}"/>
          </ac:spMkLst>
        </pc:spChg>
      </pc:sldChg>
      <pc:sldChg chg="modSp">
        <pc:chgData name="鈴木 秀規" userId="S::h_suzuki@rhizome01.onmicrosoft.com::f68c5fd9-22d5-4c0a-9833-7fb0f5135313" providerId="AD" clId="Web-{41084A8C-A0A3-CA0D-2EC9-61FD28899570}" dt="2020-12-02T01:37:22.114" v="87" actId="20577"/>
        <pc:sldMkLst>
          <pc:docMk/>
          <pc:sldMk cId="1668843990" sldId="360"/>
        </pc:sldMkLst>
        <pc:spChg chg="mod">
          <ac:chgData name="鈴木 秀規" userId="S::h_suzuki@rhizome01.onmicrosoft.com::f68c5fd9-22d5-4c0a-9833-7fb0f5135313" providerId="AD" clId="Web-{41084A8C-A0A3-CA0D-2EC9-61FD28899570}" dt="2020-12-02T01:37:22.114" v="87" actId="20577"/>
          <ac:spMkLst>
            <pc:docMk/>
            <pc:sldMk cId="1668843990" sldId="360"/>
            <ac:spMk id="9" creationId="{A4832727-EA7F-44D6-A9F2-E4AE0246960A}"/>
          </ac:spMkLst>
        </pc:spChg>
      </pc:sldChg>
    </pc:docChg>
  </pc:docChgLst>
  <pc:docChgLst>
    <pc:chgData name="鈴木 秀規" userId="f68c5fd9-22d5-4c0a-9833-7fb0f5135313" providerId="ADAL" clId="{AF96CCF2-A840-4D79-B969-C063CAB364A1}"/>
    <pc:docChg chg="modSld">
      <pc:chgData name="鈴木 秀規" userId="f68c5fd9-22d5-4c0a-9833-7fb0f5135313" providerId="ADAL" clId="{AF96CCF2-A840-4D79-B969-C063CAB364A1}" dt="2020-12-10T05:20:41.835" v="381" actId="5793"/>
      <pc:docMkLst>
        <pc:docMk/>
      </pc:docMkLst>
      <pc:sldChg chg="modSp mod">
        <pc:chgData name="鈴木 秀規" userId="f68c5fd9-22d5-4c0a-9833-7fb0f5135313" providerId="ADAL" clId="{AF96CCF2-A840-4D79-B969-C063CAB364A1}" dt="2020-12-10T05:16:41.920" v="277" actId="207"/>
        <pc:sldMkLst>
          <pc:docMk/>
          <pc:sldMk cId="510692425" sldId="259"/>
        </pc:sldMkLst>
        <pc:spChg chg="mod">
          <ac:chgData name="鈴木 秀規" userId="f68c5fd9-22d5-4c0a-9833-7fb0f5135313" providerId="ADAL" clId="{AF96CCF2-A840-4D79-B969-C063CAB364A1}" dt="2020-12-10T05:16:41.920" v="277" actId="207"/>
          <ac:spMkLst>
            <pc:docMk/>
            <pc:sldMk cId="510692425" sldId="259"/>
            <ac:spMk id="10" creationId="{3E5F57E8-1388-43AE-8DB4-00724FCD3EB3}"/>
          </ac:spMkLst>
        </pc:spChg>
      </pc:sldChg>
      <pc:sldChg chg="modSp mod">
        <pc:chgData name="鈴木 秀規" userId="f68c5fd9-22d5-4c0a-9833-7fb0f5135313" providerId="ADAL" clId="{AF96CCF2-A840-4D79-B969-C063CAB364A1}" dt="2020-12-10T05:14:37.944" v="120"/>
        <pc:sldMkLst>
          <pc:docMk/>
          <pc:sldMk cId="1668843990" sldId="360"/>
        </pc:sldMkLst>
        <pc:spChg chg="mod">
          <ac:chgData name="鈴木 秀規" userId="f68c5fd9-22d5-4c0a-9833-7fb0f5135313" providerId="ADAL" clId="{AF96CCF2-A840-4D79-B969-C063CAB364A1}" dt="2020-12-10T05:14:37.944" v="120"/>
          <ac:spMkLst>
            <pc:docMk/>
            <pc:sldMk cId="1668843990" sldId="360"/>
            <ac:spMk id="9" creationId="{A4832727-EA7F-44D6-A9F2-E4AE0246960A}"/>
          </ac:spMkLst>
        </pc:spChg>
      </pc:sldChg>
      <pc:sldChg chg="modSp mod">
        <pc:chgData name="鈴木 秀規" userId="f68c5fd9-22d5-4c0a-9833-7fb0f5135313" providerId="ADAL" clId="{AF96CCF2-A840-4D79-B969-C063CAB364A1}" dt="2020-12-10T05:15:57.439" v="239" actId="20577"/>
        <pc:sldMkLst>
          <pc:docMk/>
          <pc:sldMk cId="267129399" sldId="361"/>
        </pc:sldMkLst>
        <pc:spChg chg="mod">
          <ac:chgData name="鈴木 秀規" userId="f68c5fd9-22d5-4c0a-9833-7fb0f5135313" providerId="ADAL" clId="{AF96CCF2-A840-4D79-B969-C063CAB364A1}" dt="2020-12-10T05:15:57.439" v="239" actId="20577"/>
          <ac:spMkLst>
            <pc:docMk/>
            <pc:sldMk cId="267129399" sldId="361"/>
            <ac:spMk id="6" creationId="{D0F3BEAC-A5EA-4EE4-95C7-0AEC1107FD29}"/>
          </ac:spMkLst>
        </pc:spChg>
      </pc:sldChg>
      <pc:sldChg chg="modSp mod">
        <pc:chgData name="鈴木 秀規" userId="f68c5fd9-22d5-4c0a-9833-7fb0f5135313" providerId="ADAL" clId="{AF96CCF2-A840-4D79-B969-C063CAB364A1}" dt="2020-12-10T05:19:40.511" v="338" actId="207"/>
        <pc:sldMkLst>
          <pc:docMk/>
          <pc:sldMk cId="3018498330" sldId="369"/>
        </pc:sldMkLst>
        <pc:spChg chg="mod">
          <ac:chgData name="鈴木 秀規" userId="f68c5fd9-22d5-4c0a-9833-7fb0f5135313" providerId="ADAL" clId="{AF96CCF2-A840-4D79-B969-C063CAB364A1}" dt="2020-12-10T05:19:40.511" v="338" actId="207"/>
          <ac:spMkLst>
            <pc:docMk/>
            <pc:sldMk cId="3018498330" sldId="369"/>
            <ac:spMk id="5" creationId="{6B35BADF-F225-2348-897F-AF9752777AC5}"/>
          </ac:spMkLst>
        </pc:spChg>
      </pc:sldChg>
      <pc:sldChg chg="modSp mod">
        <pc:chgData name="鈴木 秀規" userId="f68c5fd9-22d5-4c0a-9833-7fb0f5135313" providerId="ADAL" clId="{AF96CCF2-A840-4D79-B969-C063CAB364A1}" dt="2020-12-10T05:20:41.835" v="381" actId="5793"/>
        <pc:sldMkLst>
          <pc:docMk/>
          <pc:sldMk cId="3805279594" sldId="370"/>
        </pc:sldMkLst>
        <pc:spChg chg="mod">
          <ac:chgData name="鈴木 秀規" userId="f68c5fd9-22d5-4c0a-9833-7fb0f5135313" providerId="ADAL" clId="{AF96CCF2-A840-4D79-B969-C063CAB364A1}" dt="2020-12-10T05:20:41.835" v="381" actId="5793"/>
          <ac:spMkLst>
            <pc:docMk/>
            <pc:sldMk cId="3805279594" sldId="370"/>
            <ac:spMk id="5" creationId="{D9D24A15-605C-D342-9DF6-15A80C8E63C7}"/>
          </ac:spMkLst>
        </pc:spChg>
      </pc:sldChg>
      <pc:sldChg chg="modSp mod">
        <pc:chgData name="鈴木 秀規" userId="f68c5fd9-22d5-4c0a-9833-7fb0f5135313" providerId="ADAL" clId="{AF96CCF2-A840-4D79-B969-C063CAB364A1}" dt="2020-12-10T05:20:03.861" v="347" actId="20577"/>
        <pc:sldMkLst>
          <pc:docMk/>
          <pc:sldMk cId="2800751255" sldId="371"/>
        </pc:sldMkLst>
        <pc:spChg chg="mod">
          <ac:chgData name="鈴木 秀規" userId="f68c5fd9-22d5-4c0a-9833-7fb0f5135313" providerId="ADAL" clId="{AF96CCF2-A840-4D79-B969-C063CAB364A1}" dt="2020-12-10T05:20:03.861" v="347" actId="20577"/>
          <ac:spMkLst>
            <pc:docMk/>
            <pc:sldMk cId="2800751255" sldId="371"/>
            <ac:spMk id="5" creationId="{199D3E35-553D-E34C-ABB7-3B8D9DB70C07}"/>
          </ac:spMkLst>
        </pc:spChg>
      </pc:sldChg>
    </pc:docChg>
  </pc:docChgLst>
  <pc:docChgLst>
    <pc:chgData name="鈴木 秀規" userId="f68c5fd9-22d5-4c0a-9833-7fb0f5135313" providerId="ADAL" clId="{B600404B-B4AC-BA48-ABCA-42DD293133BE}"/>
    <pc:docChg chg="undo custSel addSld delSld modSld sldOrd">
      <pc:chgData name="鈴木 秀規" userId="f68c5fd9-22d5-4c0a-9833-7fb0f5135313" providerId="ADAL" clId="{B600404B-B4AC-BA48-ABCA-42DD293133BE}" dt="2020-12-02T08:19:39.228" v="9351" actId="6549"/>
      <pc:docMkLst>
        <pc:docMk/>
      </pc:docMkLst>
      <pc:sldChg chg="addSp delSp modSp mod">
        <pc:chgData name="鈴木 秀規" userId="f68c5fd9-22d5-4c0a-9833-7fb0f5135313" providerId="ADAL" clId="{B600404B-B4AC-BA48-ABCA-42DD293133BE}" dt="2020-12-02T04:54:04.684" v="4077" actId="12"/>
        <pc:sldMkLst>
          <pc:docMk/>
          <pc:sldMk cId="510692425" sldId="259"/>
        </pc:sldMkLst>
        <pc:spChg chg="add mod">
          <ac:chgData name="鈴木 秀規" userId="f68c5fd9-22d5-4c0a-9833-7fb0f5135313" providerId="ADAL" clId="{B600404B-B4AC-BA48-ABCA-42DD293133BE}" dt="2020-12-02T02:23:27.049" v="1554" actId="14100"/>
          <ac:spMkLst>
            <pc:docMk/>
            <pc:sldMk cId="510692425" sldId="259"/>
            <ac:spMk id="2" creationId="{DC201A77-6CED-B64F-B3B1-47082D385545}"/>
          </ac:spMkLst>
        </pc:spChg>
        <pc:spChg chg="add del mod">
          <ac:chgData name="鈴木 秀規" userId="f68c5fd9-22d5-4c0a-9833-7fb0f5135313" providerId="ADAL" clId="{B600404B-B4AC-BA48-ABCA-42DD293133BE}" dt="2020-12-02T02:09:33.143" v="746" actId="478"/>
          <ac:spMkLst>
            <pc:docMk/>
            <pc:sldMk cId="510692425" sldId="259"/>
            <ac:spMk id="3" creationId="{CC3BEACF-542D-8D43-8EB6-E67A6836736E}"/>
          </ac:spMkLst>
        </pc:spChg>
        <pc:spChg chg="add mod">
          <ac:chgData name="鈴木 秀規" userId="f68c5fd9-22d5-4c0a-9833-7fb0f5135313" providerId="ADAL" clId="{B600404B-B4AC-BA48-ABCA-42DD293133BE}" dt="2020-12-02T02:11:22.858" v="766" actId="122"/>
          <ac:spMkLst>
            <pc:docMk/>
            <pc:sldMk cId="510692425" sldId="259"/>
            <ac:spMk id="4" creationId="{727D21BD-9F31-F24E-B765-050B498880B7}"/>
          </ac:spMkLst>
        </pc:spChg>
        <pc:spChg chg="mod">
          <ac:chgData name="鈴木 秀規" userId="f68c5fd9-22d5-4c0a-9833-7fb0f5135313" providerId="ADAL" clId="{B600404B-B4AC-BA48-ABCA-42DD293133BE}" dt="2020-12-02T01:49:22.837" v="702" actId="114"/>
          <ac:spMkLst>
            <pc:docMk/>
            <pc:sldMk cId="510692425" sldId="259"/>
            <ac:spMk id="7" creationId="{26125C28-3058-490D-92C2-94CB56CB505F}"/>
          </ac:spMkLst>
        </pc:spChg>
        <pc:spChg chg="add del mod">
          <ac:chgData name="鈴木 秀規" userId="f68c5fd9-22d5-4c0a-9833-7fb0f5135313" providerId="ADAL" clId="{B600404B-B4AC-BA48-ABCA-42DD293133BE}" dt="2020-12-02T04:54:04.684" v="4077" actId="12"/>
          <ac:spMkLst>
            <pc:docMk/>
            <pc:sldMk cId="510692425" sldId="259"/>
            <ac:spMk id="9" creationId="{14E1B7D8-B324-1D47-BB93-2B20562C44B8}"/>
          </ac:spMkLst>
        </pc:spChg>
        <pc:spChg chg="mod">
          <ac:chgData name="鈴木 秀規" userId="f68c5fd9-22d5-4c0a-9833-7fb0f5135313" providerId="ADAL" clId="{B600404B-B4AC-BA48-ABCA-42DD293133BE}" dt="2020-12-02T02:28:29.305" v="1762" actId="14100"/>
          <ac:spMkLst>
            <pc:docMk/>
            <pc:sldMk cId="510692425" sldId="259"/>
            <ac:spMk id="10" creationId="{3E5F57E8-1388-43AE-8DB4-00724FCD3EB3}"/>
          </ac:spMkLst>
        </pc:spChg>
        <pc:spChg chg="add del mod">
          <ac:chgData name="鈴木 秀規" userId="f68c5fd9-22d5-4c0a-9833-7fb0f5135313" providerId="ADAL" clId="{B600404B-B4AC-BA48-ABCA-42DD293133BE}" dt="2020-12-02T04:27:55.213" v="2673" actId="478"/>
          <ac:spMkLst>
            <pc:docMk/>
            <pc:sldMk cId="510692425" sldId="259"/>
            <ac:spMk id="11" creationId="{E2E00357-82C8-894B-AEA7-3E016C1C75A3}"/>
          </ac:spMkLst>
        </pc:spChg>
        <pc:spChg chg="add del mod">
          <ac:chgData name="鈴木 秀規" userId="f68c5fd9-22d5-4c0a-9833-7fb0f5135313" providerId="ADAL" clId="{B600404B-B4AC-BA48-ABCA-42DD293133BE}" dt="2020-12-02T02:29:58.865" v="1775" actId="478"/>
          <ac:spMkLst>
            <pc:docMk/>
            <pc:sldMk cId="510692425" sldId="259"/>
            <ac:spMk id="12" creationId="{AA4BC16F-B774-2548-9D76-CEAC3ACF35C6}"/>
          </ac:spMkLst>
        </pc:spChg>
        <pc:spChg chg="add del mod">
          <ac:chgData name="鈴木 秀規" userId="f68c5fd9-22d5-4c0a-9833-7fb0f5135313" providerId="ADAL" clId="{B600404B-B4AC-BA48-ABCA-42DD293133BE}" dt="2020-12-02T04:27:55.213" v="2673" actId="478"/>
          <ac:spMkLst>
            <pc:docMk/>
            <pc:sldMk cId="510692425" sldId="259"/>
            <ac:spMk id="13" creationId="{B973EC8C-CE64-954A-8E60-CEA7F2605A1C}"/>
          </ac:spMkLst>
        </pc:spChg>
        <pc:spChg chg="add del mod">
          <ac:chgData name="鈴木 秀規" userId="f68c5fd9-22d5-4c0a-9833-7fb0f5135313" providerId="ADAL" clId="{B600404B-B4AC-BA48-ABCA-42DD293133BE}" dt="2020-12-02T04:27:55.213" v="2673" actId="478"/>
          <ac:spMkLst>
            <pc:docMk/>
            <pc:sldMk cId="510692425" sldId="259"/>
            <ac:spMk id="14" creationId="{3CA950C9-C4F5-7543-BD2D-DFCE2F576188}"/>
          </ac:spMkLst>
        </pc:spChg>
        <pc:spChg chg="add del mod">
          <ac:chgData name="鈴木 秀規" userId="f68c5fd9-22d5-4c0a-9833-7fb0f5135313" providerId="ADAL" clId="{B600404B-B4AC-BA48-ABCA-42DD293133BE}" dt="2020-12-02T04:27:55.213" v="2673" actId="478"/>
          <ac:spMkLst>
            <pc:docMk/>
            <pc:sldMk cId="510692425" sldId="259"/>
            <ac:spMk id="15" creationId="{ED5AD4F3-B985-664A-86AC-B10F1F90B886}"/>
          </ac:spMkLst>
        </pc:spChg>
        <pc:spChg chg="add mod">
          <ac:chgData name="鈴木 秀規" userId="f68c5fd9-22d5-4c0a-9833-7fb0f5135313" providerId="ADAL" clId="{B600404B-B4AC-BA48-ABCA-42DD293133BE}" dt="2020-12-02T04:28:23.990" v="2714" actId="20577"/>
          <ac:spMkLst>
            <pc:docMk/>
            <pc:sldMk cId="510692425" sldId="259"/>
            <ac:spMk id="16" creationId="{15D20A36-4487-7441-AAC0-662645AC7C25}"/>
          </ac:spMkLst>
        </pc:spChg>
        <pc:grpChg chg="add">
          <ac:chgData name="鈴木 秀規" userId="f68c5fd9-22d5-4c0a-9833-7fb0f5135313" providerId="ADAL" clId="{B600404B-B4AC-BA48-ABCA-42DD293133BE}" dt="2020-12-02T02:13:59.325" v="791" actId="164"/>
          <ac:grpSpMkLst>
            <pc:docMk/>
            <pc:sldMk cId="510692425" sldId="259"/>
            <ac:grpSpMk id="8" creationId="{6ADB31C3-0BE2-AE4F-A979-FDA1F14C8FD1}"/>
          </ac:grpSpMkLst>
        </pc:grpChg>
      </pc:sldChg>
      <pc:sldChg chg="addSp delSp modSp mod modClrScheme chgLayout">
        <pc:chgData name="鈴木 秀規" userId="f68c5fd9-22d5-4c0a-9833-7fb0f5135313" providerId="ADAL" clId="{B600404B-B4AC-BA48-ABCA-42DD293133BE}" dt="2020-12-02T05:50:50.043" v="6319" actId="20577"/>
        <pc:sldMkLst>
          <pc:docMk/>
          <pc:sldMk cId="1511176286" sldId="261"/>
        </pc:sldMkLst>
        <pc:spChg chg="add mod ord">
          <ac:chgData name="鈴木 秀規" userId="f68c5fd9-22d5-4c0a-9833-7fb0f5135313" providerId="ADAL" clId="{B600404B-B4AC-BA48-ABCA-42DD293133BE}" dt="2020-12-02T05:50:50.043" v="6319" actId="20577"/>
          <ac:spMkLst>
            <pc:docMk/>
            <pc:sldMk cId="1511176286" sldId="261"/>
            <ac:spMk id="3" creationId="{0B12D7F3-A5C2-B94D-B5AC-293A43E6E105}"/>
          </ac:spMkLst>
        </pc:spChg>
        <pc:spChg chg="add del mod ord">
          <ac:chgData name="鈴木 秀規" userId="f68c5fd9-22d5-4c0a-9833-7fb0f5135313" providerId="ADAL" clId="{B600404B-B4AC-BA48-ABCA-42DD293133BE}" dt="2020-12-02T04:14:35.860" v="2005" actId="478"/>
          <ac:spMkLst>
            <pc:docMk/>
            <pc:sldMk cId="1511176286" sldId="261"/>
            <ac:spMk id="4" creationId="{E852CDE0-AA4B-314A-B85C-A782B80C00D9}"/>
          </ac:spMkLst>
        </pc:spChg>
        <pc:spChg chg="mod ord">
          <ac:chgData name="鈴木 秀規" userId="f68c5fd9-22d5-4c0a-9833-7fb0f5135313" providerId="ADAL" clId="{B600404B-B4AC-BA48-ABCA-42DD293133BE}" dt="2020-12-02T04:20:15.484" v="2178" actId="6264"/>
          <ac:spMkLst>
            <pc:docMk/>
            <pc:sldMk cId="1511176286" sldId="261"/>
            <ac:spMk id="5" creationId="{A3029779-EAC3-4C79-8D54-6C50A59BB25F}"/>
          </ac:spMkLst>
        </pc:spChg>
        <pc:spChg chg="mod ord">
          <ac:chgData name="鈴木 秀規" userId="f68c5fd9-22d5-4c0a-9833-7fb0f5135313" providerId="ADAL" clId="{B600404B-B4AC-BA48-ABCA-42DD293133BE}" dt="2020-12-02T04:20:15.484" v="2178" actId="6264"/>
          <ac:spMkLst>
            <pc:docMk/>
            <pc:sldMk cId="1511176286" sldId="261"/>
            <ac:spMk id="6" creationId="{93CAF3DF-C091-49F3-9A99-6DC437D36896}"/>
          </ac:spMkLst>
        </pc:spChg>
        <pc:spChg chg="mod ord">
          <ac:chgData name="鈴木 秀規" userId="f68c5fd9-22d5-4c0a-9833-7fb0f5135313" providerId="ADAL" clId="{B600404B-B4AC-BA48-ABCA-42DD293133BE}" dt="2020-12-02T05:50:12.152" v="6260" actId="114"/>
          <ac:spMkLst>
            <pc:docMk/>
            <pc:sldMk cId="1511176286" sldId="261"/>
            <ac:spMk id="7" creationId="{26125C28-3058-490D-92C2-94CB56CB505F}"/>
          </ac:spMkLst>
        </pc:spChg>
        <pc:spChg chg="add del mod ord">
          <ac:chgData name="鈴木 秀規" userId="f68c5fd9-22d5-4c0a-9833-7fb0f5135313" providerId="ADAL" clId="{B600404B-B4AC-BA48-ABCA-42DD293133BE}" dt="2020-12-02T04:18:39.054" v="2164" actId="6264"/>
          <ac:spMkLst>
            <pc:docMk/>
            <pc:sldMk cId="1511176286" sldId="261"/>
            <ac:spMk id="9" creationId="{C3192905-400E-EF41-AE20-89458CD96150}"/>
          </ac:spMkLst>
        </pc:spChg>
        <pc:spChg chg="del mod">
          <ac:chgData name="鈴木 秀規" userId="f68c5fd9-22d5-4c0a-9833-7fb0f5135313" providerId="ADAL" clId="{B600404B-B4AC-BA48-ABCA-42DD293133BE}" dt="2020-12-02T04:08:41.396" v="1831" actId="700"/>
          <ac:spMkLst>
            <pc:docMk/>
            <pc:sldMk cId="1511176286" sldId="261"/>
            <ac:spMk id="10" creationId="{3E5F57E8-1388-43AE-8DB4-00724FCD3EB3}"/>
          </ac:spMkLst>
        </pc:spChg>
        <pc:spChg chg="add del mod">
          <ac:chgData name="鈴木 秀規" userId="f68c5fd9-22d5-4c0a-9833-7fb0f5135313" providerId="ADAL" clId="{B600404B-B4AC-BA48-ABCA-42DD293133BE}" dt="2020-12-02T04:18:39.054" v="2164" actId="6264"/>
          <ac:spMkLst>
            <pc:docMk/>
            <pc:sldMk cId="1511176286" sldId="261"/>
            <ac:spMk id="11" creationId="{F5A7CD29-DF2C-2649-8D6C-D9CD9FFF89EE}"/>
          </ac:spMkLst>
        </pc:spChg>
        <pc:spChg chg="add del mod">
          <ac:chgData name="鈴木 秀規" userId="f68c5fd9-22d5-4c0a-9833-7fb0f5135313" providerId="ADAL" clId="{B600404B-B4AC-BA48-ABCA-42DD293133BE}" dt="2020-12-02T04:18:39.054" v="2164" actId="6264"/>
          <ac:spMkLst>
            <pc:docMk/>
            <pc:sldMk cId="1511176286" sldId="261"/>
            <ac:spMk id="12" creationId="{00BB7E62-BEF6-014D-B3C4-5CD6A5EF82A6}"/>
          </ac:spMkLst>
        </pc:spChg>
        <pc:spChg chg="add del mod">
          <ac:chgData name="鈴木 秀規" userId="f68c5fd9-22d5-4c0a-9833-7fb0f5135313" providerId="ADAL" clId="{B600404B-B4AC-BA48-ABCA-42DD293133BE}" dt="2020-12-02T04:18:39.054" v="2164" actId="6264"/>
          <ac:spMkLst>
            <pc:docMk/>
            <pc:sldMk cId="1511176286" sldId="261"/>
            <ac:spMk id="13" creationId="{CC291E27-F70F-4A45-B050-7EDC3A665555}"/>
          </ac:spMkLst>
        </pc:spChg>
        <pc:spChg chg="add del mod">
          <ac:chgData name="鈴木 秀規" userId="f68c5fd9-22d5-4c0a-9833-7fb0f5135313" providerId="ADAL" clId="{B600404B-B4AC-BA48-ABCA-42DD293133BE}" dt="2020-12-02T04:18:39.054" v="2164" actId="6264"/>
          <ac:spMkLst>
            <pc:docMk/>
            <pc:sldMk cId="1511176286" sldId="261"/>
            <ac:spMk id="14" creationId="{904467C0-5C51-654B-BEBF-953CC27972D7}"/>
          </ac:spMkLst>
        </pc:spChg>
        <pc:spChg chg="add del mod ord">
          <ac:chgData name="鈴木 秀規" userId="f68c5fd9-22d5-4c0a-9833-7fb0f5135313" providerId="ADAL" clId="{B600404B-B4AC-BA48-ABCA-42DD293133BE}" dt="2020-12-02T04:18:51.543" v="2165" actId="700"/>
          <ac:spMkLst>
            <pc:docMk/>
            <pc:sldMk cId="1511176286" sldId="261"/>
            <ac:spMk id="15" creationId="{EC25E2CB-2FED-5943-9A3F-BD1999E6F085}"/>
          </ac:spMkLst>
        </pc:spChg>
        <pc:spChg chg="add mod">
          <ac:chgData name="鈴木 秀規" userId="f68c5fd9-22d5-4c0a-9833-7fb0f5135313" providerId="ADAL" clId="{B600404B-B4AC-BA48-ABCA-42DD293133BE}" dt="2020-12-02T04:20:06.076" v="2176" actId="242"/>
          <ac:spMkLst>
            <pc:docMk/>
            <pc:sldMk cId="1511176286" sldId="261"/>
            <ac:spMk id="16" creationId="{3D3083A4-EDBD-F44F-B749-8C32843AE7E8}"/>
          </ac:spMkLst>
        </pc:spChg>
        <pc:spChg chg="add del mod">
          <ac:chgData name="鈴木 秀規" userId="f68c5fd9-22d5-4c0a-9833-7fb0f5135313" providerId="ADAL" clId="{B600404B-B4AC-BA48-ABCA-42DD293133BE}" dt="2020-12-02T04:20:15.484" v="2178" actId="6264"/>
          <ac:spMkLst>
            <pc:docMk/>
            <pc:sldMk cId="1511176286" sldId="261"/>
            <ac:spMk id="17" creationId="{B7EEAD20-B52E-C84D-BA41-A4B13D35618D}"/>
          </ac:spMkLst>
        </pc:spChg>
        <pc:spChg chg="add del mod">
          <ac:chgData name="鈴木 秀規" userId="f68c5fd9-22d5-4c0a-9833-7fb0f5135313" providerId="ADAL" clId="{B600404B-B4AC-BA48-ABCA-42DD293133BE}" dt="2020-12-02T04:20:15.484" v="2178" actId="6264"/>
          <ac:spMkLst>
            <pc:docMk/>
            <pc:sldMk cId="1511176286" sldId="261"/>
            <ac:spMk id="18" creationId="{40B8B8CE-4432-2546-8F34-537F5F02040C}"/>
          </ac:spMkLst>
        </pc:spChg>
        <pc:spChg chg="add del mod">
          <ac:chgData name="鈴木 秀規" userId="f68c5fd9-22d5-4c0a-9833-7fb0f5135313" providerId="ADAL" clId="{B600404B-B4AC-BA48-ABCA-42DD293133BE}" dt="2020-12-02T04:20:15.484" v="2178" actId="6264"/>
          <ac:spMkLst>
            <pc:docMk/>
            <pc:sldMk cId="1511176286" sldId="261"/>
            <ac:spMk id="19" creationId="{43D5AFBE-3129-1040-8963-822EAB0C5BD8}"/>
          </ac:spMkLst>
        </pc:spChg>
        <pc:spChg chg="add del mod">
          <ac:chgData name="鈴木 秀規" userId="f68c5fd9-22d5-4c0a-9833-7fb0f5135313" providerId="ADAL" clId="{B600404B-B4AC-BA48-ABCA-42DD293133BE}" dt="2020-12-02T04:20:15.484" v="2178" actId="6264"/>
          <ac:spMkLst>
            <pc:docMk/>
            <pc:sldMk cId="1511176286" sldId="261"/>
            <ac:spMk id="20" creationId="{2F0831C7-3517-C74B-BAB4-5369133A2678}"/>
          </ac:spMkLst>
        </pc:spChg>
        <pc:graphicFrameChg chg="add del mod modGraphic">
          <ac:chgData name="鈴木 秀規" userId="f68c5fd9-22d5-4c0a-9833-7fb0f5135313" providerId="ADAL" clId="{B600404B-B4AC-BA48-ABCA-42DD293133BE}" dt="2020-12-02T04:13:51.067" v="1969" actId="478"/>
          <ac:graphicFrameMkLst>
            <pc:docMk/>
            <pc:sldMk cId="1511176286" sldId="261"/>
            <ac:graphicFrameMk id="2" creationId="{498EC15B-77CB-D94B-ABA0-F0F409B243C6}"/>
          </ac:graphicFrameMkLst>
        </pc:graphicFrameChg>
        <pc:graphicFrameChg chg="add mod modGraphic">
          <ac:chgData name="鈴木 秀規" userId="f68c5fd9-22d5-4c0a-9833-7fb0f5135313" providerId="ADAL" clId="{B600404B-B4AC-BA48-ABCA-42DD293133BE}" dt="2020-12-02T04:42:16.648" v="3412" actId="20577"/>
          <ac:graphicFrameMkLst>
            <pc:docMk/>
            <pc:sldMk cId="1511176286" sldId="261"/>
            <ac:graphicFrameMk id="8" creationId="{2E59ED26-9DC1-6D41-B485-712238FCF173}"/>
          </ac:graphicFrameMkLst>
        </pc:graphicFrameChg>
      </pc:sldChg>
      <pc:sldChg chg="del">
        <pc:chgData name="鈴木 秀規" userId="f68c5fd9-22d5-4c0a-9833-7fb0f5135313" providerId="ADAL" clId="{B600404B-B4AC-BA48-ABCA-42DD293133BE}" dt="2020-12-02T04:27:42.306" v="2672" actId="2696"/>
        <pc:sldMkLst>
          <pc:docMk/>
          <pc:sldMk cId="1713214288" sldId="262"/>
        </pc:sldMkLst>
      </pc:sldChg>
      <pc:sldChg chg="del">
        <pc:chgData name="鈴木 秀規" userId="f68c5fd9-22d5-4c0a-9833-7fb0f5135313" providerId="ADAL" clId="{B600404B-B4AC-BA48-ABCA-42DD293133BE}" dt="2020-12-02T04:27:42.306" v="2672" actId="2696"/>
        <pc:sldMkLst>
          <pc:docMk/>
          <pc:sldMk cId="254834012" sldId="263"/>
        </pc:sldMkLst>
      </pc:sldChg>
      <pc:sldChg chg="del">
        <pc:chgData name="鈴木 秀規" userId="f68c5fd9-22d5-4c0a-9833-7fb0f5135313" providerId="ADAL" clId="{B600404B-B4AC-BA48-ABCA-42DD293133BE}" dt="2020-12-02T04:27:42.306" v="2672" actId="2696"/>
        <pc:sldMkLst>
          <pc:docMk/>
          <pc:sldMk cId="1099120957" sldId="264"/>
        </pc:sldMkLst>
      </pc:sldChg>
      <pc:sldChg chg="del">
        <pc:chgData name="鈴木 秀規" userId="f68c5fd9-22d5-4c0a-9833-7fb0f5135313" providerId="ADAL" clId="{B600404B-B4AC-BA48-ABCA-42DD293133BE}" dt="2020-12-02T04:27:42.306" v="2672" actId="2696"/>
        <pc:sldMkLst>
          <pc:docMk/>
          <pc:sldMk cId="1314233390" sldId="265"/>
        </pc:sldMkLst>
      </pc:sldChg>
      <pc:sldChg chg="del">
        <pc:chgData name="鈴木 秀規" userId="f68c5fd9-22d5-4c0a-9833-7fb0f5135313" providerId="ADAL" clId="{B600404B-B4AC-BA48-ABCA-42DD293133BE}" dt="2020-12-02T04:27:42.306" v="2672" actId="2696"/>
        <pc:sldMkLst>
          <pc:docMk/>
          <pc:sldMk cId="1172273642" sldId="266"/>
        </pc:sldMkLst>
      </pc:sldChg>
      <pc:sldChg chg="del">
        <pc:chgData name="鈴木 秀規" userId="f68c5fd9-22d5-4c0a-9833-7fb0f5135313" providerId="ADAL" clId="{B600404B-B4AC-BA48-ABCA-42DD293133BE}" dt="2020-12-02T04:27:42.306" v="2672" actId="2696"/>
        <pc:sldMkLst>
          <pc:docMk/>
          <pc:sldMk cId="3121341803" sldId="268"/>
        </pc:sldMkLst>
      </pc:sldChg>
      <pc:sldChg chg="del">
        <pc:chgData name="鈴木 秀規" userId="f68c5fd9-22d5-4c0a-9833-7fb0f5135313" providerId="ADAL" clId="{B600404B-B4AC-BA48-ABCA-42DD293133BE}" dt="2020-12-02T04:27:42.306" v="2672" actId="2696"/>
        <pc:sldMkLst>
          <pc:docMk/>
          <pc:sldMk cId="3266701290" sldId="270"/>
        </pc:sldMkLst>
      </pc:sldChg>
      <pc:sldChg chg="del">
        <pc:chgData name="鈴木 秀規" userId="f68c5fd9-22d5-4c0a-9833-7fb0f5135313" providerId="ADAL" clId="{B600404B-B4AC-BA48-ABCA-42DD293133BE}" dt="2020-12-02T04:27:42.306" v="2672" actId="2696"/>
        <pc:sldMkLst>
          <pc:docMk/>
          <pc:sldMk cId="3345440256" sldId="271"/>
        </pc:sldMkLst>
      </pc:sldChg>
      <pc:sldChg chg="del">
        <pc:chgData name="鈴木 秀規" userId="f68c5fd9-22d5-4c0a-9833-7fb0f5135313" providerId="ADAL" clId="{B600404B-B4AC-BA48-ABCA-42DD293133BE}" dt="2020-12-02T04:27:42.306" v="2672" actId="2696"/>
        <pc:sldMkLst>
          <pc:docMk/>
          <pc:sldMk cId="1062431507" sldId="272"/>
        </pc:sldMkLst>
      </pc:sldChg>
      <pc:sldChg chg="del">
        <pc:chgData name="鈴木 秀規" userId="f68c5fd9-22d5-4c0a-9833-7fb0f5135313" providerId="ADAL" clId="{B600404B-B4AC-BA48-ABCA-42DD293133BE}" dt="2020-12-02T04:27:42.306" v="2672" actId="2696"/>
        <pc:sldMkLst>
          <pc:docMk/>
          <pc:sldMk cId="321865084" sldId="274"/>
        </pc:sldMkLst>
      </pc:sldChg>
      <pc:sldChg chg="del">
        <pc:chgData name="鈴木 秀規" userId="f68c5fd9-22d5-4c0a-9833-7fb0f5135313" providerId="ADAL" clId="{B600404B-B4AC-BA48-ABCA-42DD293133BE}" dt="2020-12-02T04:27:42.306" v="2672" actId="2696"/>
        <pc:sldMkLst>
          <pc:docMk/>
          <pc:sldMk cId="1750612290" sldId="275"/>
        </pc:sldMkLst>
      </pc:sldChg>
      <pc:sldChg chg="del">
        <pc:chgData name="鈴木 秀規" userId="f68c5fd9-22d5-4c0a-9833-7fb0f5135313" providerId="ADAL" clId="{B600404B-B4AC-BA48-ABCA-42DD293133BE}" dt="2020-12-02T04:27:42.306" v="2672" actId="2696"/>
        <pc:sldMkLst>
          <pc:docMk/>
          <pc:sldMk cId="2863491344" sldId="276"/>
        </pc:sldMkLst>
      </pc:sldChg>
      <pc:sldChg chg="modSp del mod">
        <pc:chgData name="鈴木 秀規" userId="f68c5fd9-22d5-4c0a-9833-7fb0f5135313" providerId="ADAL" clId="{B600404B-B4AC-BA48-ABCA-42DD293133BE}" dt="2020-12-02T01:48:28.078" v="628" actId="2696"/>
        <pc:sldMkLst>
          <pc:docMk/>
          <pc:sldMk cId="1678292941" sldId="359"/>
        </pc:sldMkLst>
        <pc:spChg chg="mod">
          <ac:chgData name="鈴木 秀規" userId="f68c5fd9-22d5-4c0a-9833-7fb0f5135313" providerId="ADAL" clId="{B600404B-B4AC-BA48-ABCA-42DD293133BE}" dt="2020-12-02T01:41:11.197" v="113" actId="20577"/>
          <ac:spMkLst>
            <pc:docMk/>
            <pc:sldMk cId="1678292941" sldId="359"/>
            <ac:spMk id="5" creationId="{9FB73B72-EC40-4233-BAB1-83ECFE5A4DD1}"/>
          </ac:spMkLst>
        </pc:spChg>
      </pc:sldChg>
      <pc:sldChg chg="modSp mod">
        <pc:chgData name="鈴木 秀規" userId="f68c5fd9-22d5-4c0a-9833-7fb0f5135313" providerId="ADAL" clId="{B600404B-B4AC-BA48-ABCA-42DD293133BE}" dt="2020-12-02T01:48:09.543" v="626" actId="20577"/>
        <pc:sldMkLst>
          <pc:docMk/>
          <pc:sldMk cId="1668843990" sldId="360"/>
        </pc:sldMkLst>
        <pc:spChg chg="mod">
          <ac:chgData name="鈴木 秀規" userId="f68c5fd9-22d5-4c0a-9833-7fb0f5135313" providerId="ADAL" clId="{B600404B-B4AC-BA48-ABCA-42DD293133BE}" dt="2020-12-02T01:45:44.912" v="351" actId="20577"/>
          <ac:spMkLst>
            <pc:docMk/>
            <pc:sldMk cId="1668843990" sldId="360"/>
            <ac:spMk id="6" creationId="{296F413B-E489-4470-92CF-59B185034A28}"/>
          </ac:spMkLst>
        </pc:spChg>
        <pc:spChg chg="mod">
          <ac:chgData name="鈴木 秀規" userId="f68c5fd9-22d5-4c0a-9833-7fb0f5135313" providerId="ADAL" clId="{B600404B-B4AC-BA48-ABCA-42DD293133BE}" dt="2020-12-02T01:48:09.543" v="626" actId="20577"/>
          <ac:spMkLst>
            <pc:docMk/>
            <pc:sldMk cId="1668843990" sldId="360"/>
            <ac:spMk id="9" creationId="{A4832727-EA7F-44D6-A9F2-E4AE0246960A}"/>
          </ac:spMkLst>
        </pc:spChg>
      </pc:sldChg>
      <pc:sldChg chg="modSp mod">
        <pc:chgData name="鈴木 秀規" userId="f68c5fd9-22d5-4c0a-9833-7fb0f5135313" providerId="ADAL" clId="{B600404B-B4AC-BA48-ABCA-42DD293133BE}" dt="2020-12-02T01:48:17.333" v="627" actId="5793"/>
        <pc:sldMkLst>
          <pc:docMk/>
          <pc:sldMk cId="267129399" sldId="361"/>
        </pc:sldMkLst>
        <pc:spChg chg="mod">
          <ac:chgData name="鈴木 秀規" userId="f68c5fd9-22d5-4c0a-9833-7fb0f5135313" providerId="ADAL" clId="{B600404B-B4AC-BA48-ABCA-42DD293133BE}" dt="2020-12-02T01:45:36.756" v="348" actId="20577"/>
          <ac:spMkLst>
            <pc:docMk/>
            <pc:sldMk cId="267129399" sldId="361"/>
            <ac:spMk id="3" creationId="{AA9BFD7B-04B5-49CD-8E91-4AC76C8C681F}"/>
          </ac:spMkLst>
        </pc:spChg>
        <pc:spChg chg="mod">
          <ac:chgData name="鈴木 秀規" userId="f68c5fd9-22d5-4c0a-9833-7fb0f5135313" providerId="ADAL" clId="{B600404B-B4AC-BA48-ABCA-42DD293133BE}" dt="2020-12-02T01:48:17.333" v="627" actId="5793"/>
          <ac:spMkLst>
            <pc:docMk/>
            <pc:sldMk cId="267129399" sldId="361"/>
            <ac:spMk id="6" creationId="{D0F3BEAC-A5EA-4EE4-95C7-0AEC1107FD29}"/>
          </ac:spMkLst>
        </pc:spChg>
      </pc:sldChg>
      <pc:sldChg chg="addSp delSp modSp new mod chgLayout">
        <pc:chgData name="鈴木 秀規" userId="f68c5fd9-22d5-4c0a-9833-7fb0f5135313" providerId="ADAL" clId="{B600404B-B4AC-BA48-ABCA-42DD293133BE}" dt="2020-12-02T05:24:56.732" v="4844" actId="14734"/>
        <pc:sldMkLst>
          <pc:docMk/>
          <pc:sldMk cId="2503862587" sldId="362"/>
        </pc:sldMkLst>
        <pc:spChg chg="mod ord">
          <ac:chgData name="鈴木 秀規" userId="f68c5fd9-22d5-4c0a-9833-7fb0f5135313" providerId="ADAL" clId="{B600404B-B4AC-BA48-ABCA-42DD293133BE}" dt="2020-12-02T04:33:42.301" v="2887" actId="700"/>
          <ac:spMkLst>
            <pc:docMk/>
            <pc:sldMk cId="2503862587" sldId="362"/>
            <ac:spMk id="2" creationId="{6E4694B3-F66C-2C42-ABF3-667F907DA0DD}"/>
          </ac:spMkLst>
        </pc:spChg>
        <pc:spChg chg="mod ord">
          <ac:chgData name="鈴木 秀規" userId="f68c5fd9-22d5-4c0a-9833-7fb0f5135313" providerId="ADAL" clId="{B600404B-B4AC-BA48-ABCA-42DD293133BE}" dt="2020-12-02T05:09:53.477" v="4274" actId="20577"/>
          <ac:spMkLst>
            <pc:docMk/>
            <pc:sldMk cId="2503862587" sldId="362"/>
            <ac:spMk id="3" creationId="{0AA7DF0E-6130-4E46-AE0F-FC0B82015E51}"/>
          </ac:spMkLst>
        </pc:spChg>
        <pc:spChg chg="mod ord">
          <ac:chgData name="鈴木 秀規" userId="f68c5fd9-22d5-4c0a-9833-7fb0f5135313" providerId="ADAL" clId="{B600404B-B4AC-BA48-ABCA-42DD293133BE}" dt="2020-12-02T04:33:42.301" v="2887" actId="700"/>
          <ac:spMkLst>
            <pc:docMk/>
            <pc:sldMk cId="2503862587" sldId="362"/>
            <ac:spMk id="4" creationId="{D9FB1868-09BC-2B48-A261-614253F308F0}"/>
          </ac:spMkLst>
        </pc:spChg>
        <pc:spChg chg="del">
          <ac:chgData name="鈴木 秀規" userId="f68c5fd9-22d5-4c0a-9833-7fb0f5135313" providerId="ADAL" clId="{B600404B-B4AC-BA48-ABCA-42DD293133BE}" dt="2020-12-02T04:33:42.301" v="2887" actId="700"/>
          <ac:spMkLst>
            <pc:docMk/>
            <pc:sldMk cId="2503862587" sldId="362"/>
            <ac:spMk id="5" creationId="{EC071710-D4A1-D947-8F95-B8885D252A75}"/>
          </ac:spMkLst>
        </pc:spChg>
        <pc:spChg chg="add mod ord">
          <ac:chgData name="鈴木 秀規" userId="f68c5fd9-22d5-4c0a-9833-7fb0f5135313" providerId="ADAL" clId="{B600404B-B4AC-BA48-ABCA-42DD293133BE}" dt="2020-12-02T05:16:01.006" v="4537" actId="14100"/>
          <ac:spMkLst>
            <pc:docMk/>
            <pc:sldMk cId="2503862587" sldId="362"/>
            <ac:spMk id="6" creationId="{A4890558-85D0-1F40-B0C3-667A893B0352}"/>
          </ac:spMkLst>
        </pc:spChg>
        <pc:graphicFrameChg chg="add mod modGraphic">
          <ac:chgData name="鈴木 秀規" userId="f68c5fd9-22d5-4c0a-9833-7fb0f5135313" providerId="ADAL" clId="{B600404B-B4AC-BA48-ABCA-42DD293133BE}" dt="2020-12-02T05:24:56.732" v="4844" actId="14734"/>
          <ac:graphicFrameMkLst>
            <pc:docMk/>
            <pc:sldMk cId="2503862587" sldId="362"/>
            <ac:graphicFrameMk id="7" creationId="{4A74ACCC-FCC6-6B42-8E3E-348AE8E67A5C}"/>
          </ac:graphicFrameMkLst>
        </pc:graphicFrameChg>
      </pc:sldChg>
      <pc:sldChg chg="delSp modSp add mod ord">
        <pc:chgData name="鈴木 秀規" userId="f68c5fd9-22d5-4c0a-9833-7fb0f5135313" providerId="ADAL" clId="{B600404B-B4AC-BA48-ABCA-42DD293133BE}" dt="2020-12-02T05:51:40.506" v="6349" actId="114"/>
        <pc:sldMkLst>
          <pc:docMk/>
          <pc:sldMk cId="4089106883" sldId="363"/>
        </pc:sldMkLst>
        <pc:spChg chg="mod">
          <ac:chgData name="鈴木 秀規" userId="f68c5fd9-22d5-4c0a-9833-7fb0f5135313" providerId="ADAL" clId="{B600404B-B4AC-BA48-ABCA-42DD293133BE}" dt="2020-12-02T04:53:21.389" v="4074" actId="14100"/>
          <ac:spMkLst>
            <pc:docMk/>
            <pc:sldMk cId="4089106883" sldId="363"/>
            <ac:spMk id="2" creationId="{DC201A77-6CED-B64F-B3B1-47082D385545}"/>
          </ac:spMkLst>
        </pc:spChg>
        <pc:spChg chg="mod">
          <ac:chgData name="鈴木 秀規" userId="f68c5fd9-22d5-4c0a-9833-7fb0f5135313" providerId="ADAL" clId="{B600404B-B4AC-BA48-ABCA-42DD293133BE}" dt="2020-12-02T05:51:40.506" v="6349" actId="114"/>
          <ac:spMkLst>
            <pc:docMk/>
            <pc:sldMk cId="4089106883" sldId="363"/>
            <ac:spMk id="7" creationId="{26125C28-3058-490D-92C2-94CB56CB505F}"/>
          </ac:spMkLst>
        </pc:spChg>
        <pc:spChg chg="mod">
          <ac:chgData name="鈴木 秀規" userId="f68c5fd9-22d5-4c0a-9833-7fb0f5135313" providerId="ADAL" clId="{B600404B-B4AC-BA48-ABCA-42DD293133BE}" dt="2020-12-02T04:53:17.495" v="4073" actId="14100"/>
          <ac:spMkLst>
            <pc:docMk/>
            <pc:sldMk cId="4089106883" sldId="363"/>
            <ac:spMk id="9" creationId="{14E1B7D8-B324-1D47-BB93-2B20562C44B8}"/>
          </ac:spMkLst>
        </pc:spChg>
        <pc:spChg chg="mod">
          <ac:chgData name="鈴木 秀規" userId="f68c5fd9-22d5-4c0a-9833-7fb0f5135313" providerId="ADAL" clId="{B600404B-B4AC-BA48-ABCA-42DD293133BE}" dt="2020-12-02T05:26:43.906" v="5049" actId="20577"/>
          <ac:spMkLst>
            <pc:docMk/>
            <pc:sldMk cId="4089106883" sldId="363"/>
            <ac:spMk id="10" creationId="{3E5F57E8-1388-43AE-8DB4-00724FCD3EB3}"/>
          </ac:spMkLst>
        </pc:spChg>
        <pc:spChg chg="del">
          <ac:chgData name="鈴木 秀規" userId="f68c5fd9-22d5-4c0a-9833-7fb0f5135313" providerId="ADAL" clId="{B600404B-B4AC-BA48-ABCA-42DD293133BE}" dt="2020-12-02T04:39:08.472" v="3216" actId="478"/>
          <ac:spMkLst>
            <pc:docMk/>
            <pc:sldMk cId="4089106883" sldId="363"/>
            <ac:spMk id="16" creationId="{15D20A36-4487-7441-AAC0-662645AC7C25}"/>
          </ac:spMkLst>
        </pc:spChg>
      </pc:sldChg>
      <pc:sldChg chg="modSp new mod">
        <pc:chgData name="鈴木 秀規" userId="f68c5fd9-22d5-4c0a-9833-7fb0f5135313" providerId="ADAL" clId="{B600404B-B4AC-BA48-ABCA-42DD293133BE}" dt="2020-12-02T07:35:57.521" v="8283" actId="20577"/>
        <pc:sldMkLst>
          <pc:docMk/>
          <pc:sldMk cId="3893490019" sldId="364"/>
        </pc:sldMkLst>
        <pc:spChg chg="mod">
          <ac:chgData name="鈴木 秀規" userId="f68c5fd9-22d5-4c0a-9833-7fb0f5135313" providerId="ADAL" clId="{B600404B-B4AC-BA48-ABCA-42DD293133BE}" dt="2020-12-02T05:28:00.095" v="5105" actId="20577"/>
          <ac:spMkLst>
            <pc:docMk/>
            <pc:sldMk cId="3893490019" sldId="364"/>
            <ac:spMk id="3" creationId="{3A3F26A6-F565-3340-BD2E-EB9E7892240E}"/>
          </ac:spMkLst>
        </pc:spChg>
        <pc:spChg chg="mod">
          <ac:chgData name="鈴木 秀規" userId="f68c5fd9-22d5-4c0a-9833-7fb0f5135313" providerId="ADAL" clId="{B600404B-B4AC-BA48-ABCA-42DD293133BE}" dt="2020-12-02T07:35:57.521" v="8283" actId="20577"/>
          <ac:spMkLst>
            <pc:docMk/>
            <pc:sldMk cId="3893490019" sldId="364"/>
            <ac:spMk id="5" creationId="{2BB4C47D-B980-1C4B-8248-0869FD55EB3D}"/>
          </ac:spMkLst>
        </pc:spChg>
      </pc:sldChg>
      <pc:sldChg chg="addSp delSp modSp new mod modClrScheme chgLayout">
        <pc:chgData name="鈴木 秀規" userId="f68c5fd9-22d5-4c0a-9833-7fb0f5135313" providerId="ADAL" clId="{B600404B-B4AC-BA48-ABCA-42DD293133BE}" dt="2020-12-02T08:01:23.432" v="9334" actId="12385"/>
        <pc:sldMkLst>
          <pc:docMk/>
          <pc:sldMk cId="2559106598" sldId="365"/>
        </pc:sldMkLst>
        <pc:spChg chg="mod ord">
          <ac:chgData name="鈴木 秀規" userId="f68c5fd9-22d5-4c0a-9833-7fb0f5135313" providerId="ADAL" clId="{B600404B-B4AC-BA48-ABCA-42DD293133BE}" dt="2020-12-02T05:49:05.916" v="6232" actId="700"/>
          <ac:spMkLst>
            <pc:docMk/>
            <pc:sldMk cId="2559106598" sldId="365"/>
            <ac:spMk id="2" creationId="{78E72CC0-84D7-F940-8547-5CD32644186A}"/>
          </ac:spMkLst>
        </pc:spChg>
        <pc:spChg chg="mod ord">
          <ac:chgData name="鈴木 秀規" userId="f68c5fd9-22d5-4c0a-9833-7fb0f5135313" providerId="ADAL" clId="{B600404B-B4AC-BA48-ABCA-42DD293133BE}" dt="2020-12-02T05:49:05.916" v="6232" actId="700"/>
          <ac:spMkLst>
            <pc:docMk/>
            <pc:sldMk cId="2559106598" sldId="365"/>
            <ac:spMk id="3" creationId="{570D767C-529D-1D4C-9BD6-2E3AAE679914}"/>
          </ac:spMkLst>
        </pc:spChg>
        <pc:spChg chg="mod ord">
          <ac:chgData name="鈴木 秀規" userId="f68c5fd9-22d5-4c0a-9833-7fb0f5135313" providerId="ADAL" clId="{B600404B-B4AC-BA48-ABCA-42DD293133BE}" dt="2020-12-02T05:49:05.916" v="6232" actId="700"/>
          <ac:spMkLst>
            <pc:docMk/>
            <pc:sldMk cId="2559106598" sldId="365"/>
            <ac:spMk id="4" creationId="{5C76D554-1D05-0D47-95D6-B29E81E5EAFC}"/>
          </ac:spMkLst>
        </pc:spChg>
        <pc:spChg chg="del">
          <ac:chgData name="鈴木 秀規" userId="f68c5fd9-22d5-4c0a-9833-7fb0f5135313" providerId="ADAL" clId="{B600404B-B4AC-BA48-ABCA-42DD293133BE}" dt="2020-12-02T05:49:05.916" v="6232" actId="700"/>
          <ac:spMkLst>
            <pc:docMk/>
            <pc:sldMk cId="2559106598" sldId="365"/>
            <ac:spMk id="5" creationId="{98336345-77D1-E74E-B614-58C5A3FC2AFC}"/>
          </ac:spMkLst>
        </pc:spChg>
        <pc:graphicFrameChg chg="add mod modGraphic">
          <ac:chgData name="鈴木 秀規" userId="f68c5fd9-22d5-4c0a-9833-7fb0f5135313" providerId="ADAL" clId="{B600404B-B4AC-BA48-ABCA-42DD293133BE}" dt="2020-12-02T08:01:23.432" v="9334" actId="12385"/>
          <ac:graphicFrameMkLst>
            <pc:docMk/>
            <pc:sldMk cId="2559106598" sldId="365"/>
            <ac:graphicFrameMk id="6" creationId="{A5C776C1-5736-6E41-AFE0-D7FC9EBFA87B}"/>
          </ac:graphicFrameMkLst>
        </pc:graphicFrameChg>
      </pc:sldChg>
      <pc:sldChg chg="modSp new del mod">
        <pc:chgData name="鈴木 秀規" userId="f68c5fd9-22d5-4c0a-9833-7fb0f5135313" providerId="ADAL" clId="{B600404B-B4AC-BA48-ABCA-42DD293133BE}" dt="2020-12-02T07:34:48.074" v="8254" actId="2696"/>
        <pc:sldMkLst>
          <pc:docMk/>
          <pc:sldMk cId="671293941" sldId="366"/>
        </pc:sldMkLst>
        <pc:spChg chg="mod">
          <ac:chgData name="鈴木 秀規" userId="f68c5fd9-22d5-4c0a-9833-7fb0f5135313" providerId="ADAL" clId="{B600404B-B4AC-BA48-ABCA-42DD293133BE}" dt="2020-12-02T06:02:14.509" v="6889" actId="20577"/>
          <ac:spMkLst>
            <pc:docMk/>
            <pc:sldMk cId="671293941" sldId="366"/>
            <ac:spMk id="3" creationId="{32F6F70D-4A22-6441-9F95-1F3D498CB74F}"/>
          </ac:spMkLst>
        </pc:spChg>
        <pc:spChg chg="mod">
          <ac:chgData name="鈴木 秀規" userId="f68c5fd9-22d5-4c0a-9833-7fb0f5135313" providerId="ADAL" clId="{B600404B-B4AC-BA48-ABCA-42DD293133BE}" dt="2020-12-02T06:05:46.880" v="6905" actId="20577"/>
          <ac:spMkLst>
            <pc:docMk/>
            <pc:sldMk cId="671293941" sldId="366"/>
            <ac:spMk id="5" creationId="{A0D45762-B465-394B-8671-1944E65D97C7}"/>
          </ac:spMkLst>
        </pc:spChg>
      </pc:sldChg>
      <pc:sldChg chg="modSp add mod ord">
        <pc:chgData name="鈴木 秀規" userId="f68c5fd9-22d5-4c0a-9833-7fb0f5135313" providerId="ADAL" clId="{B600404B-B4AC-BA48-ABCA-42DD293133BE}" dt="2020-12-02T07:38:38.710" v="8518" actId="20577"/>
        <pc:sldMkLst>
          <pc:docMk/>
          <pc:sldMk cId="15529201" sldId="367"/>
        </pc:sldMkLst>
        <pc:spChg chg="mod">
          <ac:chgData name="鈴木 秀規" userId="f68c5fd9-22d5-4c0a-9833-7fb0f5135313" providerId="ADAL" clId="{B600404B-B4AC-BA48-ABCA-42DD293133BE}" dt="2020-12-02T06:11:15.049" v="7173" actId="14100"/>
          <ac:spMkLst>
            <pc:docMk/>
            <pc:sldMk cId="15529201" sldId="367"/>
            <ac:spMk id="2" creationId="{DC201A77-6CED-B64F-B3B1-47082D385545}"/>
          </ac:spMkLst>
        </pc:spChg>
        <pc:spChg chg="mod">
          <ac:chgData name="鈴木 秀規" userId="f68c5fd9-22d5-4c0a-9833-7fb0f5135313" providerId="ADAL" clId="{B600404B-B4AC-BA48-ABCA-42DD293133BE}" dt="2020-12-02T06:14:22.528" v="7407" actId="20577"/>
          <ac:spMkLst>
            <pc:docMk/>
            <pc:sldMk cId="15529201" sldId="367"/>
            <ac:spMk id="7" creationId="{26125C28-3058-490D-92C2-94CB56CB505F}"/>
          </ac:spMkLst>
        </pc:spChg>
        <pc:spChg chg="mod">
          <ac:chgData name="鈴木 秀規" userId="f68c5fd9-22d5-4c0a-9833-7fb0f5135313" providerId="ADAL" clId="{B600404B-B4AC-BA48-ABCA-42DD293133BE}" dt="2020-12-02T06:13:07.833" v="7308" actId="20577"/>
          <ac:spMkLst>
            <pc:docMk/>
            <pc:sldMk cId="15529201" sldId="367"/>
            <ac:spMk id="9" creationId="{14E1B7D8-B324-1D47-BB93-2B20562C44B8}"/>
          </ac:spMkLst>
        </pc:spChg>
        <pc:spChg chg="mod">
          <ac:chgData name="鈴木 秀規" userId="f68c5fd9-22d5-4c0a-9833-7fb0f5135313" providerId="ADAL" clId="{B600404B-B4AC-BA48-ABCA-42DD293133BE}" dt="2020-12-02T07:38:38.710" v="8518" actId="20577"/>
          <ac:spMkLst>
            <pc:docMk/>
            <pc:sldMk cId="15529201" sldId="367"/>
            <ac:spMk id="10" creationId="{3E5F57E8-1388-43AE-8DB4-00724FCD3EB3}"/>
          </ac:spMkLst>
        </pc:spChg>
      </pc:sldChg>
      <pc:sldChg chg="modSp add mod">
        <pc:chgData name="鈴木 秀規" userId="f68c5fd9-22d5-4c0a-9833-7fb0f5135313" providerId="ADAL" clId="{B600404B-B4AC-BA48-ABCA-42DD293133BE}" dt="2020-12-02T08:19:39.228" v="9351" actId="6549"/>
        <pc:sldMkLst>
          <pc:docMk/>
          <pc:sldMk cId="1431651866" sldId="368"/>
        </pc:sldMkLst>
        <pc:spChg chg="mod">
          <ac:chgData name="鈴木 秀規" userId="f68c5fd9-22d5-4c0a-9833-7fb0f5135313" providerId="ADAL" clId="{B600404B-B4AC-BA48-ABCA-42DD293133BE}" dt="2020-12-02T08:01:57.843" v="9350" actId="20577"/>
          <ac:spMkLst>
            <pc:docMk/>
            <pc:sldMk cId="1431651866" sldId="368"/>
            <ac:spMk id="3" creationId="{570D767C-529D-1D4C-9BD6-2E3AAE679914}"/>
          </ac:spMkLst>
        </pc:spChg>
        <pc:graphicFrameChg chg="modGraphic">
          <ac:chgData name="鈴木 秀規" userId="f68c5fd9-22d5-4c0a-9833-7fb0f5135313" providerId="ADAL" clId="{B600404B-B4AC-BA48-ABCA-42DD293133BE}" dt="2020-12-02T08:19:39.228" v="9351" actId="6549"/>
          <ac:graphicFrameMkLst>
            <pc:docMk/>
            <pc:sldMk cId="1431651866" sldId="368"/>
            <ac:graphicFrameMk id="6" creationId="{A5C776C1-5736-6E41-AFE0-D7FC9EBFA87B}"/>
          </ac:graphicFrameMkLst>
        </pc:graphicFrameChg>
      </pc:sldChg>
      <pc:sldMasterChg chg="delSldLayout">
        <pc:chgData name="鈴木 秀規" userId="f68c5fd9-22d5-4c0a-9833-7fb0f5135313" providerId="ADAL" clId="{B600404B-B4AC-BA48-ABCA-42DD293133BE}" dt="2020-12-02T04:27:42.306" v="2672" actId="2696"/>
        <pc:sldMasterMkLst>
          <pc:docMk/>
          <pc:sldMasterMk cId="435389543" sldId="2147483658"/>
        </pc:sldMasterMkLst>
        <pc:sldLayoutChg chg="del">
          <pc:chgData name="鈴木 秀規" userId="f68c5fd9-22d5-4c0a-9833-7fb0f5135313" providerId="ADAL" clId="{B600404B-B4AC-BA48-ABCA-42DD293133BE}" dt="2020-12-02T04:27:42.306" v="2672" actId="2696"/>
          <pc:sldLayoutMkLst>
            <pc:docMk/>
            <pc:sldMasterMk cId="435389543" sldId="2147483658"/>
            <pc:sldLayoutMk cId="2862377429" sldId="2147483665"/>
          </pc:sldLayoutMkLst>
        </pc:sldLayoutChg>
      </pc:sldMasterChg>
    </pc:docChg>
  </pc:docChgLst>
  <pc:docChgLst>
    <pc:chgData name="稔章 今野" userId="9659808f-245f-46a7-991e-983cdf43b7a2" providerId="ADAL" clId="{53EA24E9-C531-4F95-A2DD-2C8A8F30A5A7}"/>
    <pc:docChg chg="addSld modSld">
      <pc:chgData name="稔章 今野" userId="9659808f-245f-46a7-991e-983cdf43b7a2" providerId="ADAL" clId="{53EA24E9-C531-4F95-A2DD-2C8A8F30A5A7}" dt="2021-12-23T04:52:39.703" v="35" actId="680"/>
      <pc:docMkLst>
        <pc:docMk/>
      </pc:docMkLst>
      <pc:sldChg chg="modSp mod">
        <pc:chgData name="稔章 今野" userId="9659808f-245f-46a7-991e-983cdf43b7a2" providerId="ADAL" clId="{53EA24E9-C531-4F95-A2DD-2C8A8F30A5A7}" dt="2021-12-23T04:52:12.989" v="26" actId="207"/>
        <pc:sldMkLst>
          <pc:docMk/>
          <pc:sldMk cId="1989164865" sldId="392"/>
        </pc:sldMkLst>
        <pc:spChg chg="mod">
          <ac:chgData name="稔章 今野" userId="9659808f-245f-46a7-991e-983cdf43b7a2" providerId="ADAL" clId="{53EA24E9-C531-4F95-A2DD-2C8A8F30A5A7}" dt="2021-12-23T04:52:12.989" v="26" actId="207"/>
          <ac:spMkLst>
            <pc:docMk/>
            <pc:sldMk cId="1989164865" sldId="392"/>
            <ac:spMk id="3" creationId="{AFC2A26E-AA58-4A15-81CC-8DA57F4498D0}"/>
          </ac:spMkLst>
        </pc:spChg>
      </pc:sldChg>
      <pc:sldChg chg="modSp mod">
        <pc:chgData name="稔章 今野" userId="9659808f-245f-46a7-991e-983cdf43b7a2" providerId="ADAL" clId="{53EA24E9-C531-4F95-A2DD-2C8A8F30A5A7}" dt="2021-12-23T04:52:27.152" v="34" actId="207"/>
        <pc:sldMkLst>
          <pc:docMk/>
          <pc:sldMk cId="3817722397" sldId="393"/>
        </pc:sldMkLst>
        <pc:spChg chg="mod">
          <ac:chgData name="稔章 今野" userId="9659808f-245f-46a7-991e-983cdf43b7a2" providerId="ADAL" clId="{53EA24E9-C531-4F95-A2DD-2C8A8F30A5A7}" dt="2021-12-23T04:52:27.152" v="34" actId="207"/>
          <ac:spMkLst>
            <pc:docMk/>
            <pc:sldMk cId="3817722397" sldId="393"/>
            <ac:spMk id="3" creationId="{2F2E0FD5-2346-4DD8-8220-9BF195FC590E}"/>
          </ac:spMkLst>
        </pc:spChg>
      </pc:sldChg>
      <pc:sldChg chg="new">
        <pc:chgData name="稔章 今野" userId="9659808f-245f-46a7-991e-983cdf43b7a2" providerId="ADAL" clId="{53EA24E9-C531-4F95-A2DD-2C8A8F30A5A7}" dt="2021-12-23T04:33:57.357" v="0" actId="680"/>
        <pc:sldMkLst>
          <pc:docMk/>
          <pc:sldMk cId="2024237493" sldId="397"/>
        </pc:sldMkLst>
      </pc:sldChg>
      <pc:sldChg chg="new">
        <pc:chgData name="稔章 今野" userId="9659808f-245f-46a7-991e-983cdf43b7a2" providerId="ADAL" clId="{53EA24E9-C531-4F95-A2DD-2C8A8F30A5A7}" dt="2021-12-23T04:34:46.228" v="1" actId="680"/>
        <pc:sldMkLst>
          <pc:docMk/>
          <pc:sldMk cId="3909121211" sldId="398"/>
        </pc:sldMkLst>
      </pc:sldChg>
      <pc:sldChg chg="new">
        <pc:chgData name="稔章 今野" userId="9659808f-245f-46a7-991e-983cdf43b7a2" providerId="ADAL" clId="{53EA24E9-C531-4F95-A2DD-2C8A8F30A5A7}" dt="2021-12-23T04:38:04.183" v="2" actId="680"/>
        <pc:sldMkLst>
          <pc:docMk/>
          <pc:sldMk cId="2610545745" sldId="399"/>
        </pc:sldMkLst>
      </pc:sldChg>
      <pc:sldChg chg="new">
        <pc:chgData name="稔章 今野" userId="9659808f-245f-46a7-991e-983cdf43b7a2" providerId="ADAL" clId="{53EA24E9-C531-4F95-A2DD-2C8A8F30A5A7}" dt="2021-12-23T04:44:42.844" v="3" actId="680"/>
        <pc:sldMkLst>
          <pc:docMk/>
          <pc:sldMk cId="3922919632" sldId="400"/>
        </pc:sldMkLst>
      </pc:sldChg>
      <pc:sldChg chg="new">
        <pc:chgData name="稔章 今野" userId="9659808f-245f-46a7-991e-983cdf43b7a2" providerId="ADAL" clId="{53EA24E9-C531-4F95-A2DD-2C8A8F30A5A7}" dt="2021-12-23T04:45:07.704" v="4" actId="680"/>
        <pc:sldMkLst>
          <pc:docMk/>
          <pc:sldMk cId="1753671583" sldId="401"/>
        </pc:sldMkLst>
      </pc:sldChg>
      <pc:sldChg chg="new">
        <pc:chgData name="稔章 今野" userId="9659808f-245f-46a7-991e-983cdf43b7a2" providerId="ADAL" clId="{53EA24E9-C531-4F95-A2DD-2C8A8F30A5A7}" dt="2021-12-23T04:49:55.535" v="5" actId="680"/>
        <pc:sldMkLst>
          <pc:docMk/>
          <pc:sldMk cId="2978022412" sldId="402"/>
        </pc:sldMkLst>
      </pc:sldChg>
      <pc:sldChg chg="new">
        <pc:chgData name="稔章 今野" userId="9659808f-245f-46a7-991e-983cdf43b7a2" providerId="ADAL" clId="{53EA24E9-C531-4F95-A2DD-2C8A8F30A5A7}" dt="2021-12-23T04:50:26.775" v="6" actId="680"/>
        <pc:sldMkLst>
          <pc:docMk/>
          <pc:sldMk cId="3700634294" sldId="403"/>
        </pc:sldMkLst>
      </pc:sldChg>
      <pc:sldChg chg="new">
        <pc:chgData name="稔章 今野" userId="9659808f-245f-46a7-991e-983cdf43b7a2" providerId="ADAL" clId="{53EA24E9-C531-4F95-A2DD-2C8A8F30A5A7}" dt="2021-12-23T04:50:40.499" v="7" actId="680"/>
        <pc:sldMkLst>
          <pc:docMk/>
          <pc:sldMk cId="3842670022" sldId="404"/>
        </pc:sldMkLst>
      </pc:sldChg>
      <pc:sldChg chg="new">
        <pc:chgData name="稔章 今野" userId="9659808f-245f-46a7-991e-983cdf43b7a2" providerId="ADAL" clId="{53EA24E9-C531-4F95-A2DD-2C8A8F30A5A7}" dt="2021-12-23T04:51:05.348" v="8" actId="680"/>
        <pc:sldMkLst>
          <pc:docMk/>
          <pc:sldMk cId="933346089" sldId="405"/>
        </pc:sldMkLst>
      </pc:sldChg>
      <pc:sldChg chg="new">
        <pc:chgData name="稔章 今野" userId="9659808f-245f-46a7-991e-983cdf43b7a2" providerId="ADAL" clId="{53EA24E9-C531-4F95-A2DD-2C8A8F30A5A7}" dt="2021-12-23T04:51:24.924" v="9" actId="680"/>
        <pc:sldMkLst>
          <pc:docMk/>
          <pc:sldMk cId="4274880154" sldId="406"/>
        </pc:sldMkLst>
      </pc:sldChg>
      <pc:sldChg chg="new">
        <pc:chgData name="稔章 今野" userId="9659808f-245f-46a7-991e-983cdf43b7a2" providerId="ADAL" clId="{53EA24E9-C531-4F95-A2DD-2C8A8F30A5A7}" dt="2021-12-23T04:51:43.584" v="10" actId="680"/>
        <pc:sldMkLst>
          <pc:docMk/>
          <pc:sldMk cId="2403557122" sldId="407"/>
        </pc:sldMkLst>
      </pc:sldChg>
      <pc:sldChg chg="new">
        <pc:chgData name="稔章 今野" userId="9659808f-245f-46a7-991e-983cdf43b7a2" providerId="ADAL" clId="{53EA24E9-C531-4F95-A2DD-2C8A8F30A5A7}" dt="2021-12-23T04:52:39.703" v="35" actId="680"/>
        <pc:sldMkLst>
          <pc:docMk/>
          <pc:sldMk cId="3047209684" sldId="408"/>
        </pc:sldMkLst>
      </pc:sldChg>
    </pc:docChg>
  </pc:docChgLst>
  <pc:docChgLst>
    <pc:chgData name="営業サーバ" userId="c35045ed-c185-45de-8f58-be20a28877d8" providerId="ADAL" clId="{B3E04434-D657-424A-9B93-4152D8D55256}"/>
    <pc:docChg chg="modSld">
      <pc:chgData name="営業サーバ" userId="c35045ed-c185-45de-8f58-be20a28877d8" providerId="ADAL" clId="{B3E04434-D657-424A-9B93-4152D8D55256}" dt="2021-03-30T07:53:05.442" v="0" actId="1076"/>
      <pc:docMkLst>
        <pc:docMk/>
      </pc:docMkLst>
      <pc:sldChg chg="modSp mod">
        <pc:chgData name="営業サーバ" userId="c35045ed-c185-45de-8f58-be20a28877d8" providerId="ADAL" clId="{B3E04434-D657-424A-9B93-4152D8D55256}" dt="2021-03-30T07:53:05.442" v="0" actId="1076"/>
        <pc:sldMkLst>
          <pc:docMk/>
          <pc:sldMk cId="1083425996" sldId="366"/>
        </pc:sldMkLst>
        <pc:spChg chg="mod">
          <ac:chgData name="営業サーバ" userId="c35045ed-c185-45de-8f58-be20a28877d8" providerId="ADAL" clId="{B3E04434-D657-424A-9B93-4152D8D55256}" dt="2021-03-30T07:53:05.442" v="0" actId="1076"/>
          <ac:spMkLst>
            <pc:docMk/>
            <pc:sldMk cId="1083425996" sldId="366"/>
            <ac:spMk id="8" creationId="{DC4D2014-A7F2-4212-B21A-EF34F70F840E}"/>
          </ac:spMkLst>
        </pc:spChg>
      </pc:sldChg>
    </pc:docChg>
  </pc:docChgLst>
  <pc:docChgLst>
    <pc:chgData name="鈴木 秀規" userId="f68c5fd9-22d5-4c0a-9833-7fb0f5135313" providerId="ADAL" clId="{08638EF6-D777-4C0B-B3AC-F96EA920AE28}"/>
    <pc:docChg chg="undo custSel addSld delSld modSld">
      <pc:chgData name="鈴木 秀規" userId="f68c5fd9-22d5-4c0a-9833-7fb0f5135313" providerId="ADAL" clId="{08638EF6-D777-4C0B-B3AC-F96EA920AE28}" dt="2021-01-26T05:25:46.933" v="140" actId="14100"/>
      <pc:docMkLst>
        <pc:docMk/>
      </pc:docMkLst>
      <pc:sldChg chg="modSp mod">
        <pc:chgData name="鈴木 秀規" userId="f68c5fd9-22d5-4c0a-9833-7fb0f5135313" providerId="ADAL" clId="{08638EF6-D777-4C0B-B3AC-F96EA920AE28}" dt="2021-01-26T05:15:53.098" v="18" actId="14100"/>
        <pc:sldMkLst>
          <pc:docMk/>
          <pc:sldMk cId="0" sldId="256"/>
        </pc:sldMkLst>
        <pc:spChg chg="mod">
          <ac:chgData name="鈴木 秀規" userId="f68c5fd9-22d5-4c0a-9833-7fb0f5135313" providerId="ADAL" clId="{08638EF6-D777-4C0B-B3AC-F96EA920AE28}" dt="2021-01-26T05:15:53.098" v="18" actId="14100"/>
          <ac:spMkLst>
            <pc:docMk/>
            <pc:sldMk cId="0" sldId="256"/>
            <ac:spMk id="56" creationId="{00000000-0000-0000-0000-000000000000}"/>
          </ac:spMkLst>
        </pc:spChg>
      </pc:sldChg>
      <pc:sldChg chg="addSp delSp modSp new mod modClrScheme chgLayout">
        <pc:chgData name="鈴木 秀規" userId="f68c5fd9-22d5-4c0a-9833-7fb0f5135313" providerId="ADAL" clId="{08638EF6-D777-4C0B-B3AC-F96EA920AE28}" dt="2021-01-26T05:18:58.554" v="68" actId="20577"/>
        <pc:sldMkLst>
          <pc:docMk/>
          <pc:sldMk cId="1859091905" sldId="362"/>
        </pc:sldMkLst>
        <pc:spChg chg="del mod ord">
          <ac:chgData name="鈴木 秀規" userId="f68c5fd9-22d5-4c0a-9833-7fb0f5135313" providerId="ADAL" clId="{08638EF6-D777-4C0B-B3AC-F96EA920AE28}" dt="2021-01-26T05:16:11.335" v="21" actId="700"/>
          <ac:spMkLst>
            <pc:docMk/>
            <pc:sldMk cId="1859091905" sldId="362"/>
            <ac:spMk id="2" creationId="{4CBF5B66-7AA2-455B-BB64-AE2435551191}"/>
          </ac:spMkLst>
        </pc:spChg>
        <pc:spChg chg="del mod ord">
          <ac:chgData name="鈴木 秀規" userId="f68c5fd9-22d5-4c0a-9833-7fb0f5135313" providerId="ADAL" clId="{08638EF6-D777-4C0B-B3AC-F96EA920AE28}" dt="2021-01-26T05:16:11.335" v="21" actId="700"/>
          <ac:spMkLst>
            <pc:docMk/>
            <pc:sldMk cId="1859091905" sldId="362"/>
            <ac:spMk id="3" creationId="{1C6FA6B5-2ABF-4944-A196-C3D0F717D6DD}"/>
          </ac:spMkLst>
        </pc:spChg>
        <pc:spChg chg="mod ord">
          <ac:chgData name="鈴木 秀規" userId="f68c5fd9-22d5-4c0a-9833-7fb0f5135313" providerId="ADAL" clId="{08638EF6-D777-4C0B-B3AC-F96EA920AE28}" dt="2021-01-26T05:16:11.335" v="21" actId="700"/>
          <ac:spMkLst>
            <pc:docMk/>
            <pc:sldMk cId="1859091905" sldId="362"/>
            <ac:spMk id="4" creationId="{D6DC238B-EE56-4E60-9254-5D7461C2FECA}"/>
          </ac:spMkLst>
        </pc:spChg>
        <pc:spChg chg="mod ord">
          <ac:chgData name="鈴木 秀規" userId="f68c5fd9-22d5-4c0a-9833-7fb0f5135313" providerId="ADAL" clId="{08638EF6-D777-4C0B-B3AC-F96EA920AE28}" dt="2021-01-26T05:16:11.335" v="21" actId="700"/>
          <ac:spMkLst>
            <pc:docMk/>
            <pc:sldMk cId="1859091905" sldId="362"/>
            <ac:spMk id="5" creationId="{CAF52E47-E0BD-4CE1-8C78-272007650A0D}"/>
          </ac:spMkLst>
        </pc:spChg>
        <pc:spChg chg="del">
          <ac:chgData name="鈴木 秀規" userId="f68c5fd9-22d5-4c0a-9833-7fb0f5135313" providerId="ADAL" clId="{08638EF6-D777-4C0B-B3AC-F96EA920AE28}" dt="2021-01-26T05:16:11.335" v="21" actId="700"/>
          <ac:spMkLst>
            <pc:docMk/>
            <pc:sldMk cId="1859091905" sldId="362"/>
            <ac:spMk id="6" creationId="{79872133-46EE-42C3-B6F5-3AE94028958F}"/>
          </ac:spMkLst>
        </pc:spChg>
        <pc:spChg chg="add mod ord">
          <ac:chgData name="鈴木 秀規" userId="f68c5fd9-22d5-4c0a-9833-7fb0f5135313" providerId="ADAL" clId="{08638EF6-D777-4C0B-B3AC-F96EA920AE28}" dt="2021-01-26T05:17:31.196" v="24"/>
          <ac:spMkLst>
            <pc:docMk/>
            <pc:sldMk cId="1859091905" sldId="362"/>
            <ac:spMk id="7" creationId="{58177CF6-E256-4D88-B489-5F2EFF09AC4C}"/>
          </ac:spMkLst>
        </pc:spChg>
        <pc:spChg chg="add mod ord">
          <ac:chgData name="鈴木 秀規" userId="f68c5fd9-22d5-4c0a-9833-7fb0f5135313" providerId="ADAL" clId="{08638EF6-D777-4C0B-B3AC-F96EA920AE28}" dt="2021-01-26T05:18:58.554" v="68" actId="20577"/>
          <ac:spMkLst>
            <pc:docMk/>
            <pc:sldMk cId="1859091905" sldId="362"/>
            <ac:spMk id="8" creationId="{C57C43D1-E1C5-418D-A114-931FDA96CE3D}"/>
          </ac:spMkLst>
        </pc:spChg>
        <pc:picChg chg="add mod">
          <ac:chgData name="鈴木 秀規" userId="f68c5fd9-22d5-4c0a-9833-7fb0f5135313" providerId="ADAL" clId="{08638EF6-D777-4C0B-B3AC-F96EA920AE28}" dt="2021-01-26T05:17:56.352" v="28" actId="1076"/>
          <ac:picMkLst>
            <pc:docMk/>
            <pc:sldMk cId="1859091905" sldId="362"/>
            <ac:picMk id="9" creationId="{BA5D05B1-6F0D-4655-AFC1-495F71BCF81C}"/>
          </ac:picMkLst>
        </pc:picChg>
        <pc:picChg chg="add mod">
          <ac:chgData name="鈴木 秀規" userId="f68c5fd9-22d5-4c0a-9833-7fb0f5135313" providerId="ADAL" clId="{08638EF6-D777-4C0B-B3AC-F96EA920AE28}" dt="2021-01-26T05:17:56.352" v="28" actId="1076"/>
          <ac:picMkLst>
            <pc:docMk/>
            <pc:sldMk cId="1859091905" sldId="362"/>
            <ac:picMk id="10" creationId="{899D8770-B1F7-436F-BE7F-0F92A7770FDF}"/>
          </ac:picMkLst>
        </pc:picChg>
      </pc:sldChg>
      <pc:sldChg chg="addSp delSp modSp new mod">
        <pc:chgData name="鈴木 秀規" userId="f68c5fd9-22d5-4c0a-9833-7fb0f5135313" providerId="ADAL" clId="{08638EF6-D777-4C0B-B3AC-F96EA920AE28}" dt="2021-01-26T05:21:22.847" v="98" actId="1076"/>
        <pc:sldMkLst>
          <pc:docMk/>
          <pc:sldMk cId="2364365537" sldId="363"/>
        </pc:sldMkLst>
        <pc:spChg chg="mod">
          <ac:chgData name="鈴木 秀規" userId="f68c5fd9-22d5-4c0a-9833-7fb0f5135313" providerId="ADAL" clId="{08638EF6-D777-4C0B-B3AC-F96EA920AE28}" dt="2021-01-26T05:19:36.856" v="70"/>
          <ac:spMkLst>
            <pc:docMk/>
            <pc:sldMk cId="2364365537" sldId="363"/>
            <ac:spMk id="3" creationId="{B640D129-B6CB-4C83-B970-246D59D57573}"/>
          </ac:spMkLst>
        </pc:spChg>
        <pc:spChg chg="mod">
          <ac:chgData name="鈴木 秀規" userId="f68c5fd9-22d5-4c0a-9833-7fb0f5135313" providerId="ADAL" clId="{08638EF6-D777-4C0B-B3AC-F96EA920AE28}" dt="2021-01-26T05:19:50.758" v="73" actId="14100"/>
          <ac:spMkLst>
            <pc:docMk/>
            <pc:sldMk cId="2364365537" sldId="363"/>
            <ac:spMk id="5" creationId="{B57261C1-F514-40BE-AAF2-BA12D96EEC29}"/>
          </ac:spMkLst>
        </pc:spChg>
        <pc:spChg chg="add mod">
          <ac:chgData name="鈴木 秀規" userId="f68c5fd9-22d5-4c0a-9833-7fb0f5135313" providerId="ADAL" clId="{08638EF6-D777-4C0B-B3AC-F96EA920AE28}" dt="2021-01-26T05:20:52.991" v="88" actId="1076"/>
          <ac:spMkLst>
            <pc:docMk/>
            <pc:sldMk cId="2364365537" sldId="363"/>
            <ac:spMk id="9" creationId="{E22A0353-8EA1-4FD8-A39C-49D9187B8256}"/>
          </ac:spMkLst>
        </pc:spChg>
        <pc:picChg chg="add del mod">
          <ac:chgData name="鈴木 秀規" userId="f68c5fd9-22d5-4c0a-9833-7fb0f5135313" providerId="ADAL" clId="{08638EF6-D777-4C0B-B3AC-F96EA920AE28}" dt="2021-01-26T05:20:32.232" v="82" actId="478"/>
          <ac:picMkLst>
            <pc:docMk/>
            <pc:sldMk cId="2364365537" sldId="363"/>
            <ac:picMk id="6" creationId="{993F232B-F330-49C7-8CFF-CFCD402F49F4}"/>
          </ac:picMkLst>
        </pc:picChg>
        <pc:picChg chg="add mod">
          <ac:chgData name="鈴木 秀規" userId="f68c5fd9-22d5-4c0a-9833-7fb0f5135313" providerId="ADAL" clId="{08638EF6-D777-4C0B-B3AC-F96EA920AE28}" dt="2021-01-26T05:20:57.696" v="89" actId="14100"/>
          <ac:picMkLst>
            <pc:docMk/>
            <pc:sldMk cId="2364365537" sldId="363"/>
            <ac:picMk id="8" creationId="{763A5F80-3D1F-4918-9FDD-53A678F1CC4C}"/>
          </ac:picMkLst>
        </pc:picChg>
        <pc:picChg chg="add mod">
          <ac:chgData name="鈴木 秀規" userId="f68c5fd9-22d5-4c0a-9833-7fb0f5135313" providerId="ADAL" clId="{08638EF6-D777-4C0B-B3AC-F96EA920AE28}" dt="2021-01-26T05:21:14.092" v="94" actId="14100"/>
          <ac:picMkLst>
            <pc:docMk/>
            <pc:sldMk cId="2364365537" sldId="363"/>
            <ac:picMk id="10" creationId="{FBDEFDB1-0089-42FD-AE86-6574A2FA16DF}"/>
          </ac:picMkLst>
        </pc:picChg>
        <pc:picChg chg="add mod">
          <ac:chgData name="鈴木 秀規" userId="f68c5fd9-22d5-4c0a-9833-7fb0f5135313" providerId="ADAL" clId="{08638EF6-D777-4C0B-B3AC-F96EA920AE28}" dt="2021-01-26T05:21:22.847" v="98" actId="1076"/>
          <ac:picMkLst>
            <pc:docMk/>
            <pc:sldMk cId="2364365537" sldId="363"/>
            <ac:picMk id="11" creationId="{05719BC9-65AB-4C7B-9FC7-0A3C1B55521D}"/>
          </ac:picMkLst>
        </pc:picChg>
        <pc:picChg chg="add mod">
          <ac:chgData name="鈴木 秀規" userId="f68c5fd9-22d5-4c0a-9833-7fb0f5135313" providerId="ADAL" clId="{08638EF6-D777-4C0B-B3AC-F96EA920AE28}" dt="2021-01-26T05:21:19.192" v="96" actId="1076"/>
          <ac:picMkLst>
            <pc:docMk/>
            <pc:sldMk cId="2364365537" sldId="363"/>
            <ac:picMk id="12" creationId="{860637D5-85A1-4BFF-AD71-F43936BDB20B}"/>
          </ac:picMkLst>
        </pc:picChg>
      </pc:sldChg>
      <pc:sldChg chg="addSp modSp new mod">
        <pc:chgData name="鈴木 秀規" userId="f68c5fd9-22d5-4c0a-9833-7fb0f5135313" providerId="ADAL" clId="{08638EF6-D777-4C0B-B3AC-F96EA920AE28}" dt="2021-01-26T05:22:08.016" v="105" actId="1076"/>
        <pc:sldMkLst>
          <pc:docMk/>
          <pc:sldMk cId="2741627324" sldId="364"/>
        </pc:sldMkLst>
        <pc:spChg chg="mod">
          <ac:chgData name="鈴木 秀規" userId="f68c5fd9-22d5-4c0a-9833-7fb0f5135313" providerId="ADAL" clId="{08638EF6-D777-4C0B-B3AC-F96EA920AE28}" dt="2021-01-26T05:21:46.356" v="100"/>
          <ac:spMkLst>
            <pc:docMk/>
            <pc:sldMk cId="2741627324" sldId="364"/>
            <ac:spMk id="3" creationId="{B4DA3833-1318-40D9-AD12-6A36AD1AFCBA}"/>
          </ac:spMkLst>
        </pc:spChg>
        <pc:spChg chg="mod">
          <ac:chgData name="鈴木 秀規" userId="f68c5fd9-22d5-4c0a-9833-7fb0f5135313" providerId="ADAL" clId="{08638EF6-D777-4C0B-B3AC-F96EA920AE28}" dt="2021-01-26T05:22:03.812" v="103" actId="14100"/>
          <ac:spMkLst>
            <pc:docMk/>
            <pc:sldMk cId="2741627324" sldId="364"/>
            <ac:spMk id="5" creationId="{3EDB9DE5-251B-463B-B6D4-B3B16D2E8021}"/>
          </ac:spMkLst>
        </pc:spChg>
        <pc:picChg chg="add mod">
          <ac:chgData name="鈴木 秀規" userId="f68c5fd9-22d5-4c0a-9833-7fb0f5135313" providerId="ADAL" clId="{08638EF6-D777-4C0B-B3AC-F96EA920AE28}" dt="2021-01-26T05:22:08.016" v="105" actId="1076"/>
          <ac:picMkLst>
            <pc:docMk/>
            <pc:sldMk cId="2741627324" sldId="364"/>
            <ac:picMk id="6" creationId="{58B423EC-130A-4687-A843-790DB5B5F07B}"/>
          </ac:picMkLst>
        </pc:picChg>
      </pc:sldChg>
      <pc:sldChg chg="modSp new mod">
        <pc:chgData name="鈴木 秀規" userId="f68c5fd9-22d5-4c0a-9833-7fb0f5135313" providerId="ADAL" clId="{08638EF6-D777-4C0B-B3AC-F96EA920AE28}" dt="2021-01-26T05:23:15.844" v="115" actId="2710"/>
        <pc:sldMkLst>
          <pc:docMk/>
          <pc:sldMk cId="2463410247" sldId="365"/>
        </pc:sldMkLst>
        <pc:spChg chg="mod">
          <ac:chgData name="鈴木 秀規" userId="f68c5fd9-22d5-4c0a-9833-7fb0f5135313" providerId="ADAL" clId="{08638EF6-D777-4C0B-B3AC-F96EA920AE28}" dt="2021-01-26T05:22:27.921" v="107"/>
          <ac:spMkLst>
            <pc:docMk/>
            <pc:sldMk cId="2463410247" sldId="365"/>
            <ac:spMk id="3" creationId="{A7622962-8E8E-4B0A-B95C-5C847044E3A9}"/>
          </ac:spMkLst>
        </pc:spChg>
        <pc:spChg chg="mod">
          <ac:chgData name="鈴木 秀規" userId="f68c5fd9-22d5-4c0a-9833-7fb0f5135313" providerId="ADAL" clId="{08638EF6-D777-4C0B-B3AC-F96EA920AE28}" dt="2021-01-26T05:23:15.844" v="115" actId="2710"/>
          <ac:spMkLst>
            <pc:docMk/>
            <pc:sldMk cId="2463410247" sldId="365"/>
            <ac:spMk id="5" creationId="{D828DF36-6DEE-4664-A888-D5E7FA24C8BF}"/>
          </ac:spMkLst>
        </pc:spChg>
      </pc:sldChg>
      <pc:sldChg chg="addSp modSp new mod">
        <pc:chgData name="鈴木 秀規" userId="f68c5fd9-22d5-4c0a-9833-7fb0f5135313" providerId="ADAL" clId="{08638EF6-D777-4C0B-B3AC-F96EA920AE28}" dt="2021-01-26T05:25:46.933" v="140" actId="14100"/>
        <pc:sldMkLst>
          <pc:docMk/>
          <pc:sldMk cId="2468282938" sldId="366"/>
        </pc:sldMkLst>
        <pc:spChg chg="mod">
          <ac:chgData name="鈴木 秀規" userId="f68c5fd9-22d5-4c0a-9833-7fb0f5135313" providerId="ADAL" clId="{08638EF6-D777-4C0B-B3AC-F96EA920AE28}" dt="2021-01-26T05:23:59.930" v="117"/>
          <ac:spMkLst>
            <pc:docMk/>
            <pc:sldMk cId="2468282938" sldId="366"/>
            <ac:spMk id="3" creationId="{DCF72238-40A0-49B2-BCDA-0F4FC7B049CE}"/>
          </ac:spMkLst>
        </pc:spChg>
        <pc:spChg chg="mod">
          <ac:chgData name="鈴木 秀規" userId="f68c5fd9-22d5-4c0a-9833-7fb0f5135313" providerId="ADAL" clId="{08638EF6-D777-4C0B-B3AC-F96EA920AE28}" dt="2021-01-26T05:24:16.360" v="121" actId="14100"/>
          <ac:spMkLst>
            <pc:docMk/>
            <pc:sldMk cId="2468282938" sldId="366"/>
            <ac:spMk id="5" creationId="{74B6BD97-612C-4CA8-8A5C-7C81E7891880}"/>
          </ac:spMkLst>
        </pc:spChg>
        <pc:spChg chg="add mod">
          <ac:chgData name="鈴木 秀規" userId="f68c5fd9-22d5-4c0a-9833-7fb0f5135313" providerId="ADAL" clId="{08638EF6-D777-4C0B-B3AC-F96EA920AE28}" dt="2021-01-26T05:25:10.477" v="131" actId="1076"/>
          <ac:spMkLst>
            <pc:docMk/>
            <pc:sldMk cId="2468282938" sldId="366"/>
            <ac:spMk id="6" creationId="{71674804-97F6-4D1A-B06A-C8494D885214}"/>
          </ac:spMkLst>
        </pc:spChg>
        <pc:spChg chg="add mod">
          <ac:chgData name="鈴木 秀規" userId="f68c5fd9-22d5-4c0a-9833-7fb0f5135313" providerId="ADAL" clId="{08638EF6-D777-4C0B-B3AC-F96EA920AE28}" dt="2021-01-26T05:25:17.214" v="132" actId="571"/>
          <ac:spMkLst>
            <pc:docMk/>
            <pc:sldMk cId="2468282938" sldId="366"/>
            <ac:spMk id="7" creationId="{EAB6021F-3697-4137-B487-BDABD536A412}"/>
          </ac:spMkLst>
        </pc:spChg>
        <pc:spChg chg="add mod">
          <ac:chgData name="鈴木 秀規" userId="f68c5fd9-22d5-4c0a-9833-7fb0f5135313" providerId="ADAL" clId="{08638EF6-D777-4C0B-B3AC-F96EA920AE28}" dt="2021-01-26T05:25:46.933" v="140" actId="14100"/>
          <ac:spMkLst>
            <pc:docMk/>
            <pc:sldMk cId="2468282938" sldId="366"/>
            <ac:spMk id="8" creationId="{8AF68B02-7758-40C3-B9B1-151583045834}"/>
          </ac:spMkLst>
        </pc:spChg>
      </pc:sldChg>
      <pc:sldChg chg="del">
        <pc:chgData name="鈴木 秀規" userId="f68c5fd9-22d5-4c0a-9833-7fb0f5135313" providerId="ADAL" clId="{08638EF6-D777-4C0B-B3AC-F96EA920AE28}" dt="2021-01-26T05:16:05.009" v="19" actId="2696"/>
        <pc:sldMkLst>
          <pc:docMk/>
          <pc:sldMk cId="172008769" sldId="372"/>
        </pc:sldMkLst>
      </pc:sldChg>
      <pc:sldChg chg="del">
        <pc:chgData name="鈴木 秀規" userId="f68c5fd9-22d5-4c0a-9833-7fb0f5135313" providerId="ADAL" clId="{08638EF6-D777-4C0B-B3AC-F96EA920AE28}" dt="2021-01-26T05:16:05.009" v="19" actId="2696"/>
        <pc:sldMkLst>
          <pc:docMk/>
          <pc:sldMk cId="1907161375" sldId="375"/>
        </pc:sldMkLst>
      </pc:sldChg>
      <pc:sldChg chg="del">
        <pc:chgData name="鈴木 秀規" userId="f68c5fd9-22d5-4c0a-9833-7fb0f5135313" providerId="ADAL" clId="{08638EF6-D777-4C0B-B3AC-F96EA920AE28}" dt="2021-01-26T05:16:05.009" v="19" actId="2696"/>
        <pc:sldMkLst>
          <pc:docMk/>
          <pc:sldMk cId="2720488262" sldId="376"/>
        </pc:sldMkLst>
      </pc:sldChg>
      <pc:sldChg chg="del">
        <pc:chgData name="鈴木 秀規" userId="f68c5fd9-22d5-4c0a-9833-7fb0f5135313" providerId="ADAL" clId="{08638EF6-D777-4C0B-B3AC-F96EA920AE28}" dt="2021-01-26T05:16:05.009" v="19" actId="2696"/>
        <pc:sldMkLst>
          <pc:docMk/>
          <pc:sldMk cId="3649920568" sldId="377"/>
        </pc:sldMkLst>
      </pc:sldChg>
      <pc:sldChg chg="del">
        <pc:chgData name="鈴木 秀規" userId="f68c5fd9-22d5-4c0a-9833-7fb0f5135313" providerId="ADAL" clId="{08638EF6-D777-4C0B-B3AC-F96EA920AE28}" dt="2021-01-26T05:16:05.009" v="19" actId="2696"/>
        <pc:sldMkLst>
          <pc:docMk/>
          <pc:sldMk cId="958544309" sldId="379"/>
        </pc:sldMkLst>
      </pc:sldChg>
      <pc:sldChg chg="del">
        <pc:chgData name="鈴木 秀規" userId="f68c5fd9-22d5-4c0a-9833-7fb0f5135313" providerId="ADAL" clId="{08638EF6-D777-4C0B-B3AC-F96EA920AE28}" dt="2021-01-26T05:16:05.009" v="19" actId="2696"/>
        <pc:sldMkLst>
          <pc:docMk/>
          <pc:sldMk cId="690129785" sldId="380"/>
        </pc:sldMkLst>
      </pc:sldChg>
      <pc:sldChg chg="del">
        <pc:chgData name="鈴木 秀規" userId="f68c5fd9-22d5-4c0a-9833-7fb0f5135313" providerId="ADAL" clId="{08638EF6-D777-4C0B-B3AC-F96EA920AE28}" dt="2021-01-26T05:16:05.009" v="19" actId="2696"/>
        <pc:sldMkLst>
          <pc:docMk/>
          <pc:sldMk cId="2547390421" sldId="381"/>
        </pc:sldMkLst>
      </pc:sldChg>
    </pc:docChg>
  </pc:docChgLst>
  <pc:docChgLst>
    <pc:chgData name="鈴木 秀規" userId="f68c5fd9-22d5-4c0a-9833-7fb0f5135313" providerId="ADAL" clId="{1FFDFDEC-295D-434A-B582-72A8CC8A5E88}"/>
    <pc:docChg chg="undo custSel addSld delSld modSld">
      <pc:chgData name="鈴木 秀規" userId="f68c5fd9-22d5-4c0a-9833-7fb0f5135313" providerId="ADAL" clId="{1FFDFDEC-295D-434A-B582-72A8CC8A5E88}" dt="2021-01-26T04:14:36.735" v="1145" actId="2696"/>
      <pc:docMkLst>
        <pc:docMk/>
      </pc:docMkLst>
      <pc:sldChg chg="modSp mod">
        <pc:chgData name="鈴木 秀規" userId="f68c5fd9-22d5-4c0a-9833-7fb0f5135313" providerId="ADAL" clId="{1FFDFDEC-295D-434A-B582-72A8CC8A5E88}" dt="2021-01-14T07:55:57.714" v="879" actId="20577"/>
        <pc:sldMkLst>
          <pc:docMk/>
          <pc:sldMk cId="0" sldId="256"/>
        </pc:sldMkLst>
        <pc:spChg chg="mod">
          <ac:chgData name="鈴木 秀規" userId="f68c5fd9-22d5-4c0a-9833-7fb0f5135313" providerId="ADAL" clId="{1FFDFDEC-295D-434A-B582-72A8CC8A5E88}" dt="2021-01-14T07:55:57.714" v="879" actId="20577"/>
          <ac:spMkLst>
            <pc:docMk/>
            <pc:sldMk cId="0" sldId="256"/>
            <ac:spMk id="56" creationId="{00000000-0000-0000-0000-000000000000}"/>
          </ac:spMkLst>
        </pc:spChg>
      </pc:sldChg>
      <pc:sldChg chg="del">
        <pc:chgData name="鈴木 秀規" userId="f68c5fd9-22d5-4c0a-9833-7fb0f5135313" providerId="ADAL" clId="{1FFDFDEC-295D-434A-B582-72A8CC8A5E88}" dt="2021-01-14T02:02:02.288" v="173" actId="2696"/>
        <pc:sldMkLst>
          <pc:docMk/>
          <pc:sldMk cId="1511176286" sldId="261"/>
        </pc:sldMkLst>
      </pc:sldChg>
      <pc:sldChg chg="modSp mod">
        <pc:chgData name="鈴木 秀規" userId="f68c5fd9-22d5-4c0a-9833-7fb0f5135313" providerId="ADAL" clId="{1FFDFDEC-295D-434A-B582-72A8CC8A5E88}" dt="2021-01-14T01:53:14.302" v="5" actId="20577"/>
        <pc:sldMkLst>
          <pc:docMk/>
          <pc:sldMk cId="1668843990" sldId="360"/>
        </pc:sldMkLst>
        <pc:spChg chg="mod">
          <ac:chgData name="鈴木 秀規" userId="f68c5fd9-22d5-4c0a-9833-7fb0f5135313" providerId="ADAL" clId="{1FFDFDEC-295D-434A-B582-72A8CC8A5E88}" dt="2021-01-14T01:53:14.302" v="5" actId="20577"/>
          <ac:spMkLst>
            <pc:docMk/>
            <pc:sldMk cId="1668843990" sldId="360"/>
            <ac:spMk id="9" creationId="{A4832727-EA7F-44D6-A9F2-E4AE0246960A}"/>
          </ac:spMkLst>
        </pc:spChg>
      </pc:sldChg>
      <pc:sldChg chg="modSp mod">
        <pc:chgData name="鈴木 秀規" userId="f68c5fd9-22d5-4c0a-9833-7fb0f5135313" providerId="ADAL" clId="{1FFDFDEC-295D-434A-B582-72A8CC8A5E88}" dt="2021-01-26T04:14:26.201" v="1144"/>
        <pc:sldMkLst>
          <pc:docMk/>
          <pc:sldMk cId="267129399" sldId="361"/>
        </pc:sldMkLst>
        <pc:spChg chg="mod">
          <ac:chgData name="鈴木 秀規" userId="f68c5fd9-22d5-4c0a-9833-7fb0f5135313" providerId="ADAL" clId="{1FFDFDEC-295D-434A-B582-72A8CC8A5E88}" dt="2021-01-26T04:14:26.201" v="1144"/>
          <ac:spMkLst>
            <pc:docMk/>
            <pc:sldMk cId="267129399" sldId="361"/>
            <ac:spMk id="6" creationId="{D0F3BEAC-A5EA-4EE4-95C7-0AEC1107FD29}"/>
          </ac:spMkLst>
        </pc:spChg>
      </pc:sldChg>
      <pc:sldChg chg="del">
        <pc:chgData name="鈴木 秀規" userId="f68c5fd9-22d5-4c0a-9833-7fb0f5135313" providerId="ADAL" clId="{1FFDFDEC-295D-434A-B582-72A8CC8A5E88}" dt="2021-01-14T02:02:02.288" v="173" actId="2696"/>
        <pc:sldMkLst>
          <pc:docMk/>
          <pc:sldMk cId="2503862587" sldId="362"/>
        </pc:sldMkLst>
      </pc:sldChg>
      <pc:sldChg chg="del">
        <pc:chgData name="鈴木 秀規" userId="f68c5fd9-22d5-4c0a-9833-7fb0f5135313" providerId="ADAL" clId="{1FFDFDEC-295D-434A-B582-72A8CC8A5E88}" dt="2021-01-14T02:02:02.288" v="173" actId="2696"/>
        <pc:sldMkLst>
          <pc:docMk/>
          <pc:sldMk cId="3893490019" sldId="364"/>
        </pc:sldMkLst>
      </pc:sldChg>
      <pc:sldChg chg="del">
        <pc:chgData name="鈴木 秀規" userId="f68c5fd9-22d5-4c0a-9833-7fb0f5135313" providerId="ADAL" clId="{1FFDFDEC-295D-434A-B582-72A8CC8A5E88}" dt="2021-01-14T02:02:02.288" v="173" actId="2696"/>
        <pc:sldMkLst>
          <pc:docMk/>
          <pc:sldMk cId="2559106598" sldId="365"/>
        </pc:sldMkLst>
      </pc:sldChg>
      <pc:sldChg chg="del">
        <pc:chgData name="鈴木 秀規" userId="f68c5fd9-22d5-4c0a-9833-7fb0f5135313" providerId="ADAL" clId="{1FFDFDEC-295D-434A-B582-72A8CC8A5E88}" dt="2021-01-14T02:02:02.288" v="173" actId="2696"/>
        <pc:sldMkLst>
          <pc:docMk/>
          <pc:sldMk cId="15529201" sldId="367"/>
        </pc:sldMkLst>
      </pc:sldChg>
      <pc:sldChg chg="del">
        <pc:chgData name="鈴木 秀規" userId="f68c5fd9-22d5-4c0a-9833-7fb0f5135313" providerId="ADAL" clId="{1FFDFDEC-295D-434A-B582-72A8CC8A5E88}" dt="2021-01-14T02:02:02.288" v="173" actId="2696"/>
        <pc:sldMkLst>
          <pc:docMk/>
          <pc:sldMk cId="1431651866" sldId="368"/>
        </pc:sldMkLst>
      </pc:sldChg>
      <pc:sldChg chg="del">
        <pc:chgData name="鈴木 秀規" userId="f68c5fd9-22d5-4c0a-9833-7fb0f5135313" providerId="ADAL" clId="{1FFDFDEC-295D-434A-B582-72A8CC8A5E88}" dt="2021-01-14T02:02:02.288" v="173" actId="2696"/>
        <pc:sldMkLst>
          <pc:docMk/>
          <pc:sldMk cId="3805279594" sldId="370"/>
        </pc:sldMkLst>
      </pc:sldChg>
      <pc:sldChg chg="del">
        <pc:chgData name="鈴木 秀規" userId="f68c5fd9-22d5-4c0a-9833-7fb0f5135313" providerId="ADAL" clId="{1FFDFDEC-295D-434A-B582-72A8CC8A5E88}" dt="2021-01-14T02:02:02.288" v="173" actId="2696"/>
        <pc:sldMkLst>
          <pc:docMk/>
          <pc:sldMk cId="2800751255" sldId="371"/>
        </pc:sldMkLst>
      </pc:sldChg>
      <pc:sldChg chg="addSp delSp modSp add del mod">
        <pc:chgData name="鈴木 秀規" userId="f68c5fd9-22d5-4c0a-9833-7fb0f5135313" providerId="ADAL" clId="{1FFDFDEC-295D-434A-B582-72A8CC8A5E88}" dt="2021-01-26T04:07:56.960" v="1122" actId="2696"/>
        <pc:sldMkLst>
          <pc:docMk/>
          <pc:sldMk cId="172008769" sldId="372"/>
        </pc:sldMkLst>
        <pc:spChg chg="add del mod">
          <ac:chgData name="鈴木 秀規" userId="f68c5fd9-22d5-4c0a-9833-7fb0f5135313" providerId="ADAL" clId="{1FFDFDEC-295D-434A-B582-72A8CC8A5E88}" dt="2021-01-14T01:56:40.925" v="60" actId="478"/>
          <ac:spMkLst>
            <pc:docMk/>
            <pc:sldMk cId="172008769" sldId="372"/>
            <ac:spMk id="5" creationId="{67B38081-02F3-4384-BBAE-22C104C2455D}"/>
          </ac:spMkLst>
        </pc:spChg>
        <pc:spChg chg="mod">
          <ac:chgData name="鈴木 秀規" userId="f68c5fd9-22d5-4c0a-9833-7fb0f5135313" providerId="ADAL" clId="{1FFDFDEC-295D-434A-B582-72A8CC8A5E88}" dt="2021-01-14T01:55:41.096" v="38" actId="20577"/>
          <ac:spMkLst>
            <pc:docMk/>
            <pc:sldMk cId="172008769" sldId="372"/>
            <ac:spMk id="6" creationId="{3706AB8D-A382-42EF-9DE4-041BFCABF741}"/>
          </ac:spMkLst>
        </pc:spChg>
        <pc:spChg chg="del">
          <ac:chgData name="鈴木 秀規" userId="f68c5fd9-22d5-4c0a-9833-7fb0f5135313" providerId="ADAL" clId="{1FFDFDEC-295D-434A-B582-72A8CC8A5E88}" dt="2021-01-14T01:55:46.815" v="39" actId="478"/>
          <ac:spMkLst>
            <pc:docMk/>
            <pc:sldMk cId="172008769" sldId="372"/>
            <ac:spMk id="7" creationId="{672739A4-DFB9-47C7-9258-80F9236238A4}"/>
          </ac:spMkLst>
        </pc:spChg>
        <pc:spChg chg="mod">
          <ac:chgData name="鈴木 秀規" userId="f68c5fd9-22d5-4c0a-9833-7fb0f5135313" providerId="ADAL" clId="{1FFDFDEC-295D-434A-B582-72A8CC8A5E88}" dt="2021-01-14T01:56:25.122" v="59" actId="14100"/>
          <ac:spMkLst>
            <pc:docMk/>
            <pc:sldMk cId="172008769" sldId="372"/>
            <ac:spMk id="8" creationId="{1A8BB172-35AF-4185-A46A-ED93D3A7D7C5}"/>
          </ac:spMkLst>
        </pc:spChg>
        <pc:spChg chg="del">
          <ac:chgData name="鈴木 秀規" userId="f68c5fd9-22d5-4c0a-9833-7fb0f5135313" providerId="ADAL" clId="{1FFDFDEC-295D-434A-B582-72A8CC8A5E88}" dt="2021-01-14T01:55:46.815" v="39" actId="478"/>
          <ac:spMkLst>
            <pc:docMk/>
            <pc:sldMk cId="172008769" sldId="372"/>
            <ac:spMk id="10" creationId="{0AFC5742-3896-4E4B-91EB-5143E04BDFE8}"/>
          </ac:spMkLst>
        </pc:spChg>
        <pc:spChg chg="add mod">
          <ac:chgData name="鈴木 秀規" userId="f68c5fd9-22d5-4c0a-9833-7fb0f5135313" providerId="ADAL" clId="{1FFDFDEC-295D-434A-B582-72A8CC8A5E88}" dt="2021-01-26T03:27:03.211" v="885" actId="1036"/>
          <ac:spMkLst>
            <pc:docMk/>
            <pc:sldMk cId="172008769" sldId="372"/>
            <ac:spMk id="11" creationId="{0EE89B3D-777A-4D82-AF4A-FEBBC0B38D57}"/>
          </ac:spMkLst>
        </pc:spChg>
        <pc:spChg chg="mod">
          <ac:chgData name="鈴木 秀規" userId="f68c5fd9-22d5-4c0a-9833-7fb0f5135313" providerId="ADAL" clId="{1FFDFDEC-295D-434A-B582-72A8CC8A5E88}" dt="2021-01-14T01:56:41.228" v="61"/>
          <ac:spMkLst>
            <pc:docMk/>
            <pc:sldMk cId="172008769" sldId="372"/>
            <ac:spMk id="13" creationId="{00FBD691-EDB3-459B-AE89-CE15BB28FB9C}"/>
          </ac:spMkLst>
        </pc:spChg>
        <pc:spChg chg="mod">
          <ac:chgData name="鈴木 秀規" userId="f68c5fd9-22d5-4c0a-9833-7fb0f5135313" providerId="ADAL" clId="{1FFDFDEC-295D-434A-B582-72A8CC8A5E88}" dt="2021-01-14T01:56:41.228" v="61"/>
          <ac:spMkLst>
            <pc:docMk/>
            <pc:sldMk cId="172008769" sldId="372"/>
            <ac:spMk id="14" creationId="{760527DA-04D2-438C-8525-3AFE1849FF14}"/>
          </ac:spMkLst>
        </pc:spChg>
        <pc:spChg chg="mod">
          <ac:chgData name="鈴木 秀規" userId="f68c5fd9-22d5-4c0a-9833-7fb0f5135313" providerId="ADAL" clId="{1FFDFDEC-295D-434A-B582-72A8CC8A5E88}" dt="2021-01-14T01:56:41.228" v="61"/>
          <ac:spMkLst>
            <pc:docMk/>
            <pc:sldMk cId="172008769" sldId="372"/>
            <ac:spMk id="15" creationId="{C2114889-2F4A-4C98-8174-9526FFFDABA8}"/>
          </ac:spMkLst>
        </pc:spChg>
        <pc:spChg chg="add mod">
          <ac:chgData name="鈴木 秀規" userId="f68c5fd9-22d5-4c0a-9833-7fb0f5135313" providerId="ADAL" clId="{1FFDFDEC-295D-434A-B582-72A8CC8A5E88}" dt="2021-01-26T03:27:03.211" v="885" actId="1036"/>
          <ac:spMkLst>
            <pc:docMk/>
            <pc:sldMk cId="172008769" sldId="372"/>
            <ac:spMk id="16" creationId="{08963021-C7BF-4E30-88F9-27358B57D639}"/>
          </ac:spMkLst>
        </pc:spChg>
        <pc:spChg chg="add mod">
          <ac:chgData name="鈴木 秀規" userId="f68c5fd9-22d5-4c0a-9833-7fb0f5135313" providerId="ADAL" clId="{1FFDFDEC-295D-434A-B582-72A8CC8A5E88}" dt="2021-01-26T03:27:03.211" v="885" actId="1036"/>
          <ac:spMkLst>
            <pc:docMk/>
            <pc:sldMk cId="172008769" sldId="372"/>
            <ac:spMk id="20" creationId="{DDB2A47F-7592-4281-8601-0082B2A0F27B}"/>
          </ac:spMkLst>
        </pc:spChg>
        <pc:spChg chg="add mod">
          <ac:chgData name="鈴木 秀規" userId="f68c5fd9-22d5-4c0a-9833-7fb0f5135313" providerId="ADAL" clId="{1FFDFDEC-295D-434A-B582-72A8CC8A5E88}" dt="2021-01-26T03:27:03.211" v="885" actId="1036"/>
          <ac:spMkLst>
            <pc:docMk/>
            <pc:sldMk cId="172008769" sldId="372"/>
            <ac:spMk id="21" creationId="{E6A262F3-374E-4532-B119-B865B91C4E39}"/>
          </ac:spMkLst>
        </pc:spChg>
        <pc:grpChg chg="add mod">
          <ac:chgData name="鈴木 秀規" userId="f68c5fd9-22d5-4c0a-9833-7fb0f5135313" providerId="ADAL" clId="{1FFDFDEC-295D-434A-B582-72A8CC8A5E88}" dt="2021-01-26T03:27:03.211" v="885" actId="1036"/>
          <ac:grpSpMkLst>
            <pc:docMk/>
            <pc:sldMk cId="172008769" sldId="372"/>
            <ac:grpSpMk id="12" creationId="{3BF1A17C-1891-4B32-9243-CD5A4079FDC1}"/>
          </ac:grpSpMkLst>
        </pc:grpChg>
        <pc:picChg chg="add mod">
          <ac:chgData name="鈴木 秀規" userId="f68c5fd9-22d5-4c0a-9833-7fb0f5135313" providerId="ADAL" clId="{1FFDFDEC-295D-434A-B582-72A8CC8A5E88}" dt="2021-01-26T03:27:03.211" v="885" actId="1036"/>
          <ac:picMkLst>
            <pc:docMk/>
            <pc:sldMk cId="172008769" sldId="372"/>
            <ac:picMk id="17" creationId="{6BB4F070-ED21-451B-8D3B-ABEA92C592CF}"/>
          </ac:picMkLst>
        </pc:picChg>
        <pc:picChg chg="add mod">
          <ac:chgData name="鈴木 秀規" userId="f68c5fd9-22d5-4c0a-9833-7fb0f5135313" providerId="ADAL" clId="{1FFDFDEC-295D-434A-B582-72A8CC8A5E88}" dt="2021-01-26T03:27:03.211" v="885" actId="1036"/>
          <ac:picMkLst>
            <pc:docMk/>
            <pc:sldMk cId="172008769" sldId="372"/>
            <ac:picMk id="18" creationId="{18CDD6B3-104E-4B2C-ABCE-BDDA2A03556C}"/>
          </ac:picMkLst>
        </pc:picChg>
        <pc:picChg chg="add mod">
          <ac:chgData name="鈴木 秀規" userId="f68c5fd9-22d5-4c0a-9833-7fb0f5135313" providerId="ADAL" clId="{1FFDFDEC-295D-434A-B582-72A8CC8A5E88}" dt="2021-01-26T03:27:03.211" v="885" actId="1036"/>
          <ac:picMkLst>
            <pc:docMk/>
            <pc:sldMk cId="172008769" sldId="372"/>
            <ac:picMk id="19" creationId="{1818FF79-0FA6-4DDC-A3CE-FD7017CADC96}"/>
          </ac:picMkLst>
        </pc:picChg>
      </pc:sldChg>
      <pc:sldChg chg="del">
        <pc:chgData name="鈴木 秀規" userId="f68c5fd9-22d5-4c0a-9833-7fb0f5135313" providerId="ADAL" clId="{1FFDFDEC-295D-434A-B582-72A8CC8A5E88}" dt="2021-01-14T02:02:02.288" v="173" actId="2696"/>
        <pc:sldMkLst>
          <pc:docMk/>
          <pc:sldMk cId="1008457363" sldId="373"/>
        </pc:sldMkLst>
      </pc:sldChg>
      <pc:sldChg chg="del">
        <pc:chgData name="鈴木 秀規" userId="f68c5fd9-22d5-4c0a-9833-7fb0f5135313" providerId="ADAL" clId="{1FFDFDEC-295D-434A-B582-72A8CC8A5E88}" dt="2021-01-14T02:02:02.288" v="173" actId="2696"/>
        <pc:sldMkLst>
          <pc:docMk/>
          <pc:sldMk cId="3737915234" sldId="374"/>
        </pc:sldMkLst>
      </pc:sldChg>
      <pc:sldChg chg="addSp delSp modSp new mod modClrScheme chgLayout">
        <pc:chgData name="鈴木 秀規" userId="f68c5fd9-22d5-4c0a-9833-7fb0f5135313" providerId="ADAL" clId="{1FFDFDEC-295D-434A-B582-72A8CC8A5E88}" dt="2021-01-14T01:59:45.566" v="120" actId="20577"/>
        <pc:sldMkLst>
          <pc:docMk/>
          <pc:sldMk cId="1907161375" sldId="375"/>
        </pc:sldMkLst>
        <pc:spChg chg="mod ord">
          <ac:chgData name="鈴木 秀規" userId="f68c5fd9-22d5-4c0a-9833-7fb0f5135313" providerId="ADAL" clId="{1FFDFDEC-295D-434A-B582-72A8CC8A5E88}" dt="2021-01-14T01:54:25.584" v="9" actId="700"/>
          <ac:spMkLst>
            <pc:docMk/>
            <pc:sldMk cId="1907161375" sldId="375"/>
            <ac:spMk id="2" creationId="{F2C33459-1977-49C7-8169-E241134D1068}"/>
          </ac:spMkLst>
        </pc:spChg>
        <pc:spChg chg="del mod ord">
          <ac:chgData name="鈴木 秀規" userId="f68c5fd9-22d5-4c0a-9833-7fb0f5135313" providerId="ADAL" clId="{1FFDFDEC-295D-434A-B582-72A8CC8A5E88}" dt="2021-01-14T01:54:25.584" v="9" actId="700"/>
          <ac:spMkLst>
            <pc:docMk/>
            <pc:sldMk cId="1907161375" sldId="375"/>
            <ac:spMk id="3" creationId="{636E995A-F897-446B-8750-F1FA333D638B}"/>
          </ac:spMkLst>
        </pc:spChg>
        <pc:spChg chg="mod ord">
          <ac:chgData name="鈴木 秀規" userId="f68c5fd9-22d5-4c0a-9833-7fb0f5135313" providerId="ADAL" clId="{1FFDFDEC-295D-434A-B582-72A8CC8A5E88}" dt="2021-01-14T01:54:25.584" v="9" actId="700"/>
          <ac:spMkLst>
            <pc:docMk/>
            <pc:sldMk cId="1907161375" sldId="375"/>
            <ac:spMk id="4" creationId="{B2A3B6B7-9A60-4D01-AAEE-C2106AF10B28}"/>
          </ac:spMkLst>
        </pc:spChg>
        <pc:spChg chg="del mod ord">
          <ac:chgData name="鈴木 秀規" userId="f68c5fd9-22d5-4c0a-9833-7fb0f5135313" providerId="ADAL" clId="{1FFDFDEC-295D-434A-B582-72A8CC8A5E88}" dt="2021-01-14T01:54:25.584" v="9" actId="700"/>
          <ac:spMkLst>
            <pc:docMk/>
            <pc:sldMk cId="1907161375" sldId="375"/>
            <ac:spMk id="5" creationId="{B151D206-9F6E-4D12-A8D3-8A8829BB5028}"/>
          </ac:spMkLst>
        </pc:spChg>
        <pc:spChg chg="del">
          <ac:chgData name="鈴木 秀規" userId="f68c5fd9-22d5-4c0a-9833-7fb0f5135313" providerId="ADAL" clId="{1FFDFDEC-295D-434A-B582-72A8CC8A5E88}" dt="2021-01-14T01:54:25.584" v="9" actId="700"/>
          <ac:spMkLst>
            <pc:docMk/>
            <pc:sldMk cId="1907161375" sldId="375"/>
            <ac:spMk id="6" creationId="{D6696C33-9BDD-48AC-8E27-0A64C91D0D98}"/>
          </ac:spMkLst>
        </pc:spChg>
        <pc:spChg chg="del">
          <ac:chgData name="鈴木 秀規" userId="f68c5fd9-22d5-4c0a-9833-7fb0f5135313" providerId="ADAL" clId="{1FFDFDEC-295D-434A-B582-72A8CC8A5E88}" dt="2021-01-14T01:54:25.584" v="9" actId="700"/>
          <ac:spMkLst>
            <pc:docMk/>
            <pc:sldMk cId="1907161375" sldId="375"/>
            <ac:spMk id="7" creationId="{E4D4E024-E9E2-43D0-B1F1-F13EC947B786}"/>
          </ac:spMkLst>
        </pc:spChg>
        <pc:spChg chg="add mod ord">
          <ac:chgData name="鈴木 秀規" userId="f68c5fd9-22d5-4c0a-9833-7fb0f5135313" providerId="ADAL" clId="{1FFDFDEC-295D-434A-B582-72A8CC8A5E88}" dt="2021-01-14T01:58:04.334" v="101" actId="20577"/>
          <ac:spMkLst>
            <pc:docMk/>
            <pc:sldMk cId="1907161375" sldId="375"/>
            <ac:spMk id="8" creationId="{78B182D4-16E3-44FD-A2E5-1D567BDD09F0}"/>
          </ac:spMkLst>
        </pc:spChg>
        <pc:spChg chg="add mod ord">
          <ac:chgData name="鈴木 秀規" userId="f68c5fd9-22d5-4c0a-9833-7fb0f5135313" providerId="ADAL" clId="{1FFDFDEC-295D-434A-B582-72A8CC8A5E88}" dt="2021-01-14T01:59:03.773" v="108" actId="14100"/>
          <ac:spMkLst>
            <pc:docMk/>
            <pc:sldMk cId="1907161375" sldId="375"/>
            <ac:spMk id="9" creationId="{4F6550AC-7983-47F0-BE4F-14B2B41AE9EE}"/>
          </ac:spMkLst>
        </pc:spChg>
        <pc:spChg chg="add mod">
          <ac:chgData name="鈴木 秀規" userId="f68c5fd9-22d5-4c0a-9833-7fb0f5135313" providerId="ADAL" clId="{1FFDFDEC-295D-434A-B582-72A8CC8A5E88}" dt="2021-01-14T01:59:18.272" v="110" actId="1076"/>
          <ac:spMkLst>
            <pc:docMk/>
            <pc:sldMk cId="1907161375" sldId="375"/>
            <ac:spMk id="10" creationId="{07AAD370-75E4-4088-9385-8BD5A3B0B1FA}"/>
          </ac:spMkLst>
        </pc:spChg>
        <pc:spChg chg="add mod">
          <ac:chgData name="鈴木 秀規" userId="f68c5fd9-22d5-4c0a-9833-7fb0f5135313" providerId="ADAL" clId="{1FFDFDEC-295D-434A-B582-72A8CC8A5E88}" dt="2021-01-14T01:59:36.868" v="115" actId="207"/>
          <ac:spMkLst>
            <pc:docMk/>
            <pc:sldMk cId="1907161375" sldId="375"/>
            <ac:spMk id="14" creationId="{A20BE2EF-A56E-47BB-9FD3-66EB89F1CAB2}"/>
          </ac:spMkLst>
        </pc:spChg>
        <pc:spChg chg="add mod">
          <ac:chgData name="鈴木 秀規" userId="f68c5fd9-22d5-4c0a-9833-7fb0f5135313" providerId="ADAL" clId="{1FFDFDEC-295D-434A-B582-72A8CC8A5E88}" dt="2021-01-14T01:59:18.272" v="110" actId="1076"/>
          <ac:spMkLst>
            <pc:docMk/>
            <pc:sldMk cId="1907161375" sldId="375"/>
            <ac:spMk id="17" creationId="{21ED72EF-CCE7-4002-AA1A-6B5AC15DFF59}"/>
          </ac:spMkLst>
        </pc:spChg>
        <pc:spChg chg="add mod">
          <ac:chgData name="鈴木 秀規" userId="f68c5fd9-22d5-4c0a-9833-7fb0f5135313" providerId="ADAL" clId="{1FFDFDEC-295D-434A-B582-72A8CC8A5E88}" dt="2021-01-14T01:59:18.272" v="110" actId="1076"/>
          <ac:spMkLst>
            <pc:docMk/>
            <pc:sldMk cId="1907161375" sldId="375"/>
            <ac:spMk id="18" creationId="{0326BFB2-441C-48B3-A336-83EED185BD7F}"/>
          </ac:spMkLst>
        </pc:spChg>
        <pc:spChg chg="add mod">
          <ac:chgData name="鈴木 秀規" userId="f68c5fd9-22d5-4c0a-9833-7fb0f5135313" providerId="ADAL" clId="{1FFDFDEC-295D-434A-B582-72A8CC8A5E88}" dt="2021-01-14T01:59:18.272" v="110" actId="1076"/>
          <ac:spMkLst>
            <pc:docMk/>
            <pc:sldMk cId="1907161375" sldId="375"/>
            <ac:spMk id="19" creationId="{E7B78823-E559-44B9-B837-BC65C7418CA2}"/>
          </ac:spMkLst>
        </pc:spChg>
        <pc:spChg chg="add mod">
          <ac:chgData name="鈴木 秀規" userId="f68c5fd9-22d5-4c0a-9833-7fb0f5135313" providerId="ADAL" clId="{1FFDFDEC-295D-434A-B582-72A8CC8A5E88}" dt="2021-01-14T01:59:18.272" v="110" actId="1076"/>
          <ac:spMkLst>
            <pc:docMk/>
            <pc:sldMk cId="1907161375" sldId="375"/>
            <ac:spMk id="21" creationId="{9504068A-D6BB-4A8F-B6B6-F71AFA026404}"/>
          </ac:spMkLst>
        </pc:spChg>
        <pc:spChg chg="add mod">
          <ac:chgData name="鈴木 秀規" userId="f68c5fd9-22d5-4c0a-9833-7fb0f5135313" providerId="ADAL" clId="{1FFDFDEC-295D-434A-B582-72A8CC8A5E88}" dt="2021-01-14T01:59:18.272" v="110" actId="1076"/>
          <ac:spMkLst>
            <pc:docMk/>
            <pc:sldMk cId="1907161375" sldId="375"/>
            <ac:spMk id="25" creationId="{84546D2E-07EA-4D64-8042-B418A8D1EB7F}"/>
          </ac:spMkLst>
        </pc:spChg>
        <pc:spChg chg="add mod">
          <ac:chgData name="鈴木 秀規" userId="f68c5fd9-22d5-4c0a-9833-7fb0f5135313" providerId="ADAL" clId="{1FFDFDEC-295D-434A-B582-72A8CC8A5E88}" dt="2021-01-14T01:59:45.566" v="120" actId="20577"/>
          <ac:spMkLst>
            <pc:docMk/>
            <pc:sldMk cId="1907161375" sldId="375"/>
            <ac:spMk id="31" creationId="{05E58047-D705-49A5-9998-531FF0EE584D}"/>
          </ac:spMkLst>
        </pc:spChg>
        <pc:picChg chg="add mod">
          <ac:chgData name="鈴木 秀規" userId="f68c5fd9-22d5-4c0a-9833-7fb0f5135313" providerId="ADAL" clId="{1FFDFDEC-295D-434A-B582-72A8CC8A5E88}" dt="2021-01-14T01:59:18.272" v="110" actId="1076"/>
          <ac:picMkLst>
            <pc:docMk/>
            <pc:sldMk cId="1907161375" sldId="375"/>
            <ac:picMk id="11" creationId="{564BFD27-68F4-4E9B-BBD1-3DF2216B791D}"/>
          </ac:picMkLst>
        </pc:picChg>
        <pc:picChg chg="add mod">
          <ac:chgData name="鈴木 秀規" userId="f68c5fd9-22d5-4c0a-9833-7fb0f5135313" providerId="ADAL" clId="{1FFDFDEC-295D-434A-B582-72A8CC8A5E88}" dt="2021-01-14T01:59:18.272" v="110" actId="1076"/>
          <ac:picMkLst>
            <pc:docMk/>
            <pc:sldMk cId="1907161375" sldId="375"/>
            <ac:picMk id="12" creationId="{B50ED766-00D9-495F-A414-BBA5DB6E911F}"/>
          </ac:picMkLst>
        </pc:picChg>
        <pc:picChg chg="add mod">
          <ac:chgData name="鈴木 秀規" userId="f68c5fd9-22d5-4c0a-9833-7fb0f5135313" providerId="ADAL" clId="{1FFDFDEC-295D-434A-B582-72A8CC8A5E88}" dt="2021-01-14T01:59:18.272" v="110" actId="1076"/>
          <ac:picMkLst>
            <pc:docMk/>
            <pc:sldMk cId="1907161375" sldId="375"/>
            <ac:picMk id="13" creationId="{675DBB52-291D-4CFA-83BC-E791C49F2029}"/>
          </ac:picMkLst>
        </pc:picChg>
        <pc:picChg chg="add mod">
          <ac:chgData name="鈴木 秀規" userId="f68c5fd9-22d5-4c0a-9833-7fb0f5135313" providerId="ADAL" clId="{1FFDFDEC-295D-434A-B582-72A8CC8A5E88}" dt="2021-01-14T01:59:18.272" v="110" actId="1076"/>
          <ac:picMkLst>
            <pc:docMk/>
            <pc:sldMk cId="1907161375" sldId="375"/>
            <ac:picMk id="20" creationId="{C6F8F643-F6C2-48A3-A5B6-AD5484107388}"/>
          </ac:picMkLst>
        </pc:picChg>
        <pc:picChg chg="add mod">
          <ac:chgData name="鈴木 秀規" userId="f68c5fd9-22d5-4c0a-9833-7fb0f5135313" providerId="ADAL" clId="{1FFDFDEC-295D-434A-B582-72A8CC8A5E88}" dt="2021-01-14T01:59:18.272" v="110" actId="1076"/>
          <ac:picMkLst>
            <pc:docMk/>
            <pc:sldMk cId="1907161375" sldId="375"/>
            <ac:picMk id="23" creationId="{C8CD0E29-FC7E-401E-8953-904CC4E89018}"/>
          </ac:picMkLst>
        </pc:picChg>
        <pc:picChg chg="add mod">
          <ac:chgData name="鈴木 秀規" userId="f68c5fd9-22d5-4c0a-9833-7fb0f5135313" providerId="ADAL" clId="{1FFDFDEC-295D-434A-B582-72A8CC8A5E88}" dt="2021-01-14T01:59:18.272" v="110" actId="1076"/>
          <ac:picMkLst>
            <pc:docMk/>
            <pc:sldMk cId="1907161375" sldId="375"/>
            <ac:picMk id="24" creationId="{6AF5DD5D-6F24-49E8-9C70-34C2AB7E47BD}"/>
          </ac:picMkLst>
        </pc:picChg>
        <pc:picChg chg="add mod">
          <ac:chgData name="鈴木 秀規" userId="f68c5fd9-22d5-4c0a-9833-7fb0f5135313" providerId="ADAL" clId="{1FFDFDEC-295D-434A-B582-72A8CC8A5E88}" dt="2021-01-14T01:59:18.272" v="110" actId="1076"/>
          <ac:picMkLst>
            <pc:docMk/>
            <pc:sldMk cId="1907161375" sldId="375"/>
            <ac:picMk id="29" creationId="{4D35E043-D2AD-4290-8C14-32D0728BF532}"/>
          </ac:picMkLst>
        </pc:picChg>
        <pc:picChg chg="add mod">
          <ac:chgData name="鈴木 秀規" userId="f68c5fd9-22d5-4c0a-9833-7fb0f5135313" providerId="ADAL" clId="{1FFDFDEC-295D-434A-B582-72A8CC8A5E88}" dt="2021-01-14T01:59:18.272" v="110" actId="1076"/>
          <ac:picMkLst>
            <pc:docMk/>
            <pc:sldMk cId="1907161375" sldId="375"/>
            <ac:picMk id="30" creationId="{C010E05C-1871-42D5-9FB7-ABF30847EAF3}"/>
          </ac:picMkLst>
        </pc:picChg>
        <pc:picChg chg="add mod">
          <ac:chgData name="鈴木 秀規" userId="f68c5fd9-22d5-4c0a-9833-7fb0f5135313" providerId="ADAL" clId="{1FFDFDEC-295D-434A-B582-72A8CC8A5E88}" dt="2021-01-14T01:59:18.272" v="110" actId="1076"/>
          <ac:picMkLst>
            <pc:docMk/>
            <pc:sldMk cId="1907161375" sldId="375"/>
            <ac:picMk id="32" creationId="{E9F0B6A4-1999-4C8C-A73B-2901C433607C}"/>
          </ac:picMkLst>
        </pc:picChg>
        <pc:cxnChg chg="add mod">
          <ac:chgData name="鈴木 秀規" userId="f68c5fd9-22d5-4c0a-9833-7fb0f5135313" providerId="ADAL" clId="{1FFDFDEC-295D-434A-B582-72A8CC8A5E88}" dt="2021-01-14T01:59:18.272" v="110" actId="1076"/>
          <ac:cxnSpMkLst>
            <pc:docMk/>
            <pc:sldMk cId="1907161375" sldId="375"/>
            <ac:cxnSpMk id="15" creationId="{0F95D75C-089C-431C-9673-BAF8BC7E7B81}"/>
          </ac:cxnSpMkLst>
        </pc:cxnChg>
        <pc:cxnChg chg="add mod">
          <ac:chgData name="鈴木 秀規" userId="f68c5fd9-22d5-4c0a-9833-7fb0f5135313" providerId="ADAL" clId="{1FFDFDEC-295D-434A-B582-72A8CC8A5E88}" dt="2021-01-14T01:59:18.272" v="110" actId="1076"/>
          <ac:cxnSpMkLst>
            <pc:docMk/>
            <pc:sldMk cId="1907161375" sldId="375"/>
            <ac:cxnSpMk id="16" creationId="{EBAA7087-1D49-4E99-B6FE-4EE4FDA7636C}"/>
          </ac:cxnSpMkLst>
        </pc:cxnChg>
        <pc:cxnChg chg="add mod">
          <ac:chgData name="鈴木 秀規" userId="f68c5fd9-22d5-4c0a-9833-7fb0f5135313" providerId="ADAL" clId="{1FFDFDEC-295D-434A-B582-72A8CC8A5E88}" dt="2021-01-14T01:59:18.272" v="110" actId="1076"/>
          <ac:cxnSpMkLst>
            <pc:docMk/>
            <pc:sldMk cId="1907161375" sldId="375"/>
            <ac:cxnSpMk id="22" creationId="{FCC53815-0305-4D47-9C8D-837854022F3D}"/>
          </ac:cxnSpMkLst>
        </pc:cxnChg>
        <pc:cxnChg chg="add mod">
          <ac:chgData name="鈴木 秀規" userId="f68c5fd9-22d5-4c0a-9833-7fb0f5135313" providerId="ADAL" clId="{1FFDFDEC-295D-434A-B582-72A8CC8A5E88}" dt="2021-01-14T01:59:18.272" v="110" actId="1076"/>
          <ac:cxnSpMkLst>
            <pc:docMk/>
            <pc:sldMk cId="1907161375" sldId="375"/>
            <ac:cxnSpMk id="26" creationId="{6164547E-80FC-4466-ACDC-B8B858B19E4A}"/>
          </ac:cxnSpMkLst>
        </pc:cxnChg>
        <pc:cxnChg chg="add mod">
          <ac:chgData name="鈴木 秀規" userId="f68c5fd9-22d5-4c0a-9833-7fb0f5135313" providerId="ADAL" clId="{1FFDFDEC-295D-434A-B582-72A8CC8A5E88}" dt="2021-01-14T01:59:18.272" v="110" actId="1076"/>
          <ac:cxnSpMkLst>
            <pc:docMk/>
            <pc:sldMk cId="1907161375" sldId="375"/>
            <ac:cxnSpMk id="27" creationId="{C8083653-A187-4061-9CFC-9CA906255BB5}"/>
          </ac:cxnSpMkLst>
        </pc:cxnChg>
        <pc:cxnChg chg="add mod">
          <ac:chgData name="鈴木 秀規" userId="f68c5fd9-22d5-4c0a-9833-7fb0f5135313" providerId="ADAL" clId="{1FFDFDEC-295D-434A-B582-72A8CC8A5E88}" dt="2021-01-14T01:59:18.272" v="110" actId="1076"/>
          <ac:cxnSpMkLst>
            <pc:docMk/>
            <pc:sldMk cId="1907161375" sldId="375"/>
            <ac:cxnSpMk id="28" creationId="{B0B783CC-E721-469F-8E26-C91C6EA2D86D}"/>
          </ac:cxnSpMkLst>
        </pc:cxnChg>
      </pc:sldChg>
      <pc:sldChg chg="addSp modSp new del mod">
        <pc:chgData name="鈴木 秀規" userId="f68c5fd9-22d5-4c0a-9833-7fb0f5135313" providerId="ADAL" clId="{1FFDFDEC-295D-434A-B582-72A8CC8A5E88}" dt="2021-01-14T02:02:02.288" v="173" actId="2696"/>
        <pc:sldMkLst>
          <pc:docMk/>
          <pc:sldMk cId="2108988060" sldId="376"/>
        </pc:sldMkLst>
        <pc:spChg chg="mod">
          <ac:chgData name="鈴木 秀規" userId="f68c5fd9-22d5-4c0a-9833-7fb0f5135313" providerId="ADAL" clId="{1FFDFDEC-295D-434A-B582-72A8CC8A5E88}" dt="2021-01-14T02:00:18.963" v="141" actId="20577"/>
          <ac:spMkLst>
            <pc:docMk/>
            <pc:sldMk cId="2108988060" sldId="376"/>
            <ac:spMk id="3" creationId="{4034037C-2A01-447F-B387-82829C86D752}"/>
          </ac:spMkLst>
        </pc:spChg>
        <pc:spChg chg="mod">
          <ac:chgData name="鈴木 秀規" userId="f68c5fd9-22d5-4c0a-9833-7fb0f5135313" providerId="ADAL" clId="{1FFDFDEC-295D-434A-B582-72A8CC8A5E88}" dt="2021-01-14T02:00:42.734" v="149" actId="14100"/>
          <ac:spMkLst>
            <pc:docMk/>
            <pc:sldMk cId="2108988060" sldId="376"/>
            <ac:spMk id="5" creationId="{E15B8FA5-9AB3-4033-B52C-496ED6F99D7F}"/>
          </ac:spMkLst>
        </pc:spChg>
        <pc:spChg chg="add mod">
          <ac:chgData name="鈴木 秀規" userId="f68c5fd9-22d5-4c0a-9833-7fb0f5135313" providerId="ADAL" clId="{1FFDFDEC-295D-434A-B582-72A8CC8A5E88}" dt="2021-01-14T02:01:35.267" v="172" actId="2711"/>
          <ac:spMkLst>
            <pc:docMk/>
            <pc:sldMk cId="2108988060" sldId="376"/>
            <ac:spMk id="6" creationId="{0D2BEEBB-6965-4B5F-ACDB-F88BB098F84F}"/>
          </ac:spMkLst>
        </pc:spChg>
        <pc:spChg chg="add mod">
          <ac:chgData name="鈴木 秀規" userId="f68c5fd9-22d5-4c0a-9833-7fb0f5135313" providerId="ADAL" clId="{1FFDFDEC-295D-434A-B582-72A8CC8A5E88}" dt="2021-01-14T02:01:22.917" v="170" actId="2711"/>
          <ac:spMkLst>
            <pc:docMk/>
            <pc:sldMk cId="2108988060" sldId="376"/>
            <ac:spMk id="7" creationId="{0FCC3EBA-F893-40BB-B081-ACC77689B0FC}"/>
          </ac:spMkLst>
        </pc:spChg>
        <pc:spChg chg="add mod">
          <ac:chgData name="鈴木 秀規" userId="f68c5fd9-22d5-4c0a-9833-7fb0f5135313" providerId="ADAL" clId="{1FFDFDEC-295D-434A-B582-72A8CC8A5E88}" dt="2021-01-14T02:00:56.108" v="167" actId="1038"/>
          <ac:spMkLst>
            <pc:docMk/>
            <pc:sldMk cId="2108988060" sldId="376"/>
            <ac:spMk id="23" creationId="{1F6C9A36-E9A4-4BD6-825B-FC77DB8E9344}"/>
          </ac:spMkLst>
        </pc:spChg>
        <pc:picChg chg="add mod">
          <ac:chgData name="鈴木 秀規" userId="f68c5fd9-22d5-4c0a-9833-7fb0f5135313" providerId="ADAL" clId="{1FFDFDEC-295D-434A-B582-72A8CC8A5E88}" dt="2021-01-14T02:00:56.108" v="167" actId="1038"/>
          <ac:picMkLst>
            <pc:docMk/>
            <pc:sldMk cId="2108988060" sldId="376"/>
            <ac:picMk id="8" creationId="{7D4690F8-FC21-4394-B9FE-9B820E6B457B}"/>
          </ac:picMkLst>
        </pc:picChg>
        <pc:picChg chg="add mod">
          <ac:chgData name="鈴木 秀規" userId="f68c5fd9-22d5-4c0a-9833-7fb0f5135313" providerId="ADAL" clId="{1FFDFDEC-295D-434A-B582-72A8CC8A5E88}" dt="2021-01-14T02:00:56.108" v="167" actId="1038"/>
          <ac:picMkLst>
            <pc:docMk/>
            <pc:sldMk cId="2108988060" sldId="376"/>
            <ac:picMk id="9" creationId="{336C59ED-035D-4032-9BFD-BF65F969EDF1}"/>
          </ac:picMkLst>
        </pc:picChg>
        <pc:picChg chg="add mod">
          <ac:chgData name="鈴木 秀規" userId="f68c5fd9-22d5-4c0a-9833-7fb0f5135313" providerId="ADAL" clId="{1FFDFDEC-295D-434A-B582-72A8CC8A5E88}" dt="2021-01-14T02:00:56.108" v="167" actId="1038"/>
          <ac:picMkLst>
            <pc:docMk/>
            <pc:sldMk cId="2108988060" sldId="376"/>
            <ac:picMk id="10" creationId="{180159D8-3060-47E5-A3FF-F69BA91BCC65}"/>
          </ac:picMkLst>
        </pc:picChg>
        <pc:picChg chg="add mod">
          <ac:chgData name="鈴木 秀規" userId="f68c5fd9-22d5-4c0a-9833-7fb0f5135313" providerId="ADAL" clId="{1FFDFDEC-295D-434A-B582-72A8CC8A5E88}" dt="2021-01-14T02:00:56.108" v="167" actId="1038"/>
          <ac:picMkLst>
            <pc:docMk/>
            <pc:sldMk cId="2108988060" sldId="376"/>
            <ac:picMk id="11" creationId="{D0AA5A03-85CD-431A-AA28-AF9AF959A7D7}"/>
          </ac:picMkLst>
        </pc:picChg>
        <pc:picChg chg="add mod">
          <ac:chgData name="鈴木 秀規" userId="f68c5fd9-22d5-4c0a-9833-7fb0f5135313" providerId="ADAL" clId="{1FFDFDEC-295D-434A-B582-72A8CC8A5E88}" dt="2021-01-14T02:00:56.108" v="167" actId="1038"/>
          <ac:picMkLst>
            <pc:docMk/>
            <pc:sldMk cId="2108988060" sldId="376"/>
            <ac:picMk id="15" creationId="{80A29E5E-9321-468A-9CCA-AF71B189FBF3}"/>
          </ac:picMkLst>
        </pc:picChg>
        <pc:picChg chg="add mod">
          <ac:chgData name="鈴木 秀規" userId="f68c5fd9-22d5-4c0a-9833-7fb0f5135313" providerId="ADAL" clId="{1FFDFDEC-295D-434A-B582-72A8CC8A5E88}" dt="2021-01-14T02:00:56.108" v="167" actId="1038"/>
          <ac:picMkLst>
            <pc:docMk/>
            <pc:sldMk cId="2108988060" sldId="376"/>
            <ac:picMk id="17" creationId="{F611D90C-FAEF-4108-B794-0C74A595485A}"/>
          </ac:picMkLst>
        </pc:picChg>
        <pc:picChg chg="add mod">
          <ac:chgData name="鈴木 秀規" userId="f68c5fd9-22d5-4c0a-9833-7fb0f5135313" providerId="ADAL" clId="{1FFDFDEC-295D-434A-B582-72A8CC8A5E88}" dt="2021-01-14T02:00:56.108" v="167" actId="1038"/>
          <ac:picMkLst>
            <pc:docMk/>
            <pc:sldMk cId="2108988060" sldId="376"/>
            <ac:picMk id="19" creationId="{13B29F4B-524E-49F7-AB7F-930E08C2CCEC}"/>
          </ac:picMkLst>
        </pc:picChg>
        <pc:picChg chg="add mod">
          <ac:chgData name="鈴木 秀規" userId="f68c5fd9-22d5-4c0a-9833-7fb0f5135313" providerId="ADAL" clId="{1FFDFDEC-295D-434A-B582-72A8CC8A5E88}" dt="2021-01-14T02:00:56.108" v="167" actId="1038"/>
          <ac:picMkLst>
            <pc:docMk/>
            <pc:sldMk cId="2108988060" sldId="376"/>
            <ac:picMk id="20" creationId="{B096E803-6DF6-44E4-835A-4594EBFDE7DE}"/>
          </ac:picMkLst>
        </pc:picChg>
        <pc:cxnChg chg="add mod">
          <ac:chgData name="鈴木 秀規" userId="f68c5fd9-22d5-4c0a-9833-7fb0f5135313" providerId="ADAL" clId="{1FFDFDEC-295D-434A-B582-72A8CC8A5E88}" dt="2021-01-14T02:00:56.108" v="167" actId="1038"/>
          <ac:cxnSpMkLst>
            <pc:docMk/>
            <pc:sldMk cId="2108988060" sldId="376"/>
            <ac:cxnSpMk id="12" creationId="{9275C84D-51CF-4E43-9882-182A2890E520}"/>
          </ac:cxnSpMkLst>
        </pc:cxnChg>
        <pc:cxnChg chg="add mod">
          <ac:chgData name="鈴木 秀規" userId="f68c5fd9-22d5-4c0a-9833-7fb0f5135313" providerId="ADAL" clId="{1FFDFDEC-295D-434A-B582-72A8CC8A5E88}" dt="2021-01-14T02:00:56.108" v="167" actId="1038"/>
          <ac:cxnSpMkLst>
            <pc:docMk/>
            <pc:sldMk cId="2108988060" sldId="376"/>
            <ac:cxnSpMk id="13" creationId="{DF4E31EB-54A7-4852-8F50-0540BE9E3E92}"/>
          </ac:cxnSpMkLst>
        </pc:cxnChg>
        <pc:cxnChg chg="add mod">
          <ac:chgData name="鈴木 秀規" userId="f68c5fd9-22d5-4c0a-9833-7fb0f5135313" providerId="ADAL" clId="{1FFDFDEC-295D-434A-B582-72A8CC8A5E88}" dt="2021-01-14T02:00:56.108" v="167" actId="1038"/>
          <ac:cxnSpMkLst>
            <pc:docMk/>
            <pc:sldMk cId="2108988060" sldId="376"/>
            <ac:cxnSpMk id="14" creationId="{3756BD93-8BA4-4E4B-93AE-C0D53EC65ED2}"/>
          </ac:cxnSpMkLst>
        </pc:cxnChg>
        <pc:cxnChg chg="add mod">
          <ac:chgData name="鈴木 秀規" userId="f68c5fd9-22d5-4c0a-9833-7fb0f5135313" providerId="ADAL" clId="{1FFDFDEC-295D-434A-B582-72A8CC8A5E88}" dt="2021-01-14T02:00:56.108" v="167" actId="1038"/>
          <ac:cxnSpMkLst>
            <pc:docMk/>
            <pc:sldMk cId="2108988060" sldId="376"/>
            <ac:cxnSpMk id="16" creationId="{9361722C-727A-4C85-AFBE-03A5C414B66F}"/>
          </ac:cxnSpMkLst>
        </pc:cxnChg>
        <pc:cxnChg chg="add mod">
          <ac:chgData name="鈴木 秀規" userId="f68c5fd9-22d5-4c0a-9833-7fb0f5135313" providerId="ADAL" clId="{1FFDFDEC-295D-434A-B582-72A8CC8A5E88}" dt="2021-01-14T02:00:56.108" v="167" actId="1038"/>
          <ac:cxnSpMkLst>
            <pc:docMk/>
            <pc:sldMk cId="2108988060" sldId="376"/>
            <ac:cxnSpMk id="18" creationId="{7B9A898E-71D2-4F9C-9A94-21BFC2A57883}"/>
          </ac:cxnSpMkLst>
        </pc:cxnChg>
        <pc:cxnChg chg="add mod">
          <ac:chgData name="鈴木 秀規" userId="f68c5fd9-22d5-4c0a-9833-7fb0f5135313" providerId="ADAL" clId="{1FFDFDEC-295D-434A-B582-72A8CC8A5E88}" dt="2021-01-14T02:00:56.108" v="167" actId="1038"/>
          <ac:cxnSpMkLst>
            <pc:docMk/>
            <pc:sldMk cId="2108988060" sldId="376"/>
            <ac:cxnSpMk id="21" creationId="{DFB78371-7452-4CFF-828C-3F19969B1ECE}"/>
          </ac:cxnSpMkLst>
        </pc:cxnChg>
        <pc:cxnChg chg="add mod">
          <ac:chgData name="鈴木 秀規" userId="f68c5fd9-22d5-4c0a-9833-7fb0f5135313" providerId="ADAL" clId="{1FFDFDEC-295D-434A-B582-72A8CC8A5E88}" dt="2021-01-14T02:00:56.108" v="167" actId="1038"/>
          <ac:cxnSpMkLst>
            <pc:docMk/>
            <pc:sldMk cId="2108988060" sldId="376"/>
            <ac:cxnSpMk id="22" creationId="{B6B0AD38-13DB-41EA-9A1F-2C1952CFF914}"/>
          </ac:cxnSpMkLst>
        </pc:cxnChg>
      </pc:sldChg>
      <pc:sldChg chg="addSp modSp new mod">
        <pc:chgData name="鈴木 秀規" userId="f68c5fd9-22d5-4c0a-9833-7fb0f5135313" providerId="ADAL" clId="{1FFDFDEC-295D-434A-B582-72A8CC8A5E88}" dt="2021-01-14T02:02:38.621" v="211" actId="1076"/>
        <pc:sldMkLst>
          <pc:docMk/>
          <pc:sldMk cId="2720488262" sldId="376"/>
        </pc:sldMkLst>
        <pc:spChg chg="mod">
          <ac:chgData name="鈴木 秀規" userId="f68c5fd9-22d5-4c0a-9833-7fb0f5135313" providerId="ADAL" clId="{1FFDFDEC-295D-434A-B582-72A8CC8A5E88}" dt="2021-01-14T02:02:12.463" v="202" actId="20577"/>
          <ac:spMkLst>
            <pc:docMk/>
            <pc:sldMk cId="2720488262" sldId="376"/>
            <ac:spMk id="3" creationId="{7E76A76D-A4A9-46AF-854D-786E7BC777F0}"/>
          </ac:spMkLst>
        </pc:spChg>
        <pc:spChg chg="mod">
          <ac:chgData name="鈴木 秀規" userId="f68c5fd9-22d5-4c0a-9833-7fb0f5135313" providerId="ADAL" clId="{1FFDFDEC-295D-434A-B582-72A8CC8A5E88}" dt="2021-01-14T02:02:30.004" v="209" actId="207"/>
          <ac:spMkLst>
            <pc:docMk/>
            <pc:sldMk cId="2720488262" sldId="376"/>
            <ac:spMk id="5" creationId="{053BE284-A5FE-49E2-93EB-ED11556292A1}"/>
          </ac:spMkLst>
        </pc:spChg>
        <pc:spChg chg="add mod">
          <ac:chgData name="鈴木 秀規" userId="f68c5fd9-22d5-4c0a-9833-7fb0f5135313" providerId="ADAL" clId="{1FFDFDEC-295D-434A-B582-72A8CC8A5E88}" dt="2021-01-14T02:02:38.621" v="211" actId="1076"/>
          <ac:spMkLst>
            <pc:docMk/>
            <pc:sldMk cId="2720488262" sldId="376"/>
            <ac:spMk id="6" creationId="{3FDB19DB-E07E-4F5F-ADE2-8952BB7ABFD9}"/>
          </ac:spMkLst>
        </pc:spChg>
        <pc:spChg chg="add mod">
          <ac:chgData name="鈴木 秀規" userId="f68c5fd9-22d5-4c0a-9833-7fb0f5135313" providerId="ADAL" clId="{1FFDFDEC-295D-434A-B582-72A8CC8A5E88}" dt="2021-01-14T02:02:38.621" v="211" actId="1076"/>
          <ac:spMkLst>
            <pc:docMk/>
            <pc:sldMk cId="2720488262" sldId="376"/>
            <ac:spMk id="7" creationId="{7CF06173-29D3-4D35-835B-E0E1E7C5F04B}"/>
          </ac:spMkLst>
        </pc:spChg>
        <pc:spChg chg="add mod">
          <ac:chgData name="鈴木 秀規" userId="f68c5fd9-22d5-4c0a-9833-7fb0f5135313" providerId="ADAL" clId="{1FFDFDEC-295D-434A-B582-72A8CC8A5E88}" dt="2021-01-14T02:02:38.621" v="211" actId="1076"/>
          <ac:spMkLst>
            <pc:docMk/>
            <pc:sldMk cId="2720488262" sldId="376"/>
            <ac:spMk id="8" creationId="{E75346FE-F118-48D8-9BA4-5715319032B0}"/>
          </ac:spMkLst>
        </pc:spChg>
        <pc:spChg chg="add mod">
          <ac:chgData name="鈴木 秀規" userId="f68c5fd9-22d5-4c0a-9833-7fb0f5135313" providerId="ADAL" clId="{1FFDFDEC-295D-434A-B582-72A8CC8A5E88}" dt="2021-01-14T02:02:38.621" v="211" actId="1076"/>
          <ac:spMkLst>
            <pc:docMk/>
            <pc:sldMk cId="2720488262" sldId="376"/>
            <ac:spMk id="9" creationId="{CC214F5B-CCBE-4F4D-A63F-1C91155FD880}"/>
          </ac:spMkLst>
        </pc:spChg>
        <pc:spChg chg="add mod">
          <ac:chgData name="鈴木 秀規" userId="f68c5fd9-22d5-4c0a-9833-7fb0f5135313" providerId="ADAL" clId="{1FFDFDEC-295D-434A-B582-72A8CC8A5E88}" dt="2021-01-14T02:02:38.621" v="211" actId="1076"/>
          <ac:spMkLst>
            <pc:docMk/>
            <pc:sldMk cId="2720488262" sldId="376"/>
            <ac:spMk id="10" creationId="{4B8696C4-7CBC-49D4-BA27-0B15F1DA9A5A}"/>
          </ac:spMkLst>
        </pc:spChg>
        <pc:spChg chg="add mod">
          <ac:chgData name="鈴木 秀規" userId="f68c5fd9-22d5-4c0a-9833-7fb0f5135313" providerId="ADAL" clId="{1FFDFDEC-295D-434A-B582-72A8CC8A5E88}" dt="2021-01-14T02:02:38.621" v="211" actId="1076"/>
          <ac:spMkLst>
            <pc:docMk/>
            <pc:sldMk cId="2720488262" sldId="376"/>
            <ac:spMk id="11" creationId="{61531945-198A-4659-919F-54A6276F9688}"/>
          </ac:spMkLst>
        </pc:spChg>
        <pc:picChg chg="add mod">
          <ac:chgData name="鈴木 秀規" userId="f68c5fd9-22d5-4c0a-9833-7fb0f5135313" providerId="ADAL" clId="{1FFDFDEC-295D-434A-B582-72A8CC8A5E88}" dt="2021-01-14T02:02:38.621" v="211" actId="1076"/>
          <ac:picMkLst>
            <pc:docMk/>
            <pc:sldMk cId="2720488262" sldId="376"/>
            <ac:picMk id="12" creationId="{264B2629-3235-4C1F-81CC-0EB9738C6DF9}"/>
          </ac:picMkLst>
        </pc:picChg>
        <pc:picChg chg="add mod">
          <ac:chgData name="鈴木 秀規" userId="f68c5fd9-22d5-4c0a-9833-7fb0f5135313" providerId="ADAL" clId="{1FFDFDEC-295D-434A-B582-72A8CC8A5E88}" dt="2021-01-14T02:02:38.621" v="211" actId="1076"/>
          <ac:picMkLst>
            <pc:docMk/>
            <pc:sldMk cId="2720488262" sldId="376"/>
            <ac:picMk id="13" creationId="{07A0F9A4-F2B7-462B-87D6-F59F33309D73}"/>
          </ac:picMkLst>
        </pc:picChg>
        <pc:cxnChg chg="add mod">
          <ac:chgData name="鈴木 秀規" userId="f68c5fd9-22d5-4c0a-9833-7fb0f5135313" providerId="ADAL" clId="{1FFDFDEC-295D-434A-B582-72A8CC8A5E88}" dt="2021-01-14T02:02:38.621" v="211" actId="1076"/>
          <ac:cxnSpMkLst>
            <pc:docMk/>
            <pc:sldMk cId="2720488262" sldId="376"/>
            <ac:cxnSpMk id="14" creationId="{A021EA36-EAD1-413B-9C82-429596853257}"/>
          </ac:cxnSpMkLst>
        </pc:cxnChg>
        <pc:cxnChg chg="add mod">
          <ac:chgData name="鈴木 秀規" userId="f68c5fd9-22d5-4c0a-9833-7fb0f5135313" providerId="ADAL" clId="{1FFDFDEC-295D-434A-B582-72A8CC8A5E88}" dt="2021-01-14T02:02:38.621" v="211" actId="1076"/>
          <ac:cxnSpMkLst>
            <pc:docMk/>
            <pc:sldMk cId="2720488262" sldId="376"/>
            <ac:cxnSpMk id="15" creationId="{D5C25223-29DF-4B17-B420-0CB7560CD3AC}"/>
          </ac:cxnSpMkLst>
        </pc:cxnChg>
        <pc:cxnChg chg="add mod">
          <ac:chgData name="鈴木 秀規" userId="f68c5fd9-22d5-4c0a-9833-7fb0f5135313" providerId="ADAL" clId="{1FFDFDEC-295D-434A-B582-72A8CC8A5E88}" dt="2021-01-14T02:02:38.621" v="211" actId="1076"/>
          <ac:cxnSpMkLst>
            <pc:docMk/>
            <pc:sldMk cId="2720488262" sldId="376"/>
            <ac:cxnSpMk id="16" creationId="{24763586-9DAE-493B-8315-4FF9493818EE}"/>
          </ac:cxnSpMkLst>
        </pc:cxnChg>
        <pc:cxnChg chg="add mod">
          <ac:chgData name="鈴木 秀規" userId="f68c5fd9-22d5-4c0a-9833-7fb0f5135313" providerId="ADAL" clId="{1FFDFDEC-295D-434A-B582-72A8CC8A5E88}" dt="2021-01-14T02:02:38.621" v="211" actId="1076"/>
          <ac:cxnSpMkLst>
            <pc:docMk/>
            <pc:sldMk cId="2720488262" sldId="376"/>
            <ac:cxnSpMk id="17" creationId="{C098CE7A-3790-4DBB-B135-514F41130A01}"/>
          </ac:cxnSpMkLst>
        </pc:cxnChg>
      </pc:sldChg>
      <pc:sldChg chg="addSp delSp modSp new add del mod">
        <pc:chgData name="鈴木 秀規" userId="f68c5fd9-22d5-4c0a-9833-7fb0f5135313" providerId="ADAL" clId="{1FFDFDEC-295D-434A-B582-72A8CC8A5E88}" dt="2021-01-26T03:29:01.368" v="886" actId="14100"/>
        <pc:sldMkLst>
          <pc:docMk/>
          <pc:sldMk cId="3649920568" sldId="377"/>
        </pc:sldMkLst>
        <pc:spChg chg="mod">
          <ac:chgData name="鈴木 秀規" userId="f68c5fd9-22d5-4c0a-9833-7fb0f5135313" providerId="ADAL" clId="{1FFDFDEC-295D-434A-B582-72A8CC8A5E88}" dt="2021-01-14T02:03:05.174" v="223" actId="20577"/>
          <ac:spMkLst>
            <pc:docMk/>
            <pc:sldMk cId="3649920568" sldId="377"/>
            <ac:spMk id="3" creationId="{DF13203F-8593-420C-AE20-66E21972FB4D}"/>
          </ac:spMkLst>
        </pc:spChg>
        <pc:spChg chg="mod">
          <ac:chgData name="鈴木 秀規" userId="f68c5fd9-22d5-4c0a-9833-7fb0f5135313" providerId="ADAL" clId="{1FFDFDEC-295D-434A-B582-72A8CC8A5E88}" dt="2021-01-26T03:29:01.368" v="886" actId="14100"/>
          <ac:spMkLst>
            <pc:docMk/>
            <pc:sldMk cId="3649920568" sldId="377"/>
            <ac:spMk id="5" creationId="{63D511F6-27E6-40A2-9A93-B28B3EF22E08}"/>
          </ac:spMkLst>
        </pc:spChg>
        <pc:spChg chg="add del mod">
          <ac:chgData name="鈴木 秀規" userId="f68c5fd9-22d5-4c0a-9833-7fb0f5135313" providerId="ADAL" clId="{1FFDFDEC-295D-434A-B582-72A8CC8A5E88}" dt="2021-01-14T02:04:21.934" v="240" actId="478"/>
          <ac:spMkLst>
            <pc:docMk/>
            <pc:sldMk cId="3649920568" sldId="377"/>
            <ac:spMk id="6" creationId="{D2845405-5103-4C62-BB3C-E80E03C545AE}"/>
          </ac:spMkLst>
        </pc:spChg>
        <pc:spChg chg="add del mod">
          <ac:chgData name="鈴木 秀規" userId="f68c5fd9-22d5-4c0a-9833-7fb0f5135313" providerId="ADAL" clId="{1FFDFDEC-295D-434A-B582-72A8CC8A5E88}" dt="2021-01-14T02:04:21.934" v="240" actId="478"/>
          <ac:spMkLst>
            <pc:docMk/>
            <pc:sldMk cId="3649920568" sldId="377"/>
            <ac:spMk id="10" creationId="{E9941C32-1BEA-433B-B5DA-07AC1252A60F}"/>
          </ac:spMkLst>
        </pc:spChg>
        <pc:spChg chg="add del mod">
          <ac:chgData name="鈴木 秀規" userId="f68c5fd9-22d5-4c0a-9833-7fb0f5135313" providerId="ADAL" clId="{1FFDFDEC-295D-434A-B582-72A8CC8A5E88}" dt="2021-01-14T02:04:21.934" v="240" actId="478"/>
          <ac:spMkLst>
            <pc:docMk/>
            <pc:sldMk cId="3649920568" sldId="377"/>
            <ac:spMk id="13" creationId="{D98634BF-B3C5-4EDA-96E5-D352230508C6}"/>
          </ac:spMkLst>
        </pc:spChg>
        <pc:spChg chg="add del mod">
          <ac:chgData name="鈴木 秀規" userId="f68c5fd9-22d5-4c0a-9833-7fb0f5135313" providerId="ADAL" clId="{1FFDFDEC-295D-434A-B582-72A8CC8A5E88}" dt="2021-01-14T02:04:21.934" v="240" actId="478"/>
          <ac:spMkLst>
            <pc:docMk/>
            <pc:sldMk cId="3649920568" sldId="377"/>
            <ac:spMk id="14" creationId="{150B9EE1-73C9-4075-9A0E-D054ABA7F56A}"/>
          </ac:spMkLst>
        </pc:spChg>
        <pc:spChg chg="add del mod">
          <ac:chgData name="鈴木 秀規" userId="f68c5fd9-22d5-4c0a-9833-7fb0f5135313" providerId="ADAL" clId="{1FFDFDEC-295D-434A-B582-72A8CC8A5E88}" dt="2021-01-14T02:04:21.934" v="240" actId="478"/>
          <ac:spMkLst>
            <pc:docMk/>
            <pc:sldMk cId="3649920568" sldId="377"/>
            <ac:spMk id="16" creationId="{5E32583E-40E0-42F7-8034-4FFF71881D5C}"/>
          </ac:spMkLst>
        </pc:spChg>
        <pc:spChg chg="add del mod">
          <ac:chgData name="鈴木 秀規" userId="f68c5fd9-22d5-4c0a-9833-7fb0f5135313" providerId="ADAL" clId="{1FFDFDEC-295D-434A-B582-72A8CC8A5E88}" dt="2021-01-14T02:04:21.934" v="240" actId="478"/>
          <ac:spMkLst>
            <pc:docMk/>
            <pc:sldMk cId="3649920568" sldId="377"/>
            <ac:spMk id="17" creationId="{CF346F72-7AFE-4925-93DC-FDD7E804143F}"/>
          </ac:spMkLst>
        </pc:spChg>
        <pc:spChg chg="add del mod">
          <ac:chgData name="鈴木 秀規" userId="f68c5fd9-22d5-4c0a-9833-7fb0f5135313" providerId="ADAL" clId="{1FFDFDEC-295D-434A-B582-72A8CC8A5E88}" dt="2021-01-14T02:04:21.934" v="240" actId="478"/>
          <ac:spMkLst>
            <pc:docMk/>
            <pc:sldMk cId="3649920568" sldId="377"/>
            <ac:spMk id="20" creationId="{E9152E8C-4229-44F2-9DC1-CDC1BA9A5AD2}"/>
          </ac:spMkLst>
        </pc:spChg>
        <pc:spChg chg="add del mod">
          <ac:chgData name="鈴木 秀規" userId="f68c5fd9-22d5-4c0a-9833-7fb0f5135313" providerId="ADAL" clId="{1FFDFDEC-295D-434A-B582-72A8CC8A5E88}" dt="2021-01-14T02:04:21.934" v="240" actId="478"/>
          <ac:spMkLst>
            <pc:docMk/>
            <pc:sldMk cId="3649920568" sldId="377"/>
            <ac:spMk id="21" creationId="{05EAAF42-2527-44E6-9B7A-D3034CE102CC}"/>
          </ac:spMkLst>
        </pc:spChg>
        <pc:spChg chg="add del mod">
          <ac:chgData name="鈴木 秀規" userId="f68c5fd9-22d5-4c0a-9833-7fb0f5135313" providerId="ADAL" clId="{1FFDFDEC-295D-434A-B582-72A8CC8A5E88}" dt="2021-01-14T02:04:21.934" v="240" actId="478"/>
          <ac:spMkLst>
            <pc:docMk/>
            <pc:sldMk cId="3649920568" sldId="377"/>
            <ac:spMk id="22" creationId="{8A3C8E80-DD1C-4652-B997-D788E663BEE4}"/>
          </ac:spMkLst>
        </pc:spChg>
        <pc:spChg chg="add del mod">
          <ac:chgData name="鈴木 秀規" userId="f68c5fd9-22d5-4c0a-9833-7fb0f5135313" providerId="ADAL" clId="{1FFDFDEC-295D-434A-B582-72A8CC8A5E88}" dt="2021-01-14T02:04:21.934" v="240" actId="478"/>
          <ac:spMkLst>
            <pc:docMk/>
            <pc:sldMk cId="3649920568" sldId="377"/>
            <ac:spMk id="23" creationId="{8B17CD57-67F5-4E8B-9C1D-455AF85951A9}"/>
          </ac:spMkLst>
        </pc:spChg>
        <pc:spChg chg="add del mod">
          <ac:chgData name="鈴木 秀規" userId="f68c5fd9-22d5-4c0a-9833-7fb0f5135313" providerId="ADAL" clId="{1FFDFDEC-295D-434A-B582-72A8CC8A5E88}" dt="2021-01-14T02:04:21.934" v="240" actId="478"/>
          <ac:spMkLst>
            <pc:docMk/>
            <pc:sldMk cId="3649920568" sldId="377"/>
            <ac:spMk id="24" creationId="{0AA6CF66-5F0A-4C62-8899-D61D2AA31212}"/>
          </ac:spMkLst>
        </pc:spChg>
        <pc:spChg chg="add del mod">
          <ac:chgData name="鈴木 秀規" userId="f68c5fd9-22d5-4c0a-9833-7fb0f5135313" providerId="ADAL" clId="{1FFDFDEC-295D-434A-B582-72A8CC8A5E88}" dt="2021-01-14T02:04:21.934" v="240" actId="478"/>
          <ac:spMkLst>
            <pc:docMk/>
            <pc:sldMk cId="3649920568" sldId="377"/>
            <ac:spMk id="25" creationId="{A13B0CD3-F44A-4B4E-93FB-112CBFC0E562}"/>
          </ac:spMkLst>
        </pc:spChg>
        <pc:spChg chg="add del mod">
          <ac:chgData name="鈴木 秀規" userId="f68c5fd9-22d5-4c0a-9833-7fb0f5135313" providerId="ADAL" clId="{1FFDFDEC-295D-434A-B582-72A8CC8A5E88}" dt="2021-01-14T02:04:21.934" v="240" actId="478"/>
          <ac:spMkLst>
            <pc:docMk/>
            <pc:sldMk cId="3649920568" sldId="377"/>
            <ac:spMk id="26" creationId="{BF42F3B7-1C69-4091-AFEA-40E9B9421075}"/>
          </ac:spMkLst>
        </pc:spChg>
        <pc:spChg chg="add del mod">
          <ac:chgData name="鈴木 秀規" userId="f68c5fd9-22d5-4c0a-9833-7fb0f5135313" providerId="ADAL" clId="{1FFDFDEC-295D-434A-B582-72A8CC8A5E88}" dt="2021-01-14T02:05:27.788" v="286" actId="478"/>
          <ac:spMkLst>
            <pc:docMk/>
            <pc:sldMk cId="3649920568" sldId="377"/>
            <ac:spMk id="30" creationId="{0B4F687E-D4E0-4135-AC7C-527281EC3D14}"/>
          </ac:spMkLst>
        </pc:spChg>
        <pc:spChg chg="add mod">
          <ac:chgData name="鈴木 秀規" userId="f68c5fd9-22d5-4c0a-9833-7fb0f5135313" providerId="ADAL" clId="{1FFDFDEC-295D-434A-B582-72A8CC8A5E88}" dt="2021-01-14T03:36:28.590" v="767" actId="20577"/>
          <ac:spMkLst>
            <pc:docMk/>
            <pc:sldMk cId="3649920568" sldId="377"/>
            <ac:spMk id="31" creationId="{FFC60DF4-583B-4EF1-886C-A29A4130BA29}"/>
          </ac:spMkLst>
        </pc:spChg>
        <pc:spChg chg="add del mod">
          <ac:chgData name="鈴木 秀規" userId="f68c5fd9-22d5-4c0a-9833-7fb0f5135313" providerId="ADAL" clId="{1FFDFDEC-295D-434A-B582-72A8CC8A5E88}" dt="2021-01-14T02:16:36.835" v="446" actId="1076"/>
          <ac:spMkLst>
            <pc:docMk/>
            <pc:sldMk cId="3649920568" sldId="377"/>
            <ac:spMk id="34" creationId="{8F2C3383-3D92-46AC-BD0E-043B93B52929}"/>
          </ac:spMkLst>
        </pc:spChg>
        <pc:spChg chg="add del mod">
          <ac:chgData name="鈴木 秀規" userId="f68c5fd9-22d5-4c0a-9833-7fb0f5135313" providerId="ADAL" clId="{1FFDFDEC-295D-434A-B582-72A8CC8A5E88}" dt="2021-01-14T02:06:26.115" v="302" actId="478"/>
          <ac:spMkLst>
            <pc:docMk/>
            <pc:sldMk cId="3649920568" sldId="377"/>
            <ac:spMk id="35" creationId="{C69D6D9F-3157-4061-9774-8F87C0A7A76D}"/>
          </ac:spMkLst>
        </pc:spChg>
        <pc:spChg chg="add del mod">
          <ac:chgData name="鈴木 秀規" userId="f68c5fd9-22d5-4c0a-9833-7fb0f5135313" providerId="ADAL" clId="{1FFDFDEC-295D-434A-B582-72A8CC8A5E88}" dt="2021-01-14T02:16:31.942" v="445" actId="478"/>
          <ac:spMkLst>
            <pc:docMk/>
            <pc:sldMk cId="3649920568" sldId="377"/>
            <ac:spMk id="46" creationId="{F67477F8-6865-4B2A-A073-E83E5CC25623}"/>
          </ac:spMkLst>
        </pc:spChg>
        <pc:spChg chg="add del mod">
          <ac:chgData name="鈴木 秀規" userId="f68c5fd9-22d5-4c0a-9833-7fb0f5135313" providerId="ADAL" clId="{1FFDFDEC-295D-434A-B582-72A8CC8A5E88}" dt="2021-01-14T02:16:31.942" v="445" actId="478"/>
          <ac:spMkLst>
            <pc:docMk/>
            <pc:sldMk cId="3649920568" sldId="377"/>
            <ac:spMk id="47" creationId="{BB6E310E-301D-4047-8904-D7EA81227523}"/>
          </ac:spMkLst>
        </pc:spChg>
        <pc:spChg chg="add del mod">
          <ac:chgData name="鈴木 秀規" userId="f68c5fd9-22d5-4c0a-9833-7fb0f5135313" providerId="ADAL" clId="{1FFDFDEC-295D-434A-B582-72A8CC8A5E88}" dt="2021-01-14T02:16:01.629" v="442" actId="478"/>
          <ac:spMkLst>
            <pc:docMk/>
            <pc:sldMk cId="3649920568" sldId="377"/>
            <ac:spMk id="48" creationId="{BF786DD5-0EB2-4730-B00E-F22341692CD7}"/>
          </ac:spMkLst>
        </pc:spChg>
        <pc:spChg chg="add del mod">
          <ac:chgData name="鈴木 秀規" userId="f68c5fd9-22d5-4c0a-9833-7fb0f5135313" providerId="ADAL" clId="{1FFDFDEC-295D-434A-B582-72A8CC8A5E88}" dt="2021-01-14T02:16:01.629" v="442" actId="478"/>
          <ac:spMkLst>
            <pc:docMk/>
            <pc:sldMk cId="3649920568" sldId="377"/>
            <ac:spMk id="49" creationId="{77CA64BB-7E63-4245-8D28-F37677F8555D}"/>
          </ac:spMkLst>
        </pc:spChg>
        <pc:spChg chg="add del mod">
          <ac:chgData name="鈴木 秀規" userId="f68c5fd9-22d5-4c0a-9833-7fb0f5135313" providerId="ADAL" clId="{1FFDFDEC-295D-434A-B582-72A8CC8A5E88}" dt="2021-01-14T02:16:01.629" v="442" actId="478"/>
          <ac:spMkLst>
            <pc:docMk/>
            <pc:sldMk cId="3649920568" sldId="377"/>
            <ac:spMk id="50" creationId="{0A739127-191F-4C4F-8FF6-7AD938954C7B}"/>
          </ac:spMkLst>
        </pc:spChg>
        <pc:spChg chg="add del mod">
          <ac:chgData name="鈴木 秀規" userId="f68c5fd9-22d5-4c0a-9833-7fb0f5135313" providerId="ADAL" clId="{1FFDFDEC-295D-434A-B582-72A8CC8A5E88}" dt="2021-01-14T02:16:01.629" v="442" actId="478"/>
          <ac:spMkLst>
            <pc:docMk/>
            <pc:sldMk cId="3649920568" sldId="377"/>
            <ac:spMk id="51" creationId="{BAAC543E-D653-406C-BC24-004A738F98DF}"/>
          </ac:spMkLst>
        </pc:spChg>
        <pc:spChg chg="add mod">
          <ac:chgData name="鈴木 秀規" userId="f68c5fd9-22d5-4c0a-9833-7fb0f5135313" providerId="ADAL" clId="{1FFDFDEC-295D-434A-B582-72A8CC8A5E88}" dt="2021-01-14T02:11:52.343" v="379" actId="1076"/>
          <ac:spMkLst>
            <pc:docMk/>
            <pc:sldMk cId="3649920568" sldId="377"/>
            <ac:spMk id="52" creationId="{9FD0A5F7-3C21-449A-86AA-27C6C68FBB14}"/>
          </ac:spMkLst>
        </pc:spChg>
        <pc:spChg chg="add del mod">
          <ac:chgData name="鈴木 秀規" userId="f68c5fd9-22d5-4c0a-9833-7fb0f5135313" providerId="ADAL" clId="{1FFDFDEC-295D-434A-B582-72A8CC8A5E88}" dt="2021-01-14T02:16:01.629" v="442" actId="478"/>
          <ac:spMkLst>
            <pc:docMk/>
            <pc:sldMk cId="3649920568" sldId="377"/>
            <ac:spMk id="61" creationId="{83D46220-ADF8-4081-A483-E5B7CD8BA853}"/>
          </ac:spMkLst>
        </pc:spChg>
        <pc:spChg chg="add del mod">
          <ac:chgData name="鈴木 秀規" userId="f68c5fd9-22d5-4c0a-9833-7fb0f5135313" providerId="ADAL" clId="{1FFDFDEC-295D-434A-B582-72A8CC8A5E88}" dt="2021-01-14T02:16:01.629" v="442" actId="478"/>
          <ac:spMkLst>
            <pc:docMk/>
            <pc:sldMk cId="3649920568" sldId="377"/>
            <ac:spMk id="62" creationId="{D6CA32A0-C620-4951-966F-93FC0AB160BD}"/>
          </ac:spMkLst>
        </pc:spChg>
        <pc:spChg chg="add del mod">
          <ac:chgData name="鈴木 秀規" userId="f68c5fd9-22d5-4c0a-9833-7fb0f5135313" providerId="ADAL" clId="{1FFDFDEC-295D-434A-B582-72A8CC8A5E88}" dt="2021-01-14T02:19:36.642" v="496" actId="478"/>
          <ac:spMkLst>
            <pc:docMk/>
            <pc:sldMk cId="3649920568" sldId="377"/>
            <ac:spMk id="66" creationId="{E2C49944-ACA2-4A58-B0E5-0D3B7E65719E}"/>
          </ac:spMkLst>
        </pc:spChg>
        <pc:spChg chg="add mod">
          <ac:chgData name="鈴木 秀規" userId="f68c5fd9-22d5-4c0a-9833-7fb0f5135313" providerId="ADAL" clId="{1FFDFDEC-295D-434A-B582-72A8CC8A5E88}" dt="2021-01-14T02:21:14.524" v="523" actId="207"/>
          <ac:spMkLst>
            <pc:docMk/>
            <pc:sldMk cId="3649920568" sldId="377"/>
            <ac:spMk id="67" creationId="{0671154F-E1FA-4A93-B4CE-E5911A6852BA}"/>
          </ac:spMkLst>
        </pc:spChg>
        <pc:spChg chg="add mod">
          <ac:chgData name="鈴木 秀規" userId="f68c5fd9-22d5-4c0a-9833-7fb0f5135313" providerId="ADAL" clId="{1FFDFDEC-295D-434A-B582-72A8CC8A5E88}" dt="2021-01-14T02:22:21.665" v="553" actId="14100"/>
          <ac:spMkLst>
            <pc:docMk/>
            <pc:sldMk cId="3649920568" sldId="377"/>
            <ac:spMk id="68" creationId="{A3733B56-91A6-4B5A-8E5E-C9331ECCCC0B}"/>
          </ac:spMkLst>
        </pc:spChg>
        <pc:spChg chg="add mod">
          <ac:chgData name="鈴木 秀規" userId="f68c5fd9-22d5-4c0a-9833-7fb0f5135313" providerId="ADAL" clId="{1FFDFDEC-295D-434A-B582-72A8CC8A5E88}" dt="2021-01-14T02:22:32.890" v="556" actId="1035"/>
          <ac:spMkLst>
            <pc:docMk/>
            <pc:sldMk cId="3649920568" sldId="377"/>
            <ac:spMk id="69" creationId="{5E42E419-B13D-4016-8238-7F4799B6EB23}"/>
          </ac:spMkLst>
        </pc:spChg>
        <pc:spChg chg="add del mod">
          <ac:chgData name="鈴木 秀規" userId="f68c5fd9-22d5-4c0a-9833-7fb0f5135313" providerId="ADAL" clId="{1FFDFDEC-295D-434A-B582-72A8CC8A5E88}" dt="2021-01-14T03:36:49.050" v="769" actId="478"/>
          <ac:spMkLst>
            <pc:docMk/>
            <pc:sldMk cId="3649920568" sldId="377"/>
            <ac:spMk id="70" creationId="{75EE7C32-A449-48C9-858A-29C1A72E0B2F}"/>
          </ac:spMkLst>
        </pc:spChg>
        <pc:grpChg chg="add mod">
          <ac:chgData name="鈴木 秀規" userId="f68c5fd9-22d5-4c0a-9833-7fb0f5135313" providerId="ADAL" clId="{1FFDFDEC-295D-434A-B582-72A8CC8A5E88}" dt="2021-01-14T02:16:43.606" v="449" actId="1076"/>
          <ac:grpSpMkLst>
            <pc:docMk/>
            <pc:sldMk cId="3649920568" sldId="377"/>
            <ac:grpSpMk id="32" creationId="{A6E6B39E-1581-4318-9C25-C50545DCF6E5}"/>
          </ac:grpSpMkLst>
        </pc:grpChg>
        <pc:grpChg chg="add del mod">
          <ac:chgData name="鈴木 秀規" userId="f68c5fd9-22d5-4c0a-9833-7fb0f5135313" providerId="ADAL" clId="{1FFDFDEC-295D-434A-B582-72A8CC8A5E88}" dt="2021-01-14T02:16:01.629" v="442" actId="478"/>
          <ac:grpSpMkLst>
            <pc:docMk/>
            <pc:sldMk cId="3649920568" sldId="377"/>
            <ac:grpSpMk id="54" creationId="{D4036D75-2FD5-461E-A87F-4C388D4052D0}"/>
          </ac:grpSpMkLst>
        </pc:grpChg>
        <pc:picChg chg="add del mod">
          <ac:chgData name="鈴木 秀規" userId="f68c5fd9-22d5-4c0a-9833-7fb0f5135313" providerId="ADAL" clId="{1FFDFDEC-295D-434A-B582-72A8CC8A5E88}" dt="2021-01-14T02:04:21.934" v="240" actId="478"/>
          <ac:picMkLst>
            <pc:docMk/>
            <pc:sldMk cId="3649920568" sldId="377"/>
            <ac:picMk id="7" creationId="{E20396D6-2E5A-4A3C-866A-3EDECF145E1F}"/>
          </ac:picMkLst>
        </pc:picChg>
        <pc:picChg chg="add del mod">
          <ac:chgData name="鈴木 秀規" userId="f68c5fd9-22d5-4c0a-9833-7fb0f5135313" providerId="ADAL" clId="{1FFDFDEC-295D-434A-B582-72A8CC8A5E88}" dt="2021-01-14T02:04:21.934" v="240" actId="478"/>
          <ac:picMkLst>
            <pc:docMk/>
            <pc:sldMk cId="3649920568" sldId="377"/>
            <ac:picMk id="8" creationId="{E560B7DF-E113-4E23-B6A5-CAD857447DB8}"/>
          </ac:picMkLst>
        </pc:picChg>
        <pc:picChg chg="add del mod">
          <ac:chgData name="鈴木 秀規" userId="f68c5fd9-22d5-4c0a-9833-7fb0f5135313" providerId="ADAL" clId="{1FFDFDEC-295D-434A-B582-72A8CC8A5E88}" dt="2021-01-14T02:04:21.934" v="240" actId="478"/>
          <ac:picMkLst>
            <pc:docMk/>
            <pc:sldMk cId="3649920568" sldId="377"/>
            <ac:picMk id="9" creationId="{B194A6BA-DF1B-426E-9CDD-97A45AC51E7D}"/>
          </ac:picMkLst>
        </pc:picChg>
        <pc:picChg chg="add del mod">
          <ac:chgData name="鈴木 秀規" userId="f68c5fd9-22d5-4c0a-9833-7fb0f5135313" providerId="ADAL" clId="{1FFDFDEC-295D-434A-B582-72A8CC8A5E88}" dt="2021-01-14T02:04:21.934" v="240" actId="478"/>
          <ac:picMkLst>
            <pc:docMk/>
            <pc:sldMk cId="3649920568" sldId="377"/>
            <ac:picMk id="15" creationId="{7F2FFC44-3FB7-42E8-880F-3FA0352F329F}"/>
          </ac:picMkLst>
        </pc:picChg>
        <pc:picChg chg="add mod">
          <ac:chgData name="鈴木 秀規" userId="f68c5fd9-22d5-4c0a-9833-7fb0f5135313" providerId="ADAL" clId="{1FFDFDEC-295D-434A-B582-72A8CC8A5E88}" dt="2021-01-14T02:05:34.524" v="287" actId="164"/>
          <ac:picMkLst>
            <pc:docMk/>
            <pc:sldMk cId="3649920568" sldId="377"/>
            <ac:picMk id="27" creationId="{E93CA468-4AE8-485A-AB76-A2D114168246}"/>
          </ac:picMkLst>
        </pc:picChg>
        <pc:picChg chg="add mod">
          <ac:chgData name="鈴木 秀規" userId="f68c5fd9-22d5-4c0a-9833-7fb0f5135313" providerId="ADAL" clId="{1FFDFDEC-295D-434A-B582-72A8CC8A5E88}" dt="2021-01-14T02:05:34.524" v="287" actId="164"/>
          <ac:picMkLst>
            <pc:docMk/>
            <pc:sldMk cId="3649920568" sldId="377"/>
            <ac:picMk id="28" creationId="{AD28C022-22D5-4A58-AFE7-972EB062E364}"/>
          </ac:picMkLst>
        </pc:picChg>
        <pc:picChg chg="add mod">
          <ac:chgData name="鈴木 秀規" userId="f68c5fd9-22d5-4c0a-9833-7fb0f5135313" providerId="ADAL" clId="{1FFDFDEC-295D-434A-B582-72A8CC8A5E88}" dt="2021-01-14T02:05:34.524" v="287" actId="164"/>
          <ac:picMkLst>
            <pc:docMk/>
            <pc:sldMk cId="3649920568" sldId="377"/>
            <ac:picMk id="29" creationId="{9D45EBC1-DEE0-40E3-A104-46EB8914BDF4}"/>
          </ac:picMkLst>
        </pc:picChg>
        <pc:picChg chg="add del mod ord">
          <ac:chgData name="鈴木 秀規" userId="f68c5fd9-22d5-4c0a-9833-7fb0f5135313" providerId="ADAL" clId="{1FFDFDEC-295D-434A-B582-72A8CC8A5E88}" dt="2021-01-14T02:16:36.835" v="446" actId="1076"/>
          <ac:picMkLst>
            <pc:docMk/>
            <pc:sldMk cId="3649920568" sldId="377"/>
            <ac:picMk id="33" creationId="{0E9D1243-8407-457A-82BD-F88B5BBECD23}"/>
          </ac:picMkLst>
        </pc:picChg>
        <pc:picChg chg="add mod">
          <ac:chgData name="鈴木 秀規" userId="f68c5fd9-22d5-4c0a-9833-7fb0f5135313" providerId="ADAL" clId="{1FFDFDEC-295D-434A-B582-72A8CC8A5E88}" dt="2021-01-14T02:11:52.343" v="379" actId="1076"/>
          <ac:picMkLst>
            <pc:docMk/>
            <pc:sldMk cId="3649920568" sldId="377"/>
            <ac:picMk id="53" creationId="{0A86E771-969C-4F01-BFA0-1B211831F160}"/>
          </ac:picMkLst>
        </pc:picChg>
        <pc:cxnChg chg="add del mod">
          <ac:chgData name="鈴木 秀規" userId="f68c5fd9-22d5-4c0a-9833-7fb0f5135313" providerId="ADAL" clId="{1FFDFDEC-295D-434A-B582-72A8CC8A5E88}" dt="2021-01-14T02:04:21.934" v="240" actId="478"/>
          <ac:cxnSpMkLst>
            <pc:docMk/>
            <pc:sldMk cId="3649920568" sldId="377"/>
            <ac:cxnSpMk id="11" creationId="{0483F4C0-0407-44D3-A78F-49E51B86787C}"/>
          </ac:cxnSpMkLst>
        </pc:cxnChg>
        <pc:cxnChg chg="add del mod">
          <ac:chgData name="鈴木 秀規" userId="f68c5fd9-22d5-4c0a-9833-7fb0f5135313" providerId="ADAL" clId="{1FFDFDEC-295D-434A-B582-72A8CC8A5E88}" dt="2021-01-14T02:04:21.934" v="240" actId="478"/>
          <ac:cxnSpMkLst>
            <pc:docMk/>
            <pc:sldMk cId="3649920568" sldId="377"/>
            <ac:cxnSpMk id="12" creationId="{2E04BDFF-7969-411B-93A0-D8331BA8189C}"/>
          </ac:cxnSpMkLst>
        </pc:cxnChg>
        <pc:cxnChg chg="add del mod">
          <ac:chgData name="鈴木 秀規" userId="f68c5fd9-22d5-4c0a-9833-7fb0f5135313" providerId="ADAL" clId="{1FFDFDEC-295D-434A-B582-72A8CC8A5E88}" dt="2021-01-14T02:04:21.934" v="240" actId="478"/>
          <ac:cxnSpMkLst>
            <pc:docMk/>
            <pc:sldMk cId="3649920568" sldId="377"/>
            <ac:cxnSpMk id="18" creationId="{1C833306-77D8-44F7-AB46-81396D7788AF}"/>
          </ac:cxnSpMkLst>
        </pc:cxnChg>
        <pc:cxnChg chg="add del mod">
          <ac:chgData name="鈴木 秀規" userId="f68c5fd9-22d5-4c0a-9833-7fb0f5135313" providerId="ADAL" clId="{1FFDFDEC-295D-434A-B582-72A8CC8A5E88}" dt="2021-01-14T02:04:21.934" v="240" actId="478"/>
          <ac:cxnSpMkLst>
            <pc:docMk/>
            <pc:sldMk cId="3649920568" sldId="377"/>
            <ac:cxnSpMk id="19" creationId="{2B632CD0-09BA-467C-8CA1-BF1493109906}"/>
          </ac:cxnSpMkLst>
        </pc:cxnChg>
        <pc:cxnChg chg="add del mod">
          <ac:chgData name="鈴木 秀規" userId="f68c5fd9-22d5-4c0a-9833-7fb0f5135313" providerId="ADAL" clId="{1FFDFDEC-295D-434A-B582-72A8CC8A5E88}" dt="2021-01-14T02:16:31.942" v="445" actId="478"/>
          <ac:cxnSpMkLst>
            <pc:docMk/>
            <pc:sldMk cId="3649920568" sldId="377"/>
            <ac:cxnSpMk id="36" creationId="{AD6D5368-C535-4AA1-ADF8-B5E214C9BE42}"/>
          </ac:cxnSpMkLst>
        </pc:cxnChg>
        <pc:cxnChg chg="add del mod">
          <ac:chgData name="鈴木 秀規" userId="f68c5fd9-22d5-4c0a-9833-7fb0f5135313" providerId="ADAL" clId="{1FFDFDEC-295D-434A-B582-72A8CC8A5E88}" dt="2021-01-14T02:16:31.942" v="445" actId="478"/>
          <ac:cxnSpMkLst>
            <pc:docMk/>
            <pc:sldMk cId="3649920568" sldId="377"/>
            <ac:cxnSpMk id="41" creationId="{58F1D3BC-BF7A-4996-B9E2-60AA8D6F04E3}"/>
          </ac:cxnSpMkLst>
        </pc:cxnChg>
        <pc:cxnChg chg="add del mod">
          <ac:chgData name="鈴木 秀規" userId="f68c5fd9-22d5-4c0a-9833-7fb0f5135313" providerId="ADAL" clId="{1FFDFDEC-295D-434A-B582-72A8CC8A5E88}" dt="2021-01-14T02:16:01.629" v="442" actId="478"/>
          <ac:cxnSpMkLst>
            <pc:docMk/>
            <pc:sldMk cId="3649920568" sldId="377"/>
            <ac:cxnSpMk id="55" creationId="{BAEC9F89-E461-491B-94AE-A27E46E881FD}"/>
          </ac:cxnSpMkLst>
        </pc:cxnChg>
        <pc:cxnChg chg="add del mod">
          <ac:chgData name="鈴木 秀規" userId="f68c5fd9-22d5-4c0a-9833-7fb0f5135313" providerId="ADAL" clId="{1FFDFDEC-295D-434A-B582-72A8CC8A5E88}" dt="2021-01-14T02:16:01.629" v="442" actId="478"/>
          <ac:cxnSpMkLst>
            <pc:docMk/>
            <pc:sldMk cId="3649920568" sldId="377"/>
            <ac:cxnSpMk id="58" creationId="{410B3091-C760-4FE8-B549-D0650C6C8145}"/>
          </ac:cxnSpMkLst>
        </pc:cxnChg>
        <pc:cxnChg chg="add mod">
          <ac:chgData name="鈴木 秀規" userId="f68c5fd9-22d5-4c0a-9833-7fb0f5135313" providerId="ADAL" clId="{1FFDFDEC-295D-434A-B582-72A8CC8A5E88}" dt="2021-01-14T02:17:40.921" v="469" actId="1038"/>
          <ac:cxnSpMkLst>
            <pc:docMk/>
            <pc:sldMk cId="3649920568" sldId="377"/>
            <ac:cxnSpMk id="64" creationId="{100ADEA5-B42F-4347-9286-D7704FC7BE9D}"/>
          </ac:cxnSpMkLst>
        </pc:cxnChg>
        <pc:cxnChg chg="add del mod">
          <ac:chgData name="鈴木 秀規" userId="f68c5fd9-22d5-4c0a-9833-7fb0f5135313" providerId="ADAL" clId="{1FFDFDEC-295D-434A-B582-72A8CC8A5E88}" dt="2021-01-14T03:36:49.050" v="769" actId="478"/>
          <ac:cxnSpMkLst>
            <pc:docMk/>
            <pc:sldMk cId="3649920568" sldId="377"/>
            <ac:cxnSpMk id="65" creationId="{161C3D35-36D5-4C34-A872-287438D6956F}"/>
          </ac:cxnSpMkLst>
        </pc:cxnChg>
      </pc:sldChg>
      <pc:sldChg chg="delSp modSp add del mod">
        <pc:chgData name="鈴木 秀規" userId="f68c5fd9-22d5-4c0a-9833-7fb0f5135313" providerId="ADAL" clId="{1FFDFDEC-295D-434A-B582-72A8CC8A5E88}" dt="2021-01-14T02:29:25.757" v="739" actId="47"/>
        <pc:sldMkLst>
          <pc:docMk/>
          <pc:sldMk cId="2320012680" sldId="378"/>
        </pc:sldMkLst>
        <pc:spChg chg="mod">
          <ac:chgData name="鈴木 秀規" userId="f68c5fd9-22d5-4c0a-9833-7fb0f5135313" providerId="ADAL" clId="{1FFDFDEC-295D-434A-B582-72A8CC8A5E88}" dt="2021-01-14T02:14:54.356" v="440" actId="20577"/>
          <ac:spMkLst>
            <pc:docMk/>
            <pc:sldMk cId="2320012680" sldId="378"/>
            <ac:spMk id="3" creationId="{DF13203F-8593-420C-AE20-66E21972FB4D}"/>
          </ac:spMkLst>
        </pc:spChg>
        <pc:spChg chg="del">
          <ac:chgData name="鈴木 秀規" userId="f68c5fd9-22d5-4c0a-9833-7fb0f5135313" providerId="ADAL" clId="{1FFDFDEC-295D-434A-B582-72A8CC8A5E88}" dt="2021-01-14T02:22:56.356" v="557" actId="478"/>
          <ac:spMkLst>
            <pc:docMk/>
            <pc:sldMk cId="2320012680" sldId="378"/>
            <ac:spMk id="31" creationId="{FFC60DF4-583B-4EF1-886C-A29A4130BA29}"/>
          </ac:spMkLst>
        </pc:spChg>
        <pc:spChg chg="del">
          <ac:chgData name="鈴木 秀規" userId="f68c5fd9-22d5-4c0a-9833-7fb0f5135313" providerId="ADAL" clId="{1FFDFDEC-295D-434A-B582-72A8CC8A5E88}" dt="2021-01-14T02:22:56.356" v="557" actId="478"/>
          <ac:spMkLst>
            <pc:docMk/>
            <pc:sldMk cId="2320012680" sldId="378"/>
            <ac:spMk id="34" creationId="{8F2C3383-3D92-46AC-BD0E-043B93B52929}"/>
          </ac:spMkLst>
        </pc:spChg>
        <pc:spChg chg="del">
          <ac:chgData name="鈴木 秀規" userId="f68c5fd9-22d5-4c0a-9833-7fb0f5135313" providerId="ADAL" clId="{1FFDFDEC-295D-434A-B582-72A8CC8A5E88}" dt="2021-01-14T02:22:56.356" v="557" actId="478"/>
          <ac:spMkLst>
            <pc:docMk/>
            <pc:sldMk cId="2320012680" sldId="378"/>
            <ac:spMk id="46" creationId="{F67477F8-6865-4B2A-A073-E83E5CC25623}"/>
          </ac:spMkLst>
        </pc:spChg>
        <pc:spChg chg="del">
          <ac:chgData name="鈴木 秀規" userId="f68c5fd9-22d5-4c0a-9833-7fb0f5135313" providerId="ADAL" clId="{1FFDFDEC-295D-434A-B582-72A8CC8A5E88}" dt="2021-01-14T02:22:56.356" v="557" actId="478"/>
          <ac:spMkLst>
            <pc:docMk/>
            <pc:sldMk cId="2320012680" sldId="378"/>
            <ac:spMk id="47" creationId="{BB6E310E-301D-4047-8904-D7EA81227523}"/>
          </ac:spMkLst>
        </pc:spChg>
        <pc:spChg chg="del">
          <ac:chgData name="鈴木 秀規" userId="f68c5fd9-22d5-4c0a-9833-7fb0f5135313" providerId="ADAL" clId="{1FFDFDEC-295D-434A-B582-72A8CC8A5E88}" dt="2021-01-14T02:22:56.356" v="557" actId="478"/>
          <ac:spMkLst>
            <pc:docMk/>
            <pc:sldMk cId="2320012680" sldId="378"/>
            <ac:spMk id="61" creationId="{83D46220-ADF8-4081-A483-E5B7CD8BA853}"/>
          </ac:spMkLst>
        </pc:spChg>
        <pc:spChg chg="del">
          <ac:chgData name="鈴木 秀規" userId="f68c5fd9-22d5-4c0a-9833-7fb0f5135313" providerId="ADAL" clId="{1FFDFDEC-295D-434A-B582-72A8CC8A5E88}" dt="2021-01-14T02:22:56.356" v="557" actId="478"/>
          <ac:spMkLst>
            <pc:docMk/>
            <pc:sldMk cId="2320012680" sldId="378"/>
            <ac:spMk id="62" creationId="{D6CA32A0-C620-4951-966F-93FC0AB160BD}"/>
          </ac:spMkLst>
        </pc:spChg>
        <pc:grpChg chg="del">
          <ac:chgData name="鈴木 秀規" userId="f68c5fd9-22d5-4c0a-9833-7fb0f5135313" providerId="ADAL" clId="{1FFDFDEC-295D-434A-B582-72A8CC8A5E88}" dt="2021-01-14T02:22:56.356" v="557" actId="478"/>
          <ac:grpSpMkLst>
            <pc:docMk/>
            <pc:sldMk cId="2320012680" sldId="378"/>
            <ac:grpSpMk id="32" creationId="{A6E6B39E-1581-4318-9C25-C50545DCF6E5}"/>
          </ac:grpSpMkLst>
        </pc:grpChg>
        <pc:picChg chg="del">
          <ac:chgData name="鈴木 秀規" userId="f68c5fd9-22d5-4c0a-9833-7fb0f5135313" providerId="ADAL" clId="{1FFDFDEC-295D-434A-B582-72A8CC8A5E88}" dt="2021-01-14T02:22:56.356" v="557" actId="478"/>
          <ac:picMkLst>
            <pc:docMk/>
            <pc:sldMk cId="2320012680" sldId="378"/>
            <ac:picMk id="33" creationId="{0E9D1243-8407-457A-82BD-F88B5BBECD23}"/>
          </ac:picMkLst>
        </pc:picChg>
        <pc:cxnChg chg="del">
          <ac:chgData name="鈴木 秀規" userId="f68c5fd9-22d5-4c0a-9833-7fb0f5135313" providerId="ADAL" clId="{1FFDFDEC-295D-434A-B582-72A8CC8A5E88}" dt="2021-01-14T02:22:56.356" v="557" actId="478"/>
          <ac:cxnSpMkLst>
            <pc:docMk/>
            <pc:sldMk cId="2320012680" sldId="378"/>
            <ac:cxnSpMk id="36" creationId="{AD6D5368-C535-4AA1-ADF8-B5E214C9BE42}"/>
          </ac:cxnSpMkLst>
        </pc:cxnChg>
        <pc:cxnChg chg="del">
          <ac:chgData name="鈴木 秀規" userId="f68c5fd9-22d5-4c0a-9833-7fb0f5135313" providerId="ADAL" clId="{1FFDFDEC-295D-434A-B582-72A8CC8A5E88}" dt="2021-01-14T02:22:56.356" v="557" actId="478"/>
          <ac:cxnSpMkLst>
            <pc:docMk/>
            <pc:sldMk cId="2320012680" sldId="378"/>
            <ac:cxnSpMk id="41" creationId="{58F1D3BC-BF7A-4996-B9E2-60AA8D6F04E3}"/>
          </ac:cxnSpMkLst>
        </pc:cxnChg>
        <pc:cxnChg chg="del">
          <ac:chgData name="鈴木 秀規" userId="f68c5fd9-22d5-4c0a-9833-7fb0f5135313" providerId="ADAL" clId="{1FFDFDEC-295D-434A-B582-72A8CC8A5E88}" dt="2021-01-14T02:22:56.356" v="557" actId="478"/>
          <ac:cxnSpMkLst>
            <pc:docMk/>
            <pc:sldMk cId="2320012680" sldId="378"/>
            <ac:cxnSpMk id="55" creationId="{BAEC9F89-E461-491B-94AE-A27E46E881FD}"/>
          </ac:cxnSpMkLst>
        </pc:cxnChg>
        <pc:cxnChg chg="del">
          <ac:chgData name="鈴木 秀規" userId="f68c5fd9-22d5-4c0a-9833-7fb0f5135313" providerId="ADAL" clId="{1FFDFDEC-295D-434A-B582-72A8CC8A5E88}" dt="2021-01-14T02:22:56.356" v="557" actId="478"/>
          <ac:cxnSpMkLst>
            <pc:docMk/>
            <pc:sldMk cId="2320012680" sldId="378"/>
            <ac:cxnSpMk id="58" creationId="{410B3091-C760-4FE8-B549-D0650C6C8145}"/>
          </ac:cxnSpMkLst>
        </pc:cxnChg>
      </pc:sldChg>
      <pc:sldChg chg="addSp delSp modSp add mod">
        <pc:chgData name="鈴木 秀規" userId="f68c5fd9-22d5-4c0a-9833-7fb0f5135313" providerId="ADAL" clId="{1FFDFDEC-295D-434A-B582-72A8CC8A5E88}" dt="2021-01-26T03:29:33.385" v="892" actId="207"/>
        <pc:sldMkLst>
          <pc:docMk/>
          <pc:sldMk cId="958544309" sldId="379"/>
        </pc:sldMkLst>
        <pc:spChg chg="mod">
          <ac:chgData name="鈴木 秀規" userId="f68c5fd9-22d5-4c0a-9833-7fb0f5135313" providerId="ADAL" clId="{1FFDFDEC-295D-434A-B582-72A8CC8A5E88}" dt="2021-01-14T02:23:19.325" v="581" actId="20577"/>
          <ac:spMkLst>
            <pc:docMk/>
            <pc:sldMk cId="958544309" sldId="379"/>
            <ac:spMk id="3" creationId="{DF13203F-8593-420C-AE20-66E21972FB4D}"/>
          </ac:spMkLst>
        </pc:spChg>
        <pc:spChg chg="mod">
          <ac:chgData name="鈴木 秀規" userId="f68c5fd9-22d5-4c0a-9833-7fb0f5135313" providerId="ADAL" clId="{1FFDFDEC-295D-434A-B582-72A8CC8A5E88}" dt="2021-01-14T03:35:50.846" v="746" actId="1076"/>
          <ac:spMkLst>
            <pc:docMk/>
            <pc:sldMk cId="958544309" sldId="379"/>
            <ac:spMk id="5" creationId="{63D511F6-27E6-40A2-9A93-B28B3EF22E08}"/>
          </ac:spMkLst>
        </pc:spChg>
        <pc:spChg chg="add mod">
          <ac:chgData name="鈴木 秀規" userId="f68c5fd9-22d5-4c0a-9833-7fb0f5135313" providerId="ADAL" clId="{1FFDFDEC-295D-434A-B582-72A8CC8A5E88}" dt="2021-01-14T02:27:29.650" v="667" actId="1076"/>
          <ac:spMkLst>
            <pc:docMk/>
            <pc:sldMk cId="958544309" sldId="379"/>
            <ac:spMk id="19" creationId="{BFD7670E-D948-4916-A5B0-BC868BB5A7B8}"/>
          </ac:spMkLst>
        </pc:spChg>
        <pc:spChg chg="add mod">
          <ac:chgData name="鈴木 秀規" userId="f68c5fd9-22d5-4c0a-9833-7fb0f5135313" providerId="ADAL" clId="{1FFDFDEC-295D-434A-B582-72A8CC8A5E88}" dt="2021-01-14T02:27:29.650" v="667" actId="1076"/>
          <ac:spMkLst>
            <pc:docMk/>
            <pc:sldMk cId="958544309" sldId="379"/>
            <ac:spMk id="20" creationId="{342B2FC8-CEB9-4A3C-A4B9-0E07B43AA2D9}"/>
          </ac:spMkLst>
        </pc:spChg>
        <pc:spChg chg="add del mod">
          <ac:chgData name="鈴木 秀規" userId="f68c5fd9-22d5-4c0a-9833-7fb0f5135313" providerId="ADAL" clId="{1FFDFDEC-295D-434A-B582-72A8CC8A5E88}" dt="2021-01-14T03:35:53.946" v="747" actId="478"/>
          <ac:spMkLst>
            <pc:docMk/>
            <pc:sldMk cId="958544309" sldId="379"/>
            <ac:spMk id="21" creationId="{4CE962B2-0B0B-488B-B395-9937FEA31235}"/>
          </ac:spMkLst>
        </pc:spChg>
        <pc:spChg chg="add del mod">
          <ac:chgData name="鈴木 秀規" userId="f68c5fd9-22d5-4c0a-9833-7fb0f5135313" providerId="ADAL" clId="{1FFDFDEC-295D-434A-B582-72A8CC8A5E88}" dt="2021-01-14T03:35:53.946" v="747" actId="478"/>
          <ac:spMkLst>
            <pc:docMk/>
            <pc:sldMk cId="958544309" sldId="379"/>
            <ac:spMk id="22" creationId="{08473672-4663-4E76-AE85-614E63232CA2}"/>
          </ac:spMkLst>
        </pc:spChg>
        <pc:spChg chg="add del mod">
          <ac:chgData name="鈴木 秀規" userId="f68c5fd9-22d5-4c0a-9833-7fb0f5135313" providerId="ADAL" clId="{1FFDFDEC-295D-434A-B582-72A8CC8A5E88}" dt="2021-01-14T03:35:53.946" v="747" actId="478"/>
          <ac:spMkLst>
            <pc:docMk/>
            <pc:sldMk cId="958544309" sldId="379"/>
            <ac:spMk id="23" creationId="{9CEE2320-9DDB-4293-8B65-34AAC77B7A28}"/>
          </ac:spMkLst>
        </pc:spChg>
        <pc:spChg chg="add del mod">
          <ac:chgData name="鈴木 秀規" userId="f68c5fd9-22d5-4c0a-9833-7fb0f5135313" providerId="ADAL" clId="{1FFDFDEC-295D-434A-B582-72A8CC8A5E88}" dt="2021-01-14T03:35:53.946" v="747" actId="478"/>
          <ac:spMkLst>
            <pc:docMk/>
            <pc:sldMk cId="958544309" sldId="379"/>
            <ac:spMk id="24" creationId="{9EA7CECF-2E5C-48EB-89FD-A206EC488576}"/>
          </ac:spMkLst>
        </pc:spChg>
        <pc:spChg chg="mod">
          <ac:chgData name="鈴木 秀規" userId="f68c5fd9-22d5-4c0a-9833-7fb0f5135313" providerId="ADAL" clId="{1FFDFDEC-295D-434A-B582-72A8CC8A5E88}" dt="2021-01-14T02:27:21.306" v="666" actId="1038"/>
          <ac:spMkLst>
            <pc:docMk/>
            <pc:sldMk cId="958544309" sldId="379"/>
            <ac:spMk id="26" creationId="{E7DF1ACA-6CF0-40A9-9E99-DABEBFCB70AB}"/>
          </ac:spMkLst>
        </pc:spChg>
        <pc:spChg chg="del mod">
          <ac:chgData name="鈴木 秀規" userId="f68c5fd9-22d5-4c0a-9833-7fb0f5135313" providerId="ADAL" clId="{1FFDFDEC-295D-434A-B582-72A8CC8A5E88}" dt="2021-01-14T03:36:11.610" v="750" actId="478"/>
          <ac:spMkLst>
            <pc:docMk/>
            <pc:sldMk cId="958544309" sldId="379"/>
            <ac:spMk id="31" creationId="{FFC60DF4-583B-4EF1-886C-A29A4130BA29}"/>
          </ac:spMkLst>
        </pc:spChg>
        <pc:spChg chg="mod">
          <ac:chgData name="鈴木 秀規" userId="f68c5fd9-22d5-4c0a-9833-7fb0f5135313" providerId="ADAL" clId="{1FFDFDEC-295D-434A-B582-72A8CC8A5E88}" dt="2021-01-14T02:27:29.650" v="667" actId="1076"/>
          <ac:spMkLst>
            <pc:docMk/>
            <pc:sldMk cId="958544309" sldId="379"/>
            <ac:spMk id="34" creationId="{8F2C3383-3D92-46AC-BD0E-043B93B52929}"/>
          </ac:spMkLst>
        </pc:spChg>
        <pc:spChg chg="add mod">
          <ac:chgData name="鈴木 秀規" userId="f68c5fd9-22d5-4c0a-9833-7fb0f5135313" providerId="ADAL" clId="{1FFDFDEC-295D-434A-B582-72A8CC8A5E88}" dt="2021-01-14T02:27:06.061" v="657" actId="571"/>
          <ac:spMkLst>
            <pc:docMk/>
            <pc:sldMk cId="958544309" sldId="379"/>
            <ac:spMk id="37" creationId="{47831BC6-F284-47AB-A050-EAD5ACCAD148}"/>
          </ac:spMkLst>
        </pc:spChg>
        <pc:spChg chg="add mod">
          <ac:chgData name="鈴木 秀規" userId="f68c5fd9-22d5-4c0a-9833-7fb0f5135313" providerId="ADAL" clId="{1FFDFDEC-295D-434A-B582-72A8CC8A5E88}" dt="2021-01-14T02:27:06.061" v="657" actId="571"/>
          <ac:spMkLst>
            <pc:docMk/>
            <pc:sldMk cId="958544309" sldId="379"/>
            <ac:spMk id="38" creationId="{14CF0358-BECE-42C6-9A83-4C21DB825E4B}"/>
          </ac:spMkLst>
        </pc:spChg>
        <pc:spChg chg="add del mod">
          <ac:chgData name="鈴木 秀規" userId="f68c5fd9-22d5-4c0a-9833-7fb0f5135313" providerId="ADAL" clId="{1FFDFDEC-295D-434A-B582-72A8CC8A5E88}" dt="2021-01-14T03:35:47.969" v="744" actId="478"/>
          <ac:spMkLst>
            <pc:docMk/>
            <pc:sldMk cId="958544309" sldId="379"/>
            <ac:spMk id="41" creationId="{7E7E9EA2-6ECB-437C-B67E-E541576A4C98}"/>
          </ac:spMkLst>
        </pc:spChg>
        <pc:spChg chg="add del mod">
          <ac:chgData name="鈴木 秀規" userId="f68c5fd9-22d5-4c0a-9833-7fb0f5135313" providerId="ADAL" clId="{1FFDFDEC-295D-434A-B582-72A8CC8A5E88}" dt="2021-01-14T03:36:11.610" v="750" actId="478"/>
          <ac:spMkLst>
            <pc:docMk/>
            <pc:sldMk cId="958544309" sldId="379"/>
            <ac:spMk id="42" creationId="{B4F1AB1F-1298-4572-9A9F-3D1A30394D5D}"/>
          </ac:spMkLst>
        </pc:spChg>
        <pc:spChg chg="add del mod">
          <ac:chgData name="鈴木 秀規" userId="f68c5fd9-22d5-4c0a-9833-7fb0f5135313" providerId="ADAL" clId="{1FFDFDEC-295D-434A-B582-72A8CC8A5E88}" dt="2021-01-14T03:35:57.106" v="748" actId="478"/>
          <ac:spMkLst>
            <pc:docMk/>
            <pc:sldMk cId="958544309" sldId="379"/>
            <ac:spMk id="43" creationId="{3F27ACB4-8E48-4CC7-9582-119D2221438E}"/>
          </ac:spMkLst>
        </pc:spChg>
        <pc:spChg chg="add del mod">
          <ac:chgData name="鈴木 秀規" userId="f68c5fd9-22d5-4c0a-9833-7fb0f5135313" providerId="ADAL" clId="{1FFDFDEC-295D-434A-B582-72A8CC8A5E88}" dt="2021-01-14T03:35:47.969" v="744" actId="478"/>
          <ac:spMkLst>
            <pc:docMk/>
            <pc:sldMk cId="958544309" sldId="379"/>
            <ac:spMk id="44" creationId="{BDF61BC1-2F48-40F0-9086-6D8E83B221C3}"/>
          </ac:spMkLst>
        </pc:spChg>
        <pc:spChg chg="add mod">
          <ac:chgData name="鈴木 秀規" userId="f68c5fd9-22d5-4c0a-9833-7fb0f5135313" providerId="ADAL" clId="{1FFDFDEC-295D-434A-B582-72A8CC8A5E88}" dt="2021-01-26T03:29:33.385" v="892" actId="207"/>
          <ac:spMkLst>
            <pc:docMk/>
            <pc:sldMk cId="958544309" sldId="379"/>
            <ac:spMk id="46" creationId="{DFEF5E98-F257-46FC-9AC3-6F94A2A4DCB1}"/>
          </ac:spMkLst>
        </pc:spChg>
        <pc:spChg chg="add mod">
          <ac:chgData name="鈴木 秀規" userId="f68c5fd9-22d5-4c0a-9833-7fb0f5135313" providerId="ADAL" clId="{1FFDFDEC-295D-434A-B582-72A8CC8A5E88}" dt="2021-01-26T03:29:31.786" v="890" actId="207"/>
          <ac:spMkLst>
            <pc:docMk/>
            <pc:sldMk cId="958544309" sldId="379"/>
            <ac:spMk id="47" creationId="{712C7B56-3695-447A-B9B3-72DADE91B379}"/>
          </ac:spMkLst>
        </pc:spChg>
        <pc:spChg chg="add mod">
          <ac:chgData name="鈴木 秀規" userId="f68c5fd9-22d5-4c0a-9833-7fb0f5135313" providerId="ADAL" clId="{1FFDFDEC-295D-434A-B582-72A8CC8A5E88}" dt="2021-01-14T03:38:06.938" v="823" actId="207"/>
          <ac:spMkLst>
            <pc:docMk/>
            <pc:sldMk cId="958544309" sldId="379"/>
            <ac:spMk id="48" creationId="{1EE0B00C-5149-4751-9E8A-5739504BF85B}"/>
          </ac:spMkLst>
        </pc:spChg>
        <pc:spChg chg="del mod">
          <ac:chgData name="鈴木 秀規" userId="f68c5fd9-22d5-4c0a-9833-7fb0f5135313" providerId="ADAL" clId="{1FFDFDEC-295D-434A-B582-72A8CC8A5E88}" dt="2021-01-14T03:36:56.851" v="770" actId="478"/>
          <ac:spMkLst>
            <pc:docMk/>
            <pc:sldMk cId="958544309" sldId="379"/>
            <ac:spMk id="67" creationId="{0671154F-E1FA-4A93-B4CE-E5911A6852BA}"/>
          </ac:spMkLst>
        </pc:spChg>
        <pc:spChg chg="del mod">
          <ac:chgData name="鈴木 秀規" userId="f68c5fd9-22d5-4c0a-9833-7fb0f5135313" providerId="ADAL" clId="{1FFDFDEC-295D-434A-B582-72A8CC8A5E88}" dt="2021-01-14T03:36:56.851" v="770" actId="478"/>
          <ac:spMkLst>
            <pc:docMk/>
            <pc:sldMk cId="958544309" sldId="379"/>
            <ac:spMk id="68" creationId="{A3733B56-91A6-4B5A-8E5E-C9331ECCCC0B}"/>
          </ac:spMkLst>
        </pc:spChg>
        <pc:spChg chg="del mod">
          <ac:chgData name="鈴木 秀規" userId="f68c5fd9-22d5-4c0a-9833-7fb0f5135313" providerId="ADAL" clId="{1FFDFDEC-295D-434A-B582-72A8CC8A5E88}" dt="2021-01-14T03:36:56.851" v="770" actId="478"/>
          <ac:spMkLst>
            <pc:docMk/>
            <pc:sldMk cId="958544309" sldId="379"/>
            <ac:spMk id="69" creationId="{5E42E419-B13D-4016-8238-7F4799B6EB23}"/>
          </ac:spMkLst>
        </pc:spChg>
        <pc:spChg chg="mod">
          <ac:chgData name="鈴木 秀規" userId="f68c5fd9-22d5-4c0a-9833-7fb0f5135313" providerId="ADAL" clId="{1FFDFDEC-295D-434A-B582-72A8CC8A5E88}" dt="2021-01-14T02:27:29.650" v="667" actId="1076"/>
          <ac:spMkLst>
            <pc:docMk/>
            <pc:sldMk cId="958544309" sldId="379"/>
            <ac:spMk id="70" creationId="{75EE7C32-A449-48C9-858A-29C1A72E0B2F}"/>
          </ac:spMkLst>
        </pc:spChg>
        <pc:grpChg chg="add del mod">
          <ac:chgData name="鈴木 秀規" userId="f68c5fd9-22d5-4c0a-9833-7fb0f5135313" providerId="ADAL" clId="{1FFDFDEC-295D-434A-B582-72A8CC8A5E88}" dt="2021-01-14T03:36:02.778" v="749" actId="478"/>
          <ac:grpSpMkLst>
            <pc:docMk/>
            <pc:sldMk cId="958544309" sldId="379"/>
            <ac:grpSpMk id="25" creationId="{CF251A41-CE0D-496B-BA17-6C42231ED860}"/>
          </ac:grpSpMkLst>
        </pc:grpChg>
        <pc:grpChg chg="mod">
          <ac:chgData name="鈴木 秀規" userId="f68c5fd9-22d5-4c0a-9833-7fb0f5135313" providerId="ADAL" clId="{1FFDFDEC-295D-434A-B582-72A8CC8A5E88}" dt="2021-01-14T02:27:29.650" v="667" actId="1076"/>
          <ac:grpSpMkLst>
            <pc:docMk/>
            <pc:sldMk cId="958544309" sldId="379"/>
            <ac:grpSpMk id="32" creationId="{A6E6B39E-1581-4318-9C25-C50545DCF6E5}"/>
          </ac:grpSpMkLst>
        </pc:grpChg>
        <pc:picChg chg="mod">
          <ac:chgData name="鈴木 秀規" userId="f68c5fd9-22d5-4c0a-9833-7fb0f5135313" providerId="ADAL" clId="{1FFDFDEC-295D-434A-B582-72A8CC8A5E88}" dt="2021-01-14T02:27:21.306" v="666" actId="1038"/>
          <ac:picMkLst>
            <pc:docMk/>
            <pc:sldMk cId="958544309" sldId="379"/>
            <ac:picMk id="30" creationId="{9EA8748A-3EB3-43D4-9CA2-3A57C5E566FB}"/>
          </ac:picMkLst>
        </pc:picChg>
        <pc:picChg chg="mod">
          <ac:chgData name="鈴木 秀規" userId="f68c5fd9-22d5-4c0a-9833-7fb0f5135313" providerId="ADAL" clId="{1FFDFDEC-295D-434A-B582-72A8CC8A5E88}" dt="2021-01-14T02:27:29.650" v="667" actId="1076"/>
          <ac:picMkLst>
            <pc:docMk/>
            <pc:sldMk cId="958544309" sldId="379"/>
            <ac:picMk id="33" creationId="{0E9D1243-8407-457A-82BD-F88B5BBECD23}"/>
          </ac:picMkLst>
        </pc:picChg>
        <pc:cxnChg chg="add mod">
          <ac:chgData name="鈴木 秀規" userId="f68c5fd9-22d5-4c0a-9833-7fb0f5135313" providerId="ADAL" clId="{1FFDFDEC-295D-434A-B582-72A8CC8A5E88}" dt="2021-01-14T02:27:06.061" v="657" actId="571"/>
          <ac:cxnSpMkLst>
            <pc:docMk/>
            <pc:sldMk cId="958544309" sldId="379"/>
            <ac:cxnSpMk id="35" creationId="{9145D3A1-D0B7-4B5F-9A44-6B1E6DCF3564}"/>
          </ac:cxnSpMkLst>
        </pc:cxnChg>
        <pc:cxnChg chg="add mod">
          <ac:chgData name="鈴木 秀規" userId="f68c5fd9-22d5-4c0a-9833-7fb0f5135313" providerId="ADAL" clId="{1FFDFDEC-295D-434A-B582-72A8CC8A5E88}" dt="2021-01-14T02:27:06.061" v="657" actId="571"/>
          <ac:cxnSpMkLst>
            <pc:docMk/>
            <pc:sldMk cId="958544309" sldId="379"/>
            <ac:cxnSpMk id="36" creationId="{27189465-2A10-428A-B8BD-B9B0AACB95D7}"/>
          </ac:cxnSpMkLst>
        </pc:cxnChg>
        <pc:cxnChg chg="add del mod">
          <ac:chgData name="鈴木 秀規" userId="f68c5fd9-22d5-4c0a-9833-7fb0f5135313" providerId="ADAL" clId="{1FFDFDEC-295D-434A-B582-72A8CC8A5E88}" dt="2021-01-14T03:35:47.969" v="744" actId="478"/>
          <ac:cxnSpMkLst>
            <pc:docMk/>
            <pc:sldMk cId="958544309" sldId="379"/>
            <ac:cxnSpMk id="39" creationId="{E0E94342-9E08-4812-AB10-36E809847C8B}"/>
          </ac:cxnSpMkLst>
        </pc:cxnChg>
        <pc:cxnChg chg="add del mod">
          <ac:chgData name="鈴木 秀規" userId="f68c5fd9-22d5-4c0a-9833-7fb0f5135313" providerId="ADAL" clId="{1FFDFDEC-295D-434A-B582-72A8CC8A5E88}" dt="2021-01-14T03:35:47.969" v="744" actId="478"/>
          <ac:cxnSpMkLst>
            <pc:docMk/>
            <pc:sldMk cId="958544309" sldId="379"/>
            <ac:cxnSpMk id="40" creationId="{0B4CE507-17D6-44DD-B21E-7CB9FBC4E5CF}"/>
          </ac:cxnSpMkLst>
        </pc:cxnChg>
        <pc:cxnChg chg="add mod">
          <ac:chgData name="鈴木 秀規" userId="f68c5fd9-22d5-4c0a-9833-7fb0f5135313" providerId="ADAL" clId="{1FFDFDEC-295D-434A-B582-72A8CC8A5E88}" dt="2021-01-14T03:38:15.722" v="824" actId="208"/>
          <ac:cxnSpMkLst>
            <pc:docMk/>
            <pc:sldMk cId="958544309" sldId="379"/>
            <ac:cxnSpMk id="45" creationId="{CF0C4889-BCE8-4917-B51A-918A62203966}"/>
          </ac:cxnSpMkLst>
        </pc:cxnChg>
        <pc:cxnChg chg="del mod">
          <ac:chgData name="鈴木 秀規" userId="f68c5fd9-22d5-4c0a-9833-7fb0f5135313" providerId="ADAL" clId="{1FFDFDEC-295D-434A-B582-72A8CC8A5E88}" dt="2021-01-14T03:36:56.851" v="770" actId="478"/>
          <ac:cxnSpMkLst>
            <pc:docMk/>
            <pc:sldMk cId="958544309" sldId="379"/>
            <ac:cxnSpMk id="64" creationId="{100ADEA5-B42F-4347-9286-D7704FC7BE9D}"/>
          </ac:cxnSpMkLst>
        </pc:cxnChg>
        <pc:cxnChg chg="mod">
          <ac:chgData name="鈴木 秀規" userId="f68c5fd9-22d5-4c0a-9833-7fb0f5135313" providerId="ADAL" clId="{1FFDFDEC-295D-434A-B582-72A8CC8A5E88}" dt="2021-01-14T02:27:29.650" v="667" actId="1076"/>
          <ac:cxnSpMkLst>
            <pc:docMk/>
            <pc:sldMk cId="958544309" sldId="379"/>
            <ac:cxnSpMk id="65" creationId="{161C3D35-36D5-4C34-A872-287438D6956F}"/>
          </ac:cxnSpMkLst>
        </pc:cxnChg>
      </pc:sldChg>
      <pc:sldChg chg="addSp delSp modSp add mod">
        <pc:chgData name="鈴木 秀規" userId="f68c5fd9-22d5-4c0a-9833-7fb0f5135313" providerId="ADAL" clId="{1FFDFDEC-295D-434A-B582-72A8CC8A5E88}" dt="2021-01-14T03:40:27.213" v="842" actId="1076"/>
        <pc:sldMkLst>
          <pc:docMk/>
          <pc:sldMk cId="690129785" sldId="380"/>
        </pc:sldMkLst>
        <pc:spChg chg="mod">
          <ac:chgData name="鈴木 秀規" userId="f68c5fd9-22d5-4c0a-9833-7fb0f5135313" providerId="ADAL" clId="{1FFDFDEC-295D-434A-B582-72A8CC8A5E88}" dt="2021-01-14T03:35:31.183" v="743"/>
          <ac:spMkLst>
            <pc:docMk/>
            <pc:sldMk cId="690129785" sldId="380"/>
            <ac:spMk id="5" creationId="{63D511F6-27E6-40A2-9A93-B28B3EF22E08}"/>
          </ac:spMkLst>
        </pc:spChg>
        <pc:spChg chg="mod">
          <ac:chgData name="鈴木 秀規" userId="f68c5fd9-22d5-4c0a-9833-7fb0f5135313" providerId="ADAL" clId="{1FFDFDEC-295D-434A-B582-72A8CC8A5E88}" dt="2021-01-14T03:38:39.508" v="826" actId="207"/>
          <ac:spMkLst>
            <pc:docMk/>
            <pc:sldMk cId="690129785" sldId="380"/>
            <ac:spMk id="19" creationId="{BFD7670E-D948-4916-A5B0-BC868BB5A7B8}"/>
          </ac:spMkLst>
        </pc:spChg>
        <pc:spChg chg="mod">
          <ac:chgData name="鈴木 秀規" userId="f68c5fd9-22d5-4c0a-9833-7fb0f5135313" providerId="ADAL" clId="{1FFDFDEC-295D-434A-B582-72A8CC8A5E88}" dt="2021-01-14T03:38:39.508" v="826" actId="207"/>
          <ac:spMkLst>
            <pc:docMk/>
            <pc:sldMk cId="690129785" sldId="380"/>
            <ac:spMk id="20" creationId="{342B2FC8-CEB9-4A3C-A4B9-0E07B43AA2D9}"/>
          </ac:spMkLst>
        </pc:spChg>
        <pc:spChg chg="del">
          <ac:chgData name="鈴木 秀規" userId="f68c5fd9-22d5-4c0a-9833-7fb0f5135313" providerId="ADAL" clId="{1FFDFDEC-295D-434A-B582-72A8CC8A5E88}" dt="2021-01-14T03:38:57.355" v="829" actId="478"/>
          <ac:spMkLst>
            <pc:docMk/>
            <pc:sldMk cId="690129785" sldId="380"/>
            <ac:spMk id="31" creationId="{FFC60DF4-583B-4EF1-886C-A29A4130BA29}"/>
          </ac:spMkLst>
        </pc:spChg>
        <pc:spChg chg="add mod">
          <ac:chgData name="鈴木 秀規" userId="f68c5fd9-22d5-4c0a-9833-7fb0f5135313" providerId="ADAL" clId="{1FFDFDEC-295D-434A-B582-72A8CC8A5E88}" dt="2021-01-14T03:39:14.610" v="833" actId="1076"/>
          <ac:spMkLst>
            <pc:docMk/>
            <pc:sldMk cId="690129785" sldId="380"/>
            <ac:spMk id="35" creationId="{442AE633-127A-4F03-BFC5-1CFB48F3BC01}"/>
          </ac:spMkLst>
        </pc:spChg>
        <pc:spChg chg="add mod">
          <ac:chgData name="鈴木 秀規" userId="f68c5fd9-22d5-4c0a-9833-7fb0f5135313" providerId="ADAL" clId="{1FFDFDEC-295D-434A-B582-72A8CC8A5E88}" dt="2021-01-14T03:39:21.599" v="835" actId="6549"/>
          <ac:spMkLst>
            <pc:docMk/>
            <pc:sldMk cId="690129785" sldId="380"/>
            <ac:spMk id="36" creationId="{4D0D594F-AB92-4BC7-ADA3-5E3676F7A0D3}"/>
          </ac:spMkLst>
        </pc:spChg>
        <pc:spChg chg="del">
          <ac:chgData name="鈴木 秀規" userId="f68c5fd9-22d5-4c0a-9833-7fb0f5135313" providerId="ADAL" clId="{1FFDFDEC-295D-434A-B582-72A8CC8A5E88}" dt="2021-01-14T03:36:43.601" v="768" actId="478"/>
          <ac:spMkLst>
            <pc:docMk/>
            <pc:sldMk cId="690129785" sldId="380"/>
            <ac:spMk id="67" creationId="{0671154F-E1FA-4A93-B4CE-E5911A6852BA}"/>
          </ac:spMkLst>
        </pc:spChg>
        <pc:spChg chg="del">
          <ac:chgData name="鈴木 秀規" userId="f68c5fd9-22d5-4c0a-9833-7fb0f5135313" providerId="ADAL" clId="{1FFDFDEC-295D-434A-B582-72A8CC8A5E88}" dt="2021-01-14T03:36:43.601" v="768" actId="478"/>
          <ac:spMkLst>
            <pc:docMk/>
            <pc:sldMk cId="690129785" sldId="380"/>
            <ac:spMk id="68" creationId="{A3733B56-91A6-4B5A-8E5E-C9331ECCCC0B}"/>
          </ac:spMkLst>
        </pc:spChg>
        <pc:spChg chg="del">
          <ac:chgData name="鈴木 秀規" userId="f68c5fd9-22d5-4c0a-9833-7fb0f5135313" providerId="ADAL" clId="{1FFDFDEC-295D-434A-B582-72A8CC8A5E88}" dt="2021-01-14T03:36:43.601" v="768" actId="478"/>
          <ac:spMkLst>
            <pc:docMk/>
            <pc:sldMk cId="690129785" sldId="380"/>
            <ac:spMk id="69" creationId="{5E42E419-B13D-4016-8238-7F4799B6EB23}"/>
          </ac:spMkLst>
        </pc:spChg>
        <pc:spChg chg="mod">
          <ac:chgData name="鈴木 秀規" userId="f68c5fd9-22d5-4c0a-9833-7fb0f5135313" providerId="ADAL" clId="{1FFDFDEC-295D-434A-B582-72A8CC8A5E88}" dt="2021-01-14T03:38:43.857" v="827" actId="207"/>
          <ac:spMkLst>
            <pc:docMk/>
            <pc:sldMk cId="690129785" sldId="380"/>
            <ac:spMk id="70" creationId="{75EE7C32-A449-48C9-858A-29C1A72E0B2F}"/>
          </ac:spMkLst>
        </pc:spChg>
        <pc:picChg chg="add mod">
          <ac:chgData name="鈴木 秀規" userId="f68c5fd9-22d5-4c0a-9833-7fb0f5135313" providerId="ADAL" clId="{1FFDFDEC-295D-434A-B582-72A8CC8A5E88}" dt="2021-01-14T03:40:27.213" v="842" actId="1076"/>
          <ac:picMkLst>
            <pc:docMk/>
            <pc:sldMk cId="690129785" sldId="380"/>
            <ac:picMk id="7" creationId="{693BFE0A-79C3-4E5A-A460-85BD918A8380}"/>
          </ac:picMkLst>
        </pc:picChg>
        <pc:cxnChg chg="del">
          <ac:chgData name="鈴木 秀規" userId="f68c5fd9-22d5-4c0a-9833-7fb0f5135313" providerId="ADAL" clId="{1FFDFDEC-295D-434A-B582-72A8CC8A5E88}" dt="2021-01-14T03:36:43.601" v="768" actId="478"/>
          <ac:cxnSpMkLst>
            <pc:docMk/>
            <pc:sldMk cId="690129785" sldId="380"/>
            <ac:cxnSpMk id="64" creationId="{100ADEA5-B42F-4347-9286-D7704FC7BE9D}"/>
          </ac:cxnSpMkLst>
        </pc:cxnChg>
        <pc:cxnChg chg="mod">
          <ac:chgData name="鈴木 秀規" userId="f68c5fd9-22d5-4c0a-9833-7fb0f5135313" providerId="ADAL" clId="{1FFDFDEC-295D-434A-B582-72A8CC8A5E88}" dt="2021-01-14T03:38:47.556" v="828" actId="208"/>
          <ac:cxnSpMkLst>
            <pc:docMk/>
            <pc:sldMk cId="690129785" sldId="380"/>
            <ac:cxnSpMk id="65" creationId="{161C3D35-36D5-4C34-A872-287438D6956F}"/>
          </ac:cxnSpMkLst>
        </pc:cxnChg>
      </pc:sldChg>
      <pc:sldChg chg="new del">
        <pc:chgData name="鈴木 秀規" userId="f68c5fd9-22d5-4c0a-9833-7fb0f5135313" providerId="ADAL" clId="{1FFDFDEC-295D-434A-B582-72A8CC8A5E88}" dt="2021-01-14T03:35:11.845" v="741" actId="2696"/>
        <pc:sldMkLst>
          <pc:docMk/>
          <pc:sldMk cId="1494621647" sldId="380"/>
        </pc:sldMkLst>
      </pc:sldChg>
      <pc:sldChg chg="addSp delSp modSp new mod">
        <pc:chgData name="鈴木 秀規" userId="f68c5fd9-22d5-4c0a-9833-7fb0f5135313" providerId="ADAL" clId="{1FFDFDEC-295D-434A-B582-72A8CC8A5E88}" dt="2021-01-14T03:42:59.759" v="869" actId="207"/>
        <pc:sldMkLst>
          <pc:docMk/>
          <pc:sldMk cId="2547390421" sldId="381"/>
        </pc:sldMkLst>
        <pc:spChg chg="mod">
          <ac:chgData name="鈴木 秀規" userId="f68c5fd9-22d5-4c0a-9833-7fb0f5135313" providerId="ADAL" clId="{1FFDFDEC-295D-434A-B582-72A8CC8A5E88}" dt="2021-01-14T03:41:02.743" v="844"/>
          <ac:spMkLst>
            <pc:docMk/>
            <pc:sldMk cId="2547390421" sldId="381"/>
            <ac:spMk id="3" creationId="{236A2B6A-B051-4601-BC09-0A4E40E958EC}"/>
          </ac:spMkLst>
        </pc:spChg>
        <pc:spChg chg="mod">
          <ac:chgData name="鈴木 秀規" userId="f68c5fd9-22d5-4c0a-9833-7fb0f5135313" providerId="ADAL" clId="{1FFDFDEC-295D-434A-B582-72A8CC8A5E88}" dt="2021-01-14T03:42:59.759" v="869" actId="207"/>
          <ac:spMkLst>
            <pc:docMk/>
            <pc:sldMk cId="2547390421" sldId="381"/>
            <ac:spMk id="5" creationId="{2E8B918B-3E76-4823-84DC-91C8203F970A}"/>
          </ac:spMkLst>
        </pc:spChg>
        <pc:spChg chg="add mod">
          <ac:chgData name="鈴木 秀規" userId="f68c5fd9-22d5-4c0a-9833-7fb0f5135313" providerId="ADAL" clId="{1FFDFDEC-295D-434A-B582-72A8CC8A5E88}" dt="2021-01-14T03:41:44.623" v="854" actId="207"/>
          <ac:spMkLst>
            <pc:docMk/>
            <pc:sldMk cId="2547390421" sldId="381"/>
            <ac:spMk id="6" creationId="{B9C15A32-3348-4403-96B7-043F173C077F}"/>
          </ac:spMkLst>
        </pc:spChg>
        <pc:spChg chg="add mod">
          <ac:chgData name="鈴木 秀規" userId="f68c5fd9-22d5-4c0a-9833-7fb0f5135313" providerId="ADAL" clId="{1FFDFDEC-295D-434A-B582-72A8CC8A5E88}" dt="2021-01-14T03:42:25.827" v="860" actId="207"/>
          <ac:spMkLst>
            <pc:docMk/>
            <pc:sldMk cId="2547390421" sldId="381"/>
            <ac:spMk id="8" creationId="{67921FE2-D48F-40A3-9E4A-C0E39838B9C9}"/>
          </ac:spMkLst>
        </pc:spChg>
        <pc:spChg chg="add mod">
          <ac:chgData name="鈴木 秀規" userId="f68c5fd9-22d5-4c0a-9833-7fb0f5135313" providerId="ADAL" clId="{1FFDFDEC-295D-434A-B582-72A8CC8A5E88}" dt="2021-01-14T03:42:17.807" v="859" actId="13822"/>
          <ac:spMkLst>
            <pc:docMk/>
            <pc:sldMk cId="2547390421" sldId="381"/>
            <ac:spMk id="9" creationId="{70D21FF4-2AD4-4571-8733-6297D1F24FFB}"/>
          </ac:spMkLst>
        </pc:spChg>
        <pc:spChg chg="add del mod">
          <ac:chgData name="鈴木 秀規" userId="f68c5fd9-22d5-4c0a-9833-7fb0f5135313" providerId="ADAL" clId="{1FFDFDEC-295D-434A-B582-72A8CC8A5E88}" dt="2021-01-14T03:42:48.716" v="865"/>
          <ac:spMkLst>
            <pc:docMk/>
            <pc:sldMk cId="2547390421" sldId="381"/>
            <ac:spMk id="13" creationId="{BC61954F-4826-4D29-AB58-318DFEFC6CD8}"/>
          </ac:spMkLst>
        </pc:spChg>
        <pc:spChg chg="add del mod">
          <ac:chgData name="鈴木 秀規" userId="f68c5fd9-22d5-4c0a-9833-7fb0f5135313" providerId="ADAL" clId="{1FFDFDEC-295D-434A-B582-72A8CC8A5E88}" dt="2021-01-14T03:42:48.716" v="865"/>
          <ac:spMkLst>
            <pc:docMk/>
            <pc:sldMk cId="2547390421" sldId="381"/>
            <ac:spMk id="15" creationId="{200225F7-5DCA-4A81-97BA-18B028D6555C}"/>
          </ac:spMkLst>
        </pc:spChg>
        <pc:spChg chg="add del mod">
          <ac:chgData name="鈴木 秀規" userId="f68c5fd9-22d5-4c0a-9833-7fb0f5135313" providerId="ADAL" clId="{1FFDFDEC-295D-434A-B582-72A8CC8A5E88}" dt="2021-01-14T03:42:48.716" v="865"/>
          <ac:spMkLst>
            <pc:docMk/>
            <pc:sldMk cId="2547390421" sldId="381"/>
            <ac:spMk id="16" creationId="{A76A9395-02D3-4893-AA80-077B85EC34DE}"/>
          </ac:spMkLst>
        </pc:spChg>
        <pc:cxnChg chg="add mod">
          <ac:chgData name="鈴木 秀規" userId="f68c5fd9-22d5-4c0a-9833-7fb0f5135313" providerId="ADAL" clId="{1FFDFDEC-295D-434A-B582-72A8CC8A5E88}" dt="2021-01-14T03:41:58.185" v="857" actId="14100"/>
          <ac:cxnSpMkLst>
            <pc:docMk/>
            <pc:sldMk cId="2547390421" sldId="381"/>
            <ac:cxnSpMk id="7" creationId="{DFF4ED54-7A34-4A0C-945A-51688849F719}"/>
          </ac:cxnSpMkLst>
        </pc:cxnChg>
        <pc:cxnChg chg="add mod">
          <ac:chgData name="鈴木 秀規" userId="f68c5fd9-22d5-4c0a-9833-7fb0f5135313" providerId="ADAL" clId="{1FFDFDEC-295D-434A-B582-72A8CC8A5E88}" dt="2021-01-14T03:41:55.139" v="856" actId="14100"/>
          <ac:cxnSpMkLst>
            <pc:docMk/>
            <pc:sldMk cId="2547390421" sldId="381"/>
            <ac:cxnSpMk id="10" creationId="{02AED7FF-9D9D-4560-A387-F55F9D64CB0D}"/>
          </ac:cxnSpMkLst>
        </pc:cxnChg>
        <pc:cxnChg chg="add del mod">
          <ac:chgData name="鈴木 秀規" userId="f68c5fd9-22d5-4c0a-9833-7fb0f5135313" providerId="ADAL" clId="{1FFDFDEC-295D-434A-B582-72A8CC8A5E88}" dt="2021-01-14T03:42:48.716" v="865"/>
          <ac:cxnSpMkLst>
            <pc:docMk/>
            <pc:sldMk cId="2547390421" sldId="381"/>
            <ac:cxnSpMk id="14" creationId="{8C9E9DE6-058A-441C-A5F3-BF0A9865E5FB}"/>
          </ac:cxnSpMkLst>
        </pc:cxnChg>
        <pc:cxnChg chg="add del mod">
          <ac:chgData name="鈴木 秀規" userId="f68c5fd9-22d5-4c0a-9833-7fb0f5135313" providerId="ADAL" clId="{1FFDFDEC-295D-434A-B582-72A8CC8A5E88}" dt="2021-01-14T03:42:48.716" v="865"/>
          <ac:cxnSpMkLst>
            <pc:docMk/>
            <pc:sldMk cId="2547390421" sldId="381"/>
            <ac:cxnSpMk id="17" creationId="{AD1445E4-E103-46D7-B55D-14568F6ACA4F}"/>
          </ac:cxnSpMkLst>
        </pc:cxnChg>
      </pc:sldChg>
      <pc:sldChg chg="addSp delSp modSp new add del mod chgLayout">
        <pc:chgData name="鈴木 秀規" userId="f68c5fd9-22d5-4c0a-9833-7fb0f5135313" providerId="ADAL" clId="{1FFDFDEC-295D-434A-B582-72A8CC8A5E88}" dt="2021-01-26T04:14:36.735" v="1145" actId="2696"/>
        <pc:sldMkLst>
          <pc:docMk/>
          <pc:sldMk cId="4270902671" sldId="382"/>
        </pc:sldMkLst>
        <pc:spChg chg="del">
          <ac:chgData name="鈴木 秀規" userId="f68c5fd9-22d5-4c0a-9833-7fb0f5135313" providerId="ADAL" clId="{1FFDFDEC-295D-434A-B582-72A8CC8A5E88}" dt="2021-01-26T03:44:33.395" v="928" actId="478"/>
          <ac:spMkLst>
            <pc:docMk/>
            <pc:sldMk cId="4270902671" sldId="382"/>
            <ac:spMk id="2" creationId="{680AF992-1EFF-4152-AB8D-ED0F6CBCDA55}"/>
          </ac:spMkLst>
        </pc:spChg>
        <pc:spChg chg="mod ord">
          <ac:chgData name="鈴木 秀規" userId="f68c5fd9-22d5-4c0a-9833-7fb0f5135313" providerId="ADAL" clId="{1FFDFDEC-295D-434A-B582-72A8CC8A5E88}" dt="2021-01-26T03:48:51.751" v="991" actId="6264"/>
          <ac:spMkLst>
            <pc:docMk/>
            <pc:sldMk cId="4270902671" sldId="382"/>
            <ac:spMk id="3" creationId="{347745C2-842F-461A-8482-F5E3F2B33188}"/>
          </ac:spMkLst>
        </pc:spChg>
        <pc:spChg chg="mod ord">
          <ac:chgData name="鈴木 秀規" userId="f68c5fd9-22d5-4c0a-9833-7fb0f5135313" providerId="ADAL" clId="{1FFDFDEC-295D-434A-B582-72A8CC8A5E88}" dt="2021-01-26T03:48:51.751" v="991" actId="6264"/>
          <ac:spMkLst>
            <pc:docMk/>
            <pc:sldMk cId="4270902671" sldId="382"/>
            <ac:spMk id="4" creationId="{B2D33C3D-4F1E-4861-BEE1-D418CFD9014C}"/>
          </ac:spMkLst>
        </pc:spChg>
        <pc:spChg chg="mod ord">
          <ac:chgData name="鈴木 秀規" userId="f68c5fd9-22d5-4c0a-9833-7fb0f5135313" providerId="ADAL" clId="{1FFDFDEC-295D-434A-B582-72A8CC8A5E88}" dt="2021-01-26T03:48:51.751" v="991" actId="6264"/>
          <ac:spMkLst>
            <pc:docMk/>
            <pc:sldMk cId="4270902671" sldId="382"/>
            <ac:spMk id="5" creationId="{86E9EC95-4197-4F9B-96BF-D31C5A1A1A4D}"/>
          </ac:spMkLst>
        </pc:spChg>
        <pc:spChg chg="del">
          <ac:chgData name="鈴木 秀規" userId="f68c5fd9-22d5-4c0a-9833-7fb0f5135313" providerId="ADAL" clId="{1FFDFDEC-295D-434A-B582-72A8CC8A5E88}" dt="2021-01-26T03:44:33.395" v="928" actId="478"/>
          <ac:spMkLst>
            <pc:docMk/>
            <pc:sldMk cId="4270902671" sldId="382"/>
            <ac:spMk id="6" creationId="{7F70CC25-12EA-4832-BEC8-55567F25E694}"/>
          </ac:spMkLst>
        </pc:spChg>
        <pc:spChg chg="add mod">
          <ac:chgData name="鈴木 秀規" userId="f68c5fd9-22d5-4c0a-9833-7fb0f5135313" providerId="ADAL" clId="{1FFDFDEC-295D-434A-B582-72A8CC8A5E88}" dt="2021-01-26T03:45:11.198" v="938" actId="14100"/>
          <ac:spMkLst>
            <pc:docMk/>
            <pc:sldMk cId="4270902671" sldId="382"/>
            <ac:spMk id="10" creationId="{7C3760F5-0448-4B07-9357-5DD9243CD6A1}"/>
          </ac:spMkLst>
        </pc:spChg>
        <pc:spChg chg="add mod">
          <ac:chgData name="鈴木 秀規" userId="f68c5fd9-22d5-4c0a-9833-7fb0f5135313" providerId="ADAL" clId="{1FFDFDEC-295D-434A-B582-72A8CC8A5E88}" dt="2021-01-26T03:45:13.642" v="939" actId="14100"/>
          <ac:spMkLst>
            <pc:docMk/>
            <pc:sldMk cId="4270902671" sldId="382"/>
            <ac:spMk id="11" creationId="{6AFAD27C-B17C-4A26-8D46-B84638FE20C9}"/>
          </ac:spMkLst>
        </pc:spChg>
        <pc:spChg chg="add mod">
          <ac:chgData name="鈴木 秀規" userId="f68c5fd9-22d5-4c0a-9833-7fb0f5135313" providerId="ADAL" clId="{1FFDFDEC-295D-434A-B582-72A8CC8A5E88}" dt="2021-01-26T03:46:45.261" v="950" actId="1076"/>
          <ac:spMkLst>
            <pc:docMk/>
            <pc:sldMk cId="4270902671" sldId="382"/>
            <ac:spMk id="12" creationId="{4779DC12-997D-427C-8D5F-D3C32CCE9829}"/>
          </ac:spMkLst>
        </pc:spChg>
        <pc:spChg chg="add mod">
          <ac:chgData name="鈴木 秀規" userId="f68c5fd9-22d5-4c0a-9833-7fb0f5135313" providerId="ADAL" clId="{1FFDFDEC-295D-434A-B582-72A8CC8A5E88}" dt="2021-01-26T03:46:45.261" v="950" actId="1076"/>
          <ac:spMkLst>
            <pc:docMk/>
            <pc:sldMk cId="4270902671" sldId="382"/>
            <ac:spMk id="13" creationId="{17D11134-6A3C-4349-80D0-227C8553B2C2}"/>
          </ac:spMkLst>
        </pc:spChg>
        <pc:spChg chg="add mod">
          <ac:chgData name="鈴木 秀規" userId="f68c5fd9-22d5-4c0a-9833-7fb0f5135313" providerId="ADAL" clId="{1FFDFDEC-295D-434A-B582-72A8CC8A5E88}" dt="2021-01-26T03:46:45.261" v="950" actId="1076"/>
          <ac:spMkLst>
            <pc:docMk/>
            <pc:sldMk cId="4270902671" sldId="382"/>
            <ac:spMk id="15" creationId="{BF8B4138-1FB6-4D1C-AADA-7F5C45A6ECDD}"/>
          </ac:spMkLst>
        </pc:spChg>
        <pc:spChg chg="add mod">
          <ac:chgData name="鈴木 秀規" userId="f68c5fd9-22d5-4c0a-9833-7fb0f5135313" providerId="ADAL" clId="{1FFDFDEC-295D-434A-B582-72A8CC8A5E88}" dt="2021-01-26T03:46:45.261" v="950" actId="1076"/>
          <ac:spMkLst>
            <pc:docMk/>
            <pc:sldMk cId="4270902671" sldId="382"/>
            <ac:spMk id="18" creationId="{E28B5E37-BE31-4DBF-8316-79E231D1CCD1}"/>
          </ac:spMkLst>
        </pc:spChg>
        <pc:spChg chg="add mod">
          <ac:chgData name="鈴木 秀規" userId="f68c5fd9-22d5-4c0a-9833-7fb0f5135313" providerId="ADAL" clId="{1FFDFDEC-295D-434A-B582-72A8CC8A5E88}" dt="2021-01-26T03:46:45.261" v="950" actId="1076"/>
          <ac:spMkLst>
            <pc:docMk/>
            <pc:sldMk cId="4270902671" sldId="382"/>
            <ac:spMk id="24" creationId="{A9E63F44-7FDA-4B83-BD1E-2F9BC602BDFC}"/>
          </ac:spMkLst>
        </pc:spChg>
        <pc:spChg chg="add mod">
          <ac:chgData name="鈴木 秀規" userId="f68c5fd9-22d5-4c0a-9833-7fb0f5135313" providerId="ADAL" clId="{1FFDFDEC-295D-434A-B582-72A8CC8A5E88}" dt="2021-01-26T03:50:19.700" v="1008" actId="1582"/>
          <ac:spMkLst>
            <pc:docMk/>
            <pc:sldMk cId="4270902671" sldId="382"/>
            <ac:spMk id="25" creationId="{D203164A-16BB-4A33-A44C-D5005AB76239}"/>
          </ac:spMkLst>
        </pc:spChg>
        <pc:spChg chg="add del mod">
          <ac:chgData name="鈴木 秀規" userId="f68c5fd9-22d5-4c0a-9833-7fb0f5135313" providerId="ADAL" clId="{1FFDFDEC-295D-434A-B582-72A8CC8A5E88}" dt="2021-01-26T03:48:51.751" v="991" actId="6264"/>
          <ac:spMkLst>
            <pc:docMk/>
            <pc:sldMk cId="4270902671" sldId="382"/>
            <ac:spMk id="33" creationId="{373F4D12-7797-41A9-BB1E-6C465033A0A1}"/>
          </ac:spMkLst>
        </pc:spChg>
        <pc:spChg chg="add del mod">
          <ac:chgData name="鈴木 秀規" userId="f68c5fd9-22d5-4c0a-9833-7fb0f5135313" providerId="ADAL" clId="{1FFDFDEC-295D-434A-B582-72A8CC8A5E88}" dt="2021-01-26T03:48:51.751" v="991" actId="6264"/>
          <ac:spMkLst>
            <pc:docMk/>
            <pc:sldMk cId="4270902671" sldId="382"/>
            <ac:spMk id="34" creationId="{6AC6CE12-29A2-4E11-AA40-582DFEAC4BA6}"/>
          </ac:spMkLst>
        </pc:spChg>
        <pc:spChg chg="add del mod">
          <ac:chgData name="鈴木 秀規" userId="f68c5fd9-22d5-4c0a-9833-7fb0f5135313" providerId="ADAL" clId="{1FFDFDEC-295D-434A-B582-72A8CC8A5E88}" dt="2021-01-26T03:48:51.751" v="991" actId="6264"/>
          <ac:spMkLst>
            <pc:docMk/>
            <pc:sldMk cId="4270902671" sldId="382"/>
            <ac:spMk id="35" creationId="{B55A2A41-E70B-49B7-A2C1-E9ADC31A34F2}"/>
          </ac:spMkLst>
        </pc:spChg>
        <pc:spChg chg="add del mod ord">
          <ac:chgData name="鈴木 秀規" userId="f68c5fd9-22d5-4c0a-9833-7fb0f5135313" providerId="ADAL" clId="{1FFDFDEC-295D-434A-B582-72A8CC8A5E88}" dt="2021-01-26T03:48:58.807" v="992" actId="478"/>
          <ac:spMkLst>
            <pc:docMk/>
            <pc:sldMk cId="4270902671" sldId="382"/>
            <ac:spMk id="36" creationId="{8E4298F6-82EF-43C7-9819-DFC83B203660}"/>
          </ac:spMkLst>
        </pc:spChg>
        <pc:spChg chg="add mod ord">
          <ac:chgData name="鈴木 秀規" userId="f68c5fd9-22d5-4c0a-9833-7fb0f5135313" providerId="ADAL" clId="{1FFDFDEC-295D-434A-B582-72A8CC8A5E88}" dt="2021-01-26T03:49:45.941" v="1002" actId="20577"/>
          <ac:spMkLst>
            <pc:docMk/>
            <pc:sldMk cId="4270902671" sldId="382"/>
            <ac:spMk id="37" creationId="{BD46D08B-CDC1-40F7-B3B2-96E4746B3A1C}"/>
          </ac:spMkLst>
        </pc:spChg>
        <pc:picChg chg="add mod">
          <ac:chgData name="鈴木 秀規" userId="f68c5fd9-22d5-4c0a-9833-7fb0f5135313" providerId="ADAL" clId="{1FFDFDEC-295D-434A-B582-72A8CC8A5E88}" dt="2021-01-26T03:44:38.047" v="930" actId="1076"/>
          <ac:picMkLst>
            <pc:docMk/>
            <pc:sldMk cId="4270902671" sldId="382"/>
            <ac:picMk id="7" creationId="{ACC068A0-50E1-42AC-8287-E81E4235FF5C}"/>
          </ac:picMkLst>
        </pc:picChg>
        <pc:picChg chg="add mod">
          <ac:chgData name="鈴木 秀規" userId="f68c5fd9-22d5-4c0a-9833-7fb0f5135313" providerId="ADAL" clId="{1FFDFDEC-295D-434A-B582-72A8CC8A5E88}" dt="2021-01-26T03:44:38.047" v="930" actId="1076"/>
          <ac:picMkLst>
            <pc:docMk/>
            <pc:sldMk cId="4270902671" sldId="382"/>
            <ac:picMk id="8" creationId="{8D2F85B8-D0BB-4D5F-B8E8-359B9642BC18}"/>
          </ac:picMkLst>
        </pc:picChg>
        <pc:picChg chg="add mod">
          <ac:chgData name="鈴木 秀規" userId="f68c5fd9-22d5-4c0a-9833-7fb0f5135313" providerId="ADAL" clId="{1FFDFDEC-295D-434A-B582-72A8CC8A5E88}" dt="2021-01-26T03:44:38.047" v="930" actId="1076"/>
          <ac:picMkLst>
            <pc:docMk/>
            <pc:sldMk cId="4270902671" sldId="382"/>
            <ac:picMk id="9" creationId="{6567B165-D14C-4A46-B20C-33602CEB18CE}"/>
          </ac:picMkLst>
        </pc:picChg>
        <pc:picChg chg="add mod">
          <ac:chgData name="鈴木 秀規" userId="f68c5fd9-22d5-4c0a-9833-7fb0f5135313" providerId="ADAL" clId="{1FFDFDEC-295D-434A-B582-72A8CC8A5E88}" dt="2021-01-26T03:46:45.261" v="950" actId="1076"/>
          <ac:picMkLst>
            <pc:docMk/>
            <pc:sldMk cId="4270902671" sldId="382"/>
            <ac:picMk id="14" creationId="{89F5CAE8-7DD6-4E66-9E6B-8D828B62D848}"/>
          </ac:picMkLst>
        </pc:picChg>
        <pc:picChg chg="add mod">
          <ac:chgData name="鈴木 秀規" userId="f68c5fd9-22d5-4c0a-9833-7fb0f5135313" providerId="ADAL" clId="{1FFDFDEC-295D-434A-B582-72A8CC8A5E88}" dt="2021-01-26T03:46:45.261" v="950" actId="1076"/>
          <ac:picMkLst>
            <pc:docMk/>
            <pc:sldMk cId="4270902671" sldId="382"/>
            <ac:picMk id="17" creationId="{56C46E48-5776-47D9-8EE8-C88D764F6B56}"/>
          </ac:picMkLst>
        </pc:picChg>
        <pc:picChg chg="add mod">
          <ac:chgData name="鈴木 秀規" userId="f68c5fd9-22d5-4c0a-9833-7fb0f5135313" providerId="ADAL" clId="{1FFDFDEC-295D-434A-B582-72A8CC8A5E88}" dt="2021-01-26T03:46:45.261" v="950" actId="1076"/>
          <ac:picMkLst>
            <pc:docMk/>
            <pc:sldMk cId="4270902671" sldId="382"/>
            <ac:picMk id="22" creationId="{2076DD48-3ECF-49F3-93DF-4DA0CE8394BC}"/>
          </ac:picMkLst>
        </pc:picChg>
        <pc:picChg chg="add mod">
          <ac:chgData name="鈴木 秀規" userId="f68c5fd9-22d5-4c0a-9833-7fb0f5135313" providerId="ADAL" clId="{1FFDFDEC-295D-434A-B582-72A8CC8A5E88}" dt="2021-01-26T03:46:45.261" v="950" actId="1076"/>
          <ac:picMkLst>
            <pc:docMk/>
            <pc:sldMk cId="4270902671" sldId="382"/>
            <ac:picMk id="23" creationId="{3E2CE605-C0B8-4C18-98C1-B3840CD70767}"/>
          </ac:picMkLst>
        </pc:picChg>
        <pc:picChg chg="add mod">
          <ac:chgData name="鈴木 秀規" userId="f68c5fd9-22d5-4c0a-9833-7fb0f5135313" providerId="ADAL" clId="{1FFDFDEC-295D-434A-B582-72A8CC8A5E88}" dt="2021-01-26T03:46:04.691" v="945" actId="1076"/>
          <ac:picMkLst>
            <pc:docMk/>
            <pc:sldMk cId="4270902671" sldId="382"/>
            <ac:picMk id="26" creationId="{70D95F10-BF3B-4B19-9089-47831CF622D5}"/>
          </ac:picMkLst>
        </pc:picChg>
        <pc:cxnChg chg="add mod">
          <ac:chgData name="鈴木 秀規" userId="f68c5fd9-22d5-4c0a-9833-7fb0f5135313" providerId="ADAL" clId="{1FFDFDEC-295D-434A-B582-72A8CC8A5E88}" dt="2021-01-26T03:46:45.261" v="950" actId="1076"/>
          <ac:cxnSpMkLst>
            <pc:docMk/>
            <pc:sldMk cId="4270902671" sldId="382"/>
            <ac:cxnSpMk id="16" creationId="{8E32A4B4-C96D-4681-AEF9-EE7D9B309FBF}"/>
          </ac:cxnSpMkLst>
        </pc:cxnChg>
        <pc:cxnChg chg="add mod">
          <ac:chgData name="鈴木 秀規" userId="f68c5fd9-22d5-4c0a-9833-7fb0f5135313" providerId="ADAL" clId="{1FFDFDEC-295D-434A-B582-72A8CC8A5E88}" dt="2021-01-26T03:47:04.403" v="982" actId="1035"/>
          <ac:cxnSpMkLst>
            <pc:docMk/>
            <pc:sldMk cId="4270902671" sldId="382"/>
            <ac:cxnSpMk id="19" creationId="{F3DB8BCB-0D70-41DF-9FD3-2A8B659F17CF}"/>
          </ac:cxnSpMkLst>
        </pc:cxnChg>
        <pc:cxnChg chg="add mod">
          <ac:chgData name="鈴木 秀規" userId="f68c5fd9-22d5-4c0a-9833-7fb0f5135313" providerId="ADAL" clId="{1FFDFDEC-295D-434A-B582-72A8CC8A5E88}" dt="2021-01-26T03:46:45.261" v="950" actId="1076"/>
          <ac:cxnSpMkLst>
            <pc:docMk/>
            <pc:sldMk cId="4270902671" sldId="382"/>
            <ac:cxnSpMk id="20" creationId="{C35F15FD-C964-4627-B22E-64C02E3B1E13}"/>
          </ac:cxnSpMkLst>
        </pc:cxnChg>
        <pc:cxnChg chg="add mod">
          <ac:chgData name="鈴木 秀規" userId="f68c5fd9-22d5-4c0a-9833-7fb0f5135313" providerId="ADAL" clId="{1FFDFDEC-295D-434A-B582-72A8CC8A5E88}" dt="2021-01-26T03:47:41.189" v="983" actId="14100"/>
          <ac:cxnSpMkLst>
            <pc:docMk/>
            <pc:sldMk cId="4270902671" sldId="382"/>
            <ac:cxnSpMk id="21" creationId="{5E8CC0CA-3411-4CB6-8412-CE026E3E4961}"/>
          </ac:cxnSpMkLst>
        </pc:cxnChg>
        <pc:cxnChg chg="add mod">
          <ac:chgData name="鈴木 秀規" userId="f68c5fd9-22d5-4c0a-9833-7fb0f5135313" providerId="ADAL" clId="{1FFDFDEC-295D-434A-B582-72A8CC8A5E88}" dt="2021-01-26T03:48:36.080" v="990" actId="14100"/>
          <ac:cxnSpMkLst>
            <pc:docMk/>
            <pc:sldMk cId="4270902671" sldId="382"/>
            <ac:cxnSpMk id="28" creationId="{55404DBE-4FD6-4F92-8981-38B9A55EE093}"/>
          </ac:cxnSpMkLst>
        </pc:cxnChg>
        <pc:cxnChg chg="add mod">
          <ac:chgData name="鈴木 秀規" userId="f68c5fd9-22d5-4c0a-9833-7fb0f5135313" providerId="ADAL" clId="{1FFDFDEC-295D-434A-B582-72A8CC8A5E88}" dt="2021-01-26T03:48:08.374" v="989" actId="14100"/>
          <ac:cxnSpMkLst>
            <pc:docMk/>
            <pc:sldMk cId="4270902671" sldId="382"/>
            <ac:cxnSpMk id="30" creationId="{5862DF2C-3636-4E19-B516-9E62A13C3584}"/>
          </ac:cxnSpMkLst>
        </pc:cxnChg>
      </pc:sldChg>
      <pc:sldChg chg="addSp delSp modSp add del mod chgLayout">
        <pc:chgData name="鈴木 秀規" userId="f68c5fd9-22d5-4c0a-9833-7fb0f5135313" providerId="ADAL" clId="{1FFDFDEC-295D-434A-B582-72A8CC8A5E88}" dt="2021-01-26T04:14:36.735" v="1145" actId="2696"/>
        <pc:sldMkLst>
          <pc:docMk/>
          <pc:sldMk cId="3431740700" sldId="383"/>
        </pc:sldMkLst>
        <pc:spChg chg="mod ord">
          <ac:chgData name="鈴木 秀規" userId="f68c5fd9-22d5-4c0a-9833-7fb0f5135313" providerId="ADAL" clId="{1FFDFDEC-295D-434A-B582-72A8CC8A5E88}" dt="2021-01-26T04:02:31.002" v="1073" actId="6264"/>
          <ac:spMkLst>
            <pc:docMk/>
            <pc:sldMk cId="3431740700" sldId="383"/>
            <ac:spMk id="3" creationId="{347745C2-842F-461A-8482-F5E3F2B33188}"/>
          </ac:spMkLst>
        </pc:spChg>
        <pc:spChg chg="mod ord">
          <ac:chgData name="鈴木 秀規" userId="f68c5fd9-22d5-4c0a-9833-7fb0f5135313" providerId="ADAL" clId="{1FFDFDEC-295D-434A-B582-72A8CC8A5E88}" dt="2021-01-26T04:02:31.002" v="1073" actId="6264"/>
          <ac:spMkLst>
            <pc:docMk/>
            <pc:sldMk cId="3431740700" sldId="383"/>
            <ac:spMk id="4" creationId="{B2D33C3D-4F1E-4861-BEE1-D418CFD9014C}"/>
          </ac:spMkLst>
        </pc:spChg>
        <pc:spChg chg="mod ord">
          <ac:chgData name="鈴木 秀規" userId="f68c5fd9-22d5-4c0a-9833-7fb0f5135313" providerId="ADAL" clId="{1FFDFDEC-295D-434A-B582-72A8CC8A5E88}" dt="2021-01-26T04:02:31.002" v="1073" actId="6264"/>
          <ac:spMkLst>
            <pc:docMk/>
            <pc:sldMk cId="3431740700" sldId="383"/>
            <ac:spMk id="5" creationId="{86E9EC95-4197-4F9B-96BF-D31C5A1A1A4D}"/>
          </ac:spMkLst>
        </pc:spChg>
        <pc:spChg chg="add del mod">
          <ac:chgData name="鈴木 秀規" userId="f68c5fd9-22d5-4c0a-9833-7fb0f5135313" providerId="ADAL" clId="{1FFDFDEC-295D-434A-B582-72A8CC8A5E88}" dt="2021-01-26T03:59:15.368" v="1013" actId="478"/>
          <ac:spMkLst>
            <pc:docMk/>
            <pc:sldMk cId="3431740700" sldId="383"/>
            <ac:spMk id="6" creationId="{A4CFD6BF-E687-457B-A250-DEA51B3540B4}"/>
          </ac:spMkLst>
        </pc:spChg>
        <pc:spChg chg="del">
          <ac:chgData name="鈴木 秀規" userId="f68c5fd9-22d5-4c0a-9833-7fb0f5135313" providerId="ADAL" clId="{1FFDFDEC-295D-434A-B582-72A8CC8A5E88}" dt="2021-01-26T03:58:14.416" v="1010" actId="478"/>
          <ac:spMkLst>
            <pc:docMk/>
            <pc:sldMk cId="3431740700" sldId="383"/>
            <ac:spMk id="10" creationId="{7C3760F5-0448-4B07-9357-5DD9243CD6A1}"/>
          </ac:spMkLst>
        </pc:spChg>
        <pc:spChg chg="del">
          <ac:chgData name="鈴木 秀規" userId="f68c5fd9-22d5-4c0a-9833-7fb0f5135313" providerId="ADAL" clId="{1FFDFDEC-295D-434A-B582-72A8CC8A5E88}" dt="2021-01-26T03:58:14.416" v="1010" actId="478"/>
          <ac:spMkLst>
            <pc:docMk/>
            <pc:sldMk cId="3431740700" sldId="383"/>
            <ac:spMk id="11" creationId="{6AFAD27C-B17C-4A26-8D46-B84638FE20C9}"/>
          </ac:spMkLst>
        </pc:spChg>
        <pc:spChg chg="del">
          <ac:chgData name="鈴木 秀規" userId="f68c5fd9-22d5-4c0a-9833-7fb0f5135313" providerId="ADAL" clId="{1FFDFDEC-295D-434A-B582-72A8CC8A5E88}" dt="2021-01-26T03:58:14.416" v="1010" actId="478"/>
          <ac:spMkLst>
            <pc:docMk/>
            <pc:sldMk cId="3431740700" sldId="383"/>
            <ac:spMk id="12" creationId="{4779DC12-997D-427C-8D5F-D3C32CCE9829}"/>
          </ac:spMkLst>
        </pc:spChg>
        <pc:spChg chg="del">
          <ac:chgData name="鈴木 秀規" userId="f68c5fd9-22d5-4c0a-9833-7fb0f5135313" providerId="ADAL" clId="{1FFDFDEC-295D-434A-B582-72A8CC8A5E88}" dt="2021-01-26T03:58:14.416" v="1010" actId="478"/>
          <ac:spMkLst>
            <pc:docMk/>
            <pc:sldMk cId="3431740700" sldId="383"/>
            <ac:spMk id="13" creationId="{17D11134-6A3C-4349-80D0-227C8553B2C2}"/>
          </ac:spMkLst>
        </pc:spChg>
        <pc:spChg chg="del">
          <ac:chgData name="鈴木 秀規" userId="f68c5fd9-22d5-4c0a-9833-7fb0f5135313" providerId="ADAL" clId="{1FFDFDEC-295D-434A-B582-72A8CC8A5E88}" dt="2021-01-26T03:58:14.416" v="1010" actId="478"/>
          <ac:spMkLst>
            <pc:docMk/>
            <pc:sldMk cId="3431740700" sldId="383"/>
            <ac:spMk id="15" creationId="{BF8B4138-1FB6-4D1C-AADA-7F5C45A6ECDD}"/>
          </ac:spMkLst>
        </pc:spChg>
        <pc:spChg chg="del">
          <ac:chgData name="鈴木 秀規" userId="f68c5fd9-22d5-4c0a-9833-7fb0f5135313" providerId="ADAL" clId="{1FFDFDEC-295D-434A-B582-72A8CC8A5E88}" dt="2021-01-26T03:58:14.416" v="1010" actId="478"/>
          <ac:spMkLst>
            <pc:docMk/>
            <pc:sldMk cId="3431740700" sldId="383"/>
            <ac:spMk id="18" creationId="{E28B5E37-BE31-4DBF-8316-79E231D1CCD1}"/>
          </ac:spMkLst>
        </pc:spChg>
        <pc:spChg chg="del">
          <ac:chgData name="鈴木 秀規" userId="f68c5fd9-22d5-4c0a-9833-7fb0f5135313" providerId="ADAL" clId="{1FFDFDEC-295D-434A-B582-72A8CC8A5E88}" dt="2021-01-26T03:58:14.416" v="1010" actId="478"/>
          <ac:spMkLst>
            <pc:docMk/>
            <pc:sldMk cId="3431740700" sldId="383"/>
            <ac:spMk id="24" creationId="{A9E63F44-7FDA-4B83-BD1E-2F9BC602BDFC}"/>
          </ac:spMkLst>
        </pc:spChg>
        <pc:spChg chg="del">
          <ac:chgData name="鈴木 秀規" userId="f68c5fd9-22d5-4c0a-9833-7fb0f5135313" providerId="ADAL" clId="{1FFDFDEC-295D-434A-B582-72A8CC8A5E88}" dt="2021-01-26T03:58:14.416" v="1010" actId="478"/>
          <ac:spMkLst>
            <pc:docMk/>
            <pc:sldMk cId="3431740700" sldId="383"/>
            <ac:spMk id="25" creationId="{D203164A-16BB-4A33-A44C-D5005AB76239}"/>
          </ac:spMkLst>
        </pc:spChg>
        <pc:spChg chg="add del mod">
          <ac:chgData name="鈴木 秀規" userId="f68c5fd9-22d5-4c0a-9833-7fb0f5135313" providerId="ADAL" clId="{1FFDFDEC-295D-434A-B582-72A8CC8A5E88}" dt="2021-01-26T04:02:31.002" v="1073" actId="6264"/>
          <ac:spMkLst>
            <pc:docMk/>
            <pc:sldMk cId="3431740700" sldId="383"/>
            <ac:spMk id="29" creationId="{2A5D0E9E-56FA-473F-9905-EC3AB66EE25A}"/>
          </ac:spMkLst>
        </pc:spChg>
        <pc:spChg chg="add mod">
          <ac:chgData name="鈴木 秀規" userId="f68c5fd9-22d5-4c0a-9833-7fb0f5135313" providerId="ADAL" clId="{1FFDFDEC-295D-434A-B582-72A8CC8A5E88}" dt="2021-01-26T04:01:45.805" v="1071" actId="207"/>
          <ac:spMkLst>
            <pc:docMk/>
            <pc:sldMk cId="3431740700" sldId="383"/>
            <ac:spMk id="32" creationId="{E0F1595E-F0A3-4E14-9651-C87ED18BF9DA}"/>
          </ac:spMkLst>
        </pc:spChg>
        <pc:spChg chg="add mod">
          <ac:chgData name="鈴木 秀規" userId="f68c5fd9-22d5-4c0a-9833-7fb0f5135313" providerId="ADAL" clId="{1FFDFDEC-295D-434A-B582-72A8CC8A5E88}" dt="2021-01-26T04:09:56.305" v="1133" actId="1076"/>
          <ac:spMkLst>
            <pc:docMk/>
            <pc:sldMk cId="3431740700" sldId="383"/>
            <ac:spMk id="34" creationId="{F7EDC701-37B8-4468-97D8-52607030CA94}"/>
          </ac:spMkLst>
        </pc:spChg>
        <pc:spChg chg="add mod">
          <ac:chgData name="鈴木 秀規" userId="f68c5fd9-22d5-4c0a-9833-7fb0f5135313" providerId="ADAL" clId="{1FFDFDEC-295D-434A-B582-72A8CC8A5E88}" dt="2021-01-26T04:09:59.136" v="1134" actId="1076"/>
          <ac:spMkLst>
            <pc:docMk/>
            <pc:sldMk cId="3431740700" sldId="383"/>
            <ac:spMk id="35" creationId="{8EA723BF-2FD8-4A16-A3C8-BFD746C683D1}"/>
          </ac:spMkLst>
        </pc:spChg>
        <pc:spChg chg="add del mod">
          <ac:chgData name="鈴木 秀規" userId="f68c5fd9-22d5-4c0a-9833-7fb0f5135313" providerId="ADAL" clId="{1FFDFDEC-295D-434A-B582-72A8CC8A5E88}" dt="2021-01-26T04:01:11.785" v="1048" actId="478"/>
          <ac:spMkLst>
            <pc:docMk/>
            <pc:sldMk cId="3431740700" sldId="383"/>
            <ac:spMk id="36" creationId="{6B158A07-162D-47DD-AB6B-E1D320D975E0}"/>
          </ac:spMkLst>
        </pc:spChg>
        <pc:spChg chg="del">
          <ac:chgData name="鈴木 秀規" userId="f68c5fd9-22d5-4c0a-9833-7fb0f5135313" providerId="ADAL" clId="{1FFDFDEC-295D-434A-B582-72A8CC8A5E88}" dt="2021-01-26T03:59:02.800" v="1011" actId="478"/>
          <ac:spMkLst>
            <pc:docMk/>
            <pc:sldMk cId="3431740700" sldId="383"/>
            <ac:spMk id="37" creationId="{BD46D08B-CDC1-40F7-B3B2-96E4746B3A1C}"/>
          </ac:spMkLst>
        </pc:spChg>
        <pc:spChg chg="add mod">
          <ac:chgData name="鈴木 秀規" userId="f68c5fd9-22d5-4c0a-9833-7fb0f5135313" providerId="ADAL" clId="{1FFDFDEC-295D-434A-B582-72A8CC8A5E88}" dt="2021-01-26T04:01:32.103" v="1068" actId="14100"/>
          <ac:spMkLst>
            <pc:docMk/>
            <pc:sldMk cId="3431740700" sldId="383"/>
            <ac:spMk id="38" creationId="{40FD59BC-B13E-4715-9DC8-5CB6A9E68577}"/>
          </ac:spMkLst>
        </pc:spChg>
        <pc:spChg chg="add del mod">
          <ac:chgData name="鈴木 秀規" userId="f68c5fd9-22d5-4c0a-9833-7fb0f5135313" providerId="ADAL" clId="{1FFDFDEC-295D-434A-B582-72A8CC8A5E88}" dt="2021-01-26T04:02:31.002" v="1073" actId="6264"/>
          <ac:spMkLst>
            <pc:docMk/>
            <pc:sldMk cId="3431740700" sldId="383"/>
            <ac:spMk id="39" creationId="{72F8AD91-8F73-4C4F-AB59-5F3FD39C1312}"/>
          </ac:spMkLst>
        </pc:spChg>
        <pc:spChg chg="add del mod">
          <ac:chgData name="鈴木 秀規" userId="f68c5fd9-22d5-4c0a-9833-7fb0f5135313" providerId="ADAL" clId="{1FFDFDEC-295D-434A-B582-72A8CC8A5E88}" dt="2021-01-26T04:02:31.002" v="1073" actId="6264"/>
          <ac:spMkLst>
            <pc:docMk/>
            <pc:sldMk cId="3431740700" sldId="383"/>
            <ac:spMk id="40" creationId="{42A095DC-2541-467D-84CE-0FD53E764CA5}"/>
          </ac:spMkLst>
        </pc:spChg>
        <pc:spChg chg="add del mod ord">
          <ac:chgData name="鈴木 秀規" userId="f68c5fd9-22d5-4c0a-9833-7fb0f5135313" providerId="ADAL" clId="{1FFDFDEC-295D-434A-B582-72A8CC8A5E88}" dt="2021-01-26T04:02:37.244" v="1074" actId="478"/>
          <ac:spMkLst>
            <pc:docMk/>
            <pc:sldMk cId="3431740700" sldId="383"/>
            <ac:spMk id="41" creationId="{EB08CBDB-7389-4C58-9794-DD4F1F3C7E58}"/>
          </ac:spMkLst>
        </pc:spChg>
        <pc:spChg chg="add mod ord">
          <ac:chgData name="鈴木 秀規" userId="f68c5fd9-22d5-4c0a-9833-7fb0f5135313" providerId="ADAL" clId="{1FFDFDEC-295D-434A-B582-72A8CC8A5E88}" dt="2021-01-26T04:10:02.911" v="1143" actId="12"/>
          <ac:spMkLst>
            <pc:docMk/>
            <pc:sldMk cId="3431740700" sldId="383"/>
            <ac:spMk id="42" creationId="{C2B7E0DC-5323-408A-937A-1D9A8EEEF045}"/>
          </ac:spMkLst>
        </pc:spChg>
        <pc:grpChg chg="add mod">
          <ac:chgData name="鈴木 秀規" userId="f68c5fd9-22d5-4c0a-9833-7fb0f5135313" providerId="ADAL" clId="{1FFDFDEC-295D-434A-B582-72A8CC8A5E88}" dt="2021-01-26T04:01:37.979" v="1069" actId="1076"/>
          <ac:grpSpMkLst>
            <pc:docMk/>
            <pc:sldMk cId="3431740700" sldId="383"/>
            <ac:grpSpMk id="27" creationId="{BEDB55EE-07B8-464D-A27C-24F43E1B2BCB}"/>
          </ac:grpSpMkLst>
        </pc:grpChg>
        <pc:picChg chg="del">
          <ac:chgData name="鈴木 秀規" userId="f68c5fd9-22d5-4c0a-9833-7fb0f5135313" providerId="ADAL" clId="{1FFDFDEC-295D-434A-B582-72A8CC8A5E88}" dt="2021-01-26T03:58:14.416" v="1010" actId="478"/>
          <ac:picMkLst>
            <pc:docMk/>
            <pc:sldMk cId="3431740700" sldId="383"/>
            <ac:picMk id="7" creationId="{ACC068A0-50E1-42AC-8287-E81E4235FF5C}"/>
          </ac:picMkLst>
        </pc:picChg>
        <pc:picChg chg="del">
          <ac:chgData name="鈴木 秀規" userId="f68c5fd9-22d5-4c0a-9833-7fb0f5135313" providerId="ADAL" clId="{1FFDFDEC-295D-434A-B582-72A8CC8A5E88}" dt="2021-01-26T03:58:14.416" v="1010" actId="478"/>
          <ac:picMkLst>
            <pc:docMk/>
            <pc:sldMk cId="3431740700" sldId="383"/>
            <ac:picMk id="8" creationId="{8D2F85B8-D0BB-4D5F-B8E8-359B9642BC18}"/>
          </ac:picMkLst>
        </pc:picChg>
        <pc:picChg chg="del">
          <ac:chgData name="鈴木 秀規" userId="f68c5fd9-22d5-4c0a-9833-7fb0f5135313" providerId="ADAL" clId="{1FFDFDEC-295D-434A-B582-72A8CC8A5E88}" dt="2021-01-26T03:58:14.416" v="1010" actId="478"/>
          <ac:picMkLst>
            <pc:docMk/>
            <pc:sldMk cId="3431740700" sldId="383"/>
            <ac:picMk id="9" creationId="{6567B165-D14C-4A46-B20C-33602CEB18CE}"/>
          </ac:picMkLst>
        </pc:picChg>
        <pc:picChg chg="del">
          <ac:chgData name="鈴木 秀規" userId="f68c5fd9-22d5-4c0a-9833-7fb0f5135313" providerId="ADAL" clId="{1FFDFDEC-295D-434A-B582-72A8CC8A5E88}" dt="2021-01-26T03:58:14.416" v="1010" actId="478"/>
          <ac:picMkLst>
            <pc:docMk/>
            <pc:sldMk cId="3431740700" sldId="383"/>
            <ac:picMk id="14" creationId="{89F5CAE8-7DD6-4E66-9E6B-8D828B62D848}"/>
          </ac:picMkLst>
        </pc:picChg>
        <pc:picChg chg="del">
          <ac:chgData name="鈴木 秀規" userId="f68c5fd9-22d5-4c0a-9833-7fb0f5135313" providerId="ADAL" clId="{1FFDFDEC-295D-434A-B582-72A8CC8A5E88}" dt="2021-01-26T03:58:14.416" v="1010" actId="478"/>
          <ac:picMkLst>
            <pc:docMk/>
            <pc:sldMk cId="3431740700" sldId="383"/>
            <ac:picMk id="17" creationId="{56C46E48-5776-47D9-8EE8-C88D764F6B56}"/>
          </ac:picMkLst>
        </pc:picChg>
        <pc:picChg chg="del">
          <ac:chgData name="鈴木 秀規" userId="f68c5fd9-22d5-4c0a-9833-7fb0f5135313" providerId="ADAL" clId="{1FFDFDEC-295D-434A-B582-72A8CC8A5E88}" dt="2021-01-26T03:58:14.416" v="1010" actId="478"/>
          <ac:picMkLst>
            <pc:docMk/>
            <pc:sldMk cId="3431740700" sldId="383"/>
            <ac:picMk id="22" creationId="{2076DD48-3ECF-49F3-93DF-4DA0CE8394BC}"/>
          </ac:picMkLst>
        </pc:picChg>
        <pc:picChg chg="del">
          <ac:chgData name="鈴木 秀規" userId="f68c5fd9-22d5-4c0a-9833-7fb0f5135313" providerId="ADAL" clId="{1FFDFDEC-295D-434A-B582-72A8CC8A5E88}" dt="2021-01-26T03:58:14.416" v="1010" actId="478"/>
          <ac:picMkLst>
            <pc:docMk/>
            <pc:sldMk cId="3431740700" sldId="383"/>
            <ac:picMk id="23" creationId="{3E2CE605-C0B8-4C18-98C1-B3840CD70767}"/>
          </ac:picMkLst>
        </pc:picChg>
        <pc:picChg chg="del">
          <ac:chgData name="鈴木 秀規" userId="f68c5fd9-22d5-4c0a-9833-7fb0f5135313" providerId="ADAL" clId="{1FFDFDEC-295D-434A-B582-72A8CC8A5E88}" dt="2021-01-26T03:58:14.416" v="1010" actId="478"/>
          <ac:picMkLst>
            <pc:docMk/>
            <pc:sldMk cId="3431740700" sldId="383"/>
            <ac:picMk id="26" creationId="{70D95F10-BF3B-4B19-9089-47831CF622D5}"/>
          </ac:picMkLst>
        </pc:picChg>
        <pc:picChg chg="add mod">
          <ac:chgData name="鈴木 秀規" userId="f68c5fd9-22d5-4c0a-9833-7fb0f5135313" providerId="ADAL" clId="{1FFDFDEC-295D-434A-B582-72A8CC8A5E88}" dt="2021-01-26T04:09:59.660" v="1135" actId="14100"/>
          <ac:picMkLst>
            <pc:docMk/>
            <pc:sldMk cId="3431740700" sldId="383"/>
            <ac:picMk id="31" creationId="{1200ADEE-A09A-459A-B06D-58A20EB6F05F}"/>
          </ac:picMkLst>
        </pc:picChg>
        <pc:picChg chg="add mod">
          <ac:chgData name="鈴木 秀規" userId="f68c5fd9-22d5-4c0a-9833-7fb0f5135313" providerId="ADAL" clId="{1FFDFDEC-295D-434A-B582-72A8CC8A5E88}" dt="2021-01-26T04:01:01.321" v="1047" actId="164"/>
          <ac:picMkLst>
            <pc:docMk/>
            <pc:sldMk cId="3431740700" sldId="383"/>
            <ac:picMk id="33" creationId="{7F719B36-A8B6-4247-8535-E1D2F51893DB}"/>
          </ac:picMkLst>
        </pc:picChg>
        <pc:cxnChg chg="del">
          <ac:chgData name="鈴木 秀規" userId="f68c5fd9-22d5-4c0a-9833-7fb0f5135313" providerId="ADAL" clId="{1FFDFDEC-295D-434A-B582-72A8CC8A5E88}" dt="2021-01-26T03:58:14.416" v="1010" actId="478"/>
          <ac:cxnSpMkLst>
            <pc:docMk/>
            <pc:sldMk cId="3431740700" sldId="383"/>
            <ac:cxnSpMk id="16" creationId="{8E32A4B4-C96D-4681-AEF9-EE7D9B309FBF}"/>
          </ac:cxnSpMkLst>
        </pc:cxnChg>
        <pc:cxnChg chg="del">
          <ac:chgData name="鈴木 秀規" userId="f68c5fd9-22d5-4c0a-9833-7fb0f5135313" providerId="ADAL" clId="{1FFDFDEC-295D-434A-B582-72A8CC8A5E88}" dt="2021-01-26T03:58:14.416" v="1010" actId="478"/>
          <ac:cxnSpMkLst>
            <pc:docMk/>
            <pc:sldMk cId="3431740700" sldId="383"/>
            <ac:cxnSpMk id="19" creationId="{F3DB8BCB-0D70-41DF-9FD3-2A8B659F17CF}"/>
          </ac:cxnSpMkLst>
        </pc:cxnChg>
        <pc:cxnChg chg="del">
          <ac:chgData name="鈴木 秀規" userId="f68c5fd9-22d5-4c0a-9833-7fb0f5135313" providerId="ADAL" clId="{1FFDFDEC-295D-434A-B582-72A8CC8A5E88}" dt="2021-01-26T03:58:14.416" v="1010" actId="478"/>
          <ac:cxnSpMkLst>
            <pc:docMk/>
            <pc:sldMk cId="3431740700" sldId="383"/>
            <ac:cxnSpMk id="20" creationId="{C35F15FD-C964-4627-B22E-64C02E3B1E13}"/>
          </ac:cxnSpMkLst>
        </pc:cxnChg>
        <pc:cxnChg chg="del">
          <ac:chgData name="鈴木 秀規" userId="f68c5fd9-22d5-4c0a-9833-7fb0f5135313" providerId="ADAL" clId="{1FFDFDEC-295D-434A-B582-72A8CC8A5E88}" dt="2021-01-26T03:58:14.416" v="1010" actId="478"/>
          <ac:cxnSpMkLst>
            <pc:docMk/>
            <pc:sldMk cId="3431740700" sldId="383"/>
            <ac:cxnSpMk id="21" creationId="{5E8CC0CA-3411-4CB6-8412-CE026E3E4961}"/>
          </ac:cxnSpMkLst>
        </pc:cxnChg>
        <pc:cxnChg chg="del">
          <ac:chgData name="鈴木 秀規" userId="f68c5fd9-22d5-4c0a-9833-7fb0f5135313" providerId="ADAL" clId="{1FFDFDEC-295D-434A-B582-72A8CC8A5E88}" dt="2021-01-26T03:58:14.416" v="1010" actId="478"/>
          <ac:cxnSpMkLst>
            <pc:docMk/>
            <pc:sldMk cId="3431740700" sldId="383"/>
            <ac:cxnSpMk id="28" creationId="{55404DBE-4FD6-4F92-8981-38B9A55EE093}"/>
          </ac:cxnSpMkLst>
        </pc:cxnChg>
        <pc:cxnChg chg="del">
          <ac:chgData name="鈴木 秀規" userId="f68c5fd9-22d5-4c0a-9833-7fb0f5135313" providerId="ADAL" clId="{1FFDFDEC-295D-434A-B582-72A8CC8A5E88}" dt="2021-01-26T03:58:14.416" v="1010" actId="478"/>
          <ac:cxnSpMkLst>
            <pc:docMk/>
            <pc:sldMk cId="3431740700" sldId="383"/>
            <ac:cxnSpMk id="30" creationId="{5862DF2C-3636-4E19-B516-9E62A13C3584}"/>
          </ac:cxnSpMkLst>
        </pc:cxnChg>
      </pc:sldChg>
      <pc:sldChg chg="addSp delSp modSp new del mod modClrScheme chgLayout">
        <pc:chgData name="鈴木 秀規" userId="f68c5fd9-22d5-4c0a-9833-7fb0f5135313" providerId="ADAL" clId="{1FFDFDEC-295D-434A-B582-72A8CC8A5E88}" dt="2021-01-26T04:09:55.234" v="1132" actId="680"/>
        <pc:sldMkLst>
          <pc:docMk/>
          <pc:sldMk cId="949411827" sldId="384"/>
        </pc:sldMkLst>
        <pc:spChg chg="add del mod ord">
          <ac:chgData name="鈴木 秀規" userId="f68c5fd9-22d5-4c0a-9833-7fb0f5135313" providerId="ADAL" clId="{1FFDFDEC-295D-434A-B582-72A8CC8A5E88}" dt="2021-01-26T04:09:54.227" v="1131" actId="700"/>
          <ac:spMkLst>
            <pc:docMk/>
            <pc:sldMk cId="949411827" sldId="384"/>
            <ac:spMk id="2" creationId="{D6F808A7-7307-4EC5-864E-FC8208B0AE46}"/>
          </ac:spMkLst>
        </pc:spChg>
        <pc:spChg chg="add del mod ord">
          <ac:chgData name="鈴木 秀規" userId="f68c5fd9-22d5-4c0a-9833-7fb0f5135313" providerId="ADAL" clId="{1FFDFDEC-295D-434A-B582-72A8CC8A5E88}" dt="2021-01-26T04:09:54.227" v="1131" actId="700"/>
          <ac:spMkLst>
            <pc:docMk/>
            <pc:sldMk cId="949411827" sldId="384"/>
            <ac:spMk id="3" creationId="{03C746A9-C96B-46DF-BD82-8B507DB22135}"/>
          </ac:spMkLst>
        </pc:spChg>
        <pc:spChg chg="mod ord">
          <ac:chgData name="鈴木 秀規" userId="f68c5fd9-22d5-4c0a-9833-7fb0f5135313" providerId="ADAL" clId="{1FFDFDEC-295D-434A-B582-72A8CC8A5E88}" dt="2021-01-26T04:09:54.227" v="1131" actId="700"/>
          <ac:spMkLst>
            <pc:docMk/>
            <pc:sldMk cId="949411827" sldId="384"/>
            <ac:spMk id="4" creationId="{2268533C-B512-4CED-9B27-7769E939632A}"/>
          </ac:spMkLst>
        </pc:spChg>
        <pc:spChg chg="mod ord">
          <ac:chgData name="鈴木 秀規" userId="f68c5fd9-22d5-4c0a-9833-7fb0f5135313" providerId="ADAL" clId="{1FFDFDEC-295D-434A-B582-72A8CC8A5E88}" dt="2021-01-26T04:09:54.227" v="1131" actId="700"/>
          <ac:spMkLst>
            <pc:docMk/>
            <pc:sldMk cId="949411827" sldId="384"/>
            <ac:spMk id="5" creationId="{F2A78FC6-8266-4153-942F-A3792617271D}"/>
          </ac:spMkLst>
        </pc:spChg>
        <pc:spChg chg="add del">
          <ac:chgData name="鈴木 秀規" userId="f68c5fd9-22d5-4c0a-9833-7fb0f5135313" providerId="ADAL" clId="{1FFDFDEC-295D-434A-B582-72A8CC8A5E88}" dt="2021-01-26T04:09:54.227" v="1131" actId="700"/>
          <ac:spMkLst>
            <pc:docMk/>
            <pc:sldMk cId="949411827" sldId="384"/>
            <ac:spMk id="6" creationId="{21B4622A-D25A-435E-B470-22F1DB6C998F}"/>
          </ac:spMkLst>
        </pc:spChg>
        <pc:spChg chg="add del mod ord">
          <ac:chgData name="鈴木 秀規" userId="f68c5fd9-22d5-4c0a-9833-7fb0f5135313" providerId="ADAL" clId="{1FFDFDEC-295D-434A-B582-72A8CC8A5E88}" dt="2021-01-26T04:09:54.227" v="1131" actId="700"/>
          <ac:spMkLst>
            <pc:docMk/>
            <pc:sldMk cId="949411827" sldId="384"/>
            <ac:spMk id="7" creationId="{0DA1857B-2EDE-4CE3-B404-59D7C225D7CB}"/>
          </ac:spMkLst>
        </pc:spChg>
        <pc:spChg chg="add del mod ord">
          <ac:chgData name="鈴木 秀規" userId="f68c5fd9-22d5-4c0a-9833-7fb0f5135313" providerId="ADAL" clId="{1FFDFDEC-295D-434A-B582-72A8CC8A5E88}" dt="2021-01-26T04:09:54.227" v="1131" actId="700"/>
          <ac:spMkLst>
            <pc:docMk/>
            <pc:sldMk cId="949411827" sldId="384"/>
            <ac:spMk id="8" creationId="{46B998EA-E1C7-43BB-B136-2B9F4052217F}"/>
          </ac:spMkLst>
        </pc:spChg>
        <pc:spChg chg="add del mod">
          <ac:chgData name="鈴木 秀規" userId="f68c5fd9-22d5-4c0a-9833-7fb0f5135313" providerId="ADAL" clId="{1FFDFDEC-295D-434A-B582-72A8CC8A5E88}" dt="2021-01-26T04:09:53.169" v="1129" actId="6264"/>
          <ac:spMkLst>
            <pc:docMk/>
            <pc:sldMk cId="949411827" sldId="384"/>
            <ac:spMk id="9" creationId="{3B461521-F8A2-4A0C-B060-3695402786D2}"/>
          </ac:spMkLst>
        </pc:spChg>
        <pc:spChg chg="add del mod">
          <ac:chgData name="鈴木 秀規" userId="f68c5fd9-22d5-4c0a-9833-7fb0f5135313" providerId="ADAL" clId="{1FFDFDEC-295D-434A-B582-72A8CC8A5E88}" dt="2021-01-26T04:09:53.169" v="1129" actId="6264"/>
          <ac:spMkLst>
            <pc:docMk/>
            <pc:sldMk cId="949411827" sldId="384"/>
            <ac:spMk id="10" creationId="{FCA127BC-C7DF-4689-87BE-C8BA567A2BBA}"/>
          </ac:spMkLst>
        </pc:spChg>
        <pc:spChg chg="add del mod">
          <ac:chgData name="鈴木 秀規" userId="f68c5fd9-22d5-4c0a-9833-7fb0f5135313" providerId="ADAL" clId="{1FFDFDEC-295D-434A-B582-72A8CC8A5E88}" dt="2021-01-26T04:09:53.169" v="1129" actId="6264"/>
          <ac:spMkLst>
            <pc:docMk/>
            <pc:sldMk cId="949411827" sldId="384"/>
            <ac:spMk id="11" creationId="{0EBDD992-35B1-4057-A6DD-F87ABE74E2B7}"/>
          </ac:spMkLst>
        </pc:spChg>
        <pc:spChg chg="add del mod ord">
          <ac:chgData name="鈴木 秀規" userId="f68c5fd9-22d5-4c0a-9833-7fb0f5135313" providerId="ADAL" clId="{1FFDFDEC-295D-434A-B582-72A8CC8A5E88}" dt="2021-01-26T04:09:53.169" v="1129" actId="6264"/>
          <ac:spMkLst>
            <pc:docMk/>
            <pc:sldMk cId="949411827" sldId="384"/>
            <ac:spMk id="12" creationId="{57D0D45A-7F80-4DF4-BA60-0514BC220F1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234AFD3-FB40-4AD7-9E76-44AC2B8BF1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8E19C006-516A-4D24-A011-BF64DE39FB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636D31-DA28-4230-A80A-E7470AB13509}" type="datetimeFigureOut">
              <a:rPr kumimoji="1" lang="ja-JP" altLang="en-US" smtClean="0"/>
              <a:t>2025/3/19</a:t>
            </a:fld>
            <a:endParaRPr kumimoji="1" lang="ja-JP" altLang="en-US"/>
          </a:p>
        </p:txBody>
      </p:sp>
      <p:sp>
        <p:nvSpPr>
          <p:cNvPr id="4" name="フッター プレースホルダー 3">
            <a:extLst>
              <a:ext uri="{FF2B5EF4-FFF2-40B4-BE49-F238E27FC236}">
                <a16:creationId xmlns:a16="http://schemas.microsoft.com/office/drawing/2014/main" id="{536DDE9A-A582-478B-9738-8CFAA37FAF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1A9326B9-E2C3-4532-A2D6-3EB1B422B9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BDFF3F-36BC-4947-A6C6-058FFD27CC25}" type="slidenum">
              <a:rPr kumimoji="1" lang="ja-JP" altLang="en-US" smtClean="0"/>
              <a:t>‹#›</a:t>
            </a:fld>
            <a:endParaRPr kumimoji="1" lang="ja-JP" altLang="en-US"/>
          </a:p>
        </p:txBody>
      </p:sp>
    </p:spTree>
    <p:extLst>
      <p:ext uri="{BB962C8B-B14F-4D97-AF65-F5344CB8AC3E}">
        <p14:creationId xmlns:p14="http://schemas.microsoft.com/office/powerpoint/2010/main" val="30954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7381820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33715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タイトル スライド">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EA1B8483-F5A8-4F30-96A0-EDAFA70B0F27}"/>
              </a:ext>
            </a:extLst>
          </p:cNvPr>
          <p:cNvSpPr/>
          <p:nvPr/>
        </p:nvSpPr>
        <p:spPr>
          <a:xfrm>
            <a:off x="1169100" y="400050"/>
            <a:ext cx="7554900" cy="38424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50" charset="0"/>
            </a:endParaRPr>
          </a:p>
        </p:txBody>
      </p:sp>
      <p:sp>
        <p:nvSpPr>
          <p:cNvPr id="7" name="Google Shape;11;p2">
            <a:extLst>
              <a:ext uri="{FF2B5EF4-FFF2-40B4-BE49-F238E27FC236}">
                <a16:creationId xmlns:a16="http://schemas.microsoft.com/office/drawing/2014/main" id="{983BA885-2074-450F-AE06-7909906D9F48}"/>
              </a:ext>
            </a:extLst>
          </p:cNvPr>
          <p:cNvSpPr txBox="1">
            <a:spLocks noGrp="1"/>
          </p:cNvSpPr>
          <p:nvPr>
            <p:ph type="ctrTitle"/>
          </p:nvPr>
        </p:nvSpPr>
        <p:spPr>
          <a:xfrm>
            <a:off x="546012" y="456607"/>
            <a:ext cx="5041200" cy="3150600"/>
          </a:xfrm>
          <a:prstGeom prst="rect">
            <a:avLst/>
          </a:prstGeom>
          <a:ln w="114300" cap="flat" cmpd="sng">
            <a:solidFill>
              <a:srgbClr val="FF33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48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pic>
        <p:nvPicPr>
          <p:cNvPr id="2" name="図 1">
            <a:extLst>
              <a:ext uri="{FF2B5EF4-FFF2-40B4-BE49-F238E27FC236}">
                <a16:creationId xmlns:a16="http://schemas.microsoft.com/office/drawing/2014/main" id="{02032C93-7552-4839-AF39-0C4F3C5A3543}"/>
              </a:ext>
            </a:extLst>
          </p:cNvPr>
          <p:cNvPicPr>
            <a:picLocks noChangeAspect="1"/>
          </p:cNvPicPr>
          <p:nvPr/>
        </p:nvPicPr>
        <p:blipFill>
          <a:blip r:embed="rId2"/>
          <a:stretch>
            <a:fillRect/>
          </a:stretch>
        </p:blipFill>
        <p:spPr>
          <a:xfrm>
            <a:off x="7426629" y="4563450"/>
            <a:ext cx="1297371" cy="360000"/>
          </a:xfrm>
          <a:prstGeom prst="rect">
            <a:avLst/>
          </a:prstGeom>
        </p:spPr>
      </p:pic>
      <p:sp>
        <p:nvSpPr>
          <p:cNvPr id="9" name="フッター プレースホルダー 4">
            <a:extLst>
              <a:ext uri="{FF2B5EF4-FFF2-40B4-BE49-F238E27FC236}">
                <a16:creationId xmlns:a16="http://schemas.microsoft.com/office/drawing/2014/main" id="{BBFC6E56-6F9E-4EB5-93D5-B6A41EF330A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p>
        </p:txBody>
      </p:sp>
    </p:spTree>
    <p:extLst>
      <p:ext uri="{BB962C8B-B14F-4D97-AF65-F5344CB8AC3E}">
        <p14:creationId xmlns:p14="http://schemas.microsoft.com/office/powerpoint/2010/main" val="4134717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noAutofit/>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714094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64116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212422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noAutofit/>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451555653"/>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6_タイトル、見出し、コード">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a:solidFill>
            <a:schemeClr val="bg1"/>
          </a:solidFill>
        </p:spPr>
        <p:txBody>
          <a:bodyPr>
            <a:noAutofit/>
          </a:bodyPr>
          <a:lstStyle>
            <a:lvl1pPr>
              <a:defRPr sz="1400" baseline="0">
                <a:latin typeface="MyricaM M" panose="020B0509020203020207" pitchFamily="49" charset="-128"/>
                <a:ea typeface="BIZ UDゴシック" panose="020B0400000000000000" pitchFamily="49" charset="-128"/>
              </a:defRPr>
            </a:lvl1pPr>
            <a:lvl2pPr>
              <a:defRPr sz="1400" baseline="0">
                <a:latin typeface="MyricaM M" panose="020B0509020203020207" pitchFamily="49" charset="-128"/>
                <a:ea typeface="BIZ UDゴシック" panose="020B0400000000000000" pitchFamily="49" charset="-128"/>
              </a:defRPr>
            </a:lvl2pPr>
            <a:lvl3pPr>
              <a:defRPr sz="1400" baseline="0">
                <a:latin typeface="MyricaM M" panose="020B0509020203020207" pitchFamily="49" charset="-128"/>
                <a:ea typeface="BIZ UDゴシック" panose="020B0400000000000000" pitchFamily="49" charset="-128"/>
              </a:defRPr>
            </a:lvl3pPr>
            <a:lvl4pPr>
              <a:defRPr sz="1400" baseline="0">
                <a:latin typeface="MyricaM M" panose="020B0509020203020207" pitchFamily="49" charset="-128"/>
                <a:ea typeface="BIZ UDゴシック" panose="020B0400000000000000" pitchFamily="49" charset="-128"/>
              </a:defRPr>
            </a:lvl4pPr>
            <a:lvl5pPr>
              <a:defRPr sz="1400" baseline="0">
                <a:latin typeface="MyricaM M" panose="020B0509020203020207" pitchFamily="49" charset="-128"/>
                <a:ea typeface="BIZ UDゴシック" panose="020B0400000000000000" pitchFamily="49"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57660531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7_学習のポイント付き本文">
    <p:spTree>
      <p:nvGrpSpPr>
        <p:cNvPr id="1" name=""/>
        <p:cNvGrpSpPr/>
        <p:nvPr/>
      </p:nvGrpSpPr>
      <p:grpSpPr>
        <a:xfrm>
          <a:off x="0" y="0"/>
          <a:ext cx="0" cy="0"/>
          <a:chOff x="0" y="0"/>
          <a:chExt cx="0" cy="0"/>
        </a:xfrm>
      </p:grpSpPr>
      <p:sp>
        <p:nvSpPr>
          <p:cNvPr id="12" name="Google Shape;29;p6">
            <a:extLst>
              <a:ext uri="{FF2B5EF4-FFF2-40B4-BE49-F238E27FC236}">
                <a16:creationId xmlns:a16="http://schemas.microsoft.com/office/drawing/2014/main" id="{72035EF0-464F-433E-8728-9DD54C9F7E85}"/>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2295035"/>
            <a:ext cx="8216900" cy="2489053"/>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テキスト プレースホルダー 4">
            <a:extLst>
              <a:ext uri="{FF2B5EF4-FFF2-40B4-BE49-F238E27FC236}">
                <a16:creationId xmlns:a16="http://schemas.microsoft.com/office/drawing/2014/main" id="{FC8E89EF-C81C-40F7-8F70-59B820485326}"/>
              </a:ext>
            </a:extLst>
          </p:cNvPr>
          <p:cNvSpPr>
            <a:spLocks noGrp="1"/>
          </p:cNvSpPr>
          <p:nvPr>
            <p:ph type="body" sz="quarter" idx="15"/>
          </p:nvPr>
        </p:nvSpPr>
        <p:spPr>
          <a:xfrm>
            <a:off x="463549" y="1023814"/>
            <a:ext cx="7177471" cy="1142410"/>
          </a:xfrm>
          <a:prstGeom prst="roundRect">
            <a:avLst>
              <a:gd name="adj" fmla="val 9044"/>
            </a:avLst>
          </a:prstGeom>
          <a:ln>
            <a:solidFill>
              <a:schemeClr val="tx2"/>
            </a:solidFill>
          </a:ln>
        </p:spPr>
        <p:txBody>
          <a:bodyPr tIns="252000"/>
          <a:lstStyle>
            <a:lvl1pPr marL="388800" indent="-284400">
              <a:buSzPct val="169000"/>
              <a:defRPr b="1"/>
            </a:lvl1pPr>
            <a:lvl2pPr marL="748800" indent="-284400">
              <a:buSzPct val="169000"/>
              <a:defRPr b="1"/>
            </a:lvl2pPr>
            <a:lvl3pPr marL="1108800" indent="-284400">
              <a:buSzPct val="169000"/>
              <a:defRPr b="1"/>
            </a:lvl3pPr>
            <a:lvl4pPr marL="1468800" indent="-284400">
              <a:buSzPct val="169000"/>
              <a:defRPr b="1"/>
            </a:lvl4pPr>
            <a:lvl5pPr marL="1828800" indent="-284400">
              <a:buSzPct val="169000"/>
              <a:defRPr b="1"/>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29" name="テキスト プレースホルダー 28">
            <a:extLst>
              <a:ext uri="{FF2B5EF4-FFF2-40B4-BE49-F238E27FC236}">
                <a16:creationId xmlns:a16="http://schemas.microsoft.com/office/drawing/2014/main" id="{F1010722-FF6A-41D2-851B-EC3F0B7BDEA0}"/>
              </a:ext>
            </a:extLst>
          </p:cNvPr>
          <p:cNvSpPr>
            <a:spLocks noGrp="1"/>
          </p:cNvSpPr>
          <p:nvPr>
            <p:ph type="body" sz="quarter" idx="16" hasCustomPrompt="1"/>
          </p:nvPr>
        </p:nvSpPr>
        <p:spPr>
          <a:xfrm>
            <a:off x="848575" y="898771"/>
            <a:ext cx="1095840" cy="265721"/>
          </a:xfrm>
          <a:blipFill dpi="0" rotWithShape="1">
            <a:blip r:embed="rId2">
              <a:extLst>
                <a:ext uri="{28A0092B-C50C-407E-A947-70E740481C1C}">
                  <a14:useLocalDpi xmlns:a14="http://schemas.microsoft.com/office/drawing/2010/main" val="0"/>
                </a:ext>
              </a:extLst>
            </a:blip>
            <a:srcRect/>
            <a:stretch>
              <a:fillRect/>
            </a:stretch>
          </a:blipFill>
        </p:spPr>
        <p:txBody>
          <a:bodyPr wrap="none" lIns="72000" tIns="46800"/>
          <a:lstStyle>
            <a:lvl1pPr algn="ctr">
              <a:buNone/>
              <a:defRPr sz="800" b="0" cap="none" spc="0">
                <a:ln w="0"/>
                <a:solidFill>
                  <a:schemeClr val="tx2"/>
                </a:solidFill>
                <a:effectLst/>
                <a:latin typeface="Gill Sans Ultra Bold" panose="020B0A02020104020203" pitchFamily="34" charset="0"/>
              </a:defRPr>
            </a:lvl1pPr>
          </a:lstStyle>
          <a:p>
            <a:pPr lvl="0"/>
            <a:r>
              <a:rPr kumimoji="1" lang="en-US" altLang="ja-JP" dirty="0"/>
              <a:t>-</a:t>
            </a:r>
            <a:endParaRPr kumimoji="1" lang="ja-JP" altLang="en-US" dirty="0"/>
          </a:p>
        </p:txBody>
      </p:sp>
    </p:spTree>
    <p:extLst>
      <p:ext uri="{BB962C8B-B14F-4D97-AF65-F5344CB8AC3E}">
        <p14:creationId xmlns:p14="http://schemas.microsoft.com/office/powerpoint/2010/main" val="70762609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964324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460450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05251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dirty="0"/>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944432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3550" y="119734"/>
            <a:ext cx="8216900" cy="541192"/>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462876" y="859490"/>
            <a:ext cx="8216900" cy="3924597"/>
          </a:xfrm>
          <a:prstGeom prst="rect">
            <a:avLst/>
          </a:prstGeom>
        </p:spPr>
        <p:txBody>
          <a:bodyPr vert="horz" lIns="91440" tIns="45720" rIns="91440" bIns="4572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Footer Placeholder 4"/>
          <p:cNvSpPr>
            <a:spLocks noGrp="1"/>
          </p:cNvSpPr>
          <p:nvPr>
            <p:ph type="ftr" sz="quarter" idx="3"/>
          </p:nvPr>
        </p:nvSpPr>
        <p:spPr>
          <a:xfrm>
            <a:off x="3028950" y="4866125"/>
            <a:ext cx="3086100" cy="254493"/>
          </a:xfrm>
          <a:prstGeom prst="rect">
            <a:avLst/>
          </a:prstGeom>
        </p:spPr>
        <p:txBody>
          <a:bodyPr vert="horz" lIns="91440" tIns="45720" rIns="91440" bIns="45720" rtlCol="0" anchor="ctr"/>
          <a:lstStyle>
            <a:lvl1pPr algn="ct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6" name="Slide Number Placeholder 5"/>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Tree>
    <p:extLst>
      <p:ext uri="{BB962C8B-B14F-4D97-AF65-F5344CB8AC3E}">
        <p14:creationId xmlns:p14="http://schemas.microsoft.com/office/powerpoint/2010/main" val="264449744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60" r:id="rId8"/>
    <p:sldLayoutId id="2147483661" r:id="rId9"/>
    <p:sldLayoutId id="2147483663" r:id="rId10"/>
    <p:sldLayoutId id="2147483662" r:id="rId11"/>
  </p:sldLayoutIdLst>
  <p:transition>
    <p:fade thruBlk="1"/>
  </p:transition>
  <p:hf hdr="0" dt="0"/>
  <p:txStyles>
    <p:titleStyle>
      <a:lvl1pPr algn="l" defTabSz="685800" rtl="0" eaLnBrk="1" latinLnBrk="0" hangingPunct="1">
        <a:lnSpc>
          <a:spcPct val="90000"/>
        </a:lnSpc>
        <a:spcBef>
          <a:spcPct val="0"/>
        </a:spcBef>
        <a:buNone/>
        <a:defRPr kumimoji="1" sz="2400" b="1" kern="1200" baseline="0">
          <a:solidFill>
            <a:schemeClr val="tx1"/>
          </a:solidFill>
          <a:latin typeface="+mj-lt"/>
          <a:ea typeface="+mj-ea"/>
          <a:cs typeface="+mj-cs"/>
        </a:defRPr>
      </a:lvl1pPr>
    </p:titleStyle>
    <p:body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13309E-1E83-61D3-9195-1FC38B2D9D39}"/>
            </a:ext>
          </a:extLst>
        </p:cNvPr>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5524438-F2E8-8E7D-4E3C-460CF03ABED5}"/>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MyricaM M"/>
                <a:ea typeface="BIZ UDゴシック"/>
                <a:cs typeface="+mn-cs"/>
              </a:rPr>
              <a:t>copyright ©ITCollege All Rights Reserved</a:t>
            </a:r>
            <a:endParaRPr kumimoji="1" lang="ja-JP" altLang="en-US" sz="1000" b="0" i="0" u="none" strike="noStrike" kern="1200" cap="none" spc="0" normalizeH="0" baseline="0" noProof="0">
              <a:ln>
                <a:noFill/>
              </a:ln>
              <a:solidFill>
                <a:prstClr val="black"/>
              </a:solidFill>
              <a:effectLst/>
              <a:uLnTx/>
              <a:uFillTx/>
              <a:latin typeface="MyricaM M"/>
              <a:ea typeface="BIZ UDゴシック"/>
              <a:cs typeface="+mn-cs"/>
            </a:endParaRPr>
          </a:p>
        </p:txBody>
      </p:sp>
      <p:sp>
        <p:nvSpPr>
          <p:cNvPr id="6" name="タイトル 5">
            <a:extLst>
              <a:ext uri="{FF2B5EF4-FFF2-40B4-BE49-F238E27FC236}">
                <a16:creationId xmlns:a16="http://schemas.microsoft.com/office/drawing/2014/main" id="{A0C36208-17CA-62F4-2B27-D9BF222078AE}"/>
              </a:ext>
            </a:extLst>
          </p:cNvPr>
          <p:cNvSpPr>
            <a:spLocks noGrp="1"/>
          </p:cNvSpPr>
          <p:nvPr>
            <p:ph type="ctrTitle"/>
          </p:nvPr>
        </p:nvSpPr>
        <p:spPr/>
        <p:txBody>
          <a:bodyPr/>
          <a:lstStyle/>
          <a:p>
            <a:r>
              <a:rPr lang="ja-JP" altLang="en-US" dirty="0"/>
              <a:t>改訂履歴</a:t>
            </a:r>
          </a:p>
        </p:txBody>
      </p:sp>
      <p:sp>
        <p:nvSpPr>
          <p:cNvPr id="3" name="スライド番号プレースホルダー 2">
            <a:extLst>
              <a:ext uri="{FF2B5EF4-FFF2-40B4-BE49-F238E27FC236}">
                <a16:creationId xmlns:a16="http://schemas.microsoft.com/office/drawing/2014/main" id="{24D226EF-CD34-9907-6261-58249F153993}"/>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C4605C-D4BC-457C-A820-CB9DC8935472}" type="slidenum">
              <a:rPr kumimoji="1" lang="ja-JP" altLang="en-US" sz="1200" b="0" i="0" u="none" strike="noStrike" kern="1200" cap="none" spc="0" normalizeH="0" baseline="0" noProof="0" smtClean="0">
                <a:ln>
                  <a:noFill/>
                </a:ln>
                <a:solidFill>
                  <a:prstClr val="black"/>
                </a:solidFill>
                <a:effectLst/>
                <a:uLnTx/>
                <a:uFillTx/>
                <a:latin typeface="MyricaM M"/>
                <a:ea typeface="BIZ UDゴシック"/>
                <a:cs typeface="+mn-cs"/>
              </a:rPr>
              <a:pPr marL="0" marR="0" lvl="0" indent="0" algn="r" defTabSz="457200" rtl="0" eaLnBrk="1" fontAlgn="auto" latinLnBrk="0" hangingPunct="1">
                <a:lnSpc>
                  <a:spcPct val="100000"/>
                </a:lnSpc>
                <a:spcBef>
                  <a:spcPts val="0"/>
                </a:spcBef>
                <a:spcAft>
                  <a:spcPts val="0"/>
                </a:spcAft>
                <a:buClrTx/>
                <a:buSzTx/>
                <a:buFontTx/>
                <a:buNone/>
                <a:tabLst/>
                <a:defRPr/>
              </a:pPr>
              <a:t>0</a:t>
            </a:fld>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p:txBody>
      </p:sp>
      <p:graphicFrame>
        <p:nvGraphicFramePr>
          <p:cNvPr id="17" name="表 16">
            <a:extLst>
              <a:ext uri="{FF2B5EF4-FFF2-40B4-BE49-F238E27FC236}">
                <a16:creationId xmlns:a16="http://schemas.microsoft.com/office/drawing/2014/main" id="{DE01C969-FD9C-BD07-E7D3-1588174D5D94}"/>
              </a:ext>
            </a:extLst>
          </p:cNvPr>
          <p:cNvGraphicFramePr>
            <a:graphicFrameLocks noGrp="1"/>
          </p:cNvGraphicFramePr>
          <p:nvPr/>
        </p:nvGraphicFramePr>
        <p:xfrm>
          <a:off x="463550" y="992754"/>
          <a:ext cx="8143556" cy="3721859"/>
        </p:xfrm>
        <a:graphic>
          <a:graphicData uri="http://schemas.openxmlformats.org/drawingml/2006/table">
            <a:tbl>
              <a:tblPr firstRow="1" bandRow="1">
                <a:tableStyleId>{CDAC1B92-06B8-4DD9-B31C-A81573C5778B}</a:tableStyleId>
              </a:tblPr>
              <a:tblGrid>
                <a:gridCol w="1231026">
                  <a:extLst>
                    <a:ext uri="{9D8B030D-6E8A-4147-A177-3AD203B41FA5}">
                      <a16:colId xmlns:a16="http://schemas.microsoft.com/office/drawing/2014/main" val="3251459634"/>
                    </a:ext>
                  </a:extLst>
                </a:gridCol>
                <a:gridCol w="1442907">
                  <a:extLst>
                    <a:ext uri="{9D8B030D-6E8A-4147-A177-3AD203B41FA5}">
                      <a16:colId xmlns:a16="http://schemas.microsoft.com/office/drawing/2014/main" val="2128131194"/>
                    </a:ext>
                  </a:extLst>
                </a:gridCol>
                <a:gridCol w="1459684">
                  <a:extLst>
                    <a:ext uri="{9D8B030D-6E8A-4147-A177-3AD203B41FA5}">
                      <a16:colId xmlns:a16="http://schemas.microsoft.com/office/drawing/2014/main" val="3450983996"/>
                    </a:ext>
                  </a:extLst>
                </a:gridCol>
                <a:gridCol w="3229761">
                  <a:extLst>
                    <a:ext uri="{9D8B030D-6E8A-4147-A177-3AD203B41FA5}">
                      <a16:colId xmlns:a16="http://schemas.microsoft.com/office/drawing/2014/main" val="1822196195"/>
                    </a:ext>
                  </a:extLst>
                </a:gridCol>
                <a:gridCol w="780178">
                  <a:extLst>
                    <a:ext uri="{9D8B030D-6E8A-4147-A177-3AD203B41FA5}">
                      <a16:colId xmlns:a16="http://schemas.microsoft.com/office/drawing/2014/main" val="2042661203"/>
                    </a:ext>
                  </a:extLst>
                </a:gridCol>
              </a:tblGrid>
              <a:tr h="341369">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発行日</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修正者</a:t>
                      </a: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確認者</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改訂箇所</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改訂内容</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rPr>
                        <a:t>PDF</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化</a:t>
                      </a:r>
                      <a:endPar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lumMod val="85000"/>
                      </a:schemeClr>
                    </a:solidFill>
                  </a:tcPr>
                </a:tc>
                <a:extLst>
                  <a:ext uri="{0D108BD9-81ED-4DB2-BD59-A6C34878D82A}">
                    <a16:rowId xmlns:a16="http://schemas.microsoft.com/office/drawing/2014/main" val="3064794747"/>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例：</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2024/1/1</a:t>
                      </a: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山田</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田中</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P4</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 </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MAC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アドレス</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誤：</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a:ln>
                          <a:noFill/>
                        </a:ln>
                        <a:solidFill>
                          <a:prstClr val="black"/>
                        </a:solidFill>
                        <a:effectLst/>
                        <a:uLnTx/>
                        <a:uFillTx/>
                        <a:latin typeface="MyricaM M"/>
                        <a:ea typeface="BIZ UDゴシック"/>
                        <a:cs typeface="+mn-cs"/>
                      </a:endParaRPr>
                    </a:p>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a:ln>
                            <a:noFill/>
                          </a:ln>
                          <a:solidFill>
                            <a:prstClr val="black"/>
                          </a:solidFill>
                          <a:effectLst/>
                          <a:uLnTx/>
                          <a:uFillTx/>
                          <a:latin typeface="MyricaM M"/>
                          <a:ea typeface="BIZ UDゴシック"/>
                          <a:cs typeface="+mn-cs"/>
                        </a:rPr>
                        <a:t>正</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a:t>
                      </a:r>
                      <a:r>
                        <a:rPr kumimoji="1" lang="en-US" altLang="ja-JP" sz="1200" b="0" i="0" u="none" strike="noStrike" kern="1200" cap="none" spc="0" normalizeH="0" baseline="0" noProof="0" dirty="0">
                          <a:ln>
                            <a:noFill/>
                          </a:ln>
                          <a:solidFill>
                            <a:srgbClr val="FF0000"/>
                          </a:solidFill>
                          <a:effectLst/>
                          <a:uLnTx/>
                          <a:uFillTx/>
                          <a:latin typeface="MyricaM M"/>
                          <a:ea typeface="BIZ UDゴシック"/>
                          <a:cs typeface="+mn-cs"/>
                        </a:rPr>
                        <a:t>A</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済</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60224204"/>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22983751"/>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10990003"/>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73708898"/>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888540859"/>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3633470471"/>
                  </a:ext>
                </a:extLst>
              </a:tr>
            </a:tbl>
          </a:graphicData>
        </a:graphic>
      </p:graphicFrame>
    </p:spTree>
    <p:extLst>
      <p:ext uri="{BB962C8B-B14F-4D97-AF65-F5344CB8AC3E}">
        <p14:creationId xmlns:p14="http://schemas.microsoft.com/office/powerpoint/2010/main" val="2824827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1"/>
          <p:cNvSpPr txBox="1">
            <a:spLocks noGrp="1"/>
          </p:cNvSpPr>
          <p:nvPr>
            <p:ph type="ctrTitle"/>
          </p:nvPr>
        </p:nvSpPr>
        <p:spPr>
          <a:xfrm>
            <a:off x="546012" y="456607"/>
            <a:ext cx="5041200" cy="3150600"/>
          </a:xfrm>
        </p:spPr>
        <p:txBody>
          <a:bodyPr/>
          <a:lstStyle/>
          <a:p>
            <a:r>
              <a:rPr lang="ja-JP" altLang="en-US" dirty="0"/>
              <a:t>メソッド</a:t>
            </a:r>
          </a:p>
        </p:txBody>
      </p:sp>
      <p:sp>
        <p:nvSpPr>
          <p:cNvPr id="3" name="フッター プレースホルダー 2">
            <a:extLst>
              <a:ext uri="{FF2B5EF4-FFF2-40B4-BE49-F238E27FC236}">
                <a16:creationId xmlns:a16="http://schemas.microsoft.com/office/drawing/2014/main" id="{1AF37D55-893C-40DE-8876-567A09F9C298}"/>
              </a:ext>
            </a:extLst>
          </p:cNvPr>
          <p:cNvSpPr>
            <a:spLocks noGrp="1"/>
          </p:cNvSpPr>
          <p:nvPr>
            <p:ph type="ftr" sz="quarter" idx="11"/>
          </p:nvPr>
        </p:nvSpPr>
        <p:spPr>
          <a:xfrm>
            <a:off x="3028950" y="4866125"/>
            <a:ext cx="3086100" cy="254493"/>
          </a:xfrm>
        </p:spPr>
        <p:txBody>
          <a:bodyPr/>
          <a:lstStyle/>
          <a:p>
            <a:r>
              <a:rPr lang="en-US" altLang="ja-JP" dirty="0"/>
              <a:t>copyright ©ITCollege All Rights Reserved</a:t>
            </a:r>
            <a:endParaRPr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F3941853-6FD3-4122-A071-E1BCBCDF59D4}"/>
              </a:ext>
            </a:extLst>
          </p:cNvPr>
          <p:cNvSpPr>
            <a:spLocks noGrp="1"/>
          </p:cNvSpPr>
          <p:nvPr>
            <p:ph type="body" idx="1"/>
          </p:nvPr>
        </p:nvSpPr>
        <p:spPr/>
        <p:txBody>
          <a:bodyPr/>
          <a:lstStyle/>
          <a:p>
            <a:r>
              <a:rPr kumimoji="1" lang="ja-JP" altLang="en-US" dirty="0"/>
              <a:t>このテキストを終えると・・・</a:t>
            </a:r>
          </a:p>
        </p:txBody>
      </p:sp>
      <p:sp>
        <p:nvSpPr>
          <p:cNvPr id="6" name="タイトル 5">
            <a:extLst>
              <a:ext uri="{FF2B5EF4-FFF2-40B4-BE49-F238E27FC236}">
                <a16:creationId xmlns:a16="http://schemas.microsoft.com/office/drawing/2014/main" id="{296F413B-E489-4470-92CF-59B185034A28}"/>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ゴール</a:t>
            </a:r>
            <a:endParaRPr lang="ja-JP" altLang="en-US" dirty="0"/>
          </a:p>
        </p:txBody>
      </p:sp>
      <p:sp>
        <p:nvSpPr>
          <p:cNvPr id="2" name="フッター プレースホルダー 1">
            <a:extLst>
              <a:ext uri="{FF2B5EF4-FFF2-40B4-BE49-F238E27FC236}">
                <a16:creationId xmlns:a16="http://schemas.microsoft.com/office/drawing/2014/main" id="{40FB9845-3211-4E75-B8F8-E4AD28A089F9}"/>
              </a:ext>
            </a:extLst>
          </p:cNvPr>
          <p:cNvSpPr>
            <a:spLocks noGrp="1"/>
          </p:cNvSpPr>
          <p:nvPr>
            <p:ph type="ftr" sz="quarter" idx="11"/>
          </p:nvPr>
        </p:nvSpPr>
        <p:spPr/>
        <p:txBody>
          <a:bodyPr/>
          <a:lstStyle/>
          <a:p>
            <a:r>
              <a:rPr kumimoji="1" lang="en-US" altLang="ja-JP" dirty="0"/>
              <a:t>copyright ©ITCollege All Rights Reserved</a:t>
            </a:r>
            <a:endParaRPr kumimoji="1" lang="ja-JP" altLang="en-US" sz="1000" dirty="0"/>
          </a:p>
        </p:txBody>
      </p:sp>
      <p:sp>
        <p:nvSpPr>
          <p:cNvPr id="4" name="スライド番号プレースホルダー 3">
            <a:extLst>
              <a:ext uri="{FF2B5EF4-FFF2-40B4-BE49-F238E27FC236}">
                <a16:creationId xmlns:a16="http://schemas.microsoft.com/office/drawing/2014/main" id="{334718C7-3237-4F5B-8C4E-46AD01EC8B16}"/>
              </a:ext>
            </a:extLst>
          </p:cNvPr>
          <p:cNvSpPr>
            <a:spLocks noGrp="1"/>
          </p:cNvSpPr>
          <p:nvPr>
            <p:ph type="sldNum" sz="quarter" idx="12"/>
          </p:nvPr>
        </p:nvSpPr>
        <p:spPr/>
        <p:txBody>
          <a:bodyPr/>
          <a:lstStyle/>
          <a:p>
            <a:fld id="{00000000-1234-1234-1234-123412341234}" type="slidenum">
              <a:rPr lang="en" smtClean="0"/>
              <a:pPr/>
              <a:t>2</a:t>
            </a:fld>
            <a:endParaRPr lang="en" dirty="0"/>
          </a:p>
        </p:txBody>
      </p:sp>
      <p:sp>
        <p:nvSpPr>
          <p:cNvPr id="9" name="テキスト プレースホルダー 8">
            <a:extLst>
              <a:ext uri="{FF2B5EF4-FFF2-40B4-BE49-F238E27FC236}">
                <a16:creationId xmlns:a16="http://schemas.microsoft.com/office/drawing/2014/main" id="{A4832727-EA7F-44D6-A9F2-E4AE0246960A}"/>
              </a:ext>
            </a:extLst>
          </p:cNvPr>
          <p:cNvSpPr>
            <a:spLocks noGrp="1"/>
          </p:cNvSpPr>
          <p:nvPr>
            <p:ph type="body" sz="quarter" idx="14"/>
          </p:nvPr>
        </p:nvSpPr>
        <p:spPr/>
        <p:txBody>
          <a:bodyPr vert="horz" lIns="91440" tIns="45720" rIns="91440" bIns="45720" rtlCol="0" anchor="t">
            <a:normAutofit/>
          </a:bodyPr>
          <a:lstStyle/>
          <a:p>
            <a:pPr marL="444500" indent="-342900">
              <a:buFont typeface="+mj-lt"/>
              <a:buAutoNum type="arabicPeriod"/>
            </a:pPr>
            <a:r>
              <a:rPr lang="ja-JP" altLang="en-US" dirty="0"/>
              <a:t>メソッドの利用と理解</a:t>
            </a:r>
            <a:endParaRPr lang="en-US" altLang="ja-JP" dirty="0"/>
          </a:p>
          <a:p>
            <a:pPr marL="444500" indent="-342900">
              <a:buFont typeface="+mj-lt"/>
              <a:buAutoNum type="arabicPeriod"/>
            </a:pPr>
            <a:r>
              <a:rPr lang="ja-JP" altLang="en-US" dirty="0"/>
              <a:t>引数と戻り値についての理解</a:t>
            </a:r>
            <a:endParaRPr lang="en-US" altLang="ja-JP" dirty="0"/>
          </a:p>
          <a:p>
            <a:pPr marL="444500" indent="-342900">
              <a:buFont typeface="+mj-lt"/>
              <a:buAutoNum type="arabicPeriod"/>
            </a:pPr>
            <a:r>
              <a:rPr lang="ja-JP" altLang="en-US" dirty="0"/>
              <a:t>オーバーロードについての理解</a:t>
            </a:r>
            <a:endParaRPr lang="en-US" altLang="ja-JP" dirty="0"/>
          </a:p>
          <a:p>
            <a:pPr marL="101600" indent="0">
              <a:buNone/>
            </a:pPr>
            <a:endParaRPr kumimoji="1" lang="en-US" altLang="ja-JP" dirty="0"/>
          </a:p>
          <a:p>
            <a:pPr marL="444500" indent="-342900">
              <a:buFont typeface="+mj-lt"/>
              <a:buAutoNum type="arabicPeriod"/>
            </a:pPr>
            <a:endParaRPr kumimoji="1" lang="en-US" altLang="ja-JP" dirty="0"/>
          </a:p>
          <a:p>
            <a:pPr marL="96838" indent="0">
              <a:buNone/>
            </a:pPr>
            <a:r>
              <a:rPr lang="ja-JP" altLang="en-US" dirty="0"/>
              <a:t>ができるようになります。</a:t>
            </a:r>
            <a:endParaRPr lang="en-US" altLang="ja-JP" dirty="0">
              <a:solidFill>
                <a:schemeClr val="tx2"/>
              </a:solidFill>
            </a:endParaRPr>
          </a:p>
          <a:p>
            <a:pPr marL="96838" indent="0">
              <a:buNone/>
            </a:pPr>
            <a:endParaRPr kumimoji="1" lang="ja-JP" altLang="en-US" dirty="0"/>
          </a:p>
          <a:p>
            <a:pPr marL="439738" indent="-342900">
              <a:buFont typeface="+mj-lt"/>
              <a:buAutoNum type="arabicPeriod"/>
            </a:pPr>
            <a:endParaRPr lang="ja-JP" altLang="en-US" dirty="0"/>
          </a:p>
        </p:txBody>
      </p:sp>
    </p:spTree>
    <p:extLst>
      <p:ext uri="{BB962C8B-B14F-4D97-AF65-F5344CB8AC3E}">
        <p14:creationId xmlns:p14="http://schemas.microsoft.com/office/powerpoint/2010/main" val="1668843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F991990-0DC6-4730-83E5-36F909A6129F}"/>
              </a:ext>
            </a:extLst>
          </p:cNvPr>
          <p:cNvSpPr>
            <a:spLocks noGrp="1"/>
          </p:cNvSpPr>
          <p:nvPr>
            <p:ph type="body" idx="1"/>
          </p:nvPr>
        </p:nvSpPr>
        <p:spPr/>
        <p:txBody>
          <a:bodyPr/>
          <a:lstStyle/>
          <a:p>
            <a:r>
              <a:rPr kumimoji="1" lang="ja-JP" altLang="en-US" dirty="0"/>
              <a:t>このテキストでは</a:t>
            </a:r>
          </a:p>
          <a:p>
            <a:endParaRPr kumimoji="1" lang="ja-JP" altLang="en-US" dirty="0"/>
          </a:p>
        </p:txBody>
      </p:sp>
      <p:sp>
        <p:nvSpPr>
          <p:cNvPr id="3" name="タイトル 2">
            <a:extLst>
              <a:ext uri="{FF2B5EF4-FFF2-40B4-BE49-F238E27FC236}">
                <a16:creationId xmlns:a16="http://schemas.microsoft.com/office/drawing/2014/main" id="{AA9BFD7B-04B5-49CD-8E91-4AC76C8C681F}"/>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流れ</a:t>
            </a:r>
            <a:endParaRPr kumimoji="1" lang="ja-JP" altLang="en-US" dirty="0"/>
          </a:p>
        </p:txBody>
      </p:sp>
      <p:sp>
        <p:nvSpPr>
          <p:cNvPr id="4" name="フッター プレースホルダー 3">
            <a:extLst>
              <a:ext uri="{FF2B5EF4-FFF2-40B4-BE49-F238E27FC236}">
                <a16:creationId xmlns:a16="http://schemas.microsoft.com/office/drawing/2014/main" id="{CA8524E1-6DFF-4647-8FD1-738AA4991EDC}"/>
              </a:ext>
            </a:extLst>
          </p:cNvPr>
          <p:cNvSpPr>
            <a:spLocks noGrp="1"/>
          </p:cNvSpPr>
          <p:nvPr>
            <p:ph type="ftr" sz="quarter" idx="11"/>
          </p:nvPr>
        </p:nvSpPr>
        <p:spPr/>
        <p:txBody>
          <a:bodyPr/>
          <a:lstStyle/>
          <a:p>
            <a:r>
              <a:rPr kumimoji="1" lang="en-US" altLang="ja-JP" dirty="0"/>
              <a:t>copyright ©ITCollege All Rights Reserved</a:t>
            </a:r>
            <a:endParaRPr kumimoji="1" lang="ja-JP" altLang="en-US" dirty="0"/>
          </a:p>
        </p:txBody>
      </p:sp>
      <p:sp>
        <p:nvSpPr>
          <p:cNvPr id="5" name="スライド番号プレースホルダー 4">
            <a:extLst>
              <a:ext uri="{FF2B5EF4-FFF2-40B4-BE49-F238E27FC236}">
                <a16:creationId xmlns:a16="http://schemas.microsoft.com/office/drawing/2014/main" id="{6FFB24F3-38DB-45A5-BA62-DD27EF2E4AA2}"/>
              </a:ext>
            </a:extLst>
          </p:cNvPr>
          <p:cNvSpPr>
            <a:spLocks noGrp="1"/>
          </p:cNvSpPr>
          <p:nvPr>
            <p:ph type="sldNum" sz="quarter" idx="12"/>
          </p:nvPr>
        </p:nvSpPr>
        <p:spPr/>
        <p:txBody>
          <a:bodyPr/>
          <a:lstStyle/>
          <a:p>
            <a:fld id="{00000000-1234-1234-1234-123412341234}" type="slidenum">
              <a:rPr lang="en" smtClean="0"/>
              <a:pPr/>
              <a:t>3</a:t>
            </a:fld>
            <a:endParaRPr lang="en" dirty="0"/>
          </a:p>
        </p:txBody>
      </p:sp>
      <p:sp>
        <p:nvSpPr>
          <p:cNvPr id="6" name="テキスト プレースホルダー 5">
            <a:extLst>
              <a:ext uri="{FF2B5EF4-FFF2-40B4-BE49-F238E27FC236}">
                <a16:creationId xmlns:a16="http://schemas.microsoft.com/office/drawing/2014/main" id="{D0F3BEAC-A5EA-4EE4-95C7-0AEC1107FD29}"/>
              </a:ext>
            </a:extLst>
          </p:cNvPr>
          <p:cNvSpPr>
            <a:spLocks noGrp="1"/>
          </p:cNvSpPr>
          <p:nvPr>
            <p:ph type="body" sz="quarter" idx="14"/>
          </p:nvPr>
        </p:nvSpPr>
        <p:spPr/>
        <p:txBody>
          <a:bodyPr/>
          <a:lstStyle/>
          <a:p>
            <a:pPr marL="444500" indent="-342900">
              <a:buFont typeface="+mj-lt"/>
              <a:buAutoNum type="arabicPeriod"/>
            </a:pPr>
            <a:r>
              <a:rPr lang="ja-JP" altLang="en-US" dirty="0"/>
              <a:t>メソッドとは</a:t>
            </a:r>
          </a:p>
          <a:p>
            <a:pPr marL="444500" indent="-342900">
              <a:buFont typeface="+mj-lt"/>
              <a:buAutoNum type="arabicPeriod"/>
            </a:pPr>
            <a:r>
              <a:rPr lang="ja-JP" altLang="en-US" dirty="0"/>
              <a:t>メソッドの書き方</a:t>
            </a:r>
          </a:p>
          <a:p>
            <a:pPr marL="444500" indent="-342900">
              <a:buFont typeface="+mj-lt"/>
              <a:buAutoNum type="arabicPeriod"/>
            </a:pPr>
            <a:r>
              <a:rPr lang="ja-JP" altLang="en-US" dirty="0"/>
              <a:t>メソッド間のデータ受け渡し</a:t>
            </a:r>
          </a:p>
          <a:p>
            <a:pPr marL="444500" indent="-342900">
              <a:buFont typeface="+mj-lt"/>
              <a:buAutoNum type="arabicPeriod"/>
            </a:pPr>
            <a:r>
              <a:rPr lang="ja-JP" altLang="en-US" dirty="0"/>
              <a:t>引数と戻り値</a:t>
            </a:r>
            <a:endParaRPr lang="en-US" altLang="ja-JP" dirty="0"/>
          </a:p>
          <a:p>
            <a:pPr marL="444500" indent="-342900">
              <a:buFont typeface="+mj-lt"/>
              <a:buAutoNum type="arabicPeriod"/>
            </a:pPr>
            <a:r>
              <a:rPr lang="ja-JP" altLang="en-US" dirty="0"/>
              <a:t>オーバーロード</a:t>
            </a:r>
            <a:endParaRPr lang="en-US" altLang="ja-JP"/>
          </a:p>
          <a:p>
            <a:pPr marL="101600" indent="0">
              <a:buNone/>
            </a:pPr>
            <a:endParaRPr kumimoji="1" lang="en-US" altLang="ja-JP" dirty="0"/>
          </a:p>
          <a:p>
            <a:pPr marL="96838" indent="0">
              <a:buNone/>
            </a:pPr>
            <a:endParaRPr kumimoji="1" lang="en-US" altLang="ja-JP" dirty="0"/>
          </a:p>
          <a:p>
            <a:pPr marL="96838" indent="0">
              <a:buNone/>
            </a:pPr>
            <a:r>
              <a:rPr lang="ja-JP" altLang="en-US" dirty="0"/>
              <a:t>の順に進めていきます。</a:t>
            </a:r>
            <a:endParaRPr kumimoji="1" lang="en-US" altLang="ja-JP" dirty="0">
              <a:solidFill>
                <a:schemeClr val="tx2"/>
              </a:solidFill>
            </a:endParaRPr>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267129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968A2ECF-3FC3-42D1-9BDB-F1AE8A7E6BBD}"/>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BD715C8B-8E1F-4006-859A-7738A9401F6B}"/>
              </a:ext>
            </a:extLst>
          </p:cNvPr>
          <p:cNvSpPr>
            <a:spLocks noGrp="1"/>
          </p:cNvSpPr>
          <p:nvPr>
            <p:ph type="ctrTitle"/>
          </p:nvPr>
        </p:nvSpPr>
        <p:spPr/>
        <p:txBody>
          <a:bodyPr/>
          <a:lstStyle/>
          <a:p>
            <a:r>
              <a:rPr kumimoji="1" lang="ja-JP" altLang="en-US" dirty="0"/>
              <a:t>メソッドとは</a:t>
            </a:r>
          </a:p>
        </p:txBody>
      </p:sp>
      <p:sp>
        <p:nvSpPr>
          <p:cNvPr id="4" name="スライド番号プレースホルダー 3">
            <a:extLst>
              <a:ext uri="{FF2B5EF4-FFF2-40B4-BE49-F238E27FC236}">
                <a16:creationId xmlns:a16="http://schemas.microsoft.com/office/drawing/2014/main" id="{0777F08E-9F20-40C7-9D9B-94BCA7A235CA}"/>
              </a:ext>
            </a:extLst>
          </p:cNvPr>
          <p:cNvSpPr>
            <a:spLocks noGrp="1"/>
          </p:cNvSpPr>
          <p:nvPr>
            <p:ph type="sldNum" sz="quarter" idx="4"/>
          </p:nvPr>
        </p:nvSpPr>
        <p:spPr/>
        <p:txBody>
          <a:bodyPr/>
          <a:lstStyle/>
          <a:p>
            <a:fld id="{00000000-1234-1234-1234-123412341234}" type="slidenum">
              <a:rPr lang="en" smtClean="0"/>
              <a:pPr/>
              <a:t>4</a:t>
            </a:fld>
            <a:endParaRPr lang="en" dirty="0">
              <a:latin typeface="+mn-ea"/>
            </a:endParaRPr>
          </a:p>
        </p:txBody>
      </p:sp>
      <p:sp>
        <p:nvSpPr>
          <p:cNvPr id="6" name="テキスト プレースホルダー 5">
            <a:extLst>
              <a:ext uri="{FF2B5EF4-FFF2-40B4-BE49-F238E27FC236}">
                <a16:creationId xmlns:a16="http://schemas.microsoft.com/office/drawing/2014/main" id="{281038A7-9F58-4D73-BF27-A7E36CCF6FCE}"/>
              </a:ext>
            </a:extLst>
          </p:cNvPr>
          <p:cNvSpPr>
            <a:spLocks noGrp="1"/>
          </p:cNvSpPr>
          <p:nvPr>
            <p:ph type="body" sz="quarter" idx="15"/>
          </p:nvPr>
        </p:nvSpPr>
        <p:spPr>
          <a:xfrm>
            <a:off x="463549" y="1023814"/>
            <a:ext cx="7177471" cy="662972"/>
          </a:xfrm>
        </p:spPr>
        <p:txBody>
          <a:bodyPr/>
          <a:lstStyle/>
          <a:p>
            <a:r>
              <a:rPr kumimoji="1" lang="ja-JP" altLang="en-US" dirty="0"/>
              <a:t>メソッドとは何か、まずはイメージできるように概念を理解しよう</a:t>
            </a:r>
          </a:p>
        </p:txBody>
      </p:sp>
      <p:sp>
        <p:nvSpPr>
          <p:cNvPr id="7" name="テキスト プレースホルダー 6">
            <a:extLst>
              <a:ext uri="{FF2B5EF4-FFF2-40B4-BE49-F238E27FC236}">
                <a16:creationId xmlns:a16="http://schemas.microsoft.com/office/drawing/2014/main" id="{682AD62D-B50F-49DD-AA9E-200D79273D46}"/>
              </a:ext>
            </a:extLst>
          </p:cNvPr>
          <p:cNvSpPr>
            <a:spLocks noGrp="1"/>
          </p:cNvSpPr>
          <p:nvPr>
            <p:ph type="body" sz="quarter" idx="16"/>
          </p:nvPr>
        </p:nvSpPr>
        <p:spPr/>
        <p:txBody>
          <a:bodyPr/>
          <a:lstStyle/>
          <a:p>
            <a:endParaRPr kumimoji="1" lang="ja-JP" altLang="en-US"/>
          </a:p>
        </p:txBody>
      </p:sp>
      <p:sp>
        <p:nvSpPr>
          <p:cNvPr id="8" name="テキスト プレースホルダー 7">
            <a:extLst>
              <a:ext uri="{FF2B5EF4-FFF2-40B4-BE49-F238E27FC236}">
                <a16:creationId xmlns:a16="http://schemas.microsoft.com/office/drawing/2014/main" id="{A75C4467-57C8-4141-B9D2-5D698AAC5FA5}"/>
              </a:ext>
            </a:extLst>
          </p:cNvPr>
          <p:cNvSpPr>
            <a:spLocks noGrp="1"/>
          </p:cNvSpPr>
          <p:nvPr>
            <p:ph type="body" sz="quarter" idx="14"/>
          </p:nvPr>
        </p:nvSpPr>
        <p:spPr>
          <a:xfrm>
            <a:off x="376737" y="1840222"/>
            <a:ext cx="8216900" cy="2864370"/>
          </a:xfrm>
        </p:spPr>
        <p:txBody>
          <a:bodyPr/>
          <a:lstStyle/>
          <a:p>
            <a:pPr marL="96838" indent="0">
              <a:buNone/>
            </a:pPr>
            <a:r>
              <a:rPr lang="ja-JP" altLang="en-US" dirty="0"/>
              <a:t>今まで、変数・定数・リテラル、データ型、制御構文、変数と配列など、</a:t>
            </a:r>
            <a:r>
              <a:rPr lang="en-US" altLang="ja-JP" dirty="0"/>
              <a:t>Java</a:t>
            </a:r>
            <a:r>
              <a:rPr lang="ja-JP" altLang="en-US" dirty="0"/>
              <a:t>のプログラムの書き方を学んできました。もうどんな複雑なプログラムでも作ることができるようになっています。</a:t>
            </a:r>
          </a:p>
          <a:p>
            <a:pPr marL="96838" indent="0">
              <a:buNone/>
            </a:pPr>
            <a:r>
              <a:rPr lang="ja-JP" altLang="en-US" dirty="0"/>
              <a:t>ただ、プログラムが複雑になってくると以下のような問題点が出てきます。</a:t>
            </a:r>
            <a:endParaRPr lang="en-US" altLang="ja-JP" dirty="0"/>
          </a:p>
          <a:p>
            <a:pPr lvl="1"/>
            <a:endParaRPr lang="en-US" altLang="ja-JP" dirty="0"/>
          </a:p>
          <a:p>
            <a:pPr lvl="1"/>
            <a:r>
              <a:rPr lang="ja-JP" altLang="en-US" b="1" dirty="0">
                <a:solidFill>
                  <a:schemeClr val="accent1"/>
                </a:solidFill>
              </a:rPr>
              <a:t>プログラムが長くなって、どこでどんな処理をしているのかわかりづらい。</a:t>
            </a:r>
            <a:endParaRPr lang="en-US" altLang="ja-JP" b="1" dirty="0">
              <a:solidFill>
                <a:schemeClr val="accent1"/>
              </a:solidFill>
            </a:endParaRPr>
          </a:p>
          <a:p>
            <a:pPr lvl="1"/>
            <a:r>
              <a:rPr lang="ja-JP" altLang="en-US" b="1" dirty="0">
                <a:solidFill>
                  <a:schemeClr val="accent1"/>
                </a:solidFill>
              </a:rPr>
              <a:t>同じような処理が何度も出てきて効率が悪い。</a:t>
            </a:r>
            <a:endParaRPr lang="en-US" altLang="ja-JP" b="1" dirty="0">
              <a:solidFill>
                <a:schemeClr val="accent1"/>
              </a:solidFill>
            </a:endParaRPr>
          </a:p>
          <a:p>
            <a:pPr lvl="1"/>
            <a:r>
              <a:rPr lang="ja-JP" altLang="en-US" b="1" dirty="0">
                <a:solidFill>
                  <a:schemeClr val="accent1"/>
                </a:solidFill>
              </a:rPr>
              <a:t>同じ処理が何箇所にもあって、そのどれか</a:t>
            </a:r>
            <a:r>
              <a:rPr lang="en-US" altLang="ja-JP" b="1" dirty="0">
                <a:solidFill>
                  <a:schemeClr val="accent1"/>
                </a:solidFill>
              </a:rPr>
              <a:t>1</a:t>
            </a:r>
            <a:r>
              <a:rPr lang="ja-JP" altLang="en-US" b="1" dirty="0">
                <a:solidFill>
                  <a:schemeClr val="accent1"/>
                </a:solidFill>
              </a:rPr>
              <a:t>つを直す場合、</a:t>
            </a:r>
            <a:br>
              <a:rPr lang="en-US" altLang="ja-JP" b="1" dirty="0">
                <a:solidFill>
                  <a:schemeClr val="accent1"/>
                </a:solidFill>
              </a:rPr>
            </a:br>
            <a:r>
              <a:rPr lang="ja-JP" altLang="en-US" b="1" dirty="0">
                <a:solidFill>
                  <a:schemeClr val="accent1"/>
                </a:solidFill>
              </a:rPr>
              <a:t>他も全部直す必要があり見落としやすい。</a:t>
            </a:r>
          </a:p>
          <a:p>
            <a:pPr marL="96838" indent="0">
              <a:buNone/>
            </a:pPr>
            <a:endParaRPr lang="en-US" altLang="ja-JP" dirty="0"/>
          </a:p>
          <a:p>
            <a:pPr marL="96838" indent="0">
              <a:buNone/>
            </a:pPr>
            <a:r>
              <a:rPr lang="ja-JP" altLang="en-US" dirty="0"/>
              <a:t>これらを解決するために、プログラムを細かく分けて「部品化」する、という考え方があります。</a:t>
            </a:r>
            <a:endParaRPr lang="en-US" altLang="ja-JP" dirty="0"/>
          </a:p>
          <a:p>
            <a:pPr marL="96838" indent="0">
              <a:buNone/>
            </a:pPr>
            <a:r>
              <a:rPr lang="ja-JP" altLang="en-US" dirty="0"/>
              <a:t>の部品のことを</a:t>
            </a:r>
            <a:r>
              <a:rPr lang="ja-JP" altLang="en-US" b="1" dirty="0">
                <a:solidFill>
                  <a:schemeClr val="tx2"/>
                </a:solidFill>
              </a:rPr>
              <a:t>メソッド</a:t>
            </a:r>
            <a:r>
              <a:rPr lang="ja-JP" altLang="en-US" dirty="0"/>
              <a:t>といいます。</a:t>
            </a:r>
          </a:p>
        </p:txBody>
      </p:sp>
    </p:spTree>
    <p:extLst>
      <p:ext uri="{BB962C8B-B14F-4D97-AF65-F5344CB8AC3E}">
        <p14:creationId xmlns:p14="http://schemas.microsoft.com/office/powerpoint/2010/main" val="2024237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61F3152B-042E-43C8-9C16-3B6B0957AA31}"/>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75DADEAD-0D67-4E17-9166-98A6805B6470}"/>
              </a:ext>
            </a:extLst>
          </p:cNvPr>
          <p:cNvSpPr>
            <a:spLocks noGrp="1"/>
          </p:cNvSpPr>
          <p:nvPr>
            <p:ph type="ctrTitle"/>
          </p:nvPr>
        </p:nvSpPr>
        <p:spPr/>
        <p:txBody>
          <a:bodyPr/>
          <a:lstStyle/>
          <a:p>
            <a:r>
              <a:rPr lang="en-US" altLang="ja-JP" dirty="0" err="1"/>
              <a:t>メソッドの考え方</a:t>
            </a:r>
            <a:endParaRPr kumimoji="1" lang="ja-JP" altLang="en-US" dirty="0"/>
          </a:p>
        </p:txBody>
      </p:sp>
      <p:sp>
        <p:nvSpPr>
          <p:cNvPr id="4" name="スライド番号プレースホルダー 3">
            <a:extLst>
              <a:ext uri="{FF2B5EF4-FFF2-40B4-BE49-F238E27FC236}">
                <a16:creationId xmlns:a16="http://schemas.microsoft.com/office/drawing/2014/main" id="{1E2A1635-F327-4D68-8B1C-1ABEE8E953DB}"/>
              </a:ext>
            </a:extLst>
          </p:cNvPr>
          <p:cNvSpPr>
            <a:spLocks noGrp="1"/>
          </p:cNvSpPr>
          <p:nvPr>
            <p:ph type="sldNum" sz="quarter" idx="4"/>
          </p:nvPr>
        </p:nvSpPr>
        <p:spPr/>
        <p:txBody>
          <a:bodyPr/>
          <a:lstStyle/>
          <a:p>
            <a:fld id="{00000000-1234-1234-1234-123412341234}" type="slidenum">
              <a:rPr lang="en" smtClean="0"/>
              <a:pPr/>
              <a:t>5</a:t>
            </a:fld>
            <a:endParaRPr lang="en" dirty="0"/>
          </a:p>
        </p:txBody>
      </p:sp>
      <p:sp>
        <p:nvSpPr>
          <p:cNvPr id="5" name="テキスト プレースホルダー 4">
            <a:extLst>
              <a:ext uri="{FF2B5EF4-FFF2-40B4-BE49-F238E27FC236}">
                <a16:creationId xmlns:a16="http://schemas.microsoft.com/office/drawing/2014/main" id="{E4A52243-874B-431E-A0B0-DB7E78319065}"/>
              </a:ext>
            </a:extLst>
          </p:cNvPr>
          <p:cNvSpPr>
            <a:spLocks noGrp="1"/>
          </p:cNvSpPr>
          <p:nvPr>
            <p:ph type="body" sz="quarter" idx="14"/>
          </p:nvPr>
        </p:nvSpPr>
        <p:spPr>
          <a:xfrm>
            <a:off x="462875" y="859491"/>
            <a:ext cx="8216900" cy="1336448"/>
          </a:xfrm>
        </p:spPr>
        <p:txBody>
          <a:bodyPr/>
          <a:lstStyle/>
          <a:p>
            <a:pPr marL="96838" indent="0">
              <a:buNone/>
            </a:pPr>
            <a:r>
              <a:rPr lang="ja-JP" altLang="en-US" sz="1400" dirty="0"/>
              <a:t>ただ単にプログラムを細かく分ければいい、というものではありません。</a:t>
            </a:r>
            <a:endParaRPr lang="en-US" altLang="ja-JP" sz="1400" dirty="0"/>
          </a:p>
          <a:p>
            <a:pPr marL="96838" indent="0">
              <a:buNone/>
            </a:pPr>
            <a:r>
              <a:rPr lang="ja-JP" altLang="en-US" sz="1400" dirty="0"/>
              <a:t>プログラムの中の処理はいくつかの行で</a:t>
            </a:r>
            <a:r>
              <a:rPr lang="en-US" altLang="ja-JP" sz="1400" dirty="0"/>
              <a:t>1</a:t>
            </a:r>
            <a:r>
              <a:rPr lang="ja-JP" altLang="en-US" sz="1400" dirty="0"/>
              <a:t>つの機能をしているということが多いのです。</a:t>
            </a:r>
            <a:endParaRPr lang="en-US" altLang="ja-JP" sz="1400" dirty="0"/>
          </a:p>
          <a:p>
            <a:pPr marL="96838" indent="0">
              <a:buNone/>
            </a:pPr>
            <a:r>
              <a:rPr lang="ja-JP" altLang="en-US" sz="1400" dirty="0"/>
              <a:t>機能をまとめて</a:t>
            </a:r>
            <a:r>
              <a:rPr lang="en-US" altLang="ja-JP" sz="1400" dirty="0"/>
              <a:t>1</a:t>
            </a:r>
            <a:r>
              <a:rPr lang="ja-JP" altLang="en-US" sz="1400" dirty="0"/>
              <a:t>つの部品にする、というのが基本的な考え方です。</a:t>
            </a:r>
            <a:endParaRPr lang="en-US" altLang="ja-JP" sz="1400" dirty="0"/>
          </a:p>
          <a:p>
            <a:pPr marL="96838" indent="0">
              <a:buNone/>
            </a:pPr>
            <a:r>
              <a:rPr lang="ja-JP" altLang="en-US" sz="1400" dirty="0"/>
              <a:t>まとめただけで、上から順番に処理していくのでは結局プログラム全体が見渡しにくいので、「処理の流れから切り離して、必要に応じて呼び出す」という考え方をします。</a:t>
            </a:r>
          </a:p>
          <a:p>
            <a:pPr marL="96838" indent="0">
              <a:buNone/>
            </a:pPr>
            <a:endParaRPr kumimoji="1" lang="ja-JP" altLang="en-US" dirty="0"/>
          </a:p>
        </p:txBody>
      </p:sp>
      <p:sp>
        <p:nvSpPr>
          <p:cNvPr id="6" name="Google Shape;108;p16">
            <a:extLst>
              <a:ext uri="{FF2B5EF4-FFF2-40B4-BE49-F238E27FC236}">
                <a16:creationId xmlns:a16="http://schemas.microsoft.com/office/drawing/2014/main" id="{8F29406F-A595-462E-B24E-9CE5D8EF3E2D}"/>
              </a:ext>
            </a:extLst>
          </p:cNvPr>
          <p:cNvSpPr/>
          <p:nvPr/>
        </p:nvSpPr>
        <p:spPr>
          <a:xfrm>
            <a:off x="428831" y="2203477"/>
            <a:ext cx="2024055" cy="2620499"/>
          </a:xfrm>
          <a:prstGeom prst="flowChartDocument">
            <a:avLst/>
          </a:prstGeom>
          <a:solidFill>
            <a:schemeClr val="bg1"/>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0" i="0" u="none" strike="noStrike" cap="none">
                <a:solidFill>
                  <a:schemeClr val="dk1"/>
                </a:solidFill>
                <a:latin typeface="+mn-ea"/>
                <a:cs typeface="Meiryo"/>
                <a:sym typeface="Meiryo"/>
              </a:rPr>
              <a:t>計算処理</a:t>
            </a:r>
            <a:br>
              <a:rPr lang="en-US" sz="1400" b="0" i="0" u="none" strike="noStrike" cap="none">
                <a:solidFill>
                  <a:schemeClr val="dk1"/>
                </a:solidFill>
                <a:latin typeface="+mn-ea"/>
                <a:cs typeface="Meiryo"/>
                <a:sym typeface="Meiryo"/>
              </a:rPr>
            </a:br>
            <a:r>
              <a:rPr lang="en-US" sz="1400" b="0" i="0" u="none" strike="noStrike" cap="none">
                <a:solidFill>
                  <a:schemeClr val="dk1"/>
                </a:solidFill>
                <a:latin typeface="+mn-ea"/>
                <a:cs typeface="Meiryo"/>
                <a:sym typeface="Meiryo"/>
              </a:rPr>
              <a:t>計算処理</a:t>
            </a:r>
            <a:br>
              <a:rPr lang="en-US" sz="1400" b="0" i="0" u="none" strike="noStrike" cap="none">
                <a:solidFill>
                  <a:schemeClr val="dk1"/>
                </a:solidFill>
                <a:latin typeface="+mn-ea"/>
                <a:cs typeface="Meiryo"/>
                <a:sym typeface="Meiryo"/>
              </a:rPr>
            </a:br>
            <a:r>
              <a:rPr lang="en-US" sz="1400" b="0" i="0" u="none" strike="noStrike" cap="none">
                <a:solidFill>
                  <a:schemeClr val="dk1"/>
                </a:solidFill>
                <a:latin typeface="+mn-ea"/>
                <a:cs typeface="Meiryo"/>
                <a:sym typeface="Meiryo"/>
              </a:rPr>
              <a:t>　　：</a:t>
            </a:r>
            <a:endParaRPr sz="1400">
              <a:latin typeface="+mn-ea"/>
            </a:endParaRPr>
          </a:p>
          <a:p>
            <a:pPr marL="0" marR="0" lvl="0" indent="0" algn="l" rtl="0">
              <a:spcBef>
                <a:spcPts val="0"/>
              </a:spcBef>
              <a:spcAft>
                <a:spcPts val="0"/>
              </a:spcAft>
              <a:buNone/>
            </a:pPr>
            <a:r>
              <a:rPr lang="en-US" sz="1400">
                <a:solidFill>
                  <a:schemeClr val="dk1"/>
                </a:solidFill>
                <a:latin typeface="+mn-ea"/>
                <a:cs typeface="Meiryo"/>
                <a:sym typeface="Meiryo"/>
              </a:rPr>
              <a:t>印刷処理</a:t>
            </a:r>
            <a:endParaRPr sz="1400">
              <a:latin typeface="+mn-ea"/>
            </a:endParaRPr>
          </a:p>
          <a:p>
            <a:pPr marL="0" marR="0" lvl="0" indent="0" algn="l" rtl="0">
              <a:spcBef>
                <a:spcPts val="0"/>
              </a:spcBef>
              <a:spcAft>
                <a:spcPts val="0"/>
              </a:spcAft>
              <a:buNone/>
            </a:pPr>
            <a:r>
              <a:rPr lang="en-US" sz="1400">
                <a:solidFill>
                  <a:schemeClr val="dk1"/>
                </a:solidFill>
                <a:latin typeface="+mn-ea"/>
                <a:cs typeface="Meiryo"/>
                <a:sym typeface="Meiryo"/>
              </a:rPr>
              <a:t>印刷処理</a:t>
            </a:r>
            <a:endParaRPr sz="1400">
              <a:latin typeface="+mn-ea"/>
            </a:endParaRPr>
          </a:p>
          <a:p>
            <a:pPr marL="0" marR="0" lvl="0" indent="0" algn="l" rtl="0">
              <a:spcBef>
                <a:spcPts val="0"/>
              </a:spcBef>
              <a:spcAft>
                <a:spcPts val="0"/>
              </a:spcAft>
              <a:buNone/>
            </a:pPr>
            <a:r>
              <a:rPr lang="en-US" sz="1400">
                <a:solidFill>
                  <a:schemeClr val="dk1"/>
                </a:solidFill>
                <a:latin typeface="+mn-ea"/>
                <a:cs typeface="Meiryo"/>
                <a:sym typeface="Meiryo"/>
              </a:rPr>
              <a:t>　　：</a:t>
            </a:r>
            <a:endParaRPr sz="1400">
              <a:latin typeface="+mn-ea"/>
            </a:endParaRPr>
          </a:p>
          <a:p>
            <a:pPr marL="0" marR="0" lvl="0" indent="0" algn="l" rtl="0">
              <a:spcBef>
                <a:spcPts val="0"/>
              </a:spcBef>
              <a:spcAft>
                <a:spcPts val="0"/>
              </a:spcAft>
              <a:buNone/>
            </a:pPr>
            <a:r>
              <a:rPr lang="en-US" sz="1400">
                <a:solidFill>
                  <a:schemeClr val="dk1"/>
                </a:solidFill>
                <a:latin typeface="+mn-ea"/>
                <a:cs typeface="Meiryo"/>
                <a:sym typeface="Meiryo"/>
              </a:rPr>
              <a:t>計算処理</a:t>
            </a:r>
            <a:br>
              <a:rPr lang="en-US" sz="1400">
                <a:solidFill>
                  <a:schemeClr val="dk1"/>
                </a:solidFill>
                <a:latin typeface="+mn-ea"/>
                <a:cs typeface="Meiryo"/>
                <a:sym typeface="Meiryo"/>
              </a:rPr>
            </a:br>
            <a:r>
              <a:rPr lang="en-US" sz="1400">
                <a:solidFill>
                  <a:schemeClr val="dk1"/>
                </a:solidFill>
                <a:latin typeface="+mn-ea"/>
                <a:cs typeface="Meiryo"/>
                <a:sym typeface="Meiryo"/>
              </a:rPr>
              <a:t>計算処理</a:t>
            </a:r>
            <a:br>
              <a:rPr lang="en-US" sz="1400">
                <a:solidFill>
                  <a:schemeClr val="dk1"/>
                </a:solidFill>
                <a:latin typeface="+mn-ea"/>
                <a:cs typeface="Meiryo"/>
                <a:sym typeface="Meiryo"/>
              </a:rPr>
            </a:br>
            <a:r>
              <a:rPr lang="en-US" sz="1400">
                <a:solidFill>
                  <a:schemeClr val="dk1"/>
                </a:solidFill>
                <a:latin typeface="+mn-ea"/>
                <a:cs typeface="Meiryo"/>
                <a:sym typeface="Meiryo"/>
              </a:rPr>
              <a:t>　　：</a:t>
            </a:r>
            <a:endParaRPr sz="1400">
              <a:latin typeface="+mn-ea"/>
            </a:endParaRPr>
          </a:p>
          <a:p>
            <a:pPr marL="0" marR="0" lvl="0" indent="0" algn="l" rtl="0">
              <a:spcBef>
                <a:spcPts val="0"/>
              </a:spcBef>
              <a:spcAft>
                <a:spcPts val="0"/>
              </a:spcAft>
              <a:buNone/>
            </a:pPr>
            <a:r>
              <a:rPr lang="en-US" sz="1400">
                <a:solidFill>
                  <a:schemeClr val="dk1"/>
                </a:solidFill>
                <a:latin typeface="+mn-ea"/>
                <a:cs typeface="Meiryo"/>
                <a:sym typeface="Meiryo"/>
              </a:rPr>
              <a:t>印刷処理</a:t>
            </a:r>
            <a:endParaRPr sz="1400">
              <a:latin typeface="+mn-ea"/>
            </a:endParaRPr>
          </a:p>
          <a:p>
            <a:pPr marL="0" marR="0" lvl="0" indent="0" algn="l" rtl="0">
              <a:spcBef>
                <a:spcPts val="0"/>
              </a:spcBef>
              <a:spcAft>
                <a:spcPts val="0"/>
              </a:spcAft>
              <a:buNone/>
            </a:pPr>
            <a:r>
              <a:rPr lang="en-US" sz="1400">
                <a:solidFill>
                  <a:schemeClr val="dk1"/>
                </a:solidFill>
                <a:latin typeface="+mn-ea"/>
                <a:cs typeface="Meiryo"/>
                <a:sym typeface="Meiryo"/>
              </a:rPr>
              <a:t>印刷処理</a:t>
            </a:r>
            <a:endParaRPr sz="1400">
              <a:latin typeface="+mn-ea"/>
            </a:endParaRPr>
          </a:p>
          <a:p>
            <a:pPr marL="0" marR="0" lvl="0" indent="0" algn="l" rtl="0">
              <a:spcBef>
                <a:spcPts val="0"/>
              </a:spcBef>
              <a:spcAft>
                <a:spcPts val="0"/>
              </a:spcAft>
              <a:buNone/>
            </a:pPr>
            <a:r>
              <a:rPr lang="en-US" sz="1400">
                <a:solidFill>
                  <a:schemeClr val="dk1"/>
                </a:solidFill>
                <a:latin typeface="+mn-ea"/>
                <a:cs typeface="Meiryo"/>
                <a:sym typeface="Meiryo"/>
              </a:rPr>
              <a:t>　　：</a:t>
            </a:r>
            <a:endParaRPr sz="1400">
              <a:latin typeface="+mn-ea"/>
            </a:endParaRPr>
          </a:p>
          <a:p>
            <a:pPr marL="0" marR="0" lvl="0" indent="0" algn="l" rtl="0">
              <a:spcBef>
                <a:spcPts val="0"/>
              </a:spcBef>
              <a:spcAft>
                <a:spcPts val="0"/>
              </a:spcAft>
              <a:buNone/>
            </a:pPr>
            <a:endParaRPr sz="1400">
              <a:solidFill>
                <a:schemeClr val="dk1"/>
              </a:solidFill>
              <a:latin typeface="+mn-ea"/>
              <a:cs typeface="Meiryo"/>
              <a:sym typeface="Meiryo"/>
            </a:endParaRPr>
          </a:p>
        </p:txBody>
      </p:sp>
      <p:sp>
        <p:nvSpPr>
          <p:cNvPr id="7" name="Google Shape;109;p16">
            <a:extLst>
              <a:ext uri="{FF2B5EF4-FFF2-40B4-BE49-F238E27FC236}">
                <a16:creationId xmlns:a16="http://schemas.microsoft.com/office/drawing/2014/main" id="{2BA7F10E-1871-4F38-AC59-B0163B4434D5}"/>
              </a:ext>
            </a:extLst>
          </p:cNvPr>
          <p:cNvSpPr/>
          <p:nvPr/>
        </p:nvSpPr>
        <p:spPr>
          <a:xfrm>
            <a:off x="4039145" y="2203477"/>
            <a:ext cx="2109688" cy="2658599"/>
          </a:xfrm>
          <a:prstGeom prst="flowChartDocument">
            <a:avLst/>
          </a:prstGeom>
          <a:solidFill>
            <a:schemeClr val="bg1"/>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br>
              <a:rPr lang="en-US" sz="1400">
                <a:solidFill>
                  <a:schemeClr val="dk1"/>
                </a:solidFill>
                <a:latin typeface="+mn-ea"/>
                <a:cs typeface="Meiryo"/>
                <a:sym typeface="Meiryo"/>
              </a:rPr>
            </a:br>
            <a:r>
              <a:rPr lang="en-US" sz="1400">
                <a:solidFill>
                  <a:schemeClr val="dk1"/>
                </a:solidFill>
                <a:latin typeface="+mn-ea"/>
                <a:cs typeface="Meiryo"/>
                <a:sym typeface="Meiryo"/>
              </a:rPr>
              <a:t>計算処理呼び出し</a:t>
            </a:r>
            <a:br>
              <a:rPr lang="en-US" sz="1400">
                <a:solidFill>
                  <a:schemeClr val="dk1"/>
                </a:solidFill>
                <a:latin typeface="+mn-ea"/>
                <a:cs typeface="Meiryo"/>
                <a:sym typeface="Meiryo"/>
              </a:rPr>
            </a:br>
            <a:endParaRPr sz="1400">
              <a:solidFill>
                <a:schemeClr val="dk1"/>
              </a:solidFill>
              <a:latin typeface="+mn-ea"/>
              <a:cs typeface="Meiryo"/>
              <a:sym typeface="Meiryo"/>
            </a:endParaRPr>
          </a:p>
          <a:p>
            <a:pPr marL="0" marR="0" lvl="0" indent="0" algn="l" rtl="0">
              <a:spcBef>
                <a:spcPts val="0"/>
              </a:spcBef>
              <a:spcAft>
                <a:spcPts val="0"/>
              </a:spcAft>
              <a:buNone/>
            </a:pPr>
            <a:r>
              <a:rPr lang="en-US" sz="1400">
                <a:solidFill>
                  <a:schemeClr val="dk1"/>
                </a:solidFill>
                <a:latin typeface="+mn-ea"/>
                <a:cs typeface="Meiryo"/>
                <a:sym typeface="Meiryo"/>
              </a:rPr>
              <a:t>印刷処理呼び出し</a:t>
            </a:r>
            <a:endParaRPr sz="1400">
              <a:latin typeface="+mn-ea"/>
            </a:endParaRPr>
          </a:p>
          <a:p>
            <a:pPr marL="0" marR="0" lvl="0" indent="0" algn="l" rtl="0">
              <a:spcBef>
                <a:spcPts val="0"/>
              </a:spcBef>
              <a:spcAft>
                <a:spcPts val="0"/>
              </a:spcAft>
              <a:buNone/>
            </a:pPr>
            <a:endParaRPr sz="1400">
              <a:solidFill>
                <a:schemeClr val="dk1"/>
              </a:solidFill>
              <a:latin typeface="+mn-ea"/>
              <a:cs typeface="Meiryo"/>
              <a:sym typeface="Meiryo"/>
            </a:endParaRPr>
          </a:p>
          <a:p>
            <a:pPr marL="0" marR="0" lvl="0" indent="0" algn="l" rtl="0">
              <a:spcBef>
                <a:spcPts val="0"/>
              </a:spcBef>
              <a:spcAft>
                <a:spcPts val="0"/>
              </a:spcAft>
              <a:buNone/>
            </a:pPr>
            <a:r>
              <a:rPr lang="en-US" sz="1400">
                <a:solidFill>
                  <a:schemeClr val="dk1"/>
                </a:solidFill>
                <a:latin typeface="+mn-ea"/>
                <a:cs typeface="Meiryo"/>
                <a:sym typeface="Meiryo"/>
              </a:rPr>
              <a:t>計算処理呼び出し</a:t>
            </a:r>
            <a:br>
              <a:rPr lang="en-US" sz="1400">
                <a:solidFill>
                  <a:schemeClr val="dk1"/>
                </a:solidFill>
                <a:latin typeface="+mn-ea"/>
                <a:cs typeface="Meiryo"/>
                <a:sym typeface="Meiryo"/>
              </a:rPr>
            </a:br>
            <a:endParaRPr sz="1400">
              <a:solidFill>
                <a:schemeClr val="dk1"/>
              </a:solidFill>
              <a:latin typeface="+mn-ea"/>
              <a:cs typeface="Meiryo"/>
              <a:sym typeface="Meiryo"/>
            </a:endParaRPr>
          </a:p>
          <a:p>
            <a:pPr marL="0" marR="0" lvl="0" indent="0" algn="l" rtl="0">
              <a:spcBef>
                <a:spcPts val="0"/>
              </a:spcBef>
              <a:spcAft>
                <a:spcPts val="0"/>
              </a:spcAft>
              <a:buNone/>
            </a:pPr>
            <a:r>
              <a:rPr lang="en-US" sz="1400">
                <a:solidFill>
                  <a:schemeClr val="dk1"/>
                </a:solidFill>
                <a:latin typeface="+mn-ea"/>
                <a:cs typeface="Meiryo"/>
                <a:sym typeface="Meiryo"/>
              </a:rPr>
              <a:t>印刷処理呼び出し</a:t>
            </a:r>
            <a:endParaRPr sz="1400">
              <a:latin typeface="+mn-ea"/>
            </a:endParaRPr>
          </a:p>
          <a:p>
            <a:pPr marL="0" marR="0" lvl="0" indent="0" algn="l" rtl="0">
              <a:spcBef>
                <a:spcPts val="0"/>
              </a:spcBef>
              <a:spcAft>
                <a:spcPts val="0"/>
              </a:spcAft>
              <a:buNone/>
            </a:pPr>
            <a:r>
              <a:rPr lang="en-US" sz="1400">
                <a:solidFill>
                  <a:schemeClr val="dk1"/>
                </a:solidFill>
                <a:latin typeface="+mn-ea"/>
                <a:cs typeface="Meiryo"/>
                <a:sym typeface="Meiryo"/>
              </a:rPr>
              <a:t>　　　：</a:t>
            </a:r>
            <a:endParaRPr sz="1400">
              <a:latin typeface="+mn-ea"/>
            </a:endParaRPr>
          </a:p>
        </p:txBody>
      </p:sp>
      <p:sp>
        <p:nvSpPr>
          <p:cNvPr id="8" name="Google Shape;110;p16">
            <a:extLst>
              <a:ext uri="{FF2B5EF4-FFF2-40B4-BE49-F238E27FC236}">
                <a16:creationId xmlns:a16="http://schemas.microsoft.com/office/drawing/2014/main" id="{F96758B4-8B0C-4906-AE61-8689B893E300}"/>
              </a:ext>
            </a:extLst>
          </p:cNvPr>
          <p:cNvSpPr/>
          <p:nvPr/>
        </p:nvSpPr>
        <p:spPr>
          <a:xfrm>
            <a:off x="7044205" y="2203701"/>
            <a:ext cx="1381774" cy="955130"/>
          </a:xfrm>
          <a:prstGeom prst="roundRect">
            <a:avLst>
              <a:gd name="adj" fmla="val 9838"/>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dirty="0" err="1">
                <a:solidFill>
                  <a:schemeClr val="bg1"/>
                </a:solidFill>
                <a:latin typeface="+mn-ea"/>
                <a:cs typeface="Meiryo"/>
                <a:sym typeface="Meiryo"/>
              </a:rPr>
              <a:t>計算処理</a:t>
            </a:r>
            <a:endParaRPr sz="1400" dirty="0">
              <a:solidFill>
                <a:schemeClr val="bg1"/>
              </a:solidFill>
              <a:latin typeface="+mn-ea"/>
            </a:endParaRPr>
          </a:p>
          <a:p>
            <a:pPr marL="0" marR="0" lvl="0" indent="0" algn="ctr" rtl="0">
              <a:spcBef>
                <a:spcPts val="0"/>
              </a:spcBef>
              <a:spcAft>
                <a:spcPts val="0"/>
              </a:spcAft>
              <a:buNone/>
            </a:pPr>
            <a:r>
              <a:rPr lang="en-US" sz="1400" b="1" dirty="0" err="1">
                <a:solidFill>
                  <a:schemeClr val="bg1"/>
                </a:solidFill>
                <a:latin typeface="+mn-ea"/>
                <a:cs typeface="Meiryo"/>
                <a:sym typeface="Meiryo"/>
              </a:rPr>
              <a:t>メソッド</a:t>
            </a:r>
            <a:endParaRPr sz="1400" b="1" dirty="0">
              <a:solidFill>
                <a:schemeClr val="bg1"/>
              </a:solidFill>
              <a:latin typeface="+mn-ea"/>
              <a:cs typeface="Meiryo"/>
              <a:sym typeface="Meiryo"/>
            </a:endParaRPr>
          </a:p>
        </p:txBody>
      </p:sp>
      <p:sp>
        <p:nvSpPr>
          <p:cNvPr id="9" name="Google Shape;111;p16">
            <a:extLst>
              <a:ext uri="{FF2B5EF4-FFF2-40B4-BE49-F238E27FC236}">
                <a16:creationId xmlns:a16="http://schemas.microsoft.com/office/drawing/2014/main" id="{C40943D4-755B-48CE-BE20-39AD99482DDD}"/>
              </a:ext>
            </a:extLst>
          </p:cNvPr>
          <p:cNvSpPr/>
          <p:nvPr/>
        </p:nvSpPr>
        <p:spPr>
          <a:xfrm>
            <a:off x="7060784" y="3558586"/>
            <a:ext cx="1365195" cy="1046636"/>
          </a:xfrm>
          <a:prstGeom prst="roundRect">
            <a:avLst>
              <a:gd name="adj"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bg1"/>
                </a:solidFill>
                <a:latin typeface="+mn-ea"/>
                <a:cs typeface="Meiryo"/>
                <a:sym typeface="Meiryo"/>
              </a:rPr>
              <a:t>印刷処理</a:t>
            </a:r>
            <a:endParaRPr sz="1400">
              <a:solidFill>
                <a:schemeClr val="bg1"/>
              </a:solidFill>
              <a:latin typeface="+mn-ea"/>
            </a:endParaRPr>
          </a:p>
          <a:p>
            <a:pPr marL="0" marR="0" lvl="0" indent="0" algn="ctr" rtl="0">
              <a:spcBef>
                <a:spcPts val="0"/>
              </a:spcBef>
              <a:spcAft>
                <a:spcPts val="0"/>
              </a:spcAft>
              <a:buNone/>
            </a:pPr>
            <a:r>
              <a:rPr lang="en-US" sz="1400" b="1">
                <a:solidFill>
                  <a:schemeClr val="bg1"/>
                </a:solidFill>
                <a:latin typeface="+mn-ea"/>
                <a:cs typeface="Meiryo"/>
                <a:sym typeface="Meiryo"/>
              </a:rPr>
              <a:t>メソッド</a:t>
            </a:r>
            <a:endParaRPr sz="1400" b="1">
              <a:solidFill>
                <a:schemeClr val="bg1"/>
              </a:solidFill>
              <a:latin typeface="+mn-ea"/>
              <a:cs typeface="Meiryo"/>
              <a:sym typeface="Meiryo"/>
            </a:endParaRPr>
          </a:p>
        </p:txBody>
      </p:sp>
      <p:sp>
        <p:nvSpPr>
          <p:cNvPr id="10" name="Google Shape;112;p16">
            <a:extLst>
              <a:ext uri="{FF2B5EF4-FFF2-40B4-BE49-F238E27FC236}">
                <a16:creationId xmlns:a16="http://schemas.microsoft.com/office/drawing/2014/main" id="{428E113C-BEEF-4176-9373-33F49BE93CB6}"/>
              </a:ext>
            </a:extLst>
          </p:cNvPr>
          <p:cNvSpPr/>
          <p:nvPr/>
        </p:nvSpPr>
        <p:spPr>
          <a:xfrm>
            <a:off x="6189469" y="2493268"/>
            <a:ext cx="854735" cy="306202"/>
          </a:xfrm>
          <a:prstGeom prst="rightArrow">
            <a:avLst>
              <a:gd name="adj1" fmla="val 50000"/>
              <a:gd name="adj2" fmla="val 50000"/>
            </a:avLst>
          </a:prstGeom>
          <a:solidFill>
            <a:schemeClr val="accent1"/>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bg1"/>
              </a:solidFill>
              <a:cs typeface="Meiryo"/>
              <a:sym typeface="Meiryo"/>
            </a:endParaRPr>
          </a:p>
        </p:txBody>
      </p:sp>
      <p:sp>
        <p:nvSpPr>
          <p:cNvPr id="11" name="Google Shape;113;p16">
            <a:extLst>
              <a:ext uri="{FF2B5EF4-FFF2-40B4-BE49-F238E27FC236}">
                <a16:creationId xmlns:a16="http://schemas.microsoft.com/office/drawing/2014/main" id="{4A277E1D-FD12-479A-BA6F-0857A0959E90}"/>
              </a:ext>
            </a:extLst>
          </p:cNvPr>
          <p:cNvSpPr/>
          <p:nvPr/>
        </p:nvSpPr>
        <p:spPr>
          <a:xfrm rot="19800000">
            <a:off x="5954359" y="3297857"/>
            <a:ext cx="1158996" cy="351458"/>
          </a:xfrm>
          <a:prstGeom prst="rightArrow">
            <a:avLst>
              <a:gd name="adj1" fmla="val 50000"/>
              <a:gd name="adj2" fmla="val 50000"/>
            </a:avLst>
          </a:prstGeom>
          <a:solidFill>
            <a:schemeClr val="accent1"/>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bg1"/>
              </a:solidFill>
              <a:cs typeface="Meiryo"/>
              <a:sym typeface="Meiryo"/>
            </a:endParaRPr>
          </a:p>
        </p:txBody>
      </p:sp>
      <p:sp>
        <p:nvSpPr>
          <p:cNvPr id="12" name="Google Shape;114;p16">
            <a:extLst>
              <a:ext uri="{FF2B5EF4-FFF2-40B4-BE49-F238E27FC236}">
                <a16:creationId xmlns:a16="http://schemas.microsoft.com/office/drawing/2014/main" id="{62CD15D6-B290-40CF-8A16-2D4CCCDA5B55}"/>
              </a:ext>
            </a:extLst>
          </p:cNvPr>
          <p:cNvSpPr/>
          <p:nvPr/>
        </p:nvSpPr>
        <p:spPr>
          <a:xfrm>
            <a:off x="6189470" y="4060758"/>
            <a:ext cx="871314" cy="306202"/>
          </a:xfrm>
          <a:prstGeom prst="rightArrow">
            <a:avLst>
              <a:gd name="adj1" fmla="val 50000"/>
              <a:gd name="adj2" fmla="val 50000"/>
            </a:avLst>
          </a:prstGeom>
          <a:solidFill>
            <a:schemeClr val="accent1"/>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bg1"/>
              </a:solidFill>
              <a:cs typeface="Meiryo"/>
              <a:sym typeface="Meiryo"/>
            </a:endParaRPr>
          </a:p>
        </p:txBody>
      </p:sp>
      <p:sp>
        <p:nvSpPr>
          <p:cNvPr id="13" name="Google Shape;115;p16">
            <a:extLst>
              <a:ext uri="{FF2B5EF4-FFF2-40B4-BE49-F238E27FC236}">
                <a16:creationId xmlns:a16="http://schemas.microsoft.com/office/drawing/2014/main" id="{DBD1595E-0338-493E-BEF5-BD50188C517A}"/>
              </a:ext>
            </a:extLst>
          </p:cNvPr>
          <p:cNvSpPr/>
          <p:nvPr/>
        </p:nvSpPr>
        <p:spPr>
          <a:xfrm rot="1800000">
            <a:off x="5976194" y="3374087"/>
            <a:ext cx="1146633" cy="309841"/>
          </a:xfrm>
          <a:prstGeom prst="rightArrow">
            <a:avLst>
              <a:gd name="adj1" fmla="val 50000"/>
              <a:gd name="adj2" fmla="val 50000"/>
            </a:avLst>
          </a:prstGeom>
          <a:solidFill>
            <a:schemeClr val="accent1"/>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bg1"/>
              </a:solidFill>
              <a:cs typeface="Meiryo"/>
              <a:sym typeface="Meiryo"/>
            </a:endParaRPr>
          </a:p>
        </p:txBody>
      </p:sp>
      <p:sp>
        <p:nvSpPr>
          <p:cNvPr id="14" name="Google Shape;116;p16">
            <a:extLst>
              <a:ext uri="{FF2B5EF4-FFF2-40B4-BE49-F238E27FC236}">
                <a16:creationId xmlns:a16="http://schemas.microsoft.com/office/drawing/2014/main" id="{E4EC873D-1263-447A-BF7D-809CAE197046}"/>
              </a:ext>
            </a:extLst>
          </p:cNvPr>
          <p:cNvSpPr/>
          <p:nvPr/>
        </p:nvSpPr>
        <p:spPr>
          <a:xfrm>
            <a:off x="2733086" y="2341996"/>
            <a:ext cx="1080120" cy="2142070"/>
          </a:xfrm>
          <a:prstGeom prst="rightArrow">
            <a:avLst>
              <a:gd name="adj1" fmla="val 50000"/>
              <a:gd name="adj2" fmla="val 50000"/>
            </a:avLst>
          </a:prstGeom>
          <a:solidFill>
            <a:srgbClr val="0066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dk1"/>
              </a:solidFill>
              <a:cs typeface="Meiryo"/>
              <a:sym typeface="Meiryo"/>
            </a:endParaRPr>
          </a:p>
        </p:txBody>
      </p:sp>
    </p:spTree>
    <p:extLst>
      <p:ext uri="{BB962C8B-B14F-4D97-AF65-F5344CB8AC3E}">
        <p14:creationId xmlns:p14="http://schemas.microsoft.com/office/powerpoint/2010/main" val="2018664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14A94D0D-182C-4780-84DD-958BE00B9797}"/>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79365D48-E554-41C3-8436-73157A913548}"/>
              </a:ext>
            </a:extLst>
          </p:cNvPr>
          <p:cNvSpPr>
            <a:spLocks noGrp="1"/>
          </p:cNvSpPr>
          <p:nvPr>
            <p:ph type="ctrTitle"/>
          </p:nvPr>
        </p:nvSpPr>
        <p:spPr/>
        <p:txBody>
          <a:bodyPr/>
          <a:lstStyle/>
          <a:p>
            <a:r>
              <a:rPr kumimoji="1" lang="ja-JP" altLang="en-US" dirty="0"/>
              <a:t>メソッドの書き方</a:t>
            </a:r>
          </a:p>
        </p:txBody>
      </p:sp>
      <p:sp>
        <p:nvSpPr>
          <p:cNvPr id="4" name="スライド番号プレースホルダー 3">
            <a:extLst>
              <a:ext uri="{FF2B5EF4-FFF2-40B4-BE49-F238E27FC236}">
                <a16:creationId xmlns:a16="http://schemas.microsoft.com/office/drawing/2014/main" id="{DA89C8D9-95A8-4F42-A192-0129979A0187}"/>
              </a:ext>
            </a:extLst>
          </p:cNvPr>
          <p:cNvSpPr>
            <a:spLocks noGrp="1"/>
          </p:cNvSpPr>
          <p:nvPr>
            <p:ph type="sldNum" sz="quarter" idx="4"/>
          </p:nvPr>
        </p:nvSpPr>
        <p:spPr/>
        <p:txBody>
          <a:bodyPr/>
          <a:lstStyle/>
          <a:p>
            <a:fld id="{00000000-1234-1234-1234-123412341234}" type="slidenum">
              <a:rPr lang="en" smtClean="0"/>
              <a:pPr/>
              <a:t>6</a:t>
            </a:fld>
            <a:endParaRPr lang="en" dirty="0">
              <a:latin typeface="+mn-ea"/>
            </a:endParaRPr>
          </a:p>
        </p:txBody>
      </p:sp>
      <p:sp>
        <p:nvSpPr>
          <p:cNvPr id="5" name="テキスト プレースホルダー 4">
            <a:extLst>
              <a:ext uri="{FF2B5EF4-FFF2-40B4-BE49-F238E27FC236}">
                <a16:creationId xmlns:a16="http://schemas.microsoft.com/office/drawing/2014/main" id="{46F2378E-779E-4617-8684-F47530E33460}"/>
              </a:ext>
            </a:extLst>
          </p:cNvPr>
          <p:cNvSpPr>
            <a:spLocks noGrp="1"/>
          </p:cNvSpPr>
          <p:nvPr>
            <p:ph type="body" sz="quarter" idx="14"/>
          </p:nvPr>
        </p:nvSpPr>
        <p:spPr>
          <a:xfrm>
            <a:off x="462875" y="2295035"/>
            <a:ext cx="8216900" cy="1223417"/>
          </a:xfrm>
        </p:spPr>
        <p:txBody>
          <a:bodyPr/>
          <a:lstStyle/>
          <a:p>
            <a:pPr marL="96838" indent="0">
              <a:buNone/>
            </a:pPr>
            <a:r>
              <a:rPr kumimoji="1" lang="ja-JP" altLang="en-US" dirty="0"/>
              <a:t>ここでは基本的なメソッドの書き方について記載します。</a:t>
            </a:r>
            <a:endParaRPr kumimoji="1" lang="en-US" altLang="ja-JP" dirty="0"/>
          </a:p>
          <a:p>
            <a:pPr marL="96838" indent="0">
              <a:buNone/>
            </a:pPr>
            <a:r>
              <a:rPr lang="ja-JP" altLang="en-US" dirty="0"/>
              <a:t>今後の講義では当たり前のようにメソッドが使用されます。「難しくて読めない！」なんてことがないように、ここでしっかりと覚えましょう。</a:t>
            </a:r>
            <a:endParaRPr kumimoji="1" lang="ja-JP" altLang="en-US" dirty="0"/>
          </a:p>
        </p:txBody>
      </p:sp>
      <p:sp>
        <p:nvSpPr>
          <p:cNvPr id="6" name="テキスト プレースホルダー 5">
            <a:extLst>
              <a:ext uri="{FF2B5EF4-FFF2-40B4-BE49-F238E27FC236}">
                <a16:creationId xmlns:a16="http://schemas.microsoft.com/office/drawing/2014/main" id="{CF2C38F7-2BBE-4B81-8A0A-E959ED386FBB}"/>
              </a:ext>
            </a:extLst>
          </p:cNvPr>
          <p:cNvSpPr>
            <a:spLocks noGrp="1"/>
          </p:cNvSpPr>
          <p:nvPr>
            <p:ph type="body" sz="quarter" idx="15"/>
          </p:nvPr>
        </p:nvSpPr>
        <p:spPr>
          <a:xfrm>
            <a:off x="463549" y="1023814"/>
            <a:ext cx="7177471" cy="679090"/>
          </a:xfrm>
        </p:spPr>
        <p:txBody>
          <a:bodyPr/>
          <a:lstStyle/>
          <a:p>
            <a:r>
              <a:rPr kumimoji="1" lang="ja-JP" altLang="en-US" dirty="0"/>
              <a:t>基本的なメソッドの書き方をしっかりと覚えよう</a:t>
            </a:r>
            <a:endParaRPr kumimoji="1" lang="en-US" altLang="ja-JP" dirty="0"/>
          </a:p>
          <a:p>
            <a:endParaRPr kumimoji="1" lang="ja-JP" altLang="en-US" dirty="0"/>
          </a:p>
        </p:txBody>
      </p:sp>
      <p:sp>
        <p:nvSpPr>
          <p:cNvPr id="7" name="テキスト プレースホルダー 6">
            <a:extLst>
              <a:ext uri="{FF2B5EF4-FFF2-40B4-BE49-F238E27FC236}">
                <a16:creationId xmlns:a16="http://schemas.microsoft.com/office/drawing/2014/main" id="{DA9BD5F2-0CAD-47D5-8590-5A00AF90FDD0}"/>
              </a:ext>
            </a:extLst>
          </p:cNvPr>
          <p:cNvSpPr>
            <a:spLocks noGrp="1"/>
          </p:cNvSpPr>
          <p:nvPr>
            <p:ph type="body" sz="quarter" idx="16"/>
          </p:nvPr>
        </p:nvSpPr>
        <p:spPr/>
        <p:txBody>
          <a:bodyPr/>
          <a:lstStyle/>
          <a:p>
            <a:endParaRPr kumimoji="1" lang="ja-JP" altLang="en-US"/>
          </a:p>
        </p:txBody>
      </p:sp>
    </p:spTree>
    <p:extLst>
      <p:ext uri="{BB962C8B-B14F-4D97-AF65-F5344CB8AC3E}">
        <p14:creationId xmlns:p14="http://schemas.microsoft.com/office/powerpoint/2010/main" val="3909121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B902CE5-7278-4EA5-BA11-BA2E8AC87E7E}"/>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A91E588B-D2ED-4C37-BFA4-DF7BA5F7B19C}"/>
              </a:ext>
            </a:extLst>
          </p:cNvPr>
          <p:cNvSpPr>
            <a:spLocks noGrp="1"/>
          </p:cNvSpPr>
          <p:nvPr>
            <p:ph type="ctrTitle"/>
          </p:nvPr>
        </p:nvSpPr>
        <p:spPr/>
        <p:txBody>
          <a:bodyPr/>
          <a:lstStyle/>
          <a:p>
            <a:r>
              <a:rPr kumimoji="1" lang="ja-JP" altLang="en-US" dirty="0"/>
              <a:t>メソッドの定義</a:t>
            </a:r>
          </a:p>
        </p:txBody>
      </p:sp>
      <p:sp>
        <p:nvSpPr>
          <p:cNvPr id="4" name="スライド番号プレースホルダー 3">
            <a:extLst>
              <a:ext uri="{FF2B5EF4-FFF2-40B4-BE49-F238E27FC236}">
                <a16:creationId xmlns:a16="http://schemas.microsoft.com/office/drawing/2014/main" id="{C054A8E6-E1E0-4C0A-9A50-5D7899CF843F}"/>
              </a:ext>
            </a:extLst>
          </p:cNvPr>
          <p:cNvSpPr>
            <a:spLocks noGrp="1"/>
          </p:cNvSpPr>
          <p:nvPr>
            <p:ph type="sldNum" sz="quarter" idx="4"/>
          </p:nvPr>
        </p:nvSpPr>
        <p:spPr/>
        <p:txBody>
          <a:bodyPr/>
          <a:lstStyle/>
          <a:p>
            <a:fld id="{00000000-1234-1234-1234-123412341234}" type="slidenum">
              <a:rPr lang="en" smtClean="0"/>
              <a:pPr/>
              <a:t>7</a:t>
            </a:fld>
            <a:endParaRPr lang="en" dirty="0"/>
          </a:p>
        </p:txBody>
      </p:sp>
      <p:sp>
        <p:nvSpPr>
          <p:cNvPr id="5" name="テキスト プレースホルダー 4">
            <a:extLst>
              <a:ext uri="{FF2B5EF4-FFF2-40B4-BE49-F238E27FC236}">
                <a16:creationId xmlns:a16="http://schemas.microsoft.com/office/drawing/2014/main" id="{2B398FB9-B780-41E2-9CE6-703675FD83AF}"/>
              </a:ext>
            </a:extLst>
          </p:cNvPr>
          <p:cNvSpPr>
            <a:spLocks noGrp="1"/>
          </p:cNvSpPr>
          <p:nvPr>
            <p:ph type="body" sz="quarter" idx="14"/>
          </p:nvPr>
        </p:nvSpPr>
        <p:spPr/>
        <p:txBody>
          <a:bodyPr/>
          <a:lstStyle/>
          <a:p>
            <a:pPr marL="96838" indent="0">
              <a:buNone/>
            </a:pPr>
            <a:r>
              <a:rPr kumimoji="1" lang="ja-JP" altLang="en-US" dirty="0"/>
              <a:t>メソッドというのは、</a:t>
            </a:r>
          </a:p>
          <a:p>
            <a:pPr lvl="1"/>
            <a:r>
              <a:rPr kumimoji="1" lang="ja-JP" altLang="en-US" b="1" dirty="0">
                <a:solidFill>
                  <a:schemeClr val="accent1"/>
                </a:solidFill>
              </a:rPr>
              <a:t>機能ごとにまとめられた処理の集まり</a:t>
            </a:r>
          </a:p>
          <a:p>
            <a:pPr lvl="1"/>
            <a:r>
              <a:rPr kumimoji="1" lang="ja-JP" altLang="en-US" b="1" dirty="0">
                <a:solidFill>
                  <a:schemeClr val="accent1"/>
                </a:solidFill>
              </a:rPr>
              <a:t>処理の流れから切り離されたもの</a:t>
            </a:r>
          </a:p>
          <a:p>
            <a:pPr marL="96838" indent="0">
              <a:buNone/>
            </a:pPr>
            <a:r>
              <a:rPr kumimoji="1" lang="ja-JP" altLang="en-US" dirty="0"/>
              <a:t>ということでしたね。</a:t>
            </a:r>
          </a:p>
          <a:p>
            <a:pPr marL="96838" indent="0">
              <a:buNone/>
            </a:pPr>
            <a:r>
              <a:rPr kumimoji="1" lang="ja-JP" altLang="en-US" dirty="0"/>
              <a:t>では、メソッドを作るにはどうしたらいいのか学習しましょう。</a:t>
            </a:r>
            <a:br>
              <a:rPr kumimoji="1" lang="ja-JP" altLang="en-US" dirty="0"/>
            </a:br>
            <a:r>
              <a:rPr kumimoji="1" lang="ja-JP" altLang="en-US" dirty="0"/>
              <a:t>メソッドを作ることを</a:t>
            </a:r>
            <a:r>
              <a:rPr kumimoji="1" lang="ja-JP" altLang="en-US" b="1" dirty="0">
                <a:solidFill>
                  <a:schemeClr val="tx2"/>
                </a:solidFill>
              </a:rPr>
              <a:t>メソッドの定義</a:t>
            </a:r>
            <a:r>
              <a:rPr kumimoji="1" lang="ja-JP" altLang="en-US" dirty="0"/>
              <a:t>と呼びます。</a:t>
            </a:r>
          </a:p>
          <a:p>
            <a:pPr marL="96838" indent="0">
              <a:buNone/>
            </a:pPr>
            <a:endParaRPr kumimoji="1" lang="ja-JP" altLang="en-US" dirty="0"/>
          </a:p>
          <a:p>
            <a:pPr marL="452438" lvl="1" indent="0">
              <a:buNone/>
            </a:pPr>
            <a:r>
              <a:rPr kumimoji="1" lang="ja-JP" altLang="en-US" b="1" dirty="0"/>
              <a:t>書き方：</a:t>
            </a:r>
          </a:p>
          <a:p>
            <a:pPr marL="817563" lvl="2" indent="0">
              <a:buNone/>
            </a:pPr>
            <a:r>
              <a:rPr kumimoji="1" lang="en-US" altLang="ja-JP" b="1" dirty="0">
                <a:solidFill>
                  <a:schemeClr val="accent1"/>
                </a:solidFill>
              </a:rPr>
              <a:t>public static </a:t>
            </a:r>
            <a:r>
              <a:rPr kumimoji="1" lang="ja-JP" altLang="en-US" b="1" dirty="0">
                <a:solidFill>
                  <a:schemeClr val="accent1"/>
                </a:solidFill>
              </a:rPr>
              <a:t>戻り値の型  メソッド名</a:t>
            </a:r>
            <a:r>
              <a:rPr kumimoji="1" lang="en-US" altLang="ja-JP" b="1" dirty="0">
                <a:solidFill>
                  <a:schemeClr val="accent1"/>
                </a:solidFill>
              </a:rPr>
              <a:t>(</a:t>
            </a:r>
            <a:r>
              <a:rPr kumimoji="1" lang="ja-JP" altLang="en-US" b="1" dirty="0">
                <a:solidFill>
                  <a:schemeClr val="accent1"/>
                </a:solidFill>
              </a:rPr>
              <a:t>引数リスト</a:t>
            </a:r>
            <a:r>
              <a:rPr kumimoji="1" lang="en-US" altLang="ja-JP" b="1" dirty="0">
                <a:solidFill>
                  <a:schemeClr val="accent1"/>
                </a:solidFill>
              </a:rPr>
              <a:t>) {</a:t>
            </a:r>
            <a:br>
              <a:rPr kumimoji="1" lang="en-US" altLang="ja-JP" b="1" dirty="0">
                <a:solidFill>
                  <a:schemeClr val="accent1"/>
                </a:solidFill>
              </a:rPr>
            </a:br>
            <a:r>
              <a:rPr kumimoji="1" lang="ja-JP" altLang="en-US" b="1" dirty="0">
                <a:solidFill>
                  <a:schemeClr val="accent1"/>
                </a:solidFill>
              </a:rPr>
              <a:t>　　呼び出されたときに実行する処理</a:t>
            </a:r>
            <a:br>
              <a:rPr kumimoji="1" lang="ja-JP" altLang="en-US" b="1" dirty="0">
                <a:solidFill>
                  <a:schemeClr val="accent1"/>
                </a:solidFill>
              </a:rPr>
            </a:br>
            <a:r>
              <a:rPr kumimoji="1" lang="en-US" altLang="ja-JP" b="1" dirty="0">
                <a:solidFill>
                  <a:schemeClr val="accent1"/>
                </a:solidFill>
              </a:rPr>
              <a:t>}</a:t>
            </a:r>
          </a:p>
          <a:p>
            <a:pPr marL="96838" indent="0">
              <a:buNone/>
            </a:pPr>
            <a:endParaRPr kumimoji="1" lang="en-US" altLang="ja-JP" dirty="0"/>
          </a:p>
          <a:p>
            <a:pPr marL="96838" indent="0">
              <a:buNone/>
            </a:pPr>
            <a:r>
              <a:rPr kumimoji="1" lang="ja-JP" altLang="en-US" dirty="0"/>
              <a:t>わからない言葉が並んでいると思います。</a:t>
            </a:r>
            <a:endParaRPr kumimoji="1" lang="en-US" altLang="ja-JP" dirty="0"/>
          </a:p>
          <a:p>
            <a:pPr marL="96838" indent="0">
              <a:buNone/>
            </a:pPr>
            <a:r>
              <a:rPr kumimoji="1" lang="ja-JP" altLang="en-US" dirty="0"/>
              <a:t>次のページから具体例を見ながら学習していきます。</a:t>
            </a:r>
          </a:p>
          <a:p>
            <a:pPr marL="96838" indent="0">
              <a:buNone/>
            </a:pPr>
            <a:endParaRPr kumimoji="1" lang="ja-JP" altLang="en-US" dirty="0"/>
          </a:p>
        </p:txBody>
      </p:sp>
    </p:spTree>
    <p:extLst>
      <p:ext uri="{BB962C8B-B14F-4D97-AF65-F5344CB8AC3E}">
        <p14:creationId xmlns:p14="http://schemas.microsoft.com/office/powerpoint/2010/main" val="2019205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1D509753-FF9A-4A82-844C-2ABAE7730C2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5915CA98-055E-4B0A-AE76-B5429F5D958C}"/>
              </a:ext>
            </a:extLst>
          </p:cNvPr>
          <p:cNvSpPr>
            <a:spLocks noGrp="1"/>
          </p:cNvSpPr>
          <p:nvPr>
            <p:ph type="ctrTitle"/>
          </p:nvPr>
        </p:nvSpPr>
        <p:spPr/>
        <p:txBody>
          <a:bodyPr/>
          <a:lstStyle/>
          <a:p>
            <a:r>
              <a:rPr lang="en-US" altLang="ja-JP" dirty="0" err="1"/>
              <a:t>メソッドを書く位置</a:t>
            </a:r>
            <a:endParaRPr kumimoji="1" lang="ja-JP" altLang="en-US" dirty="0"/>
          </a:p>
        </p:txBody>
      </p:sp>
      <p:sp>
        <p:nvSpPr>
          <p:cNvPr id="4" name="スライド番号プレースホルダー 3">
            <a:extLst>
              <a:ext uri="{FF2B5EF4-FFF2-40B4-BE49-F238E27FC236}">
                <a16:creationId xmlns:a16="http://schemas.microsoft.com/office/drawing/2014/main" id="{33428FF9-E080-4688-B7E4-2543A5D93D98}"/>
              </a:ext>
            </a:extLst>
          </p:cNvPr>
          <p:cNvSpPr>
            <a:spLocks noGrp="1"/>
          </p:cNvSpPr>
          <p:nvPr>
            <p:ph type="sldNum" sz="quarter" idx="4"/>
          </p:nvPr>
        </p:nvSpPr>
        <p:spPr/>
        <p:txBody>
          <a:bodyPr/>
          <a:lstStyle/>
          <a:p>
            <a:fld id="{00000000-1234-1234-1234-123412341234}" type="slidenum">
              <a:rPr lang="en" smtClean="0"/>
              <a:pPr/>
              <a:t>8</a:t>
            </a:fld>
            <a:endParaRPr lang="en" dirty="0"/>
          </a:p>
        </p:txBody>
      </p:sp>
      <p:sp>
        <p:nvSpPr>
          <p:cNvPr id="5" name="テキスト プレースホルダー 4">
            <a:extLst>
              <a:ext uri="{FF2B5EF4-FFF2-40B4-BE49-F238E27FC236}">
                <a16:creationId xmlns:a16="http://schemas.microsoft.com/office/drawing/2014/main" id="{81DD3EA4-DF67-400B-9355-84F772D9225A}"/>
              </a:ext>
            </a:extLst>
          </p:cNvPr>
          <p:cNvSpPr>
            <a:spLocks noGrp="1"/>
          </p:cNvSpPr>
          <p:nvPr>
            <p:ph type="body" sz="quarter" idx="14"/>
          </p:nvPr>
        </p:nvSpPr>
        <p:spPr>
          <a:xfrm>
            <a:off x="462875" y="859491"/>
            <a:ext cx="8216900" cy="1822749"/>
          </a:xfrm>
        </p:spPr>
        <p:txBody>
          <a:bodyPr/>
          <a:lstStyle/>
          <a:p>
            <a:pPr marL="96838" indent="0">
              <a:buNone/>
            </a:pPr>
            <a:r>
              <a:rPr kumimoji="1" lang="ja-JP" altLang="en-US" dirty="0"/>
              <a:t>下に最初に作ったプログラムを再掲しました。</a:t>
            </a:r>
            <a:endParaRPr kumimoji="1" lang="en-US" altLang="ja-JP" dirty="0"/>
          </a:p>
          <a:p>
            <a:pPr marL="96838" indent="0">
              <a:buNone/>
            </a:pPr>
            <a:r>
              <a:rPr kumimoji="1" lang="ja-JP" altLang="en-US" dirty="0"/>
              <a:t>よく見ると緑の枠で囲った部分は前のページのメソッドの書き方と同じになっています。</a:t>
            </a:r>
            <a:endParaRPr kumimoji="1" lang="en-US" altLang="ja-JP" dirty="0"/>
          </a:p>
          <a:p>
            <a:pPr marL="96838" indent="0">
              <a:buNone/>
            </a:pPr>
            <a:r>
              <a:rPr kumimoji="1" lang="ja-JP" altLang="en-US" dirty="0"/>
              <a:t>この、緑の枠の部分はメソッド名が</a:t>
            </a:r>
            <a:r>
              <a:rPr kumimoji="1" lang="en-US" altLang="ja-JP" dirty="0"/>
              <a:t>main</a:t>
            </a:r>
            <a:r>
              <a:rPr kumimoji="1" lang="ja-JP" altLang="en-US" dirty="0"/>
              <a:t>というメソッドだったのです。</a:t>
            </a:r>
          </a:p>
          <a:p>
            <a:pPr marL="96838" indent="0">
              <a:buNone/>
            </a:pPr>
            <a:r>
              <a:rPr kumimoji="1" lang="ja-JP" altLang="en-US" dirty="0"/>
              <a:t>今回、別のメソッドを定義するわけですが、それは緑の枠の外側に書かなければいけません。</a:t>
            </a:r>
            <a:endParaRPr kumimoji="1" lang="en-US" altLang="ja-JP" dirty="0"/>
          </a:p>
          <a:p>
            <a:pPr marL="96838" indent="0">
              <a:buNone/>
            </a:pPr>
            <a:r>
              <a:rPr kumimoji="1" lang="ja-JP" altLang="en-US" dirty="0"/>
              <a:t>緑の枠の上でも下でも大丈夫です。</a:t>
            </a:r>
            <a:endParaRPr kumimoji="1" lang="en-US" altLang="ja-JP" dirty="0"/>
          </a:p>
          <a:p>
            <a:pPr marL="96838" indent="0">
              <a:buNone/>
            </a:pPr>
            <a:r>
              <a:rPr kumimoji="1" lang="ja-JP" altLang="en-US" dirty="0"/>
              <a:t>今まで、プログラムは青の枠の中に書いてきたので、メソッドの定義も青の部分に書こうとする人がいますが、それでは正しく動きません。</a:t>
            </a:r>
          </a:p>
          <a:p>
            <a:pPr marL="96838" indent="0">
              <a:buNone/>
            </a:pPr>
            <a:endParaRPr kumimoji="1" lang="ja-JP" altLang="en-US" dirty="0"/>
          </a:p>
        </p:txBody>
      </p:sp>
      <p:sp>
        <p:nvSpPr>
          <p:cNvPr id="6" name="Google Shape;131;p18">
            <a:extLst>
              <a:ext uri="{FF2B5EF4-FFF2-40B4-BE49-F238E27FC236}">
                <a16:creationId xmlns:a16="http://schemas.microsoft.com/office/drawing/2014/main" id="{40234366-3D36-42F3-B1EE-CD56A6476877}"/>
              </a:ext>
            </a:extLst>
          </p:cNvPr>
          <p:cNvSpPr/>
          <p:nvPr/>
        </p:nvSpPr>
        <p:spPr>
          <a:xfrm>
            <a:off x="1249680" y="2756662"/>
            <a:ext cx="6156960" cy="1601978"/>
          </a:xfrm>
          <a:prstGeom prst="rect">
            <a:avLst/>
          </a:prstGeom>
          <a:solidFill>
            <a:schemeClr val="bg1"/>
          </a:solidFill>
          <a:ln w="3175" cap="flat" cmpd="sng">
            <a:solidFill>
              <a:srgbClr val="B791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chemeClr val="dk1"/>
                </a:solidFill>
                <a:cs typeface="Lato"/>
                <a:sym typeface="Lato"/>
              </a:rPr>
              <a:t>public class Hello {</a:t>
            </a:r>
          </a:p>
          <a:p>
            <a:pPr marL="0" marR="0" lvl="0" indent="0" algn="l" rtl="0">
              <a:spcBef>
                <a:spcPts val="0"/>
              </a:spcBef>
              <a:spcAft>
                <a:spcPts val="0"/>
              </a:spcAft>
              <a:buNone/>
            </a:pPr>
            <a:endParaRPr sz="1400" dirty="0">
              <a:cs typeface="Lato"/>
              <a:sym typeface="Lato"/>
            </a:endParaRPr>
          </a:p>
          <a:p>
            <a:pPr marL="0" marR="0" lvl="0" indent="0" algn="l" rtl="0">
              <a:spcBef>
                <a:spcPts val="0"/>
              </a:spcBef>
              <a:spcAft>
                <a:spcPts val="0"/>
              </a:spcAft>
              <a:buNone/>
            </a:pPr>
            <a:r>
              <a:rPr lang="en-US" sz="1400" dirty="0">
                <a:solidFill>
                  <a:schemeClr val="dk1"/>
                </a:solidFill>
                <a:cs typeface="Lato"/>
                <a:sym typeface="Lato"/>
              </a:rPr>
              <a:t>    public static void main(String[] args) {</a:t>
            </a:r>
            <a:endParaRPr sz="1400" dirty="0">
              <a:cs typeface="Lato"/>
              <a:sym typeface="Lato"/>
            </a:endParaRPr>
          </a:p>
          <a:p>
            <a:pPr marL="0" marR="0" lvl="0" indent="0" algn="l" rtl="0">
              <a:spcBef>
                <a:spcPts val="0"/>
              </a:spcBef>
              <a:spcAft>
                <a:spcPts val="0"/>
              </a:spcAft>
              <a:buNone/>
            </a:pPr>
            <a:r>
              <a:rPr lang="en-US" sz="1400" dirty="0">
                <a:solidFill>
                  <a:schemeClr val="dk1"/>
                </a:solidFill>
                <a:cs typeface="Lato"/>
                <a:sym typeface="Lato"/>
              </a:rPr>
              <a:t>        </a:t>
            </a:r>
            <a:r>
              <a:rPr lang="en-US" sz="1400" dirty="0" err="1">
                <a:solidFill>
                  <a:schemeClr val="dk1"/>
                </a:solidFill>
                <a:cs typeface="Lato"/>
                <a:sym typeface="Lato"/>
              </a:rPr>
              <a:t>System.out.println</a:t>
            </a:r>
            <a:r>
              <a:rPr lang="en-US" sz="1400" dirty="0">
                <a:solidFill>
                  <a:schemeClr val="dk1"/>
                </a:solidFill>
                <a:cs typeface="Lato"/>
                <a:sym typeface="Lato"/>
              </a:rPr>
              <a:t>(“Hello”);</a:t>
            </a:r>
            <a:endParaRPr sz="1400" dirty="0">
              <a:solidFill>
                <a:schemeClr val="dk1"/>
              </a:solidFill>
              <a:cs typeface="Lato"/>
              <a:sym typeface="Lato"/>
            </a:endParaRPr>
          </a:p>
          <a:p>
            <a:pPr marL="0" marR="0" lvl="0" indent="0" algn="l" rtl="0">
              <a:spcBef>
                <a:spcPts val="0"/>
              </a:spcBef>
              <a:spcAft>
                <a:spcPts val="0"/>
              </a:spcAft>
              <a:buNone/>
            </a:pPr>
            <a:r>
              <a:rPr lang="en-US" sz="1400" dirty="0">
                <a:solidFill>
                  <a:schemeClr val="dk1"/>
                </a:solidFill>
                <a:cs typeface="Lato"/>
                <a:sym typeface="Lato"/>
              </a:rPr>
              <a:t>    }</a:t>
            </a:r>
            <a:endParaRPr sz="1400" dirty="0">
              <a:cs typeface="Lato"/>
              <a:sym typeface="Lato"/>
            </a:endParaRPr>
          </a:p>
          <a:p>
            <a:pPr marL="0" marR="0" lvl="0" indent="0" algn="l" rtl="0">
              <a:spcBef>
                <a:spcPts val="0"/>
              </a:spcBef>
              <a:spcAft>
                <a:spcPts val="0"/>
              </a:spcAft>
              <a:buNone/>
            </a:pPr>
            <a:endParaRPr lang="en-US" sz="1400" dirty="0">
              <a:solidFill>
                <a:schemeClr val="dk1"/>
              </a:solidFill>
              <a:cs typeface="Lato"/>
              <a:sym typeface="Lato"/>
            </a:endParaRPr>
          </a:p>
          <a:p>
            <a:pPr marL="0" marR="0" lvl="0" indent="0" algn="l" rtl="0">
              <a:spcBef>
                <a:spcPts val="0"/>
              </a:spcBef>
              <a:spcAft>
                <a:spcPts val="0"/>
              </a:spcAft>
              <a:buNone/>
            </a:pPr>
            <a:r>
              <a:rPr lang="en-US" sz="1400" dirty="0">
                <a:solidFill>
                  <a:schemeClr val="dk1"/>
                </a:solidFill>
                <a:cs typeface="Lato"/>
                <a:sym typeface="Lato"/>
              </a:rPr>
              <a:t>}</a:t>
            </a:r>
            <a:endParaRPr sz="1400" dirty="0">
              <a:solidFill>
                <a:schemeClr val="dk1"/>
              </a:solidFill>
              <a:cs typeface="Lato"/>
              <a:sym typeface="Lato"/>
            </a:endParaRPr>
          </a:p>
        </p:txBody>
      </p:sp>
      <p:sp>
        <p:nvSpPr>
          <p:cNvPr id="7" name="Google Shape;132;p18">
            <a:extLst>
              <a:ext uri="{FF2B5EF4-FFF2-40B4-BE49-F238E27FC236}">
                <a16:creationId xmlns:a16="http://schemas.microsoft.com/office/drawing/2014/main" id="{694D1064-2523-4FB8-9664-3C01E154DF7D}"/>
              </a:ext>
            </a:extLst>
          </p:cNvPr>
          <p:cNvSpPr/>
          <p:nvPr/>
        </p:nvSpPr>
        <p:spPr>
          <a:xfrm>
            <a:off x="1655100" y="3226919"/>
            <a:ext cx="3808440" cy="662940"/>
          </a:xfrm>
          <a:prstGeom prst="rect">
            <a:avLst/>
          </a:prstGeom>
          <a:solidFill>
            <a:schemeClr val="accent6">
              <a:alpha val="25000"/>
            </a:schemeClr>
          </a:solidFill>
          <a:ln w="127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8" name="Google Shape;133;p18">
            <a:extLst>
              <a:ext uri="{FF2B5EF4-FFF2-40B4-BE49-F238E27FC236}">
                <a16:creationId xmlns:a16="http://schemas.microsoft.com/office/drawing/2014/main" id="{DC4D2014-A7F2-4212-B21A-EF34F70F840E}"/>
              </a:ext>
            </a:extLst>
          </p:cNvPr>
          <p:cNvSpPr/>
          <p:nvPr/>
        </p:nvSpPr>
        <p:spPr>
          <a:xfrm>
            <a:off x="2023245" y="3487489"/>
            <a:ext cx="2548080" cy="211380"/>
          </a:xfrm>
          <a:prstGeom prst="rect">
            <a:avLst/>
          </a:prstGeom>
          <a:solidFill>
            <a:schemeClr val="accent1">
              <a:alpha val="20000"/>
            </a:schemeClr>
          </a:solidFill>
          <a:ln w="12700" cap="flat" cmpd="sng">
            <a:solidFill>
              <a:srgbClr val="0070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9" name="Google Shape;134;p18">
            <a:extLst>
              <a:ext uri="{FF2B5EF4-FFF2-40B4-BE49-F238E27FC236}">
                <a16:creationId xmlns:a16="http://schemas.microsoft.com/office/drawing/2014/main" id="{8FB1B2C3-52FD-4F90-80CC-4C949A9674BD}"/>
              </a:ext>
            </a:extLst>
          </p:cNvPr>
          <p:cNvSpPr/>
          <p:nvPr/>
        </p:nvSpPr>
        <p:spPr>
          <a:xfrm flipH="1">
            <a:off x="5347334" y="2638164"/>
            <a:ext cx="1535432" cy="910401"/>
          </a:xfrm>
          <a:prstGeom prst="rightArrow">
            <a:avLst>
              <a:gd name="adj1" fmla="val 53121"/>
              <a:gd name="adj2" fmla="val 53348"/>
            </a:avLst>
          </a:prstGeom>
          <a:solidFill>
            <a:srgbClr val="7A6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dirty="0" err="1">
                <a:solidFill>
                  <a:schemeClr val="lt1"/>
                </a:solidFill>
                <a:cs typeface="Meiryo"/>
                <a:sym typeface="Meiryo"/>
              </a:rPr>
              <a:t>メソッドを</a:t>
            </a:r>
            <a:br>
              <a:rPr lang="en-US" sz="1400" b="1" dirty="0">
                <a:solidFill>
                  <a:schemeClr val="lt1"/>
                </a:solidFill>
                <a:cs typeface="Meiryo"/>
                <a:sym typeface="Meiryo"/>
              </a:rPr>
            </a:br>
            <a:r>
              <a:rPr lang="en-US" sz="1400" b="1" dirty="0" err="1">
                <a:solidFill>
                  <a:schemeClr val="lt1"/>
                </a:solidFill>
                <a:cs typeface="Meiryo"/>
                <a:sym typeface="Meiryo"/>
              </a:rPr>
              <a:t>書く位置</a:t>
            </a:r>
            <a:endParaRPr sz="1400" dirty="0"/>
          </a:p>
        </p:txBody>
      </p:sp>
      <p:sp>
        <p:nvSpPr>
          <p:cNvPr id="10" name="Google Shape;135;p18">
            <a:extLst>
              <a:ext uri="{FF2B5EF4-FFF2-40B4-BE49-F238E27FC236}">
                <a16:creationId xmlns:a16="http://schemas.microsoft.com/office/drawing/2014/main" id="{87685BC7-0CC4-45EC-A20F-8E039239962B}"/>
              </a:ext>
            </a:extLst>
          </p:cNvPr>
          <p:cNvSpPr/>
          <p:nvPr/>
        </p:nvSpPr>
        <p:spPr>
          <a:xfrm flipH="1">
            <a:off x="5347334" y="3622987"/>
            <a:ext cx="1535432" cy="810075"/>
          </a:xfrm>
          <a:prstGeom prst="rightArrow">
            <a:avLst>
              <a:gd name="adj1" fmla="val 56474"/>
              <a:gd name="adj2" fmla="val 60347"/>
            </a:avLst>
          </a:prstGeom>
          <a:solidFill>
            <a:srgbClr val="7A6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dirty="0" err="1">
                <a:solidFill>
                  <a:schemeClr val="lt1"/>
                </a:solidFill>
                <a:cs typeface="Meiryo"/>
                <a:sym typeface="Meiryo"/>
              </a:rPr>
              <a:t>メソッドを</a:t>
            </a:r>
            <a:br>
              <a:rPr lang="en-US" sz="1400" b="1" dirty="0">
                <a:solidFill>
                  <a:schemeClr val="lt1"/>
                </a:solidFill>
                <a:cs typeface="Meiryo"/>
                <a:sym typeface="Meiryo"/>
              </a:rPr>
            </a:br>
            <a:r>
              <a:rPr lang="en-US" sz="1400" b="1" dirty="0" err="1">
                <a:solidFill>
                  <a:schemeClr val="lt1"/>
                </a:solidFill>
                <a:cs typeface="Meiryo"/>
                <a:sym typeface="Meiryo"/>
              </a:rPr>
              <a:t>書く位置</a:t>
            </a:r>
            <a:endParaRPr sz="1400" dirty="0"/>
          </a:p>
        </p:txBody>
      </p:sp>
    </p:spTree>
    <p:extLst>
      <p:ext uri="{BB962C8B-B14F-4D97-AF65-F5344CB8AC3E}">
        <p14:creationId xmlns:p14="http://schemas.microsoft.com/office/powerpoint/2010/main" val="1083425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p:tgtEl>
                                          <p:spTgt spid="1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B1E7209C-C731-4A40-95D5-F416F3754FE8}"/>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F4D40F7E-BF5A-49FC-B84A-46C28E18D48C}"/>
              </a:ext>
            </a:extLst>
          </p:cNvPr>
          <p:cNvSpPr>
            <a:spLocks noGrp="1"/>
          </p:cNvSpPr>
          <p:nvPr>
            <p:ph type="ctrTitle"/>
          </p:nvPr>
        </p:nvSpPr>
        <p:spPr/>
        <p:txBody>
          <a:bodyPr/>
          <a:lstStyle/>
          <a:p>
            <a:r>
              <a:rPr lang="en-US" altLang="ja-JP" dirty="0" err="1"/>
              <a:t>メソッドの定義のサンプル</a:t>
            </a:r>
            <a:endParaRPr kumimoji="1" lang="ja-JP" altLang="en-US" dirty="0"/>
          </a:p>
        </p:txBody>
      </p:sp>
      <p:sp>
        <p:nvSpPr>
          <p:cNvPr id="4" name="スライド番号プレースホルダー 3">
            <a:extLst>
              <a:ext uri="{FF2B5EF4-FFF2-40B4-BE49-F238E27FC236}">
                <a16:creationId xmlns:a16="http://schemas.microsoft.com/office/drawing/2014/main" id="{3319E239-3769-49B7-9C87-6DE19DCE8BE3}"/>
              </a:ext>
            </a:extLst>
          </p:cNvPr>
          <p:cNvSpPr>
            <a:spLocks noGrp="1"/>
          </p:cNvSpPr>
          <p:nvPr>
            <p:ph type="sldNum" sz="quarter" idx="4"/>
          </p:nvPr>
        </p:nvSpPr>
        <p:spPr/>
        <p:txBody>
          <a:bodyPr/>
          <a:lstStyle/>
          <a:p>
            <a:fld id="{00000000-1234-1234-1234-123412341234}" type="slidenum">
              <a:rPr lang="en" smtClean="0"/>
              <a:pPr/>
              <a:t>9</a:t>
            </a:fld>
            <a:endParaRPr lang="en" dirty="0"/>
          </a:p>
        </p:txBody>
      </p:sp>
      <p:sp>
        <p:nvSpPr>
          <p:cNvPr id="5" name="テキスト プレースホルダー 4">
            <a:extLst>
              <a:ext uri="{FF2B5EF4-FFF2-40B4-BE49-F238E27FC236}">
                <a16:creationId xmlns:a16="http://schemas.microsoft.com/office/drawing/2014/main" id="{83ACA755-6F6F-4468-AD8F-3ADE2BF7686B}"/>
              </a:ext>
            </a:extLst>
          </p:cNvPr>
          <p:cNvSpPr>
            <a:spLocks noGrp="1"/>
          </p:cNvSpPr>
          <p:nvPr>
            <p:ph type="body" sz="quarter" idx="14"/>
          </p:nvPr>
        </p:nvSpPr>
        <p:spPr>
          <a:xfrm>
            <a:off x="311427" y="859491"/>
            <a:ext cx="8368348" cy="283509"/>
          </a:xfrm>
        </p:spPr>
        <p:txBody>
          <a:bodyPr/>
          <a:lstStyle/>
          <a:p>
            <a:pPr marL="96838" indent="0">
              <a:buNone/>
            </a:pPr>
            <a:r>
              <a:rPr kumimoji="1" lang="ja-JP" altLang="en-US" dirty="0"/>
              <a:t>では、実際にサンプルプログラムを作ってみましょう。作成してコンパイル・実行してみてください。</a:t>
            </a:r>
          </a:p>
        </p:txBody>
      </p:sp>
      <p:sp>
        <p:nvSpPr>
          <p:cNvPr id="6" name="Google Shape;144;p19">
            <a:extLst>
              <a:ext uri="{FF2B5EF4-FFF2-40B4-BE49-F238E27FC236}">
                <a16:creationId xmlns:a16="http://schemas.microsoft.com/office/drawing/2014/main" id="{304B1092-F21F-4A89-8359-ED1CF43F7497}"/>
              </a:ext>
            </a:extLst>
          </p:cNvPr>
          <p:cNvSpPr/>
          <p:nvPr/>
        </p:nvSpPr>
        <p:spPr>
          <a:xfrm>
            <a:off x="331305" y="1185139"/>
            <a:ext cx="8421756" cy="3333852"/>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chemeClr val="dk1"/>
                </a:solidFill>
                <a:cs typeface="MS Gothic"/>
                <a:sym typeface="MS Gothic"/>
              </a:rPr>
              <a:t>public class MethodSample {</a:t>
            </a:r>
          </a:p>
          <a:p>
            <a:pPr marL="0" marR="0" lvl="0" indent="0" algn="l" rtl="0">
              <a:spcBef>
                <a:spcPts val="0"/>
              </a:spcBef>
              <a:spcAft>
                <a:spcPts val="0"/>
              </a:spcAft>
              <a:buNone/>
            </a:pPr>
            <a:r>
              <a:rPr lang="en-US" sz="1400" dirty="0">
                <a:solidFill>
                  <a:schemeClr val="dk1"/>
                </a:solidFill>
                <a:cs typeface="MS Gothic"/>
                <a:sym typeface="MS Gothic"/>
              </a:rPr>
              <a:t>	public static void main(String[] args) {</a:t>
            </a:r>
          </a:p>
          <a:p>
            <a:pPr marL="0" marR="0" lvl="0" indent="0" algn="l" rtl="0">
              <a:spcBef>
                <a:spcPts val="0"/>
              </a:spcBef>
              <a:spcAft>
                <a:spcPts val="0"/>
              </a:spcAft>
              <a:buNone/>
            </a:pPr>
            <a:r>
              <a:rPr lang="en-US" sz="1400" dirty="0">
                <a:solidFill>
                  <a:schemeClr val="dk1"/>
                </a:solidFill>
                <a:cs typeface="MS Gothic"/>
                <a:sym typeface="MS Gothic"/>
              </a:rPr>
              <a:t>		System.out.println("</a:t>
            </a:r>
            <a:r>
              <a:rPr lang="ja-JP" altLang="en-US" sz="1400" dirty="0">
                <a:solidFill>
                  <a:schemeClr val="dk1"/>
                </a:solidFill>
                <a:cs typeface="MS Gothic"/>
                <a:sym typeface="MS Gothic"/>
              </a:rPr>
              <a:t>メソッドのサンプルです</a:t>
            </a:r>
            <a:r>
              <a:rPr lang="en-US" altLang="ja-JP" sz="1400" dirty="0">
                <a:solidFill>
                  <a:schemeClr val="dk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	}</a:t>
            </a:r>
          </a:p>
          <a:p>
            <a:pPr marL="0" marR="0" lvl="0" indent="0" algn="l" rtl="0">
              <a:spcBef>
                <a:spcPts val="0"/>
              </a:spcBef>
              <a:spcAft>
                <a:spcPts val="0"/>
              </a:spcAft>
              <a:buNone/>
            </a:pPr>
            <a:r>
              <a:rPr lang="en-US" altLang="ja-JP" sz="1400" dirty="0">
                <a:solidFill>
                  <a:schemeClr val="dk1"/>
                </a:solidFill>
                <a:cs typeface="MS Gothic"/>
                <a:sym typeface="MS Gothic"/>
              </a:rPr>
              <a:t>	</a:t>
            </a:r>
            <a:r>
              <a:rPr lang="en-US" sz="1400" dirty="0">
                <a:solidFill>
                  <a:schemeClr val="accent1"/>
                </a:solidFill>
                <a:cs typeface="MS Gothic"/>
                <a:sym typeface="MS Gothic"/>
              </a:rPr>
              <a:t>public static void checkAnswer() {</a:t>
            </a:r>
          </a:p>
          <a:p>
            <a:pPr marL="0" marR="0" lvl="0" indent="0" algn="l" rtl="0">
              <a:spcBef>
                <a:spcPts val="0"/>
              </a:spcBef>
              <a:spcAft>
                <a:spcPts val="0"/>
              </a:spcAft>
              <a:buNone/>
            </a:pPr>
            <a:r>
              <a:rPr lang="en-US" sz="1400" dirty="0">
                <a:solidFill>
                  <a:schemeClr val="dk1"/>
                </a:solidFill>
                <a:cs typeface="MS Gothic"/>
                <a:sym typeface="MS Gothic"/>
              </a:rPr>
              <a:t>		System.out.println("</a:t>
            </a:r>
            <a:r>
              <a:rPr lang="ja-JP" altLang="en-US" sz="1400" dirty="0">
                <a:solidFill>
                  <a:schemeClr val="dk1"/>
                </a:solidFill>
                <a:cs typeface="MS Gothic"/>
                <a:sym typeface="MS Gothic"/>
              </a:rPr>
              <a:t>木になる赤い果物と言えば何？　ひらがなで答えてください。</a:t>
            </a:r>
            <a:r>
              <a:rPr lang="en-US" altLang="ja-JP" sz="1400" dirty="0">
                <a:solidFill>
                  <a:schemeClr val="dk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		</a:t>
            </a:r>
            <a:r>
              <a:rPr lang="en-US" sz="1400" dirty="0">
                <a:solidFill>
                  <a:schemeClr val="dk1"/>
                </a:solidFill>
                <a:cs typeface="MS Gothic"/>
                <a:sym typeface="MS Gothic"/>
              </a:rPr>
              <a:t>String answer = "</a:t>
            </a:r>
            <a:r>
              <a:rPr lang="ja-JP" altLang="en-US" sz="1400" dirty="0">
                <a:solidFill>
                  <a:schemeClr val="dk1"/>
                </a:solidFill>
                <a:cs typeface="MS Gothic"/>
                <a:sym typeface="MS Gothic"/>
              </a:rPr>
              <a:t>りんご</a:t>
            </a:r>
            <a:r>
              <a:rPr lang="en-US" altLang="ja-JP" sz="1400" dirty="0">
                <a:solidFill>
                  <a:schemeClr val="dk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		</a:t>
            </a:r>
            <a:r>
              <a:rPr lang="en-US" sz="1400" dirty="0">
                <a:solidFill>
                  <a:schemeClr val="dk1"/>
                </a:solidFill>
                <a:cs typeface="MS Gothic"/>
                <a:sym typeface="MS Gothic"/>
              </a:rPr>
              <a:t>String input = new java.util.Scanner(System.in).nextLine();</a:t>
            </a:r>
          </a:p>
          <a:p>
            <a:pPr marL="0" marR="0" lvl="0" indent="0" algn="l" rtl="0">
              <a:spcBef>
                <a:spcPts val="0"/>
              </a:spcBef>
              <a:spcAft>
                <a:spcPts val="0"/>
              </a:spcAft>
              <a:buNone/>
            </a:pPr>
            <a:r>
              <a:rPr lang="en-US" sz="1400" dirty="0">
                <a:solidFill>
                  <a:schemeClr val="dk1"/>
                </a:solidFill>
                <a:cs typeface="MS Gothic"/>
                <a:sym typeface="MS Gothic"/>
              </a:rPr>
              <a:t>		if (answer.equals(input)) {</a:t>
            </a:r>
          </a:p>
          <a:p>
            <a:pPr marL="0" marR="0" lvl="0" indent="0" algn="l" rtl="0">
              <a:spcBef>
                <a:spcPts val="0"/>
              </a:spcBef>
              <a:spcAft>
                <a:spcPts val="0"/>
              </a:spcAft>
              <a:buNone/>
            </a:pPr>
            <a:r>
              <a:rPr lang="en-US" sz="1400" dirty="0">
                <a:solidFill>
                  <a:schemeClr val="dk1"/>
                </a:solidFill>
                <a:cs typeface="MS Gothic"/>
                <a:sym typeface="MS Gothic"/>
              </a:rPr>
              <a:t>			System.out.println("</a:t>
            </a:r>
            <a:r>
              <a:rPr lang="ja-JP" altLang="en-US" sz="1400" dirty="0">
                <a:solidFill>
                  <a:schemeClr val="dk1"/>
                </a:solidFill>
                <a:cs typeface="MS Gothic"/>
                <a:sym typeface="MS Gothic"/>
              </a:rPr>
              <a:t>正解です！</a:t>
            </a:r>
            <a:r>
              <a:rPr lang="en-US" altLang="ja-JP" sz="1400" dirty="0">
                <a:solidFill>
                  <a:schemeClr val="dk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		} </a:t>
            </a:r>
            <a:r>
              <a:rPr lang="en-US" sz="1400" dirty="0">
                <a:solidFill>
                  <a:schemeClr val="dk1"/>
                </a:solidFill>
                <a:cs typeface="MS Gothic"/>
                <a:sym typeface="MS Gothic"/>
              </a:rPr>
              <a:t>else {</a:t>
            </a:r>
          </a:p>
          <a:p>
            <a:pPr marL="0" marR="0" lvl="0" indent="0" algn="l" rtl="0">
              <a:spcBef>
                <a:spcPts val="0"/>
              </a:spcBef>
              <a:spcAft>
                <a:spcPts val="0"/>
              </a:spcAft>
              <a:buNone/>
            </a:pPr>
            <a:r>
              <a:rPr lang="en-US" sz="1400" dirty="0">
                <a:solidFill>
                  <a:schemeClr val="dk1"/>
                </a:solidFill>
                <a:cs typeface="MS Gothic"/>
                <a:sym typeface="MS Gothic"/>
              </a:rPr>
              <a:t>			System.out.println("</a:t>
            </a:r>
            <a:r>
              <a:rPr lang="ja-JP" altLang="en-US" sz="1400" dirty="0">
                <a:solidFill>
                  <a:schemeClr val="dk1"/>
                </a:solidFill>
                <a:cs typeface="MS Gothic"/>
                <a:sym typeface="MS Gothic"/>
              </a:rPr>
              <a:t>はずれです</a:t>
            </a:r>
            <a:r>
              <a:rPr lang="en-US" altLang="ja-JP" sz="1400" dirty="0">
                <a:solidFill>
                  <a:schemeClr val="dk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		}</a:t>
            </a:r>
          </a:p>
          <a:p>
            <a:pPr marL="0" marR="0" lvl="0" indent="0" algn="l" rtl="0">
              <a:spcBef>
                <a:spcPts val="0"/>
              </a:spcBef>
              <a:spcAft>
                <a:spcPts val="0"/>
              </a:spcAft>
              <a:buNone/>
            </a:pPr>
            <a:r>
              <a:rPr lang="en-US" altLang="ja-JP" sz="1400" dirty="0">
                <a:solidFill>
                  <a:schemeClr val="dk1"/>
                </a:solidFill>
                <a:cs typeface="MS Gothic"/>
                <a:sym typeface="MS Gothic"/>
              </a:rPr>
              <a:t>	</a:t>
            </a:r>
            <a:r>
              <a:rPr lang="en-US" altLang="ja-JP" sz="1400" dirty="0">
                <a:solidFill>
                  <a:schemeClr val="accent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a:t>
            </a:r>
            <a:endParaRPr lang="ja-JP" altLang="en-US" sz="1400" dirty="0">
              <a:solidFill>
                <a:schemeClr val="dk1"/>
              </a:solidFill>
              <a:cs typeface="MS Gothic"/>
              <a:sym typeface="MS Gothic"/>
            </a:endParaRPr>
          </a:p>
        </p:txBody>
      </p:sp>
    </p:spTree>
    <p:extLst>
      <p:ext uri="{BB962C8B-B14F-4D97-AF65-F5344CB8AC3E}">
        <p14:creationId xmlns:p14="http://schemas.microsoft.com/office/powerpoint/2010/main" val="2277428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19C5F2DA-65E2-4584-94CB-A9661DB836A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423015FA-2594-473F-99D6-29F327284BB3}"/>
              </a:ext>
            </a:extLst>
          </p:cNvPr>
          <p:cNvSpPr>
            <a:spLocks noGrp="1"/>
          </p:cNvSpPr>
          <p:nvPr>
            <p:ph type="ctrTitle"/>
          </p:nvPr>
        </p:nvSpPr>
        <p:spPr/>
        <p:txBody>
          <a:bodyPr/>
          <a:lstStyle/>
          <a:p>
            <a:r>
              <a:rPr lang="en-US" altLang="ja-JP" dirty="0" err="1"/>
              <a:t>メソッドの呼び出し</a:t>
            </a:r>
            <a:endParaRPr kumimoji="1" lang="ja-JP" altLang="en-US" dirty="0"/>
          </a:p>
        </p:txBody>
      </p:sp>
      <p:sp>
        <p:nvSpPr>
          <p:cNvPr id="4" name="スライド番号プレースホルダー 3">
            <a:extLst>
              <a:ext uri="{FF2B5EF4-FFF2-40B4-BE49-F238E27FC236}">
                <a16:creationId xmlns:a16="http://schemas.microsoft.com/office/drawing/2014/main" id="{F9468856-FE25-4679-9B8A-1B0CF4D6D663}"/>
              </a:ext>
            </a:extLst>
          </p:cNvPr>
          <p:cNvSpPr>
            <a:spLocks noGrp="1"/>
          </p:cNvSpPr>
          <p:nvPr>
            <p:ph type="sldNum" sz="quarter" idx="4"/>
          </p:nvPr>
        </p:nvSpPr>
        <p:spPr/>
        <p:txBody>
          <a:bodyPr/>
          <a:lstStyle/>
          <a:p>
            <a:fld id="{00000000-1234-1234-1234-123412341234}" type="slidenum">
              <a:rPr lang="en" smtClean="0"/>
              <a:pPr/>
              <a:t>10</a:t>
            </a:fld>
            <a:endParaRPr lang="en" dirty="0"/>
          </a:p>
        </p:txBody>
      </p:sp>
      <p:sp>
        <p:nvSpPr>
          <p:cNvPr id="5" name="テキスト プレースホルダー 4">
            <a:extLst>
              <a:ext uri="{FF2B5EF4-FFF2-40B4-BE49-F238E27FC236}">
                <a16:creationId xmlns:a16="http://schemas.microsoft.com/office/drawing/2014/main" id="{5A5501EC-5263-4AA3-AA87-5EACE2BF7266}"/>
              </a:ext>
            </a:extLst>
          </p:cNvPr>
          <p:cNvSpPr>
            <a:spLocks noGrp="1"/>
          </p:cNvSpPr>
          <p:nvPr>
            <p:ph type="body" sz="quarter" idx="14"/>
          </p:nvPr>
        </p:nvSpPr>
        <p:spPr/>
        <p:txBody>
          <a:bodyPr/>
          <a:lstStyle/>
          <a:p>
            <a:pPr marL="96838" indent="0">
              <a:buNone/>
            </a:pPr>
            <a:r>
              <a:rPr kumimoji="1" lang="ja-JP" altLang="en-US" dirty="0"/>
              <a:t>いかがでしたか？</a:t>
            </a:r>
            <a:endParaRPr kumimoji="1" lang="en-US" altLang="ja-JP" dirty="0"/>
          </a:p>
          <a:p>
            <a:pPr marL="96838" indent="0">
              <a:buNone/>
            </a:pPr>
            <a:r>
              <a:rPr kumimoji="1" lang="ja-JP" altLang="en-US" dirty="0"/>
              <a:t>前のページのプログラムでは</a:t>
            </a:r>
            <a:r>
              <a:rPr kumimoji="1" lang="en-US" altLang="ja-JP" dirty="0"/>
              <a:t>main</a:t>
            </a:r>
            <a:r>
              <a:rPr kumimoji="1" lang="ja-JP" altLang="en-US" dirty="0"/>
              <a:t>メソッドの他に</a:t>
            </a:r>
            <a:r>
              <a:rPr kumimoji="1" lang="en-US" altLang="ja-JP" dirty="0"/>
              <a:t>checkAnswer</a:t>
            </a:r>
            <a:r>
              <a:rPr kumimoji="1" lang="ja-JP" altLang="en-US" dirty="0"/>
              <a:t>という名前のメソッドを書きました。</a:t>
            </a:r>
            <a:endParaRPr kumimoji="1" lang="en-US" altLang="ja-JP" dirty="0"/>
          </a:p>
          <a:p>
            <a:pPr marL="96838" indent="0">
              <a:buNone/>
            </a:pPr>
            <a:r>
              <a:rPr kumimoji="1" lang="ja-JP" altLang="en-US" dirty="0"/>
              <a:t>これは単純なクイズを表示するプログラムです。</a:t>
            </a:r>
          </a:p>
          <a:p>
            <a:pPr marL="96838" indent="0">
              <a:buNone/>
            </a:pPr>
            <a:r>
              <a:rPr kumimoji="1" lang="ja-JP" altLang="en-US" dirty="0"/>
              <a:t>でも、コンパイルは成功しても、実行したら「メソッドのサンプルです」だけが表示されて、問題文が表示される前に処理が終了してしまいます。</a:t>
            </a:r>
          </a:p>
          <a:p>
            <a:pPr marL="96838" indent="0">
              <a:buNone/>
            </a:pPr>
            <a:r>
              <a:rPr kumimoji="1" lang="ja-JP" altLang="en-US" dirty="0"/>
              <a:t>メソッドは処理の流れから切り離したものでした。処理の流れは今までずっと</a:t>
            </a:r>
            <a:r>
              <a:rPr kumimoji="1" lang="en-US" altLang="ja-JP" dirty="0"/>
              <a:t>main</a:t>
            </a:r>
            <a:r>
              <a:rPr kumimoji="1" lang="ja-JP" altLang="en-US" dirty="0"/>
              <a:t>メソッドの中に書いてきました。</a:t>
            </a:r>
            <a:r>
              <a:rPr kumimoji="1" lang="en-US" altLang="ja-JP" dirty="0"/>
              <a:t>main</a:t>
            </a:r>
            <a:r>
              <a:rPr kumimoji="1" lang="ja-JP" altLang="en-US" dirty="0"/>
              <a:t>メソッドの中に書かなければ処理は実行されないのです。</a:t>
            </a:r>
          </a:p>
          <a:p>
            <a:pPr marL="96838" indent="0">
              <a:buNone/>
            </a:pPr>
            <a:r>
              <a:rPr kumimoji="1" lang="ja-JP" altLang="en-US" dirty="0"/>
              <a:t>では、どうしたらいいか。メソッドは「</a:t>
            </a:r>
            <a:r>
              <a:rPr kumimoji="1" lang="ja-JP" altLang="en-US" b="1" dirty="0">
                <a:solidFill>
                  <a:schemeClr val="tx2"/>
                </a:solidFill>
              </a:rPr>
              <a:t>必要に応じて呼び出す</a:t>
            </a:r>
            <a:r>
              <a:rPr kumimoji="1" lang="ja-JP" altLang="en-US" dirty="0"/>
              <a:t>」ものでした。</a:t>
            </a:r>
            <a:endParaRPr kumimoji="1" lang="en-US" altLang="ja-JP" dirty="0"/>
          </a:p>
          <a:p>
            <a:pPr marL="96838" indent="0">
              <a:buNone/>
            </a:pPr>
            <a:r>
              <a:rPr kumimoji="1" lang="ja-JP" altLang="en-US" dirty="0"/>
              <a:t>すなわち、</a:t>
            </a:r>
            <a:r>
              <a:rPr kumimoji="1" lang="en-US" altLang="ja-JP" dirty="0"/>
              <a:t>main</a:t>
            </a:r>
            <a:r>
              <a:rPr kumimoji="1" lang="ja-JP" altLang="en-US" dirty="0"/>
              <a:t>メソッドの中から新しく作った</a:t>
            </a:r>
            <a:r>
              <a:rPr kumimoji="1" lang="en-US" altLang="ja-JP" dirty="0"/>
              <a:t>checkAnswer</a:t>
            </a:r>
            <a:r>
              <a:rPr kumimoji="1" lang="ja-JP" altLang="en-US" dirty="0"/>
              <a:t>メソッドを呼び出せばいいのです。</a:t>
            </a:r>
          </a:p>
          <a:p>
            <a:pPr marL="96838" indent="0">
              <a:buNone/>
            </a:pPr>
            <a:br>
              <a:rPr kumimoji="1" lang="ja-JP" altLang="en-US" dirty="0"/>
            </a:br>
            <a:r>
              <a:rPr kumimoji="1" lang="ja-JP" altLang="en-US" dirty="0"/>
              <a:t>メソッドの呼び出し方を勉強しましょう。</a:t>
            </a:r>
          </a:p>
          <a:p>
            <a:pPr marL="452438" lvl="1" indent="0">
              <a:buNone/>
            </a:pPr>
            <a:r>
              <a:rPr kumimoji="1" lang="ja-JP" altLang="en-US" b="1" dirty="0"/>
              <a:t>書き方：</a:t>
            </a:r>
            <a:br>
              <a:rPr kumimoji="1" lang="ja-JP" altLang="en-US" b="1" dirty="0"/>
            </a:br>
            <a:r>
              <a:rPr kumimoji="1" lang="ja-JP" altLang="en-US" b="1" dirty="0"/>
              <a:t>　　　</a:t>
            </a:r>
            <a:r>
              <a:rPr kumimoji="1" lang="ja-JP" altLang="en-US" b="1" dirty="0">
                <a:solidFill>
                  <a:schemeClr val="accent1"/>
                </a:solidFill>
              </a:rPr>
              <a:t>メソッド名</a:t>
            </a:r>
            <a:r>
              <a:rPr kumimoji="1" lang="en-US" altLang="ja-JP" b="1" dirty="0">
                <a:solidFill>
                  <a:schemeClr val="accent1"/>
                </a:solidFill>
              </a:rPr>
              <a:t>(</a:t>
            </a:r>
            <a:r>
              <a:rPr kumimoji="1" lang="ja-JP" altLang="en-US" b="1" dirty="0">
                <a:solidFill>
                  <a:schemeClr val="accent1"/>
                </a:solidFill>
              </a:rPr>
              <a:t>引数リスト</a:t>
            </a:r>
            <a:r>
              <a:rPr kumimoji="1" lang="en-US" altLang="ja-JP" b="1" dirty="0">
                <a:solidFill>
                  <a:schemeClr val="accent1"/>
                </a:solidFill>
              </a:rPr>
              <a:t>)</a:t>
            </a:r>
          </a:p>
          <a:p>
            <a:pPr marL="452438" lvl="1" indent="0">
              <a:buNone/>
            </a:pPr>
            <a:endParaRPr kumimoji="1" lang="en-US" altLang="ja-JP" dirty="0"/>
          </a:p>
          <a:p>
            <a:pPr marL="96838" indent="0">
              <a:buNone/>
            </a:pPr>
            <a:endParaRPr kumimoji="1" lang="ja-JP" altLang="en-US" dirty="0"/>
          </a:p>
        </p:txBody>
      </p:sp>
    </p:spTree>
    <p:extLst>
      <p:ext uri="{BB962C8B-B14F-4D97-AF65-F5344CB8AC3E}">
        <p14:creationId xmlns:p14="http://schemas.microsoft.com/office/powerpoint/2010/main" val="368796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9433DD62-7A8C-4CFE-8AC2-7DD38137F115}"/>
              </a:ext>
            </a:extLst>
          </p:cNvPr>
          <p:cNvSpPr>
            <a:spLocks noGrp="1"/>
          </p:cNvSpPr>
          <p:nvPr>
            <p:ph type="ftr" sz="quarter" idx="11"/>
          </p:nvPr>
        </p:nvSpPr>
        <p:spPr>
          <a:xfrm>
            <a:off x="3028950" y="4866125"/>
            <a:ext cx="3086100" cy="254493"/>
          </a:xfrm>
        </p:spPr>
        <p:txBody>
          <a:bodyPr/>
          <a:lstStyle/>
          <a:p>
            <a:r>
              <a:rPr lang="en-US" altLang="ja-JP"/>
              <a:t>copyright ©ITCollege All Rights Reserved</a:t>
            </a:r>
            <a:endParaRPr lang="ja-JP" altLang="en-US" dirty="0"/>
          </a:p>
        </p:txBody>
      </p:sp>
      <p:sp>
        <p:nvSpPr>
          <p:cNvPr id="9" name="タイトル 8">
            <a:extLst>
              <a:ext uri="{FF2B5EF4-FFF2-40B4-BE49-F238E27FC236}">
                <a16:creationId xmlns:a16="http://schemas.microsoft.com/office/drawing/2014/main" id="{11592967-7DDE-4124-B19A-FCBC8FABB99F}"/>
              </a:ext>
            </a:extLst>
          </p:cNvPr>
          <p:cNvSpPr>
            <a:spLocks noGrp="1"/>
          </p:cNvSpPr>
          <p:nvPr>
            <p:ph type="ctrTitle"/>
          </p:nvPr>
        </p:nvSpPr>
        <p:spPr/>
        <p:txBody>
          <a:bodyPr/>
          <a:lstStyle/>
          <a:p>
            <a:r>
              <a:rPr lang="en-US" altLang="ja-JP" dirty="0" err="1"/>
              <a:t>メソッドの呼び出しのサンプル</a:t>
            </a:r>
            <a:endParaRPr lang="ja-JP" altLang="en-US" dirty="0"/>
          </a:p>
        </p:txBody>
      </p:sp>
      <p:sp>
        <p:nvSpPr>
          <p:cNvPr id="4" name="スライド番号プレースホルダー 3">
            <a:extLst>
              <a:ext uri="{FF2B5EF4-FFF2-40B4-BE49-F238E27FC236}">
                <a16:creationId xmlns:a16="http://schemas.microsoft.com/office/drawing/2014/main" id="{D2BD8D33-EBF9-4FA2-9DD4-159B222B2985}"/>
              </a:ext>
            </a:extLst>
          </p:cNvPr>
          <p:cNvSpPr>
            <a:spLocks noGrp="1"/>
          </p:cNvSpPr>
          <p:nvPr>
            <p:ph type="sldNum" sz="quarter" idx="4"/>
          </p:nvPr>
        </p:nvSpPr>
        <p:spPr>
          <a:xfrm>
            <a:off x="218226" y="4862076"/>
            <a:ext cx="630348" cy="254494"/>
          </a:xfrm>
        </p:spPr>
        <p:txBody>
          <a:bodyPr/>
          <a:lstStyle/>
          <a:p>
            <a:fld id="{00000000-1234-1234-1234-123412341234}" type="slidenum">
              <a:rPr lang="en" smtClean="0"/>
              <a:pPr/>
              <a:t>11</a:t>
            </a:fld>
            <a:endParaRPr lang="en" dirty="0"/>
          </a:p>
        </p:txBody>
      </p:sp>
      <p:sp>
        <p:nvSpPr>
          <p:cNvPr id="8" name="Google Shape;144;p19">
            <a:extLst>
              <a:ext uri="{FF2B5EF4-FFF2-40B4-BE49-F238E27FC236}">
                <a16:creationId xmlns:a16="http://schemas.microsoft.com/office/drawing/2014/main" id="{C58EAAAB-59F4-4AA1-A010-A46E61839DC1}"/>
              </a:ext>
            </a:extLst>
          </p:cNvPr>
          <p:cNvSpPr/>
          <p:nvPr/>
        </p:nvSpPr>
        <p:spPr>
          <a:xfrm>
            <a:off x="331305" y="1185139"/>
            <a:ext cx="8421756" cy="3333852"/>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chemeClr val="dk1"/>
                </a:solidFill>
                <a:cs typeface="MS Gothic"/>
                <a:sym typeface="MS Gothic"/>
              </a:rPr>
              <a:t>public class MethodSample {</a:t>
            </a:r>
          </a:p>
          <a:p>
            <a:pPr marL="0" marR="0" lvl="0" indent="0" algn="l" rtl="0">
              <a:spcBef>
                <a:spcPts val="0"/>
              </a:spcBef>
              <a:spcAft>
                <a:spcPts val="0"/>
              </a:spcAft>
              <a:buNone/>
            </a:pPr>
            <a:r>
              <a:rPr lang="en-US" sz="1400" dirty="0">
                <a:solidFill>
                  <a:schemeClr val="dk1"/>
                </a:solidFill>
                <a:cs typeface="MS Gothic"/>
                <a:sym typeface="MS Gothic"/>
              </a:rPr>
              <a:t>	public static void main(String[] args) {</a:t>
            </a:r>
          </a:p>
          <a:p>
            <a:pPr marL="0" marR="0" lvl="0" indent="0" algn="l" rtl="0">
              <a:spcBef>
                <a:spcPts val="0"/>
              </a:spcBef>
              <a:spcAft>
                <a:spcPts val="0"/>
              </a:spcAft>
              <a:buNone/>
            </a:pPr>
            <a:r>
              <a:rPr lang="en-US" sz="1400" dirty="0">
                <a:solidFill>
                  <a:schemeClr val="dk1"/>
                </a:solidFill>
                <a:cs typeface="MS Gothic"/>
                <a:sym typeface="MS Gothic"/>
              </a:rPr>
              <a:t>		System.out.println("</a:t>
            </a:r>
            <a:r>
              <a:rPr lang="ja-JP" altLang="en-US" sz="1400" dirty="0">
                <a:solidFill>
                  <a:schemeClr val="dk1"/>
                </a:solidFill>
                <a:cs typeface="MS Gothic"/>
                <a:sym typeface="MS Gothic"/>
              </a:rPr>
              <a:t>メソッドのサンプルです</a:t>
            </a:r>
            <a:r>
              <a:rPr lang="en-US" altLang="ja-JP" sz="1400" dirty="0">
                <a:solidFill>
                  <a:schemeClr val="dk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		</a:t>
            </a:r>
            <a:r>
              <a:rPr lang="en-US" altLang="ja-JP" sz="1400" dirty="0">
                <a:solidFill>
                  <a:schemeClr val="tx2"/>
                </a:solidFill>
                <a:cs typeface="MS Gothic"/>
                <a:sym typeface="MS Gothic"/>
              </a:rPr>
              <a:t>checkAnswer();</a:t>
            </a:r>
          </a:p>
          <a:p>
            <a:pPr marL="0" marR="0" lvl="0" indent="0" algn="l" rtl="0">
              <a:spcBef>
                <a:spcPts val="0"/>
              </a:spcBef>
              <a:spcAft>
                <a:spcPts val="0"/>
              </a:spcAft>
              <a:buNone/>
            </a:pPr>
            <a:r>
              <a:rPr lang="en-US" altLang="ja-JP" sz="1400" dirty="0">
                <a:solidFill>
                  <a:schemeClr val="dk1"/>
                </a:solidFill>
                <a:cs typeface="MS Gothic"/>
                <a:sym typeface="MS Gothic"/>
              </a:rPr>
              <a:t>	}</a:t>
            </a:r>
          </a:p>
          <a:p>
            <a:pPr marL="0" marR="0" lvl="0" indent="0" algn="l" rtl="0">
              <a:spcBef>
                <a:spcPts val="0"/>
              </a:spcBef>
              <a:spcAft>
                <a:spcPts val="0"/>
              </a:spcAft>
              <a:buNone/>
            </a:pPr>
            <a:r>
              <a:rPr lang="en-US" altLang="ja-JP" sz="1400" dirty="0">
                <a:solidFill>
                  <a:schemeClr val="dk1"/>
                </a:solidFill>
                <a:cs typeface="MS Gothic"/>
                <a:sym typeface="MS Gothic"/>
              </a:rPr>
              <a:t>	</a:t>
            </a:r>
            <a:r>
              <a:rPr lang="en-US" sz="1400" dirty="0">
                <a:solidFill>
                  <a:schemeClr val="accent1"/>
                </a:solidFill>
                <a:cs typeface="MS Gothic"/>
                <a:sym typeface="MS Gothic"/>
              </a:rPr>
              <a:t>public static void checkAnswer() {</a:t>
            </a:r>
          </a:p>
          <a:p>
            <a:pPr marL="0" marR="0" lvl="0" indent="0" algn="l" rtl="0">
              <a:spcBef>
                <a:spcPts val="0"/>
              </a:spcBef>
              <a:spcAft>
                <a:spcPts val="0"/>
              </a:spcAft>
              <a:buNone/>
            </a:pPr>
            <a:r>
              <a:rPr lang="en-US" sz="1400" dirty="0">
                <a:solidFill>
                  <a:schemeClr val="dk1"/>
                </a:solidFill>
                <a:cs typeface="MS Gothic"/>
                <a:sym typeface="MS Gothic"/>
              </a:rPr>
              <a:t>		System.out.println("</a:t>
            </a:r>
            <a:r>
              <a:rPr lang="ja-JP" altLang="en-US" sz="1400" dirty="0">
                <a:solidFill>
                  <a:schemeClr val="dk1"/>
                </a:solidFill>
                <a:cs typeface="MS Gothic"/>
                <a:sym typeface="MS Gothic"/>
              </a:rPr>
              <a:t>木になる赤い果物と言えば何？　ひらがなで答えてください。</a:t>
            </a:r>
            <a:r>
              <a:rPr lang="en-US" altLang="ja-JP" sz="1400" dirty="0">
                <a:solidFill>
                  <a:schemeClr val="dk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		</a:t>
            </a:r>
            <a:r>
              <a:rPr lang="en-US" sz="1400" dirty="0">
                <a:solidFill>
                  <a:schemeClr val="dk1"/>
                </a:solidFill>
                <a:cs typeface="MS Gothic"/>
                <a:sym typeface="MS Gothic"/>
              </a:rPr>
              <a:t>String answer = "</a:t>
            </a:r>
            <a:r>
              <a:rPr lang="ja-JP" altLang="en-US" sz="1400" dirty="0">
                <a:solidFill>
                  <a:schemeClr val="dk1"/>
                </a:solidFill>
                <a:cs typeface="MS Gothic"/>
                <a:sym typeface="MS Gothic"/>
              </a:rPr>
              <a:t>りんご</a:t>
            </a:r>
            <a:r>
              <a:rPr lang="en-US" altLang="ja-JP" sz="1400" dirty="0">
                <a:solidFill>
                  <a:schemeClr val="dk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		</a:t>
            </a:r>
            <a:r>
              <a:rPr lang="en-US" sz="1400" dirty="0">
                <a:solidFill>
                  <a:schemeClr val="dk1"/>
                </a:solidFill>
                <a:cs typeface="MS Gothic"/>
                <a:sym typeface="MS Gothic"/>
              </a:rPr>
              <a:t>String input = new java.util.Scanner(System.in).nextLine();</a:t>
            </a:r>
          </a:p>
          <a:p>
            <a:pPr marL="0" marR="0" lvl="0" indent="0" algn="l" rtl="0">
              <a:spcBef>
                <a:spcPts val="0"/>
              </a:spcBef>
              <a:spcAft>
                <a:spcPts val="0"/>
              </a:spcAft>
              <a:buNone/>
            </a:pPr>
            <a:r>
              <a:rPr lang="en-US" sz="1400" dirty="0">
                <a:solidFill>
                  <a:schemeClr val="dk1"/>
                </a:solidFill>
                <a:cs typeface="MS Gothic"/>
                <a:sym typeface="MS Gothic"/>
              </a:rPr>
              <a:t>		if (answer.equals(input)) {</a:t>
            </a:r>
          </a:p>
          <a:p>
            <a:pPr marL="0" marR="0" lvl="0" indent="0" algn="l" rtl="0">
              <a:spcBef>
                <a:spcPts val="0"/>
              </a:spcBef>
              <a:spcAft>
                <a:spcPts val="0"/>
              </a:spcAft>
              <a:buNone/>
            </a:pPr>
            <a:r>
              <a:rPr lang="en-US" sz="1400" dirty="0">
                <a:solidFill>
                  <a:schemeClr val="dk1"/>
                </a:solidFill>
                <a:cs typeface="MS Gothic"/>
                <a:sym typeface="MS Gothic"/>
              </a:rPr>
              <a:t>			System.out.println("</a:t>
            </a:r>
            <a:r>
              <a:rPr lang="ja-JP" altLang="en-US" sz="1400" dirty="0">
                <a:solidFill>
                  <a:schemeClr val="dk1"/>
                </a:solidFill>
                <a:cs typeface="MS Gothic"/>
                <a:sym typeface="MS Gothic"/>
              </a:rPr>
              <a:t>正解です！</a:t>
            </a:r>
            <a:r>
              <a:rPr lang="en-US" altLang="ja-JP" sz="1400" dirty="0">
                <a:solidFill>
                  <a:schemeClr val="dk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		} </a:t>
            </a:r>
            <a:r>
              <a:rPr lang="en-US" sz="1400" dirty="0">
                <a:solidFill>
                  <a:schemeClr val="dk1"/>
                </a:solidFill>
                <a:cs typeface="MS Gothic"/>
                <a:sym typeface="MS Gothic"/>
              </a:rPr>
              <a:t>else {</a:t>
            </a:r>
          </a:p>
          <a:p>
            <a:pPr marL="0" marR="0" lvl="0" indent="0" algn="l" rtl="0">
              <a:spcBef>
                <a:spcPts val="0"/>
              </a:spcBef>
              <a:spcAft>
                <a:spcPts val="0"/>
              </a:spcAft>
              <a:buNone/>
            </a:pPr>
            <a:r>
              <a:rPr lang="en-US" sz="1400" dirty="0">
                <a:solidFill>
                  <a:schemeClr val="dk1"/>
                </a:solidFill>
                <a:cs typeface="MS Gothic"/>
                <a:sym typeface="MS Gothic"/>
              </a:rPr>
              <a:t>			System.out.println("</a:t>
            </a:r>
            <a:r>
              <a:rPr lang="ja-JP" altLang="en-US" sz="1400" dirty="0">
                <a:solidFill>
                  <a:schemeClr val="dk1"/>
                </a:solidFill>
                <a:cs typeface="MS Gothic"/>
                <a:sym typeface="MS Gothic"/>
              </a:rPr>
              <a:t>はずれです</a:t>
            </a:r>
            <a:r>
              <a:rPr lang="en-US" altLang="ja-JP" sz="1400" dirty="0">
                <a:solidFill>
                  <a:schemeClr val="dk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		}</a:t>
            </a:r>
          </a:p>
          <a:p>
            <a:pPr marL="0" marR="0" lvl="0" indent="0" algn="l" rtl="0">
              <a:spcBef>
                <a:spcPts val="0"/>
              </a:spcBef>
              <a:spcAft>
                <a:spcPts val="0"/>
              </a:spcAft>
              <a:buNone/>
            </a:pPr>
            <a:r>
              <a:rPr lang="en-US" altLang="ja-JP" sz="1400" dirty="0">
                <a:solidFill>
                  <a:schemeClr val="dk1"/>
                </a:solidFill>
                <a:cs typeface="MS Gothic"/>
                <a:sym typeface="MS Gothic"/>
              </a:rPr>
              <a:t>	</a:t>
            </a:r>
            <a:r>
              <a:rPr lang="en-US" altLang="ja-JP" sz="1400" dirty="0">
                <a:solidFill>
                  <a:schemeClr val="accent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a:t>
            </a:r>
            <a:endParaRPr lang="ja-JP" altLang="en-US" sz="1400" dirty="0">
              <a:solidFill>
                <a:schemeClr val="dk1"/>
              </a:solidFill>
              <a:cs typeface="MS Gothic"/>
              <a:sym typeface="MS Gothic"/>
            </a:endParaRPr>
          </a:p>
        </p:txBody>
      </p:sp>
    </p:spTree>
    <p:extLst>
      <p:ext uri="{BB962C8B-B14F-4D97-AF65-F5344CB8AC3E}">
        <p14:creationId xmlns:p14="http://schemas.microsoft.com/office/powerpoint/2010/main" val="1615278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E1A09CFA-E06A-42CE-A5D9-85A3175C0E2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C9EC6F09-7653-42C3-BBE5-40F190F1C67A}"/>
              </a:ext>
            </a:extLst>
          </p:cNvPr>
          <p:cNvSpPr>
            <a:spLocks noGrp="1"/>
          </p:cNvSpPr>
          <p:nvPr>
            <p:ph type="ctrTitle"/>
          </p:nvPr>
        </p:nvSpPr>
        <p:spPr/>
        <p:txBody>
          <a:bodyPr/>
          <a:lstStyle/>
          <a:p>
            <a:r>
              <a:rPr lang="en-US" altLang="ja-JP" dirty="0" err="1"/>
              <a:t>メソッドを動かしてみる</a:t>
            </a:r>
            <a:endParaRPr kumimoji="1" lang="ja-JP" altLang="en-US" dirty="0"/>
          </a:p>
        </p:txBody>
      </p:sp>
      <p:sp>
        <p:nvSpPr>
          <p:cNvPr id="4" name="スライド番号プレースホルダー 3">
            <a:extLst>
              <a:ext uri="{FF2B5EF4-FFF2-40B4-BE49-F238E27FC236}">
                <a16:creationId xmlns:a16="http://schemas.microsoft.com/office/drawing/2014/main" id="{30E8C7A8-8CA5-4322-B973-129588A94015}"/>
              </a:ext>
            </a:extLst>
          </p:cNvPr>
          <p:cNvSpPr>
            <a:spLocks noGrp="1"/>
          </p:cNvSpPr>
          <p:nvPr>
            <p:ph type="sldNum" sz="quarter" idx="4"/>
          </p:nvPr>
        </p:nvSpPr>
        <p:spPr/>
        <p:txBody>
          <a:bodyPr/>
          <a:lstStyle/>
          <a:p>
            <a:fld id="{00000000-1234-1234-1234-123412341234}" type="slidenum">
              <a:rPr lang="en" smtClean="0"/>
              <a:pPr/>
              <a:t>12</a:t>
            </a:fld>
            <a:endParaRPr lang="en" dirty="0"/>
          </a:p>
        </p:txBody>
      </p:sp>
      <p:sp>
        <p:nvSpPr>
          <p:cNvPr id="5" name="テキスト プレースホルダー 4">
            <a:extLst>
              <a:ext uri="{FF2B5EF4-FFF2-40B4-BE49-F238E27FC236}">
                <a16:creationId xmlns:a16="http://schemas.microsoft.com/office/drawing/2014/main" id="{CE50543B-A82D-497D-BEAA-547F139377A2}"/>
              </a:ext>
            </a:extLst>
          </p:cNvPr>
          <p:cNvSpPr>
            <a:spLocks noGrp="1"/>
          </p:cNvSpPr>
          <p:nvPr>
            <p:ph type="body" sz="quarter" idx="14"/>
          </p:nvPr>
        </p:nvSpPr>
        <p:spPr>
          <a:xfrm>
            <a:off x="462875" y="859491"/>
            <a:ext cx="8216900" cy="329229"/>
          </a:xfrm>
        </p:spPr>
        <p:txBody>
          <a:bodyPr/>
          <a:lstStyle/>
          <a:p>
            <a:pPr marL="96838" indent="0">
              <a:buNone/>
            </a:pPr>
            <a:r>
              <a:rPr lang="ja-JP" altLang="en-US" dirty="0"/>
              <a:t>実行してみると、</a:t>
            </a:r>
          </a:p>
        </p:txBody>
      </p:sp>
      <p:sp>
        <p:nvSpPr>
          <p:cNvPr id="7" name="テキスト プレースホルダー 4">
            <a:extLst>
              <a:ext uri="{FF2B5EF4-FFF2-40B4-BE49-F238E27FC236}">
                <a16:creationId xmlns:a16="http://schemas.microsoft.com/office/drawing/2014/main" id="{8D29B555-57DF-4F83-AA2E-602EC828A2C9}"/>
              </a:ext>
            </a:extLst>
          </p:cNvPr>
          <p:cNvSpPr txBox="1">
            <a:spLocks/>
          </p:cNvSpPr>
          <p:nvPr/>
        </p:nvSpPr>
        <p:spPr>
          <a:xfrm>
            <a:off x="462875" y="2168374"/>
            <a:ext cx="8216900" cy="628166"/>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のようにクイズができるようになりました。</a:t>
            </a:r>
            <a:endParaRPr lang="en-US" altLang="ja-JP" dirty="0"/>
          </a:p>
          <a:p>
            <a:pPr marL="96838" indent="0">
              <a:buFont typeface="Arial" panose="020B0604020202020204" pitchFamily="34" charset="0"/>
              <a:buNone/>
            </a:pPr>
            <a:r>
              <a:rPr lang="en-US" altLang="ja-JP" dirty="0"/>
              <a:t>main</a:t>
            </a:r>
            <a:r>
              <a:rPr lang="ja-JP" altLang="en-US" dirty="0"/>
              <a:t>メソッドの中に「</a:t>
            </a:r>
            <a:r>
              <a:rPr lang="en-US" altLang="ja-JP" dirty="0"/>
              <a:t>checkAnswer();</a:t>
            </a:r>
            <a:r>
              <a:rPr lang="ja-JP" altLang="en-US" dirty="0"/>
              <a:t>」を</a:t>
            </a:r>
            <a:r>
              <a:rPr lang="en-US" altLang="ja-JP" dirty="0"/>
              <a:t>2</a:t>
            </a:r>
            <a:r>
              <a:rPr lang="ja-JP" altLang="en-US" dirty="0"/>
              <a:t>行書けば、</a:t>
            </a:r>
          </a:p>
          <a:p>
            <a:pPr marL="96838" indent="0">
              <a:buFont typeface="Arial" panose="020B0604020202020204" pitchFamily="34" charset="0"/>
              <a:buNone/>
            </a:pPr>
            <a:endParaRPr lang="ja-JP" altLang="en-US" dirty="0"/>
          </a:p>
        </p:txBody>
      </p:sp>
      <p:sp>
        <p:nvSpPr>
          <p:cNvPr id="9" name="テキスト プレースホルダー 4">
            <a:extLst>
              <a:ext uri="{FF2B5EF4-FFF2-40B4-BE49-F238E27FC236}">
                <a16:creationId xmlns:a16="http://schemas.microsoft.com/office/drawing/2014/main" id="{FABA8051-B368-40EA-AF26-4ECB616EBA61}"/>
              </a:ext>
            </a:extLst>
          </p:cNvPr>
          <p:cNvSpPr txBox="1">
            <a:spLocks/>
          </p:cNvSpPr>
          <p:nvPr/>
        </p:nvSpPr>
        <p:spPr>
          <a:xfrm>
            <a:off x="462875" y="4253351"/>
            <a:ext cx="8216900" cy="33388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のように</a:t>
            </a:r>
            <a:r>
              <a:rPr lang="en-US" altLang="ja-JP" dirty="0"/>
              <a:t>2</a:t>
            </a:r>
            <a:r>
              <a:rPr lang="ja-JP" altLang="en-US" dirty="0"/>
              <a:t>回クイズを行うこともできます。</a:t>
            </a:r>
          </a:p>
        </p:txBody>
      </p:sp>
      <p:pic>
        <p:nvPicPr>
          <p:cNvPr id="11" name="図 10">
            <a:extLst>
              <a:ext uri="{FF2B5EF4-FFF2-40B4-BE49-F238E27FC236}">
                <a16:creationId xmlns:a16="http://schemas.microsoft.com/office/drawing/2014/main" id="{7386C371-3D8A-4DF2-9438-B95DA26515C5}"/>
              </a:ext>
            </a:extLst>
          </p:cNvPr>
          <p:cNvPicPr>
            <a:picLocks noChangeAspect="1"/>
          </p:cNvPicPr>
          <p:nvPr/>
        </p:nvPicPr>
        <p:blipFill>
          <a:blip r:embed="rId2"/>
          <a:stretch>
            <a:fillRect/>
          </a:stretch>
        </p:blipFill>
        <p:spPr>
          <a:xfrm>
            <a:off x="642731" y="1155018"/>
            <a:ext cx="6115050" cy="962719"/>
          </a:xfrm>
          <a:prstGeom prst="rect">
            <a:avLst/>
          </a:prstGeom>
        </p:spPr>
      </p:pic>
      <p:pic>
        <p:nvPicPr>
          <p:cNvPr id="13" name="図 12">
            <a:extLst>
              <a:ext uri="{FF2B5EF4-FFF2-40B4-BE49-F238E27FC236}">
                <a16:creationId xmlns:a16="http://schemas.microsoft.com/office/drawing/2014/main" id="{FA0DD806-8347-469B-9114-0A7A08688927}"/>
              </a:ext>
            </a:extLst>
          </p:cNvPr>
          <p:cNvPicPr>
            <a:picLocks noChangeAspect="1"/>
          </p:cNvPicPr>
          <p:nvPr/>
        </p:nvPicPr>
        <p:blipFill>
          <a:blip r:embed="rId3"/>
          <a:stretch>
            <a:fillRect/>
          </a:stretch>
        </p:blipFill>
        <p:spPr>
          <a:xfrm>
            <a:off x="642732" y="2690182"/>
            <a:ext cx="6115050" cy="1512129"/>
          </a:xfrm>
          <a:prstGeom prst="rect">
            <a:avLst/>
          </a:prstGeom>
        </p:spPr>
      </p:pic>
    </p:spTree>
    <p:extLst>
      <p:ext uri="{BB962C8B-B14F-4D97-AF65-F5344CB8AC3E}">
        <p14:creationId xmlns:p14="http://schemas.microsoft.com/office/powerpoint/2010/main" val="6392390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1B07FD07-6AD6-443F-9CFA-76CB61BCA456}"/>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A433926C-D86C-4047-AF85-E640CE8DBA47}"/>
              </a:ext>
            </a:extLst>
          </p:cNvPr>
          <p:cNvSpPr>
            <a:spLocks noGrp="1"/>
          </p:cNvSpPr>
          <p:nvPr>
            <p:ph type="ctrTitle"/>
          </p:nvPr>
        </p:nvSpPr>
        <p:spPr/>
        <p:txBody>
          <a:bodyPr/>
          <a:lstStyle/>
          <a:p>
            <a:r>
              <a:rPr kumimoji="1" lang="ja-JP" altLang="en-US" dirty="0"/>
              <a:t>メインメソッド以外からの呼び出し</a:t>
            </a:r>
          </a:p>
        </p:txBody>
      </p:sp>
      <p:sp>
        <p:nvSpPr>
          <p:cNvPr id="4" name="スライド番号プレースホルダー 3">
            <a:extLst>
              <a:ext uri="{FF2B5EF4-FFF2-40B4-BE49-F238E27FC236}">
                <a16:creationId xmlns:a16="http://schemas.microsoft.com/office/drawing/2014/main" id="{1D21A9F9-6A45-4300-A409-D8EA28A7D80A}"/>
              </a:ext>
            </a:extLst>
          </p:cNvPr>
          <p:cNvSpPr>
            <a:spLocks noGrp="1"/>
          </p:cNvSpPr>
          <p:nvPr>
            <p:ph type="sldNum" sz="quarter" idx="4"/>
          </p:nvPr>
        </p:nvSpPr>
        <p:spPr/>
        <p:txBody>
          <a:bodyPr/>
          <a:lstStyle/>
          <a:p>
            <a:fld id="{00000000-1234-1234-1234-123412341234}" type="slidenum">
              <a:rPr lang="en" smtClean="0"/>
              <a:pPr/>
              <a:t>13</a:t>
            </a:fld>
            <a:endParaRPr lang="en" dirty="0">
              <a:latin typeface="+mn-ea"/>
            </a:endParaRPr>
          </a:p>
        </p:txBody>
      </p:sp>
      <p:sp>
        <p:nvSpPr>
          <p:cNvPr id="5" name="テキスト プレースホルダー 4">
            <a:extLst>
              <a:ext uri="{FF2B5EF4-FFF2-40B4-BE49-F238E27FC236}">
                <a16:creationId xmlns:a16="http://schemas.microsoft.com/office/drawing/2014/main" id="{73613F19-E563-4698-AB2F-1F46750FFFBD}"/>
              </a:ext>
            </a:extLst>
          </p:cNvPr>
          <p:cNvSpPr>
            <a:spLocks noGrp="1"/>
          </p:cNvSpPr>
          <p:nvPr>
            <p:ph type="body" sz="quarter" idx="14"/>
          </p:nvPr>
        </p:nvSpPr>
        <p:spPr>
          <a:xfrm>
            <a:off x="462875" y="2116131"/>
            <a:ext cx="8216900" cy="1092553"/>
          </a:xfrm>
        </p:spPr>
        <p:txBody>
          <a:bodyPr/>
          <a:lstStyle/>
          <a:p>
            <a:pPr marL="96838" indent="0">
              <a:buNone/>
            </a:pPr>
            <a:r>
              <a:rPr kumimoji="1" lang="ja-JP" altLang="en-US" dirty="0"/>
              <a:t>メインメソッドに限らず、どんなメソッドからでも別のメソッドを呼び出すことができます。</a:t>
            </a:r>
            <a:endParaRPr kumimoji="1" lang="en-US" altLang="ja-JP" dirty="0"/>
          </a:p>
          <a:p>
            <a:pPr marL="96838" indent="0">
              <a:buNone/>
            </a:pPr>
            <a:r>
              <a:rPr lang="ja-JP" altLang="en-US" dirty="0"/>
              <a:t>実際にはとても頻繁に使われる挙動ですので、しっかりとプログラムが読めるようにしておきましょう。</a:t>
            </a:r>
            <a:endParaRPr kumimoji="1" lang="ja-JP" altLang="en-US" dirty="0"/>
          </a:p>
        </p:txBody>
      </p:sp>
      <p:sp>
        <p:nvSpPr>
          <p:cNvPr id="6" name="テキスト プレースホルダー 5">
            <a:extLst>
              <a:ext uri="{FF2B5EF4-FFF2-40B4-BE49-F238E27FC236}">
                <a16:creationId xmlns:a16="http://schemas.microsoft.com/office/drawing/2014/main" id="{9D6C61C0-AAB6-4662-968B-FF66665BDD9D}"/>
              </a:ext>
            </a:extLst>
          </p:cNvPr>
          <p:cNvSpPr>
            <a:spLocks noGrp="1"/>
          </p:cNvSpPr>
          <p:nvPr>
            <p:ph type="body" sz="quarter" idx="15"/>
          </p:nvPr>
        </p:nvSpPr>
        <p:spPr>
          <a:xfrm>
            <a:off x="463549" y="1023814"/>
            <a:ext cx="7315477" cy="911003"/>
          </a:xfrm>
        </p:spPr>
        <p:txBody>
          <a:bodyPr/>
          <a:lstStyle/>
          <a:p>
            <a:r>
              <a:rPr kumimoji="1" lang="ja-JP" altLang="en-US" dirty="0"/>
              <a:t>自作メソッド</a:t>
            </a:r>
            <a:r>
              <a:rPr kumimoji="1" lang="en-US" altLang="ja-JP" dirty="0"/>
              <a:t>A</a:t>
            </a:r>
            <a:r>
              <a:rPr kumimoji="1" lang="ja-JP" altLang="en-US" dirty="0"/>
              <a:t>から自作メソッド</a:t>
            </a:r>
            <a:r>
              <a:rPr kumimoji="1" lang="en-US" altLang="ja-JP" dirty="0"/>
              <a:t>B</a:t>
            </a:r>
            <a:r>
              <a:rPr kumimoji="1" lang="ja-JP" altLang="en-US" dirty="0"/>
              <a:t>が呼び出せることを覚えよう</a:t>
            </a:r>
            <a:endParaRPr kumimoji="1" lang="en-US" altLang="ja-JP" dirty="0"/>
          </a:p>
          <a:p>
            <a:r>
              <a:rPr kumimoji="1" lang="ja-JP" altLang="en-US" dirty="0"/>
              <a:t>メソッドを呼び出した際に、どのメソッドが呼び出されたのか読めるようにしよう</a:t>
            </a:r>
          </a:p>
        </p:txBody>
      </p:sp>
      <p:sp>
        <p:nvSpPr>
          <p:cNvPr id="7" name="テキスト プレースホルダー 6">
            <a:extLst>
              <a:ext uri="{FF2B5EF4-FFF2-40B4-BE49-F238E27FC236}">
                <a16:creationId xmlns:a16="http://schemas.microsoft.com/office/drawing/2014/main" id="{112FBEEA-2648-4E6F-9776-74D82133F8A5}"/>
              </a:ext>
            </a:extLst>
          </p:cNvPr>
          <p:cNvSpPr>
            <a:spLocks noGrp="1"/>
          </p:cNvSpPr>
          <p:nvPr>
            <p:ph type="body" sz="quarter" idx="16"/>
          </p:nvPr>
        </p:nvSpPr>
        <p:spPr/>
        <p:txBody>
          <a:bodyPr/>
          <a:lstStyle/>
          <a:p>
            <a:endParaRPr kumimoji="1" lang="ja-JP" altLang="en-US"/>
          </a:p>
        </p:txBody>
      </p:sp>
    </p:spTree>
    <p:extLst>
      <p:ext uri="{BB962C8B-B14F-4D97-AF65-F5344CB8AC3E}">
        <p14:creationId xmlns:p14="http://schemas.microsoft.com/office/powerpoint/2010/main" val="3922919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F65BE11C-499B-4DEB-BE27-2942FBD28AF1}"/>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20A33C99-9C38-4DE0-B987-7B2C5A59FF33}"/>
              </a:ext>
            </a:extLst>
          </p:cNvPr>
          <p:cNvSpPr>
            <a:spLocks noGrp="1"/>
          </p:cNvSpPr>
          <p:nvPr>
            <p:ph type="ctrTitle"/>
          </p:nvPr>
        </p:nvSpPr>
        <p:spPr/>
        <p:txBody>
          <a:bodyPr/>
          <a:lstStyle/>
          <a:p>
            <a:r>
              <a:rPr lang="en-US" altLang="ja-JP" sz="2400" dirty="0" err="1"/>
              <a:t>mainメソッド以外からの呼び出し</a:t>
            </a:r>
            <a:endParaRPr kumimoji="1" lang="ja-JP" altLang="en-US" dirty="0"/>
          </a:p>
        </p:txBody>
      </p:sp>
      <p:sp>
        <p:nvSpPr>
          <p:cNvPr id="4" name="スライド番号プレースホルダー 3">
            <a:extLst>
              <a:ext uri="{FF2B5EF4-FFF2-40B4-BE49-F238E27FC236}">
                <a16:creationId xmlns:a16="http://schemas.microsoft.com/office/drawing/2014/main" id="{D2BD55C2-76F3-46E2-8600-61782797D258}"/>
              </a:ext>
            </a:extLst>
          </p:cNvPr>
          <p:cNvSpPr>
            <a:spLocks noGrp="1"/>
          </p:cNvSpPr>
          <p:nvPr>
            <p:ph type="sldNum" sz="quarter" idx="4"/>
          </p:nvPr>
        </p:nvSpPr>
        <p:spPr/>
        <p:txBody>
          <a:bodyPr/>
          <a:lstStyle/>
          <a:p>
            <a:fld id="{00000000-1234-1234-1234-123412341234}" type="slidenum">
              <a:rPr lang="en" smtClean="0"/>
              <a:pPr/>
              <a:t>14</a:t>
            </a:fld>
            <a:endParaRPr lang="en" dirty="0"/>
          </a:p>
        </p:txBody>
      </p:sp>
      <p:sp>
        <p:nvSpPr>
          <p:cNvPr id="5" name="テキスト プレースホルダー 4">
            <a:extLst>
              <a:ext uri="{FF2B5EF4-FFF2-40B4-BE49-F238E27FC236}">
                <a16:creationId xmlns:a16="http://schemas.microsoft.com/office/drawing/2014/main" id="{438D2864-DC71-4E65-A492-1FC808A35DCB}"/>
              </a:ext>
            </a:extLst>
          </p:cNvPr>
          <p:cNvSpPr>
            <a:spLocks noGrp="1"/>
          </p:cNvSpPr>
          <p:nvPr>
            <p:ph type="body" sz="quarter" idx="14"/>
          </p:nvPr>
        </p:nvSpPr>
        <p:spPr/>
        <p:txBody>
          <a:bodyPr/>
          <a:lstStyle/>
          <a:p>
            <a:pPr marL="96838" indent="0">
              <a:buNone/>
            </a:pPr>
            <a:r>
              <a:rPr lang="ja-JP" altLang="en-US" sz="1400" dirty="0"/>
              <a:t>以下のプログラムを動かすとどのような結果になるか予想してみましょう。</a:t>
            </a:r>
          </a:p>
          <a:p>
            <a:pPr marL="96838" indent="0">
              <a:buNone/>
            </a:pPr>
            <a:endParaRPr kumimoji="1" lang="ja-JP" altLang="en-US" dirty="0"/>
          </a:p>
        </p:txBody>
      </p:sp>
      <p:sp>
        <p:nvSpPr>
          <p:cNvPr id="6" name="Google Shape;144;p19">
            <a:extLst>
              <a:ext uri="{FF2B5EF4-FFF2-40B4-BE49-F238E27FC236}">
                <a16:creationId xmlns:a16="http://schemas.microsoft.com/office/drawing/2014/main" id="{B8DC8423-2C24-4FEA-BE39-A8AE8D038FF5}"/>
              </a:ext>
            </a:extLst>
          </p:cNvPr>
          <p:cNvSpPr/>
          <p:nvPr/>
        </p:nvSpPr>
        <p:spPr>
          <a:xfrm>
            <a:off x="1249680" y="1188720"/>
            <a:ext cx="6088380" cy="3169920"/>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chemeClr val="dk1"/>
                </a:solidFill>
                <a:cs typeface="MS Gothic"/>
                <a:sym typeface="MS Gothic"/>
              </a:rPr>
              <a:t>public class </a:t>
            </a:r>
            <a:r>
              <a:rPr lang="en-US" sz="1400" dirty="0" err="1">
                <a:solidFill>
                  <a:schemeClr val="dk1"/>
                </a:solidFill>
                <a:cs typeface="MS Gothic"/>
                <a:sym typeface="MS Gothic"/>
              </a:rPr>
              <a:t>NestCallSample</a:t>
            </a:r>
            <a:r>
              <a:rPr lang="en-US" sz="1400" dirty="0">
                <a:solidFill>
                  <a:schemeClr val="dk1"/>
                </a:solidFill>
                <a:cs typeface="MS Gothic"/>
                <a:sym typeface="MS Gothic"/>
              </a:rPr>
              <a:t> {</a:t>
            </a:r>
            <a:br>
              <a:rPr lang="en-US" sz="1400" dirty="0">
                <a:solidFill>
                  <a:schemeClr val="dk1"/>
                </a:solidFill>
                <a:cs typeface="MS Gothic"/>
                <a:sym typeface="MS Gothic"/>
              </a:rPr>
            </a:br>
            <a:r>
              <a:rPr lang="en-US" sz="1400" dirty="0">
                <a:solidFill>
                  <a:schemeClr val="dk1"/>
                </a:solidFill>
                <a:cs typeface="MS Gothic"/>
                <a:sym typeface="MS Gothic"/>
              </a:rPr>
              <a:t>    public static void </a:t>
            </a:r>
            <a:r>
              <a:rPr lang="en-US" sz="1400" dirty="0" err="1">
                <a:solidFill>
                  <a:schemeClr val="dk1"/>
                </a:solidFill>
                <a:cs typeface="MS Gothic"/>
                <a:sym typeface="MS Gothic"/>
              </a:rPr>
              <a:t>subSubMethod</a:t>
            </a:r>
            <a:r>
              <a:rPr lang="en-US" sz="1400" dirty="0">
                <a:solidFill>
                  <a:schemeClr val="dk1"/>
                </a:solidFill>
                <a:cs typeface="MS Gothic"/>
                <a:sym typeface="MS Gothic"/>
              </a:rPr>
              <a:t>() {</a:t>
            </a:r>
            <a:br>
              <a:rPr lang="en-US" sz="1400" dirty="0">
                <a:solidFill>
                  <a:schemeClr val="dk1"/>
                </a:solidFill>
                <a:cs typeface="MS Gothic"/>
                <a:sym typeface="MS Gothic"/>
              </a:rPr>
            </a:br>
            <a:r>
              <a:rPr lang="en-US" sz="1400" dirty="0">
                <a:solidFill>
                  <a:schemeClr val="dk1"/>
                </a:solidFill>
                <a:cs typeface="MS Gothic"/>
                <a:sym typeface="MS Gothic"/>
              </a:rPr>
              <a:t>        </a:t>
            </a:r>
            <a:r>
              <a:rPr lang="en-US" sz="1400" dirty="0" err="1">
                <a:solidFill>
                  <a:schemeClr val="dk1"/>
                </a:solidFill>
                <a:cs typeface="MS Gothic"/>
                <a:sym typeface="MS Gothic"/>
              </a:rPr>
              <a:t>System.out.println</a:t>
            </a:r>
            <a:r>
              <a:rPr lang="en-US" sz="1400" dirty="0">
                <a:solidFill>
                  <a:schemeClr val="dk1"/>
                </a:solidFill>
                <a:cs typeface="MS Gothic"/>
                <a:sym typeface="MS Gothic"/>
              </a:rPr>
              <a:t>("</a:t>
            </a:r>
            <a:r>
              <a:rPr lang="ja-JP" altLang="en-US" sz="1400" dirty="0">
                <a:solidFill>
                  <a:schemeClr val="dk1"/>
                </a:solidFill>
                <a:cs typeface="MS Gothic"/>
                <a:sym typeface="MS Gothic"/>
              </a:rPr>
              <a:t>サブサブが呼ばれました</a:t>
            </a:r>
            <a:r>
              <a:rPr lang="en-US" altLang="ja-JP" sz="1400" dirty="0">
                <a:solidFill>
                  <a:schemeClr val="dk1"/>
                </a:solidFill>
                <a:cs typeface="MS Gothic"/>
                <a:sym typeface="MS Gothic"/>
              </a:rPr>
              <a:t>");</a:t>
            </a:r>
            <a:br>
              <a:rPr lang="en-US" altLang="ja-JP" sz="1400" dirty="0">
                <a:solidFill>
                  <a:schemeClr val="dk1"/>
                </a:solidFill>
                <a:cs typeface="MS Gothic"/>
                <a:sym typeface="MS Gothic"/>
              </a:rPr>
            </a:br>
            <a:r>
              <a:rPr lang="en-US" altLang="ja-JP" sz="1400" dirty="0">
                <a:solidFill>
                  <a:schemeClr val="dk1"/>
                </a:solidFill>
                <a:cs typeface="MS Gothic"/>
                <a:sym typeface="MS Gothic"/>
              </a:rPr>
              <a:t>    } </a:t>
            </a:r>
            <a:br>
              <a:rPr lang="en-US" altLang="ja-JP" sz="1400" dirty="0">
                <a:solidFill>
                  <a:schemeClr val="dk1"/>
                </a:solidFill>
                <a:cs typeface="MS Gothic"/>
                <a:sym typeface="MS Gothic"/>
              </a:rPr>
            </a:br>
            <a:endParaRPr lang="en-US" altLang="ja-JP" sz="1400" dirty="0">
              <a:solidFill>
                <a:schemeClr val="dk1"/>
              </a:solidFill>
              <a:cs typeface="MS Gothic"/>
              <a:sym typeface="MS Gothic"/>
            </a:endParaRPr>
          </a:p>
          <a:p>
            <a:pPr marL="0" marR="0" lvl="0" indent="0" algn="l" rtl="0">
              <a:spcBef>
                <a:spcPts val="0"/>
              </a:spcBef>
              <a:spcAft>
                <a:spcPts val="0"/>
              </a:spcAft>
              <a:buNone/>
            </a:pPr>
            <a:r>
              <a:rPr lang="en-US" altLang="ja-JP" sz="1400" dirty="0">
                <a:solidFill>
                  <a:schemeClr val="dk1"/>
                </a:solidFill>
                <a:cs typeface="MS Gothic"/>
                <a:sym typeface="MS Gothic"/>
              </a:rPr>
              <a:t>    </a:t>
            </a:r>
            <a:r>
              <a:rPr lang="en-US" sz="1400" dirty="0">
                <a:solidFill>
                  <a:schemeClr val="dk1"/>
                </a:solidFill>
                <a:cs typeface="MS Gothic"/>
                <a:sym typeface="MS Gothic"/>
              </a:rPr>
              <a:t>public static void </a:t>
            </a:r>
            <a:r>
              <a:rPr lang="en-US" sz="1400" dirty="0" err="1">
                <a:solidFill>
                  <a:schemeClr val="dk1"/>
                </a:solidFill>
                <a:cs typeface="MS Gothic"/>
                <a:sym typeface="MS Gothic"/>
              </a:rPr>
              <a:t>subMethod</a:t>
            </a:r>
            <a:r>
              <a:rPr lang="en-US" sz="1400" dirty="0">
                <a:solidFill>
                  <a:schemeClr val="dk1"/>
                </a:solidFill>
                <a:cs typeface="MS Gothic"/>
                <a:sym typeface="MS Gothic"/>
              </a:rPr>
              <a:t>() {</a:t>
            </a:r>
            <a:br>
              <a:rPr lang="en-US" sz="1400" dirty="0">
                <a:solidFill>
                  <a:schemeClr val="dk1"/>
                </a:solidFill>
                <a:cs typeface="MS Gothic"/>
                <a:sym typeface="MS Gothic"/>
              </a:rPr>
            </a:br>
            <a:r>
              <a:rPr lang="en-US" sz="1400" dirty="0">
                <a:solidFill>
                  <a:schemeClr val="dk1"/>
                </a:solidFill>
                <a:cs typeface="MS Gothic"/>
                <a:sym typeface="MS Gothic"/>
              </a:rPr>
              <a:t>        </a:t>
            </a:r>
            <a:r>
              <a:rPr lang="en-US" sz="1400" dirty="0" err="1">
                <a:solidFill>
                  <a:schemeClr val="dk1"/>
                </a:solidFill>
                <a:cs typeface="MS Gothic"/>
                <a:sym typeface="MS Gothic"/>
              </a:rPr>
              <a:t>System.out.println</a:t>
            </a:r>
            <a:r>
              <a:rPr lang="en-US" sz="1400" dirty="0">
                <a:solidFill>
                  <a:schemeClr val="dk1"/>
                </a:solidFill>
                <a:cs typeface="MS Gothic"/>
                <a:sym typeface="MS Gothic"/>
              </a:rPr>
              <a:t>("</a:t>
            </a:r>
            <a:r>
              <a:rPr lang="ja-JP" altLang="en-US" sz="1400" dirty="0">
                <a:solidFill>
                  <a:schemeClr val="dk1"/>
                </a:solidFill>
                <a:cs typeface="MS Gothic"/>
                <a:sym typeface="MS Gothic"/>
              </a:rPr>
              <a:t>サブが呼ばれました</a:t>
            </a:r>
            <a:r>
              <a:rPr lang="en-US" altLang="ja-JP" sz="1400" dirty="0">
                <a:solidFill>
                  <a:schemeClr val="dk1"/>
                </a:solidFill>
                <a:cs typeface="MS Gothic"/>
                <a:sym typeface="MS Gothic"/>
              </a:rPr>
              <a:t>");</a:t>
            </a:r>
            <a:br>
              <a:rPr lang="en-US" altLang="ja-JP" sz="1400" dirty="0">
                <a:solidFill>
                  <a:schemeClr val="dk1"/>
                </a:solidFill>
                <a:cs typeface="MS Gothic"/>
                <a:sym typeface="MS Gothic"/>
              </a:rPr>
            </a:br>
            <a:r>
              <a:rPr lang="en-US" altLang="ja-JP" sz="1400" dirty="0">
                <a:solidFill>
                  <a:schemeClr val="dk1"/>
                </a:solidFill>
                <a:cs typeface="MS Gothic"/>
                <a:sym typeface="MS Gothic"/>
              </a:rPr>
              <a:t>        </a:t>
            </a:r>
            <a:r>
              <a:rPr lang="en-US" sz="1400" dirty="0" err="1">
                <a:solidFill>
                  <a:schemeClr val="dk1"/>
                </a:solidFill>
                <a:cs typeface="MS Gothic"/>
                <a:sym typeface="MS Gothic"/>
              </a:rPr>
              <a:t>subSubMethod</a:t>
            </a:r>
            <a:r>
              <a:rPr lang="en-US" sz="1400" dirty="0">
                <a:solidFill>
                  <a:schemeClr val="dk1"/>
                </a:solidFill>
                <a:cs typeface="MS Gothic"/>
                <a:sym typeface="MS Gothic"/>
              </a:rPr>
              <a:t>();</a:t>
            </a:r>
            <a:br>
              <a:rPr lang="en-US" sz="1400" dirty="0">
                <a:solidFill>
                  <a:schemeClr val="dk1"/>
                </a:solidFill>
                <a:cs typeface="MS Gothic"/>
                <a:sym typeface="MS Gothic"/>
              </a:rPr>
            </a:br>
            <a:r>
              <a:rPr lang="en-US" sz="1400" dirty="0">
                <a:solidFill>
                  <a:schemeClr val="dk1"/>
                </a:solidFill>
                <a:cs typeface="MS Gothic"/>
                <a:sym typeface="MS Gothic"/>
              </a:rPr>
              <a:t>    } </a:t>
            </a:r>
            <a:br>
              <a:rPr lang="en-US" sz="1400" dirty="0">
                <a:solidFill>
                  <a:schemeClr val="dk1"/>
                </a:solidFill>
                <a:cs typeface="MS Gothic"/>
                <a:sym typeface="MS Gothic"/>
              </a:rPr>
            </a:br>
            <a:endParaRPr lang="en-US" sz="1400" dirty="0">
              <a:solidFill>
                <a:schemeClr val="dk1"/>
              </a:solidFill>
              <a:cs typeface="MS Gothic"/>
              <a:sym typeface="MS Gothic"/>
            </a:endParaRPr>
          </a:p>
          <a:p>
            <a:pPr marL="0" marR="0" lvl="0" indent="0" algn="l" rtl="0">
              <a:spcBef>
                <a:spcPts val="0"/>
              </a:spcBef>
              <a:spcAft>
                <a:spcPts val="0"/>
              </a:spcAft>
              <a:buNone/>
            </a:pPr>
            <a:r>
              <a:rPr lang="en-US" sz="1400" dirty="0">
                <a:solidFill>
                  <a:schemeClr val="dk1"/>
                </a:solidFill>
                <a:cs typeface="MS Gothic"/>
                <a:sym typeface="MS Gothic"/>
              </a:rPr>
              <a:t>    public static void main(String[] args) {</a:t>
            </a:r>
            <a:br>
              <a:rPr lang="en-US" sz="1400" dirty="0">
                <a:solidFill>
                  <a:schemeClr val="dk1"/>
                </a:solidFill>
                <a:cs typeface="MS Gothic"/>
                <a:sym typeface="MS Gothic"/>
              </a:rPr>
            </a:br>
            <a:r>
              <a:rPr lang="en-US" sz="1400" dirty="0">
                <a:solidFill>
                  <a:schemeClr val="dk1"/>
                </a:solidFill>
                <a:cs typeface="MS Gothic"/>
                <a:sym typeface="MS Gothic"/>
              </a:rPr>
              <a:t>        </a:t>
            </a:r>
            <a:r>
              <a:rPr lang="en-US" sz="1400" dirty="0" err="1">
                <a:solidFill>
                  <a:schemeClr val="dk1"/>
                </a:solidFill>
                <a:cs typeface="MS Gothic"/>
                <a:sym typeface="MS Gothic"/>
              </a:rPr>
              <a:t>subMethod</a:t>
            </a:r>
            <a:r>
              <a:rPr lang="en-US" sz="1400" dirty="0">
                <a:solidFill>
                  <a:schemeClr val="dk1"/>
                </a:solidFill>
                <a:cs typeface="MS Gothic"/>
                <a:sym typeface="MS Gothic"/>
              </a:rPr>
              <a:t>();</a:t>
            </a:r>
            <a:br>
              <a:rPr lang="en-US" sz="1400" dirty="0">
                <a:solidFill>
                  <a:schemeClr val="dk1"/>
                </a:solidFill>
                <a:cs typeface="MS Gothic"/>
                <a:sym typeface="MS Gothic"/>
              </a:rPr>
            </a:br>
            <a:r>
              <a:rPr lang="en-US" sz="1400" dirty="0">
                <a:solidFill>
                  <a:schemeClr val="dk1"/>
                </a:solidFill>
                <a:cs typeface="MS Gothic"/>
                <a:sym typeface="MS Gothic"/>
              </a:rPr>
              <a:t>    }</a:t>
            </a:r>
            <a:br>
              <a:rPr lang="en-US" sz="1400" dirty="0">
                <a:solidFill>
                  <a:schemeClr val="dk1"/>
                </a:solidFill>
                <a:cs typeface="MS Gothic"/>
                <a:sym typeface="MS Gothic"/>
              </a:rPr>
            </a:br>
            <a:r>
              <a:rPr lang="en-US" sz="1400" dirty="0">
                <a:solidFill>
                  <a:schemeClr val="dk1"/>
                </a:solidFill>
                <a:cs typeface="MS Gothic"/>
                <a:sym typeface="MS Gothic"/>
              </a:rPr>
              <a:t>}</a:t>
            </a:r>
          </a:p>
        </p:txBody>
      </p:sp>
    </p:spTree>
    <p:extLst>
      <p:ext uri="{BB962C8B-B14F-4D97-AF65-F5344CB8AC3E}">
        <p14:creationId xmlns:p14="http://schemas.microsoft.com/office/powerpoint/2010/main" val="4233707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9B08A98E-9540-4CB2-8C85-D2687DAB422A}"/>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8EB60EE0-6E0B-4672-8630-12AD7BA01C92}"/>
              </a:ext>
            </a:extLst>
          </p:cNvPr>
          <p:cNvSpPr>
            <a:spLocks noGrp="1"/>
          </p:cNvSpPr>
          <p:nvPr>
            <p:ph type="ctrTitle"/>
          </p:nvPr>
        </p:nvSpPr>
        <p:spPr/>
        <p:txBody>
          <a:bodyPr/>
          <a:lstStyle/>
          <a:p>
            <a:r>
              <a:rPr lang="en-US" altLang="ja-JP" sz="2400" dirty="0" err="1"/>
              <a:t>mainメソッド以外からの呼び出し</a:t>
            </a:r>
            <a:endParaRPr kumimoji="1" lang="ja-JP" altLang="en-US" dirty="0"/>
          </a:p>
        </p:txBody>
      </p:sp>
      <p:sp>
        <p:nvSpPr>
          <p:cNvPr id="4" name="スライド番号プレースホルダー 3">
            <a:extLst>
              <a:ext uri="{FF2B5EF4-FFF2-40B4-BE49-F238E27FC236}">
                <a16:creationId xmlns:a16="http://schemas.microsoft.com/office/drawing/2014/main" id="{F3DA3B08-1DBF-4A52-91C2-188EB9F736AB}"/>
              </a:ext>
            </a:extLst>
          </p:cNvPr>
          <p:cNvSpPr>
            <a:spLocks noGrp="1"/>
          </p:cNvSpPr>
          <p:nvPr>
            <p:ph type="sldNum" sz="quarter" idx="4"/>
          </p:nvPr>
        </p:nvSpPr>
        <p:spPr/>
        <p:txBody>
          <a:bodyPr/>
          <a:lstStyle/>
          <a:p>
            <a:fld id="{00000000-1234-1234-1234-123412341234}" type="slidenum">
              <a:rPr lang="en" smtClean="0"/>
              <a:pPr/>
              <a:t>15</a:t>
            </a:fld>
            <a:endParaRPr lang="en" dirty="0"/>
          </a:p>
        </p:txBody>
      </p:sp>
      <p:sp>
        <p:nvSpPr>
          <p:cNvPr id="5" name="テキスト プレースホルダー 4">
            <a:extLst>
              <a:ext uri="{FF2B5EF4-FFF2-40B4-BE49-F238E27FC236}">
                <a16:creationId xmlns:a16="http://schemas.microsoft.com/office/drawing/2014/main" id="{521EF501-CA73-40D5-9A89-5BAACD557670}"/>
              </a:ext>
            </a:extLst>
          </p:cNvPr>
          <p:cNvSpPr>
            <a:spLocks noGrp="1"/>
          </p:cNvSpPr>
          <p:nvPr>
            <p:ph type="body" sz="quarter" idx="14"/>
          </p:nvPr>
        </p:nvSpPr>
        <p:spPr>
          <a:xfrm>
            <a:off x="462875" y="859491"/>
            <a:ext cx="8216900" cy="254493"/>
          </a:xfrm>
        </p:spPr>
        <p:txBody>
          <a:bodyPr/>
          <a:lstStyle/>
          <a:p>
            <a:pPr marL="96838" indent="0">
              <a:buNone/>
            </a:pPr>
            <a:r>
              <a:rPr lang="ja-JP" altLang="en-US" sz="1400" dirty="0"/>
              <a:t>実行してみると</a:t>
            </a:r>
          </a:p>
        </p:txBody>
      </p:sp>
      <p:sp>
        <p:nvSpPr>
          <p:cNvPr id="6" name="Google Shape;183;p24">
            <a:extLst>
              <a:ext uri="{FF2B5EF4-FFF2-40B4-BE49-F238E27FC236}">
                <a16:creationId xmlns:a16="http://schemas.microsoft.com/office/drawing/2014/main" id="{CD60F859-2F46-4C10-8424-168F2B67DC2C}"/>
              </a:ext>
            </a:extLst>
          </p:cNvPr>
          <p:cNvSpPr txBox="1"/>
          <p:nvPr/>
        </p:nvSpPr>
        <p:spPr>
          <a:xfrm>
            <a:off x="1218600" y="1144464"/>
            <a:ext cx="3888432" cy="646331"/>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err="1">
                <a:solidFill>
                  <a:schemeClr val="lt1"/>
                </a:solidFill>
                <a:latin typeface="Quattrocento Sans"/>
                <a:ea typeface="Quattrocento Sans"/>
                <a:cs typeface="Quattrocento Sans"/>
                <a:sym typeface="Quattrocento Sans"/>
              </a:rPr>
              <a:t>サブが呼ばれました</a:t>
            </a:r>
            <a:br>
              <a:rPr lang="en-US" sz="1800" b="1" dirty="0">
                <a:solidFill>
                  <a:schemeClr val="lt1"/>
                </a:solidFill>
                <a:latin typeface="Quattrocento Sans"/>
                <a:ea typeface="Quattrocento Sans"/>
                <a:cs typeface="Quattrocento Sans"/>
                <a:sym typeface="Quattrocento Sans"/>
              </a:rPr>
            </a:br>
            <a:r>
              <a:rPr lang="en-US" sz="1800" b="1" dirty="0" err="1">
                <a:solidFill>
                  <a:schemeClr val="lt1"/>
                </a:solidFill>
                <a:latin typeface="Quattrocento Sans"/>
                <a:ea typeface="Quattrocento Sans"/>
                <a:cs typeface="Quattrocento Sans"/>
                <a:sym typeface="Quattrocento Sans"/>
              </a:rPr>
              <a:t>サブサブが呼ばれました</a:t>
            </a:r>
            <a:endParaRPr dirty="0"/>
          </a:p>
        </p:txBody>
      </p:sp>
      <p:sp>
        <p:nvSpPr>
          <p:cNvPr id="7" name="テキスト プレースホルダー 4">
            <a:extLst>
              <a:ext uri="{FF2B5EF4-FFF2-40B4-BE49-F238E27FC236}">
                <a16:creationId xmlns:a16="http://schemas.microsoft.com/office/drawing/2014/main" id="{7B7BB61D-0F50-4679-841F-55D62302163F}"/>
              </a:ext>
            </a:extLst>
          </p:cNvPr>
          <p:cNvSpPr txBox="1">
            <a:spLocks/>
          </p:cNvSpPr>
          <p:nvPr/>
        </p:nvSpPr>
        <p:spPr>
          <a:xfrm>
            <a:off x="462875" y="1821275"/>
            <a:ext cx="8216900" cy="298694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と表示されます。「</a:t>
            </a:r>
            <a:r>
              <a:rPr lang="en-US" altLang="ja-JP" dirty="0" err="1"/>
              <a:t>subSubMethod</a:t>
            </a:r>
            <a:r>
              <a:rPr lang="ja-JP" altLang="en-US" dirty="0"/>
              <a:t>」は</a:t>
            </a:r>
            <a:r>
              <a:rPr lang="en-US" altLang="ja-JP" dirty="0"/>
              <a:t>main</a:t>
            </a:r>
            <a:r>
              <a:rPr lang="ja-JP" altLang="en-US" dirty="0"/>
              <a:t>メソッドからは呼ばれていません。</a:t>
            </a:r>
            <a:endParaRPr lang="en-US" altLang="ja-JP" dirty="0"/>
          </a:p>
          <a:p>
            <a:pPr marL="96838" indent="0">
              <a:buFont typeface="Arial" panose="020B0604020202020204" pitchFamily="34" charset="0"/>
              <a:buNone/>
            </a:pPr>
            <a:r>
              <a:rPr lang="ja-JP" altLang="en-US" dirty="0"/>
              <a:t>しかし、「</a:t>
            </a:r>
            <a:r>
              <a:rPr lang="en-US" altLang="ja-JP" dirty="0" err="1"/>
              <a:t>subMethod</a:t>
            </a:r>
            <a:r>
              <a:rPr lang="ja-JP" altLang="en-US" dirty="0"/>
              <a:t>」から呼ばれています。</a:t>
            </a:r>
            <a:endParaRPr lang="en-US" altLang="ja-JP" dirty="0"/>
          </a:p>
          <a:p>
            <a:pPr marL="96838" indent="0">
              <a:buFont typeface="Arial" panose="020B0604020202020204" pitchFamily="34" charset="0"/>
              <a:buNone/>
            </a:pPr>
            <a:r>
              <a:rPr lang="ja-JP" altLang="en-US" dirty="0"/>
              <a:t>一方、 「</a:t>
            </a:r>
            <a:r>
              <a:rPr lang="en-US" altLang="ja-JP" dirty="0" err="1"/>
              <a:t>subMethod</a:t>
            </a:r>
            <a:r>
              <a:rPr lang="ja-JP" altLang="en-US" dirty="0"/>
              <a:t>」は</a:t>
            </a:r>
            <a:r>
              <a:rPr lang="en-US" altLang="ja-JP" dirty="0"/>
              <a:t>main</a:t>
            </a:r>
            <a:r>
              <a:rPr lang="ja-JP" altLang="en-US" dirty="0"/>
              <a:t>メソッドから呼ばれているので、</a:t>
            </a:r>
          </a:p>
          <a:p>
            <a:pPr marL="96838" indent="0">
              <a:buFont typeface="Arial" panose="020B0604020202020204" pitchFamily="34" charset="0"/>
              <a:buNone/>
            </a:pPr>
            <a:r>
              <a:rPr lang="ja-JP" altLang="en-US" b="1" dirty="0">
                <a:solidFill>
                  <a:schemeClr val="accent1"/>
                </a:solidFill>
              </a:rPr>
              <a:t>　　　</a:t>
            </a:r>
            <a:r>
              <a:rPr lang="en-US" altLang="ja-JP" b="1" dirty="0">
                <a:solidFill>
                  <a:schemeClr val="accent1"/>
                </a:solidFill>
              </a:rPr>
              <a:t>main</a:t>
            </a:r>
            <a:br>
              <a:rPr lang="en-US" altLang="ja-JP" b="1" dirty="0">
                <a:solidFill>
                  <a:schemeClr val="accent1"/>
                </a:solidFill>
              </a:rPr>
            </a:br>
            <a:r>
              <a:rPr lang="ja-JP" altLang="en-US" b="1" dirty="0">
                <a:solidFill>
                  <a:schemeClr val="accent1"/>
                </a:solidFill>
              </a:rPr>
              <a:t>　　　　↓</a:t>
            </a:r>
            <a:br>
              <a:rPr lang="ja-JP" altLang="en-US" b="1" dirty="0">
                <a:solidFill>
                  <a:schemeClr val="accent1"/>
                </a:solidFill>
              </a:rPr>
            </a:br>
            <a:r>
              <a:rPr lang="ja-JP" altLang="en-US" b="1" dirty="0">
                <a:solidFill>
                  <a:schemeClr val="accent1"/>
                </a:solidFill>
              </a:rPr>
              <a:t>　　　</a:t>
            </a:r>
            <a:r>
              <a:rPr lang="en-US" altLang="ja-JP" b="1" dirty="0" err="1">
                <a:solidFill>
                  <a:schemeClr val="accent1"/>
                </a:solidFill>
              </a:rPr>
              <a:t>subMethod</a:t>
            </a:r>
            <a:r>
              <a:rPr lang="ja-JP" altLang="en-US" b="1" dirty="0">
                <a:solidFill>
                  <a:schemeClr val="accent1"/>
                </a:solidFill>
              </a:rPr>
              <a:t>　　　　→　「サブが呼ばれました」を表示</a:t>
            </a:r>
            <a:br>
              <a:rPr lang="ja-JP" altLang="en-US" b="1" dirty="0">
                <a:solidFill>
                  <a:schemeClr val="accent1"/>
                </a:solidFill>
              </a:rPr>
            </a:br>
            <a:r>
              <a:rPr lang="ja-JP" altLang="en-US" b="1" dirty="0">
                <a:solidFill>
                  <a:schemeClr val="accent1"/>
                </a:solidFill>
              </a:rPr>
              <a:t>　　　　↓</a:t>
            </a:r>
            <a:br>
              <a:rPr lang="ja-JP" altLang="en-US" b="1" dirty="0">
                <a:solidFill>
                  <a:schemeClr val="accent1"/>
                </a:solidFill>
              </a:rPr>
            </a:br>
            <a:r>
              <a:rPr lang="ja-JP" altLang="en-US" b="1" dirty="0">
                <a:solidFill>
                  <a:schemeClr val="accent1"/>
                </a:solidFill>
              </a:rPr>
              <a:t>　　　</a:t>
            </a:r>
            <a:r>
              <a:rPr lang="en-US" altLang="ja-JP" b="1" dirty="0" err="1">
                <a:solidFill>
                  <a:schemeClr val="accent1"/>
                </a:solidFill>
              </a:rPr>
              <a:t>subSubMethod</a:t>
            </a:r>
            <a:r>
              <a:rPr lang="ja-JP" altLang="en-US" b="1" dirty="0">
                <a:solidFill>
                  <a:schemeClr val="accent1"/>
                </a:solidFill>
              </a:rPr>
              <a:t>　　 →　「サブサブが呼ばれました」を表示</a:t>
            </a:r>
            <a:endParaRPr lang="en-US" altLang="ja-JP" b="1" dirty="0">
              <a:solidFill>
                <a:schemeClr val="accent1"/>
              </a:solidFill>
            </a:endParaRPr>
          </a:p>
          <a:p>
            <a:pPr marL="96838" indent="0">
              <a:buFont typeface="Arial" panose="020B0604020202020204" pitchFamily="34" charset="0"/>
              <a:buNone/>
            </a:pPr>
            <a:r>
              <a:rPr lang="ja-JP" altLang="en-US" dirty="0"/>
              <a:t>となったのでこのような表示になりました。このように</a:t>
            </a:r>
            <a:r>
              <a:rPr lang="en-US" altLang="ja-JP" dirty="0"/>
              <a:t>main</a:t>
            </a:r>
            <a:r>
              <a:rPr lang="ja-JP" altLang="en-US" dirty="0"/>
              <a:t>メソッドから呼ばれているメソッドの中で更に別のメソッドを呼び出すことも可能です。</a:t>
            </a:r>
            <a:endParaRPr lang="en-US" altLang="ja-JP" dirty="0"/>
          </a:p>
          <a:p>
            <a:pPr marL="96838" indent="0">
              <a:buFont typeface="Arial" panose="020B0604020202020204" pitchFamily="34" charset="0"/>
              <a:buNone/>
            </a:pPr>
            <a:r>
              <a:rPr lang="ja-JP" altLang="en-US" dirty="0"/>
              <a:t>この場合、ソースプログラム上に書いた順番は関係なく、</a:t>
            </a:r>
            <a:r>
              <a:rPr lang="en-US" altLang="ja-JP" b="1" dirty="0">
                <a:solidFill>
                  <a:schemeClr val="tx2"/>
                </a:solidFill>
              </a:rPr>
              <a:t>main</a:t>
            </a:r>
            <a:r>
              <a:rPr lang="ja-JP" altLang="en-US" b="1" dirty="0">
                <a:solidFill>
                  <a:schemeClr val="tx2"/>
                </a:solidFill>
              </a:rPr>
              <a:t>メソッドから順番に呼び出していく</a:t>
            </a:r>
            <a:r>
              <a:rPr lang="ja-JP" altLang="en-US" dirty="0"/>
              <a:t>ということに注意しましょう。</a:t>
            </a:r>
          </a:p>
          <a:p>
            <a:pPr marL="96838" indent="0">
              <a:buFont typeface="Arial" panose="020B0604020202020204" pitchFamily="34" charset="0"/>
              <a:buNone/>
            </a:pPr>
            <a:endParaRPr lang="ja-JP" altLang="en-US" dirty="0"/>
          </a:p>
        </p:txBody>
      </p:sp>
    </p:spTree>
    <p:extLst>
      <p:ext uri="{BB962C8B-B14F-4D97-AF65-F5344CB8AC3E}">
        <p14:creationId xmlns:p14="http://schemas.microsoft.com/office/powerpoint/2010/main" val="27324024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13F62886-839F-44A2-84AB-7269A52F209A}"/>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2069719F-4DDB-48D6-8489-8ACA37F82E89}"/>
              </a:ext>
            </a:extLst>
          </p:cNvPr>
          <p:cNvSpPr>
            <a:spLocks noGrp="1"/>
          </p:cNvSpPr>
          <p:nvPr>
            <p:ph type="ctrTitle"/>
          </p:nvPr>
        </p:nvSpPr>
        <p:spPr/>
        <p:txBody>
          <a:bodyPr/>
          <a:lstStyle/>
          <a:p>
            <a:r>
              <a:rPr lang="en-US" altLang="ja-JP" dirty="0" err="1"/>
              <a:t>メソッドは機能ごとの処理</a:t>
            </a:r>
            <a:endParaRPr kumimoji="1" lang="ja-JP" altLang="en-US" dirty="0"/>
          </a:p>
        </p:txBody>
      </p:sp>
      <p:sp>
        <p:nvSpPr>
          <p:cNvPr id="4" name="スライド番号プレースホルダー 3">
            <a:extLst>
              <a:ext uri="{FF2B5EF4-FFF2-40B4-BE49-F238E27FC236}">
                <a16:creationId xmlns:a16="http://schemas.microsoft.com/office/drawing/2014/main" id="{D10BF9EF-8B9B-4665-AF9B-400E202283B0}"/>
              </a:ext>
            </a:extLst>
          </p:cNvPr>
          <p:cNvSpPr>
            <a:spLocks noGrp="1"/>
          </p:cNvSpPr>
          <p:nvPr>
            <p:ph type="sldNum" sz="quarter" idx="4"/>
          </p:nvPr>
        </p:nvSpPr>
        <p:spPr/>
        <p:txBody>
          <a:bodyPr/>
          <a:lstStyle/>
          <a:p>
            <a:fld id="{00000000-1234-1234-1234-123412341234}" type="slidenum">
              <a:rPr lang="en" smtClean="0"/>
              <a:pPr/>
              <a:t>16</a:t>
            </a:fld>
            <a:endParaRPr lang="en" dirty="0"/>
          </a:p>
        </p:txBody>
      </p:sp>
      <p:sp>
        <p:nvSpPr>
          <p:cNvPr id="5" name="テキスト プレースホルダー 4">
            <a:extLst>
              <a:ext uri="{FF2B5EF4-FFF2-40B4-BE49-F238E27FC236}">
                <a16:creationId xmlns:a16="http://schemas.microsoft.com/office/drawing/2014/main" id="{654F77AB-9440-49CE-A489-16D42F5C01CB}"/>
              </a:ext>
            </a:extLst>
          </p:cNvPr>
          <p:cNvSpPr>
            <a:spLocks noGrp="1"/>
          </p:cNvSpPr>
          <p:nvPr>
            <p:ph type="body" sz="quarter" idx="14"/>
          </p:nvPr>
        </p:nvSpPr>
        <p:spPr>
          <a:xfrm>
            <a:off x="462875" y="859491"/>
            <a:ext cx="8216900" cy="466389"/>
          </a:xfrm>
        </p:spPr>
        <p:txBody>
          <a:bodyPr/>
          <a:lstStyle/>
          <a:p>
            <a:pPr marL="96838" indent="0">
              <a:buNone/>
            </a:pPr>
            <a:r>
              <a:rPr kumimoji="1" lang="ja-JP" altLang="en-US" dirty="0"/>
              <a:t>先ほどの</a:t>
            </a:r>
            <a:r>
              <a:rPr kumimoji="1" lang="en-US" altLang="ja-JP" dirty="0"/>
              <a:t>MethodSample</a:t>
            </a:r>
            <a:r>
              <a:rPr kumimoji="1" lang="ja-JP" altLang="en-US" dirty="0"/>
              <a:t>プログラムはうまく動くようになりましたが、ここでもう一度メソッドの定義の部分を見てみましょう。</a:t>
            </a:r>
          </a:p>
          <a:p>
            <a:pPr marL="96838" indent="0">
              <a:buNone/>
            </a:pPr>
            <a:endParaRPr kumimoji="1" lang="ja-JP" altLang="en-US" dirty="0"/>
          </a:p>
        </p:txBody>
      </p:sp>
      <p:sp>
        <p:nvSpPr>
          <p:cNvPr id="6" name="Google Shape;144;p19">
            <a:extLst>
              <a:ext uri="{FF2B5EF4-FFF2-40B4-BE49-F238E27FC236}">
                <a16:creationId xmlns:a16="http://schemas.microsoft.com/office/drawing/2014/main" id="{2592738B-6317-4652-B628-D04033029127}"/>
              </a:ext>
            </a:extLst>
          </p:cNvPr>
          <p:cNvSpPr/>
          <p:nvPr/>
        </p:nvSpPr>
        <p:spPr>
          <a:xfrm>
            <a:off x="370726" y="1304615"/>
            <a:ext cx="8347972" cy="2204129"/>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400" dirty="0">
                <a:solidFill>
                  <a:schemeClr val="accent1"/>
                </a:solidFill>
                <a:cs typeface="MS Gothic"/>
                <a:sym typeface="MS Gothic"/>
              </a:rPr>
              <a:t>public static void checkAnswer() {</a:t>
            </a:r>
          </a:p>
          <a:p>
            <a:pPr marL="0" marR="0" lvl="0" indent="0" algn="l" rtl="0">
              <a:spcBef>
                <a:spcPts val="0"/>
              </a:spcBef>
              <a:spcAft>
                <a:spcPts val="0"/>
              </a:spcAft>
              <a:buNone/>
            </a:pPr>
            <a:r>
              <a:rPr lang="en-US" altLang="ja-JP" sz="1400" dirty="0">
                <a:solidFill>
                  <a:schemeClr val="dk1"/>
                </a:solidFill>
                <a:cs typeface="MS Gothic"/>
                <a:sym typeface="MS Gothic"/>
              </a:rPr>
              <a:t>		System.out.println("</a:t>
            </a:r>
            <a:r>
              <a:rPr lang="ja-JP" altLang="en-US" sz="1400" dirty="0">
                <a:solidFill>
                  <a:schemeClr val="dk1"/>
                </a:solidFill>
                <a:cs typeface="MS Gothic"/>
                <a:sym typeface="MS Gothic"/>
              </a:rPr>
              <a:t>木になる赤い果物と言えば何？　ひらがなで答えてください。</a:t>
            </a:r>
            <a:r>
              <a:rPr lang="en-US" altLang="ja-JP" sz="1400" dirty="0">
                <a:solidFill>
                  <a:schemeClr val="dk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		String answer = "</a:t>
            </a:r>
            <a:r>
              <a:rPr lang="ja-JP" altLang="en-US" sz="1400" dirty="0">
                <a:solidFill>
                  <a:schemeClr val="dk1"/>
                </a:solidFill>
                <a:cs typeface="MS Gothic"/>
                <a:sym typeface="MS Gothic"/>
              </a:rPr>
              <a:t>りんご</a:t>
            </a:r>
            <a:r>
              <a:rPr lang="en-US" altLang="ja-JP" sz="1400" dirty="0">
                <a:solidFill>
                  <a:schemeClr val="dk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		String input = new java.util.Scanner(System.in).nextLine();</a:t>
            </a:r>
          </a:p>
          <a:p>
            <a:pPr marL="0" marR="0" lvl="0" indent="0" algn="l" rtl="0">
              <a:spcBef>
                <a:spcPts val="0"/>
              </a:spcBef>
              <a:spcAft>
                <a:spcPts val="0"/>
              </a:spcAft>
              <a:buNone/>
            </a:pPr>
            <a:r>
              <a:rPr lang="en-US" altLang="ja-JP" sz="1400" dirty="0">
                <a:solidFill>
                  <a:schemeClr val="dk1"/>
                </a:solidFill>
                <a:cs typeface="MS Gothic"/>
                <a:sym typeface="MS Gothic"/>
              </a:rPr>
              <a:t>		if (answer.equals(input)) {</a:t>
            </a:r>
          </a:p>
          <a:p>
            <a:pPr marL="0" marR="0" lvl="0" indent="0" algn="l" rtl="0">
              <a:spcBef>
                <a:spcPts val="0"/>
              </a:spcBef>
              <a:spcAft>
                <a:spcPts val="0"/>
              </a:spcAft>
              <a:buNone/>
            </a:pPr>
            <a:r>
              <a:rPr lang="en-US" altLang="ja-JP" sz="1400" dirty="0">
                <a:solidFill>
                  <a:schemeClr val="dk1"/>
                </a:solidFill>
                <a:cs typeface="MS Gothic"/>
                <a:sym typeface="MS Gothic"/>
              </a:rPr>
              <a:t>			System.out.println("</a:t>
            </a:r>
            <a:r>
              <a:rPr lang="ja-JP" altLang="en-US" sz="1400" dirty="0">
                <a:solidFill>
                  <a:schemeClr val="dk1"/>
                </a:solidFill>
                <a:cs typeface="MS Gothic"/>
                <a:sym typeface="MS Gothic"/>
              </a:rPr>
              <a:t>正解です！</a:t>
            </a:r>
            <a:r>
              <a:rPr lang="en-US" altLang="ja-JP" sz="1400" dirty="0">
                <a:solidFill>
                  <a:schemeClr val="dk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		} else {</a:t>
            </a:r>
          </a:p>
          <a:p>
            <a:pPr marL="0" marR="0" lvl="0" indent="0" algn="l" rtl="0">
              <a:spcBef>
                <a:spcPts val="0"/>
              </a:spcBef>
              <a:spcAft>
                <a:spcPts val="0"/>
              </a:spcAft>
              <a:buNone/>
            </a:pPr>
            <a:r>
              <a:rPr lang="en-US" altLang="ja-JP" sz="1400" dirty="0">
                <a:solidFill>
                  <a:schemeClr val="dk1"/>
                </a:solidFill>
                <a:cs typeface="MS Gothic"/>
                <a:sym typeface="MS Gothic"/>
              </a:rPr>
              <a:t>			System.out.println("</a:t>
            </a:r>
            <a:r>
              <a:rPr lang="ja-JP" altLang="en-US" sz="1400" dirty="0">
                <a:solidFill>
                  <a:schemeClr val="dk1"/>
                </a:solidFill>
                <a:cs typeface="MS Gothic"/>
                <a:sym typeface="MS Gothic"/>
              </a:rPr>
              <a:t>はずれです</a:t>
            </a:r>
            <a:r>
              <a:rPr lang="en-US" altLang="ja-JP" sz="1400" dirty="0">
                <a:solidFill>
                  <a:schemeClr val="dk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		}</a:t>
            </a:r>
          </a:p>
          <a:p>
            <a:pPr marL="0" marR="0" lvl="0" indent="0" algn="l" rtl="0">
              <a:spcBef>
                <a:spcPts val="0"/>
              </a:spcBef>
              <a:spcAft>
                <a:spcPts val="0"/>
              </a:spcAft>
              <a:buNone/>
            </a:pPr>
            <a:r>
              <a:rPr lang="en-US" altLang="ja-JP" sz="1400" dirty="0">
                <a:solidFill>
                  <a:schemeClr val="dk1"/>
                </a:solidFill>
                <a:cs typeface="MS Gothic"/>
                <a:sym typeface="MS Gothic"/>
              </a:rPr>
              <a:t>	</a:t>
            </a:r>
            <a:r>
              <a:rPr lang="en-US" altLang="ja-JP" sz="1400" dirty="0">
                <a:solidFill>
                  <a:schemeClr val="accent1"/>
                </a:solidFill>
                <a:cs typeface="MS Gothic"/>
                <a:sym typeface="MS Gothic"/>
              </a:rPr>
              <a:t>}</a:t>
            </a:r>
          </a:p>
        </p:txBody>
      </p:sp>
      <p:sp>
        <p:nvSpPr>
          <p:cNvPr id="7" name="テキスト プレースホルダー 4">
            <a:extLst>
              <a:ext uri="{FF2B5EF4-FFF2-40B4-BE49-F238E27FC236}">
                <a16:creationId xmlns:a16="http://schemas.microsoft.com/office/drawing/2014/main" id="{7D159354-FD3C-43D1-82EC-768FC77CD404}"/>
              </a:ext>
            </a:extLst>
          </p:cNvPr>
          <p:cNvSpPr txBox="1">
            <a:spLocks/>
          </p:cNvSpPr>
          <p:nvPr/>
        </p:nvSpPr>
        <p:spPr>
          <a:xfrm>
            <a:off x="462875" y="3471950"/>
            <a:ext cx="8216900" cy="138789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と</a:t>
            </a:r>
            <a:r>
              <a:rPr lang="en-US" altLang="ja-JP" dirty="0"/>
              <a:t>3</a:t>
            </a:r>
            <a:r>
              <a:rPr lang="ja-JP" altLang="en-US" dirty="0"/>
              <a:t>種類の処理をしていることがわかります。</a:t>
            </a:r>
            <a:endParaRPr lang="en-US" altLang="ja-JP" dirty="0"/>
          </a:p>
          <a:p>
            <a:pPr marL="96838" indent="0">
              <a:buFont typeface="Arial" panose="020B0604020202020204" pitchFamily="34" charset="0"/>
              <a:buNone/>
            </a:pPr>
            <a:r>
              <a:rPr lang="ja-JP" altLang="en-US" dirty="0"/>
              <a:t>メソッドは「機能ごとにまとめられた処理の集まり」でしたが、このように</a:t>
            </a:r>
            <a:r>
              <a:rPr lang="en-US" altLang="ja-JP" dirty="0"/>
              <a:t>3</a:t>
            </a:r>
            <a:r>
              <a:rPr lang="ja-JP" altLang="en-US" dirty="0"/>
              <a:t>種類の機能をひとつのメソッドに入れてしまうのはあまり良いことではありません。</a:t>
            </a:r>
          </a:p>
          <a:p>
            <a:pPr marL="96838" indent="0">
              <a:buFont typeface="Arial" panose="020B0604020202020204" pitchFamily="34" charset="0"/>
              <a:buNone/>
            </a:pPr>
            <a:r>
              <a:rPr lang="ja-JP" altLang="en-US" dirty="0"/>
              <a:t>複数の機能を一つのメソッドに入れてしまうと、その中の一つの機能を使用したい場合に、また新たなメソッドを作成しなければいけなくなってしまいます。メソッドの機能は１機能に絞ることに注意しましょう。</a:t>
            </a:r>
          </a:p>
        </p:txBody>
      </p:sp>
      <p:sp>
        <p:nvSpPr>
          <p:cNvPr id="9" name="Google Shape;194;p25">
            <a:extLst>
              <a:ext uri="{FF2B5EF4-FFF2-40B4-BE49-F238E27FC236}">
                <a16:creationId xmlns:a16="http://schemas.microsoft.com/office/drawing/2014/main" id="{C9C7744D-D0F8-45EB-8948-10EC2666EDE3}"/>
              </a:ext>
            </a:extLst>
          </p:cNvPr>
          <p:cNvSpPr/>
          <p:nvPr/>
        </p:nvSpPr>
        <p:spPr>
          <a:xfrm rot="2629017">
            <a:off x="5788986" y="2252794"/>
            <a:ext cx="485761" cy="244101"/>
          </a:xfrm>
          <a:prstGeom prst="righ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10" name="Google Shape;195;p25">
            <a:extLst>
              <a:ext uri="{FF2B5EF4-FFF2-40B4-BE49-F238E27FC236}">
                <a16:creationId xmlns:a16="http://schemas.microsoft.com/office/drawing/2014/main" id="{75ADB4EB-F938-4B2C-A73F-2E824CD27FCA}"/>
              </a:ext>
            </a:extLst>
          </p:cNvPr>
          <p:cNvSpPr/>
          <p:nvPr/>
        </p:nvSpPr>
        <p:spPr>
          <a:xfrm rot="2382133">
            <a:off x="5143897" y="2795777"/>
            <a:ext cx="434652" cy="264142"/>
          </a:xfrm>
          <a:prstGeom prst="righ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11" name="Google Shape;196;p25">
            <a:extLst>
              <a:ext uri="{FF2B5EF4-FFF2-40B4-BE49-F238E27FC236}">
                <a16:creationId xmlns:a16="http://schemas.microsoft.com/office/drawing/2014/main" id="{D517944E-C9B2-489B-A736-2925B9FAE80E}"/>
              </a:ext>
            </a:extLst>
          </p:cNvPr>
          <p:cNvSpPr txBox="1"/>
          <p:nvPr/>
        </p:nvSpPr>
        <p:spPr>
          <a:xfrm>
            <a:off x="6291621" y="2406679"/>
            <a:ext cx="2207337" cy="480028"/>
          </a:xfrm>
          <a:prstGeom prst="rect">
            <a:avLst/>
          </a:prstGeom>
          <a:solidFill>
            <a:schemeClr val="accent1">
              <a:lumMod val="20000"/>
              <a:lumOff val="80000"/>
            </a:schemeClr>
          </a:solidFill>
          <a:ln>
            <a:solidFill>
              <a:schemeClr val="accent1"/>
            </a:solidFill>
          </a:ln>
        </p:spPr>
        <p:txBody>
          <a:bodyPr spcFirstLastPara="1" wrap="square" lIns="91425" tIns="45700" rIns="91425" bIns="45700" anchor="t" anchorCtr="0">
            <a:noAutofit/>
          </a:bodyPr>
          <a:lstStyle/>
          <a:p>
            <a:pPr marL="0" marR="0" lvl="0" indent="0" algn="l" rtl="0">
              <a:spcBef>
                <a:spcPts val="0"/>
              </a:spcBef>
              <a:spcAft>
                <a:spcPts val="0"/>
              </a:spcAft>
              <a:buNone/>
            </a:pPr>
            <a:r>
              <a:rPr lang="ja-JP" altLang="en-US" sz="1400" dirty="0">
                <a:solidFill>
                  <a:schemeClr val="dk1"/>
                </a:solidFill>
                <a:latin typeface="Meiryo"/>
                <a:ea typeface="Meiryo"/>
                <a:cs typeface="Meiryo"/>
                <a:sym typeface="Meiryo"/>
              </a:rPr>
              <a:t>②答えをキーボードから入力</a:t>
            </a:r>
            <a:endParaRPr sz="1400" dirty="0">
              <a:solidFill>
                <a:schemeClr val="dk1"/>
              </a:solidFill>
              <a:latin typeface="Meiryo"/>
              <a:ea typeface="Meiryo"/>
              <a:cs typeface="Meiryo"/>
              <a:sym typeface="Meiryo"/>
            </a:endParaRPr>
          </a:p>
        </p:txBody>
      </p:sp>
      <p:sp>
        <p:nvSpPr>
          <p:cNvPr id="13" name="Google Shape;198;p25">
            <a:extLst>
              <a:ext uri="{FF2B5EF4-FFF2-40B4-BE49-F238E27FC236}">
                <a16:creationId xmlns:a16="http://schemas.microsoft.com/office/drawing/2014/main" id="{3C4838BC-C0ED-4EE0-96A0-DA3F1CC35971}"/>
              </a:ext>
            </a:extLst>
          </p:cNvPr>
          <p:cNvSpPr txBox="1"/>
          <p:nvPr/>
        </p:nvSpPr>
        <p:spPr>
          <a:xfrm>
            <a:off x="5552855" y="3062376"/>
            <a:ext cx="1921897" cy="369332"/>
          </a:xfrm>
          <a:prstGeom prst="rect">
            <a:avLst/>
          </a:prstGeom>
          <a:solidFill>
            <a:schemeClr val="accent1">
              <a:lumMod val="20000"/>
              <a:lumOff val="80000"/>
            </a:schemeClr>
          </a:solidFill>
          <a:ln>
            <a:solidFill>
              <a:schemeClr val="accent1"/>
            </a:solid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chemeClr val="dk1"/>
                </a:solidFill>
                <a:cs typeface="Meiryo"/>
                <a:sym typeface="Meiryo"/>
              </a:rPr>
              <a:t>③</a:t>
            </a:r>
            <a:r>
              <a:rPr lang="ja-JP" altLang="en-US" sz="1400" dirty="0">
                <a:solidFill>
                  <a:schemeClr val="dk1"/>
                </a:solidFill>
                <a:cs typeface="Meiryo"/>
                <a:sym typeface="Meiryo"/>
              </a:rPr>
              <a:t>答えが正解か判別</a:t>
            </a:r>
            <a:endParaRPr sz="1400" dirty="0"/>
          </a:p>
        </p:txBody>
      </p:sp>
      <p:sp>
        <p:nvSpPr>
          <p:cNvPr id="14" name="Google Shape;198;p25">
            <a:extLst>
              <a:ext uri="{FF2B5EF4-FFF2-40B4-BE49-F238E27FC236}">
                <a16:creationId xmlns:a16="http://schemas.microsoft.com/office/drawing/2014/main" id="{B9565974-5539-4777-A90B-8906DF709614}"/>
              </a:ext>
            </a:extLst>
          </p:cNvPr>
          <p:cNvSpPr txBox="1"/>
          <p:nvPr/>
        </p:nvSpPr>
        <p:spPr>
          <a:xfrm>
            <a:off x="7303891" y="1893317"/>
            <a:ext cx="1280336" cy="369332"/>
          </a:xfrm>
          <a:prstGeom prst="rect">
            <a:avLst/>
          </a:prstGeom>
          <a:solidFill>
            <a:schemeClr val="accent1">
              <a:lumMod val="20000"/>
              <a:lumOff val="80000"/>
            </a:schemeClr>
          </a:solidFill>
          <a:ln>
            <a:solidFill>
              <a:schemeClr val="accent1"/>
            </a:solidFill>
          </a:ln>
        </p:spPr>
        <p:txBody>
          <a:bodyPr spcFirstLastPara="1" wrap="square" lIns="91425" tIns="45700" rIns="91425" bIns="45700" anchor="t" anchorCtr="0">
            <a:noAutofit/>
          </a:bodyPr>
          <a:lstStyle/>
          <a:p>
            <a:pPr marL="0" marR="0" lvl="0" indent="0" algn="l" rtl="0">
              <a:spcBef>
                <a:spcPts val="0"/>
              </a:spcBef>
              <a:spcAft>
                <a:spcPts val="0"/>
              </a:spcAft>
              <a:buNone/>
            </a:pPr>
            <a:r>
              <a:rPr lang="ja-JP" altLang="en-US" sz="1400" dirty="0">
                <a:solidFill>
                  <a:schemeClr val="dk1"/>
                </a:solidFill>
                <a:cs typeface="Meiryo"/>
                <a:sym typeface="Meiryo"/>
              </a:rPr>
              <a:t>①問題を表示</a:t>
            </a:r>
            <a:endParaRPr sz="1400" dirty="0"/>
          </a:p>
        </p:txBody>
      </p:sp>
      <p:sp>
        <p:nvSpPr>
          <p:cNvPr id="15" name="Google Shape;194;p25">
            <a:extLst>
              <a:ext uri="{FF2B5EF4-FFF2-40B4-BE49-F238E27FC236}">
                <a16:creationId xmlns:a16="http://schemas.microsoft.com/office/drawing/2014/main" id="{6A79144E-E815-4B78-B040-159F0034D01B}"/>
              </a:ext>
            </a:extLst>
          </p:cNvPr>
          <p:cNvSpPr/>
          <p:nvPr/>
        </p:nvSpPr>
        <p:spPr>
          <a:xfrm rot="2629017">
            <a:off x="6801256" y="1823370"/>
            <a:ext cx="485761" cy="244101"/>
          </a:xfrm>
          <a:prstGeom prst="righ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Tree>
    <p:extLst>
      <p:ext uri="{BB962C8B-B14F-4D97-AF65-F5344CB8AC3E}">
        <p14:creationId xmlns:p14="http://schemas.microsoft.com/office/powerpoint/2010/main" val="18482077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0F0D5D52-1716-4E93-852E-347CEBC8F80C}"/>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28751479-8792-48E3-AA34-76CE75CF3CA3}"/>
              </a:ext>
            </a:extLst>
          </p:cNvPr>
          <p:cNvSpPr>
            <a:spLocks noGrp="1"/>
          </p:cNvSpPr>
          <p:nvPr>
            <p:ph type="ctrTitle"/>
          </p:nvPr>
        </p:nvSpPr>
        <p:spPr/>
        <p:txBody>
          <a:bodyPr/>
          <a:lstStyle/>
          <a:p>
            <a:r>
              <a:rPr lang="ja-JP" altLang="en-US" dirty="0"/>
              <a:t>引数と戻り値</a:t>
            </a:r>
            <a:endParaRPr kumimoji="1" lang="ja-JP" altLang="en-US" dirty="0"/>
          </a:p>
        </p:txBody>
      </p:sp>
      <p:sp>
        <p:nvSpPr>
          <p:cNvPr id="4" name="スライド番号プレースホルダー 3">
            <a:extLst>
              <a:ext uri="{FF2B5EF4-FFF2-40B4-BE49-F238E27FC236}">
                <a16:creationId xmlns:a16="http://schemas.microsoft.com/office/drawing/2014/main" id="{33E2557B-E60E-4F1E-B95E-44DB4489BF50}"/>
              </a:ext>
            </a:extLst>
          </p:cNvPr>
          <p:cNvSpPr>
            <a:spLocks noGrp="1"/>
          </p:cNvSpPr>
          <p:nvPr>
            <p:ph type="sldNum" sz="quarter" idx="4"/>
          </p:nvPr>
        </p:nvSpPr>
        <p:spPr/>
        <p:txBody>
          <a:bodyPr/>
          <a:lstStyle/>
          <a:p>
            <a:fld id="{00000000-1234-1234-1234-123412341234}" type="slidenum">
              <a:rPr lang="en" smtClean="0"/>
              <a:pPr/>
              <a:t>17</a:t>
            </a:fld>
            <a:endParaRPr lang="en" dirty="0">
              <a:latin typeface="+mn-ea"/>
            </a:endParaRPr>
          </a:p>
        </p:txBody>
      </p:sp>
      <p:sp>
        <p:nvSpPr>
          <p:cNvPr id="5" name="テキスト プレースホルダー 4">
            <a:extLst>
              <a:ext uri="{FF2B5EF4-FFF2-40B4-BE49-F238E27FC236}">
                <a16:creationId xmlns:a16="http://schemas.microsoft.com/office/drawing/2014/main" id="{DFC705F5-25D8-43DD-8C0B-14C9C56375E7}"/>
              </a:ext>
            </a:extLst>
          </p:cNvPr>
          <p:cNvSpPr>
            <a:spLocks noGrp="1"/>
          </p:cNvSpPr>
          <p:nvPr>
            <p:ph type="body" sz="quarter" idx="14"/>
          </p:nvPr>
        </p:nvSpPr>
        <p:spPr/>
        <p:txBody>
          <a:bodyPr/>
          <a:lstStyle/>
          <a:p>
            <a:pPr marL="96838" indent="0">
              <a:buNone/>
            </a:pPr>
            <a:r>
              <a:rPr kumimoji="1" lang="ja-JP" altLang="en-US" dirty="0"/>
              <a:t>「スコープ」という言葉を覚えているでしょうか？</a:t>
            </a:r>
            <a:endParaRPr kumimoji="1" lang="en-US" altLang="ja-JP" dirty="0"/>
          </a:p>
          <a:p>
            <a:pPr marL="96838" indent="0">
              <a:buNone/>
            </a:pPr>
            <a:r>
              <a:rPr lang="ja-JP" altLang="en-US" dirty="0"/>
              <a:t>｛｝の中で宣言された変数はその｛｝の中でしか使用できないと学習しました。つまりＡメソッドで宣言した変数はＢメソッドでは使用不可能ということになります。しかし、Ｂメソッドを呼び出す上で呼び出し元のＡメソッドの変数の値を使用したい場合があります。そんなときにどうすればいいのか、次のページから解説します。</a:t>
            </a:r>
            <a:endParaRPr kumimoji="1" lang="ja-JP" altLang="en-US" dirty="0"/>
          </a:p>
        </p:txBody>
      </p:sp>
      <p:sp>
        <p:nvSpPr>
          <p:cNvPr id="6" name="テキスト プレースホルダー 5">
            <a:extLst>
              <a:ext uri="{FF2B5EF4-FFF2-40B4-BE49-F238E27FC236}">
                <a16:creationId xmlns:a16="http://schemas.microsoft.com/office/drawing/2014/main" id="{3A2BCAF8-BA09-4302-A6E4-6C6A838548D5}"/>
              </a:ext>
            </a:extLst>
          </p:cNvPr>
          <p:cNvSpPr>
            <a:spLocks noGrp="1"/>
          </p:cNvSpPr>
          <p:nvPr>
            <p:ph type="body" sz="quarter" idx="15"/>
          </p:nvPr>
        </p:nvSpPr>
        <p:spPr/>
        <p:txBody>
          <a:bodyPr/>
          <a:lstStyle/>
          <a:p>
            <a:r>
              <a:rPr kumimoji="1" lang="ja-JP" altLang="en-US" dirty="0"/>
              <a:t>メソッドに仕事をしてもらうときに、仕事をする上で必要なのが</a:t>
            </a:r>
            <a:r>
              <a:rPr kumimoji="1" lang="ja-JP" altLang="en-US" dirty="0">
                <a:solidFill>
                  <a:srgbClr val="FF0000"/>
                </a:solidFill>
              </a:rPr>
              <a:t>引数</a:t>
            </a:r>
            <a:endParaRPr kumimoji="1" lang="en-US" altLang="ja-JP" dirty="0">
              <a:solidFill>
                <a:srgbClr val="FF0000"/>
              </a:solidFill>
            </a:endParaRPr>
          </a:p>
          <a:p>
            <a:r>
              <a:rPr lang="ja-JP" altLang="en-US" dirty="0"/>
              <a:t>メソッドが仕事を終わった際に、呼び出し元に結果を戻す上で必要なのが戻り値</a:t>
            </a:r>
            <a:endParaRPr lang="en-US" altLang="ja-JP" dirty="0"/>
          </a:p>
          <a:p>
            <a:r>
              <a:rPr kumimoji="1" lang="ja-JP" altLang="en-US" dirty="0"/>
              <a:t>引数と戻り値のそれぞれの役割を切り分けて覚えよう</a:t>
            </a:r>
          </a:p>
        </p:txBody>
      </p:sp>
      <p:sp>
        <p:nvSpPr>
          <p:cNvPr id="7" name="テキスト プレースホルダー 6">
            <a:extLst>
              <a:ext uri="{FF2B5EF4-FFF2-40B4-BE49-F238E27FC236}">
                <a16:creationId xmlns:a16="http://schemas.microsoft.com/office/drawing/2014/main" id="{12878DEF-F324-4379-8447-7681E3FDA945}"/>
              </a:ext>
            </a:extLst>
          </p:cNvPr>
          <p:cNvSpPr>
            <a:spLocks noGrp="1"/>
          </p:cNvSpPr>
          <p:nvPr>
            <p:ph type="body" sz="quarter" idx="16"/>
          </p:nvPr>
        </p:nvSpPr>
        <p:spPr/>
        <p:txBody>
          <a:bodyPr/>
          <a:lstStyle/>
          <a:p>
            <a:endParaRPr kumimoji="1" lang="ja-JP" altLang="en-US"/>
          </a:p>
        </p:txBody>
      </p:sp>
    </p:spTree>
    <p:extLst>
      <p:ext uri="{BB962C8B-B14F-4D97-AF65-F5344CB8AC3E}">
        <p14:creationId xmlns:p14="http://schemas.microsoft.com/office/powerpoint/2010/main" val="17536715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611F7080-27A7-43F2-A810-14BE13C896F1}"/>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13548677-7DFC-4950-88B2-3F7EB15C6CFA}"/>
              </a:ext>
            </a:extLst>
          </p:cNvPr>
          <p:cNvSpPr>
            <a:spLocks noGrp="1"/>
          </p:cNvSpPr>
          <p:nvPr>
            <p:ph type="ctrTitle"/>
          </p:nvPr>
        </p:nvSpPr>
        <p:spPr/>
        <p:txBody>
          <a:bodyPr/>
          <a:lstStyle/>
          <a:p>
            <a:r>
              <a:rPr lang="en-US" altLang="ja-JP" dirty="0" err="1"/>
              <a:t>メソッド間のデータ受け渡し</a:t>
            </a:r>
            <a:endParaRPr kumimoji="1" lang="ja-JP" altLang="en-US" dirty="0"/>
          </a:p>
        </p:txBody>
      </p:sp>
      <p:sp>
        <p:nvSpPr>
          <p:cNvPr id="4" name="スライド番号プレースホルダー 3">
            <a:extLst>
              <a:ext uri="{FF2B5EF4-FFF2-40B4-BE49-F238E27FC236}">
                <a16:creationId xmlns:a16="http://schemas.microsoft.com/office/drawing/2014/main" id="{46C05524-0B15-4081-9B8F-43C4590DD17D}"/>
              </a:ext>
            </a:extLst>
          </p:cNvPr>
          <p:cNvSpPr>
            <a:spLocks noGrp="1"/>
          </p:cNvSpPr>
          <p:nvPr>
            <p:ph type="sldNum" sz="quarter" idx="4"/>
          </p:nvPr>
        </p:nvSpPr>
        <p:spPr/>
        <p:txBody>
          <a:bodyPr/>
          <a:lstStyle/>
          <a:p>
            <a:fld id="{00000000-1234-1234-1234-123412341234}" type="slidenum">
              <a:rPr lang="en" smtClean="0"/>
              <a:pPr/>
              <a:t>18</a:t>
            </a:fld>
            <a:endParaRPr lang="en" dirty="0"/>
          </a:p>
        </p:txBody>
      </p:sp>
      <p:sp>
        <p:nvSpPr>
          <p:cNvPr id="5" name="テキスト プレースホルダー 4">
            <a:extLst>
              <a:ext uri="{FF2B5EF4-FFF2-40B4-BE49-F238E27FC236}">
                <a16:creationId xmlns:a16="http://schemas.microsoft.com/office/drawing/2014/main" id="{181966A2-7F3A-4C15-89C7-D2D991809913}"/>
              </a:ext>
            </a:extLst>
          </p:cNvPr>
          <p:cNvSpPr>
            <a:spLocks noGrp="1"/>
          </p:cNvSpPr>
          <p:nvPr>
            <p:ph type="body" sz="quarter" idx="14"/>
          </p:nvPr>
        </p:nvSpPr>
        <p:spPr>
          <a:xfrm>
            <a:off x="462875" y="859491"/>
            <a:ext cx="8216900" cy="1434129"/>
          </a:xfrm>
        </p:spPr>
        <p:txBody>
          <a:bodyPr/>
          <a:lstStyle/>
          <a:p>
            <a:pPr marL="96838" indent="0">
              <a:buNone/>
            </a:pPr>
            <a:r>
              <a:rPr lang="en-US" altLang="ja-JP" sz="1400" dirty="0">
                <a:cs typeface="MS Gothic"/>
                <a:sym typeface="MS Gothic"/>
              </a:rPr>
              <a:t>checkAnswer</a:t>
            </a:r>
            <a:r>
              <a:rPr kumimoji="1" lang="ja-JP" altLang="en-US" dirty="0"/>
              <a:t>というメソッドは</a:t>
            </a:r>
            <a:r>
              <a:rPr lang="ja-JP" altLang="en-US" dirty="0"/>
              <a:t>、クイズの正当を確認するためのメソッドです。</a:t>
            </a:r>
            <a:br>
              <a:rPr kumimoji="1" lang="ja-JP" altLang="en-US" dirty="0"/>
            </a:br>
            <a:r>
              <a:rPr kumimoji="1" lang="ja-JP" altLang="en-US" dirty="0"/>
              <a:t>そのため、①の問題文表示や②の回答入力はメソッドの中で行うべきではなく、③の正当判別のみを行うべきです。</a:t>
            </a:r>
          </a:p>
          <a:p>
            <a:pPr marL="96838" indent="0">
              <a:buNone/>
            </a:pPr>
            <a:r>
              <a:rPr kumimoji="1" lang="ja-JP" altLang="en-US" dirty="0"/>
              <a:t>でも、そうすると入力された回答や、正しい答え、正当判別後の文字表示もないまま終わってしまいます。</a:t>
            </a:r>
          </a:p>
          <a:p>
            <a:pPr marL="96838" indent="0">
              <a:buNone/>
            </a:pPr>
            <a:r>
              <a:rPr kumimoji="1" lang="ja-JP" altLang="en-US" dirty="0"/>
              <a:t>そこで、下の図のようにメソッド間でデータを受け渡す、ということを考えます。</a:t>
            </a:r>
          </a:p>
        </p:txBody>
      </p:sp>
      <p:sp>
        <p:nvSpPr>
          <p:cNvPr id="6" name="Google Shape;207;p26">
            <a:extLst>
              <a:ext uri="{FF2B5EF4-FFF2-40B4-BE49-F238E27FC236}">
                <a16:creationId xmlns:a16="http://schemas.microsoft.com/office/drawing/2014/main" id="{D00F9652-38E5-46D9-8947-B25E6696BFD6}"/>
              </a:ext>
            </a:extLst>
          </p:cNvPr>
          <p:cNvSpPr/>
          <p:nvPr/>
        </p:nvSpPr>
        <p:spPr>
          <a:xfrm>
            <a:off x="688554" y="2492184"/>
            <a:ext cx="2520250" cy="2217699"/>
          </a:xfrm>
          <a:prstGeom prst="roundRect">
            <a:avLst>
              <a:gd name="adj" fmla="val 6085"/>
            </a:avLst>
          </a:prstGeom>
          <a:solidFill>
            <a:schemeClr val="bg1"/>
          </a:solidFill>
          <a:ln w="635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dirty="0" err="1">
                <a:solidFill>
                  <a:schemeClr val="dk1"/>
                </a:solidFill>
                <a:cs typeface="Meiryo"/>
                <a:sym typeface="Meiryo"/>
              </a:rPr>
              <a:t>呼び出し元</a:t>
            </a:r>
            <a:endParaRPr dirty="0"/>
          </a:p>
          <a:p>
            <a:pPr marL="0" marR="0" lvl="0" indent="0" algn="ctr" rtl="0">
              <a:spcBef>
                <a:spcPts val="0"/>
              </a:spcBef>
              <a:spcAft>
                <a:spcPts val="0"/>
              </a:spcAft>
              <a:buNone/>
            </a:pPr>
            <a:endParaRPr sz="1800" dirty="0">
              <a:solidFill>
                <a:schemeClr val="dk1"/>
              </a:solidFill>
              <a:cs typeface="Meiryo"/>
              <a:sym typeface="Meiryo"/>
            </a:endParaRPr>
          </a:p>
          <a:p>
            <a:pPr marL="0" marR="0" lvl="0" indent="0" algn="ctr" rtl="0">
              <a:spcBef>
                <a:spcPts val="0"/>
              </a:spcBef>
              <a:spcAft>
                <a:spcPts val="0"/>
              </a:spcAft>
              <a:buNone/>
            </a:pPr>
            <a:endParaRPr sz="1800" dirty="0">
              <a:solidFill>
                <a:schemeClr val="dk1"/>
              </a:solidFill>
              <a:cs typeface="Meiryo"/>
              <a:sym typeface="Meiryo"/>
            </a:endParaRPr>
          </a:p>
          <a:p>
            <a:pPr marL="0" marR="0" lvl="0" indent="0" algn="ctr" rtl="0">
              <a:spcBef>
                <a:spcPts val="0"/>
              </a:spcBef>
              <a:spcAft>
                <a:spcPts val="0"/>
              </a:spcAft>
              <a:buNone/>
            </a:pPr>
            <a:r>
              <a:rPr lang="en-US" sz="1800" dirty="0" err="1">
                <a:solidFill>
                  <a:schemeClr val="dk1"/>
                </a:solidFill>
                <a:cs typeface="Meiryo"/>
                <a:sym typeface="Meiryo"/>
              </a:rPr>
              <a:t>メソッド呼び出し</a:t>
            </a:r>
            <a:endParaRPr dirty="0"/>
          </a:p>
        </p:txBody>
      </p:sp>
      <p:sp>
        <p:nvSpPr>
          <p:cNvPr id="7" name="Google Shape;208;p26">
            <a:extLst>
              <a:ext uri="{FF2B5EF4-FFF2-40B4-BE49-F238E27FC236}">
                <a16:creationId xmlns:a16="http://schemas.microsoft.com/office/drawing/2014/main" id="{660615A9-6D3A-4C8E-A258-BC369D0457EA}"/>
              </a:ext>
            </a:extLst>
          </p:cNvPr>
          <p:cNvSpPr/>
          <p:nvPr/>
        </p:nvSpPr>
        <p:spPr>
          <a:xfrm>
            <a:off x="6075484" y="2492184"/>
            <a:ext cx="2520250" cy="2217700"/>
          </a:xfrm>
          <a:prstGeom prst="roundRect">
            <a:avLst>
              <a:gd name="adj" fmla="val 6703"/>
            </a:avLst>
          </a:prstGeom>
          <a:solidFill>
            <a:schemeClr val="bg1"/>
          </a:solidFill>
          <a:ln w="635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cs typeface="Meiryo"/>
                <a:sym typeface="Meiryo"/>
              </a:rPr>
              <a:t>メソッド</a:t>
            </a:r>
            <a:endParaRPr/>
          </a:p>
          <a:p>
            <a:pPr marL="0" marR="0" lvl="0" indent="0" algn="ctr" rtl="0">
              <a:spcBef>
                <a:spcPts val="0"/>
              </a:spcBef>
              <a:spcAft>
                <a:spcPts val="0"/>
              </a:spcAft>
              <a:buNone/>
            </a:pPr>
            <a:endParaRPr sz="1800">
              <a:solidFill>
                <a:schemeClr val="dk1"/>
              </a:solidFill>
              <a:cs typeface="Meiryo"/>
              <a:sym typeface="Meiryo"/>
            </a:endParaRPr>
          </a:p>
          <a:p>
            <a:pPr marL="0" marR="0" lvl="0" indent="0" algn="ctr" rtl="0">
              <a:spcBef>
                <a:spcPts val="0"/>
              </a:spcBef>
              <a:spcAft>
                <a:spcPts val="0"/>
              </a:spcAft>
              <a:buNone/>
            </a:pPr>
            <a:endParaRPr sz="1800">
              <a:solidFill>
                <a:schemeClr val="dk1"/>
              </a:solidFill>
              <a:cs typeface="Meiryo"/>
              <a:sym typeface="Meiryo"/>
            </a:endParaRPr>
          </a:p>
          <a:p>
            <a:pPr marL="0" marR="0" lvl="0" indent="0" algn="ctr" rtl="0">
              <a:spcBef>
                <a:spcPts val="0"/>
              </a:spcBef>
              <a:spcAft>
                <a:spcPts val="0"/>
              </a:spcAft>
              <a:buNone/>
            </a:pPr>
            <a:r>
              <a:rPr lang="en-US" sz="1800">
                <a:solidFill>
                  <a:schemeClr val="dk1"/>
                </a:solidFill>
                <a:cs typeface="Meiryo"/>
                <a:sym typeface="Meiryo"/>
              </a:rPr>
              <a:t>メソッド内の処理</a:t>
            </a:r>
            <a:endParaRPr/>
          </a:p>
          <a:p>
            <a:pPr marL="0" marR="0" lvl="0" indent="0" algn="ctr" rtl="0">
              <a:spcBef>
                <a:spcPts val="0"/>
              </a:spcBef>
              <a:spcAft>
                <a:spcPts val="0"/>
              </a:spcAft>
              <a:buNone/>
            </a:pPr>
            <a:r>
              <a:rPr lang="en-US" sz="1800">
                <a:solidFill>
                  <a:schemeClr val="dk1"/>
                </a:solidFill>
                <a:cs typeface="Meiryo"/>
                <a:sym typeface="Meiryo"/>
              </a:rPr>
              <a:t>：</a:t>
            </a:r>
            <a:endParaRPr sz="1800">
              <a:solidFill>
                <a:schemeClr val="dk1"/>
              </a:solidFill>
              <a:cs typeface="Meiryo"/>
              <a:sym typeface="Meiryo"/>
            </a:endParaRPr>
          </a:p>
        </p:txBody>
      </p:sp>
      <p:sp>
        <p:nvSpPr>
          <p:cNvPr id="8" name="Google Shape;209;p26">
            <a:extLst>
              <a:ext uri="{FF2B5EF4-FFF2-40B4-BE49-F238E27FC236}">
                <a16:creationId xmlns:a16="http://schemas.microsoft.com/office/drawing/2014/main" id="{37E65F5F-B2ED-44F9-A58C-90A04A206ACC}"/>
              </a:ext>
            </a:extLst>
          </p:cNvPr>
          <p:cNvSpPr/>
          <p:nvPr/>
        </p:nvSpPr>
        <p:spPr>
          <a:xfrm rot="20775407">
            <a:off x="2956545" y="2813382"/>
            <a:ext cx="3112373" cy="432048"/>
          </a:xfrm>
          <a:prstGeom prst="righ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cs typeface="Meiryo"/>
              <a:sym typeface="Meiryo"/>
            </a:endParaRPr>
          </a:p>
        </p:txBody>
      </p:sp>
      <p:sp>
        <p:nvSpPr>
          <p:cNvPr id="9" name="Google Shape;210;p26">
            <a:extLst>
              <a:ext uri="{FF2B5EF4-FFF2-40B4-BE49-F238E27FC236}">
                <a16:creationId xmlns:a16="http://schemas.microsoft.com/office/drawing/2014/main" id="{50F10E35-DAB9-4C62-9244-349A0388724B}"/>
              </a:ext>
            </a:extLst>
          </p:cNvPr>
          <p:cNvSpPr/>
          <p:nvPr/>
        </p:nvSpPr>
        <p:spPr>
          <a:xfrm rot="11626768">
            <a:off x="2927149" y="3841741"/>
            <a:ext cx="3112373" cy="432048"/>
          </a:xfrm>
          <a:prstGeom prst="righ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cs typeface="Meiryo"/>
              <a:sym typeface="Meiryo"/>
            </a:endParaRPr>
          </a:p>
        </p:txBody>
      </p:sp>
      <p:sp>
        <p:nvSpPr>
          <p:cNvPr id="10" name="Google Shape;211;p26">
            <a:extLst>
              <a:ext uri="{FF2B5EF4-FFF2-40B4-BE49-F238E27FC236}">
                <a16:creationId xmlns:a16="http://schemas.microsoft.com/office/drawing/2014/main" id="{500720B9-EB4D-4F1A-969D-A6511BC904E3}"/>
              </a:ext>
            </a:extLst>
          </p:cNvPr>
          <p:cNvSpPr/>
          <p:nvPr/>
        </p:nvSpPr>
        <p:spPr>
          <a:xfrm>
            <a:off x="3856876" y="2621652"/>
            <a:ext cx="1332494" cy="79208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cs typeface="Meiryo"/>
                <a:sym typeface="Meiryo"/>
              </a:rPr>
              <a:t>データ</a:t>
            </a:r>
            <a:endParaRPr/>
          </a:p>
        </p:txBody>
      </p:sp>
      <p:sp>
        <p:nvSpPr>
          <p:cNvPr id="11" name="Google Shape;212;p26">
            <a:extLst>
              <a:ext uri="{FF2B5EF4-FFF2-40B4-BE49-F238E27FC236}">
                <a16:creationId xmlns:a16="http://schemas.microsoft.com/office/drawing/2014/main" id="{0C58485A-3252-49BB-840C-4F7FD0CB006F}"/>
              </a:ext>
            </a:extLst>
          </p:cNvPr>
          <p:cNvSpPr/>
          <p:nvPr/>
        </p:nvSpPr>
        <p:spPr>
          <a:xfrm>
            <a:off x="3856876" y="3751313"/>
            <a:ext cx="1332494" cy="79208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cs typeface="Meiryo"/>
                <a:sym typeface="Meiryo"/>
              </a:rPr>
              <a:t>データ</a:t>
            </a:r>
            <a:endParaRPr/>
          </a:p>
        </p:txBody>
      </p:sp>
    </p:spTree>
    <p:extLst>
      <p:ext uri="{BB962C8B-B14F-4D97-AF65-F5344CB8AC3E}">
        <p14:creationId xmlns:p14="http://schemas.microsoft.com/office/powerpoint/2010/main" val="9495147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2B2C3D01-865C-4758-A9F7-2E035B1D6CD7}"/>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A52AE433-6D32-494D-8565-056C80102D71}"/>
              </a:ext>
            </a:extLst>
          </p:cNvPr>
          <p:cNvSpPr>
            <a:spLocks noGrp="1"/>
          </p:cNvSpPr>
          <p:nvPr>
            <p:ph type="ctrTitle"/>
          </p:nvPr>
        </p:nvSpPr>
        <p:spPr/>
        <p:txBody>
          <a:bodyPr/>
          <a:lstStyle/>
          <a:p>
            <a:r>
              <a:rPr lang="en-US" altLang="ja-JP" dirty="0" err="1"/>
              <a:t>メソッド間のデータの受け渡し</a:t>
            </a:r>
            <a:endParaRPr kumimoji="1" lang="ja-JP" altLang="en-US" dirty="0"/>
          </a:p>
        </p:txBody>
      </p:sp>
      <p:sp>
        <p:nvSpPr>
          <p:cNvPr id="4" name="スライド番号プレースホルダー 3">
            <a:extLst>
              <a:ext uri="{FF2B5EF4-FFF2-40B4-BE49-F238E27FC236}">
                <a16:creationId xmlns:a16="http://schemas.microsoft.com/office/drawing/2014/main" id="{96B33D55-6AAC-4322-B25F-6D1AFA805CC3}"/>
              </a:ext>
            </a:extLst>
          </p:cNvPr>
          <p:cNvSpPr>
            <a:spLocks noGrp="1"/>
          </p:cNvSpPr>
          <p:nvPr>
            <p:ph type="sldNum" sz="quarter" idx="4"/>
          </p:nvPr>
        </p:nvSpPr>
        <p:spPr/>
        <p:txBody>
          <a:bodyPr/>
          <a:lstStyle/>
          <a:p>
            <a:fld id="{00000000-1234-1234-1234-123412341234}" type="slidenum">
              <a:rPr lang="en" smtClean="0"/>
              <a:pPr/>
              <a:t>19</a:t>
            </a:fld>
            <a:endParaRPr lang="en" dirty="0"/>
          </a:p>
        </p:txBody>
      </p:sp>
      <p:sp>
        <p:nvSpPr>
          <p:cNvPr id="5" name="テキスト プレースホルダー 4">
            <a:extLst>
              <a:ext uri="{FF2B5EF4-FFF2-40B4-BE49-F238E27FC236}">
                <a16:creationId xmlns:a16="http://schemas.microsoft.com/office/drawing/2014/main" id="{3CFF5DA0-C45B-43CB-A680-F23FC9717317}"/>
              </a:ext>
            </a:extLst>
          </p:cNvPr>
          <p:cNvSpPr>
            <a:spLocks noGrp="1"/>
          </p:cNvSpPr>
          <p:nvPr>
            <p:ph type="body" sz="quarter" idx="14"/>
          </p:nvPr>
        </p:nvSpPr>
        <p:spPr>
          <a:xfrm>
            <a:off x="462875" y="859491"/>
            <a:ext cx="8216900" cy="352089"/>
          </a:xfrm>
        </p:spPr>
        <p:txBody>
          <a:bodyPr/>
          <a:lstStyle/>
          <a:p>
            <a:pPr marL="96838" indent="0">
              <a:buNone/>
            </a:pPr>
            <a:r>
              <a:rPr lang="ja-JP" altLang="en-US" dirty="0"/>
              <a:t>では、先ほどの</a:t>
            </a:r>
            <a:r>
              <a:rPr lang="en-US" altLang="ja-JP" dirty="0"/>
              <a:t>MethodSample</a:t>
            </a:r>
            <a:r>
              <a:rPr lang="ja-JP" altLang="en-US" dirty="0"/>
              <a:t>プログラムをこのように修正すればいいでしょうか。</a:t>
            </a:r>
          </a:p>
        </p:txBody>
      </p:sp>
      <p:sp>
        <p:nvSpPr>
          <p:cNvPr id="6" name="Google Shape;144;p19">
            <a:extLst>
              <a:ext uri="{FF2B5EF4-FFF2-40B4-BE49-F238E27FC236}">
                <a16:creationId xmlns:a16="http://schemas.microsoft.com/office/drawing/2014/main" id="{9F87B1AC-1610-4046-839F-830C4C2A1864}"/>
              </a:ext>
            </a:extLst>
          </p:cNvPr>
          <p:cNvSpPr/>
          <p:nvPr/>
        </p:nvSpPr>
        <p:spPr>
          <a:xfrm>
            <a:off x="462875" y="1188720"/>
            <a:ext cx="8163673" cy="3673356"/>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chemeClr val="dk1"/>
                </a:solidFill>
                <a:cs typeface="MS Gothic"/>
                <a:sym typeface="MS Gothic"/>
              </a:rPr>
              <a:t>public class </a:t>
            </a:r>
            <a:r>
              <a:rPr lang="en-US" sz="1400" dirty="0" err="1">
                <a:solidFill>
                  <a:schemeClr val="dk1"/>
                </a:solidFill>
                <a:cs typeface="MS Gothic"/>
                <a:sym typeface="MS Gothic"/>
              </a:rPr>
              <a:t>MethodSample</a:t>
            </a:r>
            <a:r>
              <a:rPr lang="en-US" sz="1400" dirty="0">
                <a:solidFill>
                  <a:schemeClr val="dk1"/>
                </a:solidFill>
                <a:cs typeface="MS Gothic"/>
                <a:sym typeface="MS Gothic"/>
              </a:rPr>
              <a:t> {</a:t>
            </a:r>
          </a:p>
          <a:p>
            <a:pPr marL="0" marR="0" lvl="0" indent="0" algn="l" rtl="0">
              <a:spcBef>
                <a:spcPts val="0"/>
              </a:spcBef>
              <a:spcAft>
                <a:spcPts val="0"/>
              </a:spcAft>
              <a:buNone/>
            </a:pPr>
            <a:r>
              <a:rPr lang="en-US" sz="1400" dirty="0">
                <a:solidFill>
                  <a:schemeClr val="dk1"/>
                </a:solidFill>
                <a:cs typeface="MS Gothic"/>
                <a:sym typeface="MS Gothic"/>
              </a:rPr>
              <a:t>	public static void main(String[] </a:t>
            </a:r>
            <a:r>
              <a:rPr lang="en-US" sz="1400" dirty="0" err="1">
                <a:solidFill>
                  <a:schemeClr val="dk1"/>
                </a:solidFill>
                <a:cs typeface="MS Gothic"/>
                <a:sym typeface="MS Gothic"/>
              </a:rPr>
              <a:t>args</a:t>
            </a:r>
            <a:r>
              <a:rPr lang="en-US" sz="1400" dirty="0">
                <a:solidFill>
                  <a:schemeClr val="dk1"/>
                </a:solidFill>
                <a:cs typeface="MS Gothic"/>
                <a:sym typeface="MS Gothic"/>
              </a:rPr>
              <a:t>) {</a:t>
            </a:r>
          </a:p>
          <a:p>
            <a:pPr marL="0" marR="0" lvl="0" indent="0" algn="l" rtl="0">
              <a:spcBef>
                <a:spcPts val="0"/>
              </a:spcBef>
              <a:spcAft>
                <a:spcPts val="0"/>
              </a:spcAft>
              <a:buNone/>
            </a:pPr>
            <a:r>
              <a:rPr lang="en-US" sz="1400" dirty="0">
                <a:solidFill>
                  <a:schemeClr val="dk1"/>
                </a:solidFill>
                <a:cs typeface="MS Gothic"/>
                <a:sym typeface="MS Gothic"/>
              </a:rPr>
              <a:t>		System.out.println("</a:t>
            </a:r>
            <a:r>
              <a:rPr lang="ja-JP" altLang="en-US" sz="1400" dirty="0">
                <a:solidFill>
                  <a:schemeClr val="dk1"/>
                </a:solidFill>
                <a:cs typeface="MS Gothic"/>
                <a:sym typeface="MS Gothic"/>
              </a:rPr>
              <a:t>メソッドのサンプルです</a:t>
            </a:r>
            <a:r>
              <a:rPr lang="en-US" altLang="ja-JP" sz="1400" dirty="0">
                <a:solidFill>
                  <a:schemeClr val="dk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		</a:t>
            </a:r>
            <a:r>
              <a:rPr lang="en-US" sz="1400" dirty="0">
                <a:solidFill>
                  <a:schemeClr val="accent1"/>
                </a:solidFill>
                <a:cs typeface="MS Gothic"/>
                <a:sym typeface="MS Gothic"/>
              </a:rPr>
              <a:t>System.out.println("</a:t>
            </a:r>
            <a:r>
              <a:rPr lang="ja-JP" altLang="en-US" sz="1400" dirty="0">
                <a:solidFill>
                  <a:schemeClr val="accent1"/>
                </a:solidFill>
                <a:cs typeface="MS Gothic"/>
                <a:sym typeface="MS Gothic"/>
              </a:rPr>
              <a:t>木になる赤い果物と言えば何？　ひらがなで答えてください。</a:t>
            </a:r>
            <a:r>
              <a:rPr lang="en-US" altLang="ja-JP" sz="1400" dirty="0">
                <a:solidFill>
                  <a:schemeClr val="accent1"/>
                </a:solidFill>
                <a:cs typeface="MS Gothic"/>
                <a:sym typeface="MS Gothic"/>
              </a:rPr>
              <a:t>");</a:t>
            </a:r>
          </a:p>
          <a:p>
            <a:pPr marL="0" marR="0" lvl="0" indent="0" algn="l" rtl="0">
              <a:spcBef>
                <a:spcPts val="0"/>
              </a:spcBef>
              <a:spcAft>
                <a:spcPts val="0"/>
              </a:spcAft>
              <a:buNone/>
            </a:pPr>
            <a:r>
              <a:rPr lang="en-US" altLang="ja-JP" sz="1400" dirty="0">
                <a:solidFill>
                  <a:schemeClr val="accent1"/>
                </a:solidFill>
                <a:cs typeface="MS Gothic"/>
                <a:sym typeface="MS Gothic"/>
              </a:rPr>
              <a:t>		</a:t>
            </a:r>
            <a:r>
              <a:rPr lang="en-US" sz="1400" dirty="0">
                <a:solidFill>
                  <a:schemeClr val="accent1"/>
                </a:solidFill>
                <a:cs typeface="MS Gothic"/>
                <a:sym typeface="MS Gothic"/>
              </a:rPr>
              <a:t>String input = new java.util.Scanner(System.in).nextLine();</a:t>
            </a:r>
          </a:p>
          <a:p>
            <a:pPr marL="0" marR="0" lvl="0" indent="0" algn="l" rtl="0">
              <a:spcBef>
                <a:spcPts val="0"/>
              </a:spcBef>
              <a:spcAft>
                <a:spcPts val="0"/>
              </a:spcAft>
              <a:buNone/>
            </a:pPr>
            <a:r>
              <a:rPr lang="en-US" sz="1400" dirty="0">
                <a:solidFill>
                  <a:schemeClr val="accent1"/>
                </a:solidFill>
                <a:cs typeface="MS Gothic"/>
                <a:sym typeface="MS Gothic"/>
              </a:rPr>
              <a:t>		checkAnswer();</a:t>
            </a:r>
          </a:p>
          <a:p>
            <a:pPr marL="0" marR="0" lvl="0" indent="0" algn="l" rtl="0">
              <a:spcBef>
                <a:spcPts val="0"/>
              </a:spcBef>
              <a:spcAft>
                <a:spcPts val="0"/>
              </a:spcAft>
              <a:buNone/>
            </a:pPr>
            <a:r>
              <a:rPr lang="en-US" sz="1400" dirty="0">
                <a:solidFill>
                  <a:schemeClr val="accent1"/>
                </a:solidFill>
                <a:cs typeface="MS Gothic"/>
                <a:sym typeface="MS Gothic"/>
              </a:rPr>
              <a:t>		if (</a:t>
            </a:r>
            <a:r>
              <a:rPr lang="en-US" sz="1400" dirty="0" err="1">
                <a:solidFill>
                  <a:schemeClr val="accent1"/>
                </a:solidFill>
                <a:cs typeface="MS Gothic"/>
                <a:sym typeface="MS Gothic"/>
              </a:rPr>
              <a:t>answerFlag</a:t>
            </a:r>
            <a:r>
              <a:rPr lang="en-US" sz="1400" dirty="0">
                <a:solidFill>
                  <a:schemeClr val="accent1"/>
                </a:solidFill>
                <a:cs typeface="MS Gothic"/>
                <a:sym typeface="MS Gothic"/>
              </a:rPr>
              <a:t>) {</a:t>
            </a:r>
          </a:p>
          <a:p>
            <a:pPr marL="0" marR="0" lvl="0" indent="0" algn="l" rtl="0">
              <a:spcBef>
                <a:spcPts val="0"/>
              </a:spcBef>
              <a:spcAft>
                <a:spcPts val="0"/>
              </a:spcAft>
              <a:buNone/>
            </a:pPr>
            <a:r>
              <a:rPr lang="en-US" sz="1400" dirty="0">
                <a:solidFill>
                  <a:schemeClr val="accent1"/>
                </a:solidFill>
                <a:cs typeface="MS Gothic"/>
                <a:sym typeface="MS Gothic"/>
              </a:rPr>
              <a:t>			System.out.println("</a:t>
            </a:r>
            <a:r>
              <a:rPr lang="ja-JP" altLang="en-US" sz="1400" dirty="0">
                <a:solidFill>
                  <a:schemeClr val="accent1"/>
                </a:solidFill>
                <a:cs typeface="MS Gothic"/>
                <a:sym typeface="MS Gothic"/>
              </a:rPr>
              <a:t>正解です！</a:t>
            </a:r>
            <a:r>
              <a:rPr lang="en-US" altLang="ja-JP" sz="1400" dirty="0">
                <a:solidFill>
                  <a:schemeClr val="accent1"/>
                </a:solidFill>
                <a:cs typeface="MS Gothic"/>
                <a:sym typeface="MS Gothic"/>
              </a:rPr>
              <a:t>");</a:t>
            </a:r>
          </a:p>
          <a:p>
            <a:pPr marL="0" marR="0" lvl="0" indent="0" algn="l" rtl="0">
              <a:spcBef>
                <a:spcPts val="0"/>
              </a:spcBef>
              <a:spcAft>
                <a:spcPts val="0"/>
              </a:spcAft>
              <a:buNone/>
            </a:pPr>
            <a:r>
              <a:rPr lang="en-US" altLang="ja-JP" sz="1400" dirty="0">
                <a:solidFill>
                  <a:schemeClr val="accent1"/>
                </a:solidFill>
                <a:cs typeface="MS Gothic"/>
                <a:sym typeface="MS Gothic"/>
              </a:rPr>
              <a:t>		} </a:t>
            </a:r>
            <a:r>
              <a:rPr lang="en-US" sz="1400" dirty="0">
                <a:solidFill>
                  <a:schemeClr val="accent1"/>
                </a:solidFill>
                <a:cs typeface="MS Gothic"/>
                <a:sym typeface="MS Gothic"/>
              </a:rPr>
              <a:t>else {</a:t>
            </a:r>
          </a:p>
          <a:p>
            <a:pPr marL="0" marR="0" lvl="0" indent="0" algn="l" rtl="0">
              <a:spcBef>
                <a:spcPts val="0"/>
              </a:spcBef>
              <a:spcAft>
                <a:spcPts val="0"/>
              </a:spcAft>
              <a:buNone/>
            </a:pPr>
            <a:r>
              <a:rPr lang="en-US" sz="1400" dirty="0">
                <a:solidFill>
                  <a:schemeClr val="accent1"/>
                </a:solidFill>
                <a:cs typeface="MS Gothic"/>
                <a:sym typeface="MS Gothic"/>
              </a:rPr>
              <a:t>			System.out.println("</a:t>
            </a:r>
            <a:r>
              <a:rPr lang="ja-JP" altLang="en-US" sz="1400" dirty="0">
                <a:solidFill>
                  <a:schemeClr val="accent1"/>
                </a:solidFill>
                <a:cs typeface="MS Gothic"/>
                <a:sym typeface="MS Gothic"/>
              </a:rPr>
              <a:t>はずれです</a:t>
            </a:r>
            <a:r>
              <a:rPr lang="en-US" altLang="ja-JP" sz="1400" dirty="0">
                <a:solidFill>
                  <a:schemeClr val="accent1"/>
                </a:solidFill>
                <a:cs typeface="MS Gothic"/>
                <a:sym typeface="MS Gothic"/>
              </a:rPr>
              <a:t>…");</a:t>
            </a:r>
          </a:p>
          <a:p>
            <a:pPr marL="0" marR="0" lvl="0" indent="0" algn="l" rtl="0">
              <a:spcBef>
                <a:spcPts val="0"/>
              </a:spcBef>
              <a:spcAft>
                <a:spcPts val="0"/>
              </a:spcAft>
              <a:buNone/>
            </a:pPr>
            <a:r>
              <a:rPr lang="en-US" altLang="ja-JP" sz="1400" dirty="0">
                <a:solidFill>
                  <a:schemeClr val="accent1"/>
                </a:solidFill>
                <a:cs typeface="MS Gothic"/>
                <a:sym typeface="MS Gothic"/>
              </a:rPr>
              <a:t>		}</a:t>
            </a:r>
          </a:p>
          <a:p>
            <a:pPr marL="0" marR="0" lvl="0" indent="0" algn="l" rtl="0">
              <a:spcBef>
                <a:spcPts val="0"/>
              </a:spcBef>
              <a:spcAft>
                <a:spcPts val="0"/>
              </a:spcAft>
              <a:buNone/>
            </a:pPr>
            <a:r>
              <a:rPr lang="en-US" altLang="ja-JP" sz="1400" dirty="0">
                <a:solidFill>
                  <a:schemeClr val="dk1"/>
                </a:solidFill>
                <a:cs typeface="MS Gothic"/>
                <a:sym typeface="MS Gothic"/>
              </a:rPr>
              <a:t>	}</a:t>
            </a:r>
          </a:p>
          <a:p>
            <a:pPr marL="0" marR="0" lvl="0" indent="0" algn="l" rtl="0">
              <a:spcBef>
                <a:spcPts val="0"/>
              </a:spcBef>
              <a:spcAft>
                <a:spcPts val="0"/>
              </a:spcAft>
              <a:buNone/>
            </a:pPr>
            <a:r>
              <a:rPr lang="en-US" altLang="ja-JP" sz="1400" dirty="0">
                <a:solidFill>
                  <a:schemeClr val="dk1"/>
                </a:solidFill>
                <a:cs typeface="MS Gothic"/>
                <a:sym typeface="MS Gothic"/>
              </a:rPr>
              <a:t>	</a:t>
            </a:r>
            <a:r>
              <a:rPr lang="en-US" sz="1400" dirty="0">
                <a:solidFill>
                  <a:schemeClr val="dk1"/>
                </a:solidFill>
                <a:cs typeface="MS Gothic"/>
                <a:sym typeface="MS Gothic"/>
              </a:rPr>
              <a:t>public static void checkAnswer() {</a:t>
            </a:r>
          </a:p>
          <a:p>
            <a:r>
              <a:rPr lang="en-US" sz="1400" dirty="0">
                <a:solidFill>
                  <a:schemeClr val="dk1"/>
                </a:solidFill>
                <a:cs typeface="MS Gothic"/>
                <a:sym typeface="MS Gothic"/>
              </a:rPr>
              <a:t>		</a:t>
            </a:r>
            <a:r>
              <a:rPr lang="en-US" altLang="ja-JP" sz="1400" dirty="0">
                <a:cs typeface="MS Gothic"/>
                <a:sym typeface="MS Gothic"/>
              </a:rPr>
              <a:t>String answer = "</a:t>
            </a:r>
            <a:r>
              <a:rPr lang="ja-JP" altLang="en-US" sz="1400" dirty="0">
                <a:cs typeface="MS Gothic"/>
                <a:sym typeface="MS Gothic"/>
              </a:rPr>
              <a:t>りんご</a:t>
            </a:r>
            <a:r>
              <a:rPr lang="en-US" altLang="ja-JP" sz="1400" dirty="0">
                <a:cs typeface="MS Gothic"/>
                <a:sym typeface="MS Gothic"/>
              </a:rPr>
              <a:t>";</a:t>
            </a:r>
            <a:endParaRPr lang="en-US" sz="1400" dirty="0">
              <a:cs typeface="MS Gothic"/>
              <a:sym typeface="MS Gothic"/>
            </a:endParaRPr>
          </a:p>
          <a:p>
            <a:pPr marL="0" marR="0" lvl="0" indent="0" algn="l" rtl="0">
              <a:spcBef>
                <a:spcPts val="0"/>
              </a:spcBef>
              <a:spcAft>
                <a:spcPts val="0"/>
              </a:spcAft>
              <a:buNone/>
            </a:pPr>
            <a:r>
              <a:rPr lang="en-US" sz="1400" dirty="0">
                <a:solidFill>
                  <a:schemeClr val="dk1"/>
                </a:solidFill>
                <a:cs typeface="MS Gothic"/>
                <a:sym typeface="MS Gothic"/>
              </a:rPr>
              <a:t>		</a:t>
            </a:r>
            <a:r>
              <a:rPr lang="en-US" sz="1400" dirty="0" err="1">
                <a:solidFill>
                  <a:schemeClr val="dk1"/>
                </a:solidFill>
                <a:cs typeface="MS Gothic"/>
                <a:sym typeface="MS Gothic"/>
              </a:rPr>
              <a:t>boolean</a:t>
            </a:r>
            <a:r>
              <a:rPr lang="en-US" sz="1400" dirty="0">
                <a:solidFill>
                  <a:schemeClr val="dk1"/>
                </a:solidFill>
                <a:cs typeface="MS Gothic"/>
                <a:sym typeface="MS Gothic"/>
              </a:rPr>
              <a:t> </a:t>
            </a:r>
            <a:r>
              <a:rPr lang="en-US" sz="1400" dirty="0" err="1">
                <a:solidFill>
                  <a:schemeClr val="dk1"/>
                </a:solidFill>
                <a:cs typeface="MS Gothic"/>
                <a:sym typeface="MS Gothic"/>
              </a:rPr>
              <a:t>answerFlag</a:t>
            </a:r>
            <a:r>
              <a:rPr lang="en-US" sz="1400" dirty="0">
                <a:solidFill>
                  <a:schemeClr val="dk1"/>
                </a:solidFill>
                <a:cs typeface="MS Gothic"/>
                <a:sym typeface="MS Gothic"/>
              </a:rPr>
              <a:t> = answer.equals(input);</a:t>
            </a:r>
          </a:p>
          <a:p>
            <a:pPr marL="0" marR="0" lvl="0" indent="0" algn="l" rtl="0">
              <a:spcBef>
                <a:spcPts val="0"/>
              </a:spcBef>
              <a:spcAft>
                <a:spcPts val="0"/>
              </a:spcAft>
              <a:buNone/>
            </a:pPr>
            <a:r>
              <a:rPr lang="en-US" sz="1400" dirty="0">
                <a:solidFill>
                  <a:schemeClr val="dk1"/>
                </a:solidFill>
                <a:cs typeface="MS Gothic"/>
                <a:sym typeface="MS Gothic"/>
              </a:rPr>
              <a:t>	}</a:t>
            </a:r>
          </a:p>
          <a:p>
            <a:pPr marL="0" marR="0" lvl="0" indent="0" algn="l" rtl="0">
              <a:spcBef>
                <a:spcPts val="0"/>
              </a:spcBef>
              <a:spcAft>
                <a:spcPts val="0"/>
              </a:spcAft>
              <a:buNone/>
            </a:pPr>
            <a:r>
              <a:rPr lang="en-US" sz="1400" dirty="0">
                <a:solidFill>
                  <a:schemeClr val="dk1"/>
                </a:solidFill>
                <a:cs typeface="MS Gothic"/>
                <a:sym typeface="MS Gothic"/>
              </a:rPr>
              <a:t>}</a:t>
            </a:r>
          </a:p>
        </p:txBody>
      </p:sp>
    </p:spTree>
    <p:extLst>
      <p:ext uri="{BB962C8B-B14F-4D97-AF65-F5344CB8AC3E}">
        <p14:creationId xmlns:p14="http://schemas.microsoft.com/office/powerpoint/2010/main" val="4205615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9F3D980F-EBCA-41F6-8B06-6C5B5EB51F0F}"/>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81181DD9-F9F3-48EA-8547-EA83621209D1}"/>
              </a:ext>
            </a:extLst>
          </p:cNvPr>
          <p:cNvSpPr>
            <a:spLocks noGrp="1"/>
          </p:cNvSpPr>
          <p:nvPr>
            <p:ph type="ctrTitle"/>
          </p:nvPr>
        </p:nvSpPr>
        <p:spPr/>
        <p:txBody>
          <a:bodyPr/>
          <a:lstStyle/>
          <a:p>
            <a:r>
              <a:rPr lang="en-US" altLang="ja-JP" dirty="0" err="1"/>
              <a:t>変数のスコープ</a:t>
            </a:r>
            <a:endParaRPr kumimoji="1" lang="ja-JP" altLang="en-US" dirty="0"/>
          </a:p>
        </p:txBody>
      </p:sp>
      <p:sp>
        <p:nvSpPr>
          <p:cNvPr id="4" name="スライド番号プレースホルダー 3">
            <a:extLst>
              <a:ext uri="{FF2B5EF4-FFF2-40B4-BE49-F238E27FC236}">
                <a16:creationId xmlns:a16="http://schemas.microsoft.com/office/drawing/2014/main" id="{0AEF6E05-81EF-4594-B1CE-2D8C2C6461D1}"/>
              </a:ext>
            </a:extLst>
          </p:cNvPr>
          <p:cNvSpPr>
            <a:spLocks noGrp="1"/>
          </p:cNvSpPr>
          <p:nvPr>
            <p:ph type="sldNum" sz="quarter" idx="4"/>
          </p:nvPr>
        </p:nvSpPr>
        <p:spPr/>
        <p:txBody>
          <a:bodyPr/>
          <a:lstStyle/>
          <a:p>
            <a:fld id="{00000000-1234-1234-1234-123412341234}" type="slidenum">
              <a:rPr lang="en" smtClean="0"/>
              <a:pPr/>
              <a:t>20</a:t>
            </a:fld>
            <a:endParaRPr lang="en" dirty="0"/>
          </a:p>
        </p:txBody>
      </p:sp>
      <p:sp>
        <p:nvSpPr>
          <p:cNvPr id="5" name="テキスト プレースホルダー 4">
            <a:extLst>
              <a:ext uri="{FF2B5EF4-FFF2-40B4-BE49-F238E27FC236}">
                <a16:creationId xmlns:a16="http://schemas.microsoft.com/office/drawing/2014/main" id="{138E593E-FC57-4B56-AAA4-914B0C773AAB}"/>
              </a:ext>
            </a:extLst>
          </p:cNvPr>
          <p:cNvSpPr>
            <a:spLocks noGrp="1"/>
          </p:cNvSpPr>
          <p:nvPr>
            <p:ph type="body" sz="quarter" idx="14"/>
          </p:nvPr>
        </p:nvSpPr>
        <p:spPr/>
        <p:txBody>
          <a:bodyPr/>
          <a:lstStyle/>
          <a:p>
            <a:pPr marL="96838" indent="0">
              <a:buNone/>
            </a:pPr>
            <a:r>
              <a:rPr kumimoji="1" lang="ja-JP" altLang="en-US" dirty="0"/>
              <a:t>変数にはスコープと呼ばれる有効範囲があります。</a:t>
            </a:r>
            <a:endParaRPr kumimoji="1" lang="en-US" altLang="ja-JP" dirty="0"/>
          </a:p>
          <a:p>
            <a:pPr marL="96838" indent="0">
              <a:buNone/>
            </a:pPr>
            <a:r>
              <a:rPr kumimoji="1" lang="ja-JP" altLang="en-US" dirty="0"/>
              <a:t>忘れてしまった人は</a:t>
            </a:r>
            <a:r>
              <a:rPr kumimoji="1" lang="en-US" altLang="ja-JP" dirty="0"/>
              <a:t>if</a:t>
            </a:r>
            <a:r>
              <a:rPr kumimoji="1" lang="ja-JP" altLang="en-US" dirty="0"/>
              <a:t>文、</a:t>
            </a:r>
            <a:r>
              <a:rPr kumimoji="1" lang="en-US" altLang="ja-JP" dirty="0"/>
              <a:t>while</a:t>
            </a:r>
            <a:r>
              <a:rPr kumimoji="1" lang="ja-JP" altLang="en-US" dirty="0"/>
              <a:t>文のときに学習していますので復習してみましょう。</a:t>
            </a:r>
          </a:p>
          <a:p>
            <a:pPr marL="96838" indent="0">
              <a:buNone/>
            </a:pPr>
            <a:r>
              <a:rPr kumimoji="1" lang="ja-JP" altLang="en-US" dirty="0"/>
              <a:t>前のページのプログラムでは</a:t>
            </a:r>
            <a:endParaRPr kumimoji="1" lang="en-US" altLang="ja-JP" dirty="0"/>
          </a:p>
          <a:p>
            <a:pPr lvl="1"/>
            <a:r>
              <a:rPr kumimoji="1" lang="ja-JP" altLang="en-US" b="1" dirty="0">
                <a:solidFill>
                  <a:schemeClr val="accent1"/>
                </a:solidFill>
              </a:rPr>
              <a:t>変数</a:t>
            </a:r>
            <a:r>
              <a:rPr kumimoji="1" lang="en-US" altLang="ja-JP" b="1" dirty="0">
                <a:solidFill>
                  <a:schemeClr val="accent1"/>
                </a:solidFill>
              </a:rPr>
              <a:t>input</a:t>
            </a:r>
            <a:r>
              <a:rPr kumimoji="1" lang="ja-JP" altLang="en-US" b="1" dirty="0">
                <a:solidFill>
                  <a:schemeClr val="accent1"/>
                </a:solidFill>
              </a:rPr>
              <a:t>は</a:t>
            </a:r>
            <a:r>
              <a:rPr kumimoji="1" lang="en-US" altLang="ja-JP" b="1" dirty="0">
                <a:solidFill>
                  <a:schemeClr val="accent1"/>
                </a:solidFill>
              </a:rPr>
              <a:t>main</a:t>
            </a:r>
            <a:r>
              <a:rPr kumimoji="1" lang="ja-JP" altLang="en-US" b="1" dirty="0">
                <a:solidFill>
                  <a:schemeClr val="accent1"/>
                </a:solidFill>
              </a:rPr>
              <a:t>メソッドの中で宣言しているので、</a:t>
            </a:r>
            <a:r>
              <a:rPr kumimoji="1" lang="en-US" altLang="ja-JP" b="1" dirty="0">
                <a:solidFill>
                  <a:schemeClr val="accent1"/>
                </a:solidFill>
              </a:rPr>
              <a:t>main</a:t>
            </a:r>
            <a:r>
              <a:rPr kumimoji="1" lang="ja-JP" altLang="en-US" b="1" dirty="0">
                <a:solidFill>
                  <a:schemeClr val="accent1"/>
                </a:solidFill>
              </a:rPr>
              <a:t>メソッドの中でしか使えません。</a:t>
            </a:r>
          </a:p>
          <a:p>
            <a:pPr lvl="1"/>
            <a:r>
              <a:rPr kumimoji="1" lang="ja-JP" altLang="en-US" b="1" dirty="0">
                <a:solidFill>
                  <a:schemeClr val="accent1"/>
                </a:solidFill>
              </a:rPr>
              <a:t>変数</a:t>
            </a:r>
            <a:r>
              <a:rPr kumimoji="1" lang="en-US" altLang="ja-JP" b="1" dirty="0" err="1">
                <a:solidFill>
                  <a:schemeClr val="accent1"/>
                </a:solidFill>
              </a:rPr>
              <a:t>answerFlag</a:t>
            </a:r>
            <a:r>
              <a:rPr kumimoji="1" lang="ja-JP" altLang="en-US" b="1" dirty="0">
                <a:solidFill>
                  <a:schemeClr val="accent1"/>
                </a:solidFill>
              </a:rPr>
              <a:t>は</a:t>
            </a:r>
            <a:r>
              <a:rPr kumimoji="1" lang="en-US" altLang="ja-JP" b="1" dirty="0">
                <a:solidFill>
                  <a:schemeClr val="accent1"/>
                </a:solidFill>
              </a:rPr>
              <a:t>checkAnswer</a:t>
            </a:r>
            <a:r>
              <a:rPr kumimoji="1" lang="ja-JP" altLang="en-US" b="1" dirty="0">
                <a:solidFill>
                  <a:schemeClr val="accent1"/>
                </a:solidFill>
              </a:rPr>
              <a:t>メソッド内で宣言しているので、</a:t>
            </a:r>
            <a:r>
              <a:rPr kumimoji="1" lang="en-US" altLang="ja-JP" b="1" dirty="0">
                <a:solidFill>
                  <a:schemeClr val="accent1"/>
                </a:solidFill>
              </a:rPr>
              <a:t> checkAnswer</a:t>
            </a:r>
            <a:r>
              <a:rPr kumimoji="1" lang="ja-JP" altLang="en-US" b="1" dirty="0">
                <a:solidFill>
                  <a:schemeClr val="accent1"/>
                </a:solidFill>
              </a:rPr>
              <a:t>メソッドの中でしか使えません。</a:t>
            </a:r>
          </a:p>
          <a:p>
            <a:pPr marL="96838" indent="0">
              <a:buNone/>
            </a:pPr>
            <a:r>
              <a:rPr kumimoji="1" lang="ja-JP" altLang="en-US" dirty="0"/>
              <a:t>そのため、コンパイルエラーになってしまいます。</a:t>
            </a:r>
          </a:p>
          <a:p>
            <a:pPr marL="96838" indent="0">
              <a:buNone/>
            </a:pPr>
            <a:r>
              <a:rPr kumimoji="1" lang="en-US" altLang="ja-JP" dirty="0"/>
              <a:t>checkAnswer</a:t>
            </a:r>
            <a:r>
              <a:rPr kumimoji="1" lang="ja-JP" altLang="en-US" dirty="0"/>
              <a:t>メソッドの中でも変数</a:t>
            </a:r>
            <a:r>
              <a:rPr kumimoji="1" lang="en-US" altLang="ja-JP" dirty="0"/>
              <a:t>input</a:t>
            </a:r>
            <a:r>
              <a:rPr kumimoji="1" lang="ja-JP" altLang="en-US" dirty="0"/>
              <a:t>を宣言すればコンパイルエラーにならないと考える人もいると思います。</a:t>
            </a:r>
            <a:endParaRPr kumimoji="1" lang="en-US" altLang="ja-JP" dirty="0"/>
          </a:p>
          <a:p>
            <a:pPr marL="96838" indent="0">
              <a:buNone/>
            </a:pPr>
            <a:r>
              <a:rPr kumimoji="1" lang="ja-JP" altLang="en-US" dirty="0"/>
              <a:t>しかし、「宣言」というのは新しく箱を作ることでした。新しく作った箱には</a:t>
            </a:r>
            <a:endParaRPr kumimoji="1" lang="en-US" altLang="ja-JP" dirty="0"/>
          </a:p>
          <a:p>
            <a:pPr marL="96838" indent="0">
              <a:buNone/>
            </a:pPr>
            <a:r>
              <a:rPr kumimoji="1" lang="ja-JP" altLang="en-US" dirty="0"/>
              <a:t>まだ何もデータが入っていないので参照することはできません。</a:t>
            </a:r>
          </a:p>
          <a:p>
            <a:pPr marL="96838" indent="0">
              <a:buNone/>
            </a:pPr>
            <a:r>
              <a:rPr kumimoji="1" lang="ja-JP" altLang="en-US" b="1" dirty="0">
                <a:solidFill>
                  <a:schemeClr val="tx2"/>
                </a:solidFill>
              </a:rPr>
              <a:t>箱の名前が同じだったら自動的にデータが受け渡されるわけではないのです。</a:t>
            </a:r>
          </a:p>
          <a:p>
            <a:pPr marL="96838" indent="0">
              <a:buNone/>
            </a:pPr>
            <a:r>
              <a:rPr kumimoji="1" lang="ja-JP" altLang="en-US" dirty="0"/>
              <a:t>そのため、</a:t>
            </a:r>
            <a:r>
              <a:rPr kumimoji="1" lang="ja-JP" altLang="en-US" b="1" dirty="0">
                <a:solidFill>
                  <a:schemeClr val="tx2"/>
                </a:solidFill>
              </a:rPr>
              <a:t>データを受け渡す仕組み</a:t>
            </a:r>
            <a:r>
              <a:rPr kumimoji="1" lang="ja-JP" altLang="en-US" dirty="0"/>
              <a:t>が必要になります。</a:t>
            </a:r>
          </a:p>
          <a:p>
            <a:pPr marL="96838" indent="0">
              <a:buNone/>
            </a:pPr>
            <a:endParaRPr kumimoji="1" lang="ja-JP" altLang="en-US" dirty="0"/>
          </a:p>
        </p:txBody>
      </p:sp>
    </p:spTree>
    <p:extLst>
      <p:ext uri="{BB962C8B-B14F-4D97-AF65-F5344CB8AC3E}">
        <p14:creationId xmlns:p14="http://schemas.microsoft.com/office/powerpoint/2010/main" val="19960512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A8F20996-88BC-45E2-98EA-FD09BD1C8646}"/>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27CED232-2F0E-4AC5-AACA-7354D39E6E02}"/>
              </a:ext>
            </a:extLst>
          </p:cNvPr>
          <p:cNvSpPr>
            <a:spLocks noGrp="1"/>
          </p:cNvSpPr>
          <p:nvPr>
            <p:ph type="ctrTitle"/>
          </p:nvPr>
        </p:nvSpPr>
        <p:spPr/>
        <p:txBody>
          <a:bodyPr/>
          <a:lstStyle/>
          <a:p>
            <a:r>
              <a:rPr lang="en-US" altLang="ja-JP" dirty="0" err="1"/>
              <a:t>引数と戻り値</a:t>
            </a:r>
            <a:endParaRPr kumimoji="1" lang="ja-JP" altLang="en-US" dirty="0"/>
          </a:p>
        </p:txBody>
      </p:sp>
      <p:sp>
        <p:nvSpPr>
          <p:cNvPr id="4" name="スライド番号プレースホルダー 3">
            <a:extLst>
              <a:ext uri="{FF2B5EF4-FFF2-40B4-BE49-F238E27FC236}">
                <a16:creationId xmlns:a16="http://schemas.microsoft.com/office/drawing/2014/main" id="{C97FF034-7733-43E7-8D5B-DAD731D576CC}"/>
              </a:ext>
            </a:extLst>
          </p:cNvPr>
          <p:cNvSpPr>
            <a:spLocks noGrp="1"/>
          </p:cNvSpPr>
          <p:nvPr>
            <p:ph type="sldNum" sz="quarter" idx="4"/>
          </p:nvPr>
        </p:nvSpPr>
        <p:spPr/>
        <p:txBody>
          <a:bodyPr/>
          <a:lstStyle/>
          <a:p>
            <a:fld id="{00000000-1234-1234-1234-123412341234}" type="slidenum">
              <a:rPr lang="en" smtClean="0"/>
              <a:pPr/>
              <a:t>21</a:t>
            </a:fld>
            <a:endParaRPr lang="en" dirty="0"/>
          </a:p>
        </p:txBody>
      </p:sp>
      <p:sp>
        <p:nvSpPr>
          <p:cNvPr id="5" name="テキスト プレースホルダー 4">
            <a:extLst>
              <a:ext uri="{FF2B5EF4-FFF2-40B4-BE49-F238E27FC236}">
                <a16:creationId xmlns:a16="http://schemas.microsoft.com/office/drawing/2014/main" id="{5721FB2D-915B-43F4-8F83-9DE023101BAF}"/>
              </a:ext>
            </a:extLst>
          </p:cNvPr>
          <p:cNvSpPr>
            <a:spLocks noGrp="1"/>
          </p:cNvSpPr>
          <p:nvPr>
            <p:ph type="body" sz="quarter" idx="14"/>
          </p:nvPr>
        </p:nvSpPr>
        <p:spPr>
          <a:xfrm>
            <a:off x="462875" y="859491"/>
            <a:ext cx="5267365" cy="1769409"/>
          </a:xfrm>
        </p:spPr>
        <p:txBody>
          <a:bodyPr/>
          <a:lstStyle/>
          <a:p>
            <a:pPr marL="96838" indent="0">
              <a:buNone/>
            </a:pPr>
            <a:r>
              <a:rPr kumimoji="1" lang="ja-JP" altLang="en-US" dirty="0"/>
              <a:t>メソッド間でデータを受け渡す仕組みは引数と戻り値です。</a:t>
            </a:r>
          </a:p>
          <a:p>
            <a:pPr marL="96838" indent="0">
              <a:buNone/>
            </a:pPr>
            <a:r>
              <a:rPr kumimoji="1" lang="ja-JP" altLang="en-US" b="1" dirty="0">
                <a:solidFill>
                  <a:schemeClr val="tx2"/>
                </a:solidFill>
              </a:rPr>
              <a:t>引数</a:t>
            </a:r>
            <a:r>
              <a:rPr kumimoji="1" lang="ja-JP" altLang="en-US" b="1" dirty="0">
                <a:solidFill>
                  <a:schemeClr val="accent1"/>
                </a:solidFill>
              </a:rPr>
              <a:t>（ひきすう）</a:t>
            </a:r>
            <a:r>
              <a:rPr kumimoji="1" lang="ja-JP" altLang="en-US" b="1" dirty="0">
                <a:solidFill>
                  <a:schemeClr val="tx2"/>
                </a:solidFill>
              </a:rPr>
              <a:t>パラメータ</a:t>
            </a:r>
            <a:r>
              <a:rPr kumimoji="1" lang="ja-JP" altLang="en-US" b="1" dirty="0">
                <a:solidFill>
                  <a:schemeClr val="accent1"/>
                </a:solidFill>
              </a:rPr>
              <a:t>ともいいます。</a:t>
            </a:r>
            <a:br>
              <a:rPr kumimoji="1" lang="ja-JP" altLang="en-US" b="1" dirty="0">
                <a:solidFill>
                  <a:schemeClr val="accent1"/>
                </a:solidFill>
              </a:rPr>
            </a:br>
            <a:r>
              <a:rPr kumimoji="1" lang="ja-JP" altLang="en-US" dirty="0"/>
              <a:t>呼び出し元からメソッドに渡すデータのことです。</a:t>
            </a:r>
            <a:br>
              <a:rPr kumimoji="1" lang="ja-JP" altLang="en-US" dirty="0"/>
            </a:br>
            <a:r>
              <a:rPr kumimoji="1" lang="ja-JP" altLang="en-US" dirty="0"/>
              <a:t>何個でもＯＫです。</a:t>
            </a:r>
            <a:r>
              <a:rPr kumimoji="1" lang="en-US" altLang="ja-JP" dirty="0"/>
              <a:t>0</a:t>
            </a:r>
            <a:r>
              <a:rPr kumimoji="1" lang="ja-JP" altLang="en-US" dirty="0"/>
              <a:t>個（引数なし）でもＯＫです。</a:t>
            </a:r>
          </a:p>
          <a:p>
            <a:pPr marL="96838" indent="0">
              <a:buNone/>
            </a:pPr>
            <a:r>
              <a:rPr kumimoji="1" lang="ja-JP" altLang="en-US" b="1" dirty="0">
                <a:solidFill>
                  <a:schemeClr val="tx2"/>
                </a:solidFill>
              </a:rPr>
              <a:t>戻り値</a:t>
            </a:r>
            <a:r>
              <a:rPr kumimoji="1" lang="ja-JP" altLang="en-US" b="1" dirty="0">
                <a:solidFill>
                  <a:schemeClr val="accent1"/>
                </a:solidFill>
              </a:rPr>
              <a:t>（もどりち）</a:t>
            </a:r>
            <a:r>
              <a:rPr kumimoji="1" lang="ja-JP" altLang="en-US" b="1" dirty="0">
                <a:solidFill>
                  <a:schemeClr val="tx2"/>
                </a:solidFill>
              </a:rPr>
              <a:t>返り値</a:t>
            </a:r>
            <a:r>
              <a:rPr kumimoji="1" lang="ja-JP" altLang="en-US" b="1" dirty="0">
                <a:solidFill>
                  <a:schemeClr val="accent1"/>
                </a:solidFill>
              </a:rPr>
              <a:t>ともいいます。</a:t>
            </a:r>
            <a:endParaRPr kumimoji="1" lang="en-US" altLang="ja-JP" b="1" dirty="0">
              <a:solidFill>
                <a:schemeClr val="accent1"/>
              </a:solidFill>
            </a:endParaRPr>
          </a:p>
          <a:p>
            <a:pPr marL="96838" indent="0">
              <a:buNone/>
            </a:pPr>
            <a:r>
              <a:rPr kumimoji="1" lang="ja-JP" altLang="en-US" dirty="0"/>
              <a:t>メソッドから呼び出し元に渡すデータのことです。</a:t>
            </a:r>
            <a:endParaRPr kumimoji="1" lang="en-US" altLang="ja-JP" dirty="0"/>
          </a:p>
          <a:p>
            <a:pPr marL="96838" indent="0">
              <a:buNone/>
            </a:pPr>
            <a:r>
              <a:rPr kumimoji="1" lang="ja-JP" altLang="en-US" dirty="0"/>
              <a:t>個数は</a:t>
            </a:r>
            <a:r>
              <a:rPr kumimoji="1" lang="en-US" altLang="ja-JP" dirty="0"/>
              <a:t>0</a:t>
            </a:r>
            <a:r>
              <a:rPr kumimoji="1" lang="ja-JP" altLang="en-US" dirty="0"/>
              <a:t>か</a:t>
            </a:r>
            <a:r>
              <a:rPr kumimoji="1" lang="en-US" altLang="ja-JP" dirty="0"/>
              <a:t>1</a:t>
            </a:r>
            <a:r>
              <a:rPr kumimoji="1" lang="ja-JP" altLang="en-US" dirty="0"/>
              <a:t>です。</a:t>
            </a:r>
            <a:r>
              <a:rPr kumimoji="1" lang="en-US" altLang="ja-JP" dirty="0"/>
              <a:t>2</a:t>
            </a:r>
            <a:r>
              <a:rPr kumimoji="1" lang="ja-JP" altLang="en-US" dirty="0"/>
              <a:t>個以上のデータを戻すことはできません。</a:t>
            </a:r>
          </a:p>
          <a:p>
            <a:pPr marL="96838" indent="0">
              <a:buNone/>
            </a:pPr>
            <a:endParaRPr kumimoji="1" lang="ja-JP" altLang="en-US" dirty="0"/>
          </a:p>
        </p:txBody>
      </p:sp>
      <p:graphicFrame>
        <p:nvGraphicFramePr>
          <p:cNvPr id="6" name="Google Shape;241;p29">
            <a:extLst>
              <a:ext uri="{FF2B5EF4-FFF2-40B4-BE49-F238E27FC236}">
                <a16:creationId xmlns:a16="http://schemas.microsoft.com/office/drawing/2014/main" id="{7371300C-BF9D-4535-90BF-ED16098D1DCF}"/>
              </a:ext>
            </a:extLst>
          </p:cNvPr>
          <p:cNvGraphicFramePr/>
          <p:nvPr>
            <p:extLst>
              <p:ext uri="{D42A27DB-BD31-4B8C-83A1-F6EECF244321}">
                <p14:modId xmlns:p14="http://schemas.microsoft.com/office/powerpoint/2010/main" val="1851455755"/>
              </p:ext>
            </p:extLst>
          </p:nvPr>
        </p:nvGraphicFramePr>
        <p:xfrm>
          <a:off x="5584075" y="1094700"/>
          <a:ext cx="3096375" cy="1112550"/>
        </p:xfrm>
        <a:graphic>
          <a:graphicData uri="http://schemas.openxmlformats.org/drawingml/2006/table">
            <a:tbl>
              <a:tblPr firstRow="1" bandRow="1">
                <a:tableStyleId>{BDBED569-4797-4DF1-A0F4-6AAB3CD982D8}</a:tableStyleId>
              </a:tblPr>
              <a:tblGrid>
                <a:gridCol w="830725">
                  <a:extLst>
                    <a:ext uri="{9D8B030D-6E8A-4147-A177-3AD203B41FA5}">
                      <a16:colId xmlns:a16="http://schemas.microsoft.com/office/drawing/2014/main" val="20000"/>
                    </a:ext>
                  </a:extLst>
                </a:gridCol>
                <a:gridCol w="537425">
                  <a:extLst>
                    <a:ext uri="{9D8B030D-6E8A-4147-A177-3AD203B41FA5}">
                      <a16:colId xmlns:a16="http://schemas.microsoft.com/office/drawing/2014/main" val="20001"/>
                    </a:ext>
                  </a:extLst>
                </a:gridCol>
                <a:gridCol w="576075">
                  <a:extLst>
                    <a:ext uri="{9D8B030D-6E8A-4147-A177-3AD203B41FA5}">
                      <a16:colId xmlns:a16="http://schemas.microsoft.com/office/drawing/2014/main" val="20002"/>
                    </a:ext>
                  </a:extLst>
                </a:gridCol>
                <a:gridCol w="576075">
                  <a:extLst>
                    <a:ext uri="{9D8B030D-6E8A-4147-A177-3AD203B41FA5}">
                      <a16:colId xmlns:a16="http://schemas.microsoft.com/office/drawing/2014/main" val="20003"/>
                    </a:ext>
                  </a:extLst>
                </a:gridCol>
                <a:gridCol w="576075">
                  <a:extLst>
                    <a:ext uri="{9D8B030D-6E8A-4147-A177-3AD203B41FA5}">
                      <a16:colId xmlns:a16="http://schemas.microsoft.com/office/drawing/2014/main" val="20004"/>
                    </a:ext>
                  </a:extLst>
                </a:gridCol>
              </a:tblGrid>
              <a:tr h="370850">
                <a:tc>
                  <a:txBody>
                    <a:bodyPr/>
                    <a:lstStyle/>
                    <a:p>
                      <a:pPr marL="0" marR="0" lvl="0" indent="0" algn="l" rtl="0">
                        <a:spcBef>
                          <a:spcPts val="0"/>
                        </a:spcBef>
                        <a:spcAft>
                          <a:spcPts val="0"/>
                        </a:spcAft>
                        <a:buNone/>
                      </a:pPr>
                      <a:r>
                        <a:rPr lang="en-US" sz="1600" u="none" strike="noStrike" cap="none"/>
                        <a:t>個数</a:t>
                      </a:r>
                      <a:endParaRPr/>
                    </a:p>
                  </a:txBody>
                  <a:tcPr marL="91450" marR="91450" marT="45725" marB="45725"/>
                </a:tc>
                <a:tc>
                  <a:txBody>
                    <a:bodyPr/>
                    <a:lstStyle/>
                    <a:p>
                      <a:pPr marL="0" marR="0" lvl="0" indent="0" algn="ctr" rtl="0">
                        <a:spcBef>
                          <a:spcPts val="0"/>
                        </a:spcBef>
                        <a:spcAft>
                          <a:spcPts val="0"/>
                        </a:spcAft>
                        <a:buNone/>
                      </a:pPr>
                      <a:r>
                        <a:rPr lang="en-US" sz="1800" u="none" strike="noStrike" cap="none" dirty="0"/>
                        <a:t>0</a:t>
                      </a:r>
                      <a:endParaRPr sz="1800" u="none" strike="noStrike" cap="none" dirty="0"/>
                    </a:p>
                  </a:txBody>
                  <a:tcPr marL="91450" marR="91450" marT="45725" marB="45725"/>
                </a:tc>
                <a:tc>
                  <a:txBody>
                    <a:bodyPr/>
                    <a:lstStyle/>
                    <a:p>
                      <a:pPr marL="0" marR="0" lvl="0" indent="0" algn="ctr" rtl="0">
                        <a:spcBef>
                          <a:spcPts val="0"/>
                        </a:spcBef>
                        <a:spcAft>
                          <a:spcPts val="0"/>
                        </a:spcAft>
                        <a:buNone/>
                      </a:pPr>
                      <a:r>
                        <a:rPr lang="en-US" sz="1800" u="none" strike="noStrike" cap="none" dirty="0"/>
                        <a:t>1</a:t>
                      </a:r>
                      <a:endParaRPr sz="1800" u="none" strike="noStrike" cap="none" dirty="0"/>
                    </a:p>
                  </a:txBody>
                  <a:tcPr marL="91450" marR="91450" marT="45725" marB="45725"/>
                </a:tc>
                <a:tc>
                  <a:txBody>
                    <a:bodyPr/>
                    <a:lstStyle/>
                    <a:p>
                      <a:pPr marL="0" marR="0" lvl="0" indent="0" algn="ctr" rtl="0">
                        <a:spcBef>
                          <a:spcPts val="0"/>
                        </a:spcBef>
                        <a:spcAft>
                          <a:spcPts val="0"/>
                        </a:spcAft>
                        <a:buNone/>
                      </a:pPr>
                      <a:r>
                        <a:rPr lang="en-US" sz="1800" u="none" strike="noStrike" cap="none" dirty="0"/>
                        <a:t>2</a:t>
                      </a:r>
                      <a:endParaRPr sz="1800" u="none" strike="noStrike" cap="none" dirty="0"/>
                    </a:p>
                  </a:txBody>
                  <a:tcPr marL="91450" marR="91450" marT="45725" marB="45725"/>
                </a:tc>
                <a:tc>
                  <a:txBody>
                    <a:bodyPr/>
                    <a:lstStyle/>
                    <a:p>
                      <a:pPr marL="0" marR="0" lvl="0" indent="0" algn="ctr" rtl="0">
                        <a:spcBef>
                          <a:spcPts val="0"/>
                        </a:spcBef>
                        <a:spcAft>
                          <a:spcPts val="0"/>
                        </a:spcAft>
                        <a:buNone/>
                      </a:pPr>
                      <a:r>
                        <a:rPr lang="en-US" sz="1800" u="none" strike="noStrike" cap="none"/>
                        <a:t>3</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600" u="none" strike="noStrike" cap="none" dirty="0" err="1"/>
                        <a:t>引数</a:t>
                      </a:r>
                      <a:endParaRPr dirty="0"/>
                    </a:p>
                  </a:txBody>
                  <a:tcPr marL="91450" marR="91450" marT="45725" marB="45725"/>
                </a:tc>
                <a:tc>
                  <a:txBody>
                    <a:bodyPr/>
                    <a:lstStyle/>
                    <a:p>
                      <a:pPr marL="0" marR="0" lvl="0" indent="0" algn="ctr" rtl="0">
                        <a:spcBef>
                          <a:spcPts val="0"/>
                        </a:spcBef>
                        <a:spcAft>
                          <a:spcPts val="0"/>
                        </a:spcAft>
                        <a:buNone/>
                      </a:pPr>
                      <a:r>
                        <a:rPr lang="ja-JP" altLang="en-US" sz="1800" b="1" dirty="0">
                          <a:solidFill>
                            <a:schemeClr val="accent1"/>
                          </a:solidFill>
                        </a:rPr>
                        <a:t>〇</a:t>
                      </a:r>
                      <a:endParaRPr sz="1800" b="1" dirty="0">
                        <a:solidFill>
                          <a:schemeClr val="accent1"/>
                        </a:solidFill>
                      </a:endParaRPr>
                    </a:p>
                  </a:txBody>
                  <a:tcPr marL="91450" marR="91450" marT="45725" marB="45725"/>
                </a:tc>
                <a:tc>
                  <a:txBody>
                    <a:bodyPr/>
                    <a:lstStyle/>
                    <a:p>
                      <a:pPr marL="0" marR="0" lvl="0" indent="0" algn="ctr" rtl="0">
                        <a:spcBef>
                          <a:spcPts val="0"/>
                        </a:spcBef>
                        <a:spcAft>
                          <a:spcPts val="0"/>
                        </a:spcAft>
                        <a:buNone/>
                      </a:pPr>
                      <a:r>
                        <a:rPr lang="ja-JP" altLang="en-US" sz="1800" b="1" dirty="0">
                          <a:solidFill>
                            <a:schemeClr val="accent1"/>
                          </a:solidFill>
                        </a:rPr>
                        <a:t>〇</a:t>
                      </a:r>
                      <a:endParaRPr sz="1800" b="1" dirty="0">
                        <a:solidFill>
                          <a:schemeClr val="accent1"/>
                        </a:solidFill>
                      </a:endParaRPr>
                    </a:p>
                  </a:txBody>
                  <a:tcPr marL="91450" marR="91450" marT="45725" marB="45725"/>
                </a:tc>
                <a:tc>
                  <a:txBody>
                    <a:bodyPr/>
                    <a:lstStyle/>
                    <a:p>
                      <a:pPr marL="0" marR="0" lvl="0" indent="0" algn="ctr" rtl="0">
                        <a:spcBef>
                          <a:spcPts val="0"/>
                        </a:spcBef>
                        <a:spcAft>
                          <a:spcPts val="0"/>
                        </a:spcAft>
                        <a:buNone/>
                      </a:pPr>
                      <a:r>
                        <a:rPr lang="ja-JP" altLang="en-US" sz="1800" b="1" dirty="0">
                          <a:solidFill>
                            <a:schemeClr val="accent1"/>
                          </a:solidFill>
                        </a:rPr>
                        <a:t>〇</a:t>
                      </a:r>
                      <a:endParaRPr sz="1800" b="1" dirty="0">
                        <a:solidFill>
                          <a:schemeClr val="accent1"/>
                        </a:solidFill>
                      </a:endParaRPr>
                    </a:p>
                  </a:txBody>
                  <a:tcPr marL="91450" marR="91450" marT="45725" marB="45725"/>
                </a:tc>
                <a:tc>
                  <a:txBody>
                    <a:bodyPr/>
                    <a:lstStyle/>
                    <a:p>
                      <a:pPr marL="0" marR="0" lvl="0" indent="0" algn="ctr" rtl="0">
                        <a:spcBef>
                          <a:spcPts val="0"/>
                        </a:spcBef>
                        <a:spcAft>
                          <a:spcPts val="0"/>
                        </a:spcAft>
                        <a:buNone/>
                      </a:pPr>
                      <a:r>
                        <a:rPr lang="ja-JP" altLang="en-US" sz="1800" b="1" dirty="0">
                          <a:solidFill>
                            <a:schemeClr val="accent1"/>
                          </a:solidFill>
                        </a:rPr>
                        <a:t>〇</a:t>
                      </a:r>
                      <a:endParaRPr sz="1800" b="1" dirty="0">
                        <a:solidFill>
                          <a:schemeClr val="accent1"/>
                        </a:solidFill>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600"/>
                        <a:t>戻り値</a:t>
                      </a:r>
                      <a:endParaRPr/>
                    </a:p>
                  </a:txBody>
                  <a:tcPr marL="91450" marR="91450" marT="45725" marB="45725"/>
                </a:tc>
                <a:tc>
                  <a:txBody>
                    <a:bodyPr/>
                    <a:lstStyle/>
                    <a:p>
                      <a:pPr marL="0" marR="0" lvl="0" indent="0" algn="ctr" rtl="0">
                        <a:spcBef>
                          <a:spcPts val="0"/>
                        </a:spcBef>
                        <a:spcAft>
                          <a:spcPts val="0"/>
                        </a:spcAft>
                        <a:buNone/>
                      </a:pPr>
                      <a:r>
                        <a:rPr lang="ja-JP" altLang="en-US" sz="1800" b="1" dirty="0">
                          <a:solidFill>
                            <a:schemeClr val="accent1"/>
                          </a:solidFill>
                        </a:rPr>
                        <a:t>〇</a:t>
                      </a:r>
                      <a:endParaRPr sz="1800" b="1" dirty="0">
                        <a:solidFill>
                          <a:schemeClr val="accent1"/>
                        </a:solidFill>
                      </a:endParaRPr>
                    </a:p>
                  </a:txBody>
                  <a:tcPr marL="91450" marR="91450" marT="45725" marB="45725"/>
                </a:tc>
                <a:tc>
                  <a:txBody>
                    <a:bodyPr/>
                    <a:lstStyle/>
                    <a:p>
                      <a:pPr marL="0" marR="0" lvl="0" indent="0" algn="ctr" rtl="0">
                        <a:spcBef>
                          <a:spcPts val="0"/>
                        </a:spcBef>
                        <a:spcAft>
                          <a:spcPts val="0"/>
                        </a:spcAft>
                        <a:buNone/>
                      </a:pPr>
                      <a:r>
                        <a:rPr lang="ja-JP" altLang="en-US" sz="1800" b="1" dirty="0">
                          <a:solidFill>
                            <a:schemeClr val="accent1"/>
                          </a:solidFill>
                        </a:rPr>
                        <a:t>〇</a:t>
                      </a:r>
                      <a:endParaRPr sz="1800" b="1" dirty="0">
                        <a:solidFill>
                          <a:schemeClr val="accent1"/>
                        </a:solidFill>
                      </a:endParaRPr>
                    </a:p>
                  </a:txBody>
                  <a:tcPr marL="91450" marR="91450" marT="45725" marB="45725"/>
                </a:tc>
                <a:tc>
                  <a:txBody>
                    <a:bodyPr/>
                    <a:lstStyle/>
                    <a:p>
                      <a:pPr marL="0" marR="0" lvl="0" indent="0" algn="ctr" rtl="0">
                        <a:spcBef>
                          <a:spcPts val="0"/>
                        </a:spcBef>
                        <a:spcAft>
                          <a:spcPts val="0"/>
                        </a:spcAft>
                        <a:buNone/>
                      </a:pPr>
                      <a:r>
                        <a:rPr lang="en-US" altLang="ja-JP" sz="1800" b="1" dirty="0">
                          <a:solidFill>
                            <a:schemeClr val="tx2"/>
                          </a:solidFill>
                        </a:rPr>
                        <a:t>×</a:t>
                      </a:r>
                      <a:endParaRPr sz="1800" b="1" dirty="0">
                        <a:solidFill>
                          <a:schemeClr val="tx2"/>
                        </a:solidFill>
                      </a:endParaRPr>
                    </a:p>
                  </a:txBody>
                  <a:tcPr marL="91450" marR="91450" marT="45725" marB="45725"/>
                </a:tc>
                <a:tc>
                  <a:txBody>
                    <a:bodyPr/>
                    <a:lstStyle/>
                    <a:p>
                      <a:pPr marL="0" marR="0" lvl="0" indent="0" algn="ctr" rtl="0">
                        <a:spcBef>
                          <a:spcPts val="0"/>
                        </a:spcBef>
                        <a:spcAft>
                          <a:spcPts val="0"/>
                        </a:spcAft>
                        <a:buNone/>
                      </a:pPr>
                      <a:r>
                        <a:rPr lang="en-US" altLang="ja-JP" sz="1800" b="1" dirty="0">
                          <a:solidFill>
                            <a:schemeClr val="tx2"/>
                          </a:solidFill>
                        </a:rPr>
                        <a:t>×</a:t>
                      </a:r>
                      <a:endParaRPr sz="1800" b="1" dirty="0">
                        <a:solidFill>
                          <a:schemeClr val="tx2"/>
                        </a:solidFill>
                      </a:endParaRPr>
                    </a:p>
                  </a:txBody>
                  <a:tcPr marL="91450" marR="91450" marT="45725" marB="45725"/>
                </a:tc>
                <a:extLst>
                  <a:ext uri="{0D108BD9-81ED-4DB2-BD59-A6C34878D82A}">
                    <a16:rowId xmlns:a16="http://schemas.microsoft.com/office/drawing/2014/main" val="10002"/>
                  </a:ext>
                </a:extLst>
              </a:tr>
            </a:tbl>
          </a:graphicData>
        </a:graphic>
      </p:graphicFrame>
      <p:sp>
        <p:nvSpPr>
          <p:cNvPr id="7" name="Google Shape;207;p26">
            <a:extLst>
              <a:ext uri="{FF2B5EF4-FFF2-40B4-BE49-F238E27FC236}">
                <a16:creationId xmlns:a16="http://schemas.microsoft.com/office/drawing/2014/main" id="{9DAF715E-0759-4D07-A029-7533A634CF8D}"/>
              </a:ext>
            </a:extLst>
          </p:cNvPr>
          <p:cNvSpPr/>
          <p:nvPr/>
        </p:nvSpPr>
        <p:spPr>
          <a:xfrm>
            <a:off x="688554" y="2591244"/>
            <a:ext cx="2520250" cy="2217699"/>
          </a:xfrm>
          <a:prstGeom prst="roundRect">
            <a:avLst>
              <a:gd name="adj" fmla="val 6085"/>
            </a:avLst>
          </a:prstGeom>
          <a:solidFill>
            <a:schemeClr val="bg1"/>
          </a:solidFill>
          <a:ln w="635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dirty="0" err="1">
                <a:solidFill>
                  <a:schemeClr val="dk1"/>
                </a:solidFill>
                <a:cs typeface="Meiryo"/>
                <a:sym typeface="Meiryo"/>
              </a:rPr>
              <a:t>呼び出し元</a:t>
            </a:r>
            <a:endParaRPr dirty="0"/>
          </a:p>
          <a:p>
            <a:pPr marL="0" marR="0" lvl="0" indent="0" algn="ctr" rtl="0">
              <a:spcBef>
                <a:spcPts val="0"/>
              </a:spcBef>
              <a:spcAft>
                <a:spcPts val="0"/>
              </a:spcAft>
              <a:buNone/>
            </a:pPr>
            <a:endParaRPr sz="1800" dirty="0">
              <a:solidFill>
                <a:schemeClr val="dk1"/>
              </a:solidFill>
              <a:cs typeface="Meiryo"/>
              <a:sym typeface="Meiryo"/>
            </a:endParaRPr>
          </a:p>
          <a:p>
            <a:pPr marL="0" marR="0" lvl="0" indent="0" algn="ctr" rtl="0">
              <a:spcBef>
                <a:spcPts val="0"/>
              </a:spcBef>
              <a:spcAft>
                <a:spcPts val="0"/>
              </a:spcAft>
              <a:buNone/>
            </a:pPr>
            <a:endParaRPr sz="1800" dirty="0">
              <a:solidFill>
                <a:schemeClr val="dk1"/>
              </a:solidFill>
              <a:cs typeface="Meiryo"/>
              <a:sym typeface="Meiryo"/>
            </a:endParaRPr>
          </a:p>
          <a:p>
            <a:pPr marL="0" marR="0" lvl="0" indent="0" algn="ctr" rtl="0">
              <a:spcBef>
                <a:spcPts val="0"/>
              </a:spcBef>
              <a:spcAft>
                <a:spcPts val="0"/>
              </a:spcAft>
              <a:buNone/>
            </a:pPr>
            <a:r>
              <a:rPr lang="en-US" sz="1800" dirty="0" err="1">
                <a:solidFill>
                  <a:schemeClr val="dk1"/>
                </a:solidFill>
                <a:cs typeface="Meiryo"/>
                <a:sym typeface="Meiryo"/>
              </a:rPr>
              <a:t>メソッド呼び出し</a:t>
            </a:r>
            <a:endParaRPr dirty="0"/>
          </a:p>
        </p:txBody>
      </p:sp>
      <p:sp>
        <p:nvSpPr>
          <p:cNvPr id="8" name="Google Shape;208;p26">
            <a:extLst>
              <a:ext uri="{FF2B5EF4-FFF2-40B4-BE49-F238E27FC236}">
                <a16:creationId xmlns:a16="http://schemas.microsoft.com/office/drawing/2014/main" id="{A0A054C7-6799-457D-8282-3C2B19B3C4BE}"/>
              </a:ext>
            </a:extLst>
          </p:cNvPr>
          <p:cNvSpPr/>
          <p:nvPr/>
        </p:nvSpPr>
        <p:spPr>
          <a:xfrm>
            <a:off x="6075484" y="2591244"/>
            <a:ext cx="2520250" cy="2217700"/>
          </a:xfrm>
          <a:prstGeom prst="roundRect">
            <a:avLst>
              <a:gd name="adj" fmla="val 6703"/>
            </a:avLst>
          </a:prstGeom>
          <a:solidFill>
            <a:schemeClr val="bg1"/>
          </a:solidFill>
          <a:ln w="635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cs typeface="Meiryo"/>
                <a:sym typeface="Meiryo"/>
              </a:rPr>
              <a:t>メソッド</a:t>
            </a:r>
            <a:endParaRPr/>
          </a:p>
          <a:p>
            <a:pPr marL="0" marR="0" lvl="0" indent="0" algn="ctr" rtl="0">
              <a:spcBef>
                <a:spcPts val="0"/>
              </a:spcBef>
              <a:spcAft>
                <a:spcPts val="0"/>
              </a:spcAft>
              <a:buNone/>
            </a:pPr>
            <a:endParaRPr sz="1800">
              <a:solidFill>
                <a:schemeClr val="dk1"/>
              </a:solidFill>
              <a:cs typeface="Meiryo"/>
              <a:sym typeface="Meiryo"/>
            </a:endParaRPr>
          </a:p>
          <a:p>
            <a:pPr marL="0" marR="0" lvl="0" indent="0" algn="ctr" rtl="0">
              <a:spcBef>
                <a:spcPts val="0"/>
              </a:spcBef>
              <a:spcAft>
                <a:spcPts val="0"/>
              </a:spcAft>
              <a:buNone/>
            </a:pPr>
            <a:endParaRPr sz="1800">
              <a:solidFill>
                <a:schemeClr val="dk1"/>
              </a:solidFill>
              <a:cs typeface="Meiryo"/>
              <a:sym typeface="Meiryo"/>
            </a:endParaRPr>
          </a:p>
          <a:p>
            <a:pPr marL="0" marR="0" lvl="0" indent="0" algn="ctr" rtl="0">
              <a:spcBef>
                <a:spcPts val="0"/>
              </a:spcBef>
              <a:spcAft>
                <a:spcPts val="0"/>
              </a:spcAft>
              <a:buNone/>
            </a:pPr>
            <a:r>
              <a:rPr lang="en-US" sz="1800">
                <a:solidFill>
                  <a:schemeClr val="dk1"/>
                </a:solidFill>
                <a:cs typeface="Meiryo"/>
                <a:sym typeface="Meiryo"/>
              </a:rPr>
              <a:t>メソッド内の処理</a:t>
            </a:r>
            <a:endParaRPr/>
          </a:p>
          <a:p>
            <a:pPr marL="0" marR="0" lvl="0" indent="0" algn="ctr" rtl="0">
              <a:spcBef>
                <a:spcPts val="0"/>
              </a:spcBef>
              <a:spcAft>
                <a:spcPts val="0"/>
              </a:spcAft>
              <a:buNone/>
            </a:pPr>
            <a:r>
              <a:rPr lang="en-US" sz="1800">
                <a:solidFill>
                  <a:schemeClr val="dk1"/>
                </a:solidFill>
                <a:cs typeface="Meiryo"/>
                <a:sym typeface="Meiryo"/>
              </a:rPr>
              <a:t>：</a:t>
            </a:r>
            <a:endParaRPr sz="1800">
              <a:solidFill>
                <a:schemeClr val="dk1"/>
              </a:solidFill>
              <a:cs typeface="Meiryo"/>
              <a:sym typeface="Meiryo"/>
            </a:endParaRPr>
          </a:p>
        </p:txBody>
      </p:sp>
      <p:sp>
        <p:nvSpPr>
          <p:cNvPr id="9" name="Google Shape;209;p26">
            <a:extLst>
              <a:ext uri="{FF2B5EF4-FFF2-40B4-BE49-F238E27FC236}">
                <a16:creationId xmlns:a16="http://schemas.microsoft.com/office/drawing/2014/main" id="{7481DEE5-38C2-4615-B957-C1B1F6FE03F4}"/>
              </a:ext>
            </a:extLst>
          </p:cNvPr>
          <p:cNvSpPr/>
          <p:nvPr/>
        </p:nvSpPr>
        <p:spPr>
          <a:xfrm rot="20775407">
            <a:off x="2956545" y="2912442"/>
            <a:ext cx="3112373" cy="432048"/>
          </a:xfrm>
          <a:prstGeom prst="righ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cs typeface="Meiryo"/>
              <a:sym typeface="Meiryo"/>
            </a:endParaRPr>
          </a:p>
        </p:txBody>
      </p:sp>
      <p:sp>
        <p:nvSpPr>
          <p:cNvPr id="10" name="Google Shape;210;p26">
            <a:extLst>
              <a:ext uri="{FF2B5EF4-FFF2-40B4-BE49-F238E27FC236}">
                <a16:creationId xmlns:a16="http://schemas.microsoft.com/office/drawing/2014/main" id="{7BA5B70C-264B-43A5-A407-6DB54206A579}"/>
              </a:ext>
            </a:extLst>
          </p:cNvPr>
          <p:cNvSpPr/>
          <p:nvPr/>
        </p:nvSpPr>
        <p:spPr>
          <a:xfrm rot="11626768">
            <a:off x="2927149" y="3940801"/>
            <a:ext cx="3112373" cy="432048"/>
          </a:xfrm>
          <a:prstGeom prst="righ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cs typeface="Meiryo"/>
              <a:sym typeface="Meiryo"/>
            </a:endParaRPr>
          </a:p>
        </p:txBody>
      </p:sp>
      <p:sp>
        <p:nvSpPr>
          <p:cNvPr id="11" name="Google Shape;211;p26">
            <a:extLst>
              <a:ext uri="{FF2B5EF4-FFF2-40B4-BE49-F238E27FC236}">
                <a16:creationId xmlns:a16="http://schemas.microsoft.com/office/drawing/2014/main" id="{BD137E96-EF42-4029-B384-70836B6511AA}"/>
              </a:ext>
            </a:extLst>
          </p:cNvPr>
          <p:cNvSpPr/>
          <p:nvPr/>
        </p:nvSpPr>
        <p:spPr>
          <a:xfrm>
            <a:off x="3856876" y="2720712"/>
            <a:ext cx="1332494" cy="79208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cs typeface="Meiryo"/>
                <a:sym typeface="Meiryo"/>
              </a:rPr>
              <a:t>データ</a:t>
            </a:r>
            <a:endParaRPr/>
          </a:p>
        </p:txBody>
      </p:sp>
      <p:sp>
        <p:nvSpPr>
          <p:cNvPr id="12" name="Google Shape;212;p26">
            <a:extLst>
              <a:ext uri="{FF2B5EF4-FFF2-40B4-BE49-F238E27FC236}">
                <a16:creationId xmlns:a16="http://schemas.microsoft.com/office/drawing/2014/main" id="{8979F5E2-A1A2-46B9-B10E-56EB42A2BF79}"/>
              </a:ext>
            </a:extLst>
          </p:cNvPr>
          <p:cNvSpPr/>
          <p:nvPr/>
        </p:nvSpPr>
        <p:spPr>
          <a:xfrm>
            <a:off x="3856876" y="3850373"/>
            <a:ext cx="1332494" cy="79208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cs typeface="Meiryo"/>
                <a:sym typeface="Meiryo"/>
              </a:rPr>
              <a:t>データ</a:t>
            </a:r>
            <a:endParaRPr/>
          </a:p>
        </p:txBody>
      </p:sp>
    </p:spTree>
    <p:extLst>
      <p:ext uri="{BB962C8B-B14F-4D97-AF65-F5344CB8AC3E}">
        <p14:creationId xmlns:p14="http://schemas.microsoft.com/office/powerpoint/2010/main" val="3493943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FC65961B-B73F-4E19-BDBF-9751C2452A39}"/>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D4D5C0EC-748A-426B-8FCF-C2D5AB8B32BA}"/>
              </a:ext>
            </a:extLst>
          </p:cNvPr>
          <p:cNvSpPr>
            <a:spLocks noGrp="1"/>
          </p:cNvSpPr>
          <p:nvPr>
            <p:ph type="ctrTitle"/>
          </p:nvPr>
        </p:nvSpPr>
        <p:spPr/>
        <p:txBody>
          <a:bodyPr/>
          <a:lstStyle/>
          <a:p>
            <a:r>
              <a:rPr lang="en-US" altLang="ja-JP" dirty="0" err="1"/>
              <a:t>引数を受け取る</a:t>
            </a:r>
            <a:endParaRPr kumimoji="1" lang="ja-JP" altLang="en-US" dirty="0"/>
          </a:p>
        </p:txBody>
      </p:sp>
      <p:sp>
        <p:nvSpPr>
          <p:cNvPr id="4" name="スライド番号プレースホルダー 3">
            <a:extLst>
              <a:ext uri="{FF2B5EF4-FFF2-40B4-BE49-F238E27FC236}">
                <a16:creationId xmlns:a16="http://schemas.microsoft.com/office/drawing/2014/main" id="{7A46EDB4-AB36-47B4-A4A0-3407C7D442D7}"/>
              </a:ext>
            </a:extLst>
          </p:cNvPr>
          <p:cNvSpPr>
            <a:spLocks noGrp="1"/>
          </p:cNvSpPr>
          <p:nvPr>
            <p:ph type="sldNum" sz="quarter" idx="4"/>
          </p:nvPr>
        </p:nvSpPr>
        <p:spPr/>
        <p:txBody>
          <a:bodyPr/>
          <a:lstStyle/>
          <a:p>
            <a:fld id="{00000000-1234-1234-1234-123412341234}" type="slidenum">
              <a:rPr lang="en" smtClean="0"/>
              <a:pPr/>
              <a:t>22</a:t>
            </a:fld>
            <a:endParaRPr lang="en" dirty="0"/>
          </a:p>
        </p:txBody>
      </p:sp>
      <p:sp>
        <p:nvSpPr>
          <p:cNvPr id="5" name="テキスト プレースホルダー 4">
            <a:extLst>
              <a:ext uri="{FF2B5EF4-FFF2-40B4-BE49-F238E27FC236}">
                <a16:creationId xmlns:a16="http://schemas.microsoft.com/office/drawing/2014/main" id="{5C399C6B-F89A-4BA5-9518-44E98CEB73F0}"/>
              </a:ext>
            </a:extLst>
          </p:cNvPr>
          <p:cNvSpPr>
            <a:spLocks noGrp="1"/>
          </p:cNvSpPr>
          <p:nvPr>
            <p:ph type="body" sz="quarter" idx="14"/>
          </p:nvPr>
        </p:nvSpPr>
        <p:spPr>
          <a:xfrm>
            <a:off x="462875" y="859491"/>
            <a:ext cx="8216900" cy="794049"/>
          </a:xfrm>
        </p:spPr>
        <p:txBody>
          <a:bodyPr/>
          <a:lstStyle/>
          <a:p>
            <a:pPr marL="96838" indent="0">
              <a:buNone/>
            </a:pPr>
            <a:r>
              <a:rPr kumimoji="1" lang="ja-JP" altLang="en-US" dirty="0"/>
              <a:t>メソッドが引数を受け取るようにするためにはどうしたらいいでしょうか。</a:t>
            </a:r>
          </a:p>
          <a:p>
            <a:pPr marL="96838" indent="0">
              <a:buNone/>
            </a:pPr>
            <a:r>
              <a:rPr kumimoji="1" lang="ja-JP" altLang="en-US" dirty="0"/>
              <a:t>メソッド側はどんなデータが渡されるかわからないので、それを受け取る箱が</a:t>
            </a:r>
            <a:br>
              <a:rPr kumimoji="1" lang="ja-JP" altLang="en-US" dirty="0"/>
            </a:br>
            <a:r>
              <a:rPr kumimoji="1" lang="ja-JP" altLang="en-US" dirty="0"/>
              <a:t>必要になります。そのため、引数は変数で受け取ります。</a:t>
            </a:r>
          </a:p>
          <a:p>
            <a:pPr marL="96838" indent="0">
              <a:buNone/>
            </a:pPr>
            <a:endParaRPr kumimoji="1" lang="ja-JP" altLang="en-US" dirty="0"/>
          </a:p>
        </p:txBody>
      </p:sp>
      <p:sp>
        <p:nvSpPr>
          <p:cNvPr id="6" name="Google Shape;144;p19">
            <a:extLst>
              <a:ext uri="{FF2B5EF4-FFF2-40B4-BE49-F238E27FC236}">
                <a16:creationId xmlns:a16="http://schemas.microsoft.com/office/drawing/2014/main" id="{5A255AAD-514A-4D7F-A9DD-4AD585D198AC}"/>
              </a:ext>
            </a:extLst>
          </p:cNvPr>
          <p:cNvSpPr/>
          <p:nvPr/>
        </p:nvSpPr>
        <p:spPr>
          <a:xfrm>
            <a:off x="1249680" y="1592579"/>
            <a:ext cx="7223760" cy="2093373"/>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chemeClr val="dk1"/>
                </a:solidFill>
                <a:cs typeface="MS Gothic"/>
                <a:sym typeface="MS Gothic"/>
              </a:rPr>
              <a:t>public static void checkAnswer() {</a:t>
            </a:r>
          </a:p>
          <a:p>
            <a:pPr marL="0" marR="0" lvl="0" indent="0" algn="l" rtl="0">
              <a:spcBef>
                <a:spcPts val="0"/>
              </a:spcBef>
              <a:spcAft>
                <a:spcPts val="0"/>
              </a:spcAft>
              <a:buNone/>
            </a:pPr>
            <a:r>
              <a:rPr lang="ja-JP" altLang="en-US" sz="1400" dirty="0">
                <a:solidFill>
                  <a:schemeClr val="dk1"/>
                </a:solidFill>
                <a:cs typeface="MS Gothic"/>
                <a:sym typeface="MS Gothic"/>
              </a:rPr>
              <a:t>　　</a:t>
            </a:r>
            <a:r>
              <a:rPr lang="en-US" altLang="ja-JP" sz="1400" dirty="0">
                <a:cs typeface="MS Gothic"/>
                <a:sym typeface="MS Gothic"/>
              </a:rPr>
              <a:t>String answer</a:t>
            </a:r>
            <a:r>
              <a:rPr lang="ja-JP" altLang="en-US" sz="1400" dirty="0">
                <a:cs typeface="MS Gothic"/>
                <a:sym typeface="MS Gothic"/>
              </a:rPr>
              <a:t> </a:t>
            </a:r>
            <a:r>
              <a:rPr lang="en-US" altLang="ja-JP" sz="1400" dirty="0">
                <a:cs typeface="MS Gothic"/>
                <a:sym typeface="MS Gothic"/>
              </a:rPr>
              <a:t>=</a:t>
            </a:r>
            <a:r>
              <a:rPr lang="ja-JP" altLang="en-US" sz="1400" dirty="0">
                <a:cs typeface="MS Gothic"/>
                <a:sym typeface="MS Gothic"/>
              </a:rPr>
              <a:t> </a:t>
            </a:r>
            <a:r>
              <a:rPr lang="en-US" altLang="ja-JP" sz="1400" dirty="0">
                <a:cs typeface="MS Gothic"/>
                <a:sym typeface="MS Gothic"/>
              </a:rPr>
              <a:t>“</a:t>
            </a:r>
            <a:r>
              <a:rPr lang="ja-JP" altLang="en-US" sz="1400" dirty="0">
                <a:cs typeface="MS Gothic"/>
                <a:sym typeface="MS Gothic"/>
              </a:rPr>
              <a:t>りんご</a:t>
            </a:r>
            <a:r>
              <a:rPr lang="en-US" altLang="ja-JP" sz="1400" dirty="0">
                <a:cs typeface="MS Gothic"/>
                <a:sym typeface="MS Gothic"/>
              </a:rPr>
              <a:t>”;</a:t>
            </a:r>
            <a:endParaRPr lang="en-US" sz="1400" dirty="0">
              <a:cs typeface="MS Gothic"/>
              <a:sym typeface="MS Gothic"/>
            </a:endParaRPr>
          </a:p>
          <a:p>
            <a:pPr marL="0" marR="0" lvl="0" indent="0" algn="l" rtl="0">
              <a:spcBef>
                <a:spcPts val="0"/>
              </a:spcBef>
              <a:spcAft>
                <a:spcPts val="0"/>
              </a:spcAft>
              <a:buNone/>
            </a:pPr>
            <a:r>
              <a:rPr lang="en-US" sz="1400" dirty="0">
                <a:solidFill>
                  <a:schemeClr val="accent1"/>
                </a:solidFill>
                <a:cs typeface="MS Gothic"/>
                <a:sym typeface="MS Gothic"/>
              </a:rPr>
              <a:t>    String input;</a:t>
            </a:r>
          </a:p>
          <a:p>
            <a:pPr marL="0" marR="0" lvl="0" indent="0" algn="l" rtl="0">
              <a:spcBef>
                <a:spcPts val="0"/>
              </a:spcBef>
              <a:spcAft>
                <a:spcPts val="0"/>
              </a:spcAft>
              <a:buNone/>
            </a:pPr>
            <a:r>
              <a:rPr lang="en-US" sz="1400" dirty="0">
                <a:solidFill>
                  <a:schemeClr val="dk1"/>
                </a:solidFill>
                <a:cs typeface="MS Gothic"/>
                <a:sym typeface="MS Gothic"/>
              </a:rPr>
              <a:t>    </a:t>
            </a:r>
            <a:r>
              <a:rPr lang="en-US" sz="1400" dirty="0" err="1">
                <a:solidFill>
                  <a:schemeClr val="dk1"/>
                </a:solidFill>
                <a:cs typeface="MS Gothic"/>
                <a:sym typeface="MS Gothic"/>
              </a:rPr>
              <a:t>boolean</a:t>
            </a:r>
            <a:r>
              <a:rPr lang="en-US" sz="1400" dirty="0">
                <a:solidFill>
                  <a:schemeClr val="dk1"/>
                </a:solidFill>
                <a:cs typeface="MS Gothic"/>
                <a:sym typeface="MS Gothic"/>
              </a:rPr>
              <a:t> </a:t>
            </a:r>
            <a:r>
              <a:rPr lang="en-US" sz="1400" dirty="0" err="1">
                <a:solidFill>
                  <a:schemeClr val="dk1"/>
                </a:solidFill>
                <a:cs typeface="MS Gothic"/>
                <a:sym typeface="MS Gothic"/>
              </a:rPr>
              <a:t>answerFlag</a:t>
            </a:r>
            <a:r>
              <a:rPr lang="en-US" sz="1400" dirty="0">
                <a:solidFill>
                  <a:schemeClr val="dk1"/>
                </a:solidFill>
                <a:cs typeface="MS Gothic"/>
                <a:sym typeface="MS Gothic"/>
              </a:rPr>
              <a:t> = answer.equals(input);</a:t>
            </a:r>
          </a:p>
          <a:p>
            <a:pPr marL="0" marR="0" lvl="0" indent="0" algn="l" rtl="0">
              <a:spcBef>
                <a:spcPts val="0"/>
              </a:spcBef>
              <a:spcAft>
                <a:spcPts val="0"/>
              </a:spcAft>
              <a:buNone/>
            </a:pPr>
            <a:r>
              <a:rPr lang="en-US" sz="1400" dirty="0">
                <a:solidFill>
                  <a:schemeClr val="dk1"/>
                </a:solidFill>
                <a:cs typeface="MS Gothic"/>
                <a:sym typeface="MS Gothic"/>
              </a:rPr>
              <a:t>}</a:t>
            </a:r>
          </a:p>
          <a:p>
            <a:pPr marL="0" marR="0" lvl="0" indent="0" algn="l" rtl="0">
              <a:spcBef>
                <a:spcPts val="0"/>
              </a:spcBef>
              <a:spcAft>
                <a:spcPts val="0"/>
              </a:spcAft>
              <a:buNone/>
            </a:pPr>
            <a:endParaRPr lang="en-US" sz="1400" dirty="0">
              <a:solidFill>
                <a:schemeClr val="dk1"/>
              </a:solidFill>
              <a:cs typeface="MS Gothic"/>
              <a:sym typeface="MS Gothic"/>
            </a:endParaRPr>
          </a:p>
          <a:p>
            <a:pPr marL="0" marR="0" lvl="0" indent="0" algn="l" rtl="0">
              <a:spcBef>
                <a:spcPts val="0"/>
              </a:spcBef>
              <a:spcAft>
                <a:spcPts val="0"/>
              </a:spcAft>
              <a:buNone/>
            </a:pPr>
            <a:r>
              <a:rPr lang="en-US" sz="1400" dirty="0">
                <a:solidFill>
                  <a:schemeClr val="dk1"/>
                </a:solidFill>
                <a:cs typeface="MS Gothic"/>
                <a:sym typeface="MS Gothic"/>
              </a:rPr>
              <a:t>public static void checkAnswer(</a:t>
            </a:r>
            <a:r>
              <a:rPr lang="en-US" sz="1400" dirty="0">
                <a:solidFill>
                  <a:schemeClr val="accent1"/>
                </a:solidFill>
                <a:cs typeface="MS Gothic"/>
                <a:sym typeface="MS Gothic"/>
              </a:rPr>
              <a:t>String input</a:t>
            </a:r>
            <a:r>
              <a:rPr lang="en-US" sz="1400" dirty="0">
                <a:solidFill>
                  <a:schemeClr val="dk1"/>
                </a:solidFill>
                <a:cs typeface="MS Gothic"/>
                <a:sym typeface="MS Gothic"/>
              </a:rPr>
              <a:t>) {</a:t>
            </a:r>
          </a:p>
          <a:p>
            <a:pPr marL="0" marR="0" lvl="0" indent="0" algn="l" rtl="0">
              <a:spcBef>
                <a:spcPts val="0"/>
              </a:spcBef>
              <a:spcAft>
                <a:spcPts val="0"/>
              </a:spcAft>
              <a:buNone/>
            </a:pPr>
            <a:r>
              <a:rPr lang="ja-JP" altLang="en-US" sz="1400" dirty="0">
                <a:solidFill>
                  <a:schemeClr val="dk1"/>
                </a:solidFill>
                <a:cs typeface="MS Gothic"/>
                <a:sym typeface="MS Gothic"/>
              </a:rPr>
              <a:t>　　</a:t>
            </a:r>
            <a:r>
              <a:rPr lang="en-US" altLang="ja-JP" sz="1400" dirty="0">
                <a:cs typeface="MS Gothic"/>
                <a:sym typeface="MS Gothic"/>
              </a:rPr>
              <a:t>String answer = “</a:t>
            </a:r>
            <a:r>
              <a:rPr lang="ja-JP" altLang="en-US" sz="1400" dirty="0">
                <a:cs typeface="MS Gothic"/>
                <a:sym typeface="MS Gothic"/>
              </a:rPr>
              <a:t>りんご</a:t>
            </a:r>
            <a:r>
              <a:rPr lang="en-US" altLang="ja-JP" sz="1400" dirty="0">
                <a:cs typeface="MS Gothic"/>
                <a:sym typeface="MS Gothic"/>
              </a:rPr>
              <a:t>”;</a:t>
            </a:r>
            <a:endParaRPr lang="en-US" sz="1400" dirty="0">
              <a:cs typeface="MS Gothic"/>
              <a:sym typeface="MS Gothic"/>
            </a:endParaRPr>
          </a:p>
          <a:p>
            <a:pPr marL="0" marR="0" lvl="0" indent="0" algn="l" rtl="0">
              <a:spcBef>
                <a:spcPts val="0"/>
              </a:spcBef>
              <a:spcAft>
                <a:spcPts val="0"/>
              </a:spcAft>
              <a:buNone/>
            </a:pPr>
            <a:r>
              <a:rPr lang="en-US" sz="1400" dirty="0">
                <a:solidFill>
                  <a:schemeClr val="dk1"/>
                </a:solidFill>
                <a:cs typeface="MS Gothic"/>
                <a:sym typeface="MS Gothic"/>
              </a:rPr>
              <a:t>    </a:t>
            </a:r>
            <a:r>
              <a:rPr lang="en-US" sz="1400" dirty="0" err="1">
                <a:solidFill>
                  <a:schemeClr val="dk1"/>
                </a:solidFill>
                <a:cs typeface="MS Gothic"/>
                <a:sym typeface="MS Gothic"/>
              </a:rPr>
              <a:t>boolean</a:t>
            </a:r>
            <a:r>
              <a:rPr lang="en-US" sz="1400" dirty="0">
                <a:solidFill>
                  <a:schemeClr val="dk1"/>
                </a:solidFill>
                <a:cs typeface="MS Gothic"/>
                <a:sym typeface="MS Gothic"/>
              </a:rPr>
              <a:t> </a:t>
            </a:r>
            <a:r>
              <a:rPr lang="en-US" sz="1400" dirty="0" err="1">
                <a:solidFill>
                  <a:schemeClr val="dk1"/>
                </a:solidFill>
                <a:cs typeface="MS Gothic"/>
                <a:sym typeface="MS Gothic"/>
              </a:rPr>
              <a:t>answerFlag</a:t>
            </a:r>
            <a:r>
              <a:rPr lang="en-US" sz="1400" dirty="0">
                <a:solidFill>
                  <a:schemeClr val="dk1"/>
                </a:solidFill>
                <a:cs typeface="MS Gothic"/>
                <a:sym typeface="MS Gothic"/>
              </a:rPr>
              <a:t> = answer.equals(input);</a:t>
            </a:r>
          </a:p>
          <a:p>
            <a:pPr marL="0" marR="0" lvl="0" indent="0" algn="l" rtl="0">
              <a:spcBef>
                <a:spcPts val="0"/>
              </a:spcBef>
              <a:spcAft>
                <a:spcPts val="0"/>
              </a:spcAft>
              <a:buNone/>
            </a:pPr>
            <a:r>
              <a:rPr lang="en-US" sz="1400" dirty="0">
                <a:solidFill>
                  <a:schemeClr val="dk1"/>
                </a:solidFill>
                <a:cs typeface="MS Gothic"/>
                <a:sym typeface="MS Gothic"/>
              </a:rPr>
              <a:t>}</a:t>
            </a:r>
          </a:p>
        </p:txBody>
      </p:sp>
      <p:sp>
        <p:nvSpPr>
          <p:cNvPr id="7" name="テキスト プレースホルダー 4">
            <a:extLst>
              <a:ext uri="{FF2B5EF4-FFF2-40B4-BE49-F238E27FC236}">
                <a16:creationId xmlns:a16="http://schemas.microsoft.com/office/drawing/2014/main" id="{5A5A3B78-0EE3-47CF-AFFA-A69BDB243A91}"/>
              </a:ext>
            </a:extLst>
          </p:cNvPr>
          <p:cNvSpPr txBox="1">
            <a:spLocks/>
          </p:cNvSpPr>
          <p:nvPr/>
        </p:nvSpPr>
        <p:spPr>
          <a:xfrm>
            <a:off x="462875" y="4047789"/>
            <a:ext cx="8216900" cy="35970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メソッド側の引数のことを</a:t>
            </a:r>
            <a:r>
              <a:rPr lang="ja-JP" altLang="en-US" b="1" dirty="0">
                <a:solidFill>
                  <a:schemeClr val="tx2"/>
                </a:solidFill>
              </a:rPr>
              <a:t>仮引数</a:t>
            </a:r>
            <a:r>
              <a:rPr lang="ja-JP" altLang="en-US" dirty="0"/>
              <a:t>ということがあります。</a:t>
            </a:r>
          </a:p>
        </p:txBody>
      </p:sp>
      <p:sp>
        <p:nvSpPr>
          <p:cNvPr id="8" name="Google Shape;258;p30">
            <a:extLst>
              <a:ext uri="{FF2B5EF4-FFF2-40B4-BE49-F238E27FC236}">
                <a16:creationId xmlns:a16="http://schemas.microsoft.com/office/drawing/2014/main" id="{FA8C3B07-2B2A-42ED-8F71-D7BAFCB2C873}"/>
              </a:ext>
            </a:extLst>
          </p:cNvPr>
          <p:cNvSpPr txBox="1"/>
          <p:nvPr/>
        </p:nvSpPr>
        <p:spPr>
          <a:xfrm>
            <a:off x="5338138" y="1907931"/>
            <a:ext cx="2834640" cy="663819"/>
          </a:xfrm>
          <a:prstGeom prst="rect">
            <a:avLst/>
          </a:prstGeom>
          <a:solidFill>
            <a:schemeClr val="accent1">
              <a:lumMod val="20000"/>
              <a:lumOff val="80000"/>
            </a:schemeClr>
          </a:solidFill>
          <a:ln>
            <a:solidFill>
              <a:schemeClr val="accent1"/>
            </a:solid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a:solidFill>
                  <a:srgbClr val="FF0000"/>
                </a:solidFill>
                <a:latin typeface="Meiryo"/>
                <a:ea typeface="Meiryo"/>
                <a:cs typeface="Meiryo"/>
                <a:sym typeface="Meiryo"/>
              </a:rPr>
              <a:t>×</a:t>
            </a:r>
            <a:r>
              <a:rPr lang="en-US" sz="1400" dirty="0" err="1">
                <a:solidFill>
                  <a:schemeClr val="dk1"/>
                </a:solidFill>
                <a:cs typeface="Meiryo"/>
                <a:sym typeface="Meiryo"/>
              </a:rPr>
              <a:t>これでは単なる変数なので受け取ることができません</a:t>
            </a:r>
            <a:r>
              <a:rPr lang="en-US" sz="1800" dirty="0">
                <a:solidFill>
                  <a:schemeClr val="dk1"/>
                </a:solidFill>
                <a:latin typeface="Meiryo"/>
                <a:ea typeface="Meiryo"/>
                <a:cs typeface="Meiryo"/>
                <a:sym typeface="Meiryo"/>
              </a:rPr>
              <a:t>。</a:t>
            </a:r>
            <a:endParaRPr sz="1800" dirty="0">
              <a:solidFill>
                <a:schemeClr val="dk1"/>
              </a:solidFill>
              <a:latin typeface="Meiryo"/>
              <a:ea typeface="Meiryo"/>
              <a:cs typeface="Meiryo"/>
              <a:sym typeface="Meiryo"/>
            </a:endParaRPr>
          </a:p>
        </p:txBody>
      </p:sp>
      <p:sp>
        <p:nvSpPr>
          <p:cNvPr id="9" name="Google Shape;260;p30">
            <a:extLst>
              <a:ext uri="{FF2B5EF4-FFF2-40B4-BE49-F238E27FC236}">
                <a16:creationId xmlns:a16="http://schemas.microsoft.com/office/drawing/2014/main" id="{96BAB4BD-0FB1-4ADC-941C-AFD1BDF9FEBD}"/>
              </a:ext>
            </a:extLst>
          </p:cNvPr>
          <p:cNvSpPr/>
          <p:nvPr/>
        </p:nvSpPr>
        <p:spPr>
          <a:xfrm rot="10800000">
            <a:off x="2981384" y="2052316"/>
            <a:ext cx="2253208" cy="254394"/>
          </a:xfrm>
          <a:prstGeom prst="righ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10" name="Google Shape;259;p30">
            <a:extLst>
              <a:ext uri="{FF2B5EF4-FFF2-40B4-BE49-F238E27FC236}">
                <a16:creationId xmlns:a16="http://schemas.microsoft.com/office/drawing/2014/main" id="{C1A7A43E-89B4-48E9-B463-20423AB25B1F}"/>
              </a:ext>
            </a:extLst>
          </p:cNvPr>
          <p:cNvSpPr txBox="1"/>
          <p:nvPr/>
        </p:nvSpPr>
        <p:spPr>
          <a:xfrm>
            <a:off x="5435188" y="3189425"/>
            <a:ext cx="3156566" cy="979248"/>
          </a:xfrm>
          <a:prstGeom prst="rect">
            <a:avLst/>
          </a:prstGeom>
          <a:solidFill>
            <a:schemeClr val="accent1">
              <a:lumMod val="20000"/>
              <a:lumOff val="80000"/>
            </a:schemeClr>
          </a:solidFill>
          <a:ln>
            <a:solidFill>
              <a:schemeClr val="accent1"/>
            </a:solid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dirty="0">
                <a:solidFill>
                  <a:srgbClr val="FF0000"/>
                </a:solidFill>
                <a:cs typeface="Meiryo"/>
                <a:sym typeface="Meiryo"/>
              </a:rPr>
              <a:t>○</a:t>
            </a:r>
            <a:r>
              <a:rPr lang="en-US" sz="1400" dirty="0" err="1">
                <a:solidFill>
                  <a:schemeClr val="dk1"/>
                </a:solidFill>
                <a:cs typeface="Meiryo"/>
                <a:sym typeface="Meiryo"/>
              </a:rPr>
              <a:t>このように丸カッコの中で変数を宣言すると引数として受け取ることができます</a:t>
            </a:r>
            <a:r>
              <a:rPr lang="en-US" sz="1400" dirty="0">
                <a:solidFill>
                  <a:schemeClr val="dk1"/>
                </a:solidFill>
                <a:cs typeface="Meiryo"/>
                <a:sym typeface="Meiryo"/>
              </a:rPr>
              <a:t>。</a:t>
            </a:r>
            <a:endParaRPr sz="1400" dirty="0"/>
          </a:p>
          <a:p>
            <a:pPr marL="0" marR="0" lvl="0" indent="0" algn="l" rtl="0">
              <a:spcBef>
                <a:spcPts val="0"/>
              </a:spcBef>
              <a:spcAft>
                <a:spcPts val="0"/>
              </a:spcAft>
              <a:buNone/>
            </a:pPr>
            <a:r>
              <a:rPr lang="en-US" sz="1400" dirty="0" err="1">
                <a:solidFill>
                  <a:schemeClr val="dk1"/>
                </a:solidFill>
                <a:cs typeface="Meiryo"/>
                <a:sym typeface="Meiryo"/>
              </a:rPr>
              <a:t>セミコロン</a:t>
            </a:r>
            <a:r>
              <a:rPr lang="en-US" sz="1400" dirty="0">
                <a:solidFill>
                  <a:schemeClr val="dk1"/>
                </a:solidFill>
                <a:cs typeface="Meiryo"/>
                <a:sym typeface="Meiryo"/>
              </a:rPr>
              <a:t>「;」</a:t>
            </a:r>
            <a:r>
              <a:rPr lang="en-US" sz="1400" dirty="0" err="1">
                <a:solidFill>
                  <a:schemeClr val="dk1"/>
                </a:solidFill>
                <a:cs typeface="Meiryo"/>
                <a:sym typeface="Meiryo"/>
              </a:rPr>
              <a:t>がないことに注意</a:t>
            </a:r>
            <a:r>
              <a:rPr lang="en-US" sz="1400" dirty="0">
                <a:solidFill>
                  <a:schemeClr val="dk1"/>
                </a:solidFill>
                <a:cs typeface="Meiryo"/>
                <a:sym typeface="Meiryo"/>
              </a:rPr>
              <a:t>。</a:t>
            </a:r>
            <a:endParaRPr sz="1400" dirty="0"/>
          </a:p>
        </p:txBody>
      </p:sp>
      <p:sp>
        <p:nvSpPr>
          <p:cNvPr id="11" name="矢印: 上向き折線 10">
            <a:extLst>
              <a:ext uri="{FF2B5EF4-FFF2-40B4-BE49-F238E27FC236}">
                <a16:creationId xmlns:a16="http://schemas.microsoft.com/office/drawing/2014/main" id="{41938E68-145B-4FE8-9F7E-355B72C8067A}"/>
              </a:ext>
            </a:extLst>
          </p:cNvPr>
          <p:cNvSpPr/>
          <p:nvPr/>
        </p:nvSpPr>
        <p:spPr>
          <a:xfrm rot="10800000" flipV="1">
            <a:off x="4448484" y="3117977"/>
            <a:ext cx="889654" cy="297913"/>
          </a:xfrm>
          <a:prstGeom prst="bentUpArrow">
            <a:avLst>
              <a:gd name="adj1" fmla="val 50000"/>
              <a:gd name="adj2" fmla="val 44470"/>
              <a:gd name="adj3" fmla="val 27558"/>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Tree>
    <p:extLst>
      <p:ext uri="{BB962C8B-B14F-4D97-AF65-F5344CB8AC3E}">
        <p14:creationId xmlns:p14="http://schemas.microsoft.com/office/powerpoint/2010/main" val="3488235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7304E7A-855C-4D31-A251-6ADA6CD2DFA4}"/>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A8E3964F-E0EF-4FFC-8EBD-80EB66046BB4}"/>
              </a:ext>
            </a:extLst>
          </p:cNvPr>
          <p:cNvSpPr>
            <a:spLocks noGrp="1"/>
          </p:cNvSpPr>
          <p:nvPr>
            <p:ph type="ctrTitle"/>
          </p:nvPr>
        </p:nvSpPr>
        <p:spPr/>
        <p:txBody>
          <a:bodyPr/>
          <a:lstStyle/>
          <a:p>
            <a:r>
              <a:rPr lang="en-US" altLang="ja-JP" dirty="0" err="1"/>
              <a:t>メソッドに引数を渡す</a:t>
            </a:r>
            <a:endParaRPr kumimoji="1" lang="ja-JP" altLang="en-US" dirty="0"/>
          </a:p>
        </p:txBody>
      </p:sp>
      <p:sp>
        <p:nvSpPr>
          <p:cNvPr id="4" name="スライド番号プレースホルダー 3">
            <a:extLst>
              <a:ext uri="{FF2B5EF4-FFF2-40B4-BE49-F238E27FC236}">
                <a16:creationId xmlns:a16="http://schemas.microsoft.com/office/drawing/2014/main" id="{68D11678-C5DC-4E17-AF21-4C7CA56B0E9D}"/>
              </a:ext>
            </a:extLst>
          </p:cNvPr>
          <p:cNvSpPr>
            <a:spLocks noGrp="1"/>
          </p:cNvSpPr>
          <p:nvPr>
            <p:ph type="sldNum" sz="quarter" idx="4"/>
          </p:nvPr>
        </p:nvSpPr>
        <p:spPr/>
        <p:txBody>
          <a:bodyPr/>
          <a:lstStyle/>
          <a:p>
            <a:fld id="{00000000-1234-1234-1234-123412341234}" type="slidenum">
              <a:rPr lang="en" smtClean="0"/>
              <a:pPr/>
              <a:t>23</a:t>
            </a:fld>
            <a:endParaRPr lang="en" dirty="0"/>
          </a:p>
        </p:txBody>
      </p:sp>
      <p:sp>
        <p:nvSpPr>
          <p:cNvPr id="5" name="テキスト プレースホルダー 4">
            <a:extLst>
              <a:ext uri="{FF2B5EF4-FFF2-40B4-BE49-F238E27FC236}">
                <a16:creationId xmlns:a16="http://schemas.microsoft.com/office/drawing/2014/main" id="{F65EA276-CB98-4E31-BEA6-CDEA12439F93}"/>
              </a:ext>
            </a:extLst>
          </p:cNvPr>
          <p:cNvSpPr>
            <a:spLocks noGrp="1"/>
          </p:cNvSpPr>
          <p:nvPr>
            <p:ph type="body" sz="quarter" idx="14"/>
          </p:nvPr>
        </p:nvSpPr>
        <p:spPr/>
        <p:txBody>
          <a:bodyPr/>
          <a:lstStyle/>
          <a:p>
            <a:pPr marL="96838" indent="0">
              <a:buNone/>
            </a:pPr>
            <a:r>
              <a:rPr kumimoji="1" lang="ja-JP" altLang="en-US" dirty="0"/>
              <a:t>メソッドは引数を受け取れるようになりました。</a:t>
            </a:r>
          </a:p>
          <a:p>
            <a:pPr marL="96838" indent="0">
              <a:buNone/>
            </a:pPr>
            <a:r>
              <a:rPr kumimoji="1" lang="ja-JP" altLang="en-US" dirty="0"/>
              <a:t>では呼び出し元はどのようにして引数を渡せばいいでしょうか。</a:t>
            </a:r>
            <a:br>
              <a:rPr kumimoji="1" lang="ja-JP" altLang="en-US" dirty="0"/>
            </a:br>
            <a:r>
              <a:rPr kumimoji="1" lang="ja-JP" altLang="en-US" dirty="0"/>
              <a:t>呼び出し元はどのようなデータを渡したいのかがわかっているのですから、</a:t>
            </a:r>
            <a:br>
              <a:rPr kumimoji="1" lang="ja-JP" altLang="en-US" dirty="0"/>
            </a:br>
            <a:r>
              <a:rPr kumimoji="1" lang="ja-JP" altLang="en-US" dirty="0"/>
              <a:t>渡したいデータをそのまま丸カッコの中に書けばＯＫです。</a:t>
            </a:r>
          </a:p>
          <a:p>
            <a:pPr lvl="1"/>
            <a:endParaRPr kumimoji="1" lang="en-US" altLang="ja-JP" dirty="0"/>
          </a:p>
          <a:p>
            <a:pPr marL="452438" lvl="1" indent="0">
              <a:buNone/>
            </a:pPr>
            <a:r>
              <a:rPr kumimoji="1" lang="en-US" altLang="ja-JP" b="1" dirty="0">
                <a:solidFill>
                  <a:schemeClr val="accent1"/>
                </a:solidFill>
              </a:rPr>
              <a:t>checkAnswer(input);</a:t>
            </a:r>
          </a:p>
          <a:p>
            <a:pPr marL="452438" lvl="1" indent="0">
              <a:buNone/>
            </a:pPr>
            <a:endParaRPr kumimoji="1" lang="en-US" altLang="ja-JP" dirty="0"/>
          </a:p>
          <a:p>
            <a:pPr marL="96838" indent="0">
              <a:buNone/>
            </a:pPr>
            <a:r>
              <a:rPr kumimoji="1" lang="ja-JP" altLang="en-US" dirty="0"/>
              <a:t>上記のように変数を記載することもできますし、リテラルを記載することもできます。</a:t>
            </a:r>
            <a:endParaRPr kumimoji="1" lang="en-US" altLang="ja-JP" dirty="0"/>
          </a:p>
          <a:p>
            <a:pPr marL="96838" indent="0">
              <a:buNone/>
            </a:pPr>
            <a:r>
              <a:rPr lang="ja-JP" altLang="en-US" dirty="0"/>
              <a:t>また、</a:t>
            </a:r>
            <a:r>
              <a:rPr lang="en-US" altLang="ja-JP" dirty="0"/>
              <a:t>input + “</a:t>
            </a:r>
            <a:r>
              <a:rPr lang="ja-JP" altLang="en-US" dirty="0"/>
              <a:t>〇〇</a:t>
            </a:r>
            <a:r>
              <a:rPr lang="en-US" altLang="ja-JP" dirty="0"/>
              <a:t>”</a:t>
            </a:r>
            <a:r>
              <a:rPr lang="ja-JP" altLang="en-US" dirty="0"/>
              <a:t>のように式を記載することも可能です。</a:t>
            </a:r>
            <a:endParaRPr kumimoji="1" lang="ja-JP" altLang="en-US" dirty="0"/>
          </a:p>
          <a:p>
            <a:pPr marL="96838" indent="0">
              <a:buNone/>
            </a:pPr>
            <a:r>
              <a:rPr kumimoji="1" lang="ja-JP" altLang="en-US" dirty="0"/>
              <a:t>このような呼び出し元側の引数のことを</a:t>
            </a:r>
            <a:r>
              <a:rPr kumimoji="1" lang="ja-JP" altLang="en-US" b="1" dirty="0">
                <a:solidFill>
                  <a:schemeClr val="tx2"/>
                </a:solidFill>
              </a:rPr>
              <a:t>実引数</a:t>
            </a:r>
            <a:r>
              <a:rPr kumimoji="1" lang="ja-JP" altLang="en-US" dirty="0"/>
              <a:t>ということがあります。</a:t>
            </a:r>
          </a:p>
          <a:p>
            <a:pPr marL="96838" indent="0">
              <a:buNone/>
            </a:pPr>
            <a:r>
              <a:rPr kumimoji="1" lang="ja-JP" altLang="en-US" dirty="0"/>
              <a:t>実引数はメソッドに渡され、</a:t>
            </a:r>
            <a:r>
              <a:rPr kumimoji="1" lang="ja-JP" altLang="en-US" b="1" dirty="0">
                <a:solidFill>
                  <a:schemeClr val="tx2"/>
                </a:solidFill>
              </a:rPr>
              <a:t>メソッド内の仮引数に代入された後</a:t>
            </a:r>
            <a:r>
              <a:rPr kumimoji="1" lang="ja-JP" altLang="en-US" dirty="0"/>
              <a:t>、メソッド内に書かれた処理が実行されます。</a:t>
            </a:r>
          </a:p>
          <a:p>
            <a:pPr marL="96838" indent="0">
              <a:buNone/>
            </a:pPr>
            <a:r>
              <a:rPr kumimoji="1" lang="ja-JP" altLang="en-US" dirty="0"/>
              <a:t>そのため、</a:t>
            </a:r>
            <a:r>
              <a:rPr kumimoji="1" lang="ja-JP" altLang="en-US" b="1" dirty="0">
                <a:solidFill>
                  <a:schemeClr val="tx2"/>
                </a:solidFill>
              </a:rPr>
              <a:t>実引数は仮引数のデータ型に合わせて指定</a:t>
            </a:r>
            <a:r>
              <a:rPr kumimoji="1" lang="ja-JP" altLang="en-US" dirty="0"/>
              <a:t>する必要があります。</a:t>
            </a:r>
          </a:p>
          <a:p>
            <a:pPr marL="96838" indent="0">
              <a:buNone/>
            </a:pPr>
            <a:endParaRPr kumimoji="1" lang="ja-JP" altLang="en-US" dirty="0"/>
          </a:p>
        </p:txBody>
      </p:sp>
    </p:spTree>
    <p:extLst>
      <p:ext uri="{BB962C8B-B14F-4D97-AF65-F5344CB8AC3E}">
        <p14:creationId xmlns:p14="http://schemas.microsoft.com/office/powerpoint/2010/main" val="27963180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BD3963D1-E5BB-4E0A-876C-41DB733DAA20}"/>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EA6E2194-B0F9-42A6-8C40-9ACB32D82E50}"/>
              </a:ext>
            </a:extLst>
          </p:cNvPr>
          <p:cNvSpPr>
            <a:spLocks noGrp="1"/>
          </p:cNvSpPr>
          <p:nvPr>
            <p:ph type="ctrTitle"/>
          </p:nvPr>
        </p:nvSpPr>
        <p:spPr/>
        <p:txBody>
          <a:bodyPr/>
          <a:lstStyle/>
          <a:p>
            <a:r>
              <a:rPr lang="en-US" altLang="ja-JP" dirty="0" err="1"/>
              <a:t>引数を使ったメソッドサンプル</a:t>
            </a:r>
            <a:endParaRPr kumimoji="1" lang="ja-JP" altLang="en-US" dirty="0"/>
          </a:p>
        </p:txBody>
      </p:sp>
      <p:sp>
        <p:nvSpPr>
          <p:cNvPr id="4" name="スライド番号プレースホルダー 3">
            <a:extLst>
              <a:ext uri="{FF2B5EF4-FFF2-40B4-BE49-F238E27FC236}">
                <a16:creationId xmlns:a16="http://schemas.microsoft.com/office/drawing/2014/main" id="{65FF22EC-E7A0-4584-981B-C9F51DA7807F}"/>
              </a:ext>
            </a:extLst>
          </p:cNvPr>
          <p:cNvSpPr>
            <a:spLocks noGrp="1"/>
          </p:cNvSpPr>
          <p:nvPr>
            <p:ph type="sldNum" sz="quarter" idx="4"/>
          </p:nvPr>
        </p:nvSpPr>
        <p:spPr/>
        <p:txBody>
          <a:bodyPr/>
          <a:lstStyle/>
          <a:p>
            <a:fld id="{00000000-1234-1234-1234-123412341234}" type="slidenum">
              <a:rPr lang="en" smtClean="0"/>
              <a:pPr/>
              <a:t>24</a:t>
            </a:fld>
            <a:endParaRPr lang="en" dirty="0"/>
          </a:p>
        </p:txBody>
      </p:sp>
      <p:sp>
        <p:nvSpPr>
          <p:cNvPr id="5" name="テキスト プレースホルダー 4">
            <a:extLst>
              <a:ext uri="{FF2B5EF4-FFF2-40B4-BE49-F238E27FC236}">
                <a16:creationId xmlns:a16="http://schemas.microsoft.com/office/drawing/2014/main" id="{83D26C3F-3B73-4BED-A14F-B89A850D63CC}"/>
              </a:ext>
            </a:extLst>
          </p:cNvPr>
          <p:cNvSpPr>
            <a:spLocks noGrp="1"/>
          </p:cNvSpPr>
          <p:nvPr>
            <p:ph type="body" sz="quarter" idx="14"/>
          </p:nvPr>
        </p:nvSpPr>
        <p:spPr/>
        <p:txBody>
          <a:bodyPr/>
          <a:lstStyle/>
          <a:p>
            <a:pPr marL="96838" indent="0">
              <a:buNone/>
            </a:pPr>
            <a:r>
              <a:rPr kumimoji="1" lang="ja-JP" altLang="en-US" dirty="0"/>
              <a:t>引数を使って</a:t>
            </a:r>
            <a:r>
              <a:rPr kumimoji="1" lang="en-US" altLang="ja-JP" dirty="0" err="1"/>
              <a:t>MethodSample</a:t>
            </a:r>
            <a:r>
              <a:rPr kumimoji="1" lang="ja-JP" altLang="en-US" dirty="0"/>
              <a:t>を書き直すと以下のような形になります。</a:t>
            </a:r>
          </a:p>
        </p:txBody>
      </p:sp>
      <p:sp>
        <p:nvSpPr>
          <p:cNvPr id="6" name="Google Shape;144;p19">
            <a:extLst>
              <a:ext uri="{FF2B5EF4-FFF2-40B4-BE49-F238E27FC236}">
                <a16:creationId xmlns:a16="http://schemas.microsoft.com/office/drawing/2014/main" id="{FEC86CCF-52B7-4B99-B475-BF74CC017D2B}"/>
              </a:ext>
            </a:extLst>
          </p:cNvPr>
          <p:cNvSpPr/>
          <p:nvPr/>
        </p:nvSpPr>
        <p:spPr>
          <a:xfrm>
            <a:off x="361505" y="1181458"/>
            <a:ext cx="8346622" cy="3425980"/>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cs typeface="MS Gothic"/>
                <a:sym typeface="MS Gothic"/>
              </a:rPr>
              <a:t>public class </a:t>
            </a:r>
            <a:r>
              <a:rPr lang="en-US" sz="1200" dirty="0" err="1">
                <a:solidFill>
                  <a:schemeClr val="dk1"/>
                </a:solidFill>
                <a:cs typeface="MS Gothic"/>
                <a:sym typeface="MS Gothic"/>
              </a:rPr>
              <a:t>MethodSample</a:t>
            </a:r>
            <a:r>
              <a:rPr lang="en-US" sz="1200" dirty="0">
                <a:solidFill>
                  <a:schemeClr val="dk1"/>
                </a:solidFill>
                <a:cs typeface="MS Gothic"/>
                <a:sym typeface="MS Gothic"/>
              </a:rPr>
              <a:t> {</a:t>
            </a:r>
          </a:p>
          <a:p>
            <a:pPr marL="0" marR="0" lvl="0" indent="0" algn="l" rtl="0">
              <a:spcBef>
                <a:spcPts val="0"/>
              </a:spcBef>
              <a:spcAft>
                <a:spcPts val="0"/>
              </a:spcAft>
              <a:buNone/>
            </a:pPr>
            <a:r>
              <a:rPr lang="en-US" sz="1200" dirty="0">
                <a:solidFill>
                  <a:schemeClr val="dk1"/>
                </a:solidFill>
                <a:cs typeface="MS Gothic"/>
                <a:sym typeface="MS Gothic"/>
              </a:rPr>
              <a:t>	public static void main(String[] </a:t>
            </a:r>
            <a:r>
              <a:rPr lang="en-US" sz="1200" dirty="0" err="1">
                <a:solidFill>
                  <a:schemeClr val="dk1"/>
                </a:solidFill>
                <a:cs typeface="MS Gothic"/>
                <a:sym typeface="MS Gothic"/>
              </a:rPr>
              <a:t>args</a:t>
            </a:r>
            <a:r>
              <a:rPr lang="en-US" sz="1200" dirty="0">
                <a:solidFill>
                  <a:schemeClr val="dk1"/>
                </a:solidFill>
                <a:cs typeface="MS Gothic"/>
                <a:sym typeface="MS Gothic"/>
              </a:rPr>
              <a:t>) {</a:t>
            </a:r>
          </a:p>
          <a:p>
            <a:pPr marL="0" marR="0" lvl="0" indent="0" algn="l" rtl="0">
              <a:spcBef>
                <a:spcPts val="0"/>
              </a:spcBef>
              <a:spcAft>
                <a:spcPts val="0"/>
              </a:spcAft>
              <a:buNone/>
            </a:pPr>
            <a:r>
              <a:rPr lang="en-US" sz="1200" dirty="0">
                <a:solidFill>
                  <a:schemeClr val="dk1"/>
                </a:solidFill>
                <a:cs typeface="MS Gothic"/>
                <a:sym typeface="MS Gothic"/>
              </a:rPr>
              <a:t>		System.out.println("</a:t>
            </a:r>
            <a:r>
              <a:rPr lang="ja-JP" altLang="en-US" sz="1200" dirty="0">
                <a:solidFill>
                  <a:schemeClr val="dk1"/>
                </a:solidFill>
                <a:cs typeface="MS Gothic"/>
                <a:sym typeface="MS Gothic"/>
              </a:rPr>
              <a:t>メソッドのサンプルです</a:t>
            </a:r>
            <a:r>
              <a:rPr lang="en-US" altLang="ja-JP" sz="1200" dirty="0">
                <a:solidFill>
                  <a:schemeClr val="dk1"/>
                </a:solidFill>
                <a:cs typeface="MS Gothic"/>
                <a:sym typeface="MS Gothic"/>
              </a:rPr>
              <a:t>");</a:t>
            </a:r>
          </a:p>
          <a:p>
            <a:pPr marL="0" marR="0" lvl="0" indent="0" algn="l" rtl="0">
              <a:spcBef>
                <a:spcPts val="0"/>
              </a:spcBef>
              <a:spcAft>
                <a:spcPts val="0"/>
              </a:spcAft>
              <a:buNone/>
            </a:pPr>
            <a:r>
              <a:rPr lang="en-US" altLang="ja-JP" sz="1200" dirty="0">
                <a:solidFill>
                  <a:schemeClr val="dk1"/>
                </a:solidFill>
                <a:cs typeface="MS Gothic"/>
                <a:sym typeface="MS Gothic"/>
              </a:rPr>
              <a:t>		</a:t>
            </a:r>
            <a:r>
              <a:rPr lang="en-US" sz="1200" dirty="0">
                <a:solidFill>
                  <a:schemeClr val="dk1"/>
                </a:solidFill>
                <a:cs typeface="MS Gothic"/>
                <a:sym typeface="MS Gothic"/>
              </a:rPr>
              <a:t>System.out.println("</a:t>
            </a:r>
            <a:r>
              <a:rPr lang="ja-JP" altLang="en-US" sz="1200" dirty="0">
                <a:solidFill>
                  <a:schemeClr val="dk1"/>
                </a:solidFill>
                <a:cs typeface="MS Gothic"/>
                <a:sym typeface="MS Gothic"/>
              </a:rPr>
              <a:t>木になる赤い果物と言えば何？　ひらがなで答えてください。</a:t>
            </a:r>
            <a:r>
              <a:rPr lang="en-US" altLang="ja-JP" sz="1200" dirty="0">
                <a:solidFill>
                  <a:schemeClr val="dk1"/>
                </a:solidFill>
                <a:cs typeface="MS Gothic"/>
                <a:sym typeface="MS Gothic"/>
              </a:rPr>
              <a:t>");</a:t>
            </a:r>
          </a:p>
          <a:p>
            <a:pPr marL="0" marR="0" lvl="0" indent="0" algn="l" rtl="0">
              <a:spcBef>
                <a:spcPts val="0"/>
              </a:spcBef>
              <a:spcAft>
                <a:spcPts val="0"/>
              </a:spcAft>
              <a:buNone/>
            </a:pPr>
            <a:r>
              <a:rPr lang="en-US" altLang="ja-JP" sz="1200" dirty="0">
                <a:solidFill>
                  <a:schemeClr val="dk1"/>
                </a:solidFill>
                <a:cs typeface="MS Gothic"/>
                <a:sym typeface="MS Gothic"/>
              </a:rPr>
              <a:t>		</a:t>
            </a:r>
            <a:r>
              <a:rPr lang="en-US" sz="1200" dirty="0">
                <a:solidFill>
                  <a:schemeClr val="dk1"/>
                </a:solidFill>
                <a:cs typeface="MS Gothic"/>
                <a:sym typeface="MS Gothic"/>
              </a:rPr>
              <a:t>String input = new java.util.Scanner(System.in).nextLine();</a:t>
            </a:r>
          </a:p>
          <a:p>
            <a:pPr marL="0" marR="0" lvl="0" indent="0" algn="l" rtl="0">
              <a:spcBef>
                <a:spcPts val="0"/>
              </a:spcBef>
              <a:spcAft>
                <a:spcPts val="0"/>
              </a:spcAft>
              <a:buNone/>
            </a:pPr>
            <a:r>
              <a:rPr lang="en-US" sz="1200" dirty="0">
                <a:solidFill>
                  <a:schemeClr val="dk1"/>
                </a:solidFill>
                <a:cs typeface="MS Gothic"/>
                <a:sym typeface="MS Gothic"/>
              </a:rPr>
              <a:t>		</a:t>
            </a:r>
            <a:r>
              <a:rPr lang="en-US" sz="1200" dirty="0">
                <a:solidFill>
                  <a:schemeClr val="accent1"/>
                </a:solidFill>
                <a:cs typeface="MS Gothic"/>
                <a:sym typeface="MS Gothic"/>
              </a:rPr>
              <a:t>checkAnswer(input);</a:t>
            </a:r>
          </a:p>
          <a:p>
            <a:pPr marL="0" marR="0" lvl="0" indent="0" algn="l" rtl="0">
              <a:spcBef>
                <a:spcPts val="0"/>
              </a:spcBef>
              <a:spcAft>
                <a:spcPts val="0"/>
              </a:spcAft>
              <a:buNone/>
            </a:pPr>
            <a:r>
              <a:rPr lang="en-US" sz="1200" dirty="0">
                <a:solidFill>
                  <a:schemeClr val="dk1"/>
                </a:solidFill>
                <a:cs typeface="MS Gothic"/>
                <a:sym typeface="MS Gothic"/>
              </a:rPr>
              <a:t>		</a:t>
            </a:r>
          </a:p>
          <a:p>
            <a:pPr marL="0" marR="0" lvl="0" indent="0" algn="l" rtl="0">
              <a:spcBef>
                <a:spcPts val="0"/>
              </a:spcBef>
              <a:spcAft>
                <a:spcPts val="0"/>
              </a:spcAft>
              <a:buNone/>
            </a:pPr>
            <a:r>
              <a:rPr lang="en-US" sz="1200" dirty="0">
                <a:solidFill>
                  <a:schemeClr val="dk1"/>
                </a:solidFill>
                <a:cs typeface="MS Gothic"/>
                <a:sym typeface="MS Gothic"/>
              </a:rPr>
              <a:t>	}</a:t>
            </a:r>
          </a:p>
          <a:p>
            <a:pPr marL="0" marR="0" lvl="0" indent="0" algn="l" rtl="0">
              <a:spcBef>
                <a:spcPts val="0"/>
              </a:spcBef>
              <a:spcAft>
                <a:spcPts val="0"/>
              </a:spcAft>
              <a:buNone/>
            </a:pPr>
            <a:r>
              <a:rPr lang="en-US" sz="1200" dirty="0">
                <a:solidFill>
                  <a:schemeClr val="dk1"/>
                </a:solidFill>
                <a:cs typeface="MS Gothic"/>
                <a:sym typeface="MS Gothic"/>
              </a:rPr>
              <a:t>	public static void checkAnswer(</a:t>
            </a:r>
            <a:r>
              <a:rPr lang="en-US" sz="1200" dirty="0">
                <a:solidFill>
                  <a:schemeClr val="accent1"/>
                </a:solidFill>
                <a:cs typeface="MS Gothic"/>
                <a:sym typeface="MS Gothic"/>
              </a:rPr>
              <a:t>String input</a:t>
            </a:r>
            <a:r>
              <a:rPr lang="en-US" sz="1200" dirty="0">
                <a:solidFill>
                  <a:schemeClr val="dk1"/>
                </a:solidFill>
                <a:cs typeface="MS Gothic"/>
                <a:sym typeface="MS Gothic"/>
              </a:rPr>
              <a:t>) {</a:t>
            </a:r>
          </a:p>
          <a:p>
            <a:pPr marL="0" marR="0" lvl="0" indent="0" algn="l" rtl="0">
              <a:spcBef>
                <a:spcPts val="0"/>
              </a:spcBef>
              <a:spcAft>
                <a:spcPts val="0"/>
              </a:spcAft>
              <a:buNone/>
            </a:pPr>
            <a:r>
              <a:rPr lang="en-US" sz="1200" dirty="0">
                <a:solidFill>
                  <a:schemeClr val="dk1"/>
                </a:solidFill>
                <a:cs typeface="MS Gothic"/>
                <a:sym typeface="MS Gothic"/>
              </a:rPr>
              <a:t>		</a:t>
            </a:r>
            <a:r>
              <a:rPr lang="en-US" altLang="ja-JP" sz="1200" dirty="0">
                <a:solidFill>
                  <a:schemeClr val="dk1"/>
                </a:solidFill>
                <a:cs typeface="MS Gothic"/>
                <a:sym typeface="MS Gothic"/>
              </a:rPr>
              <a:t>String answer = "</a:t>
            </a:r>
            <a:r>
              <a:rPr lang="ja-JP" altLang="en-US" sz="1200" dirty="0">
                <a:solidFill>
                  <a:schemeClr val="dk1"/>
                </a:solidFill>
                <a:cs typeface="MS Gothic"/>
                <a:sym typeface="MS Gothic"/>
              </a:rPr>
              <a:t>りんご</a:t>
            </a:r>
            <a:r>
              <a:rPr lang="en-US" altLang="ja-JP" sz="1200" dirty="0">
                <a:solidFill>
                  <a:schemeClr val="dk1"/>
                </a:solidFill>
                <a:cs typeface="MS Gothic"/>
                <a:sym typeface="MS Gothic"/>
              </a:rPr>
              <a:t>";</a:t>
            </a:r>
            <a:endParaRPr lang="en-US" sz="1200" dirty="0">
              <a:solidFill>
                <a:schemeClr val="dk1"/>
              </a:solidFill>
              <a:cs typeface="MS Gothic"/>
              <a:sym typeface="MS Gothic"/>
            </a:endParaRPr>
          </a:p>
          <a:p>
            <a:pPr marL="0" marR="0" lvl="0" indent="0" algn="l" rtl="0">
              <a:spcBef>
                <a:spcPts val="0"/>
              </a:spcBef>
              <a:spcAft>
                <a:spcPts val="0"/>
              </a:spcAft>
              <a:buNone/>
            </a:pPr>
            <a:r>
              <a:rPr lang="en-US" sz="1200" dirty="0">
                <a:solidFill>
                  <a:schemeClr val="dk1"/>
                </a:solidFill>
                <a:cs typeface="MS Gothic"/>
                <a:sym typeface="MS Gothic"/>
              </a:rPr>
              <a:t>		if (</a:t>
            </a:r>
            <a:r>
              <a:rPr lang="en-US" altLang="ja-JP" sz="1200" dirty="0">
                <a:solidFill>
                  <a:schemeClr val="dk1"/>
                </a:solidFill>
                <a:cs typeface="MS Gothic"/>
                <a:sym typeface="MS Gothic"/>
              </a:rPr>
              <a:t>answer.equals(input)</a:t>
            </a:r>
            <a:r>
              <a:rPr lang="en-US" sz="1200" dirty="0">
                <a:solidFill>
                  <a:schemeClr val="dk1"/>
                </a:solidFill>
                <a:cs typeface="MS Gothic"/>
                <a:sym typeface="MS Gothic"/>
              </a:rPr>
              <a:t>) {</a:t>
            </a:r>
          </a:p>
          <a:p>
            <a:pPr marL="0" marR="0" lvl="0" indent="0" algn="l" rtl="0">
              <a:spcBef>
                <a:spcPts val="0"/>
              </a:spcBef>
              <a:spcAft>
                <a:spcPts val="0"/>
              </a:spcAft>
              <a:buNone/>
            </a:pPr>
            <a:r>
              <a:rPr lang="en-US" sz="1200" dirty="0">
                <a:solidFill>
                  <a:schemeClr val="dk1"/>
                </a:solidFill>
                <a:cs typeface="MS Gothic"/>
                <a:sym typeface="MS Gothic"/>
              </a:rPr>
              <a:t>			System.out.println("</a:t>
            </a:r>
            <a:r>
              <a:rPr lang="ja-JP" altLang="en-US" sz="1200" dirty="0">
                <a:solidFill>
                  <a:schemeClr val="dk1"/>
                </a:solidFill>
                <a:cs typeface="MS Gothic"/>
                <a:sym typeface="MS Gothic"/>
              </a:rPr>
              <a:t>正解です！</a:t>
            </a:r>
            <a:r>
              <a:rPr lang="en-US" altLang="ja-JP" sz="1200" dirty="0">
                <a:solidFill>
                  <a:schemeClr val="dk1"/>
                </a:solidFill>
                <a:cs typeface="MS Gothic"/>
                <a:sym typeface="MS Gothic"/>
              </a:rPr>
              <a:t>");</a:t>
            </a:r>
          </a:p>
          <a:p>
            <a:pPr marL="0" marR="0" lvl="0" indent="0" algn="l" rtl="0">
              <a:spcBef>
                <a:spcPts val="0"/>
              </a:spcBef>
              <a:spcAft>
                <a:spcPts val="0"/>
              </a:spcAft>
              <a:buNone/>
            </a:pPr>
            <a:r>
              <a:rPr lang="en-US" altLang="ja-JP" sz="1200" dirty="0">
                <a:solidFill>
                  <a:schemeClr val="dk1"/>
                </a:solidFill>
                <a:cs typeface="MS Gothic"/>
                <a:sym typeface="MS Gothic"/>
              </a:rPr>
              <a:t>		} </a:t>
            </a:r>
            <a:r>
              <a:rPr lang="en-US" sz="1200" dirty="0">
                <a:solidFill>
                  <a:schemeClr val="dk1"/>
                </a:solidFill>
                <a:cs typeface="MS Gothic"/>
                <a:sym typeface="MS Gothic"/>
              </a:rPr>
              <a:t>else {</a:t>
            </a:r>
          </a:p>
          <a:p>
            <a:pPr marL="0" marR="0" lvl="0" indent="0" algn="l" rtl="0">
              <a:spcBef>
                <a:spcPts val="0"/>
              </a:spcBef>
              <a:spcAft>
                <a:spcPts val="0"/>
              </a:spcAft>
              <a:buNone/>
            </a:pPr>
            <a:r>
              <a:rPr lang="en-US" sz="1200" dirty="0">
                <a:solidFill>
                  <a:schemeClr val="dk1"/>
                </a:solidFill>
                <a:cs typeface="MS Gothic"/>
                <a:sym typeface="MS Gothic"/>
              </a:rPr>
              <a:t>			System.out.println("</a:t>
            </a:r>
            <a:r>
              <a:rPr lang="ja-JP" altLang="en-US" sz="1200" dirty="0">
                <a:solidFill>
                  <a:schemeClr val="dk1"/>
                </a:solidFill>
                <a:cs typeface="MS Gothic"/>
                <a:sym typeface="MS Gothic"/>
              </a:rPr>
              <a:t>はずれです</a:t>
            </a:r>
            <a:r>
              <a:rPr lang="en-US" altLang="ja-JP" sz="1200" dirty="0">
                <a:solidFill>
                  <a:schemeClr val="dk1"/>
                </a:solidFill>
                <a:cs typeface="MS Gothic"/>
                <a:sym typeface="MS Gothic"/>
              </a:rPr>
              <a:t>…");</a:t>
            </a:r>
          </a:p>
          <a:p>
            <a:pPr marL="0" marR="0" lvl="0" indent="0" algn="l" rtl="0">
              <a:spcBef>
                <a:spcPts val="0"/>
              </a:spcBef>
              <a:spcAft>
                <a:spcPts val="0"/>
              </a:spcAft>
              <a:buNone/>
            </a:pPr>
            <a:r>
              <a:rPr lang="en-US" altLang="ja-JP" sz="1200" dirty="0">
                <a:solidFill>
                  <a:schemeClr val="dk1"/>
                </a:solidFill>
                <a:cs typeface="MS Gothic"/>
                <a:sym typeface="MS Gothic"/>
              </a:rPr>
              <a:t>		}</a:t>
            </a:r>
          </a:p>
          <a:p>
            <a:pPr marL="0" marR="0" lvl="0" indent="0" algn="l" rtl="0">
              <a:spcBef>
                <a:spcPts val="0"/>
              </a:spcBef>
              <a:spcAft>
                <a:spcPts val="0"/>
              </a:spcAft>
              <a:buNone/>
            </a:pPr>
            <a:r>
              <a:rPr lang="en-US" altLang="ja-JP" sz="1200" dirty="0">
                <a:solidFill>
                  <a:schemeClr val="dk1"/>
                </a:solidFill>
                <a:cs typeface="MS Gothic"/>
                <a:sym typeface="MS Gothic"/>
              </a:rPr>
              <a:t>	}</a:t>
            </a:r>
          </a:p>
          <a:p>
            <a:pPr marL="0" marR="0" lvl="0" indent="0" algn="l" rtl="0">
              <a:spcBef>
                <a:spcPts val="0"/>
              </a:spcBef>
              <a:spcAft>
                <a:spcPts val="0"/>
              </a:spcAft>
              <a:buNone/>
            </a:pPr>
            <a:r>
              <a:rPr lang="en-US" altLang="ja-JP" sz="1200" dirty="0">
                <a:solidFill>
                  <a:schemeClr val="dk1"/>
                </a:solidFill>
                <a:cs typeface="MS Gothic"/>
                <a:sym typeface="MS Gothic"/>
              </a:rPr>
              <a:t>}</a:t>
            </a:r>
          </a:p>
        </p:txBody>
      </p:sp>
    </p:spTree>
    <p:extLst>
      <p:ext uri="{BB962C8B-B14F-4D97-AF65-F5344CB8AC3E}">
        <p14:creationId xmlns:p14="http://schemas.microsoft.com/office/powerpoint/2010/main" val="34878426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0139243D-F4BE-4832-844E-BF478D858664}"/>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7F0D9EE6-7E66-441D-88C2-85B5C043CC56}"/>
              </a:ext>
            </a:extLst>
          </p:cNvPr>
          <p:cNvSpPr>
            <a:spLocks noGrp="1"/>
          </p:cNvSpPr>
          <p:nvPr>
            <p:ph type="ctrTitle"/>
          </p:nvPr>
        </p:nvSpPr>
        <p:spPr/>
        <p:txBody>
          <a:bodyPr/>
          <a:lstStyle/>
          <a:p>
            <a:r>
              <a:rPr lang="en-US" altLang="ja-JP" dirty="0" err="1"/>
              <a:t>メソッドから戻り値を返す</a:t>
            </a:r>
            <a:endParaRPr kumimoji="1" lang="ja-JP" altLang="en-US" dirty="0"/>
          </a:p>
        </p:txBody>
      </p:sp>
      <p:sp>
        <p:nvSpPr>
          <p:cNvPr id="4" name="スライド番号プレースホルダー 3">
            <a:extLst>
              <a:ext uri="{FF2B5EF4-FFF2-40B4-BE49-F238E27FC236}">
                <a16:creationId xmlns:a16="http://schemas.microsoft.com/office/drawing/2014/main" id="{EDFD5E23-5EAD-443B-B727-73089884AB3F}"/>
              </a:ext>
            </a:extLst>
          </p:cNvPr>
          <p:cNvSpPr>
            <a:spLocks noGrp="1"/>
          </p:cNvSpPr>
          <p:nvPr>
            <p:ph type="sldNum" sz="quarter" idx="4"/>
          </p:nvPr>
        </p:nvSpPr>
        <p:spPr/>
        <p:txBody>
          <a:bodyPr/>
          <a:lstStyle/>
          <a:p>
            <a:fld id="{00000000-1234-1234-1234-123412341234}" type="slidenum">
              <a:rPr lang="en" smtClean="0"/>
              <a:pPr/>
              <a:t>25</a:t>
            </a:fld>
            <a:endParaRPr lang="en" dirty="0"/>
          </a:p>
        </p:txBody>
      </p:sp>
      <p:sp>
        <p:nvSpPr>
          <p:cNvPr id="5" name="テキスト プレースホルダー 4">
            <a:extLst>
              <a:ext uri="{FF2B5EF4-FFF2-40B4-BE49-F238E27FC236}">
                <a16:creationId xmlns:a16="http://schemas.microsoft.com/office/drawing/2014/main" id="{54CF1E0F-77F3-4D34-B80C-F23ED44BB1B5}"/>
              </a:ext>
            </a:extLst>
          </p:cNvPr>
          <p:cNvSpPr>
            <a:spLocks noGrp="1"/>
          </p:cNvSpPr>
          <p:nvPr>
            <p:ph type="body" sz="quarter" idx="14"/>
          </p:nvPr>
        </p:nvSpPr>
        <p:spPr/>
        <p:txBody>
          <a:bodyPr/>
          <a:lstStyle/>
          <a:p>
            <a:pPr marL="96838" indent="0">
              <a:buNone/>
            </a:pPr>
            <a:r>
              <a:rPr kumimoji="1" lang="ja-JP" altLang="en-US" dirty="0"/>
              <a:t>呼び出し元からメソッドにデータを受け渡すやり方はわかりました。</a:t>
            </a:r>
            <a:endParaRPr kumimoji="1" lang="en-US" altLang="ja-JP" dirty="0"/>
          </a:p>
          <a:p>
            <a:pPr marL="96838" indent="0">
              <a:buNone/>
            </a:pPr>
            <a:r>
              <a:rPr kumimoji="1" lang="ja-JP" altLang="en-US" dirty="0"/>
              <a:t>次にメソッドから呼び出し元にデータを返すやり方を学習しましょう。</a:t>
            </a:r>
          </a:p>
          <a:p>
            <a:pPr marL="96838" indent="0">
              <a:buNone/>
            </a:pPr>
            <a:r>
              <a:rPr kumimoji="1" lang="ja-JP" altLang="en-US" dirty="0"/>
              <a:t>まずはメソッド側の書き方です。</a:t>
            </a:r>
          </a:p>
          <a:p>
            <a:pPr marL="452438" lvl="1" indent="0">
              <a:buNone/>
            </a:pPr>
            <a:r>
              <a:rPr kumimoji="1" lang="ja-JP" altLang="en-US" b="1" dirty="0"/>
              <a:t>書き方：</a:t>
            </a:r>
          </a:p>
          <a:p>
            <a:pPr marL="817563" lvl="2" indent="0">
              <a:buNone/>
            </a:pPr>
            <a:r>
              <a:rPr kumimoji="1" lang="en-US" altLang="ja-JP" b="1" dirty="0">
                <a:solidFill>
                  <a:schemeClr val="accent1"/>
                </a:solidFill>
              </a:rPr>
              <a:t>public static </a:t>
            </a:r>
            <a:r>
              <a:rPr kumimoji="1" lang="ja-JP" altLang="en-US" b="1" dirty="0">
                <a:solidFill>
                  <a:schemeClr val="tx2"/>
                </a:solidFill>
              </a:rPr>
              <a:t>戻り値の型</a:t>
            </a:r>
            <a:r>
              <a:rPr kumimoji="1" lang="ja-JP" altLang="en-US" b="1" dirty="0">
                <a:solidFill>
                  <a:schemeClr val="accent1"/>
                </a:solidFill>
              </a:rPr>
              <a:t> メソッド名</a:t>
            </a:r>
            <a:r>
              <a:rPr kumimoji="1" lang="en-US" altLang="ja-JP" b="1" dirty="0">
                <a:solidFill>
                  <a:schemeClr val="accent1"/>
                </a:solidFill>
              </a:rPr>
              <a:t>(</a:t>
            </a:r>
            <a:r>
              <a:rPr kumimoji="1" lang="ja-JP" altLang="en-US" b="1" dirty="0">
                <a:solidFill>
                  <a:schemeClr val="accent1"/>
                </a:solidFill>
              </a:rPr>
              <a:t>引数リスト</a:t>
            </a:r>
            <a:r>
              <a:rPr kumimoji="1" lang="en-US" altLang="ja-JP" b="1" dirty="0">
                <a:solidFill>
                  <a:schemeClr val="accent1"/>
                </a:solidFill>
              </a:rPr>
              <a:t>) {</a:t>
            </a:r>
            <a:br>
              <a:rPr kumimoji="1" lang="en-US" altLang="ja-JP" b="1" dirty="0">
                <a:solidFill>
                  <a:schemeClr val="accent1"/>
                </a:solidFill>
              </a:rPr>
            </a:br>
            <a:r>
              <a:rPr kumimoji="1" lang="ja-JP" altLang="en-US" b="1" dirty="0">
                <a:solidFill>
                  <a:schemeClr val="accent1"/>
                </a:solidFill>
              </a:rPr>
              <a:t>　　呼び出されたときに実行する処理</a:t>
            </a:r>
            <a:br>
              <a:rPr kumimoji="1" lang="ja-JP" altLang="en-US" b="1" dirty="0">
                <a:solidFill>
                  <a:schemeClr val="accent1"/>
                </a:solidFill>
              </a:rPr>
            </a:br>
            <a:r>
              <a:rPr kumimoji="1" lang="ja-JP" altLang="en-US" b="1" dirty="0">
                <a:solidFill>
                  <a:schemeClr val="accent1"/>
                </a:solidFill>
              </a:rPr>
              <a:t>　　</a:t>
            </a:r>
            <a:r>
              <a:rPr kumimoji="1" lang="en-US" altLang="ja-JP" b="1" dirty="0">
                <a:solidFill>
                  <a:schemeClr val="tx2"/>
                </a:solidFill>
              </a:rPr>
              <a:t>return </a:t>
            </a:r>
            <a:r>
              <a:rPr kumimoji="1" lang="ja-JP" altLang="en-US" b="1" dirty="0">
                <a:solidFill>
                  <a:schemeClr val="tx2"/>
                </a:solidFill>
              </a:rPr>
              <a:t>戻り値</a:t>
            </a:r>
            <a:r>
              <a:rPr kumimoji="1" lang="en-US" altLang="ja-JP" b="1" dirty="0">
                <a:solidFill>
                  <a:schemeClr val="tx2"/>
                </a:solidFill>
              </a:rPr>
              <a:t>;</a:t>
            </a:r>
            <a:br>
              <a:rPr kumimoji="1" lang="en-US" altLang="ja-JP" b="1" dirty="0">
                <a:solidFill>
                  <a:schemeClr val="tx2"/>
                </a:solidFill>
              </a:rPr>
            </a:br>
            <a:r>
              <a:rPr kumimoji="1" lang="en-US" altLang="ja-JP" b="1" dirty="0">
                <a:solidFill>
                  <a:schemeClr val="accent1"/>
                </a:solidFill>
              </a:rPr>
              <a:t>}</a:t>
            </a:r>
          </a:p>
          <a:p>
            <a:pPr marL="96838" indent="0">
              <a:buNone/>
            </a:pPr>
            <a:endParaRPr kumimoji="1" lang="en-US" altLang="ja-JP" dirty="0"/>
          </a:p>
          <a:p>
            <a:pPr marL="96838" indent="0">
              <a:buNone/>
            </a:pPr>
            <a:r>
              <a:rPr kumimoji="1" lang="ja-JP" altLang="en-US" dirty="0"/>
              <a:t>メソッドから戻り値を戻すためには</a:t>
            </a:r>
            <a:r>
              <a:rPr kumimoji="1" lang="en-US" altLang="ja-JP" dirty="0"/>
              <a:t>return</a:t>
            </a:r>
            <a:r>
              <a:rPr kumimoji="1" lang="ja-JP" altLang="en-US" dirty="0"/>
              <a:t>文を使います。</a:t>
            </a:r>
            <a:endParaRPr kumimoji="1" lang="en-US" altLang="ja-JP" dirty="0"/>
          </a:p>
          <a:p>
            <a:pPr marL="96838" indent="0">
              <a:buNone/>
            </a:pPr>
            <a:r>
              <a:rPr kumimoji="1" lang="en-US" altLang="ja-JP" dirty="0"/>
              <a:t>return</a:t>
            </a:r>
            <a:r>
              <a:rPr kumimoji="1" lang="ja-JP" altLang="en-US" dirty="0"/>
              <a:t>文で指定する戻り値は変数、リテラルの他、「</a:t>
            </a:r>
            <a:r>
              <a:rPr kumimoji="1" lang="en-US" altLang="ja-JP" dirty="0"/>
              <a:t>ad + 1</a:t>
            </a:r>
            <a:r>
              <a:rPr kumimoji="1" lang="ja-JP" altLang="en-US" dirty="0"/>
              <a:t>」のような式も指定できます。</a:t>
            </a:r>
          </a:p>
          <a:p>
            <a:pPr marL="96838" indent="0">
              <a:buNone/>
            </a:pPr>
            <a:r>
              <a:rPr kumimoji="1" lang="ja-JP" altLang="en-US" dirty="0"/>
              <a:t>また、</a:t>
            </a:r>
            <a:r>
              <a:rPr kumimoji="1" lang="en-US" altLang="ja-JP" dirty="0"/>
              <a:t>return</a:t>
            </a:r>
            <a:r>
              <a:rPr kumimoji="1" lang="ja-JP" altLang="en-US" dirty="0"/>
              <a:t>文を書くだけではなく、メソッド名の左を戻り値の型にしなければなりません。</a:t>
            </a:r>
          </a:p>
          <a:p>
            <a:pPr marL="96838" indent="0">
              <a:buNone/>
            </a:pPr>
            <a:r>
              <a:rPr kumimoji="1" lang="ja-JP" altLang="en-US" dirty="0"/>
              <a:t>戻り値がない（</a:t>
            </a:r>
            <a:r>
              <a:rPr kumimoji="1" lang="en-US" altLang="ja-JP" dirty="0"/>
              <a:t>0</a:t>
            </a:r>
            <a:r>
              <a:rPr kumimoji="1" lang="ja-JP" altLang="en-US" dirty="0"/>
              <a:t>個）の場合は戻り値の型として</a:t>
            </a:r>
            <a:r>
              <a:rPr kumimoji="1" lang="en-US" altLang="ja-JP" b="1" dirty="0">
                <a:solidFill>
                  <a:schemeClr val="tx2"/>
                </a:solidFill>
              </a:rPr>
              <a:t>void</a:t>
            </a:r>
            <a:r>
              <a:rPr kumimoji="1" lang="ja-JP" altLang="en-US" dirty="0"/>
              <a:t>というものを指定します。</a:t>
            </a:r>
          </a:p>
          <a:p>
            <a:pPr marL="96838" indent="0">
              <a:buNone/>
            </a:pPr>
            <a:endParaRPr kumimoji="1" lang="ja-JP" altLang="en-US" dirty="0"/>
          </a:p>
        </p:txBody>
      </p:sp>
    </p:spTree>
    <p:extLst>
      <p:ext uri="{BB962C8B-B14F-4D97-AF65-F5344CB8AC3E}">
        <p14:creationId xmlns:p14="http://schemas.microsoft.com/office/powerpoint/2010/main" val="13296787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E7137EF5-C0D4-4041-B392-73A6E6AFC46A}"/>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5D82300F-0A26-44EC-AE4C-303BAF968E6E}"/>
              </a:ext>
            </a:extLst>
          </p:cNvPr>
          <p:cNvSpPr>
            <a:spLocks noGrp="1"/>
          </p:cNvSpPr>
          <p:nvPr>
            <p:ph type="ctrTitle"/>
          </p:nvPr>
        </p:nvSpPr>
        <p:spPr/>
        <p:txBody>
          <a:bodyPr/>
          <a:lstStyle/>
          <a:p>
            <a:r>
              <a:rPr lang="en-US" altLang="ja-JP" dirty="0" err="1"/>
              <a:t>メソッドから戻り値を受け取る</a:t>
            </a:r>
            <a:endParaRPr kumimoji="1" lang="ja-JP" altLang="en-US" dirty="0"/>
          </a:p>
        </p:txBody>
      </p:sp>
      <p:sp>
        <p:nvSpPr>
          <p:cNvPr id="4" name="スライド番号プレースホルダー 3">
            <a:extLst>
              <a:ext uri="{FF2B5EF4-FFF2-40B4-BE49-F238E27FC236}">
                <a16:creationId xmlns:a16="http://schemas.microsoft.com/office/drawing/2014/main" id="{0EFEC478-D10C-45EA-96B7-ED85065F1766}"/>
              </a:ext>
            </a:extLst>
          </p:cNvPr>
          <p:cNvSpPr>
            <a:spLocks noGrp="1"/>
          </p:cNvSpPr>
          <p:nvPr>
            <p:ph type="sldNum" sz="quarter" idx="4"/>
          </p:nvPr>
        </p:nvSpPr>
        <p:spPr/>
        <p:txBody>
          <a:bodyPr/>
          <a:lstStyle/>
          <a:p>
            <a:fld id="{00000000-1234-1234-1234-123412341234}" type="slidenum">
              <a:rPr lang="en" smtClean="0"/>
              <a:pPr/>
              <a:t>26</a:t>
            </a:fld>
            <a:endParaRPr lang="en" dirty="0"/>
          </a:p>
        </p:txBody>
      </p:sp>
      <p:sp>
        <p:nvSpPr>
          <p:cNvPr id="5" name="テキスト プレースホルダー 4">
            <a:extLst>
              <a:ext uri="{FF2B5EF4-FFF2-40B4-BE49-F238E27FC236}">
                <a16:creationId xmlns:a16="http://schemas.microsoft.com/office/drawing/2014/main" id="{98249769-8B42-411C-8DE2-0722716BC79D}"/>
              </a:ext>
            </a:extLst>
          </p:cNvPr>
          <p:cNvSpPr>
            <a:spLocks noGrp="1"/>
          </p:cNvSpPr>
          <p:nvPr>
            <p:ph type="body" sz="quarter" idx="14"/>
          </p:nvPr>
        </p:nvSpPr>
        <p:spPr/>
        <p:txBody>
          <a:bodyPr/>
          <a:lstStyle/>
          <a:p>
            <a:pPr marL="96838" indent="0">
              <a:buNone/>
            </a:pPr>
            <a:r>
              <a:rPr kumimoji="1" lang="ja-JP" altLang="en-US" dirty="0"/>
              <a:t>メソッドが</a:t>
            </a:r>
            <a:r>
              <a:rPr kumimoji="1" lang="en-US" altLang="ja-JP" dirty="0"/>
              <a:t>return</a:t>
            </a:r>
            <a:r>
              <a:rPr kumimoji="1" lang="ja-JP" altLang="en-US" dirty="0"/>
              <a:t>文を使って戻り値を返しても、呼び出し元がそれを受け取らなければ意味ありません。</a:t>
            </a:r>
          </a:p>
          <a:p>
            <a:pPr marL="96838" indent="0">
              <a:buNone/>
            </a:pPr>
            <a:r>
              <a:rPr kumimoji="1" lang="ja-JP" altLang="en-US" dirty="0"/>
              <a:t>戻り値を受け取るためには一般的には受け取る変数を作って代入します。</a:t>
            </a:r>
          </a:p>
          <a:p>
            <a:pPr marL="452438" lvl="1" indent="0">
              <a:buNone/>
            </a:pPr>
            <a:r>
              <a:rPr kumimoji="1" lang="ja-JP" altLang="en-US" b="1" dirty="0"/>
              <a:t>書き方：</a:t>
            </a:r>
            <a:endParaRPr kumimoji="1" lang="en-US" altLang="ja-JP" b="1" dirty="0"/>
          </a:p>
          <a:p>
            <a:pPr marL="817563" lvl="2" indent="0">
              <a:buNone/>
            </a:pPr>
            <a:r>
              <a:rPr kumimoji="1" lang="ja-JP" altLang="en-US" b="1" dirty="0">
                <a:solidFill>
                  <a:schemeClr val="accent1"/>
                </a:solidFill>
              </a:rPr>
              <a:t>型  変数名 </a:t>
            </a:r>
            <a:r>
              <a:rPr kumimoji="1" lang="en-US" altLang="ja-JP" b="1" dirty="0">
                <a:solidFill>
                  <a:schemeClr val="accent1"/>
                </a:solidFill>
              </a:rPr>
              <a:t>= </a:t>
            </a:r>
            <a:r>
              <a:rPr kumimoji="1" lang="ja-JP" altLang="en-US" b="1" dirty="0">
                <a:solidFill>
                  <a:schemeClr val="accent1"/>
                </a:solidFill>
              </a:rPr>
              <a:t>メソッド名</a:t>
            </a:r>
            <a:r>
              <a:rPr kumimoji="1" lang="en-US" altLang="ja-JP" b="1" dirty="0">
                <a:solidFill>
                  <a:schemeClr val="accent1"/>
                </a:solidFill>
              </a:rPr>
              <a:t>(</a:t>
            </a:r>
            <a:r>
              <a:rPr kumimoji="1" lang="ja-JP" altLang="en-US" b="1" dirty="0">
                <a:solidFill>
                  <a:schemeClr val="accent1"/>
                </a:solidFill>
              </a:rPr>
              <a:t>引数リスト</a:t>
            </a:r>
            <a:r>
              <a:rPr kumimoji="1" lang="en-US" altLang="ja-JP" b="1" dirty="0">
                <a:solidFill>
                  <a:schemeClr val="accent1"/>
                </a:solidFill>
              </a:rPr>
              <a:t>);</a:t>
            </a:r>
          </a:p>
          <a:p>
            <a:pPr marL="96838" indent="0">
              <a:buNone/>
            </a:pPr>
            <a:r>
              <a:rPr kumimoji="1" lang="ja-JP" altLang="en-US" dirty="0"/>
              <a:t>メソッドを呼び出して戻り値を返してきた場合、「メソッド名</a:t>
            </a:r>
            <a:r>
              <a:rPr kumimoji="1" lang="en-US" altLang="ja-JP" dirty="0"/>
              <a:t>(</a:t>
            </a:r>
            <a:r>
              <a:rPr kumimoji="1" lang="ja-JP" altLang="en-US" dirty="0"/>
              <a:t>引数リスト</a:t>
            </a:r>
            <a:r>
              <a:rPr kumimoji="1" lang="en-US" altLang="ja-JP" dirty="0"/>
              <a:t>)</a:t>
            </a:r>
            <a:r>
              <a:rPr kumimoji="1" lang="ja-JP" altLang="en-US" dirty="0"/>
              <a:t>」の部分が戻り値に置き換わる、と考えればいいのです。</a:t>
            </a:r>
          </a:p>
          <a:p>
            <a:pPr marL="96838" indent="0">
              <a:buNone/>
            </a:pPr>
            <a:r>
              <a:rPr kumimoji="1" lang="ja-JP" altLang="en-US" dirty="0"/>
              <a:t>例えば、</a:t>
            </a:r>
            <a:r>
              <a:rPr kumimoji="1" lang="en-US" altLang="ja-JP" dirty="0"/>
              <a:t>checkAnswer</a:t>
            </a:r>
            <a:r>
              <a:rPr kumimoji="1" lang="ja-JP" altLang="en-US" dirty="0"/>
              <a:t>メソッドに</a:t>
            </a:r>
            <a:r>
              <a:rPr lang="ja-JP" altLang="en-US" dirty="0"/>
              <a:t>「</a:t>
            </a:r>
            <a:r>
              <a:rPr lang="en-US" altLang="ja-JP" dirty="0"/>
              <a:t>input</a:t>
            </a:r>
            <a:r>
              <a:rPr lang="ja-JP" altLang="en-US" dirty="0"/>
              <a:t>」</a:t>
            </a:r>
            <a:r>
              <a:rPr kumimoji="1" lang="ja-JP" altLang="en-US" dirty="0"/>
              <a:t>という引数を渡せば</a:t>
            </a:r>
            <a:r>
              <a:rPr lang="ja-JP" altLang="en-US" dirty="0"/>
              <a:t>正当結果が</a:t>
            </a:r>
            <a:r>
              <a:rPr lang="en-US" altLang="ja-JP" dirty="0" err="1"/>
              <a:t>boolean</a:t>
            </a:r>
            <a:r>
              <a:rPr lang="ja-JP" altLang="en-US" dirty="0"/>
              <a:t>の値として</a:t>
            </a:r>
            <a:r>
              <a:rPr kumimoji="1" lang="ja-JP" altLang="en-US" dirty="0"/>
              <a:t>戻り値が返ってきます。すなわち、</a:t>
            </a:r>
          </a:p>
          <a:p>
            <a:pPr marL="452438" lvl="1" indent="0">
              <a:buNone/>
            </a:pPr>
            <a:r>
              <a:rPr kumimoji="1" lang="en-US" altLang="ja-JP" b="1" dirty="0">
                <a:solidFill>
                  <a:schemeClr val="accent1"/>
                </a:solidFill>
              </a:rPr>
              <a:t>Boolean </a:t>
            </a:r>
            <a:r>
              <a:rPr kumimoji="1" lang="en-US" altLang="ja-JP" b="1" dirty="0" err="1">
                <a:solidFill>
                  <a:schemeClr val="accent1"/>
                </a:solidFill>
              </a:rPr>
              <a:t>answerFlag</a:t>
            </a:r>
            <a:r>
              <a:rPr kumimoji="1" lang="en-US" altLang="ja-JP" b="1" dirty="0">
                <a:solidFill>
                  <a:schemeClr val="accent1"/>
                </a:solidFill>
              </a:rPr>
              <a:t> = checkAnswer(input);</a:t>
            </a:r>
          </a:p>
          <a:p>
            <a:pPr marL="96838" indent="0">
              <a:buNone/>
            </a:pPr>
            <a:r>
              <a:rPr kumimoji="1" lang="ja-JP" altLang="en-US" dirty="0"/>
              <a:t>というのは、メソッドが実行された後は</a:t>
            </a:r>
            <a:r>
              <a:rPr lang="ja-JP" altLang="en-US" dirty="0"/>
              <a:t>正解であれば</a:t>
            </a:r>
            <a:r>
              <a:rPr lang="en-US" altLang="ja-JP" dirty="0" err="1"/>
              <a:t>answerFlag</a:t>
            </a:r>
            <a:r>
              <a:rPr lang="ja-JP" altLang="en-US" dirty="0"/>
              <a:t>に</a:t>
            </a:r>
            <a:r>
              <a:rPr lang="en-US" altLang="ja-JP" dirty="0"/>
              <a:t>true</a:t>
            </a:r>
            <a:r>
              <a:rPr lang="ja-JP" altLang="en-US" dirty="0"/>
              <a:t>が、はずれならば</a:t>
            </a:r>
            <a:r>
              <a:rPr lang="en-US" altLang="ja-JP" dirty="0"/>
              <a:t>false</a:t>
            </a:r>
            <a:r>
              <a:rPr lang="ja-JP" altLang="en-US" dirty="0"/>
              <a:t>が代入されます。</a:t>
            </a:r>
            <a:endParaRPr kumimoji="1" lang="ja-JP" altLang="en-US" dirty="0"/>
          </a:p>
        </p:txBody>
      </p:sp>
    </p:spTree>
    <p:extLst>
      <p:ext uri="{BB962C8B-B14F-4D97-AF65-F5344CB8AC3E}">
        <p14:creationId xmlns:p14="http://schemas.microsoft.com/office/powerpoint/2010/main" val="12415365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955E3D62-1CEF-468C-A185-A9088F006DED}"/>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C7066AF6-1D1A-4194-81A6-0761C95ADD0B}"/>
              </a:ext>
            </a:extLst>
          </p:cNvPr>
          <p:cNvSpPr>
            <a:spLocks noGrp="1"/>
          </p:cNvSpPr>
          <p:nvPr>
            <p:ph type="ctrTitle"/>
          </p:nvPr>
        </p:nvSpPr>
        <p:spPr/>
        <p:txBody>
          <a:bodyPr/>
          <a:lstStyle/>
          <a:p>
            <a:r>
              <a:rPr lang="en-US" altLang="ja-JP" dirty="0" err="1"/>
              <a:t>戻り値を使ったメソッドサンプル</a:t>
            </a:r>
            <a:endParaRPr kumimoji="1" lang="ja-JP" altLang="en-US" dirty="0"/>
          </a:p>
        </p:txBody>
      </p:sp>
      <p:sp>
        <p:nvSpPr>
          <p:cNvPr id="4" name="スライド番号プレースホルダー 3">
            <a:extLst>
              <a:ext uri="{FF2B5EF4-FFF2-40B4-BE49-F238E27FC236}">
                <a16:creationId xmlns:a16="http://schemas.microsoft.com/office/drawing/2014/main" id="{738FE21A-7A2F-41FB-8230-CFDC347CCFB2}"/>
              </a:ext>
            </a:extLst>
          </p:cNvPr>
          <p:cNvSpPr>
            <a:spLocks noGrp="1"/>
          </p:cNvSpPr>
          <p:nvPr>
            <p:ph type="sldNum" sz="quarter" idx="4"/>
          </p:nvPr>
        </p:nvSpPr>
        <p:spPr/>
        <p:txBody>
          <a:bodyPr/>
          <a:lstStyle/>
          <a:p>
            <a:fld id="{00000000-1234-1234-1234-123412341234}" type="slidenum">
              <a:rPr lang="en" smtClean="0"/>
              <a:pPr/>
              <a:t>27</a:t>
            </a:fld>
            <a:endParaRPr lang="en" dirty="0"/>
          </a:p>
        </p:txBody>
      </p:sp>
      <p:sp>
        <p:nvSpPr>
          <p:cNvPr id="5" name="テキスト プレースホルダー 4">
            <a:extLst>
              <a:ext uri="{FF2B5EF4-FFF2-40B4-BE49-F238E27FC236}">
                <a16:creationId xmlns:a16="http://schemas.microsoft.com/office/drawing/2014/main" id="{73F15835-8EDD-47E5-B2C7-F34CF0B460E8}"/>
              </a:ext>
            </a:extLst>
          </p:cNvPr>
          <p:cNvSpPr>
            <a:spLocks noGrp="1"/>
          </p:cNvSpPr>
          <p:nvPr>
            <p:ph type="body" sz="quarter" idx="14"/>
          </p:nvPr>
        </p:nvSpPr>
        <p:spPr>
          <a:xfrm>
            <a:off x="462875" y="859491"/>
            <a:ext cx="8216900" cy="541192"/>
          </a:xfrm>
        </p:spPr>
        <p:txBody>
          <a:bodyPr/>
          <a:lstStyle/>
          <a:p>
            <a:pPr marL="96838" indent="0">
              <a:buNone/>
            </a:pPr>
            <a:r>
              <a:rPr kumimoji="1" lang="ja-JP" altLang="en-US" dirty="0"/>
              <a:t>ここまで学習したことを使って</a:t>
            </a:r>
            <a:r>
              <a:rPr kumimoji="1" lang="en-US" altLang="ja-JP" dirty="0" err="1"/>
              <a:t>MethodSample</a:t>
            </a:r>
            <a:r>
              <a:rPr kumimoji="1" lang="ja-JP" altLang="en-US" dirty="0"/>
              <a:t>を書き直してみましょう。</a:t>
            </a:r>
            <a:endParaRPr lang="en-US" altLang="ja-JP" dirty="0"/>
          </a:p>
        </p:txBody>
      </p:sp>
      <p:sp>
        <p:nvSpPr>
          <p:cNvPr id="6" name="Google Shape;144;p19">
            <a:extLst>
              <a:ext uri="{FF2B5EF4-FFF2-40B4-BE49-F238E27FC236}">
                <a16:creationId xmlns:a16="http://schemas.microsoft.com/office/drawing/2014/main" id="{4CA59899-0BAD-4D9D-9D2E-EDDEDF77A7C7}"/>
              </a:ext>
            </a:extLst>
          </p:cNvPr>
          <p:cNvSpPr/>
          <p:nvPr/>
        </p:nvSpPr>
        <p:spPr>
          <a:xfrm>
            <a:off x="1249680" y="1357928"/>
            <a:ext cx="7223760" cy="3405458"/>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cs typeface="MS Gothic"/>
                <a:sym typeface="MS Gothic"/>
              </a:rPr>
              <a:t>public class </a:t>
            </a:r>
            <a:r>
              <a:rPr lang="en-US" sz="1200" dirty="0" err="1">
                <a:solidFill>
                  <a:schemeClr val="dk1"/>
                </a:solidFill>
                <a:cs typeface="MS Gothic"/>
                <a:sym typeface="MS Gothic"/>
              </a:rPr>
              <a:t>MethodSample</a:t>
            </a:r>
            <a:r>
              <a:rPr lang="en-US" sz="1200" dirty="0">
                <a:solidFill>
                  <a:schemeClr val="dk1"/>
                </a:solidFill>
                <a:cs typeface="MS Gothic"/>
                <a:sym typeface="MS Gothic"/>
              </a:rPr>
              <a:t> {</a:t>
            </a:r>
          </a:p>
          <a:p>
            <a:pPr marL="0" marR="0" lvl="0" indent="0" algn="l" rtl="0">
              <a:spcBef>
                <a:spcPts val="0"/>
              </a:spcBef>
              <a:spcAft>
                <a:spcPts val="0"/>
              </a:spcAft>
              <a:buNone/>
            </a:pPr>
            <a:r>
              <a:rPr lang="en-US" sz="1200" dirty="0">
                <a:solidFill>
                  <a:schemeClr val="dk1"/>
                </a:solidFill>
                <a:cs typeface="MS Gothic"/>
                <a:sym typeface="MS Gothic"/>
              </a:rPr>
              <a:t>	public static void main(String[] </a:t>
            </a:r>
            <a:r>
              <a:rPr lang="en-US" sz="1200" dirty="0" err="1">
                <a:solidFill>
                  <a:schemeClr val="dk1"/>
                </a:solidFill>
                <a:cs typeface="MS Gothic"/>
                <a:sym typeface="MS Gothic"/>
              </a:rPr>
              <a:t>args</a:t>
            </a:r>
            <a:r>
              <a:rPr lang="en-US" sz="1200" dirty="0">
                <a:solidFill>
                  <a:schemeClr val="dk1"/>
                </a:solidFill>
                <a:cs typeface="MS Gothic"/>
                <a:sym typeface="MS Gothic"/>
              </a:rPr>
              <a:t>) {</a:t>
            </a:r>
          </a:p>
          <a:p>
            <a:pPr marL="0" marR="0" lvl="0" indent="0" algn="l" rtl="0">
              <a:spcBef>
                <a:spcPts val="0"/>
              </a:spcBef>
              <a:spcAft>
                <a:spcPts val="0"/>
              </a:spcAft>
              <a:buNone/>
            </a:pPr>
            <a:r>
              <a:rPr lang="en-US" sz="1200" dirty="0">
                <a:solidFill>
                  <a:schemeClr val="dk1"/>
                </a:solidFill>
                <a:cs typeface="MS Gothic"/>
                <a:sym typeface="MS Gothic"/>
              </a:rPr>
              <a:t>		System.out.println("</a:t>
            </a:r>
            <a:r>
              <a:rPr lang="ja-JP" altLang="en-US" sz="1200" dirty="0">
                <a:solidFill>
                  <a:schemeClr val="dk1"/>
                </a:solidFill>
                <a:cs typeface="MS Gothic"/>
                <a:sym typeface="MS Gothic"/>
              </a:rPr>
              <a:t>メソッドのサンプルです</a:t>
            </a:r>
            <a:r>
              <a:rPr lang="en-US" altLang="ja-JP" sz="1200" dirty="0">
                <a:solidFill>
                  <a:schemeClr val="dk1"/>
                </a:solidFill>
                <a:cs typeface="MS Gothic"/>
                <a:sym typeface="MS Gothic"/>
              </a:rPr>
              <a:t>");</a:t>
            </a:r>
          </a:p>
          <a:p>
            <a:pPr marL="0" marR="0" lvl="0" indent="0" algn="l" rtl="0">
              <a:spcBef>
                <a:spcPts val="0"/>
              </a:spcBef>
              <a:spcAft>
                <a:spcPts val="0"/>
              </a:spcAft>
              <a:buNone/>
            </a:pPr>
            <a:r>
              <a:rPr lang="en-US" altLang="ja-JP" sz="1200" dirty="0">
                <a:solidFill>
                  <a:schemeClr val="dk1"/>
                </a:solidFill>
                <a:cs typeface="MS Gothic"/>
                <a:sym typeface="MS Gothic"/>
              </a:rPr>
              <a:t>		</a:t>
            </a:r>
            <a:r>
              <a:rPr lang="en-US" sz="1200" dirty="0">
                <a:solidFill>
                  <a:schemeClr val="dk1"/>
                </a:solidFill>
                <a:cs typeface="MS Gothic"/>
                <a:sym typeface="MS Gothic"/>
              </a:rPr>
              <a:t>System.out.println("</a:t>
            </a:r>
            <a:r>
              <a:rPr lang="ja-JP" altLang="en-US" sz="1200" dirty="0">
                <a:solidFill>
                  <a:schemeClr val="dk1"/>
                </a:solidFill>
                <a:cs typeface="MS Gothic"/>
                <a:sym typeface="MS Gothic"/>
              </a:rPr>
              <a:t>木になる赤い果物と言えば何？　ひらがなで答えてください。</a:t>
            </a:r>
            <a:r>
              <a:rPr lang="en-US" altLang="ja-JP" sz="1200" dirty="0">
                <a:solidFill>
                  <a:schemeClr val="dk1"/>
                </a:solidFill>
                <a:cs typeface="MS Gothic"/>
                <a:sym typeface="MS Gothic"/>
              </a:rPr>
              <a:t>");</a:t>
            </a:r>
          </a:p>
          <a:p>
            <a:pPr marL="0" marR="0" lvl="0" indent="0" algn="l" rtl="0">
              <a:spcBef>
                <a:spcPts val="0"/>
              </a:spcBef>
              <a:spcAft>
                <a:spcPts val="0"/>
              </a:spcAft>
              <a:buNone/>
            </a:pPr>
            <a:r>
              <a:rPr lang="en-US" altLang="ja-JP" sz="1200" dirty="0">
                <a:solidFill>
                  <a:schemeClr val="dk1"/>
                </a:solidFill>
                <a:cs typeface="MS Gothic"/>
                <a:sym typeface="MS Gothic"/>
              </a:rPr>
              <a:t>		</a:t>
            </a:r>
            <a:r>
              <a:rPr lang="en-US" sz="1200" dirty="0">
                <a:solidFill>
                  <a:schemeClr val="dk1"/>
                </a:solidFill>
                <a:cs typeface="MS Gothic"/>
                <a:sym typeface="MS Gothic"/>
              </a:rPr>
              <a:t>String input = new java.util.Scanner(System.in).nextLine();</a:t>
            </a:r>
          </a:p>
          <a:p>
            <a:pPr marL="0" marR="0" lvl="0" indent="0" algn="l" rtl="0">
              <a:spcBef>
                <a:spcPts val="0"/>
              </a:spcBef>
              <a:spcAft>
                <a:spcPts val="0"/>
              </a:spcAft>
              <a:buNone/>
            </a:pPr>
            <a:r>
              <a:rPr lang="en-US" sz="1200" dirty="0">
                <a:solidFill>
                  <a:schemeClr val="dk1"/>
                </a:solidFill>
                <a:cs typeface="MS Gothic"/>
                <a:sym typeface="MS Gothic"/>
              </a:rPr>
              <a:t>		</a:t>
            </a:r>
            <a:r>
              <a:rPr lang="en-US" sz="1200" dirty="0" err="1">
                <a:solidFill>
                  <a:schemeClr val="dk1"/>
                </a:solidFill>
                <a:cs typeface="MS Gothic"/>
                <a:sym typeface="MS Gothic"/>
              </a:rPr>
              <a:t>boolean</a:t>
            </a:r>
            <a:r>
              <a:rPr lang="en-US" sz="1200" dirty="0">
                <a:solidFill>
                  <a:schemeClr val="dk1"/>
                </a:solidFill>
                <a:cs typeface="MS Gothic"/>
                <a:sym typeface="MS Gothic"/>
              </a:rPr>
              <a:t> </a:t>
            </a:r>
            <a:r>
              <a:rPr lang="en-US" sz="1200" dirty="0" err="1">
                <a:solidFill>
                  <a:schemeClr val="dk1"/>
                </a:solidFill>
                <a:cs typeface="MS Gothic"/>
                <a:sym typeface="MS Gothic"/>
              </a:rPr>
              <a:t>answerFlag</a:t>
            </a:r>
            <a:r>
              <a:rPr lang="en-US" sz="1200" dirty="0">
                <a:solidFill>
                  <a:schemeClr val="dk1"/>
                </a:solidFill>
                <a:cs typeface="MS Gothic"/>
                <a:sym typeface="MS Gothic"/>
              </a:rPr>
              <a:t> = checkAnswer(input);</a:t>
            </a:r>
          </a:p>
          <a:p>
            <a:pPr marL="0" marR="0" lvl="0" indent="0" algn="l" rtl="0">
              <a:spcBef>
                <a:spcPts val="0"/>
              </a:spcBef>
              <a:spcAft>
                <a:spcPts val="0"/>
              </a:spcAft>
              <a:buNone/>
            </a:pPr>
            <a:r>
              <a:rPr lang="en-US" sz="1200" dirty="0">
                <a:solidFill>
                  <a:schemeClr val="dk1"/>
                </a:solidFill>
                <a:cs typeface="MS Gothic"/>
                <a:sym typeface="MS Gothic"/>
              </a:rPr>
              <a:t>		if (</a:t>
            </a:r>
            <a:r>
              <a:rPr lang="en-US" sz="1200" dirty="0" err="1">
                <a:solidFill>
                  <a:schemeClr val="dk1"/>
                </a:solidFill>
                <a:cs typeface="MS Gothic"/>
                <a:sym typeface="MS Gothic"/>
              </a:rPr>
              <a:t>answerFlag</a:t>
            </a:r>
            <a:r>
              <a:rPr lang="en-US" sz="1200" dirty="0">
                <a:solidFill>
                  <a:schemeClr val="dk1"/>
                </a:solidFill>
                <a:cs typeface="MS Gothic"/>
                <a:sym typeface="MS Gothic"/>
              </a:rPr>
              <a:t>) {</a:t>
            </a:r>
          </a:p>
          <a:p>
            <a:pPr marL="0" marR="0" lvl="0" indent="0" algn="l" rtl="0">
              <a:spcBef>
                <a:spcPts val="0"/>
              </a:spcBef>
              <a:spcAft>
                <a:spcPts val="0"/>
              </a:spcAft>
              <a:buNone/>
            </a:pPr>
            <a:r>
              <a:rPr lang="en-US" sz="1200" dirty="0">
                <a:solidFill>
                  <a:schemeClr val="dk1"/>
                </a:solidFill>
                <a:cs typeface="MS Gothic"/>
                <a:sym typeface="MS Gothic"/>
              </a:rPr>
              <a:t>			System.out.println("</a:t>
            </a:r>
            <a:r>
              <a:rPr lang="ja-JP" altLang="en-US" sz="1200" dirty="0">
                <a:solidFill>
                  <a:schemeClr val="dk1"/>
                </a:solidFill>
                <a:cs typeface="MS Gothic"/>
                <a:sym typeface="MS Gothic"/>
              </a:rPr>
              <a:t>正解です！</a:t>
            </a:r>
            <a:r>
              <a:rPr lang="en-US" altLang="ja-JP" sz="1200" dirty="0">
                <a:solidFill>
                  <a:schemeClr val="dk1"/>
                </a:solidFill>
                <a:cs typeface="MS Gothic"/>
                <a:sym typeface="MS Gothic"/>
              </a:rPr>
              <a:t>");</a:t>
            </a:r>
          </a:p>
          <a:p>
            <a:pPr marL="0" marR="0" lvl="0" indent="0" algn="l" rtl="0">
              <a:spcBef>
                <a:spcPts val="0"/>
              </a:spcBef>
              <a:spcAft>
                <a:spcPts val="0"/>
              </a:spcAft>
              <a:buNone/>
            </a:pPr>
            <a:r>
              <a:rPr lang="en-US" altLang="ja-JP" sz="1200" dirty="0">
                <a:solidFill>
                  <a:schemeClr val="dk1"/>
                </a:solidFill>
                <a:cs typeface="MS Gothic"/>
                <a:sym typeface="MS Gothic"/>
              </a:rPr>
              <a:t>		} </a:t>
            </a:r>
            <a:r>
              <a:rPr lang="en-US" sz="1200" dirty="0">
                <a:solidFill>
                  <a:schemeClr val="dk1"/>
                </a:solidFill>
                <a:cs typeface="MS Gothic"/>
                <a:sym typeface="MS Gothic"/>
              </a:rPr>
              <a:t>else {</a:t>
            </a:r>
          </a:p>
          <a:p>
            <a:pPr marL="0" marR="0" lvl="0" indent="0" algn="l" rtl="0">
              <a:spcBef>
                <a:spcPts val="0"/>
              </a:spcBef>
              <a:spcAft>
                <a:spcPts val="0"/>
              </a:spcAft>
              <a:buNone/>
            </a:pPr>
            <a:r>
              <a:rPr lang="en-US" sz="1200" dirty="0">
                <a:solidFill>
                  <a:schemeClr val="dk1"/>
                </a:solidFill>
                <a:cs typeface="MS Gothic"/>
                <a:sym typeface="MS Gothic"/>
              </a:rPr>
              <a:t>			System.out.println("</a:t>
            </a:r>
            <a:r>
              <a:rPr lang="ja-JP" altLang="en-US" sz="1200" dirty="0">
                <a:solidFill>
                  <a:schemeClr val="dk1"/>
                </a:solidFill>
                <a:cs typeface="MS Gothic"/>
                <a:sym typeface="MS Gothic"/>
              </a:rPr>
              <a:t>はずれです</a:t>
            </a:r>
            <a:r>
              <a:rPr lang="en-US" altLang="ja-JP" sz="1200" dirty="0">
                <a:solidFill>
                  <a:schemeClr val="dk1"/>
                </a:solidFill>
                <a:cs typeface="MS Gothic"/>
                <a:sym typeface="MS Gothic"/>
              </a:rPr>
              <a:t>…");</a:t>
            </a:r>
          </a:p>
          <a:p>
            <a:pPr marL="0" marR="0" lvl="0" indent="0" algn="l" rtl="0">
              <a:spcBef>
                <a:spcPts val="0"/>
              </a:spcBef>
              <a:spcAft>
                <a:spcPts val="0"/>
              </a:spcAft>
              <a:buNone/>
            </a:pPr>
            <a:r>
              <a:rPr lang="en-US" altLang="ja-JP" sz="1200" dirty="0">
                <a:solidFill>
                  <a:schemeClr val="dk1"/>
                </a:solidFill>
                <a:cs typeface="MS Gothic"/>
                <a:sym typeface="MS Gothic"/>
              </a:rPr>
              <a:t>		}</a:t>
            </a:r>
          </a:p>
          <a:p>
            <a:pPr marL="0" marR="0" lvl="0" indent="0" algn="l" rtl="0">
              <a:spcBef>
                <a:spcPts val="0"/>
              </a:spcBef>
              <a:spcAft>
                <a:spcPts val="0"/>
              </a:spcAft>
              <a:buNone/>
            </a:pPr>
            <a:r>
              <a:rPr lang="en-US" altLang="ja-JP" sz="1200" dirty="0">
                <a:solidFill>
                  <a:schemeClr val="dk1"/>
                </a:solidFill>
                <a:cs typeface="MS Gothic"/>
                <a:sym typeface="MS Gothic"/>
              </a:rPr>
              <a:t>	}</a:t>
            </a:r>
          </a:p>
          <a:p>
            <a:pPr marL="0" marR="0" lvl="0" indent="0" algn="l" rtl="0">
              <a:spcBef>
                <a:spcPts val="0"/>
              </a:spcBef>
              <a:spcAft>
                <a:spcPts val="0"/>
              </a:spcAft>
              <a:buNone/>
            </a:pPr>
            <a:r>
              <a:rPr lang="en-US" altLang="ja-JP" sz="1200" dirty="0">
                <a:solidFill>
                  <a:schemeClr val="dk1"/>
                </a:solidFill>
                <a:cs typeface="MS Gothic"/>
                <a:sym typeface="MS Gothic"/>
              </a:rPr>
              <a:t>	</a:t>
            </a:r>
            <a:r>
              <a:rPr lang="en-US" sz="1200" dirty="0">
                <a:solidFill>
                  <a:schemeClr val="dk1"/>
                </a:solidFill>
                <a:cs typeface="MS Gothic"/>
                <a:sym typeface="MS Gothic"/>
              </a:rPr>
              <a:t>public static </a:t>
            </a:r>
            <a:r>
              <a:rPr lang="en-US" sz="1200" dirty="0" err="1">
                <a:solidFill>
                  <a:schemeClr val="dk1"/>
                </a:solidFill>
                <a:cs typeface="MS Gothic"/>
                <a:sym typeface="MS Gothic"/>
              </a:rPr>
              <a:t>boolean</a:t>
            </a:r>
            <a:r>
              <a:rPr lang="en-US" sz="1200" dirty="0">
                <a:solidFill>
                  <a:schemeClr val="dk1"/>
                </a:solidFill>
                <a:cs typeface="MS Gothic"/>
                <a:sym typeface="MS Gothic"/>
              </a:rPr>
              <a:t> checkAnswer(String input) {</a:t>
            </a:r>
          </a:p>
          <a:p>
            <a:r>
              <a:rPr lang="en-US" sz="1200" dirty="0">
                <a:solidFill>
                  <a:schemeClr val="dk1"/>
                </a:solidFill>
                <a:cs typeface="MS Gothic"/>
                <a:sym typeface="MS Gothic"/>
              </a:rPr>
              <a:t>		</a:t>
            </a:r>
            <a:r>
              <a:rPr lang="en-US" altLang="ja-JP" sz="1200" dirty="0">
                <a:solidFill>
                  <a:schemeClr val="dk1"/>
                </a:solidFill>
                <a:cs typeface="MS Gothic"/>
                <a:sym typeface="MS Gothic"/>
              </a:rPr>
              <a:t>String answer = "</a:t>
            </a:r>
            <a:r>
              <a:rPr lang="ja-JP" altLang="en-US" sz="1200" dirty="0">
                <a:solidFill>
                  <a:schemeClr val="dk1"/>
                </a:solidFill>
                <a:cs typeface="MS Gothic"/>
                <a:sym typeface="MS Gothic"/>
              </a:rPr>
              <a:t>りんご</a:t>
            </a:r>
            <a:r>
              <a:rPr lang="en-US" altLang="ja-JP" sz="1200" dirty="0">
                <a:solidFill>
                  <a:schemeClr val="dk1"/>
                </a:solidFill>
                <a:cs typeface="MS Gothic"/>
                <a:sym typeface="MS Gothic"/>
              </a:rPr>
              <a:t>";</a:t>
            </a:r>
            <a:endParaRPr lang="en-US" sz="1200" dirty="0">
              <a:solidFill>
                <a:schemeClr val="dk1"/>
              </a:solidFill>
              <a:cs typeface="MS Gothic"/>
              <a:sym typeface="MS Gothic"/>
            </a:endParaRPr>
          </a:p>
          <a:p>
            <a:pPr marL="0" marR="0" lvl="0" indent="0" algn="l" rtl="0">
              <a:spcBef>
                <a:spcPts val="0"/>
              </a:spcBef>
              <a:spcAft>
                <a:spcPts val="0"/>
              </a:spcAft>
              <a:buNone/>
            </a:pPr>
            <a:r>
              <a:rPr lang="en-US" sz="1200" dirty="0">
                <a:solidFill>
                  <a:schemeClr val="dk1"/>
                </a:solidFill>
                <a:cs typeface="MS Gothic"/>
                <a:sym typeface="MS Gothic"/>
              </a:rPr>
              <a:t>		</a:t>
            </a:r>
            <a:r>
              <a:rPr lang="en-US" sz="1200" dirty="0" err="1">
                <a:solidFill>
                  <a:schemeClr val="dk1"/>
                </a:solidFill>
                <a:cs typeface="MS Gothic"/>
                <a:sym typeface="MS Gothic"/>
              </a:rPr>
              <a:t>boolean</a:t>
            </a:r>
            <a:r>
              <a:rPr lang="en-US" sz="1200" dirty="0">
                <a:solidFill>
                  <a:schemeClr val="dk1"/>
                </a:solidFill>
                <a:cs typeface="MS Gothic"/>
                <a:sym typeface="MS Gothic"/>
              </a:rPr>
              <a:t> </a:t>
            </a:r>
            <a:r>
              <a:rPr lang="en-US" sz="1200" dirty="0" err="1">
                <a:solidFill>
                  <a:schemeClr val="dk1"/>
                </a:solidFill>
                <a:cs typeface="MS Gothic"/>
                <a:sym typeface="MS Gothic"/>
              </a:rPr>
              <a:t>answerFlag</a:t>
            </a:r>
            <a:r>
              <a:rPr lang="en-US" sz="1200" dirty="0">
                <a:solidFill>
                  <a:schemeClr val="dk1"/>
                </a:solidFill>
                <a:cs typeface="MS Gothic"/>
                <a:sym typeface="MS Gothic"/>
              </a:rPr>
              <a:t> = answer.equals(input);</a:t>
            </a:r>
          </a:p>
          <a:p>
            <a:pPr marL="0" marR="0" lvl="0" indent="0" algn="l" rtl="0">
              <a:spcBef>
                <a:spcPts val="0"/>
              </a:spcBef>
              <a:spcAft>
                <a:spcPts val="0"/>
              </a:spcAft>
              <a:buNone/>
            </a:pPr>
            <a:r>
              <a:rPr lang="en-US" sz="1200" dirty="0">
                <a:solidFill>
                  <a:schemeClr val="dk1"/>
                </a:solidFill>
                <a:cs typeface="MS Gothic"/>
                <a:sym typeface="MS Gothic"/>
              </a:rPr>
              <a:t>		return </a:t>
            </a:r>
            <a:r>
              <a:rPr lang="en-US" sz="1200" dirty="0" err="1">
                <a:solidFill>
                  <a:schemeClr val="dk1"/>
                </a:solidFill>
                <a:cs typeface="MS Gothic"/>
                <a:sym typeface="MS Gothic"/>
              </a:rPr>
              <a:t>answerFlag</a:t>
            </a:r>
            <a:r>
              <a:rPr lang="en-US" sz="1200" dirty="0">
                <a:solidFill>
                  <a:schemeClr val="dk1"/>
                </a:solidFill>
                <a:cs typeface="MS Gothic"/>
                <a:sym typeface="MS Gothic"/>
              </a:rPr>
              <a:t>;</a:t>
            </a:r>
          </a:p>
          <a:p>
            <a:pPr marL="0" marR="0" lvl="0" indent="0" algn="l" rtl="0">
              <a:spcBef>
                <a:spcPts val="0"/>
              </a:spcBef>
              <a:spcAft>
                <a:spcPts val="0"/>
              </a:spcAft>
              <a:buNone/>
            </a:pPr>
            <a:r>
              <a:rPr lang="en-US" sz="1200" dirty="0">
                <a:solidFill>
                  <a:schemeClr val="dk1"/>
                </a:solidFill>
                <a:cs typeface="MS Gothic"/>
                <a:sym typeface="MS Gothic"/>
              </a:rPr>
              <a:t>	}</a:t>
            </a:r>
          </a:p>
          <a:p>
            <a:pPr marL="0" marR="0" lvl="0" indent="0" algn="l" rtl="0">
              <a:spcBef>
                <a:spcPts val="0"/>
              </a:spcBef>
              <a:spcAft>
                <a:spcPts val="0"/>
              </a:spcAft>
              <a:buNone/>
            </a:pPr>
            <a:r>
              <a:rPr lang="en-US" sz="1200" dirty="0">
                <a:solidFill>
                  <a:schemeClr val="dk1"/>
                </a:solidFill>
                <a:cs typeface="MS Gothic"/>
                <a:sym typeface="MS Gothic"/>
              </a:rPr>
              <a:t>}</a:t>
            </a:r>
          </a:p>
        </p:txBody>
      </p:sp>
    </p:spTree>
    <p:extLst>
      <p:ext uri="{BB962C8B-B14F-4D97-AF65-F5344CB8AC3E}">
        <p14:creationId xmlns:p14="http://schemas.microsoft.com/office/powerpoint/2010/main" val="3700863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E11F9FF9-F117-46F5-9AFB-8B73D047334E}"/>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149D213F-2620-4B5B-8E45-E4DD7E8F6AEC}"/>
              </a:ext>
            </a:extLst>
          </p:cNvPr>
          <p:cNvSpPr>
            <a:spLocks noGrp="1"/>
          </p:cNvSpPr>
          <p:nvPr>
            <p:ph type="ctrTitle"/>
          </p:nvPr>
        </p:nvSpPr>
        <p:spPr/>
        <p:txBody>
          <a:bodyPr/>
          <a:lstStyle/>
          <a:p>
            <a:r>
              <a:rPr lang="en-US" altLang="ja-JP" dirty="0" err="1"/>
              <a:t>戻り値をそのまま使う</a:t>
            </a:r>
            <a:endParaRPr kumimoji="1" lang="ja-JP" altLang="en-US" dirty="0"/>
          </a:p>
        </p:txBody>
      </p:sp>
      <p:sp>
        <p:nvSpPr>
          <p:cNvPr id="4" name="スライド番号プレースホルダー 3">
            <a:extLst>
              <a:ext uri="{FF2B5EF4-FFF2-40B4-BE49-F238E27FC236}">
                <a16:creationId xmlns:a16="http://schemas.microsoft.com/office/drawing/2014/main" id="{222F758A-8323-4674-A6D6-F74B7FCF8579}"/>
              </a:ext>
            </a:extLst>
          </p:cNvPr>
          <p:cNvSpPr>
            <a:spLocks noGrp="1"/>
          </p:cNvSpPr>
          <p:nvPr>
            <p:ph type="sldNum" sz="quarter" idx="4"/>
          </p:nvPr>
        </p:nvSpPr>
        <p:spPr/>
        <p:txBody>
          <a:bodyPr/>
          <a:lstStyle/>
          <a:p>
            <a:fld id="{00000000-1234-1234-1234-123412341234}" type="slidenum">
              <a:rPr lang="en" smtClean="0"/>
              <a:pPr/>
              <a:t>28</a:t>
            </a:fld>
            <a:endParaRPr lang="en" dirty="0"/>
          </a:p>
        </p:txBody>
      </p:sp>
      <p:sp>
        <p:nvSpPr>
          <p:cNvPr id="5" name="テキスト プレースホルダー 4">
            <a:extLst>
              <a:ext uri="{FF2B5EF4-FFF2-40B4-BE49-F238E27FC236}">
                <a16:creationId xmlns:a16="http://schemas.microsoft.com/office/drawing/2014/main" id="{F7A02B33-8EF9-47AC-91D1-E5EC06F42BF1}"/>
              </a:ext>
            </a:extLst>
          </p:cNvPr>
          <p:cNvSpPr>
            <a:spLocks noGrp="1"/>
          </p:cNvSpPr>
          <p:nvPr>
            <p:ph type="body" sz="quarter" idx="14"/>
          </p:nvPr>
        </p:nvSpPr>
        <p:spPr>
          <a:xfrm>
            <a:off x="462875" y="859491"/>
            <a:ext cx="8216900" cy="679749"/>
          </a:xfrm>
        </p:spPr>
        <p:txBody>
          <a:bodyPr/>
          <a:lstStyle/>
          <a:p>
            <a:pPr marL="96838" indent="0">
              <a:buNone/>
            </a:pPr>
            <a:r>
              <a:rPr kumimoji="1" lang="ja-JP" altLang="en-US" dirty="0"/>
              <a:t>戻り値は変数に入れず、直接使うこともできます。</a:t>
            </a:r>
            <a:br>
              <a:rPr kumimoji="1" lang="ja-JP" altLang="en-US" dirty="0"/>
            </a:br>
            <a:r>
              <a:rPr kumimoji="1" lang="ja-JP" altLang="en-US" dirty="0"/>
              <a:t>また、</a:t>
            </a:r>
            <a:r>
              <a:rPr kumimoji="1" lang="en-US" altLang="ja-JP" dirty="0"/>
              <a:t>return</a:t>
            </a:r>
            <a:r>
              <a:rPr kumimoji="1" lang="ja-JP" altLang="en-US" dirty="0"/>
              <a:t>文の戻り値は式を書くこともできますので先ほどのプログラムは下のように少し簡単になります。</a:t>
            </a:r>
          </a:p>
          <a:p>
            <a:pPr marL="96838" indent="0">
              <a:buNone/>
            </a:pPr>
            <a:endParaRPr kumimoji="1" lang="ja-JP" altLang="en-US" dirty="0"/>
          </a:p>
        </p:txBody>
      </p:sp>
      <p:sp>
        <p:nvSpPr>
          <p:cNvPr id="7" name="Google Shape;144;p19">
            <a:extLst>
              <a:ext uri="{FF2B5EF4-FFF2-40B4-BE49-F238E27FC236}">
                <a16:creationId xmlns:a16="http://schemas.microsoft.com/office/drawing/2014/main" id="{E829BC20-12F2-4B49-A552-E7FD5E7029B8}"/>
              </a:ext>
            </a:extLst>
          </p:cNvPr>
          <p:cNvSpPr/>
          <p:nvPr/>
        </p:nvSpPr>
        <p:spPr>
          <a:xfrm>
            <a:off x="1029945" y="1528046"/>
            <a:ext cx="7223760" cy="3178630"/>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cs typeface="MS Gothic"/>
                <a:sym typeface="MS Gothic"/>
              </a:rPr>
              <a:t>public class </a:t>
            </a:r>
            <a:r>
              <a:rPr lang="en-US" sz="1200" dirty="0" err="1">
                <a:solidFill>
                  <a:schemeClr val="dk1"/>
                </a:solidFill>
                <a:cs typeface="MS Gothic"/>
                <a:sym typeface="MS Gothic"/>
              </a:rPr>
              <a:t>MethodSample</a:t>
            </a:r>
            <a:r>
              <a:rPr lang="en-US" sz="1200" dirty="0">
                <a:solidFill>
                  <a:schemeClr val="dk1"/>
                </a:solidFill>
                <a:cs typeface="MS Gothic"/>
                <a:sym typeface="MS Gothic"/>
              </a:rPr>
              <a:t> {</a:t>
            </a:r>
          </a:p>
          <a:p>
            <a:pPr marL="0" marR="0" lvl="0" indent="0" algn="l" rtl="0">
              <a:spcBef>
                <a:spcPts val="0"/>
              </a:spcBef>
              <a:spcAft>
                <a:spcPts val="0"/>
              </a:spcAft>
              <a:buNone/>
            </a:pPr>
            <a:r>
              <a:rPr lang="en-US" sz="1200" dirty="0">
                <a:solidFill>
                  <a:schemeClr val="dk1"/>
                </a:solidFill>
                <a:cs typeface="MS Gothic"/>
                <a:sym typeface="MS Gothic"/>
              </a:rPr>
              <a:t>	public static void main(String[] </a:t>
            </a:r>
            <a:r>
              <a:rPr lang="en-US" sz="1200" dirty="0" err="1">
                <a:solidFill>
                  <a:schemeClr val="dk1"/>
                </a:solidFill>
                <a:cs typeface="MS Gothic"/>
                <a:sym typeface="MS Gothic"/>
              </a:rPr>
              <a:t>args</a:t>
            </a:r>
            <a:r>
              <a:rPr lang="en-US" sz="1200" dirty="0">
                <a:solidFill>
                  <a:schemeClr val="dk1"/>
                </a:solidFill>
                <a:cs typeface="MS Gothic"/>
                <a:sym typeface="MS Gothic"/>
              </a:rPr>
              <a:t>) {</a:t>
            </a:r>
          </a:p>
          <a:p>
            <a:pPr marL="0" marR="0" lvl="0" indent="0" algn="l" rtl="0">
              <a:spcBef>
                <a:spcPts val="0"/>
              </a:spcBef>
              <a:spcAft>
                <a:spcPts val="0"/>
              </a:spcAft>
              <a:buNone/>
            </a:pPr>
            <a:r>
              <a:rPr lang="en-US" sz="1200" dirty="0">
                <a:solidFill>
                  <a:schemeClr val="dk1"/>
                </a:solidFill>
                <a:cs typeface="MS Gothic"/>
                <a:sym typeface="MS Gothic"/>
              </a:rPr>
              <a:t>		System.out.println("</a:t>
            </a:r>
            <a:r>
              <a:rPr lang="ja-JP" altLang="en-US" sz="1200" dirty="0">
                <a:solidFill>
                  <a:schemeClr val="dk1"/>
                </a:solidFill>
                <a:cs typeface="MS Gothic"/>
                <a:sym typeface="MS Gothic"/>
              </a:rPr>
              <a:t>メソッドのサンプルです</a:t>
            </a:r>
            <a:r>
              <a:rPr lang="en-US" altLang="ja-JP" sz="1200" dirty="0">
                <a:solidFill>
                  <a:schemeClr val="dk1"/>
                </a:solidFill>
                <a:cs typeface="MS Gothic"/>
                <a:sym typeface="MS Gothic"/>
              </a:rPr>
              <a:t>");</a:t>
            </a:r>
          </a:p>
          <a:p>
            <a:pPr marL="0" marR="0" lvl="0" indent="0" algn="l" rtl="0">
              <a:spcBef>
                <a:spcPts val="0"/>
              </a:spcBef>
              <a:spcAft>
                <a:spcPts val="0"/>
              </a:spcAft>
              <a:buNone/>
            </a:pPr>
            <a:r>
              <a:rPr lang="en-US" altLang="ja-JP" sz="1200" dirty="0">
                <a:solidFill>
                  <a:schemeClr val="dk1"/>
                </a:solidFill>
                <a:cs typeface="MS Gothic"/>
                <a:sym typeface="MS Gothic"/>
              </a:rPr>
              <a:t>		</a:t>
            </a:r>
            <a:r>
              <a:rPr lang="en-US" sz="1200" dirty="0">
                <a:solidFill>
                  <a:schemeClr val="dk1"/>
                </a:solidFill>
                <a:cs typeface="MS Gothic"/>
                <a:sym typeface="MS Gothic"/>
              </a:rPr>
              <a:t>System.out.println("</a:t>
            </a:r>
            <a:r>
              <a:rPr lang="ja-JP" altLang="en-US" sz="1200" dirty="0">
                <a:solidFill>
                  <a:schemeClr val="dk1"/>
                </a:solidFill>
                <a:cs typeface="MS Gothic"/>
                <a:sym typeface="MS Gothic"/>
              </a:rPr>
              <a:t>木になる赤い果物と言えば何？　ひらがなで答えてください。</a:t>
            </a:r>
            <a:r>
              <a:rPr lang="en-US" altLang="ja-JP" sz="1200" dirty="0">
                <a:solidFill>
                  <a:schemeClr val="dk1"/>
                </a:solidFill>
                <a:cs typeface="MS Gothic"/>
                <a:sym typeface="MS Gothic"/>
              </a:rPr>
              <a:t>");</a:t>
            </a:r>
          </a:p>
          <a:p>
            <a:pPr marL="0" marR="0" lvl="0" indent="0" algn="l" rtl="0">
              <a:spcBef>
                <a:spcPts val="0"/>
              </a:spcBef>
              <a:spcAft>
                <a:spcPts val="0"/>
              </a:spcAft>
              <a:buNone/>
            </a:pPr>
            <a:r>
              <a:rPr lang="en-US" altLang="ja-JP" sz="1200" dirty="0">
                <a:solidFill>
                  <a:schemeClr val="dk1"/>
                </a:solidFill>
                <a:cs typeface="MS Gothic"/>
                <a:sym typeface="MS Gothic"/>
              </a:rPr>
              <a:t>		</a:t>
            </a:r>
            <a:r>
              <a:rPr lang="en-US" sz="1200" dirty="0">
                <a:solidFill>
                  <a:schemeClr val="dk1"/>
                </a:solidFill>
                <a:cs typeface="MS Gothic"/>
                <a:sym typeface="MS Gothic"/>
              </a:rPr>
              <a:t>String input = new java.util.Scanner(System.in).nextLine();</a:t>
            </a:r>
          </a:p>
          <a:p>
            <a:pPr marL="0" marR="0" lvl="0" indent="0" algn="l" rtl="0">
              <a:spcBef>
                <a:spcPts val="0"/>
              </a:spcBef>
              <a:spcAft>
                <a:spcPts val="0"/>
              </a:spcAft>
              <a:buNone/>
            </a:pPr>
            <a:r>
              <a:rPr lang="en-US" sz="1200" dirty="0">
                <a:solidFill>
                  <a:schemeClr val="dk1"/>
                </a:solidFill>
                <a:cs typeface="MS Gothic"/>
                <a:sym typeface="MS Gothic"/>
              </a:rPr>
              <a:t>		if (</a:t>
            </a:r>
            <a:r>
              <a:rPr lang="en-US" altLang="ja-JP" sz="1200" dirty="0">
                <a:solidFill>
                  <a:schemeClr val="dk1"/>
                </a:solidFill>
                <a:cs typeface="MS Gothic"/>
                <a:sym typeface="MS Gothic"/>
              </a:rPr>
              <a:t>checkAnswer(input)</a:t>
            </a:r>
            <a:r>
              <a:rPr lang="en-US" sz="1200" dirty="0">
                <a:solidFill>
                  <a:schemeClr val="dk1"/>
                </a:solidFill>
                <a:cs typeface="MS Gothic"/>
                <a:sym typeface="MS Gothic"/>
              </a:rPr>
              <a:t>) {</a:t>
            </a:r>
          </a:p>
          <a:p>
            <a:pPr marL="0" marR="0" lvl="0" indent="0" algn="l" rtl="0">
              <a:spcBef>
                <a:spcPts val="0"/>
              </a:spcBef>
              <a:spcAft>
                <a:spcPts val="0"/>
              </a:spcAft>
              <a:buNone/>
            </a:pPr>
            <a:r>
              <a:rPr lang="en-US" sz="1200" dirty="0">
                <a:solidFill>
                  <a:schemeClr val="dk1"/>
                </a:solidFill>
                <a:cs typeface="MS Gothic"/>
                <a:sym typeface="MS Gothic"/>
              </a:rPr>
              <a:t>			System.out.println("</a:t>
            </a:r>
            <a:r>
              <a:rPr lang="ja-JP" altLang="en-US" sz="1200" dirty="0">
                <a:solidFill>
                  <a:schemeClr val="dk1"/>
                </a:solidFill>
                <a:cs typeface="MS Gothic"/>
                <a:sym typeface="MS Gothic"/>
              </a:rPr>
              <a:t>正解です！</a:t>
            </a:r>
            <a:r>
              <a:rPr lang="en-US" altLang="ja-JP" sz="1200" dirty="0">
                <a:solidFill>
                  <a:schemeClr val="dk1"/>
                </a:solidFill>
                <a:cs typeface="MS Gothic"/>
                <a:sym typeface="MS Gothic"/>
              </a:rPr>
              <a:t>");</a:t>
            </a:r>
          </a:p>
          <a:p>
            <a:pPr marL="0" marR="0" lvl="0" indent="0" algn="l" rtl="0">
              <a:spcBef>
                <a:spcPts val="0"/>
              </a:spcBef>
              <a:spcAft>
                <a:spcPts val="0"/>
              </a:spcAft>
              <a:buNone/>
            </a:pPr>
            <a:r>
              <a:rPr lang="en-US" altLang="ja-JP" sz="1200" dirty="0">
                <a:solidFill>
                  <a:schemeClr val="dk1"/>
                </a:solidFill>
                <a:cs typeface="MS Gothic"/>
                <a:sym typeface="MS Gothic"/>
              </a:rPr>
              <a:t>		} </a:t>
            </a:r>
            <a:r>
              <a:rPr lang="en-US" sz="1200" dirty="0">
                <a:solidFill>
                  <a:schemeClr val="dk1"/>
                </a:solidFill>
                <a:cs typeface="MS Gothic"/>
                <a:sym typeface="MS Gothic"/>
              </a:rPr>
              <a:t>else {</a:t>
            </a:r>
          </a:p>
          <a:p>
            <a:pPr marL="0" marR="0" lvl="0" indent="0" algn="l" rtl="0">
              <a:spcBef>
                <a:spcPts val="0"/>
              </a:spcBef>
              <a:spcAft>
                <a:spcPts val="0"/>
              </a:spcAft>
              <a:buNone/>
            </a:pPr>
            <a:r>
              <a:rPr lang="en-US" sz="1200" dirty="0">
                <a:solidFill>
                  <a:schemeClr val="dk1"/>
                </a:solidFill>
                <a:cs typeface="MS Gothic"/>
                <a:sym typeface="MS Gothic"/>
              </a:rPr>
              <a:t>			System.out.println("</a:t>
            </a:r>
            <a:r>
              <a:rPr lang="ja-JP" altLang="en-US" sz="1200" dirty="0">
                <a:solidFill>
                  <a:schemeClr val="dk1"/>
                </a:solidFill>
                <a:cs typeface="MS Gothic"/>
                <a:sym typeface="MS Gothic"/>
              </a:rPr>
              <a:t>はずれです</a:t>
            </a:r>
            <a:r>
              <a:rPr lang="en-US" altLang="ja-JP" sz="1200" dirty="0">
                <a:solidFill>
                  <a:schemeClr val="dk1"/>
                </a:solidFill>
                <a:cs typeface="MS Gothic"/>
                <a:sym typeface="MS Gothic"/>
              </a:rPr>
              <a:t>…");</a:t>
            </a:r>
          </a:p>
          <a:p>
            <a:pPr marL="0" marR="0" lvl="0" indent="0" algn="l" rtl="0">
              <a:spcBef>
                <a:spcPts val="0"/>
              </a:spcBef>
              <a:spcAft>
                <a:spcPts val="0"/>
              </a:spcAft>
              <a:buNone/>
            </a:pPr>
            <a:r>
              <a:rPr lang="en-US" altLang="ja-JP" sz="1200" dirty="0">
                <a:solidFill>
                  <a:schemeClr val="dk1"/>
                </a:solidFill>
                <a:cs typeface="MS Gothic"/>
                <a:sym typeface="MS Gothic"/>
              </a:rPr>
              <a:t>		}</a:t>
            </a:r>
          </a:p>
          <a:p>
            <a:pPr marL="0" marR="0" lvl="0" indent="0" algn="l" rtl="0">
              <a:spcBef>
                <a:spcPts val="0"/>
              </a:spcBef>
              <a:spcAft>
                <a:spcPts val="0"/>
              </a:spcAft>
              <a:buNone/>
            </a:pPr>
            <a:r>
              <a:rPr lang="en-US" altLang="ja-JP" sz="1200" dirty="0">
                <a:solidFill>
                  <a:schemeClr val="dk1"/>
                </a:solidFill>
                <a:cs typeface="MS Gothic"/>
                <a:sym typeface="MS Gothic"/>
              </a:rPr>
              <a:t>	}</a:t>
            </a:r>
          </a:p>
          <a:p>
            <a:pPr marL="0" marR="0" lvl="0" indent="0" algn="l" rtl="0">
              <a:spcBef>
                <a:spcPts val="0"/>
              </a:spcBef>
              <a:spcAft>
                <a:spcPts val="0"/>
              </a:spcAft>
              <a:buNone/>
            </a:pPr>
            <a:r>
              <a:rPr lang="en-US" altLang="ja-JP" sz="1200" dirty="0">
                <a:solidFill>
                  <a:schemeClr val="dk1"/>
                </a:solidFill>
                <a:cs typeface="MS Gothic"/>
                <a:sym typeface="MS Gothic"/>
              </a:rPr>
              <a:t>	</a:t>
            </a:r>
            <a:r>
              <a:rPr lang="en-US" sz="1200" dirty="0">
                <a:solidFill>
                  <a:schemeClr val="dk1"/>
                </a:solidFill>
                <a:cs typeface="MS Gothic"/>
                <a:sym typeface="MS Gothic"/>
              </a:rPr>
              <a:t>public static </a:t>
            </a:r>
            <a:r>
              <a:rPr lang="en-US" sz="1200" dirty="0" err="1">
                <a:solidFill>
                  <a:schemeClr val="dk1"/>
                </a:solidFill>
                <a:cs typeface="MS Gothic"/>
                <a:sym typeface="MS Gothic"/>
              </a:rPr>
              <a:t>boolean</a:t>
            </a:r>
            <a:r>
              <a:rPr lang="en-US" sz="1200" dirty="0">
                <a:solidFill>
                  <a:schemeClr val="dk1"/>
                </a:solidFill>
                <a:cs typeface="MS Gothic"/>
                <a:sym typeface="MS Gothic"/>
              </a:rPr>
              <a:t> checkAnswer(String input) {</a:t>
            </a:r>
          </a:p>
          <a:p>
            <a:pPr marL="0" marR="0" lvl="0" indent="0" algn="l" rtl="0">
              <a:spcBef>
                <a:spcPts val="0"/>
              </a:spcBef>
              <a:spcAft>
                <a:spcPts val="0"/>
              </a:spcAft>
              <a:buNone/>
            </a:pPr>
            <a:r>
              <a:rPr lang="en-US" sz="1200" dirty="0">
                <a:solidFill>
                  <a:schemeClr val="dk1"/>
                </a:solidFill>
                <a:cs typeface="MS Gothic"/>
                <a:sym typeface="MS Gothic"/>
              </a:rPr>
              <a:t>		</a:t>
            </a:r>
            <a:r>
              <a:rPr lang="en-US" altLang="ja-JP" sz="1200" dirty="0">
                <a:solidFill>
                  <a:schemeClr val="dk1"/>
                </a:solidFill>
                <a:cs typeface="MS Gothic"/>
                <a:sym typeface="MS Gothic"/>
              </a:rPr>
              <a:t>String answer = "</a:t>
            </a:r>
            <a:r>
              <a:rPr lang="ja-JP" altLang="en-US" sz="1200" dirty="0">
                <a:solidFill>
                  <a:schemeClr val="dk1"/>
                </a:solidFill>
                <a:cs typeface="MS Gothic"/>
                <a:sym typeface="MS Gothic"/>
              </a:rPr>
              <a:t>りんご</a:t>
            </a:r>
            <a:r>
              <a:rPr lang="en-US" altLang="ja-JP" sz="1200" dirty="0">
                <a:solidFill>
                  <a:schemeClr val="dk1"/>
                </a:solidFill>
                <a:cs typeface="MS Gothic"/>
                <a:sym typeface="MS Gothic"/>
              </a:rPr>
              <a:t>";</a:t>
            </a:r>
            <a:endParaRPr lang="en-US" sz="1200" dirty="0">
              <a:solidFill>
                <a:schemeClr val="dk1"/>
              </a:solidFill>
              <a:cs typeface="MS Gothic"/>
              <a:sym typeface="MS Gothic"/>
            </a:endParaRPr>
          </a:p>
          <a:p>
            <a:pPr marL="0" marR="0" lvl="0" indent="0" algn="l" rtl="0">
              <a:spcBef>
                <a:spcPts val="0"/>
              </a:spcBef>
              <a:spcAft>
                <a:spcPts val="0"/>
              </a:spcAft>
              <a:buNone/>
            </a:pPr>
            <a:r>
              <a:rPr lang="en-US" sz="1200" dirty="0">
                <a:solidFill>
                  <a:schemeClr val="dk1"/>
                </a:solidFill>
                <a:cs typeface="MS Gothic"/>
                <a:sym typeface="MS Gothic"/>
              </a:rPr>
              <a:t>		</a:t>
            </a:r>
            <a:r>
              <a:rPr lang="en-US" sz="1200" dirty="0" err="1">
                <a:solidFill>
                  <a:schemeClr val="dk1"/>
                </a:solidFill>
                <a:cs typeface="MS Gothic"/>
                <a:sym typeface="MS Gothic"/>
              </a:rPr>
              <a:t>boolean</a:t>
            </a:r>
            <a:r>
              <a:rPr lang="en-US" sz="1200" dirty="0">
                <a:solidFill>
                  <a:schemeClr val="dk1"/>
                </a:solidFill>
                <a:cs typeface="MS Gothic"/>
                <a:sym typeface="MS Gothic"/>
              </a:rPr>
              <a:t> </a:t>
            </a:r>
            <a:r>
              <a:rPr lang="en-US" sz="1200" dirty="0" err="1">
                <a:solidFill>
                  <a:schemeClr val="dk1"/>
                </a:solidFill>
                <a:cs typeface="MS Gothic"/>
                <a:sym typeface="MS Gothic"/>
              </a:rPr>
              <a:t>answerFlag</a:t>
            </a:r>
            <a:r>
              <a:rPr lang="en-US" sz="1200" dirty="0">
                <a:solidFill>
                  <a:schemeClr val="dk1"/>
                </a:solidFill>
                <a:cs typeface="MS Gothic"/>
                <a:sym typeface="MS Gothic"/>
              </a:rPr>
              <a:t> = answer.equals(input);</a:t>
            </a:r>
          </a:p>
          <a:p>
            <a:pPr marL="0" marR="0" lvl="0" indent="0" algn="l" rtl="0">
              <a:spcBef>
                <a:spcPts val="0"/>
              </a:spcBef>
              <a:spcAft>
                <a:spcPts val="0"/>
              </a:spcAft>
              <a:buNone/>
            </a:pPr>
            <a:r>
              <a:rPr lang="en-US" sz="1200" dirty="0">
                <a:solidFill>
                  <a:schemeClr val="dk1"/>
                </a:solidFill>
                <a:cs typeface="MS Gothic"/>
                <a:sym typeface="MS Gothic"/>
              </a:rPr>
              <a:t>		return </a:t>
            </a:r>
            <a:r>
              <a:rPr lang="en-US" sz="1200" dirty="0" err="1">
                <a:solidFill>
                  <a:schemeClr val="dk1"/>
                </a:solidFill>
                <a:cs typeface="MS Gothic"/>
                <a:sym typeface="MS Gothic"/>
              </a:rPr>
              <a:t>answerFlag</a:t>
            </a:r>
            <a:r>
              <a:rPr lang="en-US" sz="1200" dirty="0">
                <a:solidFill>
                  <a:schemeClr val="dk1"/>
                </a:solidFill>
                <a:cs typeface="MS Gothic"/>
                <a:sym typeface="MS Gothic"/>
              </a:rPr>
              <a:t>;</a:t>
            </a:r>
          </a:p>
          <a:p>
            <a:pPr marL="0" marR="0" lvl="0" indent="0" algn="l" rtl="0">
              <a:spcBef>
                <a:spcPts val="0"/>
              </a:spcBef>
              <a:spcAft>
                <a:spcPts val="0"/>
              </a:spcAft>
              <a:buNone/>
            </a:pPr>
            <a:r>
              <a:rPr lang="en-US" sz="1200" dirty="0">
                <a:solidFill>
                  <a:schemeClr val="dk1"/>
                </a:solidFill>
                <a:cs typeface="MS Gothic"/>
                <a:sym typeface="MS Gothic"/>
              </a:rPr>
              <a:t>	}</a:t>
            </a:r>
          </a:p>
          <a:p>
            <a:pPr marL="0" marR="0" lvl="0" indent="0" algn="l" rtl="0">
              <a:spcBef>
                <a:spcPts val="0"/>
              </a:spcBef>
              <a:spcAft>
                <a:spcPts val="0"/>
              </a:spcAft>
              <a:buNone/>
            </a:pPr>
            <a:r>
              <a:rPr lang="en-US" sz="1200" dirty="0">
                <a:solidFill>
                  <a:schemeClr val="dk1"/>
                </a:solidFill>
                <a:cs typeface="MS Gothic"/>
                <a:sym typeface="MS Gothic"/>
              </a:rPr>
              <a:t>}</a:t>
            </a:r>
          </a:p>
        </p:txBody>
      </p:sp>
    </p:spTree>
    <p:extLst>
      <p:ext uri="{BB962C8B-B14F-4D97-AF65-F5344CB8AC3E}">
        <p14:creationId xmlns:p14="http://schemas.microsoft.com/office/powerpoint/2010/main" val="26067022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94AF82D6-0A82-4E7F-B5A8-DCD5F6287ADB}"/>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4D7610B3-4602-4936-9D71-CD4CBDEB3D0E}"/>
              </a:ext>
            </a:extLst>
          </p:cNvPr>
          <p:cNvSpPr>
            <a:spLocks noGrp="1"/>
          </p:cNvSpPr>
          <p:nvPr>
            <p:ph type="ctrTitle"/>
          </p:nvPr>
        </p:nvSpPr>
        <p:spPr/>
        <p:txBody>
          <a:bodyPr/>
          <a:lstStyle/>
          <a:p>
            <a:r>
              <a:rPr kumimoji="1" lang="ja-JP" altLang="en-US" dirty="0"/>
              <a:t>引数を複数渡す</a:t>
            </a:r>
          </a:p>
        </p:txBody>
      </p:sp>
      <p:sp>
        <p:nvSpPr>
          <p:cNvPr id="4" name="スライド番号プレースホルダー 3">
            <a:extLst>
              <a:ext uri="{FF2B5EF4-FFF2-40B4-BE49-F238E27FC236}">
                <a16:creationId xmlns:a16="http://schemas.microsoft.com/office/drawing/2014/main" id="{834B426E-D92C-416F-A7D0-DF482AF5C454}"/>
              </a:ext>
            </a:extLst>
          </p:cNvPr>
          <p:cNvSpPr>
            <a:spLocks noGrp="1"/>
          </p:cNvSpPr>
          <p:nvPr>
            <p:ph type="sldNum" sz="quarter" idx="4"/>
          </p:nvPr>
        </p:nvSpPr>
        <p:spPr/>
        <p:txBody>
          <a:bodyPr/>
          <a:lstStyle/>
          <a:p>
            <a:fld id="{00000000-1234-1234-1234-123412341234}" type="slidenum">
              <a:rPr lang="en" smtClean="0"/>
              <a:pPr/>
              <a:t>29</a:t>
            </a:fld>
            <a:endParaRPr lang="en" dirty="0">
              <a:latin typeface="+mn-ea"/>
            </a:endParaRPr>
          </a:p>
        </p:txBody>
      </p:sp>
      <p:sp>
        <p:nvSpPr>
          <p:cNvPr id="6" name="テキスト プレースホルダー 5">
            <a:extLst>
              <a:ext uri="{FF2B5EF4-FFF2-40B4-BE49-F238E27FC236}">
                <a16:creationId xmlns:a16="http://schemas.microsoft.com/office/drawing/2014/main" id="{EFFC1011-52AE-4EE4-9B21-DC1E68C4CF74}"/>
              </a:ext>
            </a:extLst>
          </p:cNvPr>
          <p:cNvSpPr>
            <a:spLocks noGrp="1"/>
          </p:cNvSpPr>
          <p:nvPr>
            <p:ph type="body" sz="quarter" idx="15"/>
          </p:nvPr>
        </p:nvSpPr>
        <p:spPr>
          <a:xfrm>
            <a:off x="463549" y="1023814"/>
            <a:ext cx="7177471" cy="691572"/>
          </a:xfrm>
        </p:spPr>
        <p:txBody>
          <a:bodyPr/>
          <a:lstStyle/>
          <a:p>
            <a:r>
              <a:rPr kumimoji="1" lang="ja-JP" altLang="en-US" dirty="0"/>
              <a:t>引数は複数渡すことができる。その際は引数の間を「</a:t>
            </a:r>
            <a:r>
              <a:rPr kumimoji="1" lang="en-US" altLang="ja-JP" dirty="0"/>
              <a:t>,</a:t>
            </a:r>
            <a:r>
              <a:rPr kumimoji="1" lang="ja-JP" altLang="en-US" dirty="0"/>
              <a:t>」で区切ろう</a:t>
            </a:r>
          </a:p>
        </p:txBody>
      </p:sp>
      <p:sp>
        <p:nvSpPr>
          <p:cNvPr id="7" name="テキスト プレースホルダー 6">
            <a:extLst>
              <a:ext uri="{FF2B5EF4-FFF2-40B4-BE49-F238E27FC236}">
                <a16:creationId xmlns:a16="http://schemas.microsoft.com/office/drawing/2014/main" id="{3A5C8657-4383-4694-BB7F-A5ECD2E5BB54}"/>
              </a:ext>
            </a:extLst>
          </p:cNvPr>
          <p:cNvSpPr>
            <a:spLocks noGrp="1"/>
          </p:cNvSpPr>
          <p:nvPr>
            <p:ph type="body" sz="quarter" idx="16"/>
          </p:nvPr>
        </p:nvSpPr>
        <p:spPr/>
        <p:txBody>
          <a:bodyPr/>
          <a:lstStyle/>
          <a:p>
            <a:endParaRPr kumimoji="1" lang="ja-JP" altLang="en-US"/>
          </a:p>
        </p:txBody>
      </p:sp>
      <p:sp>
        <p:nvSpPr>
          <p:cNvPr id="8" name="テキスト ボックス 7">
            <a:extLst>
              <a:ext uri="{FF2B5EF4-FFF2-40B4-BE49-F238E27FC236}">
                <a16:creationId xmlns:a16="http://schemas.microsoft.com/office/drawing/2014/main" id="{17ED186E-6648-4C9B-B69A-47C33EA0AE90}"/>
              </a:ext>
            </a:extLst>
          </p:cNvPr>
          <p:cNvSpPr txBox="1"/>
          <p:nvPr/>
        </p:nvSpPr>
        <p:spPr>
          <a:xfrm>
            <a:off x="559981" y="2055628"/>
            <a:ext cx="8045303" cy="857693"/>
          </a:xfrm>
          <a:prstGeom prst="rect">
            <a:avLst/>
          </a:prstGeom>
          <a:noFill/>
        </p:spPr>
        <p:txBody>
          <a:bodyPr wrap="square" rtlCol="0">
            <a:noAutofit/>
          </a:bodyPr>
          <a:lstStyle/>
          <a:p>
            <a:r>
              <a:rPr kumimoji="1" lang="ja-JP" altLang="en-US" sz="1400" dirty="0"/>
              <a:t>戻り値の個数は</a:t>
            </a:r>
            <a:r>
              <a:rPr kumimoji="1" lang="en-US" altLang="ja-JP" sz="1400" dirty="0"/>
              <a:t>0</a:t>
            </a:r>
            <a:r>
              <a:rPr kumimoji="1" lang="ja-JP" altLang="en-US" sz="1400" dirty="0"/>
              <a:t>か</a:t>
            </a:r>
            <a:r>
              <a:rPr kumimoji="1" lang="en-US" altLang="ja-JP" sz="1400" dirty="0"/>
              <a:t>1</a:t>
            </a:r>
            <a:r>
              <a:rPr kumimoji="1" lang="ja-JP" altLang="en-US" sz="1400" dirty="0"/>
              <a:t>しかなく、両方のやり方をみてきました。</a:t>
            </a:r>
            <a:br>
              <a:rPr kumimoji="1" lang="ja-JP" altLang="en-US" sz="1400" dirty="0"/>
            </a:br>
            <a:r>
              <a:rPr kumimoji="1" lang="ja-JP" altLang="en-US" sz="1400" dirty="0"/>
              <a:t>また、引数の個数が</a:t>
            </a:r>
            <a:r>
              <a:rPr kumimoji="1" lang="en-US" altLang="ja-JP" sz="1400" dirty="0"/>
              <a:t>0</a:t>
            </a:r>
            <a:r>
              <a:rPr kumimoji="1" lang="ja-JP" altLang="en-US" sz="1400" dirty="0"/>
              <a:t>個の場合と</a:t>
            </a:r>
            <a:r>
              <a:rPr kumimoji="1" lang="en-US" altLang="ja-JP" sz="1400" dirty="0"/>
              <a:t>1</a:t>
            </a:r>
            <a:r>
              <a:rPr kumimoji="1" lang="ja-JP" altLang="en-US" sz="1400" dirty="0"/>
              <a:t>個の場合もみてきました。しかし、引数は複数渡すことも可能でした。複数の場合の書き方を学習しましょう。</a:t>
            </a:r>
          </a:p>
          <a:p>
            <a:pPr algn="l"/>
            <a:endParaRPr kumimoji="1" lang="ja-JP" altLang="en-US" sz="1400" baseline="0" dirty="0">
              <a:solidFill>
                <a:schemeClr val="tx1"/>
              </a:solidFill>
            </a:endParaRPr>
          </a:p>
        </p:txBody>
      </p:sp>
    </p:spTree>
    <p:extLst>
      <p:ext uri="{BB962C8B-B14F-4D97-AF65-F5344CB8AC3E}">
        <p14:creationId xmlns:p14="http://schemas.microsoft.com/office/powerpoint/2010/main" val="9333460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D86C591-9280-4E20-AB5B-5AA82351D52F}"/>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FEF030DA-D0CC-4914-B25C-B1531FB2EA38}"/>
              </a:ext>
            </a:extLst>
          </p:cNvPr>
          <p:cNvSpPr>
            <a:spLocks noGrp="1"/>
          </p:cNvSpPr>
          <p:nvPr>
            <p:ph type="ctrTitle"/>
          </p:nvPr>
        </p:nvSpPr>
        <p:spPr/>
        <p:txBody>
          <a:bodyPr/>
          <a:lstStyle/>
          <a:p>
            <a:r>
              <a:rPr lang="en-US" altLang="ja-JP" dirty="0" err="1"/>
              <a:t>引数を複数渡す</a:t>
            </a:r>
            <a:endParaRPr kumimoji="1" lang="ja-JP" altLang="en-US" dirty="0"/>
          </a:p>
        </p:txBody>
      </p:sp>
      <p:sp>
        <p:nvSpPr>
          <p:cNvPr id="4" name="スライド番号プレースホルダー 3">
            <a:extLst>
              <a:ext uri="{FF2B5EF4-FFF2-40B4-BE49-F238E27FC236}">
                <a16:creationId xmlns:a16="http://schemas.microsoft.com/office/drawing/2014/main" id="{605369A2-9532-46EC-A799-22FADCC47861}"/>
              </a:ext>
            </a:extLst>
          </p:cNvPr>
          <p:cNvSpPr>
            <a:spLocks noGrp="1"/>
          </p:cNvSpPr>
          <p:nvPr>
            <p:ph type="sldNum" sz="quarter" idx="4"/>
          </p:nvPr>
        </p:nvSpPr>
        <p:spPr/>
        <p:txBody>
          <a:bodyPr/>
          <a:lstStyle/>
          <a:p>
            <a:fld id="{00000000-1234-1234-1234-123412341234}" type="slidenum">
              <a:rPr lang="en" smtClean="0"/>
              <a:pPr/>
              <a:t>30</a:t>
            </a:fld>
            <a:endParaRPr lang="en" dirty="0"/>
          </a:p>
        </p:txBody>
      </p:sp>
      <p:sp>
        <p:nvSpPr>
          <p:cNvPr id="5" name="テキスト プレースホルダー 4">
            <a:extLst>
              <a:ext uri="{FF2B5EF4-FFF2-40B4-BE49-F238E27FC236}">
                <a16:creationId xmlns:a16="http://schemas.microsoft.com/office/drawing/2014/main" id="{E4529827-329A-4934-8075-38C70BC32037}"/>
              </a:ext>
            </a:extLst>
          </p:cNvPr>
          <p:cNvSpPr>
            <a:spLocks noGrp="1"/>
          </p:cNvSpPr>
          <p:nvPr>
            <p:ph type="body" sz="quarter" idx="14"/>
          </p:nvPr>
        </p:nvSpPr>
        <p:spPr/>
        <p:txBody>
          <a:bodyPr/>
          <a:lstStyle/>
          <a:p>
            <a:pPr marL="452438" lvl="1" indent="0">
              <a:buNone/>
            </a:pPr>
            <a:r>
              <a:rPr kumimoji="1" lang="ja-JP" altLang="en-US" b="1" dirty="0">
                <a:solidFill>
                  <a:schemeClr val="tx2"/>
                </a:solidFill>
              </a:rPr>
              <a:t>メソッド側の書き方：</a:t>
            </a:r>
            <a:endParaRPr kumimoji="1" lang="en-US" altLang="ja-JP" b="1" dirty="0">
              <a:solidFill>
                <a:schemeClr val="tx2"/>
              </a:solidFill>
            </a:endParaRPr>
          </a:p>
          <a:p>
            <a:pPr marL="817563" lvl="2" indent="0">
              <a:buNone/>
            </a:pPr>
            <a:r>
              <a:rPr kumimoji="1" lang="en-US" altLang="ja-JP" b="1" dirty="0">
                <a:solidFill>
                  <a:schemeClr val="accent1"/>
                </a:solidFill>
              </a:rPr>
              <a:t>public static </a:t>
            </a:r>
            <a:r>
              <a:rPr kumimoji="1" lang="ja-JP" altLang="en-US" b="1" dirty="0">
                <a:solidFill>
                  <a:schemeClr val="accent1"/>
                </a:solidFill>
              </a:rPr>
              <a:t>戻り値の型  メソッド名</a:t>
            </a:r>
            <a:r>
              <a:rPr kumimoji="1" lang="en-US" altLang="ja-JP" b="1" dirty="0">
                <a:solidFill>
                  <a:schemeClr val="accent1"/>
                </a:solidFill>
              </a:rPr>
              <a:t>(</a:t>
            </a:r>
            <a:r>
              <a:rPr kumimoji="1" lang="ja-JP" altLang="en-US" b="1" dirty="0">
                <a:solidFill>
                  <a:schemeClr val="accent1"/>
                </a:solidFill>
              </a:rPr>
              <a:t>型  仮引数名</a:t>
            </a:r>
            <a:r>
              <a:rPr kumimoji="1" lang="en-US" altLang="ja-JP" b="1" dirty="0">
                <a:solidFill>
                  <a:schemeClr val="accent1"/>
                </a:solidFill>
              </a:rPr>
              <a:t>, </a:t>
            </a:r>
            <a:r>
              <a:rPr kumimoji="1" lang="ja-JP" altLang="en-US" b="1" dirty="0">
                <a:solidFill>
                  <a:schemeClr val="accent1"/>
                </a:solidFill>
              </a:rPr>
              <a:t>型  仮引数名</a:t>
            </a:r>
            <a:r>
              <a:rPr kumimoji="1" lang="en-US" altLang="ja-JP" b="1" dirty="0">
                <a:solidFill>
                  <a:schemeClr val="accent1"/>
                </a:solidFill>
              </a:rPr>
              <a:t>, …){</a:t>
            </a:r>
            <a:br>
              <a:rPr kumimoji="1" lang="en-US" altLang="ja-JP" b="1" dirty="0">
                <a:solidFill>
                  <a:schemeClr val="accent1"/>
                </a:solidFill>
              </a:rPr>
            </a:br>
            <a:r>
              <a:rPr kumimoji="1" lang="ja-JP" altLang="en-US" b="1" dirty="0">
                <a:solidFill>
                  <a:schemeClr val="accent1"/>
                </a:solidFill>
              </a:rPr>
              <a:t>　　呼び出されたときに実行する処理</a:t>
            </a:r>
            <a:br>
              <a:rPr kumimoji="1" lang="ja-JP" altLang="en-US" b="1" dirty="0">
                <a:solidFill>
                  <a:schemeClr val="accent1"/>
                </a:solidFill>
              </a:rPr>
            </a:br>
            <a:r>
              <a:rPr kumimoji="1" lang="en-US" altLang="ja-JP" b="1" dirty="0">
                <a:solidFill>
                  <a:schemeClr val="accent1"/>
                </a:solidFill>
              </a:rPr>
              <a:t>}</a:t>
            </a:r>
          </a:p>
          <a:p>
            <a:pPr marL="452438" lvl="1" indent="0">
              <a:buNone/>
            </a:pPr>
            <a:r>
              <a:rPr kumimoji="1" lang="ja-JP" altLang="en-US" b="1" dirty="0">
                <a:solidFill>
                  <a:schemeClr val="tx2"/>
                </a:solidFill>
              </a:rPr>
              <a:t>呼び出し元側の書き方：</a:t>
            </a:r>
            <a:endParaRPr kumimoji="1" lang="en-US" altLang="ja-JP" b="1" dirty="0">
              <a:solidFill>
                <a:schemeClr val="tx2"/>
              </a:solidFill>
            </a:endParaRPr>
          </a:p>
          <a:p>
            <a:pPr marL="817563" lvl="2" indent="0">
              <a:buNone/>
            </a:pPr>
            <a:r>
              <a:rPr kumimoji="1" lang="ja-JP" altLang="en-US" b="1" dirty="0">
                <a:solidFill>
                  <a:schemeClr val="accent1"/>
                </a:solidFill>
              </a:rPr>
              <a:t>メソッド名</a:t>
            </a:r>
            <a:r>
              <a:rPr kumimoji="1" lang="en-US" altLang="ja-JP" b="1" dirty="0">
                <a:solidFill>
                  <a:schemeClr val="accent1"/>
                </a:solidFill>
              </a:rPr>
              <a:t>(</a:t>
            </a:r>
            <a:r>
              <a:rPr kumimoji="1" lang="ja-JP" altLang="en-US" b="1" dirty="0">
                <a:solidFill>
                  <a:schemeClr val="accent1"/>
                </a:solidFill>
              </a:rPr>
              <a:t>実引数</a:t>
            </a:r>
            <a:r>
              <a:rPr kumimoji="1" lang="en-US" altLang="ja-JP" b="1" dirty="0">
                <a:solidFill>
                  <a:schemeClr val="accent1"/>
                </a:solidFill>
              </a:rPr>
              <a:t>, </a:t>
            </a:r>
            <a:r>
              <a:rPr kumimoji="1" lang="ja-JP" altLang="en-US" b="1" dirty="0">
                <a:solidFill>
                  <a:schemeClr val="accent1"/>
                </a:solidFill>
              </a:rPr>
              <a:t>実引数</a:t>
            </a:r>
            <a:r>
              <a:rPr kumimoji="1" lang="en-US" altLang="ja-JP" b="1" dirty="0">
                <a:solidFill>
                  <a:schemeClr val="accent1"/>
                </a:solidFill>
              </a:rPr>
              <a:t>, …)</a:t>
            </a:r>
          </a:p>
          <a:p>
            <a:pPr marL="96838" indent="0">
              <a:buNone/>
            </a:pPr>
            <a:endParaRPr kumimoji="1" lang="en-US" altLang="ja-JP" dirty="0"/>
          </a:p>
          <a:p>
            <a:pPr marL="96838" indent="0">
              <a:buNone/>
            </a:pPr>
            <a:r>
              <a:rPr kumimoji="1" lang="ja-JP" altLang="en-US" dirty="0"/>
              <a:t>受け取る方も渡す方もカンマ「</a:t>
            </a:r>
            <a:r>
              <a:rPr kumimoji="1" lang="en-US" altLang="ja-JP" dirty="0"/>
              <a:t>,</a:t>
            </a:r>
            <a:r>
              <a:rPr kumimoji="1" lang="ja-JP" altLang="en-US" dirty="0"/>
              <a:t>」で区切って指定します。このとき、それぞれの引数の順序が重要です。すなわち、</a:t>
            </a:r>
          </a:p>
          <a:p>
            <a:pPr marL="452438" lvl="1" indent="0">
              <a:buNone/>
            </a:pPr>
            <a:r>
              <a:rPr kumimoji="1" lang="en-US" altLang="ja-JP" b="1" dirty="0">
                <a:solidFill>
                  <a:schemeClr val="tx2"/>
                </a:solidFill>
              </a:rPr>
              <a:t>1</a:t>
            </a:r>
            <a:r>
              <a:rPr kumimoji="1" lang="ja-JP" altLang="en-US" b="1" dirty="0">
                <a:solidFill>
                  <a:schemeClr val="tx2"/>
                </a:solidFill>
              </a:rPr>
              <a:t>つめの実引数は</a:t>
            </a:r>
            <a:r>
              <a:rPr kumimoji="1" lang="en-US" altLang="ja-JP" b="1" dirty="0">
                <a:solidFill>
                  <a:schemeClr val="tx2"/>
                </a:solidFill>
              </a:rPr>
              <a:t>1</a:t>
            </a:r>
            <a:r>
              <a:rPr kumimoji="1" lang="ja-JP" altLang="en-US" b="1" dirty="0">
                <a:solidFill>
                  <a:schemeClr val="tx2"/>
                </a:solidFill>
              </a:rPr>
              <a:t>つめの仮引数に代入される</a:t>
            </a:r>
            <a:endParaRPr kumimoji="1" lang="en-US" altLang="ja-JP" b="1" dirty="0">
              <a:solidFill>
                <a:schemeClr val="tx2"/>
              </a:solidFill>
            </a:endParaRPr>
          </a:p>
          <a:p>
            <a:pPr marL="452438" lvl="1" indent="0">
              <a:buNone/>
            </a:pPr>
            <a:r>
              <a:rPr kumimoji="1" lang="en-US" altLang="ja-JP" b="1" dirty="0">
                <a:solidFill>
                  <a:schemeClr val="tx2"/>
                </a:solidFill>
              </a:rPr>
              <a:t>2</a:t>
            </a:r>
            <a:r>
              <a:rPr kumimoji="1" lang="ja-JP" altLang="en-US" b="1" dirty="0">
                <a:solidFill>
                  <a:schemeClr val="tx2"/>
                </a:solidFill>
              </a:rPr>
              <a:t>つめの実引数は</a:t>
            </a:r>
            <a:r>
              <a:rPr kumimoji="1" lang="en-US" altLang="ja-JP" b="1" dirty="0">
                <a:solidFill>
                  <a:schemeClr val="tx2"/>
                </a:solidFill>
              </a:rPr>
              <a:t>2</a:t>
            </a:r>
            <a:r>
              <a:rPr kumimoji="1" lang="ja-JP" altLang="en-US" b="1" dirty="0">
                <a:solidFill>
                  <a:schemeClr val="tx2"/>
                </a:solidFill>
              </a:rPr>
              <a:t>つめの仮引数に代入される</a:t>
            </a:r>
            <a:br>
              <a:rPr kumimoji="1" lang="ja-JP" altLang="en-US" dirty="0"/>
            </a:br>
            <a:r>
              <a:rPr kumimoji="1" lang="ja-JP" altLang="en-US" dirty="0"/>
              <a:t>　　　　　　　　：</a:t>
            </a:r>
          </a:p>
          <a:p>
            <a:pPr marL="96838" indent="0">
              <a:buNone/>
            </a:pPr>
            <a:r>
              <a:rPr kumimoji="1" lang="ja-JP" altLang="en-US" dirty="0"/>
              <a:t>となるからです。</a:t>
            </a:r>
          </a:p>
          <a:p>
            <a:pPr marL="96838" indent="0">
              <a:buNone/>
            </a:pPr>
            <a:endParaRPr kumimoji="1" lang="ja-JP" altLang="en-US" dirty="0"/>
          </a:p>
        </p:txBody>
      </p:sp>
    </p:spTree>
    <p:extLst>
      <p:ext uri="{BB962C8B-B14F-4D97-AF65-F5344CB8AC3E}">
        <p14:creationId xmlns:p14="http://schemas.microsoft.com/office/powerpoint/2010/main" val="6877028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E37BB9B-83D1-4AD3-84A7-00314A9EF443}"/>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0416D4FC-4CF7-4D90-9C0D-CA655114D930}"/>
              </a:ext>
            </a:extLst>
          </p:cNvPr>
          <p:cNvSpPr>
            <a:spLocks noGrp="1"/>
          </p:cNvSpPr>
          <p:nvPr>
            <p:ph type="ctrTitle"/>
          </p:nvPr>
        </p:nvSpPr>
        <p:spPr/>
        <p:txBody>
          <a:bodyPr/>
          <a:lstStyle/>
          <a:p>
            <a:r>
              <a:rPr lang="en-US" altLang="ja-JP" dirty="0" err="1"/>
              <a:t>引数を複数渡すサンプル</a:t>
            </a:r>
            <a:endParaRPr kumimoji="1" lang="ja-JP" altLang="en-US" dirty="0"/>
          </a:p>
        </p:txBody>
      </p:sp>
      <p:sp>
        <p:nvSpPr>
          <p:cNvPr id="4" name="スライド番号プレースホルダー 3">
            <a:extLst>
              <a:ext uri="{FF2B5EF4-FFF2-40B4-BE49-F238E27FC236}">
                <a16:creationId xmlns:a16="http://schemas.microsoft.com/office/drawing/2014/main" id="{AC8E1359-BD1A-44C5-AECC-CEA080E9EF06}"/>
              </a:ext>
            </a:extLst>
          </p:cNvPr>
          <p:cNvSpPr>
            <a:spLocks noGrp="1"/>
          </p:cNvSpPr>
          <p:nvPr>
            <p:ph type="sldNum" sz="quarter" idx="4"/>
          </p:nvPr>
        </p:nvSpPr>
        <p:spPr/>
        <p:txBody>
          <a:bodyPr/>
          <a:lstStyle/>
          <a:p>
            <a:fld id="{00000000-1234-1234-1234-123412341234}" type="slidenum">
              <a:rPr lang="en" smtClean="0"/>
              <a:pPr/>
              <a:t>31</a:t>
            </a:fld>
            <a:endParaRPr lang="en" dirty="0"/>
          </a:p>
        </p:txBody>
      </p:sp>
      <p:sp>
        <p:nvSpPr>
          <p:cNvPr id="6" name="Google Shape;144;p19">
            <a:extLst>
              <a:ext uri="{FF2B5EF4-FFF2-40B4-BE49-F238E27FC236}">
                <a16:creationId xmlns:a16="http://schemas.microsoft.com/office/drawing/2014/main" id="{74841F81-189C-4603-B413-5F5FE530BDEF}"/>
              </a:ext>
            </a:extLst>
          </p:cNvPr>
          <p:cNvSpPr/>
          <p:nvPr/>
        </p:nvSpPr>
        <p:spPr>
          <a:xfrm>
            <a:off x="1249680" y="922020"/>
            <a:ext cx="7223760" cy="3208020"/>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chemeClr val="dk1"/>
                </a:solidFill>
                <a:cs typeface="MS Gothic"/>
                <a:sym typeface="MS Gothic"/>
              </a:rPr>
              <a:t>public class </a:t>
            </a:r>
            <a:r>
              <a:rPr lang="en-US" sz="1400" dirty="0" err="1">
                <a:solidFill>
                  <a:schemeClr val="dk1"/>
                </a:solidFill>
                <a:cs typeface="MS Gothic"/>
                <a:sym typeface="MS Gothic"/>
              </a:rPr>
              <a:t>MultiParamSample</a:t>
            </a:r>
            <a:r>
              <a:rPr lang="en-US" sz="1400" dirty="0">
                <a:solidFill>
                  <a:schemeClr val="dk1"/>
                </a:solidFill>
                <a:cs typeface="MS Gothic"/>
                <a:sym typeface="MS Gothic"/>
              </a:rPr>
              <a:t> {</a:t>
            </a:r>
            <a:br>
              <a:rPr lang="en-US" sz="1400" dirty="0">
                <a:solidFill>
                  <a:schemeClr val="dk1"/>
                </a:solidFill>
                <a:cs typeface="MS Gothic"/>
                <a:sym typeface="MS Gothic"/>
              </a:rPr>
            </a:br>
            <a:r>
              <a:rPr lang="en-US" sz="1400" dirty="0">
                <a:solidFill>
                  <a:schemeClr val="dk1"/>
                </a:solidFill>
                <a:cs typeface="MS Gothic"/>
                <a:sym typeface="MS Gothic"/>
              </a:rPr>
              <a:t>    public static void main(String[] args) {</a:t>
            </a:r>
            <a:br>
              <a:rPr lang="en-US" sz="1400" dirty="0">
                <a:solidFill>
                  <a:schemeClr val="dk1"/>
                </a:solidFill>
                <a:cs typeface="MS Gothic"/>
                <a:sym typeface="MS Gothic"/>
              </a:rPr>
            </a:br>
            <a:r>
              <a:rPr lang="en-US" sz="1400" dirty="0">
                <a:solidFill>
                  <a:schemeClr val="dk1"/>
                </a:solidFill>
                <a:cs typeface="MS Gothic"/>
                <a:sym typeface="MS Gothic"/>
              </a:rPr>
              <a:t>        </a:t>
            </a:r>
            <a:r>
              <a:rPr lang="en-US" sz="1400" dirty="0" err="1">
                <a:solidFill>
                  <a:schemeClr val="dk1"/>
                </a:solidFill>
                <a:cs typeface="MS Gothic"/>
                <a:sym typeface="MS Gothic"/>
              </a:rPr>
              <a:t>System.out.print</a:t>
            </a:r>
            <a:r>
              <a:rPr lang="en-US" sz="1400" dirty="0">
                <a:solidFill>
                  <a:schemeClr val="dk1"/>
                </a:solidFill>
                <a:cs typeface="MS Gothic"/>
                <a:sym typeface="MS Gothic"/>
              </a:rPr>
              <a:t>("</a:t>
            </a:r>
            <a:r>
              <a:rPr lang="ja-JP" altLang="en-US" sz="1400" dirty="0">
                <a:solidFill>
                  <a:schemeClr val="dk1"/>
                </a:solidFill>
                <a:cs typeface="MS Gothic"/>
                <a:sym typeface="MS Gothic"/>
              </a:rPr>
              <a:t>回数を入れてください：</a:t>
            </a:r>
            <a:r>
              <a:rPr lang="en-US" altLang="ja-JP" sz="1400" dirty="0">
                <a:solidFill>
                  <a:schemeClr val="dk1"/>
                </a:solidFill>
                <a:cs typeface="MS Gothic"/>
                <a:sym typeface="MS Gothic"/>
              </a:rPr>
              <a:t>");</a:t>
            </a:r>
            <a:br>
              <a:rPr lang="en-US" altLang="ja-JP" sz="1400" dirty="0">
                <a:solidFill>
                  <a:schemeClr val="dk1"/>
                </a:solidFill>
                <a:cs typeface="MS Gothic"/>
                <a:sym typeface="MS Gothic"/>
              </a:rPr>
            </a:br>
            <a:r>
              <a:rPr lang="en-US" altLang="ja-JP" sz="1400" dirty="0">
                <a:solidFill>
                  <a:schemeClr val="dk1"/>
                </a:solidFill>
                <a:cs typeface="MS Gothic"/>
                <a:sym typeface="MS Gothic"/>
              </a:rPr>
              <a:t>        String</a:t>
            </a:r>
            <a:r>
              <a:rPr lang="en-US" sz="1400" dirty="0">
                <a:solidFill>
                  <a:schemeClr val="dk1"/>
                </a:solidFill>
                <a:cs typeface="MS Gothic"/>
                <a:sym typeface="MS Gothic"/>
              </a:rPr>
              <a:t> times =</a:t>
            </a:r>
            <a:br>
              <a:rPr lang="en-US" sz="1400" dirty="0">
                <a:solidFill>
                  <a:schemeClr val="dk1"/>
                </a:solidFill>
                <a:cs typeface="MS Gothic"/>
                <a:sym typeface="MS Gothic"/>
              </a:rPr>
            </a:br>
            <a:r>
              <a:rPr lang="en-US" sz="1400" dirty="0">
                <a:solidFill>
                  <a:schemeClr val="dk1"/>
                </a:solidFill>
                <a:cs typeface="MS Gothic"/>
                <a:sym typeface="MS Gothic"/>
              </a:rPr>
              <a:t>            new java.util.Scanner(System.in).nextLine();</a:t>
            </a:r>
            <a:br>
              <a:rPr lang="en-US" sz="1400" dirty="0">
                <a:solidFill>
                  <a:schemeClr val="dk1"/>
                </a:solidFill>
                <a:cs typeface="MS Gothic"/>
                <a:sym typeface="MS Gothic"/>
              </a:rPr>
            </a:br>
            <a:r>
              <a:rPr lang="en-US" sz="1400" dirty="0">
                <a:solidFill>
                  <a:schemeClr val="dk1"/>
                </a:solidFill>
                <a:cs typeface="MS Gothic"/>
                <a:sym typeface="MS Gothic"/>
              </a:rPr>
              <a:t>        repeat("</a:t>
            </a:r>
            <a:r>
              <a:rPr lang="ja-JP" altLang="en-US" sz="1400" dirty="0">
                <a:solidFill>
                  <a:schemeClr val="dk1"/>
                </a:solidFill>
                <a:cs typeface="MS Gothic"/>
                <a:sym typeface="MS Gothic"/>
              </a:rPr>
              <a:t>今日も頑張るぞ！</a:t>
            </a:r>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Integer.parseInt</a:t>
            </a:r>
            <a:r>
              <a:rPr lang="en-US" altLang="ja-JP" sz="1400" dirty="0">
                <a:solidFill>
                  <a:schemeClr val="dk1"/>
                </a:solidFill>
                <a:cs typeface="MS Gothic"/>
                <a:sym typeface="MS Gothic"/>
              </a:rPr>
              <a:t>(times)</a:t>
            </a:r>
            <a:r>
              <a:rPr lang="en-US" sz="1400" dirty="0">
                <a:solidFill>
                  <a:schemeClr val="dk1"/>
                </a:solidFill>
                <a:cs typeface="MS Gothic"/>
                <a:sym typeface="MS Gothic"/>
              </a:rPr>
              <a:t>);</a:t>
            </a:r>
            <a:br>
              <a:rPr lang="en-US" sz="1400" dirty="0">
                <a:solidFill>
                  <a:schemeClr val="dk1"/>
                </a:solidFill>
                <a:cs typeface="MS Gothic"/>
                <a:sym typeface="MS Gothic"/>
              </a:rPr>
            </a:br>
            <a:r>
              <a:rPr lang="en-US" sz="1400" dirty="0">
                <a:solidFill>
                  <a:schemeClr val="dk1"/>
                </a:solidFill>
                <a:cs typeface="MS Gothic"/>
                <a:sym typeface="MS Gothic"/>
              </a:rPr>
              <a:t>    }</a:t>
            </a:r>
          </a:p>
          <a:p>
            <a:pPr marL="0" marR="0" lvl="0" indent="0" algn="l" rtl="0">
              <a:spcBef>
                <a:spcPts val="0"/>
              </a:spcBef>
              <a:spcAft>
                <a:spcPts val="0"/>
              </a:spcAft>
              <a:buNone/>
            </a:pPr>
            <a:r>
              <a:rPr lang="en-US" sz="1400" dirty="0">
                <a:solidFill>
                  <a:schemeClr val="dk1"/>
                </a:solidFill>
                <a:cs typeface="MS Gothic"/>
                <a:sym typeface="MS Gothic"/>
              </a:rPr>
              <a:t> </a:t>
            </a:r>
            <a:br>
              <a:rPr lang="en-US" sz="1400" dirty="0">
                <a:solidFill>
                  <a:schemeClr val="dk1"/>
                </a:solidFill>
                <a:cs typeface="MS Gothic"/>
                <a:sym typeface="MS Gothic"/>
              </a:rPr>
            </a:br>
            <a:r>
              <a:rPr lang="en-US" sz="1400" dirty="0">
                <a:solidFill>
                  <a:schemeClr val="dk1"/>
                </a:solidFill>
                <a:cs typeface="MS Gothic"/>
                <a:sym typeface="MS Gothic"/>
              </a:rPr>
              <a:t>    public static void repeat(String message, int count) {</a:t>
            </a:r>
            <a:br>
              <a:rPr lang="en-US" sz="1400" dirty="0">
                <a:solidFill>
                  <a:schemeClr val="dk1"/>
                </a:solidFill>
                <a:cs typeface="MS Gothic"/>
                <a:sym typeface="MS Gothic"/>
              </a:rPr>
            </a:br>
            <a:r>
              <a:rPr lang="en-US" sz="1400" dirty="0">
                <a:solidFill>
                  <a:schemeClr val="dk1"/>
                </a:solidFill>
                <a:cs typeface="MS Gothic"/>
                <a:sym typeface="MS Gothic"/>
              </a:rPr>
              <a:t>        for (int </a:t>
            </a:r>
            <a:r>
              <a:rPr lang="en-US" sz="1400" dirty="0" err="1">
                <a:solidFill>
                  <a:schemeClr val="dk1"/>
                </a:solidFill>
                <a:cs typeface="MS Gothic"/>
                <a:sym typeface="MS Gothic"/>
              </a:rPr>
              <a:t>i</a:t>
            </a:r>
            <a:r>
              <a:rPr lang="en-US" sz="1400" dirty="0">
                <a:solidFill>
                  <a:schemeClr val="dk1"/>
                </a:solidFill>
                <a:cs typeface="MS Gothic"/>
                <a:sym typeface="MS Gothic"/>
              </a:rPr>
              <a:t> = 0; </a:t>
            </a:r>
            <a:r>
              <a:rPr lang="en-US" sz="1400" dirty="0" err="1">
                <a:solidFill>
                  <a:schemeClr val="dk1"/>
                </a:solidFill>
                <a:cs typeface="MS Gothic"/>
                <a:sym typeface="MS Gothic"/>
              </a:rPr>
              <a:t>i</a:t>
            </a:r>
            <a:r>
              <a:rPr lang="en-US" sz="1400" dirty="0">
                <a:solidFill>
                  <a:schemeClr val="dk1"/>
                </a:solidFill>
                <a:cs typeface="MS Gothic"/>
                <a:sym typeface="MS Gothic"/>
              </a:rPr>
              <a:t> &lt; count; </a:t>
            </a:r>
            <a:r>
              <a:rPr lang="en-US" sz="1400" dirty="0" err="1">
                <a:solidFill>
                  <a:schemeClr val="dk1"/>
                </a:solidFill>
                <a:cs typeface="MS Gothic"/>
                <a:sym typeface="MS Gothic"/>
              </a:rPr>
              <a:t>i</a:t>
            </a:r>
            <a:r>
              <a:rPr lang="en-US" sz="1400" dirty="0">
                <a:solidFill>
                  <a:schemeClr val="dk1"/>
                </a:solidFill>
                <a:cs typeface="MS Gothic"/>
                <a:sym typeface="MS Gothic"/>
              </a:rPr>
              <a:t>++) {</a:t>
            </a:r>
            <a:br>
              <a:rPr lang="en-US" sz="1400" dirty="0">
                <a:solidFill>
                  <a:schemeClr val="dk1"/>
                </a:solidFill>
                <a:cs typeface="MS Gothic"/>
                <a:sym typeface="MS Gothic"/>
              </a:rPr>
            </a:br>
            <a:r>
              <a:rPr lang="en-US" sz="1400" dirty="0">
                <a:solidFill>
                  <a:schemeClr val="dk1"/>
                </a:solidFill>
                <a:cs typeface="MS Gothic"/>
                <a:sym typeface="MS Gothic"/>
              </a:rPr>
              <a:t>            </a:t>
            </a:r>
            <a:r>
              <a:rPr lang="en-US" sz="1400" dirty="0" err="1">
                <a:solidFill>
                  <a:schemeClr val="dk1"/>
                </a:solidFill>
                <a:cs typeface="MS Gothic"/>
                <a:sym typeface="MS Gothic"/>
              </a:rPr>
              <a:t>System.out.println</a:t>
            </a:r>
            <a:r>
              <a:rPr lang="en-US" sz="1400" dirty="0">
                <a:solidFill>
                  <a:schemeClr val="dk1"/>
                </a:solidFill>
                <a:cs typeface="MS Gothic"/>
                <a:sym typeface="MS Gothic"/>
              </a:rPr>
              <a:t>(message);</a:t>
            </a:r>
            <a:br>
              <a:rPr lang="en-US" sz="1400" dirty="0">
                <a:solidFill>
                  <a:schemeClr val="dk1"/>
                </a:solidFill>
                <a:cs typeface="MS Gothic"/>
                <a:sym typeface="MS Gothic"/>
              </a:rPr>
            </a:br>
            <a:r>
              <a:rPr lang="en-US" sz="1400" dirty="0">
                <a:solidFill>
                  <a:schemeClr val="dk1"/>
                </a:solidFill>
                <a:cs typeface="MS Gothic"/>
                <a:sym typeface="MS Gothic"/>
              </a:rPr>
              <a:t>        }</a:t>
            </a:r>
            <a:br>
              <a:rPr lang="en-US" sz="1400" dirty="0">
                <a:solidFill>
                  <a:schemeClr val="dk1"/>
                </a:solidFill>
                <a:cs typeface="MS Gothic"/>
                <a:sym typeface="MS Gothic"/>
              </a:rPr>
            </a:br>
            <a:r>
              <a:rPr lang="en-US" sz="1400" dirty="0">
                <a:solidFill>
                  <a:schemeClr val="dk1"/>
                </a:solidFill>
                <a:cs typeface="MS Gothic"/>
                <a:sym typeface="MS Gothic"/>
              </a:rPr>
              <a:t>    }</a:t>
            </a:r>
            <a:br>
              <a:rPr lang="en-US" sz="1400" dirty="0">
                <a:solidFill>
                  <a:schemeClr val="dk1"/>
                </a:solidFill>
                <a:cs typeface="MS Gothic"/>
                <a:sym typeface="MS Gothic"/>
              </a:rPr>
            </a:br>
            <a:r>
              <a:rPr lang="en-US" sz="1400" dirty="0">
                <a:solidFill>
                  <a:schemeClr val="dk1"/>
                </a:solidFill>
                <a:cs typeface="MS Gothic"/>
                <a:sym typeface="MS Gothic"/>
              </a:rPr>
              <a:t>}</a:t>
            </a:r>
          </a:p>
        </p:txBody>
      </p:sp>
      <p:sp>
        <p:nvSpPr>
          <p:cNvPr id="7" name="Google Shape;209;p26">
            <a:extLst>
              <a:ext uri="{FF2B5EF4-FFF2-40B4-BE49-F238E27FC236}">
                <a16:creationId xmlns:a16="http://schemas.microsoft.com/office/drawing/2014/main" id="{E1CFD740-7C8B-4718-8129-5E0F23D3ABE9}"/>
              </a:ext>
            </a:extLst>
          </p:cNvPr>
          <p:cNvSpPr/>
          <p:nvPr/>
        </p:nvSpPr>
        <p:spPr>
          <a:xfrm rot="2774420">
            <a:off x="3928825" y="2406696"/>
            <a:ext cx="505400" cy="172608"/>
          </a:xfrm>
          <a:prstGeom prst="righ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cs typeface="Meiryo"/>
              <a:sym typeface="Meiryo"/>
            </a:endParaRPr>
          </a:p>
        </p:txBody>
      </p:sp>
      <p:sp>
        <p:nvSpPr>
          <p:cNvPr id="8" name="Google Shape;209;p26">
            <a:extLst>
              <a:ext uri="{FF2B5EF4-FFF2-40B4-BE49-F238E27FC236}">
                <a16:creationId xmlns:a16="http://schemas.microsoft.com/office/drawing/2014/main" id="{351B8591-3A1E-42E4-943A-99BDD8C1D067}"/>
              </a:ext>
            </a:extLst>
          </p:cNvPr>
          <p:cNvSpPr/>
          <p:nvPr/>
        </p:nvSpPr>
        <p:spPr>
          <a:xfrm rot="2160980">
            <a:off x="4860960" y="2388062"/>
            <a:ext cx="725849" cy="182085"/>
          </a:xfrm>
          <a:prstGeom prst="righ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cs typeface="Meiryo"/>
              <a:sym typeface="Meiryo"/>
            </a:endParaRPr>
          </a:p>
        </p:txBody>
      </p:sp>
    </p:spTree>
    <p:extLst>
      <p:ext uri="{BB962C8B-B14F-4D97-AF65-F5344CB8AC3E}">
        <p14:creationId xmlns:p14="http://schemas.microsoft.com/office/powerpoint/2010/main" val="15569916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446001D-C043-4460-A599-EC8F017F6404}"/>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6655493A-1A6F-4F02-B0A3-9C74C95A2F53}"/>
              </a:ext>
            </a:extLst>
          </p:cNvPr>
          <p:cNvSpPr>
            <a:spLocks noGrp="1"/>
          </p:cNvSpPr>
          <p:nvPr>
            <p:ph type="ctrTitle"/>
          </p:nvPr>
        </p:nvSpPr>
        <p:spPr/>
        <p:txBody>
          <a:bodyPr/>
          <a:lstStyle/>
          <a:p>
            <a:r>
              <a:rPr kumimoji="1" lang="ja-JP" altLang="en-US" dirty="0"/>
              <a:t>オーバーロード</a:t>
            </a:r>
          </a:p>
        </p:txBody>
      </p:sp>
      <p:sp>
        <p:nvSpPr>
          <p:cNvPr id="4" name="スライド番号プレースホルダー 3">
            <a:extLst>
              <a:ext uri="{FF2B5EF4-FFF2-40B4-BE49-F238E27FC236}">
                <a16:creationId xmlns:a16="http://schemas.microsoft.com/office/drawing/2014/main" id="{5B471CCB-DD7B-471E-8F0D-8F265EA4BF66}"/>
              </a:ext>
            </a:extLst>
          </p:cNvPr>
          <p:cNvSpPr>
            <a:spLocks noGrp="1"/>
          </p:cNvSpPr>
          <p:nvPr>
            <p:ph type="sldNum" sz="quarter" idx="4"/>
          </p:nvPr>
        </p:nvSpPr>
        <p:spPr/>
        <p:txBody>
          <a:bodyPr/>
          <a:lstStyle/>
          <a:p>
            <a:fld id="{00000000-1234-1234-1234-123412341234}" type="slidenum">
              <a:rPr lang="en" smtClean="0"/>
              <a:pPr/>
              <a:t>32</a:t>
            </a:fld>
            <a:endParaRPr lang="en" dirty="0">
              <a:latin typeface="+mn-ea"/>
            </a:endParaRPr>
          </a:p>
        </p:txBody>
      </p:sp>
      <p:sp>
        <p:nvSpPr>
          <p:cNvPr id="6" name="テキスト プレースホルダー 5">
            <a:extLst>
              <a:ext uri="{FF2B5EF4-FFF2-40B4-BE49-F238E27FC236}">
                <a16:creationId xmlns:a16="http://schemas.microsoft.com/office/drawing/2014/main" id="{EBC032E9-4882-473C-84E9-F2B93B9C4B92}"/>
              </a:ext>
            </a:extLst>
          </p:cNvPr>
          <p:cNvSpPr>
            <a:spLocks noGrp="1"/>
          </p:cNvSpPr>
          <p:nvPr>
            <p:ph type="body" sz="quarter" idx="15"/>
          </p:nvPr>
        </p:nvSpPr>
        <p:spPr>
          <a:xfrm>
            <a:off x="463549" y="1023814"/>
            <a:ext cx="7177471" cy="847516"/>
          </a:xfrm>
        </p:spPr>
        <p:txBody>
          <a:bodyPr/>
          <a:lstStyle/>
          <a:p>
            <a:r>
              <a:rPr kumimoji="1" lang="ja-JP" altLang="en-US" dirty="0"/>
              <a:t>同じ名前の</a:t>
            </a:r>
            <a:r>
              <a:rPr lang="ja-JP" altLang="en-US" dirty="0"/>
              <a:t>メソッドを作成することをオーバーロードと呼ぶ</a:t>
            </a:r>
            <a:endParaRPr lang="en-US" altLang="ja-JP" dirty="0"/>
          </a:p>
          <a:p>
            <a:r>
              <a:rPr kumimoji="1" lang="ja-JP" altLang="en-US" dirty="0"/>
              <a:t>オーバーロードするには引数の型や個数が異なっている必要がある</a:t>
            </a:r>
            <a:endParaRPr kumimoji="1" lang="en-US" altLang="ja-JP" dirty="0"/>
          </a:p>
        </p:txBody>
      </p:sp>
      <p:sp>
        <p:nvSpPr>
          <p:cNvPr id="7" name="テキスト プレースホルダー 6">
            <a:extLst>
              <a:ext uri="{FF2B5EF4-FFF2-40B4-BE49-F238E27FC236}">
                <a16:creationId xmlns:a16="http://schemas.microsoft.com/office/drawing/2014/main" id="{EB175CAB-85D2-4E86-9135-BEE455BB6023}"/>
              </a:ext>
            </a:extLst>
          </p:cNvPr>
          <p:cNvSpPr>
            <a:spLocks noGrp="1"/>
          </p:cNvSpPr>
          <p:nvPr>
            <p:ph type="body" sz="quarter" idx="16"/>
          </p:nvPr>
        </p:nvSpPr>
        <p:spPr/>
        <p:txBody>
          <a:bodyPr/>
          <a:lstStyle/>
          <a:p>
            <a:endParaRPr kumimoji="1" lang="ja-JP" altLang="en-US"/>
          </a:p>
        </p:txBody>
      </p:sp>
      <p:sp>
        <p:nvSpPr>
          <p:cNvPr id="8" name="テキスト プレースホルダー 4">
            <a:extLst>
              <a:ext uri="{FF2B5EF4-FFF2-40B4-BE49-F238E27FC236}">
                <a16:creationId xmlns:a16="http://schemas.microsoft.com/office/drawing/2014/main" id="{C53E22C3-EDFE-4A29-869E-70B93592DDB7}"/>
              </a:ext>
            </a:extLst>
          </p:cNvPr>
          <p:cNvSpPr>
            <a:spLocks noGrp="1"/>
          </p:cNvSpPr>
          <p:nvPr>
            <p:ph type="body" sz="quarter" idx="14"/>
          </p:nvPr>
        </p:nvSpPr>
        <p:spPr>
          <a:xfrm>
            <a:off x="463550" y="1936376"/>
            <a:ext cx="8216900" cy="2925700"/>
          </a:xfrm>
        </p:spPr>
        <p:txBody>
          <a:bodyPr/>
          <a:lstStyle/>
          <a:p>
            <a:pPr marL="96838" indent="0">
              <a:buNone/>
            </a:pPr>
            <a:r>
              <a:rPr lang="ja-JP" altLang="en-US" dirty="0"/>
              <a:t>「</a:t>
            </a:r>
            <a:r>
              <a:rPr lang="en-US" altLang="ja-JP" dirty="0"/>
              <a:t>main</a:t>
            </a:r>
            <a:r>
              <a:rPr lang="ja-JP" altLang="en-US" dirty="0"/>
              <a:t>メソッド以外からの呼び出し」について説明した際、</a:t>
            </a:r>
            <a:r>
              <a:rPr lang="en-US" altLang="ja-JP" dirty="0"/>
              <a:t>1</a:t>
            </a:r>
            <a:r>
              <a:rPr lang="ja-JP" altLang="en-US" dirty="0"/>
              <a:t>つのプログラムに</a:t>
            </a:r>
          </a:p>
          <a:p>
            <a:pPr marL="795338" lvl="1" indent="-342900">
              <a:buFont typeface="+mj-lt"/>
              <a:buAutoNum type="arabicPeriod"/>
            </a:pPr>
            <a:r>
              <a:rPr lang="en-US" altLang="ja-JP" b="1" dirty="0" err="1">
                <a:solidFill>
                  <a:schemeClr val="accent1"/>
                </a:solidFill>
              </a:rPr>
              <a:t>subSubMethod</a:t>
            </a:r>
            <a:endParaRPr lang="en-US" altLang="ja-JP" b="1" dirty="0">
              <a:solidFill>
                <a:schemeClr val="accent1"/>
              </a:solidFill>
            </a:endParaRPr>
          </a:p>
          <a:p>
            <a:pPr marL="795338" lvl="1" indent="-342900">
              <a:buFont typeface="+mj-lt"/>
              <a:buAutoNum type="arabicPeriod"/>
            </a:pPr>
            <a:r>
              <a:rPr lang="en-US" altLang="ja-JP" b="1" dirty="0" err="1">
                <a:solidFill>
                  <a:schemeClr val="accent1"/>
                </a:solidFill>
              </a:rPr>
              <a:t>subMethod</a:t>
            </a:r>
            <a:endParaRPr lang="en-US" altLang="ja-JP" b="1" dirty="0">
              <a:solidFill>
                <a:schemeClr val="accent1"/>
              </a:solidFill>
            </a:endParaRPr>
          </a:p>
          <a:p>
            <a:pPr marL="795338" lvl="1" indent="-342900">
              <a:buFont typeface="+mj-lt"/>
              <a:buAutoNum type="arabicPeriod"/>
            </a:pPr>
            <a:r>
              <a:rPr lang="en-US" altLang="ja-JP" b="1" dirty="0">
                <a:solidFill>
                  <a:schemeClr val="accent1"/>
                </a:solidFill>
              </a:rPr>
              <a:t>main</a:t>
            </a:r>
          </a:p>
          <a:p>
            <a:pPr marL="96838" indent="0">
              <a:buNone/>
            </a:pPr>
            <a:r>
              <a:rPr lang="ja-JP" altLang="en-US" dirty="0"/>
              <a:t>と</a:t>
            </a:r>
            <a:r>
              <a:rPr lang="en-US" altLang="ja-JP" dirty="0"/>
              <a:t>3</a:t>
            </a:r>
            <a:r>
              <a:rPr lang="ja-JP" altLang="en-US" dirty="0"/>
              <a:t>つのメソッドを書きました。実は何個でもメソッドを書くことができます。</a:t>
            </a:r>
          </a:p>
          <a:p>
            <a:pPr marL="96838" indent="0">
              <a:buNone/>
            </a:pPr>
            <a:r>
              <a:rPr lang="ja-JP" altLang="en-US" dirty="0"/>
              <a:t>さて、</a:t>
            </a:r>
            <a:r>
              <a:rPr lang="en-US" altLang="ja-JP" dirty="0"/>
              <a:t>1</a:t>
            </a:r>
            <a:r>
              <a:rPr lang="ja-JP" altLang="en-US" dirty="0"/>
              <a:t>つのメソッドの中に変数を何個でも書くことができますが、</a:t>
            </a:r>
            <a:endParaRPr lang="en-US" altLang="ja-JP" dirty="0"/>
          </a:p>
          <a:p>
            <a:pPr marL="96838" indent="0">
              <a:buNone/>
            </a:pPr>
            <a:r>
              <a:rPr lang="ja-JP" altLang="en-US" b="1" dirty="0">
                <a:solidFill>
                  <a:schemeClr val="tx2"/>
                </a:solidFill>
              </a:rPr>
              <a:t>同じ名前の変数を作ることはできません</a:t>
            </a:r>
            <a:r>
              <a:rPr lang="ja-JP" altLang="en-US" dirty="0"/>
              <a:t>でした。</a:t>
            </a:r>
          </a:p>
          <a:p>
            <a:pPr marL="96838" indent="0">
              <a:buNone/>
            </a:pPr>
            <a:r>
              <a:rPr lang="ja-JP" altLang="en-US" dirty="0"/>
              <a:t>では、</a:t>
            </a:r>
            <a:r>
              <a:rPr lang="en-US" altLang="ja-JP" dirty="0"/>
              <a:t>1</a:t>
            </a:r>
            <a:r>
              <a:rPr lang="ja-JP" altLang="en-US" dirty="0"/>
              <a:t>つのプログラムの中に同じ名前のメソッドを複数作ることはできるのでしょうか。</a:t>
            </a:r>
          </a:p>
          <a:p>
            <a:pPr marL="96838" indent="0">
              <a:buNone/>
            </a:pPr>
            <a:r>
              <a:rPr lang="ja-JP" altLang="en-US" dirty="0"/>
              <a:t>実は、</a:t>
            </a:r>
            <a:r>
              <a:rPr lang="ja-JP" altLang="en-US" b="1" dirty="0">
                <a:solidFill>
                  <a:schemeClr val="tx2"/>
                </a:solidFill>
              </a:rPr>
              <a:t>引数の数、型、並び順が違えば</a:t>
            </a:r>
            <a:r>
              <a:rPr lang="ja-JP" altLang="en-US" dirty="0"/>
              <a:t>同じメソッド名を複数定義することができます。</a:t>
            </a:r>
            <a:endParaRPr lang="en-US" altLang="ja-JP" dirty="0"/>
          </a:p>
          <a:p>
            <a:pPr marL="96838" indent="0">
              <a:buNone/>
            </a:pPr>
            <a:r>
              <a:rPr lang="ja-JP" altLang="en-US" dirty="0"/>
              <a:t>これを</a:t>
            </a:r>
            <a:r>
              <a:rPr lang="ja-JP" altLang="en-US" b="1" dirty="0">
                <a:solidFill>
                  <a:schemeClr val="tx2"/>
                </a:solidFill>
              </a:rPr>
              <a:t>オーバーロード</a:t>
            </a:r>
            <a:r>
              <a:rPr lang="ja-JP" altLang="en-US" dirty="0"/>
              <a:t>といいます。</a:t>
            </a:r>
          </a:p>
        </p:txBody>
      </p:sp>
    </p:spTree>
    <p:extLst>
      <p:ext uri="{BB962C8B-B14F-4D97-AF65-F5344CB8AC3E}">
        <p14:creationId xmlns:p14="http://schemas.microsoft.com/office/powerpoint/2010/main" val="42748801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616FF081-D905-40D1-A2EF-8AE5108470FC}"/>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FD601D0B-FE04-4701-B12C-94FB8F10BBD7}"/>
              </a:ext>
            </a:extLst>
          </p:cNvPr>
          <p:cNvSpPr>
            <a:spLocks noGrp="1"/>
          </p:cNvSpPr>
          <p:nvPr>
            <p:ph type="ctrTitle"/>
          </p:nvPr>
        </p:nvSpPr>
        <p:spPr/>
        <p:txBody>
          <a:bodyPr/>
          <a:lstStyle/>
          <a:p>
            <a:r>
              <a:rPr lang="en-US" altLang="ja-JP" dirty="0" err="1"/>
              <a:t>オーバーロードのサンプル</a:t>
            </a:r>
            <a:endParaRPr kumimoji="1" lang="ja-JP" altLang="en-US" dirty="0"/>
          </a:p>
        </p:txBody>
      </p:sp>
      <p:sp>
        <p:nvSpPr>
          <p:cNvPr id="4" name="スライド番号プレースホルダー 3">
            <a:extLst>
              <a:ext uri="{FF2B5EF4-FFF2-40B4-BE49-F238E27FC236}">
                <a16:creationId xmlns:a16="http://schemas.microsoft.com/office/drawing/2014/main" id="{1139FA8D-105C-45AC-B8FB-4464D919256F}"/>
              </a:ext>
            </a:extLst>
          </p:cNvPr>
          <p:cNvSpPr>
            <a:spLocks noGrp="1"/>
          </p:cNvSpPr>
          <p:nvPr>
            <p:ph type="sldNum" sz="quarter" idx="4"/>
          </p:nvPr>
        </p:nvSpPr>
        <p:spPr/>
        <p:txBody>
          <a:bodyPr/>
          <a:lstStyle/>
          <a:p>
            <a:fld id="{00000000-1234-1234-1234-123412341234}" type="slidenum">
              <a:rPr lang="en" smtClean="0"/>
              <a:pPr/>
              <a:t>33</a:t>
            </a:fld>
            <a:endParaRPr lang="en" dirty="0"/>
          </a:p>
        </p:txBody>
      </p:sp>
      <p:sp>
        <p:nvSpPr>
          <p:cNvPr id="6" name="Google Shape;144;p19">
            <a:extLst>
              <a:ext uri="{FF2B5EF4-FFF2-40B4-BE49-F238E27FC236}">
                <a16:creationId xmlns:a16="http://schemas.microsoft.com/office/drawing/2014/main" id="{5E2AC7A9-D865-4072-A34B-12E361BBEC1F}"/>
              </a:ext>
            </a:extLst>
          </p:cNvPr>
          <p:cNvSpPr/>
          <p:nvPr/>
        </p:nvSpPr>
        <p:spPr>
          <a:xfrm>
            <a:off x="1249680" y="922020"/>
            <a:ext cx="7223760" cy="3787140"/>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chemeClr val="dk1"/>
                </a:solidFill>
                <a:cs typeface="MS Gothic"/>
                <a:sym typeface="MS Gothic"/>
              </a:rPr>
              <a:t>public class </a:t>
            </a:r>
            <a:r>
              <a:rPr lang="en-US" sz="1400" dirty="0" err="1">
                <a:solidFill>
                  <a:schemeClr val="dk1"/>
                </a:solidFill>
                <a:cs typeface="MS Gothic"/>
                <a:sym typeface="MS Gothic"/>
              </a:rPr>
              <a:t>OverloadSample</a:t>
            </a:r>
            <a:r>
              <a:rPr lang="en-US" sz="1400" dirty="0">
                <a:solidFill>
                  <a:schemeClr val="dk1"/>
                </a:solidFill>
                <a:cs typeface="MS Gothic"/>
                <a:sym typeface="MS Gothic"/>
              </a:rPr>
              <a:t> {</a:t>
            </a:r>
            <a:br>
              <a:rPr lang="en-US" sz="1400" dirty="0">
                <a:solidFill>
                  <a:schemeClr val="dk1"/>
                </a:solidFill>
                <a:cs typeface="MS Gothic"/>
                <a:sym typeface="MS Gothic"/>
              </a:rPr>
            </a:br>
            <a:r>
              <a:rPr lang="en-US" sz="1400" dirty="0">
                <a:solidFill>
                  <a:schemeClr val="dk1"/>
                </a:solidFill>
                <a:cs typeface="MS Gothic"/>
                <a:sym typeface="MS Gothic"/>
              </a:rPr>
              <a:t>    public static void main(String[] args) {</a:t>
            </a:r>
            <a:br>
              <a:rPr lang="en-US" sz="1400" dirty="0">
                <a:solidFill>
                  <a:schemeClr val="dk1"/>
                </a:solidFill>
                <a:cs typeface="MS Gothic"/>
                <a:sym typeface="MS Gothic"/>
              </a:rPr>
            </a:br>
            <a:r>
              <a:rPr lang="en-US" sz="1400" dirty="0">
                <a:solidFill>
                  <a:schemeClr val="dk1"/>
                </a:solidFill>
                <a:cs typeface="MS Gothic"/>
                <a:sym typeface="MS Gothic"/>
              </a:rPr>
              <a:t>　　　　　：</a:t>
            </a:r>
            <a:br>
              <a:rPr lang="en-US" sz="1400" dirty="0">
                <a:solidFill>
                  <a:schemeClr val="dk1"/>
                </a:solidFill>
                <a:cs typeface="MS Gothic"/>
                <a:sym typeface="MS Gothic"/>
              </a:rPr>
            </a:br>
            <a:r>
              <a:rPr lang="en-US" sz="1400" dirty="0">
                <a:solidFill>
                  <a:schemeClr val="dk1"/>
                </a:solidFill>
                <a:cs typeface="MS Gothic"/>
                <a:sym typeface="MS Gothic"/>
              </a:rPr>
              <a:t>    } </a:t>
            </a:r>
            <a:br>
              <a:rPr lang="en-US" sz="1400" dirty="0">
                <a:solidFill>
                  <a:schemeClr val="dk1"/>
                </a:solidFill>
                <a:cs typeface="MS Gothic"/>
                <a:sym typeface="MS Gothic"/>
              </a:rPr>
            </a:br>
            <a:r>
              <a:rPr lang="en-US" sz="1400" dirty="0">
                <a:solidFill>
                  <a:schemeClr val="dk1"/>
                </a:solidFill>
                <a:cs typeface="MS Gothic"/>
                <a:sym typeface="MS Gothic"/>
              </a:rPr>
              <a:t>    public static void display(int num) {</a:t>
            </a:r>
            <a:br>
              <a:rPr lang="en-US" sz="1400" dirty="0">
                <a:solidFill>
                  <a:schemeClr val="dk1"/>
                </a:solidFill>
                <a:cs typeface="MS Gothic"/>
                <a:sym typeface="MS Gothic"/>
              </a:rPr>
            </a:br>
            <a:r>
              <a:rPr lang="en-US" sz="1400" dirty="0">
                <a:solidFill>
                  <a:schemeClr val="dk1"/>
                </a:solidFill>
                <a:cs typeface="MS Gothic"/>
                <a:sym typeface="MS Gothic"/>
              </a:rPr>
              <a:t>        System.out.println(num + "</a:t>
            </a:r>
            <a:r>
              <a:rPr lang="ja-JP" altLang="en-US" sz="1400" dirty="0">
                <a:solidFill>
                  <a:schemeClr val="dk1"/>
                </a:solidFill>
                <a:cs typeface="MS Gothic"/>
                <a:sym typeface="MS Gothic"/>
              </a:rPr>
              <a:t>は</a:t>
            </a:r>
            <a:r>
              <a:rPr lang="en-US" sz="1400" dirty="0">
                <a:solidFill>
                  <a:schemeClr val="dk1"/>
                </a:solidFill>
                <a:cs typeface="MS Gothic"/>
                <a:sym typeface="MS Gothic"/>
              </a:rPr>
              <a:t>int</a:t>
            </a:r>
            <a:r>
              <a:rPr lang="ja-JP" altLang="en-US" sz="1400" dirty="0">
                <a:solidFill>
                  <a:schemeClr val="dk1"/>
                </a:solidFill>
                <a:cs typeface="MS Gothic"/>
                <a:sym typeface="MS Gothic"/>
              </a:rPr>
              <a:t>型です</a:t>
            </a:r>
            <a:r>
              <a:rPr lang="en-US" altLang="ja-JP" sz="1400" dirty="0">
                <a:solidFill>
                  <a:schemeClr val="dk1"/>
                </a:solidFill>
                <a:cs typeface="MS Gothic"/>
                <a:sym typeface="MS Gothic"/>
              </a:rPr>
              <a:t>");</a:t>
            </a:r>
            <a:br>
              <a:rPr lang="en-US" altLang="ja-JP" sz="1400" dirty="0">
                <a:solidFill>
                  <a:schemeClr val="dk1"/>
                </a:solidFill>
                <a:cs typeface="MS Gothic"/>
                <a:sym typeface="MS Gothic"/>
              </a:rPr>
            </a:br>
            <a:r>
              <a:rPr lang="en-US" altLang="ja-JP" sz="1400" dirty="0">
                <a:solidFill>
                  <a:schemeClr val="dk1"/>
                </a:solidFill>
                <a:cs typeface="MS Gothic"/>
                <a:sym typeface="MS Gothic"/>
              </a:rPr>
              <a:t>    } </a:t>
            </a:r>
            <a:br>
              <a:rPr lang="en-US" altLang="ja-JP" sz="1400" dirty="0">
                <a:solidFill>
                  <a:schemeClr val="dk1"/>
                </a:solidFill>
                <a:cs typeface="MS Gothic"/>
                <a:sym typeface="MS Gothic"/>
              </a:rPr>
            </a:br>
            <a:r>
              <a:rPr lang="en-US" altLang="ja-JP" sz="1400" dirty="0">
                <a:solidFill>
                  <a:schemeClr val="dk1"/>
                </a:solidFill>
                <a:cs typeface="MS Gothic"/>
                <a:sym typeface="MS Gothic"/>
              </a:rPr>
              <a:t>    </a:t>
            </a:r>
            <a:r>
              <a:rPr lang="en-US" sz="1400" dirty="0">
                <a:solidFill>
                  <a:schemeClr val="dk1"/>
                </a:solidFill>
                <a:cs typeface="MS Gothic"/>
                <a:sym typeface="MS Gothic"/>
              </a:rPr>
              <a:t>public static void display(double num) {</a:t>
            </a:r>
            <a:br>
              <a:rPr lang="en-US" sz="1400" dirty="0">
                <a:solidFill>
                  <a:schemeClr val="dk1"/>
                </a:solidFill>
                <a:cs typeface="MS Gothic"/>
                <a:sym typeface="MS Gothic"/>
              </a:rPr>
            </a:br>
            <a:r>
              <a:rPr lang="en-US" sz="1400" dirty="0">
                <a:solidFill>
                  <a:schemeClr val="dk1"/>
                </a:solidFill>
                <a:cs typeface="MS Gothic"/>
                <a:sym typeface="MS Gothic"/>
              </a:rPr>
              <a:t>        </a:t>
            </a:r>
            <a:r>
              <a:rPr lang="en-US" sz="1400" dirty="0" err="1">
                <a:solidFill>
                  <a:schemeClr val="dk1"/>
                </a:solidFill>
                <a:cs typeface="MS Gothic"/>
                <a:sym typeface="MS Gothic"/>
              </a:rPr>
              <a:t>System.out.println</a:t>
            </a:r>
            <a:r>
              <a:rPr lang="en-US" sz="1400" dirty="0">
                <a:solidFill>
                  <a:schemeClr val="dk1"/>
                </a:solidFill>
                <a:cs typeface="MS Gothic"/>
                <a:sym typeface="MS Gothic"/>
              </a:rPr>
              <a:t>(num + "</a:t>
            </a:r>
            <a:r>
              <a:rPr lang="ja-JP" altLang="en-US" sz="1400" dirty="0">
                <a:solidFill>
                  <a:schemeClr val="dk1"/>
                </a:solidFill>
                <a:cs typeface="MS Gothic"/>
                <a:sym typeface="MS Gothic"/>
              </a:rPr>
              <a:t>は</a:t>
            </a:r>
            <a:r>
              <a:rPr lang="en-US" sz="1400" dirty="0">
                <a:solidFill>
                  <a:schemeClr val="dk1"/>
                </a:solidFill>
                <a:cs typeface="MS Gothic"/>
                <a:sym typeface="MS Gothic"/>
              </a:rPr>
              <a:t>double</a:t>
            </a:r>
            <a:r>
              <a:rPr lang="ja-JP" altLang="en-US" sz="1400" dirty="0">
                <a:solidFill>
                  <a:schemeClr val="dk1"/>
                </a:solidFill>
                <a:cs typeface="MS Gothic"/>
                <a:sym typeface="MS Gothic"/>
              </a:rPr>
              <a:t>型です</a:t>
            </a:r>
            <a:r>
              <a:rPr lang="en-US" altLang="ja-JP" sz="1400" dirty="0">
                <a:solidFill>
                  <a:schemeClr val="dk1"/>
                </a:solidFill>
                <a:cs typeface="MS Gothic"/>
                <a:sym typeface="MS Gothic"/>
              </a:rPr>
              <a:t>");</a:t>
            </a:r>
            <a:br>
              <a:rPr lang="en-US" altLang="ja-JP" sz="1400" dirty="0">
                <a:solidFill>
                  <a:schemeClr val="dk1"/>
                </a:solidFill>
                <a:cs typeface="MS Gothic"/>
                <a:sym typeface="MS Gothic"/>
              </a:rPr>
            </a:br>
            <a:r>
              <a:rPr lang="en-US" altLang="ja-JP" sz="1400" dirty="0">
                <a:solidFill>
                  <a:schemeClr val="dk1"/>
                </a:solidFill>
                <a:cs typeface="MS Gothic"/>
                <a:sym typeface="MS Gothic"/>
              </a:rPr>
              <a:t>    } </a:t>
            </a:r>
            <a:br>
              <a:rPr lang="en-US" altLang="ja-JP" sz="1400" dirty="0">
                <a:solidFill>
                  <a:schemeClr val="dk1"/>
                </a:solidFill>
                <a:cs typeface="MS Gothic"/>
                <a:sym typeface="MS Gothic"/>
              </a:rPr>
            </a:br>
            <a:r>
              <a:rPr lang="en-US" altLang="ja-JP" sz="1400" dirty="0">
                <a:solidFill>
                  <a:schemeClr val="dk1"/>
                </a:solidFill>
                <a:cs typeface="MS Gothic"/>
                <a:sym typeface="MS Gothic"/>
              </a:rPr>
              <a:t>    </a:t>
            </a:r>
            <a:r>
              <a:rPr lang="en-US" sz="1400" dirty="0">
                <a:solidFill>
                  <a:schemeClr val="dk1"/>
                </a:solidFill>
                <a:cs typeface="MS Gothic"/>
                <a:sym typeface="MS Gothic"/>
              </a:rPr>
              <a:t>public static void display(String str) {</a:t>
            </a:r>
            <a:br>
              <a:rPr lang="en-US" sz="1400" dirty="0">
                <a:solidFill>
                  <a:schemeClr val="dk1"/>
                </a:solidFill>
                <a:cs typeface="MS Gothic"/>
                <a:sym typeface="MS Gothic"/>
              </a:rPr>
            </a:br>
            <a:r>
              <a:rPr lang="en-US" sz="1400" dirty="0">
                <a:solidFill>
                  <a:schemeClr val="dk1"/>
                </a:solidFill>
                <a:cs typeface="MS Gothic"/>
                <a:sym typeface="MS Gothic"/>
              </a:rPr>
              <a:t>        </a:t>
            </a:r>
            <a:r>
              <a:rPr lang="en-US" sz="1400" dirty="0" err="1">
                <a:solidFill>
                  <a:schemeClr val="dk1"/>
                </a:solidFill>
                <a:cs typeface="MS Gothic"/>
                <a:sym typeface="MS Gothic"/>
              </a:rPr>
              <a:t>System.out.println</a:t>
            </a:r>
            <a:r>
              <a:rPr lang="en-US" sz="1400" dirty="0">
                <a:solidFill>
                  <a:schemeClr val="dk1"/>
                </a:solidFill>
                <a:cs typeface="MS Gothic"/>
                <a:sym typeface="MS Gothic"/>
              </a:rPr>
              <a:t>(str + "</a:t>
            </a:r>
            <a:r>
              <a:rPr lang="ja-JP" altLang="en-US" sz="1400" dirty="0">
                <a:solidFill>
                  <a:schemeClr val="dk1"/>
                </a:solidFill>
                <a:cs typeface="MS Gothic"/>
                <a:sym typeface="MS Gothic"/>
              </a:rPr>
              <a:t>は</a:t>
            </a:r>
            <a:r>
              <a:rPr lang="en-US" sz="1400" dirty="0">
                <a:solidFill>
                  <a:schemeClr val="dk1"/>
                </a:solidFill>
                <a:cs typeface="MS Gothic"/>
                <a:sym typeface="MS Gothic"/>
              </a:rPr>
              <a:t>String</a:t>
            </a:r>
            <a:r>
              <a:rPr lang="ja-JP" altLang="en-US" sz="1400" dirty="0">
                <a:solidFill>
                  <a:schemeClr val="dk1"/>
                </a:solidFill>
                <a:cs typeface="MS Gothic"/>
                <a:sym typeface="MS Gothic"/>
              </a:rPr>
              <a:t>型です</a:t>
            </a:r>
            <a:r>
              <a:rPr lang="en-US" altLang="ja-JP" sz="1400" dirty="0">
                <a:solidFill>
                  <a:schemeClr val="dk1"/>
                </a:solidFill>
                <a:cs typeface="MS Gothic"/>
                <a:sym typeface="MS Gothic"/>
              </a:rPr>
              <a:t>");</a:t>
            </a:r>
            <a:br>
              <a:rPr lang="en-US" altLang="ja-JP" sz="1400" dirty="0">
                <a:solidFill>
                  <a:schemeClr val="dk1"/>
                </a:solidFill>
                <a:cs typeface="MS Gothic"/>
                <a:sym typeface="MS Gothic"/>
              </a:rPr>
            </a:br>
            <a:r>
              <a:rPr lang="en-US" altLang="ja-JP" sz="1400" dirty="0">
                <a:solidFill>
                  <a:schemeClr val="dk1"/>
                </a:solidFill>
                <a:cs typeface="MS Gothic"/>
                <a:sym typeface="MS Gothic"/>
              </a:rPr>
              <a:t>    } </a:t>
            </a:r>
            <a:br>
              <a:rPr lang="en-US" altLang="ja-JP" sz="1400" dirty="0">
                <a:solidFill>
                  <a:schemeClr val="dk1"/>
                </a:solidFill>
                <a:cs typeface="MS Gothic"/>
                <a:sym typeface="MS Gothic"/>
              </a:rPr>
            </a:br>
            <a:r>
              <a:rPr lang="en-US" altLang="ja-JP" sz="1400" dirty="0">
                <a:solidFill>
                  <a:schemeClr val="dk1"/>
                </a:solidFill>
                <a:cs typeface="MS Gothic"/>
                <a:sym typeface="MS Gothic"/>
              </a:rPr>
              <a:t>    </a:t>
            </a:r>
            <a:r>
              <a:rPr lang="en-US" sz="1400" dirty="0">
                <a:solidFill>
                  <a:schemeClr val="dk1"/>
                </a:solidFill>
                <a:cs typeface="MS Gothic"/>
                <a:sym typeface="MS Gothic"/>
              </a:rPr>
              <a:t>public static void display(char </a:t>
            </a:r>
            <a:r>
              <a:rPr lang="en-US" sz="1400" dirty="0" err="1">
                <a:solidFill>
                  <a:schemeClr val="dk1"/>
                </a:solidFill>
                <a:cs typeface="MS Gothic"/>
                <a:sym typeface="MS Gothic"/>
              </a:rPr>
              <a:t>ch</a:t>
            </a:r>
            <a:r>
              <a:rPr lang="en-US" sz="1400" dirty="0">
                <a:solidFill>
                  <a:schemeClr val="dk1"/>
                </a:solidFill>
                <a:cs typeface="MS Gothic"/>
                <a:sym typeface="MS Gothic"/>
              </a:rPr>
              <a:t>) {</a:t>
            </a:r>
            <a:br>
              <a:rPr lang="en-US" sz="1400" dirty="0">
                <a:solidFill>
                  <a:schemeClr val="dk1"/>
                </a:solidFill>
                <a:cs typeface="MS Gothic"/>
                <a:sym typeface="MS Gothic"/>
              </a:rPr>
            </a:br>
            <a:r>
              <a:rPr lang="en-US" sz="1400" dirty="0">
                <a:solidFill>
                  <a:schemeClr val="dk1"/>
                </a:solidFill>
                <a:cs typeface="MS Gothic"/>
                <a:sym typeface="MS Gothic"/>
              </a:rPr>
              <a:t>        </a:t>
            </a:r>
            <a:r>
              <a:rPr lang="en-US" sz="1400" dirty="0" err="1">
                <a:solidFill>
                  <a:schemeClr val="dk1"/>
                </a:solidFill>
                <a:cs typeface="MS Gothic"/>
                <a:sym typeface="MS Gothic"/>
              </a:rPr>
              <a:t>System.out.println</a:t>
            </a:r>
            <a:r>
              <a:rPr lang="en-US" sz="1400" dirty="0">
                <a:solidFill>
                  <a:schemeClr val="dk1"/>
                </a:solidFill>
                <a:cs typeface="MS Gothic"/>
                <a:sym typeface="MS Gothic"/>
              </a:rPr>
              <a:t>(</a:t>
            </a:r>
            <a:r>
              <a:rPr lang="en-US" sz="1400" dirty="0" err="1">
                <a:solidFill>
                  <a:schemeClr val="dk1"/>
                </a:solidFill>
                <a:cs typeface="MS Gothic"/>
                <a:sym typeface="MS Gothic"/>
              </a:rPr>
              <a:t>ch</a:t>
            </a:r>
            <a:r>
              <a:rPr lang="en-US" sz="1400" dirty="0">
                <a:solidFill>
                  <a:schemeClr val="dk1"/>
                </a:solidFill>
                <a:cs typeface="MS Gothic"/>
                <a:sym typeface="MS Gothic"/>
              </a:rPr>
              <a:t> + "</a:t>
            </a:r>
            <a:r>
              <a:rPr lang="ja-JP" altLang="en-US" sz="1400" dirty="0">
                <a:solidFill>
                  <a:schemeClr val="dk1"/>
                </a:solidFill>
                <a:cs typeface="MS Gothic"/>
                <a:sym typeface="MS Gothic"/>
              </a:rPr>
              <a:t>は</a:t>
            </a:r>
            <a:r>
              <a:rPr lang="en-US" sz="1400" dirty="0">
                <a:solidFill>
                  <a:schemeClr val="dk1"/>
                </a:solidFill>
                <a:cs typeface="MS Gothic"/>
                <a:sym typeface="MS Gothic"/>
              </a:rPr>
              <a:t>char</a:t>
            </a:r>
            <a:r>
              <a:rPr lang="ja-JP" altLang="en-US" sz="1400" dirty="0">
                <a:solidFill>
                  <a:schemeClr val="dk1"/>
                </a:solidFill>
                <a:cs typeface="MS Gothic"/>
                <a:sym typeface="MS Gothic"/>
              </a:rPr>
              <a:t>型です</a:t>
            </a:r>
            <a:r>
              <a:rPr lang="en-US" altLang="ja-JP" sz="1400" dirty="0">
                <a:solidFill>
                  <a:schemeClr val="dk1"/>
                </a:solidFill>
                <a:cs typeface="MS Gothic"/>
                <a:sym typeface="MS Gothic"/>
              </a:rPr>
              <a:t>");</a:t>
            </a:r>
            <a:br>
              <a:rPr lang="en-US" altLang="ja-JP" sz="1400" dirty="0">
                <a:solidFill>
                  <a:schemeClr val="dk1"/>
                </a:solidFill>
                <a:cs typeface="MS Gothic"/>
                <a:sym typeface="MS Gothic"/>
              </a:rPr>
            </a:br>
            <a:r>
              <a:rPr lang="en-US" altLang="ja-JP" sz="1400" dirty="0">
                <a:solidFill>
                  <a:schemeClr val="dk1"/>
                </a:solidFill>
                <a:cs typeface="MS Gothic"/>
                <a:sym typeface="MS Gothic"/>
              </a:rPr>
              <a:t>    }</a:t>
            </a:r>
            <a:br>
              <a:rPr lang="en-US" altLang="ja-JP" sz="1400" dirty="0">
                <a:solidFill>
                  <a:schemeClr val="dk1"/>
                </a:solidFill>
                <a:cs typeface="MS Gothic"/>
                <a:sym typeface="MS Gothic"/>
              </a:rPr>
            </a:br>
            <a:r>
              <a:rPr lang="en-US" altLang="ja-JP" sz="1400" dirty="0">
                <a:solidFill>
                  <a:schemeClr val="dk1"/>
                </a:solidFill>
                <a:cs typeface="MS Gothic"/>
                <a:sym typeface="MS Gothic"/>
              </a:rPr>
              <a:t>}</a:t>
            </a:r>
          </a:p>
        </p:txBody>
      </p:sp>
    </p:spTree>
    <p:extLst>
      <p:ext uri="{BB962C8B-B14F-4D97-AF65-F5344CB8AC3E}">
        <p14:creationId xmlns:p14="http://schemas.microsoft.com/office/powerpoint/2010/main" val="26586510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1BD1C0E-C3F2-4EC8-B9E9-5E23FA0FE4B7}"/>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A48FE05B-0BD3-4032-8606-CC0813688FA3}"/>
              </a:ext>
            </a:extLst>
          </p:cNvPr>
          <p:cNvSpPr>
            <a:spLocks noGrp="1"/>
          </p:cNvSpPr>
          <p:nvPr>
            <p:ph type="ctrTitle"/>
          </p:nvPr>
        </p:nvSpPr>
        <p:spPr/>
        <p:txBody>
          <a:bodyPr/>
          <a:lstStyle/>
          <a:p>
            <a:r>
              <a:rPr lang="en-US" altLang="ja-JP" dirty="0" err="1"/>
              <a:t>オーバーロード呼び出し方</a:t>
            </a:r>
            <a:endParaRPr kumimoji="1" lang="ja-JP" altLang="en-US" dirty="0"/>
          </a:p>
        </p:txBody>
      </p:sp>
      <p:sp>
        <p:nvSpPr>
          <p:cNvPr id="4" name="スライド番号プレースホルダー 3">
            <a:extLst>
              <a:ext uri="{FF2B5EF4-FFF2-40B4-BE49-F238E27FC236}">
                <a16:creationId xmlns:a16="http://schemas.microsoft.com/office/drawing/2014/main" id="{4FBB2095-686E-47CA-A31C-B6273BD99781}"/>
              </a:ext>
            </a:extLst>
          </p:cNvPr>
          <p:cNvSpPr>
            <a:spLocks noGrp="1"/>
          </p:cNvSpPr>
          <p:nvPr>
            <p:ph type="sldNum" sz="quarter" idx="4"/>
          </p:nvPr>
        </p:nvSpPr>
        <p:spPr/>
        <p:txBody>
          <a:bodyPr/>
          <a:lstStyle/>
          <a:p>
            <a:fld id="{00000000-1234-1234-1234-123412341234}" type="slidenum">
              <a:rPr lang="en" smtClean="0"/>
              <a:pPr/>
              <a:t>34</a:t>
            </a:fld>
            <a:endParaRPr lang="en" dirty="0"/>
          </a:p>
        </p:txBody>
      </p:sp>
      <p:sp>
        <p:nvSpPr>
          <p:cNvPr id="5" name="テキスト プレースホルダー 4">
            <a:extLst>
              <a:ext uri="{FF2B5EF4-FFF2-40B4-BE49-F238E27FC236}">
                <a16:creationId xmlns:a16="http://schemas.microsoft.com/office/drawing/2014/main" id="{335A23CD-F841-4EA4-BAE6-043862528890}"/>
              </a:ext>
            </a:extLst>
          </p:cNvPr>
          <p:cNvSpPr>
            <a:spLocks noGrp="1"/>
          </p:cNvSpPr>
          <p:nvPr>
            <p:ph type="body" sz="quarter" idx="14"/>
          </p:nvPr>
        </p:nvSpPr>
        <p:spPr>
          <a:xfrm>
            <a:off x="462875" y="859491"/>
            <a:ext cx="8216900" cy="2988609"/>
          </a:xfrm>
        </p:spPr>
        <p:txBody>
          <a:bodyPr/>
          <a:lstStyle/>
          <a:p>
            <a:pPr marL="96838" indent="0">
              <a:buNone/>
            </a:pPr>
            <a:r>
              <a:rPr lang="ja-JP" altLang="en-US" dirty="0"/>
              <a:t>オーバーロードになっているメソッドはどう呼び出せばいいのでしょうか。</a:t>
            </a:r>
            <a:endParaRPr lang="en-US" altLang="ja-JP" dirty="0"/>
          </a:p>
          <a:p>
            <a:pPr marL="96838" indent="0">
              <a:buNone/>
            </a:pPr>
            <a:r>
              <a:rPr lang="ja-JP" altLang="en-US" dirty="0"/>
              <a:t>実は今までと同じように呼び出すだけでかまいません。</a:t>
            </a:r>
            <a:endParaRPr lang="en-US" altLang="ja-JP" dirty="0"/>
          </a:p>
          <a:p>
            <a:pPr marL="96838" indent="0">
              <a:buNone/>
            </a:pPr>
            <a:r>
              <a:rPr lang="ja-JP" altLang="en-US" b="1" dirty="0">
                <a:solidFill>
                  <a:schemeClr val="tx2"/>
                </a:solidFill>
              </a:rPr>
              <a:t>仮引数の数・型・並び順が実引数と同じメソッド</a:t>
            </a:r>
            <a:r>
              <a:rPr lang="ja-JP" altLang="en-US" dirty="0"/>
              <a:t>を</a:t>
            </a:r>
            <a:r>
              <a:rPr lang="en-US" altLang="ja-JP" dirty="0"/>
              <a:t>JVM</a:t>
            </a:r>
            <a:r>
              <a:rPr lang="ja-JP" altLang="en-US" dirty="0"/>
              <a:t>が自動的に判断してくれます。</a:t>
            </a:r>
          </a:p>
          <a:p>
            <a:pPr marL="96838" indent="0">
              <a:buNone/>
            </a:pPr>
            <a:r>
              <a:rPr lang="ja-JP" altLang="en-US" dirty="0"/>
              <a:t>前のページの例では、</a:t>
            </a:r>
            <a:r>
              <a:rPr lang="en-US" altLang="ja-JP" dirty="0"/>
              <a:t>main</a:t>
            </a:r>
            <a:r>
              <a:rPr lang="ja-JP" altLang="en-US" dirty="0"/>
              <a:t>メソッドから</a:t>
            </a:r>
          </a:p>
          <a:p>
            <a:pPr marL="96838" indent="0">
              <a:buNone/>
            </a:pPr>
            <a:endParaRPr lang="en-US" altLang="ja-JP" dirty="0"/>
          </a:p>
          <a:p>
            <a:pPr marL="452438" lvl="1" indent="0">
              <a:buNone/>
            </a:pPr>
            <a:r>
              <a:rPr lang="en-US" altLang="ja-JP" b="1" dirty="0">
                <a:solidFill>
                  <a:schemeClr val="accent1"/>
                </a:solidFill>
              </a:rPr>
              <a:t>display(5);</a:t>
            </a:r>
          </a:p>
          <a:p>
            <a:pPr marL="452438" lvl="1" indent="0">
              <a:buNone/>
            </a:pPr>
            <a:r>
              <a:rPr lang="en-US" altLang="ja-JP" b="1" dirty="0">
                <a:solidFill>
                  <a:schemeClr val="accent1"/>
                </a:solidFill>
              </a:rPr>
              <a:t>display(3.0);</a:t>
            </a:r>
          </a:p>
          <a:p>
            <a:pPr marL="452438" lvl="1" indent="0">
              <a:buNone/>
            </a:pPr>
            <a:r>
              <a:rPr lang="en-US" altLang="ja-JP" b="1" dirty="0">
                <a:solidFill>
                  <a:schemeClr val="accent1"/>
                </a:solidFill>
              </a:rPr>
              <a:t>display(“</a:t>
            </a:r>
            <a:r>
              <a:rPr lang="ja-JP" altLang="en-US" b="1" dirty="0">
                <a:solidFill>
                  <a:schemeClr val="accent1"/>
                </a:solidFill>
              </a:rPr>
              <a:t>こんにちは</a:t>
            </a:r>
            <a:r>
              <a:rPr lang="en-US" altLang="ja-JP" b="1" dirty="0">
                <a:solidFill>
                  <a:schemeClr val="accent1"/>
                </a:solidFill>
              </a:rPr>
              <a:t>”);</a:t>
            </a:r>
          </a:p>
          <a:p>
            <a:pPr marL="452438" lvl="1" indent="0">
              <a:buNone/>
            </a:pPr>
            <a:r>
              <a:rPr lang="en-US" altLang="ja-JP" b="1" dirty="0">
                <a:solidFill>
                  <a:schemeClr val="accent1"/>
                </a:solidFill>
              </a:rPr>
              <a:t>display(‘X’);</a:t>
            </a:r>
          </a:p>
          <a:p>
            <a:pPr marL="96838" indent="0">
              <a:buNone/>
            </a:pPr>
            <a:endParaRPr lang="en-US" altLang="ja-JP" dirty="0"/>
          </a:p>
          <a:p>
            <a:pPr marL="96838" indent="0">
              <a:buNone/>
            </a:pPr>
            <a:r>
              <a:rPr lang="ja-JP" altLang="en-US" dirty="0"/>
              <a:t>と呼び出すと、以下のように表示されます。</a:t>
            </a:r>
          </a:p>
          <a:p>
            <a:pPr marL="96838" indent="0">
              <a:buNone/>
            </a:pPr>
            <a:br>
              <a:rPr lang="ja-JP" altLang="en-US" dirty="0"/>
            </a:br>
            <a:endParaRPr lang="ja-JP" altLang="en-US" dirty="0"/>
          </a:p>
          <a:p>
            <a:pPr marL="96838" indent="0">
              <a:buNone/>
            </a:pPr>
            <a:endParaRPr lang="ja-JP" altLang="en-US" dirty="0"/>
          </a:p>
          <a:p>
            <a:pPr marL="96838" indent="0">
              <a:buNone/>
            </a:pPr>
            <a:endParaRPr lang="ja-JP" altLang="en-US" dirty="0"/>
          </a:p>
          <a:p>
            <a:pPr marL="96838" indent="0">
              <a:buNone/>
            </a:pPr>
            <a:endParaRPr lang="ja-JP" altLang="en-US" dirty="0"/>
          </a:p>
        </p:txBody>
      </p:sp>
      <p:sp>
        <p:nvSpPr>
          <p:cNvPr id="6" name="Google Shape;347;p41">
            <a:extLst>
              <a:ext uri="{FF2B5EF4-FFF2-40B4-BE49-F238E27FC236}">
                <a16:creationId xmlns:a16="http://schemas.microsoft.com/office/drawing/2014/main" id="{D2A63244-64CB-47FA-9EE7-253FDF3EAA19}"/>
              </a:ext>
            </a:extLst>
          </p:cNvPr>
          <p:cNvSpPr txBox="1"/>
          <p:nvPr/>
        </p:nvSpPr>
        <p:spPr>
          <a:xfrm>
            <a:off x="1048983" y="3848100"/>
            <a:ext cx="2456217" cy="96012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dirty="0">
                <a:solidFill>
                  <a:schemeClr val="lt1"/>
                </a:solidFill>
                <a:cs typeface="Quattrocento Sans"/>
                <a:sym typeface="Quattrocento Sans"/>
              </a:rPr>
              <a:t>5はint型です</a:t>
            </a:r>
            <a:br>
              <a:rPr lang="en-US" sz="1400" b="1" dirty="0">
                <a:solidFill>
                  <a:schemeClr val="lt1"/>
                </a:solidFill>
                <a:cs typeface="Quattrocento Sans"/>
                <a:sym typeface="Quattrocento Sans"/>
              </a:rPr>
            </a:br>
            <a:r>
              <a:rPr lang="en-US" sz="1400" b="1" dirty="0">
                <a:solidFill>
                  <a:schemeClr val="lt1"/>
                </a:solidFill>
                <a:cs typeface="Quattrocento Sans"/>
                <a:sym typeface="Quattrocento Sans"/>
              </a:rPr>
              <a:t>3.0はdouble型です</a:t>
            </a:r>
            <a:br>
              <a:rPr lang="en-US" sz="1400" b="1" dirty="0">
                <a:solidFill>
                  <a:schemeClr val="lt1"/>
                </a:solidFill>
                <a:cs typeface="Quattrocento Sans"/>
                <a:sym typeface="Quattrocento Sans"/>
              </a:rPr>
            </a:br>
            <a:r>
              <a:rPr lang="en-US" sz="1400" b="1" dirty="0" err="1">
                <a:solidFill>
                  <a:schemeClr val="lt1"/>
                </a:solidFill>
                <a:cs typeface="Quattrocento Sans"/>
                <a:sym typeface="Quattrocento Sans"/>
              </a:rPr>
              <a:t>こんにちははString型です</a:t>
            </a:r>
            <a:br>
              <a:rPr lang="en-US" sz="1400" b="1" dirty="0">
                <a:solidFill>
                  <a:schemeClr val="lt1"/>
                </a:solidFill>
                <a:cs typeface="Quattrocento Sans"/>
                <a:sym typeface="Quattrocento Sans"/>
              </a:rPr>
            </a:br>
            <a:r>
              <a:rPr lang="en-US" sz="1400" b="1" dirty="0" err="1">
                <a:solidFill>
                  <a:schemeClr val="lt1"/>
                </a:solidFill>
                <a:cs typeface="Quattrocento Sans"/>
                <a:sym typeface="Quattrocento Sans"/>
              </a:rPr>
              <a:t>Xはchar型です</a:t>
            </a:r>
            <a:endParaRPr sz="1400" b="1" dirty="0">
              <a:solidFill>
                <a:schemeClr val="lt1"/>
              </a:solidFill>
              <a:cs typeface="Quattrocento Sans"/>
              <a:sym typeface="Quattrocento Sans"/>
            </a:endParaRPr>
          </a:p>
        </p:txBody>
      </p:sp>
    </p:spTree>
    <p:extLst>
      <p:ext uri="{BB962C8B-B14F-4D97-AF65-F5344CB8AC3E}">
        <p14:creationId xmlns:p14="http://schemas.microsoft.com/office/powerpoint/2010/main" val="916344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BA87D32A-9AD1-4451-9A6D-4A479151CB47}"/>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C5C02D43-B67C-4DEC-8EC9-48957910AE84}"/>
              </a:ext>
            </a:extLst>
          </p:cNvPr>
          <p:cNvSpPr>
            <a:spLocks noGrp="1"/>
          </p:cNvSpPr>
          <p:nvPr>
            <p:ph type="ctrTitle"/>
          </p:nvPr>
        </p:nvSpPr>
        <p:spPr/>
        <p:txBody>
          <a:bodyPr/>
          <a:lstStyle/>
          <a:p>
            <a:r>
              <a:rPr kumimoji="1" lang="ja-JP" altLang="en-US"/>
              <a:t>仮引数に配列を使う</a:t>
            </a:r>
            <a:endParaRPr kumimoji="1" lang="ja-JP" altLang="en-US" dirty="0"/>
          </a:p>
        </p:txBody>
      </p:sp>
      <p:sp>
        <p:nvSpPr>
          <p:cNvPr id="4" name="スライド番号プレースホルダー 3">
            <a:extLst>
              <a:ext uri="{FF2B5EF4-FFF2-40B4-BE49-F238E27FC236}">
                <a16:creationId xmlns:a16="http://schemas.microsoft.com/office/drawing/2014/main" id="{D2F3FD00-B9AC-4A7B-985F-E587318F702A}"/>
              </a:ext>
            </a:extLst>
          </p:cNvPr>
          <p:cNvSpPr>
            <a:spLocks noGrp="1"/>
          </p:cNvSpPr>
          <p:nvPr>
            <p:ph type="sldNum" sz="quarter" idx="4"/>
          </p:nvPr>
        </p:nvSpPr>
        <p:spPr/>
        <p:txBody>
          <a:bodyPr/>
          <a:lstStyle/>
          <a:p>
            <a:fld id="{00000000-1234-1234-1234-123412341234}" type="slidenum">
              <a:rPr lang="en" smtClean="0"/>
              <a:pPr/>
              <a:t>35</a:t>
            </a:fld>
            <a:endParaRPr lang="en" dirty="0"/>
          </a:p>
        </p:txBody>
      </p:sp>
      <p:sp>
        <p:nvSpPr>
          <p:cNvPr id="5" name="テキスト プレースホルダー 4">
            <a:extLst>
              <a:ext uri="{FF2B5EF4-FFF2-40B4-BE49-F238E27FC236}">
                <a16:creationId xmlns:a16="http://schemas.microsoft.com/office/drawing/2014/main" id="{D821D6BC-27C5-48BB-ACAA-F3BFE7F374B9}"/>
              </a:ext>
            </a:extLst>
          </p:cNvPr>
          <p:cNvSpPr>
            <a:spLocks noGrp="1"/>
          </p:cNvSpPr>
          <p:nvPr>
            <p:ph type="body" sz="quarter" idx="14"/>
          </p:nvPr>
        </p:nvSpPr>
        <p:spPr>
          <a:xfrm>
            <a:off x="993914" y="1340828"/>
            <a:ext cx="3372523" cy="321609"/>
          </a:xfrm>
        </p:spPr>
        <p:txBody>
          <a:bodyPr/>
          <a:lstStyle/>
          <a:p>
            <a:pPr marL="96838" indent="0">
              <a:buNone/>
            </a:pPr>
            <a:r>
              <a:rPr kumimoji="1" lang="ja-JP" altLang="en-US" dirty="0">
                <a:latin typeface="HGS創英角ﾎﾟｯﾌﾟ体" panose="040B0A00000000000000" pitchFamily="50" charset="-128"/>
                <a:ea typeface="HGS創英角ﾎﾟｯﾌﾟ体" panose="040B0A00000000000000" pitchFamily="50" charset="-128"/>
              </a:rPr>
              <a:t>仮引数</a:t>
            </a:r>
            <a:r>
              <a:rPr kumimoji="1" lang="ja-JP" altLang="en-US" b="1" dirty="0">
                <a:latin typeface="HGS創英角ﾎﾟｯﾌﾟ体" panose="040B0A00000000000000" pitchFamily="50" charset="-128"/>
                <a:ea typeface="HGS創英角ﾎﾟｯﾌﾟ体" panose="040B0A00000000000000" pitchFamily="50" charset="-128"/>
              </a:rPr>
              <a:t>や戻り値には配列も使える</a:t>
            </a:r>
          </a:p>
        </p:txBody>
      </p:sp>
      <p:sp>
        <p:nvSpPr>
          <p:cNvPr id="6" name="Google Shape;144;p19">
            <a:extLst>
              <a:ext uri="{FF2B5EF4-FFF2-40B4-BE49-F238E27FC236}">
                <a16:creationId xmlns:a16="http://schemas.microsoft.com/office/drawing/2014/main" id="{3FEE7AF6-EF3E-4CA4-B414-A154F59B8E37}"/>
              </a:ext>
            </a:extLst>
          </p:cNvPr>
          <p:cNvSpPr/>
          <p:nvPr/>
        </p:nvSpPr>
        <p:spPr>
          <a:xfrm>
            <a:off x="732229" y="1765543"/>
            <a:ext cx="7223760" cy="2054849"/>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chemeClr val="dk1"/>
                </a:solidFill>
                <a:cs typeface="MS Gothic"/>
                <a:sym typeface="MS Gothic"/>
              </a:rPr>
              <a:t>public class </a:t>
            </a:r>
            <a:r>
              <a:rPr lang="en-US" sz="1400" dirty="0" err="1">
                <a:solidFill>
                  <a:schemeClr val="dk1"/>
                </a:solidFill>
                <a:cs typeface="MS Gothic"/>
                <a:sym typeface="MS Gothic"/>
              </a:rPr>
              <a:t>ArrayParamSample</a:t>
            </a:r>
            <a:r>
              <a:rPr lang="en-US" sz="1400" dirty="0">
                <a:solidFill>
                  <a:schemeClr val="dk1"/>
                </a:solidFill>
                <a:cs typeface="MS Gothic"/>
                <a:sym typeface="MS Gothic"/>
              </a:rPr>
              <a:t> {</a:t>
            </a:r>
            <a:br>
              <a:rPr lang="en-US" sz="1400" dirty="0">
                <a:solidFill>
                  <a:schemeClr val="dk1"/>
                </a:solidFill>
                <a:cs typeface="MS Gothic"/>
                <a:sym typeface="MS Gothic"/>
              </a:rPr>
            </a:br>
            <a:r>
              <a:rPr lang="en-US" sz="1400" dirty="0">
                <a:solidFill>
                  <a:schemeClr val="dk1"/>
                </a:solidFill>
                <a:cs typeface="MS Gothic"/>
                <a:sym typeface="MS Gothic"/>
              </a:rPr>
              <a:t>    public static void main(String[] args) {</a:t>
            </a:r>
            <a:br>
              <a:rPr lang="en-US" sz="1400" dirty="0">
                <a:solidFill>
                  <a:schemeClr val="dk1"/>
                </a:solidFill>
                <a:cs typeface="MS Gothic"/>
                <a:sym typeface="MS Gothic"/>
              </a:rPr>
            </a:br>
            <a:r>
              <a:rPr lang="en-US" sz="1400" dirty="0">
                <a:solidFill>
                  <a:schemeClr val="dk1"/>
                </a:solidFill>
                <a:cs typeface="MS Gothic"/>
                <a:sym typeface="MS Gothic"/>
              </a:rPr>
              <a:t>        char[] array = {'</a:t>
            </a:r>
            <a:r>
              <a:rPr lang="ja-JP" altLang="en-US" sz="1400" dirty="0">
                <a:solidFill>
                  <a:schemeClr val="dk1"/>
                </a:solidFill>
                <a:cs typeface="MS Gothic"/>
                <a:sym typeface="MS Gothic"/>
              </a:rPr>
              <a:t>甲</a:t>
            </a:r>
            <a:r>
              <a:rPr lang="en-US" altLang="ja-JP" sz="1400" dirty="0">
                <a:solidFill>
                  <a:schemeClr val="dk1"/>
                </a:solidFill>
                <a:cs typeface="MS Gothic"/>
                <a:sym typeface="MS Gothic"/>
              </a:rPr>
              <a:t>', '</a:t>
            </a:r>
            <a:r>
              <a:rPr lang="ja-JP" altLang="en-US" sz="1400" dirty="0">
                <a:solidFill>
                  <a:schemeClr val="dk1"/>
                </a:solidFill>
                <a:cs typeface="MS Gothic"/>
                <a:sym typeface="MS Gothic"/>
              </a:rPr>
              <a:t>乙</a:t>
            </a:r>
            <a:r>
              <a:rPr lang="en-US" altLang="ja-JP" sz="1400" dirty="0">
                <a:solidFill>
                  <a:schemeClr val="dk1"/>
                </a:solidFill>
                <a:cs typeface="MS Gothic"/>
                <a:sym typeface="MS Gothic"/>
              </a:rPr>
              <a:t>', '</a:t>
            </a:r>
            <a:r>
              <a:rPr lang="ja-JP" altLang="en-US" sz="1400" dirty="0">
                <a:solidFill>
                  <a:schemeClr val="dk1"/>
                </a:solidFill>
                <a:cs typeface="MS Gothic"/>
                <a:sym typeface="MS Gothic"/>
              </a:rPr>
              <a:t>丙</a:t>
            </a:r>
            <a:r>
              <a:rPr lang="en-US" altLang="ja-JP" sz="1400" dirty="0">
                <a:solidFill>
                  <a:schemeClr val="dk1"/>
                </a:solidFill>
                <a:cs typeface="MS Gothic"/>
                <a:sym typeface="MS Gothic"/>
              </a:rPr>
              <a:t>', '</a:t>
            </a:r>
            <a:r>
              <a:rPr lang="ja-JP" altLang="en-US" sz="1400" dirty="0">
                <a:solidFill>
                  <a:schemeClr val="dk1"/>
                </a:solidFill>
                <a:cs typeface="MS Gothic"/>
                <a:sym typeface="MS Gothic"/>
              </a:rPr>
              <a:t>丁</a:t>
            </a:r>
            <a:r>
              <a:rPr lang="en-US" altLang="ja-JP" sz="1400" dirty="0">
                <a:solidFill>
                  <a:schemeClr val="dk1"/>
                </a:solidFill>
                <a:cs typeface="MS Gothic"/>
                <a:sym typeface="MS Gothic"/>
              </a:rPr>
              <a:t>'};</a:t>
            </a:r>
            <a:br>
              <a:rPr lang="en-US" altLang="ja-JP" sz="1400" dirty="0">
                <a:solidFill>
                  <a:schemeClr val="dk1"/>
                </a:solidFill>
                <a:cs typeface="MS Gothic"/>
                <a:sym typeface="MS Gothic"/>
              </a:rPr>
            </a:br>
            <a:r>
              <a:rPr lang="en-US" altLang="ja-JP" sz="1400" dirty="0">
                <a:solidFill>
                  <a:schemeClr val="dk1"/>
                </a:solidFill>
                <a:cs typeface="MS Gothic"/>
                <a:sym typeface="MS Gothic"/>
              </a:rPr>
              <a:t>        </a:t>
            </a:r>
            <a:r>
              <a:rPr lang="en-US" sz="1400" dirty="0">
                <a:solidFill>
                  <a:schemeClr val="dk1"/>
                </a:solidFill>
                <a:cs typeface="MS Gothic"/>
                <a:sym typeface="MS Gothic"/>
              </a:rPr>
              <a:t>second(</a:t>
            </a:r>
            <a:r>
              <a:rPr lang="en-US" sz="1400" b="1" dirty="0">
                <a:solidFill>
                  <a:schemeClr val="accent1"/>
                </a:solidFill>
                <a:cs typeface="MS Gothic"/>
                <a:sym typeface="MS Gothic"/>
              </a:rPr>
              <a:t>array</a:t>
            </a:r>
            <a:r>
              <a:rPr lang="en-US" sz="1400" dirty="0">
                <a:solidFill>
                  <a:schemeClr val="dk1"/>
                </a:solidFill>
                <a:cs typeface="MS Gothic"/>
                <a:sym typeface="MS Gothic"/>
              </a:rPr>
              <a:t>);</a:t>
            </a:r>
            <a:br>
              <a:rPr lang="en-US" sz="1400" dirty="0">
                <a:solidFill>
                  <a:schemeClr val="dk1"/>
                </a:solidFill>
                <a:cs typeface="MS Gothic"/>
                <a:sym typeface="MS Gothic"/>
              </a:rPr>
            </a:br>
            <a:r>
              <a:rPr lang="en-US" sz="1400" dirty="0">
                <a:solidFill>
                  <a:schemeClr val="dk1"/>
                </a:solidFill>
                <a:cs typeface="MS Gothic"/>
                <a:sym typeface="MS Gothic"/>
              </a:rPr>
              <a:t>    } </a:t>
            </a:r>
            <a:br>
              <a:rPr lang="en-US" sz="1400" dirty="0">
                <a:solidFill>
                  <a:schemeClr val="dk1"/>
                </a:solidFill>
                <a:cs typeface="MS Gothic"/>
                <a:sym typeface="MS Gothic"/>
              </a:rPr>
            </a:br>
            <a:r>
              <a:rPr lang="en-US" sz="1400" dirty="0">
                <a:solidFill>
                  <a:schemeClr val="dk1"/>
                </a:solidFill>
                <a:cs typeface="MS Gothic"/>
                <a:sym typeface="MS Gothic"/>
              </a:rPr>
              <a:t>    public static void second(</a:t>
            </a:r>
            <a:r>
              <a:rPr lang="en-US" sz="1400" b="1" dirty="0">
                <a:solidFill>
                  <a:schemeClr val="accent1"/>
                </a:solidFill>
                <a:cs typeface="MS Gothic"/>
                <a:sym typeface="MS Gothic"/>
              </a:rPr>
              <a:t>char[] </a:t>
            </a:r>
            <a:r>
              <a:rPr lang="en-US" sz="1400" dirty="0">
                <a:solidFill>
                  <a:schemeClr val="dk1"/>
                </a:solidFill>
                <a:cs typeface="MS Gothic"/>
                <a:sym typeface="MS Gothic"/>
              </a:rPr>
              <a:t>array) {</a:t>
            </a:r>
            <a:br>
              <a:rPr lang="en-US" sz="1400" dirty="0">
                <a:solidFill>
                  <a:schemeClr val="dk1"/>
                </a:solidFill>
                <a:cs typeface="MS Gothic"/>
                <a:sym typeface="MS Gothic"/>
              </a:rPr>
            </a:br>
            <a:r>
              <a:rPr lang="en-US" sz="1400" dirty="0">
                <a:solidFill>
                  <a:schemeClr val="dk1"/>
                </a:solidFill>
                <a:cs typeface="MS Gothic"/>
                <a:sym typeface="MS Gothic"/>
              </a:rPr>
              <a:t>        </a:t>
            </a:r>
            <a:r>
              <a:rPr lang="en-US" sz="1400" dirty="0" err="1">
                <a:solidFill>
                  <a:schemeClr val="dk1"/>
                </a:solidFill>
                <a:cs typeface="MS Gothic"/>
                <a:sym typeface="MS Gothic"/>
              </a:rPr>
              <a:t>System.out.println</a:t>
            </a:r>
            <a:r>
              <a:rPr lang="en-US" sz="1400" dirty="0">
                <a:solidFill>
                  <a:schemeClr val="dk1"/>
                </a:solidFill>
                <a:cs typeface="MS Gothic"/>
                <a:sym typeface="MS Gothic"/>
              </a:rPr>
              <a:t>("2</a:t>
            </a:r>
            <a:r>
              <a:rPr lang="ja-JP" altLang="en-US" sz="1400" dirty="0">
                <a:solidFill>
                  <a:schemeClr val="dk1"/>
                </a:solidFill>
                <a:cs typeface="MS Gothic"/>
                <a:sym typeface="MS Gothic"/>
              </a:rPr>
              <a:t>番目は</a:t>
            </a:r>
            <a:r>
              <a:rPr lang="en-US" altLang="ja-JP" sz="1400" dirty="0">
                <a:solidFill>
                  <a:schemeClr val="dk1"/>
                </a:solidFill>
                <a:cs typeface="MS Gothic"/>
                <a:sym typeface="MS Gothic"/>
              </a:rPr>
              <a:t>" + </a:t>
            </a:r>
            <a:r>
              <a:rPr lang="en-US" sz="1400" dirty="0">
                <a:solidFill>
                  <a:schemeClr val="dk1"/>
                </a:solidFill>
                <a:cs typeface="MS Gothic"/>
                <a:sym typeface="MS Gothic"/>
              </a:rPr>
              <a:t>array[1] + "</a:t>
            </a:r>
            <a:r>
              <a:rPr lang="ja-JP" altLang="en-US" sz="1400" dirty="0">
                <a:solidFill>
                  <a:schemeClr val="dk1"/>
                </a:solidFill>
                <a:cs typeface="MS Gothic"/>
                <a:sym typeface="MS Gothic"/>
              </a:rPr>
              <a:t>です</a:t>
            </a:r>
            <a:r>
              <a:rPr lang="en-US" altLang="ja-JP" sz="1400" dirty="0">
                <a:solidFill>
                  <a:schemeClr val="dk1"/>
                </a:solidFill>
                <a:cs typeface="MS Gothic"/>
                <a:sym typeface="MS Gothic"/>
              </a:rPr>
              <a:t>");</a:t>
            </a:r>
            <a:br>
              <a:rPr lang="en-US" altLang="ja-JP" sz="1400" dirty="0">
                <a:solidFill>
                  <a:schemeClr val="dk1"/>
                </a:solidFill>
                <a:cs typeface="MS Gothic"/>
                <a:sym typeface="MS Gothic"/>
              </a:rPr>
            </a:br>
            <a:r>
              <a:rPr lang="en-US" altLang="ja-JP" sz="1400" dirty="0">
                <a:solidFill>
                  <a:schemeClr val="dk1"/>
                </a:solidFill>
                <a:cs typeface="MS Gothic"/>
                <a:sym typeface="MS Gothic"/>
              </a:rPr>
              <a:t>    }</a:t>
            </a:r>
            <a:br>
              <a:rPr lang="en-US" altLang="ja-JP" sz="1400" dirty="0">
                <a:solidFill>
                  <a:schemeClr val="dk1"/>
                </a:solidFill>
                <a:cs typeface="MS Gothic"/>
                <a:sym typeface="MS Gothic"/>
              </a:rPr>
            </a:br>
            <a:r>
              <a:rPr lang="en-US" altLang="ja-JP" sz="1400" dirty="0">
                <a:solidFill>
                  <a:schemeClr val="dk1"/>
                </a:solidFill>
                <a:cs typeface="MS Gothic"/>
                <a:sym typeface="MS Gothic"/>
              </a:rPr>
              <a:t>}</a:t>
            </a:r>
          </a:p>
        </p:txBody>
      </p:sp>
      <p:sp>
        <p:nvSpPr>
          <p:cNvPr id="7" name="テキスト プレースホルダー 4">
            <a:extLst>
              <a:ext uri="{FF2B5EF4-FFF2-40B4-BE49-F238E27FC236}">
                <a16:creationId xmlns:a16="http://schemas.microsoft.com/office/drawing/2014/main" id="{932F1765-8A93-41EC-957E-EC93A9EF3DB0}"/>
              </a:ext>
            </a:extLst>
          </p:cNvPr>
          <p:cNvSpPr txBox="1">
            <a:spLocks/>
          </p:cNvSpPr>
          <p:nvPr/>
        </p:nvSpPr>
        <p:spPr>
          <a:xfrm>
            <a:off x="533400" y="3892531"/>
            <a:ext cx="8216900" cy="9735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このプログラムを実行すると</a:t>
            </a:r>
          </a:p>
          <a:p>
            <a:pPr marL="96838" indent="0">
              <a:buFont typeface="Arial" panose="020B0604020202020204" pitchFamily="34" charset="0"/>
              <a:buNone/>
            </a:pPr>
            <a:r>
              <a:rPr lang="en-US" altLang="ja-JP" b="1" dirty="0">
                <a:solidFill>
                  <a:schemeClr val="tx2"/>
                </a:solidFill>
              </a:rPr>
              <a:t>2</a:t>
            </a:r>
            <a:r>
              <a:rPr lang="ja-JP" altLang="en-US" b="1" dirty="0">
                <a:solidFill>
                  <a:schemeClr val="tx2"/>
                </a:solidFill>
              </a:rPr>
              <a:t>番目は乙です</a:t>
            </a:r>
          </a:p>
          <a:p>
            <a:pPr marL="96838" indent="0">
              <a:buFont typeface="Arial" panose="020B0604020202020204" pitchFamily="34" charset="0"/>
              <a:buNone/>
            </a:pPr>
            <a:r>
              <a:rPr lang="ja-JP" altLang="en-US" dirty="0"/>
              <a:t>と表示されます。</a:t>
            </a:r>
          </a:p>
        </p:txBody>
      </p:sp>
      <p:grpSp>
        <p:nvGrpSpPr>
          <p:cNvPr id="8" name="グループ化 7">
            <a:extLst>
              <a:ext uri="{FF2B5EF4-FFF2-40B4-BE49-F238E27FC236}">
                <a16:creationId xmlns:a16="http://schemas.microsoft.com/office/drawing/2014/main" id="{4DE308DF-0E82-49D8-B210-74BB78D5EE75}"/>
              </a:ext>
            </a:extLst>
          </p:cNvPr>
          <p:cNvGrpSpPr/>
          <p:nvPr/>
        </p:nvGrpSpPr>
        <p:grpSpPr>
          <a:xfrm>
            <a:off x="268873" y="786891"/>
            <a:ext cx="8411576" cy="4075185"/>
            <a:chOff x="268873" y="786891"/>
            <a:chExt cx="8411576" cy="4132541"/>
          </a:xfrm>
        </p:grpSpPr>
        <p:sp>
          <p:nvSpPr>
            <p:cNvPr id="9" name="四角形: 角を丸くする 8">
              <a:extLst>
                <a:ext uri="{FF2B5EF4-FFF2-40B4-BE49-F238E27FC236}">
                  <a16:creationId xmlns:a16="http://schemas.microsoft.com/office/drawing/2014/main" id="{413CC4F7-BF53-445C-AAE4-BBF601C454C9}"/>
                </a:ext>
              </a:extLst>
            </p:cNvPr>
            <p:cNvSpPr/>
            <p:nvPr/>
          </p:nvSpPr>
          <p:spPr>
            <a:xfrm>
              <a:off x="463549" y="1006821"/>
              <a:ext cx="8216900" cy="3912611"/>
            </a:xfrm>
            <a:prstGeom prst="roundRect">
              <a:avLst>
                <a:gd name="adj" fmla="val 3458"/>
              </a:avLst>
            </a:prstGeom>
            <a:noFill/>
            <a:ln w="381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0" name="テキスト ボックス 9">
              <a:extLst>
                <a:ext uri="{FF2B5EF4-FFF2-40B4-BE49-F238E27FC236}">
                  <a16:creationId xmlns:a16="http://schemas.microsoft.com/office/drawing/2014/main" id="{6B025E05-2D18-4CF8-9B06-F6BE26821F8F}"/>
                </a:ext>
              </a:extLst>
            </p:cNvPr>
            <p:cNvSpPr txBox="1"/>
            <p:nvPr/>
          </p:nvSpPr>
          <p:spPr>
            <a:xfrm>
              <a:off x="615948" y="826258"/>
              <a:ext cx="2399472" cy="461733"/>
            </a:xfrm>
            <a:prstGeom prst="rect">
              <a:avLst/>
            </a:prstGeom>
            <a:solidFill>
              <a:schemeClr val="bg1">
                <a:lumMod val="95000"/>
              </a:schemeClr>
            </a:solidFill>
          </p:spPr>
          <p:txBody>
            <a:bodyPr wrap="square" rtlCol="0">
              <a:noAutofit/>
            </a:bodyPr>
            <a:lstStyle/>
            <a:p>
              <a:pPr algn="r"/>
              <a:r>
                <a:rPr kumimoji="1" lang="ja-JP" altLang="en-US" sz="1600" dirty="0">
                  <a:latin typeface="HGP創英角ﾎﾟｯﾌﾟ体" panose="040B0A00000000000000" pitchFamily="50" charset="-128"/>
                  <a:ea typeface="HGP創英角ﾎﾟｯﾌﾟ体" panose="040B0A00000000000000" pitchFamily="50" charset="-128"/>
                </a:rPr>
                <a:t>　　ワン！ </a:t>
              </a:r>
              <a:r>
                <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rPr>
                <a:t>ポイントコラム</a:t>
              </a:r>
            </a:p>
          </p:txBody>
        </p:sp>
        <p:pic>
          <p:nvPicPr>
            <p:cNvPr id="11" name="図 10">
              <a:extLst>
                <a:ext uri="{FF2B5EF4-FFF2-40B4-BE49-F238E27FC236}">
                  <a16:creationId xmlns:a16="http://schemas.microsoft.com/office/drawing/2014/main" id="{87CEC833-0F7C-4CAE-A571-BCF8AFCC4D40}"/>
                </a:ext>
              </a:extLst>
            </p:cNvPr>
            <p:cNvPicPr>
              <a:picLocks noChangeAspect="1"/>
            </p:cNvPicPr>
            <p:nvPr/>
          </p:nvPicPr>
          <p:blipFill>
            <a:blip r:embed="rId2"/>
            <a:stretch>
              <a:fillRect/>
            </a:stretch>
          </p:blipFill>
          <p:spPr>
            <a:xfrm>
              <a:off x="268873" y="805343"/>
              <a:ext cx="728929" cy="728929"/>
            </a:xfrm>
            <a:prstGeom prst="rect">
              <a:avLst/>
            </a:prstGeom>
          </p:spPr>
        </p:pic>
        <p:sp>
          <p:nvSpPr>
            <p:cNvPr id="12" name="吹き出し: 円形 11">
              <a:extLst>
                <a:ext uri="{FF2B5EF4-FFF2-40B4-BE49-F238E27FC236}">
                  <a16:creationId xmlns:a16="http://schemas.microsoft.com/office/drawing/2014/main" id="{2B83504C-F3AF-461C-A1C2-C3341BC5CB55}"/>
                </a:ext>
              </a:extLst>
            </p:cNvPr>
            <p:cNvSpPr/>
            <p:nvPr/>
          </p:nvSpPr>
          <p:spPr>
            <a:xfrm>
              <a:off x="993914" y="786891"/>
              <a:ext cx="630239" cy="446764"/>
            </a:xfrm>
            <a:prstGeom prst="wedgeEllipseCallout">
              <a:avLst>
                <a:gd name="adj1" fmla="val -45409"/>
                <a:gd name="adj2" fmla="val 32837"/>
              </a:avLst>
            </a:prstGeom>
            <a:noFill/>
            <a:ln/>
          </p:spPr>
          <p:style>
            <a:lnRef idx="2">
              <a:schemeClr val="accent6"/>
            </a:lnRef>
            <a:fillRef idx="1">
              <a:schemeClr val="lt1"/>
            </a:fillRef>
            <a:effectRef idx="0">
              <a:schemeClr val="accent6"/>
            </a:effectRef>
            <a:fontRef idx="minor">
              <a:schemeClr val="dk1"/>
            </a:fontRef>
          </p:style>
          <p:txBody>
            <a:bodyPr rtlCol="0" anchor="ctr"/>
            <a:lstStyle/>
            <a:p>
              <a:endParaRPr kumimoji="1" lang="ja-JP" altLang="en-US" sz="1600" dirty="0">
                <a:solidFill>
                  <a:schemeClr val="tx1"/>
                </a:solidFill>
                <a:latin typeface="HGP創英角ﾎﾟｯﾌﾟ体" panose="040B0A00000000000000" pitchFamily="50" charset="-128"/>
                <a:ea typeface="HGP創英角ﾎﾟｯﾌﾟ体" panose="040B0A00000000000000" pitchFamily="50" charset="-128"/>
              </a:endParaRPr>
            </a:p>
          </p:txBody>
        </p:sp>
      </p:grpSp>
    </p:spTree>
    <p:extLst>
      <p:ext uri="{BB962C8B-B14F-4D97-AF65-F5344CB8AC3E}">
        <p14:creationId xmlns:p14="http://schemas.microsoft.com/office/powerpoint/2010/main" val="23203003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E5226323-B6CC-4678-88A7-3EE54B258CB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A923D28-88E3-4EFC-A158-2674C621247B}"/>
              </a:ext>
            </a:extLst>
          </p:cNvPr>
          <p:cNvSpPr>
            <a:spLocks noGrp="1"/>
          </p:cNvSpPr>
          <p:nvPr>
            <p:ph type="ctrTitle"/>
          </p:nvPr>
        </p:nvSpPr>
        <p:spPr/>
        <p:txBody>
          <a:bodyPr/>
          <a:lstStyle/>
          <a:p>
            <a:r>
              <a:rPr lang="en-US" altLang="ja-JP" dirty="0" err="1"/>
              <a:t>戻り値に配列を使う</a:t>
            </a:r>
            <a:endParaRPr kumimoji="1" lang="ja-JP" altLang="en-US" dirty="0"/>
          </a:p>
        </p:txBody>
      </p:sp>
      <p:sp>
        <p:nvSpPr>
          <p:cNvPr id="4" name="スライド番号プレースホルダー 3">
            <a:extLst>
              <a:ext uri="{FF2B5EF4-FFF2-40B4-BE49-F238E27FC236}">
                <a16:creationId xmlns:a16="http://schemas.microsoft.com/office/drawing/2014/main" id="{20DC1D03-806B-456F-82E5-A01756671574}"/>
              </a:ext>
            </a:extLst>
          </p:cNvPr>
          <p:cNvSpPr>
            <a:spLocks noGrp="1"/>
          </p:cNvSpPr>
          <p:nvPr>
            <p:ph type="sldNum" sz="quarter" idx="4"/>
          </p:nvPr>
        </p:nvSpPr>
        <p:spPr/>
        <p:txBody>
          <a:bodyPr/>
          <a:lstStyle/>
          <a:p>
            <a:fld id="{00000000-1234-1234-1234-123412341234}" type="slidenum">
              <a:rPr lang="en" smtClean="0"/>
              <a:pPr/>
              <a:t>36</a:t>
            </a:fld>
            <a:endParaRPr lang="en" dirty="0"/>
          </a:p>
        </p:txBody>
      </p:sp>
      <p:sp>
        <p:nvSpPr>
          <p:cNvPr id="5" name="テキスト プレースホルダー 4">
            <a:extLst>
              <a:ext uri="{FF2B5EF4-FFF2-40B4-BE49-F238E27FC236}">
                <a16:creationId xmlns:a16="http://schemas.microsoft.com/office/drawing/2014/main" id="{54F4C3A0-31EF-4B1B-B93B-5E9953289E8E}"/>
              </a:ext>
            </a:extLst>
          </p:cNvPr>
          <p:cNvSpPr>
            <a:spLocks noGrp="1"/>
          </p:cNvSpPr>
          <p:nvPr>
            <p:ph type="body" sz="quarter" idx="14"/>
          </p:nvPr>
        </p:nvSpPr>
        <p:spPr>
          <a:xfrm>
            <a:off x="831468" y="1306056"/>
            <a:ext cx="8216900" cy="367329"/>
          </a:xfrm>
        </p:spPr>
        <p:txBody>
          <a:bodyPr/>
          <a:lstStyle/>
          <a:p>
            <a:pPr marL="96838" indent="0">
              <a:buNone/>
            </a:pPr>
            <a:r>
              <a:rPr kumimoji="1" lang="ja-JP" altLang="en-US" dirty="0"/>
              <a:t>戻り値に配列を使うこともできます。戻り値は</a:t>
            </a:r>
            <a:r>
              <a:rPr kumimoji="1" lang="en-US" altLang="ja-JP" dirty="0"/>
              <a:t>0</a:t>
            </a:r>
            <a:r>
              <a:rPr kumimoji="1" lang="ja-JP" altLang="en-US" dirty="0"/>
              <a:t>個か</a:t>
            </a:r>
            <a:r>
              <a:rPr kumimoji="1" lang="en-US" altLang="ja-JP" dirty="0"/>
              <a:t>1</a:t>
            </a:r>
            <a:r>
              <a:rPr kumimoji="1" lang="ja-JP" altLang="en-US" dirty="0"/>
              <a:t>個でしたが、</a:t>
            </a:r>
            <a:r>
              <a:rPr kumimoji="1" lang="en-US" altLang="ja-JP" dirty="0"/>
              <a:t>1</a:t>
            </a:r>
            <a:r>
              <a:rPr kumimoji="1" lang="ja-JP" altLang="en-US" dirty="0"/>
              <a:t>つの配列は</a:t>
            </a:r>
            <a:r>
              <a:rPr kumimoji="1" lang="en-US" altLang="ja-JP" dirty="0"/>
              <a:t>1</a:t>
            </a:r>
            <a:r>
              <a:rPr kumimoji="1" lang="ja-JP" altLang="en-US" dirty="0"/>
              <a:t>個と数えます。</a:t>
            </a:r>
          </a:p>
          <a:p>
            <a:pPr marL="96838" indent="0">
              <a:buNone/>
            </a:pPr>
            <a:endParaRPr kumimoji="1" lang="ja-JP" altLang="en-US" dirty="0"/>
          </a:p>
        </p:txBody>
      </p:sp>
      <p:sp>
        <p:nvSpPr>
          <p:cNvPr id="6" name="Google Shape;144;p19">
            <a:extLst>
              <a:ext uri="{FF2B5EF4-FFF2-40B4-BE49-F238E27FC236}">
                <a16:creationId xmlns:a16="http://schemas.microsoft.com/office/drawing/2014/main" id="{5FFE9DB3-4E7A-4281-B566-65635089E2F9}"/>
              </a:ext>
            </a:extLst>
          </p:cNvPr>
          <p:cNvSpPr/>
          <p:nvPr/>
        </p:nvSpPr>
        <p:spPr>
          <a:xfrm>
            <a:off x="1249680" y="1623880"/>
            <a:ext cx="6804660" cy="3222956"/>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cs typeface="MS Gothic"/>
                <a:sym typeface="MS Gothic"/>
              </a:rPr>
              <a:t>public class </a:t>
            </a:r>
            <a:r>
              <a:rPr lang="en-US" sz="1200" dirty="0" err="1">
                <a:solidFill>
                  <a:schemeClr val="dk1"/>
                </a:solidFill>
                <a:cs typeface="MS Gothic"/>
                <a:sym typeface="MS Gothic"/>
              </a:rPr>
              <a:t>ArrayReturnSample</a:t>
            </a:r>
            <a:r>
              <a:rPr lang="en-US" sz="1200" dirty="0">
                <a:solidFill>
                  <a:schemeClr val="dk1"/>
                </a:solidFill>
                <a:cs typeface="MS Gothic"/>
                <a:sym typeface="MS Gothic"/>
              </a:rPr>
              <a:t> {</a:t>
            </a:r>
            <a:br>
              <a:rPr lang="en-US" sz="1200" dirty="0">
                <a:solidFill>
                  <a:schemeClr val="dk1"/>
                </a:solidFill>
                <a:cs typeface="MS Gothic"/>
                <a:sym typeface="MS Gothic"/>
              </a:rPr>
            </a:br>
            <a:r>
              <a:rPr lang="en-US" sz="1200" dirty="0">
                <a:solidFill>
                  <a:schemeClr val="dk1"/>
                </a:solidFill>
                <a:cs typeface="MS Gothic"/>
                <a:sym typeface="MS Gothic"/>
              </a:rPr>
              <a:t>    public static void main(String[] args) {</a:t>
            </a:r>
            <a:br>
              <a:rPr lang="en-US" sz="1200" dirty="0">
                <a:solidFill>
                  <a:schemeClr val="dk1"/>
                </a:solidFill>
                <a:cs typeface="MS Gothic"/>
                <a:sym typeface="MS Gothic"/>
              </a:rPr>
            </a:br>
            <a:r>
              <a:rPr lang="en-US" sz="1200" dirty="0">
                <a:solidFill>
                  <a:schemeClr val="dk1"/>
                </a:solidFill>
                <a:cs typeface="MS Gothic"/>
                <a:sym typeface="MS Gothic"/>
              </a:rPr>
              <a:t>        </a:t>
            </a:r>
            <a:r>
              <a:rPr lang="en-US" sz="1200" b="1" dirty="0">
                <a:solidFill>
                  <a:schemeClr val="accent1"/>
                </a:solidFill>
                <a:cs typeface="MS Gothic"/>
                <a:sym typeface="MS Gothic"/>
              </a:rPr>
              <a:t>int[] </a:t>
            </a:r>
            <a:r>
              <a:rPr lang="en-US" sz="1200" dirty="0">
                <a:solidFill>
                  <a:schemeClr val="dk1"/>
                </a:solidFill>
                <a:cs typeface="MS Gothic"/>
                <a:sym typeface="MS Gothic"/>
              </a:rPr>
              <a:t>array = </a:t>
            </a:r>
            <a:r>
              <a:rPr lang="en-US" sz="1200" dirty="0" err="1">
                <a:solidFill>
                  <a:schemeClr val="dk1"/>
                </a:solidFill>
                <a:cs typeface="MS Gothic"/>
                <a:sym typeface="MS Gothic"/>
              </a:rPr>
              <a:t>makeFibonacci</a:t>
            </a:r>
            <a:r>
              <a:rPr lang="en-US" sz="1200" dirty="0">
                <a:solidFill>
                  <a:schemeClr val="dk1"/>
                </a:solidFill>
                <a:cs typeface="MS Gothic"/>
                <a:sym typeface="MS Gothic"/>
              </a:rPr>
              <a:t>(6);</a:t>
            </a:r>
            <a:br>
              <a:rPr lang="en-US" sz="1200" dirty="0">
                <a:solidFill>
                  <a:schemeClr val="dk1"/>
                </a:solidFill>
                <a:cs typeface="MS Gothic"/>
                <a:sym typeface="MS Gothic"/>
              </a:rPr>
            </a:br>
            <a:r>
              <a:rPr lang="en-US" sz="1200" dirty="0">
                <a:solidFill>
                  <a:schemeClr val="dk1"/>
                </a:solidFill>
                <a:cs typeface="MS Gothic"/>
                <a:sym typeface="MS Gothic"/>
              </a:rPr>
              <a:t>        for (int </a:t>
            </a:r>
            <a:r>
              <a:rPr lang="en-US" sz="1200" dirty="0" err="1">
                <a:solidFill>
                  <a:schemeClr val="dk1"/>
                </a:solidFill>
                <a:cs typeface="MS Gothic"/>
                <a:sym typeface="MS Gothic"/>
              </a:rPr>
              <a:t>i</a:t>
            </a:r>
            <a:r>
              <a:rPr lang="en-US" sz="1200" dirty="0">
                <a:solidFill>
                  <a:schemeClr val="dk1"/>
                </a:solidFill>
                <a:cs typeface="MS Gothic"/>
                <a:sym typeface="MS Gothic"/>
              </a:rPr>
              <a:t> = 0; </a:t>
            </a:r>
            <a:r>
              <a:rPr lang="en-US" sz="1200" dirty="0" err="1">
                <a:solidFill>
                  <a:schemeClr val="dk1"/>
                </a:solidFill>
                <a:cs typeface="MS Gothic"/>
                <a:sym typeface="MS Gothic"/>
              </a:rPr>
              <a:t>i</a:t>
            </a:r>
            <a:r>
              <a:rPr lang="en-US" sz="1200" dirty="0">
                <a:solidFill>
                  <a:schemeClr val="dk1"/>
                </a:solidFill>
                <a:cs typeface="MS Gothic"/>
                <a:sym typeface="MS Gothic"/>
              </a:rPr>
              <a:t> &lt; </a:t>
            </a:r>
            <a:r>
              <a:rPr lang="en-US" sz="1200" dirty="0" err="1">
                <a:solidFill>
                  <a:schemeClr val="dk1"/>
                </a:solidFill>
                <a:cs typeface="MS Gothic"/>
                <a:sym typeface="MS Gothic"/>
              </a:rPr>
              <a:t>array.length</a:t>
            </a:r>
            <a:r>
              <a:rPr lang="en-US" sz="1200" dirty="0">
                <a:solidFill>
                  <a:schemeClr val="dk1"/>
                </a:solidFill>
                <a:cs typeface="MS Gothic"/>
                <a:sym typeface="MS Gothic"/>
              </a:rPr>
              <a:t>; </a:t>
            </a:r>
            <a:r>
              <a:rPr lang="en-US" sz="1200" dirty="0" err="1">
                <a:solidFill>
                  <a:schemeClr val="dk1"/>
                </a:solidFill>
                <a:cs typeface="MS Gothic"/>
                <a:sym typeface="MS Gothic"/>
              </a:rPr>
              <a:t>i</a:t>
            </a:r>
            <a:r>
              <a:rPr lang="en-US" sz="1200" dirty="0">
                <a:solidFill>
                  <a:schemeClr val="dk1"/>
                </a:solidFill>
                <a:cs typeface="MS Gothic"/>
                <a:sym typeface="MS Gothic"/>
              </a:rPr>
              <a:t>++) {</a:t>
            </a:r>
            <a:br>
              <a:rPr lang="en-US" sz="1200" dirty="0">
                <a:solidFill>
                  <a:schemeClr val="dk1"/>
                </a:solidFill>
                <a:cs typeface="MS Gothic"/>
                <a:sym typeface="MS Gothic"/>
              </a:rPr>
            </a:br>
            <a:r>
              <a:rPr lang="en-US" sz="1200" dirty="0">
                <a:solidFill>
                  <a:schemeClr val="dk1"/>
                </a:solidFill>
                <a:cs typeface="MS Gothic"/>
                <a:sym typeface="MS Gothic"/>
              </a:rPr>
              <a:t>            </a:t>
            </a:r>
            <a:r>
              <a:rPr lang="en-US" sz="1200" dirty="0" err="1">
                <a:solidFill>
                  <a:schemeClr val="dk1"/>
                </a:solidFill>
                <a:cs typeface="MS Gothic"/>
                <a:sym typeface="MS Gothic"/>
              </a:rPr>
              <a:t>System.out.print</a:t>
            </a:r>
            <a:r>
              <a:rPr lang="en-US" sz="1200" dirty="0">
                <a:solidFill>
                  <a:schemeClr val="dk1"/>
                </a:solidFill>
                <a:cs typeface="MS Gothic"/>
                <a:sym typeface="MS Gothic"/>
              </a:rPr>
              <a:t>(array[</a:t>
            </a:r>
            <a:r>
              <a:rPr lang="en-US" sz="1200" dirty="0" err="1">
                <a:solidFill>
                  <a:schemeClr val="dk1"/>
                </a:solidFill>
                <a:cs typeface="MS Gothic"/>
                <a:sym typeface="MS Gothic"/>
              </a:rPr>
              <a:t>i</a:t>
            </a:r>
            <a:r>
              <a:rPr lang="en-US" sz="1200" dirty="0">
                <a:solidFill>
                  <a:schemeClr val="dk1"/>
                </a:solidFill>
                <a:cs typeface="MS Gothic"/>
                <a:sym typeface="MS Gothic"/>
              </a:rPr>
              <a:t>] + " ");</a:t>
            </a:r>
          </a:p>
          <a:p>
            <a:pPr marL="0" marR="0" lvl="0" indent="0" algn="l" rtl="0">
              <a:spcBef>
                <a:spcPts val="0"/>
              </a:spcBef>
              <a:spcAft>
                <a:spcPts val="0"/>
              </a:spcAft>
              <a:buNone/>
            </a:pPr>
            <a:r>
              <a:rPr lang="en-US" sz="1200" dirty="0">
                <a:solidFill>
                  <a:schemeClr val="dk1"/>
                </a:solidFill>
                <a:cs typeface="MS Gothic"/>
                <a:sym typeface="MS Gothic"/>
              </a:rPr>
              <a:t>        }</a:t>
            </a:r>
            <a:br>
              <a:rPr lang="en-US" sz="1200" dirty="0">
                <a:solidFill>
                  <a:schemeClr val="dk1"/>
                </a:solidFill>
                <a:cs typeface="MS Gothic"/>
                <a:sym typeface="MS Gothic"/>
              </a:rPr>
            </a:br>
            <a:r>
              <a:rPr lang="en-US" sz="1200" dirty="0">
                <a:solidFill>
                  <a:schemeClr val="dk1"/>
                </a:solidFill>
                <a:cs typeface="MS Gothic"/>
                <a:sym typeface="MS Gothic"/>
              </a:rPr>
              <a:t>    }</a:t>
            </a:r>
          </a:p>
          <a:p>
            <a:pPr marL="0" marR="0" lvl="0" indent="0" algn="l" rtl="0">
              <a:spcBef>
                <a:spcPts val="0"/>
              </a:spcBef>
              <a:spcAft>
                <a:spcPts val="0"/>
              </a:spcAft>
              <a:buNone/>
            </a:pPr>
            <a:r>
              <a:rPr lang="en-US" sz="1200" dirty="0">
                <a:solidFill>
                  <a:schemeClr val="dk1"/>
                </a:solidFill>
                <a:cs typeface="MS Gothic"/>
                <a:sym typeface="MS Gothic"/>
              </a:rPr>
              <a:t>    public static </a:t>
            </a:r>
            <a:r>
              <a:rPr lang="en-US" sz="1200" b="1" dirty="0">
                <a:solidFill>
                  <a:schemeClr val="accent1"/>
                </a:solidFill>
                <a:cs typeface="MS Gothic"/>
                <a:sym typeface="MS Gothic"/>
              </a:rPr>
              <a:t>int[] </a:t>
            </a:r>
            <a:r>
              <a:rPr lang="en-US" sz="1200" dirty="0" err="1">
                <a:solidFill>
                  <a:schemeClr val="dk1"/>
                </a:solidFill>
                <a:cs typeface="MS Gothic"/>
                <a:sym typeface="MS Gothic"/>
              </a:rPr>
              <a:t>makeFibonacci</a:t>
            </a:r>
            <a:r>
              <a:rPr lang="en-US" sz="1200" dirty="0">
                <a:solidFill>
                  <a:schemeClr val="dk1"/>
                </a:solidFill>
                <a:cs typeface="MS Gothic"/>
                <a:sym typeface="MS Gothic"/>
              </a:rPr>
              <a:t>(int size) {</a:t>
            </a:r>
            <a:br>
              <a:rPr lang="en-US" sz="1200" dirty="0">
                <a:solidFill>
                  <a:schemeClr val="dk1"/>
                </a:solidFill>
                <a:cs typeface="MS Gothic"/>
                <a:sym typeface="MS Gothic"/>
              </a:rPr>
            </a:br>
            <a:r>
              <a:rPr lang="en-US" sz="1200" dirty="0">
                <a:solidFill>
                  <a:schemeClr val="dk1"/>
                </a:solidFill>
                <a:cs typeface="MS Gothic"/>
                <a:sym typeface="MS Gothic"/>
              </a:rPr>
              <a:t>        </a:t>
            </a:r>
            <a:r>
              <a:rPr lang="en-US" sz="1200" b="1" dirty="0">
                <a:solidFill>
                  <a:schemeClr val="accent1"/>
                </a:solidFill>
                <a:cs typeface="MS Gothic"/>
                <a:sym typeface="MS Gothic"/>
              </a:rPr>
              <a:t>int[] </a:t>
            </a:r>
            <a:r>
              <a:rPr lang="en-US" sz="1200" b="1" dirty="0" err="1">
                <a:solidFill>
                  <a:schemeClr val="accent1"/>
                </a:solidFill>
                <a:cs typeface="MS Gothic"/>
                <a:sym typeface="MS Gothic"/>
              </a:rPr>
              <a:t>fibo</a:t>
            </a:r>
            <a:r>
              <a:rPr lang="en-US" sz="1200" b="1" dirty="0">
                <a:solidFill>
                  <a:schemeClr val="accent1"/>
                </a:solidFill>
                <a:cs typeface="MS Gothic"/>
                <a:sym typeface="MS Gothic"/>
              </a:rPr>
              <a:t> </a:t>
            </a:r>
            <a:r>
              <a:rPr lang="en-US" sz="1200" dirty="0">
                <a:solidFill>
                  <a:schemeClr val="dk1"/>
                </a:solidFill>
                <a:cs typeface="MS Gothic"/>
                <a:sym typeface="MS Gothic"/>
              </a:rPr>
              <a:t>= new int[size];</a:t>
            </a:r>
            <a:br>
              <a:rPr lang="en-US" sz="1200" dirty="0">
                <a:solidFill>
                  <a:schemeClr val="dk1"/>
                </a:solidFill>
                <a:cs typeface="MS Gothic"/>
                <a:sym typeface="MS Gothic"/>
              </a:rPr>
            </a:br>
            <a:r>
              <a:rPr lang="en-US" sz="1200" dirty="0">
                <a:solidFill>
                  <a:schemeClr val="dk1"/>
                </a:solidFill>
                <a:cs typeface="MS Gothic"/>
                <a:sym typeface="MS Gothic"/>
              </a:rPr>
              <a:t>        </a:t>
            </a:r>
            <a:r>
              <a:rPr lang="en-US" sz="1200" dirty="0" err="1">
                <a:solidFill>
                  <a:schemeClr val="dk1"/>
                </a:solidFill>
                <a:cs typeface="MS Gothic"/>
                <a:sym typeface="MS Gothic"/>
              </a:rPr>
              <a:t>fibo</a:t>
            </a:r>
            <a:r>
              <a:rPr lang="en-US" sz="1200" dirty="0">
                <a:solidFill>
                  <a:schemeClr val="dk1"/>
                </a:solidFill>
                <a:cs typeface="MS Gothic"/>
                <a:sym typeface="MS Gothic"/>
              </a:rPr>
              <a:t>[0] = 0; </a:t>
            </a:r>
            <a:br>
              <a:rPr lang="en-US" sz="1200" dirty="0">
                <a:solidFill>
                  <a:schemeClr val="dk1"/>
                </a:solidFill>
                <a:cs typeface="MS Gothic"/>
                <a:sym typeface="MS Gothic"/>
              </a:rPr>
            </a:br>
            <a:r>
              <a:rPr lang="en-US" sz="1200" dirty="0">
                <a:solidFill>
                  <a:schemeClr val="dk1"/>
                </a:solidFill>
                <a:cs typeface="MS Gothic"/>
                <a:sym typeface="MS Gothic"/>
              </a:rPr>
              <a:t>        </a:t>
            </a:r>
            <a:r>
              <a:rPr lang="en-US" sz="1200" dirty="0" err="1">
                <a:solidFill>
                  <a:schemeClr val="dk1"/>
                </a:solidFill>
                <a:cs typeface="MS Gothic"/>
                <a:sym typeface="MS Gothic"/>
              </a:rPr>
              <a:t>fibo</a:t>
            </a:r>
            <a:r>
              <a:rPr lang="en-US" sz="1200" dirty="0">
                <a:solidFill>
                  <a:schemeClr val="dk1"/>
                </a:solidFill>
                <a:cs typeface="MS Gothic"/>
                <a:sym typeface="MS Gothic"/>
              </a:rPr>
              <a:t>[1] = 1;</a:t>
            </a:r>
            <a:br>
              <a:rPr lang="en-US" sz="1200" dirty="0">
                <a:solidFill>
                  <a:schemeClr val="dk1"/>
                </a:solidFill>
                <a:cs typeface="MS Gothic"/>
                <a:sym typeface="MS Gothic"/>
              </a:rPr>
            </a:br>
            <a:r>
              <a:rPr lang="en-US" sz="1200" dirty="0">
                <a:solidFill>
                  <a:schemeClr val="dk1"/>
                </a:solidFill>
                <a:cs typeface="MS Gothic"/>
                <a:sym typeface="MS Gothic"/>
              </a:rPr>
              <a:t>        for (int </a:t>
            </a:r>
            <a:r>
              <a:rPr lang="en-US" sz="1200" dirty="0" err="1">
                <a:solidFill>
                  <a:schemeClr val="dk1"/>
                </a:solidFill>
                <a:cs typeface="MS Gothic"/>
                <a:sym typeface="MS Gothic"/>
              </a:rPr>
              <a:t>i</a:t>
            </a:r>
            <a:r>
              <a:rPr lang="en-US" sz="1200" dirty="0">
                <a:solidFill>
                  <a:schemeClr val="dk1"/>
                </a:solidFill>
                <a:cs typeface="MS Gothic"/>
                <a:sym typeface="MS Gothic"/>
              </a:rPr>
              <a:t> = 2; </a:t>
            </a:r>
            <a:r>
              <a:rPr lang="en-US" sz="1200" dirty="0" err="1">
                <a:solidFill>
                  <a:schemeClr val="dk1"/>
                </a:solidFill>
                <a:cs typeface="MS Gothic"/>
                <a:sym typeface="MS Gothic"/>
              </a:rPr>
              <a:t>i</a:t>
            </a:r>
            <a:r>
              <a:rPr lang="en-US" sz="1200" dirty="0">
                <a:solidFill>
                  <a:schemeClr val="dk1"/>
                </a:solidFill>
                <a:cs typeface="MS Gothic"/>
                <a:sym typeface="MS Gothic"/>
              </a:rPr>
              <a:t> &lt; size; </a:t>
            </a:r>
            <a:r>
              <a:rPr lang="en-US" sz="1200" dirty="0" err="1">
                <a:solidFill>
                  <a:schemeClr val="dk1"/>
                </a:solidFill>
                <a:cs typeface="MS Gothic"/>
                <a:sym typeface="MS Gothic"/>
              </a:rPr>
              <a:t>i</a:t>
            </a:r>
            <a:r>
              <a:rPr lang="en-US" sz="1200" dirty="0">
                <a:solidFill>
                  <a:schemeClr val="dk1"/>
                </a:solidFill>
                <a:cs typeface="MS Gothic"/>
                <a:sym typeface="MS Gothic"/>
              </a:rPr>
              <a:t>++) {</a:t>
            </a:r>
            <a:br>
              <a:rPr lang="en-US" sz="1200" dirty="0">
                <a:solidFill>
                  <a:schemeClr val="dk1"/>
                </a:solidFill>
                <a:cs typeface="MS Gothic"/>
                <a:sym typeface="MS Gothic"/>
              </a:rPr>
            </a:br>
            <a:r>
              <a:rPr lang="en-US" sz="1200" dirty="0">
                <a:solidFill>
                  <a:schemeClr val="dk1"/>
                </a:solidFill>
                <a:cs typeface="MS Gothic"/>
                <a:sym typeface="MS Gothic"/>
              </a:rPr>
              <a:t>            </a:t>
            </a:r>
            <a:r>
              <a:rPr lang="en-US" sz="1200" dirty="0" err="1">
                <a:solidFill>
                  <a:schemeClr val="dk1"/>
                </a:solidFill>
                <a:cs typeface="MS Gothic"/>
                <a:sym typeface="MS Gothic"/>
              </a:rPr>
              <a:t>fibo</a:t>
            </a:r>
            <a:r>
              <a:rPr lang="en-US" sz="1200" dirty="0">
                <a:solidFill>
                  <a:schemeClr val="dk1"/>
                </a:solidFill>
                <a:cs typeface="MS Gothic"/>
                <a:sym typeface="MS Gothic"/>
              </a:rPr>
              <a:t>[</a:t>
            </a:r>
            <a:r>
              <a:rPr lang="en-US" sz="1200" dirty="0" err="1">
                <a:solidFill>
                  <a:schemeClr val="dk1"/>
                </a:solidFill>
                <a:cs typeface="MS Gothic"/>
                <a:sym typeface="MS Gothic"/>
              </a:rPr>
              <a:t>i</a:t>
            </a:r>
            <a:r>
              <a:rPr lang="en-US" sz="1200" dirty="0">
                <a:solidFill>
                  <a:schemeClr val="dk1"/>
                </a:solidFill>
                <a:cs typeface="MS Gothic"/>
                <a:sym typeface="MS Gothic"/>
              </a:rPr>
              <a:t>] = </a:t>
            </a:r>
            <a:r>
              <a:rPr lang="en-US" sz="1200" dirty="0" err="1">
                <a:solidFill>
                  <a:schemeClr val="dk1"/>
                </a:solidFill>
                <a:cs typeface="MS Gothic"/>
                <a:sym typeface="MS Gothic"/>
              </a:rPr>
              <a:t>fibo</a:t>
            </a:r>
            <a:r>
              <a:rPr lang="en-US" sz="1200" dirty="0">
                <a:solidFill>
                  <a:schemeClr val="dk1"/>
                </a:solidFill>
                <a:cs typeface="MS Gothic"/>
                <a:sym typeface="MS Gothic"/>
              </a:rPr>
              <a:t>[</a:t>
            </a:r>
            <a:r>
              <a:rPr lang="en-US" sz="1200" dirty="0" err="1">
                <a:solidFill>
                  <a:schemeClr val="dk1"/>
                </a:solidFill>
                <a:cs typeface="MS Gothic"/>
                <a:sym typeface="MS Gothic"/>
              </a:rPr>
              <a:t>i</a:t>
            </a:r>
            <a:r>
              <a:rPr lang="en-US" sz="1200" dirty="0">
                <a:solidFill>
                  <a:schemeClr val="dk1"/>
                </a:solidFill>
                <a:cs typeface="MS Gothic"/>
                <a:sym typeface="MS Gothic"/>
              </a:rPr>
              <a:t> – 2] + </a:t>
            </a:r>
            <a:r>
              <a:rPr lang="en-US" sz="1200" dirty="0" err="1">
                <a:solidFill>
                  <a:schemeClr val="dk1"/>
                </a:solidFill>
                <a:cs typeface="MS Gothic"/>
                <a:sym typeface="MS Gothic"/>
              </a:rPr>
              <a:t>fibo</a:t>
            </a:r>
            <a:r>
              <a:rPr lang="en-US" sz="1200" dirty="0">
                <a:solidFill>
                  <a:schemeClr val="dk1"/>
                </a:solidFill>
                <a:cs typeface="MS Gothic"/>
                <a:sym typeface="MS Gothic"/>
              </a:rPr>
              <a:t>[</a:t>
            </a:r>
            <a:r>
              <a:rPr lang="en-US" sz="1200" dirty="0" err="1">
                <a:solidFill>
                  <a:schemeClr val="dk1"/>
                </a:solidFill>
                <a:cs typeface="MS Gothic"/>
                <a:sym typeface="MS Gothic"/>
              </a:rPr>
              <a:t>i</a:t>
            </a:r>
            <a:r>
              <a:rPr lang="en-US" sz="1200" dirty="0">
                <a:solidFill>
                  <a:schemeClr val="dk1"/>
                </a:solidFill>
                <a:cs typeface="MS Gothic"/>
                <a:sym typeface="MS Gothic"/>
              </a:rPr>
              <a:t> – 1];</a:t>
            </a:r>
            <a:br>
              <a:rPr lang="en-US" sz="1200" dirty="0">
                <a:solidFill>
                  <a:schemeClr val="dk1"/>
                </a:solidFill>
                <a:cs typeface="MS Gothic"/>
                <a:sym typeface="MS Gothic"/>
              </a:rPr>
            </a:br>
            <a:r>
              <a:rPr lang="en-US" sz="1200" dirty="0">
                <a:solidFill>
                  <a:schemeClr val="dk1"/>
                </a:solidFill>
                <a:cs typeface="MS Gothic"/>
                <a:sym typeface="MS Gothic"/>
              </a:rPr>
              <a:t>        }</a:t>
            </a:r>
            <a:br>
              <a:rPr lang="en-US" sz="1200" dirty="0">
                <a:solidFill>
                  <a:schemeClr val="dk1"/>
                </a:solidFill>
                <a:cs typeface="MS Gothic"/>
                <a:sym typeface="MS Gothic"/>
              </a:rPr>
            </a:br>
            <a:r>
              <a:rPr lang="en-US" sz="1200" dirty="0">
                <a:solidFill>
                  <a:schemeClr val="dk1"/>
                </a:solidFill>
                <a:cs typeface="MS Gothic"/>
                <a:sym typeface="MS Gothic"/>
              </a:rPr>
              <a:t>        return </a:t>
            </a:r>
            <a:r>
              <a:rPr lang="en-US" sz="1200" b="1" dirty="0" err="1">
                <a:solidFill>
                  <a:schemeClr val="accent1"/>
                </a:solidFill>
                <a:cs typeface="MS Gothic"/>
                <a:sym typeface="MS Gothic"/>
              </a:rPr>
              <a:t>fibo</a:t>
            </a:r>
            <a:r>
              <a:rPr lang="en-US" sz="1200" dirty="0">
                <a:solidFill>
                  <a:schemeClr val="dk1"/>
                </a:solidFill>
                <a:cs typeface="MS Gothic"/>
                <a:sym typeface="MS Gothic"/>
              </a:rPr>
              <a:t>;</a:t>
            </a:r>
            <a:br>
              <a:rPr lang="en-US" sz="1200" dirty="0">
                <a:solidFill>
                  <a:schemeClr val="dk1"/>
                </a:solidFill>
                <a:cs typeface="MS Gothic"/>
                <a:sym typeface="MS Gothic"/>
              </a:rPr>
            </a:br>
            <a:r>
              <a:rPr lang="en-US" sz="1200" dirty="0">
                <a:solidFill>
                  <a:schemeClr val="dk1"/>
                </a:solidFill>
                <a:cs typeface="MS Gothic"/>
                <a:sym typeface="MS Gothic"/>
              </a:rPr>
              <a:t>    }</a:t>
            </a:r>
            <a:br>
              <a:rPr lang="en-US" sz="1200" dirty="0">
                <a:solidFill>
                  <a:schemeClr val="dk1"/>
                </a:solidFill>
                <a:cs typeface="MS Gothic"/>
                <a:sym typeface="MS Gothic"/>
              </a:rPr>
            </a:br>
            <a:r>
              <a:rPr lang="en-US" sz="1200" dirty="0">
                <a:solidFill>
                  <a:schemeClr val="dk1"/>
                </a:solidFill>
                <a:cs typeface="MS Gothic"/>
                <a:sym typeface="MS Gothic"/>
              </a:rPr>
              <a:t>}</a:t>
            </a:r>
          </a:p>
        </p:txBody>
      </p:sp>
      <p:grpSp>
        <p:nvGrpSpPr>
          <p:cNvPr id="8" name="グループ化 7">
            <a:extLst>
              <a:ext uri="{FF2B5EF4-FFF2-40B4-BE49-F238E27FC236}">
                <a16:creationId xmlns:a16="http://schemas.microsoft.com/office/drawing/2014/main" id="{402A8587-F80B-4D37-A3C8-668E78D067FA}"/>
              </a:ext>
            </a:extLst>
          </p:cNvPr>
          <p:cNvGrpSpPr/>
          <p:nvPr/>
        </p:nvGrpSpPr>
        <p:grpSpPr>
          <a:xfrm>
            <a:off x="268873" y="786891"/>
            <a:ext cx="8411576" cy="4075185"/>
            <a:chOff x="268873" y="786891"/>
            <a:chExt cx="8411576" cy="4132541"/>
          </a:xfrm>
        </p:grpSpPr>
        <p:sp>
          <p:nvSpPr>
            <p:cNvPr id="9" name="四角形: 角を丸くする 8">
              <a:extLst>
                <a:ext uri="{FF2B5EF4-FFF2-40B4-BE49-F238E27FC236}">
                  <a16:creationId xmlns:a16="http://schemas.microsoft.com/office/drawing/2014/main" id="{445458B6-9FF4-4555-BDB9-805FE5786492}"/>
                </a:ext>
              </a:extLst>
            </p:cNvPr>
            <p:cNvSpPr/>
            <p:nvPr/>
          </p:nvSpPr>
          <p:spPr>
            <a:xfrm>
              <a:off x="463549" y="1006821"/>
              <a:ext cx="8216900" cy="3912611"/>
            </a:xfrm>
            <a:prstGeom prst="roundRect">
              <a:avLst>
                <a:gd name="adj" fmla="val 3458"/>
              </a:avLst>
            </a:prstGeom>
            <a:noFill/>
            <a:ln w="381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0" name="テキスト ボックス 9">
              <a:extLst>
                <a:ext uri="{FF2B5EF4-FFF2-40B4-BE49-F238E27FC236}">
                  <a16:creationId xmlns:a16="http://schemas.microsoft.com/office/drawing/2014/main" id="{BC542813-1238-43A5-96A7-81A21B44FE4C}"/>
                </a:ext>
              </a:extLst>
            </p:cNvPr>
            <p:cNvSpPr txBox="1"/>
            <p:nvPr/>
          </p:nvSpPr>
          <p:spPr>
            <a:xfrm>
              <a:off x="615948" y="826258"/>
              <a:ext cx="2399472" cy="461733"/>
            </a:xfrm>
            <a:prstGeom prst="rect">
              <a:avLst/>
            </a:prstGeom>
            <a:solidFill>
              <a:schemeClr val="bg1">
                <a:lumMod val="95000"/>
              </a:schemeClr>
            </a:solidFill>
          </p:spPr>
          <p:txBody>
            <a:bodyPr wrap="square" rtlCol="0">
              <a:noAutofit/>
            </a:bodyPr>
            <a:lstStyle/>
            <a:p>
              <a:pPr algn="r"/>
              <a:r>
                <a:rPr kumimoji="1" lang="ja-JP" altLang="en-US" sz="1600" dirty="0">
                  <a:latin typeface="HGP創英角ﾎﾟｯﾌﾟ体" panose="040B0A00000000000000" pitchFamily="50" charset="-128"/>
                  <a:ea typeface="HGP創英角ﾎﾟｯﾌﾟ体" panose="040B0A00000000000000" pitchFamily="50" charset="-128"/>
                </a:rPr>
                <a:t>　　ワン！ </a:t>
              </a:r>
              <a:r>
                <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rPr>
                <a:t>ポイントコラム</a:t>
              </a:r>
            </a:p>
          </p:txBody>
        </p:sp>
        <p:pic>
          <p:nvPicPr>
            <p:cNvPr id="11" name="図 10">
              <a:extLst>
                <a:ext uri="{FF2B5EF4-FFF2-40B4-BE49-F238E27FC236}">
                  <a16:creationId xmlns:a16="http://schemas.microsoft.com/office/drawing/2014/main" id="{FB57B8DB-012A-4C22-AF43-9518A1BD40EC}"/>
                </a:ext>
              </a:extLst>
            </p:cNvPr>
            <p:cNvPicPr>
              <a:picLocks noChangeAspect="1"/>
            </p:cNvPicPr>
            <p:nvPr/>
          </p:nvPicPr>
          <p:blipFill>
            <a:blip r:embed="rId2"/>
            <a:stretch>
              <a:fillRect/>
            </a:stretch>
          </p:blipFill>
          <p:spPr>
            <a:xfrm>
              <a:off x="268873" y="805343"/>
              <a:ext cx="728929" cy="728929"/>
            </a:xfrm>
            <a:prstGeom prst="rect">
              <a:avLst/>
            </a:prstGeom>
          </p:spPr>
        </p:pic>
        <p:sp>
          <p:nvSpPr>
            <p:cNvPr id="12" name="吹き出し: 円形 11">
              <a:extLst>
                <a:ext uri="{FF2B5EF4-FFF2-40B4-BE49-F238E27FC236}">
                  <a16:creationId xmlns:a16="http://schemas.microsoft.com/office/drawing/2014/main" id="{B4FFB403-7FB2-4956-8012-8AD357F388E4}"/>
                </a:ext>
              </a:extLst>
            </p:cNvPr>
            <p:cNvSpPr/>
            <p:nvPr/>
          </p:nvSpPr>
          <p:spPr>
            <a:xfrm>
              <a:off x="993914" y="786891"/>
              <a:ext cx="630239" cy="446764"/>
            </a:xfrm>
            <a:prstGeom prst="wedgeEllipseCallout">
              <a:avLst>
                <a:gd name="adj1" fmla="val -45409"/>
                <a:gd name="adj2" fmla="val 32837"/>
              </a:avLst>
            </a:prstGeom>
            <a:noFill/>
            <a:ln/>
          </p:spPr>
          <p:style>
            <a:lnRef idx="2">
              <a:schemeClr val="accent6"/>
            </a:lnRef>
            <a:fillRef idx="1">
              <a:schemeClr val="lt1"/>
            </a:fillRef>
            <a:effectRef idx="0">
              <a:schemeClr val="accent6"/>
            </a:effectRef>
            <a:fontRef idx="minor">
              <a:schemeClr val="dk1"/>
            </a:fontRef>
          </p:style>
          <p:txBody>
            <a:bodyPr rtlCol="0" anchor="ctr"/>
            <a:lstStyle/>
            <a:p>
              <a:endParaRPr kumimoji="1" lang="ja-JP" altLang="en-US" sz="1600" dirty="0">
                <a:solidFill>
                  <a:schemeClr val="tx1"/>
                </a:solidFill>
                <a:latin typeface="HGP創英角ﾎﾟｯﾌﾟ体" panose="040B0A00000000000000" pitchFamily="50" charset="-128"/>
                <a:ea typeface="HGP創英角ﾎﾟｯﾌﾟ体" panose="040B0A00000000000000" pitchFamily="50" charset="-128"/>
              </a:endParaRPr>
            </a:p>
          </p:txBody>
        </p:sp>
      </p:grpSp>
    </p:spTree>
    <p:extLst>
      <p:ext uri="{BB962C8B-B14F-4D97-AF65-F5344CB8AC3E}">
        <p14:creationId xmlns:p14="http://schemas.microsoft.com/office/powerpoint/2010/main" val="10377753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602FDB7-C30C-4563-96B9-B6D98A234E30}"/>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A2691B91-019E-4260-AAD2-8EB61D034CB2}"/>
              </a:ext>
            </a:extLst>
          </p:cNvPr>
          <p:cNvSpPr>
            <a:spLocks noGrp="1"/>
          </p:cNvSpPr>
          <p:nvPr>
            <p:ph type="ctrTitle"/>
          </p:nvPr>
        </p:nvSpPr>
        <p:spPr/>
        <p:txBody>
          <a:bodyPr/>
          <a:lstStyle/>
          <a:p>
            <a:r>
              <a:rPr lang="en-US" altLang="ja-JP" dirty="0" err="1"/>
              <a:t>コマンドライン引数</a:t>
            </a:r>
            <a:endParaRPr kumimoji="1" lang="ja-JP" altLang="en-US" dirty="0"/>
          </a:p>
        </p:txBody>
      </p:sp>
      <p:sp>
        <p:nvSpPr>
          <p:cNvPr id="4" name="スライド番号プレースホルダー 3">
            <a:extLst>
              <a:ext uri="{FF2B5EF4-FFF2-40B4-BE49-F238E27FC236}">
                <a16:creationId xmlns:a16="http://schemas.microsoft.com/office/drawing/2014/main" id="{009C60A3-BC53-4F75-A038-1595BC9EC002}"/>
              </a:ext>
            </a:extLst>
          </p:cNvPr>
          <p:cNvSpPr>
            <a:spLocks noGrp="1"/>
          </p:cNvSpPr>
          <p:nvPr>
            <p:ph type="sldNum" sz="quarter" idx="4"/>
          </p:nvPr>
        </p:nvSpPr>
        <p:spPr/>
        <p:txBody>
          <a:bodyPr/>
          <a:lstStyle/>
          <a:p>
            <a:fld id="{00000000-1234-1234-1234-123412341234}" type="slidenum">
              <a:rPr lang="en" smtClean="0"/>
              <a:pPr/>
              <a:t>37</a:t>
            </a:fld>
            <a:endParaRPr lang="en" dirty="0"/>
          </a:p>
        </p:txBody>
      </p:sp>
      <p:sp>
        <p:nvSpPr>
          <p:cNvPr id="5" name="テキスト プレースホルダー 4">
            <a:extLst>
              <a:ext uri="{FF2B5EF4-FFF2-40B4-BE49-F238E27FC236}">
                <a16:creationId xmlns:a16="http://schemas.microsoft.com/office/drawing/2014/main" id="{3854E8B5-F33D-449E-83B5-1E679A12C92C}"/>
              </a:ext>
            </a:extLst>
          </p:cNvPr>
          <p:cNvSpPr>
            <a:spLocks noGrp="1"/>
          </p:cNvSpPr>
          <p:nvPr>
            <p:ph type="body" sz="quarter" idx="14"/>
          </p:nvPr>
        </p:nvSpPr>
        <p:spPr>
          <a:xfrm>
            <a:off x="463549" y="2932922"/>
            <a:ext cx="8216900" cy="1925105"/>
          </a:xfrm>
        </p:spPr>
        <p:txBody>
          <a:bodyPr/>
          <a:lstStyle/>
          <a:p>
            <a:pPr marL="452438" lvl="1" indent="0">
              <a:buNone/>
            </a:pPr>
            <a:r>
              <a:rPr kumimoji="1" lang="ja-JP" altLang="en-US" b="1" dirty="0"/>
              <a:t>上記のように、</a:t>
            </a:r>
            <a:r>
              <a:rPr kumimoji="1" lang="en-US" altLang="ja-JP" b="1" dirty="0"/>
              <a:t>main</a:t>
            </a:r>
            <a:r>
              <a:rPr kumimoji="1" lang="ja-JP" altLang="en-US" b="1" dirty="0"/>
              <a:t>メソッドでも引数を使用することができます。</a:t>
            </a:r>
            <a:endParaRPr kumimoji="1" lang="en-US" altLang="ja-JP" b="1" dirty="0"/>
          </a:p>
          <a:p>
            <a:pPr marL="452438" lvl="1" indent="0">
              <a:buNone/>
            </a:pPr>
            <a:r>
              <a:rPr lang="ja-JP" altLang="en-US" b="1" dirty="0"/>
              <a:t>実行時のコマンドを以下のようにしてください。</a:t>
            </a:r>
            <a:endParaRPr kumimoji="1" lang="en-US" altLang="ja-JP" b="1" dirty="0"/>
          </a:p>
          <a:p>
            <a:pPr marL="452438" lvl="1" indent="0">
              <a:buNone/>
            </a:pPr>
            <a:r>
              <a:rPr kumimoji="1" lang="en-US" altLang="ja-JP" b="1" dirty="0">
                <a:solidFill>
                  <a:schemeClr val="accent1"/>
                </a:solidFill>
              </a:rPr>
              <a:t>java </a:t>
            </a:r>
            <a:r>
              <a:rPr kumimoji="1" lang="en-US" altLang="ja-JP" b="1" dirty="0" err="1">
                <a:solidFill>
                  <a:schemeClr val="accent1"/>
                </a:solidFill>
              </a:rPr>
              <a:t>ComlineSample</a:t>
            </a:r>
            <a:r>
              <a:rPr kumimoji="1" lang="en-US" altLang="ja-JP" b="1" dirty="0">
                <a:solidFill>
                  <a:schemeClr val="accent1"/>
                </a:solidFill>
              </a:rPr>
              <a:t>  </a:t>
            </a:r>
            <a:r>
              <a:rPr kumimoji="1" lang="ja-JP" altLang="en-US" b="1" dirty="0">
                <a:solidFill>
                  <a:schemeClr val="accent1"/>
                </a:solidFill>
              </a:rPr>
              <a:t>おはよう  こんにちは  こんばんは</a:t>
            </a:r>
            <a:endParaRPr kumimoji="1" lang="en-US" altLang="ja-JP" b="1" dirty="0">
              <a:solidFill>
                <a:schemeClr val="accent1"/>
              </a:solidFill>
            </a:endParaRPr>
          </a:p>
          <a:p>
            <a:pPr marL="452438" lvl="1" indent="0">
              <a:buNone/>
            </a:pPr>
            <a:r>
              <a:rPr kumimoji="1" lang="ja-JP" altLang="en-US" b="1" dirty="0"/>
              <a:t>すると実行結果は順番に「おはよう」「こんにちは」「こんばんは」が表示されました。</a:t>
            </a:r>
            <a:endParaRPr kumimoji="1" lang="en-US" altLang="ja-JP" b="1" dirty="0"/>
          </a:p>
          <a:p>
            <a:pPr marL="452438" lvl="1" indent="0">
              <a:buNone/>
            </a:pPr>
            <a:r>
              <a:rPr lang="en-US" altLang="ja-JP" b="1" dirty="0"/>
              <a:t>m</a:t>
            </a:r>
            <a:r>
              <a:rPr kumimoji="1" lang="en-US" altLang="ja-JP" b="1" dirty="0"/>
              <a:t>ain</a:t>
            </a:r>
            <a:r>
              <a:rPr kumimoji="1" lang="ja-JP" altLang="en-US" b="1" dirty="0"/>
              <a:t>メソッド</a:t>
            </a:r>
            <a:r>
              <a:rPr lang="ja-JP" altLang="en-US" b="1" dirty="0"/>
              <a:t>の引数はコマンドライン引数と呼ばれ、下記のように使用することができます。</a:t>
            </a:r>
            <a:endParaRPr kumimoji="1" lang="ja-JP" altLang="en-US" b="1" dirty="0"/>
          </a:p>
          <a:p>
            <a:pPr marL="452438" lvl="1" indent="0">
              <a:buNone/>
            </a:pPr>
            <a:r>
              <a:rPr kumimoji="1" lang="ja-JP" altLang="en-US" b="1" dirty="0"/>
              <a:t>実行方法：</a:t>
            </a:r>
          </a:p>
          <a:p>
            <a:pPr marL="817563" lvl="2" indent="0">
              <a:buNone/>
            </a:pPr>
            <a:r>
              <a:rPr kumimoji="1" lang="en-US" altLang="ja-JP" b="1" dirty="0">
                <a:solidFill>
                  <a:schemeClr val="tx2"/>
                </a:solidFill>
              </a:rPr>
              <a:t>java </a:t>
            </a:r>
            <a:r>
              <a:rPr kumimoji="1" lang="ja-JP" altLang="en-US" b="1" dirty="0">
                <a:solidFill>
                  <a:schemeClr val="tx2"/>
                </a:solidFill>
              </a:rPr>
              <a:t>プログラム名  引数リスト　　←引数リストは半角スペースで区切る</a:t>
            </a:r>
            <a:endParaRPr kumimoji="1" lang="ja-JP" altLang="en-US" dirty="0"/>
          </a:p>
        </p:txBody>
      </p:sp>
      <p:grpSp>
        <p:nvGrpSpPr>
          <p:cNvPr id="6" name="グループ化 5">
            <a:extLst>
              <a:ext uri="{FF2B5EF4-FFF2-40B4-BE49-F238E27FC236}">
                <a16:creationId xmlns:a16="http://schemas.microsoft.com/office/drawing/2014/main" id="{74F7CB1D-7457-4420-B7D1-5D9D20169AAF}"/>
              </a:ext>
            </a:extLst>
          </p:cNvPr>
          <p:cNvGrpSpPr/>
          <p:nvPr/>
        </p:nvGrpSpPr>
        <p:grpSpPr>
          <a:xfrm>
            <a:off x="268873" y="786891"/>
            <a:ext cx="8411576" cy="4075185"/>
            <a:chOff x="268873" y="786891"/>
            <a:chExt cx="8411576" cy="4132541"/>
          </a:xfrm>
        </p:grpSpPr>
        <p:sp>
          <p:nvSpPr>
            <p:cNvPr id="7" name="四角形: 角を丸くする 6">
              <a:extLst>
                <a:ext uri="{FF2B5EF4-FFF2-40B4-BE49-F238E27FC236}">
                  <a16:creationId xmlns:a16="http://schemas.microsoft.com/office/drawing/2014/main" id="{8173AA17-4759-4446-AFC3-9A6885C35F8E}"/>
                </a:ext>
              </a:extLst>
            </p:cNvPr>
            <p:cNvSpPr/>
            <p:nvPr/>
          </p:nvSpPr>
          <p:spPr>
            <a:xfrm>
              <a:off x="463549" y="1006821"/>
              <a:ext cx="8216900" cy="3912611"/>
            </a:xfrm>
            <a:prstGeom prst="roundRect">
              <a:avLst>
                <a:gd name="adj" fmla="val 3458"/>
              </a:avLst>
            </a:prstGeom>
            <a:noFill/>
            <a:ln w="381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8" name="テキスト ボックス 7">
              <a:extLst>
                <a:ext uri="{FF2B5EF4-FFF2-40B4-BE49-F238E27FC236}">
                  <a16:creationId xmlns:a16="http://schemas.microsoft.com/office/drawing/2014/main" id="{54ED2593-17F9-416B-AC5B-37205CAE7A52}"/>
                </a:ext>
              </a:extLst>
            </p:cNvPr>
            <p:cNvSpPr txBox="1"/>
            <p:nvPr/>
          </p:nvSpPr>
          <p:spPr>
            <a:xfrm>
              <a:off x="615948" y="826258"/>
              <a:ext cx="2399472" cy="461733"/>
            </a:xfrm>
            <a:prstGeom prst="rect">
              <a:avLst/>
            </a:prstGeom>
            <a:solidFill>
              <a:schemeClr val="bg1">
                <a:lumMod val="95000"/>
              </a:schemeClr>
            </a:solidFill>
          </p:spPr>
          <p:txBody>
            <a:bodyPr wrap="square" rtlCol="0">
              <a:noAutofit/>
            </a:bodyPr>
            <a:lstStyle/>
            <a:p>
              <a:pPr algn="r"/>
              <a:r>
                <a:rPr kumimoji="1" lang="ja-JP" altLang="en-US" sz="1600" dirty="0">
                  <a:latin typeface="HGP創英角ﾎﾟｯﾌﾟ体" panose="040B0A00000000000000" pitchFamily="50" charset="-128"/>
                  <a:ea typeface="HGP創英角ﾎﾟｯﾌﾟ体" panose="040B0A00000000000000" pitchFamily="50" charset="-128"/>
                </a:rPr>
                <a:t>　　ワン！ </a:t>
              </a:r>
              <a:r>
                <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rPr>
                <a:t>ポイントコラム</a:t>
              </a:r>
            </a:p>
          </p:txBody>
        </p:sp>
        <p:pic>
          <p:nvPicPr>
            <p:cNvPr id="9" name="図 8">
              <a:extLst>
                <a:ext uri="{FF2B5EF4-FFF2-40B4-BE49-F238E27FC236}">
                  <a16:creationId xmlns:a16="http://schemas.microsoft.com/office/drawing/2014/main" id="{41876147-BA70-4D95-99DA-1A73C786BD84}"/>
                </a:ext>
              </a:extLst>
            </p:cNvPr>
            <p:cNvPicPr>
              <a:picLocks noChangeAspect="1"/>
            </p:cNvPicPr>
            <p:nvPr/>
          </p:nvPicPr>
          <p:blipFill>
            <a:blip r:embed="rId2"/>
            <a:stretch>
              <a:fillRect/>
            </a:stretch>
          </p:blipFill>
          <p:spPr>
            <a:xfrm>
              <a:off x="268873" y="805343"/>
              <a:ext cx="728929" cy="728929"/>
            </a:xfrm>
            <a:prstGeom prst="rect">
              <a:avLst/>
            </a:prstGeom>
          </p:spPr>
        </p:pic>
        <p:sp>
          <p:nvSpPr>
            <p:cNvPr id="10" name="吹き出し: 円形 9">
              <a:extLst>
                <a:ext uri="{FF2B5EF4-FFF2-40B4-BE49-F238E27FC236}">
                  <a16:creationId xmlns:a16="http://schemas.microsoft.com/office/drawing/2014/main" id="{A4249495-589B-4185-A9DB-8AC29C3D4006}"/>
                </a:ext>
              </a:extLst>
            </p:cNvPr>
            <p:cNvSpPr/>
            <p:nvPr/>
          </p:nvSpPr>
          <p:spPr>
            <a:xfrm>
              <a:off x="993914" y="786891"/>
              <a:ext cx="630239" cy="446764"/>
            </a:xfrm>
            <a:prstGeom prst="wedgeEllipseCallout">
              <a:avLst>
                <a:gd name="adj1" fmla="val -45409"/>
                <a:gd name="adj2" fmla="val 32837"/>
              </a:avLst>
            </a:prstGeom>
            <a:noFill/>
            <a:ln/>
          </p:spPr>
          <p:style>
            <a:lnRef idx="2">
              <a:schemeClr val="accent6"/>
            </a:lnRef>
            <a:fillRef idx="1">
              <a:schemeClr val="lt1"/>
            </a:fillRef>
            <a:effectRef idx="0">
              <a:schemeClr val="accent6"/>
            </a:effectRef>
            <a:fontRef idx="minor">
              <a:schemeClr val="dk1"/>
            </a:fontRef>
          </p:style>
          <p:txBody>
            <a:bodyPr rtlCol="0" anchor="ctr"/>
            <a:lstStyle/>
            <a:p>
              <a:endParaRPr kumimoji="1" lang="ja-JP" altLang="en-US" sz="1600" dirty="0">
                <a:solidFill>
                  <a:schemeClr val="tx1"/>
                </a:solidFill>
                <a:latin typeface="HGP創英角ﾎﾟｯﾌﾟ体" panose="040B0A00000000000000" pitchFamily="50" charset="-128"/>
                <a:ea typeface="HGP創英角ﾎﾟｯﾌﾟ体" panose="040B0A00000000000000" pitchFamily="50" charset="-128"/>
              </a:endParaRPr>
            </a:p>
          </p:txBody>
        </p:sp>
      </p:grpSp>
      <p:sp>
        <p:nvSpPr>
          <p:cNvPr id="11" name="テキスト ボックス 10">
            <a:extLst>
              <a:ext uri="{FF2B5EF4-FFF2-40B4-BE49-F238E27FC236}">
                <a16:creationId xmlns:a16="http://schemas.microsoft.com/office/drawing/2014/main" id="{66E31944-DE23-41C8-A595-8D3A01B71830}"/>
              </a:ext>
            </a:extLst>
          </p:cNvPr>
          <p:cNvSpPr txBox="1"/>
          <p:nvPr/>
        </p:nvSpPr>
        <p:spPr>
          <a:xfrm>
            <a:off x="1150201" y="1155935"/>
            <a:ext cx="2337621" cy="455325"/>
          </a:xfrm>
          <a:prstGeom prst="rect">
            <a:avLst/>
          </a:prstGeom>
          <a:solidFill>
            <a:schemeClr val="bg1">
              <a:lumMod val="95000"/>
            </a:schemeClr>
          </a:solidFill>
        </p:spPr>
        <p:txBody>
          <a:bodyPr wrap="square" rtlCol="0">
            <a:noAutofit/>
          </a:bodyPr>
          <a:lstStyle/>
          <a:p>
            <a:r>
              <a:rPr kumimoji="1" lang="ja-JP" altLang="en-US" sz="1600" dirty="0">
                <a:latin typeface="HGP創英角ﾎﾟｯﾌﾟ体" panose="040B0A00000000000000" pitchFamily="50" charset="-128"/>
                <a:ea typeface="HGP創英角ﾎﾟｯﾌﾟ体" panose="040B0A00000000000000" pitchFamily="50" charset="-128"/>
              </a:rPr>
              <a:t>　　コマンドライン引数</a:t>
            </a:r>
            <a:endPar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endParaRPr>
          </a:p>
        </p:txBody>
      </p:sp>
      <p:sp>
        <p:nvSpPr>
          <p:cNvPr id="12" name="Google Shape;144;p19">
            <a:extLst>
              <a:ext uri="{FF2B5EF4-FFF2-40B4-BE49-F238E27FC236}">
                <a16:creationId xmlns:a16="http://schemas.microsoft.com/office/drawing/2014/main" id="{A72EC29A-BF73-402D-8605-DEE1EF5DAB7D}"/>
              </a:ext>
            </a:extLst>
          </p:cNvPr>
          <p:cNvSpPr/>
          <p:nvPr/>
        </p:nvSpPr>
        <p:spPr>
          <a:xfrm>
            <a:off x="1249680" y="1503384"/>
            <a:ext cx="6804660" cy="1331971"/>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cs typeface="MS Gothic"/>
                <a:sym typeface="MS Gothic"/>
              </a:rPr>
              <a:t>public class </a:t>
            </a:r>
            <a:r>
              <a:rPr lang="en-US" sz="1200" dirty="0" err="1">
                <a:solidFill>
                  <a:schemeClr val="dk1"/>
                </a:solidFill>
                <a:cs typeface="MS Gothic"/>
                <a:sym typeface="MS Gothic"/>
              </a:rPr>
              <a:t>ComlineSample</a:t>
            </a:r>
            <a:r>
              <a:rPr lang="en-US" sz="1200" dirty="0">
                <a:solidFill>
                  <a:schemeClr val="dk1"/>
                </a:solidFill>
                <a:cs typeface="MS Gothic"/>
                <a:sym typeface="MS Gothic"/>
              </a:rPr>
              <a:t> {</a:t>
            </a:r>
          </a:p>
          <a:p>
            <a:pPr marL="0" marR="0" lvl="0" indent="0" algn="l" rtl="0">
              <a:spcBef>
                <a:spcPts val="0"/>
              </a:spcBef>
              <a:spcAft>
                <a:spcPts val="0"/>
              </a:spcAft>
              <a:buNone/>
            </a:pPr>
            <a:r>
              <a:rPr lang="en-US" sz="1200" dirty="0">
                <a:solidFill>
                  <a:schemeClr val="dk1"/>
                </a:solidFill>
                <a:cs typeface="MS Gothic"/>
                <a:sym typeface="MS Gothic"/>
              </a:rPr>
              <a:t>	public static void main(String[] </a:t>
            </a:r>
            <a:r>
              <a:rPr lang="en-US" sz="1200" dirty="0" err="1">
                <a:solidFill>
                  <a:schemeClr val="dk1"/>
                </a:solidFill>
                <a:cs typeface="MS Gothic"/>
                <a:sym typeface="MS Gothic"/>
              </a:rPr>
              <a:t>args</a:t>
            </a:r>
            <a:r>
              <a:rPr lang="en-US" sz="1200" dirty="0">
                <a:solidFill>
                  <a:schemeClr val="dk1"/>
                </a:solidFill>
                <a:cs typeface="MS Gothic"/>
                <a:sym typeface="MS Gothic"/>
              </a:rPr>
              <a:t>) {</a:t>
            </a:r>
          </a:p>
          <a:p>
            <a:pPr marL="0" marR="0" lvl="0" indent="0" algn="l" rtl="0">
              <a:spcBef>
                <a:spcPts val="0"/>
              </a:spcBef>
              <a:spcAft>
                <a:spcPts val="0"/>
              </a:spcAft>
              <a:buNone/>
            </a:pPr>
            <a:r>
              <a:rPr lang="en-US" sz="1200" dirty="0">
                <a:solidFill>
                  <a:schemeClr val="dk1"/>
                </a:solidFill>
                <a:cs typeface="MS Gothic"/>
                <a:sym typeface="MS Gothic"/>
              </a:rPr>
              <a:t>		for (int </a:t>
            </a:r>
            <a:r>
              <a:rPr lang="en-US" sz="1200" dirty="0" err="1">
                <a:solidFill>
                  <a:schemeClr val="dk1"/>
                </a:solidFill>
                <a:cs typeface="MS Gothic"/>
                <a:sym typeface="MS Gothic"/>
              </a:rPr>
              <a:t>i</a:t>
            </a:r>
            <a:r>
              <a:rPr lang="en-US" sz="1200" dirty="0">
                <a:solidFill>
                  <a:schemeClr val="dk1"/>
                </a:solidFill>
                <a:cs typeface="MS Gothic"/>
                <a:sym typeface="MS Gothic"/>
              </a:rPr>
              <a:t> = 0; </a:t>
            </a:r>
            <a:r>
              <a:rPr lang="en-US" sz="1200" dirty="0" err="1">
                <a:solidFill>
                  <a:schemeClr val="dk1"/>
                </a:solidFill>
                <a:cs typeface="MS Gothic"/>
                <a:sym typeface="MS Gothic"/>
              </a:rPr>
              <a:t>i</a:t>
            </a:r>
            <a:r>
              <a:rPr lang="en-US" sz="1200" dirty="0">
                <a:solidFill>
                  <a:schemeClr val="dk1"/>
                </a:solidFill>
                <a:cs typeface="MS Gothic"/>
                <a:sym typeface="MS Gothic"/>
              </a:rPr>
              <a:t> &lt; </a:t>
            </a:r>
            <a:r>
              <a:rPr lang="en-US" sz="1200" dirty="0" err="1">
                <a:solidFill>
                  <a:schemeClr val="dk1"/>
                </a:solidFill>
                <a:cs typeface="MS Gothic"/>
                <a:sym typeface="MS Gothic"/>
              </a:rPr>
              <a:t>args.length</a:t>
            </a:r>
            <a:r>
              <a:rPr lang="en-US" sz="1200" dirty="0">
                <a:solidFill>
                  <a:schemeClr val="dk1"/>
                </a:solidFill>
                <a:cs typeface="MS Gothic"/>
                <a:sym typeface="MS Gothic"/>
              </a:rPr>
              <a:t>; </a:t>
            </a:r>
            <a:r>
              <a:rPr lang="en-US" sz="1200" dirty="0" err="1">
                <a:solidFill>
                  <a:schemeClr val="dk1"/>
                </a:solidFill>
                <a:cs typeface="MS Gothic"/>
                <a:sym typeface="MS Gothic"/>
              </a:rPr>
              <a:t>i</a:t>
            </a:r>
            <a:r>
              <a:rPr lang="en-US" sz="1200" dirty="0">
                <a:solidFill>
                  <a:schemeClr val="dk1"/>
                </a:solidFill>
                <a:cs typeface="MS Gothic"/>
                <a:sym typeface="MS Gothic"/>
              </a:rPr>
              <a:t>++) {</a:t>
            </a:r>
          </a:p>
          <a:p>
            <a:pPr marL="0" marR="0" lvl="0" indent="0" algn="l" rtl="0">
              <a:spcBef>
                <a:spcPts val="0"/>
              </a:spcBef>
              <a:spcAft>
                <a:spcPts val="0"/>
              </a:spcAft>
              <a:buNone/>
            </a:pPr>
            <a:r>
              <a:rPr lang="en-US" sz="1200" dirty="0">
                <a:solidFill>
                  <a:schemeClr val="dk1"/>
                </a:solidFill>
                <a:cs typeface="MS Gothic"/>
                <a:sym typeface="MS Gothic"/>
              </a:rPr>
              <a:t>			System.out.println(</a:t>
            </a:r>
            <a:r>
              <a:rPr lang="en-US" sz="1200" dirty="0" err="1">
                <a:solidFill>
                  <a:schemeClr val="dk1"/>
                </a:solidFill>
                <a:cs typeface="MS Gothic"/>
                <a:sym typeface="MS Gothic"/>
              </a:rPr>
              <a:t>args</a:t>
            </a:r>
            <a:r>
              <a:rPr lang="en-US" sz="1200" dirty="0">
                <a:solidFill>
                  <a:schemeClr val="dk1"/>
                </a:solidFill>
                <a:cs typeface="MS Gothic"/>
                <a:sym typeface="MS Gothic"/>
              </a:rPr>
              <a:t>[</a:t>
            </a:r>
            <a:r>
              <a:rPr lang="en-US" sz="1200" dirty="0" err="1">
                <a:solidFill>
                  <a:schemeClr val="dk1"/>
                </a:solidFill>
                <a:cs typeface="MS Gothic"/>
                <a:sym typeface="MS Gothic"/>
              </a:rPr>
              <a:t>i</a:t>
            </a:r>
            <a:r>
              <a:rPr lang="en-US" sz="1200" dirty="0">
                <a:solidFill>
                  <a:schemeClr val="dk1"/>
                </a:solidFill>
                <a:cs typeface="MS Gothic"/>
                <a:sym typeface="MS Gothic"/>
              </a:rPr>
              <a:t>]);</a:t>
            </a:r>
          </a:p>
          <a:p>
            <a:pPr marL="0" marR="0" lvl="0" indent="0" algn="l" rtl="0">
              <a:spcBef>
                <a:spcPts val="0"/>
              </a:spcBef>
              <a:spcAft>
                <a:spcPts val="0"/>
              </a:spcAft>
              <a:buNone/>
            </a:pPr>
            <a:r>
              <a:rPr lang="en-US" sz="1200" dirty="0">
                <a:solidFill>
                  <a:schemeClr val="dk1"/>
                </a:solidFill>
                <a:cs typeface="MS Gothic"/>
                <a:sym typeface="MS Gothic"/>
              </a:rPr>
              <a:t>		}</a:t>
            </a:r>
          </a:p>
          <a:p>
            <a:pPr marL="0" marR="0" lvl="0" indent="0" algn="l" rtl="0">
              <a:spcBef>
                <a:spcPts val="0"/>
              </a:spcBef>
              <a:spcAft>
                <a:spcPts val="0"/>
              </a:spcAft>
              <a:buNone/>
            </a:pPr>
            <a:r>
              <a:rPr lang="en-US" sz="1200" dirty="0">
                <a:solidFill>
                  <a:schemeClr val="dk1"/>
                </a:solidFill>
                <a:cs typeface="MS Gothic"/>
                <a:sym typeface="MS Gothic"/>
              </a:rPr>
              <a:t>	}</a:t>
            </a:r>
          </a:p>
          <a:p>
            <a:pPr marL="0" marR="0" lvl="0" indent="0" algn="l" rtl="0">
              <a:spcBef>
                <a:spcPts val="0"/>
              </a:spcBef>
              <a:spcAft>
                <a:spcPts val="0"/>
              </a:spcAft>
              <a:buNone/>
            </a:pPr>
            <a:r>
              <a:rPr lang="en-US" sz="1200" dirty="0">
                <a:solidFill>
                  <a:schemeClr val="dk1"/>
                </a:solidFill>
                <a:cs typeface="MS Gothic"/>
                <a:sym typeface="MS Gothic"/>
              </a:rPr>
              <a:t>}</a:t>
            </a:r>
          </a:p>
        </p:txBody>
      </p:sp>
    </p:spTree>
    <p:extLst>
      <p:ext uri="{BB962C8B-B14F-4D97-AF65-F5344CB8AC3E}">
        <p14:creationId xmlns:p14="http://schemas.microsoft.com/office/powerpoint/2010/main" val="4367575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1BBF573-022A-4A01-9D02-0872E6BDE903}"/>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26DB189E-5E24-44C6-8FDE-BEBE8357FDB7}"/>
              </a:ext>
            </a:extLst>
          </p:cNvPr>
          <p:cNvSpPr>
            <a:spLocks noGrp="1"/>
          </p:cNvSpPr>
          <p:nvPr>
            <p:ph type="ctrTitle"/>
          </p:nvPr>
        </p:nvSpPr>
        <p:spPr/>
        <p:txBody>
          <a:bodyPr/>
          <a:lstStyle/>
          <a:p>
            <a:r>
              <a:rPr lang="en-US" altLang="ja-JP" dirty="0" err="1"/>
              <a:t>メソッドのまとめ</a:t>
            </a:r>
            <a:endParaRPr kumimoji="1" lang="ja-JP" altLang="en-US" dirty="0"/>
          </a:p>
        </p:txBody>
      </p:sp>
      <p:sp>
        <p:nvSpPr>
          <p:cNvPr id="4" name="スライド番号プレースホルダー 3">
            <a:extLst>
              <a:ext uri="{FF2B5EF4-FFF2-40B4-BE49-F238E27FC236}">
                <a16:creationId xmlns:a16="http://schemas.microsoft.com/office/drawing/2014/main" id="{E1103B51-B2A0-4F29-B40A-F77569844008}"/>
              </a:ext>
            </a:extLst>
          </p:cNvPr>
          <p:cNvSpPr>
            <a:spLocks noGrp="1"/>
          </p:cNvSpPr>
          <p:nvPr>
            <p:ph type="sldNum" sz="quarter" idx="4"/>
          </p:nvPr>
        </p:nvSpPr>
        <p:spPr/>
        <p:txBody>
          <a:bodyPr/>
          <a:lstStyle/>
          <a:p>
            <a:fld id="{00000000-1234-1234-1234-123412341234}" type="slidenum">
              <a:rPr lang="en" smtClean="0"/>
              <a:pPr/>
              <a:t>38</a:t>
            </a:fld>
            <a:endParaRPr lang="en" dirty="0"/>
          </a:p>
        </p:txBody>
      </p:sp>
      <p:sp>
        <p:nvSpPr>
          <p:cNvPr id="5" name="テキスト プレースホルダー 4">
            <a:extLst>
              <a:ext uri="{FF2B5EF4-FFF2-40B4-BE49-F238E27FC236}">
                <a16:creationId xmlns:a16="http://schemas.microsoft.com/office/drawing/2014/main" id="{190ECB88-5093-4F73-AA5D-C6BAE55C2600}"/>
              </a:ext>
            </a:extLst>
          </p:cNvPr>
          <p:cNvSpPr>
            <a:spLocks noGrp="1"/>
          </p:cNvSpPr>
          <p:nvPr>
            <p:ph type="body" sz="quarter" idx="14"/>
          </p:nvPr>
        </p:nvSpPr>
        <p:spPr>
          <a:xfrm>
            <a:off x="462875" y="859490"/>
            <a:ext cx="8216900" cy="4002585"/>
          </a:xfrm>
        </p:spPr>
        <p:txBody>
          <a:bodyPr/>
          <a:lstStyle/>
          <a:p>
            <a:pPr marL="96838" indent="0">
              <a:buNone/>
            </a:pPr>
            <a:r>
              <a:rPr kumimoji="1" lang="ja-JP" altLang="en-US" b="1" dirty="0">
                <a:solidFill>
                  <a:schemeClr val="tx2"/>
                </a:solidFill>
              </a:rPr>
              <a:t>メソッド</a:t>
            </a:r>
          </a:p>
          <a:p>
            <a:pPr marL="452438" lvl="1" indent="0">
              <a:buNone/>
            </a:pPr>
            <a:r>
              <a:rPr kumimoji="1" lang="ja-JP" altLang="en-US" dirty="0"/>
              <a:t>プログラムを部品化するものです。</a:t>
            </a:r>
          </a:p>
          <a:p>
            <a:pPr marL="452438" lvl="1" indent="0">
              <a:buNone/>
            </a:pPr>
            <a:r>
              <a:rPr kumimoji="1" lang="ja-JP" altLang="en-US" dirty="0"/>
              <a:t>他のメソッドの外で、クラスの中にメソッドの定義を行います。</a:t>
            </a:r>
          </a:p>
          <a:p>
            <a:pPr marL="96838" indent="0">
              <a:buNone/>
            </a:pPr>
            <a:endParaRPr kumimoji="1" lang="en-US" altLang="ja-JP" dirty="0"/>
          </a:p>
          <a:p>
            <a:pPr marL="96838" indent="0">
              <a:buNone/>
            </a:pPr>
            <a:r>
              <a:rPr kumimoji="1" lang="ja-JP" altLang="en-US" b="1" dirty="0">
                <a:solidFill>
                  <a:schemeClr val="tx2"/>
                </a:solidFill>
              </a:rPr>
              <a:t>引数</a:t>
            </a:r>
          </a:p>
          <a:p>
            <a:pPr marL="452438" lvl="1" indent="0">
              <a:buNone/>
            </a:pPr>
            <a:r>
              <a:rPr kumimoji="1" lang="ja-JP" altLang="en-US" dirty="0"/>
              <a:t>呼び出す側からメソッド側に渡すデータを引数といいます。</a:t>
            </a:r>
          </a:p>
          <a:p>
            <a:pPr marL="452438" lvl="1" indent="0">
              <a:buNone/>
            </a:pPr>
            <a:r>
              <a:rPr kumimoji="1" lang="ja-JP" altLang="en-US" dirty="0"/>
              <a:t>呼び出す側から渡す値を実引数、受け取る側の変数を仮引数と</a:t>
            </a:r>
            <a:r>
              <a:rPr kumimoji="1" lang="ja-JP" altLang="en-US"/>
              <a:t>いいます。</a:t>
            </a:r>
            <a:endParaRPr lang="en-US" altLang="ja-JP"/>
          </a:p>
          <a:p>
            <a:pPr marL="452438" lvl="1" indent="0">
              <a:buNone/>
            </a:pPr>
            <a:endParaRPr kumimoji="1" lang="en-US" altLang="ja-JP" dirty="0"/>
          </a:p>
          <a:p>
            <a:pPr marL="96838" indent="0">
              <a:buNone/>
            </a:pPr>
            <a:r>
              <a:rPr kumimoji="1" lang="ja-JP" altLang="en-US" b="1" dirty="0">
                <a:solidFill>
                  <a:schemeClr val="tx2"/>
                </a:solidFill>
              </a:rPr>
              <a:t>戻り値</a:t>
            </a:r>
          </a:p>
          <a:p>
            <a:pPr marL="452438" lvl="1" indent="0">
              <a:buNone/>
            </a:pPr>
            <a:r>
              <a:rPr kumimoji="1" lang="ja-JP" altLang="en-US" dirty="0"/>
              <a:t>メソッドから呼び出し元に渡すデータを戻り値といいます。</a:t>
            </a:r>
          </a:p>
          <a:p>
            <a:pPr marL="452438" lvl="1" indent="0">
              <a:buNone/>
            </a:pPr>
            <a:r>
              <a:rPr kumimoji="1" lang="ja-JP" altLang="en-US" dirty="0"/>
              <a:t>戻り値はメソッドの中で</a:t>
            </a:r>
            <a:r>
              <a:rPr kumimoji="1" lang="en-US" altLang="ja-JP" dirty="0"/>
              <a:t>return</a:t>
            </a:r>
            <a:r>
              <a:rPr kumimoji="1" lang="ja-JP" altLang="en-US" dirty="0"/>
              <a:t>文を使って</a:t>
            </a:r>
            <a:r>
              <a:rPr kumimoji="1" lang="ja-JP" altLang="en-US"/>
              <a:t>戻します。</a:t>
            </a:r>
            <a:endParaRPr kumimoji="1" lang="en-US" altLang="ja-JP" dirty="0"/>
          </a:p>
        </p:txBody>
      </p:sp>
    </p:spTree>
    <p:extLst>
      <p:ext uri="{BB962C8B-B14F-4D97-AF65-F5344CB8AC3E}">
        <p14:creationId xmlns:p14="http://schemas.microsoft.com/office/powerpoint/2010/main" val="3553494220"/>
      </p:ext>
    </p:extLst>
  </p:cSld>
  <p:clrMapOvr>
    <a:masterClrMapping/>
  </p:clrMapOvr>
</p:sld>
</file>

<file path=ppt/theme/theme1.xml><?xml version="1.0" encoding="utf-8"?>
<a:theme xmlns:a="http://schemas.openxmlformats.org/drawingml/2006/main" name="template">
  <a:themeElements>
    <a:clrScheme name="ユーザー定義 2">
      <a:dk1>
        <a:sysClr val="windowText" lastClr="000000"/>
      </a:dk1>
      <a:lt1>
        <a:sysClr val="window" lastClr="FFFFFF"/>
      </a:lt1>
      <a:dk2>
        <a:srgbClr val="E10000"/>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954F72"/>
      </a:folHlink>
    </a:clrScheme>
    <a:fontScheme name="ユーザー定義 4">
      <a:majorFont>
        <a:latin typeface="MyricaM M"/>
        <a:ea typeface="BIZ UDゴシック"/>
        <a:cs typeface=""/>
      </a:majorFont>
      <a:minorFont>
        <a:latin typeface="MyricaM M"/>
        <a:ea typeface="BIZ UDゴシック"/>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3175">
          <a:solidFill>
            <a:schemeClr val="tx1"/>
          </a:solidFill>
        </a:ln>
      </a:spPr>
      <a:bodyPr rtlCol="0" anchor="ctr"/>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square" rtlCol="0">
        <a:noAutofit/>
      </a:bodyPr>
      <a:lstStyle>
        <a:defPPr algn="l">
          <a:defRPr kumimoji="1" sz="1400" baseline="0" dirty="0">
            <a:solidFill>
              <a:schemeClr val="tx1"/>
            </a:solidFill>
          </a:defRPr>
        </a:defPPr>
      </a:lstStyle>
    </a:txDef>
  </a:objectDefaults>
  <a:extraClrSchemeLst/>
  <a:extLst>
    <a:ext uri="{05A4C25C-085E-4340-85A3-A5531E510DB2}">
      <thm15:themeFamily xmlns:thm15="http://schemas.microsoft.com/office/thememl/2012/main" name="プレゼンテーション1" id="{F0295CA2-4D04-418E-9880-A080A4FA0EA6}" vid="{795711FB-1E41-4FEF-B680-294A3F6A0EB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Template>
  <TotalTime>1834</TotalTime>
  <Words>5025</Words>
  <Application>Microsoft Office PowerPoint</Application>
  <PresentationFormat>画面に合わせる (16:9)</PresentationFormat>
  <Paragraphs>538</Paragraphs>
  <Slides>39</Slides>
  <Notes>1</Notes>
  <HiddenSlides>1</HiddenSlides>
  <MMClips>0</MMClips>
  <ScaleCrop>false</ScaleCrop>
  <HeadingPairs>
    <vt:vector size="6" baseType="variant">
      <vt:variant>
        <vt:lpstr>使用されているフォント</vt:lpstr>
      </vt:variant>
      <vt:variant>
        <vt:i4>12</vt:i4>
      </vt:variant>
      <vt:variant>
        <vt:lpstr>テーマ</vt:lpstr>
      </vt:variant>
      <vt:variant>
        <vt:i4>1</vt:i4>
      </vt:variant>
      <vt:variant>
        <vt:lpstr>スライド タイトル</vt:lpstr>
      </vt:variant>
      <vt:variant>
        <vt:i4>39</vt:i4>
      </vt:variant>
    </vt:vector>
  </HeadingPairs>
  <TitlesOfParts>
    <vt:vector size="52" baseType="lpstr">
      <vt:lpstr>HGS創英角ﾎﾟｯﾌﾟ体</vt:lpstr>
      <vt:lpstr>MyricaM M</vt:lpstr>
      <vt:lpstr>Quattrocento Sans</vt:lpstr>
      <vt:lpstr>Gill Sans Ultra Bold</vt:lpstr>
      <vt:lpstr>Lato</vt:lpstr>
      <vt:lpstr>Arial</vt:lpstr>
      <vt:lpstr>游ゴシック</vt:lpstr>
      <vt:lpstr>HGP創英角ﾎﾟｯﾌﾟ体</vt:lpstr>
      <vt:lpstr>Meiryo</vt:lpstr>
      <vt:lpstr>BIZ UDゴシック</vt:lpstr>
      <vt:lpstr>MS Gothic</vt:lpstr>
      <vt:lpstr>Montserrat</vt:lpstr>
      <vt:lpstr>template</vt:lpstr>
      <vt:lpstr>改訂履歴</vt:lpstr>
      <vt:lpstr>メソッド</vt:lpstr>
      <vt:lpstr>テキストの ゴール</vt:lpstr>
      <vt:lpstr>テキストの 流れ</vt:lpstr>
      <vt:lpstr>メソッドとは</vt:lpstr>
      <vt:lpstr>メソッドの考え方</vt:lpstr>
      <vt:lpstr>メソッドの書き方</vt:lpstr>
      <vt:lpstr>メソッドの定義</vt:lpstr>
      <vt:lpstr>メソッドを書く位置</vt:lpstr>
      <vt:lpstr>メソッドの定義のサンプル</vt:lpstr>
      <vt:lpstr>メソッドの呼び出し</vt:lpstr>
      <vt:lpstr>メソッドの呼び出しのサンプル</vt:lpstr>
      <vt:lpstr>メソッドを動かしてみる</vt:lpstr>
      <vt:lpstr>メインメソッド以外からの呼び出し</vt:lpstr>
      <vt:lpstr>mainメソッド以外からの呼び出し</vt:lpstr>
      <vt:lpstr>mainメソッド以外からの呼び出し</vt:lpstr>
      <vt:lpstr>メソッドは機能ごとの処理</vt:lpstr>
      <vt:lpstr>引数と戻り値</vt:lpstr>
      <vt:lpstr>メソッド間のデータ受け渡し</vt:lpstr>
      <vt:lpstr>メソッド間のデータの受け渡し</vt:lpstr>
      <vt:lpstr>変数のスコープ</vt:lpstr>
      <vt:lpstr>引数と戻り値</vt:lpstr>
      <vt:lpstr>引数を受け取る</vt:lpstr>
      <vt:lpstr>メソッドに引数を渡す</vt:lpstr>
      <vt:lpstr>引数を使ったメソッドサンプル</vt:lpstr>
      <vt:lpstr>メソッドから戻り値を返す</vt:lpstr>
      <vt:lpstr>メソッドから戻り値を受け取る</vt:lpstr>
      <vt:lpstr>戻り値を使ったメソッドサンプル</vt:lpstr>
      <vt:lpstr>戻り値をそのまま使う</vt:lpstr>
      <vt:lpstr>引数を複数渡す</vt:lpstr>
      <vt:lpstr>引数を複数渡す</vt:lpstr>
      <vt:lpstr>引数を複数渡すサンプル</vt:lpstr>
      <vt:lpstr>オーバーロード</vt:lpstr>
      <vt:lpstr>オーバーロードのサンプル</vt:lpstr>
      <vt:lpstr>オーバーロード呼び出し方</vt:lpstr>
      <vt:lpstr>仮引数に配列を使う</vt:lpstr>
      <vt:lpstr>戻り値に配列を使う</vt:lpstr>
      <vt:lpstr>コマンドライン引数</vt:lpstr>
      <vt:lpstr>メソッドのまとめ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営業サーバ</dc:creator>
  <cp:lastModifiedBy>a031-031</cp:lastModifiedBy>
  <cp:revision>49</cp:revision>
  <dcterms:created xsi:type="dcterms:W3CDTF">2020-11-26T07:05:51Z</dcterms:created>
  <dcterms:modified xsi:type="dcterms:W3CDTF">2025-03-19T07:51:08Z</dcterms:modified>
</cp:coreProperties>
</file>