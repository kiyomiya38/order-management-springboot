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14"/>
  </p:notesMasterIdLst>
  <p:handoutMasterIdLst>
    <p:handoutMasterId r:id="rId15"/>
  </p:handoutMasterIdLst>
  <p:sldIdLst>
    <p:sldId id="382" r:id="rId2"/>
    <p:sldId id="256" r:id="rId3"/>
    <p:sldId id="360" r:id="rId4"/>
    <p:sldId id="361" r:id="rId5"/>
    <p:sldId id="364" r:id="rId6"/>
    <p:sldId id="365" r:id="rId7"/>
    <p:sldId id="366" r:id="rId8"/>
    <p:sldId id="367" r:id="rId9"/>
    <p:sldId id="370" r:id="rId10"/>
    <p:sldId id="371" r:id="rId11"/>
    <p:sldId id="373" r:id="rId12"/>
    <p:sldId id="372" r:id="rId13"/>
  </p:sldIdLst>
  <p:sldSz cx="9144000" cy="5143500" type="screen16x9"/>
  <p:notesSz cx="6858000" cy="9144000"/>
  <p:embeddedFontLst>
    <p:embeddedFont>
      <p:font typeface="MyricaM M" panose="020B0600070205080204" charset="-128"/>
      <p:regular r:id="rId16"/>
    </p:embeddedFont>
    <p:embeddedFont>
      <p:font typeface="BIZ UDゴシック" panose="020B0400000000000000" pitchFamily="49" charset="-128"/>
      <p:regular r:id="rId17"/>
      <p:bold r:id="rId18"/>
    </p:embeddedFont>
    <p:embeddedFont>
      <p:font typeface="Gill Sans Ultra Bold" panose="020B0A02020104020203" pitchFamily="34" charset="0"/>
      <p:regular r:id="rId19"/>
    </p:embeddedFont>
    <p:embeddedFont>
      <p:font typeface="HGP創英角ﾎﾟｯﾌﾟ体" panose="040B0A00000000000000" pitchFamily="50" charset="-128"/>
      <p:regular r:id="rId20"/>
    </p:embeddedFont>
    <p:embeddedFont>
      <p:font typeface="HGS創英角ﾎﾟｯﾌﾟ体" panose="040B0A00000000000000" pitchFamily="50" charset="-128"/>
      <p:regular r:id="rId21"/>
    </p:embeddedFont>
    <p:embeddedFont>
      <p:font typeface="Montserrat" panose="00000500000000000000" pitchFamily="2" charset="0"/>
      <p:regular r:id="rId22"/>
      <p:bold r:id="rId23"/>
      <p:italic r:id="rId24"/>
      <p:boldItalic r:id="rId25"/>
    </p:embeddedFont>
    <p:embeddedFont>
      <p:font typeface="游ゴシック" panose="020B0400000000000000" pitchFamily="50" charset="-128"/>
      <p:regular r:id="rId26"/>
      <p:bold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3483DB-CFE0-4294-9588-86B5B70A561C}" v="1" dt="2023-12-18T01:24:17.879"/>
  </p1510:revLst>
</p1510:revInfo>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728"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営業サーバ" userId="c35045ed-c185-45de-8f58-be20a28877d8" providerId="ADAL" clId="{A7A80134-4E86-4746-B000-D43AFC8C75E3}"/>
    <pc:docChg chg="custSel modSld">
      <pc:chgData name="営業サーバ" userId="c35045ed-c185-45de-8f58-be20a28877d8" providerId="ADAL" clId="{A7A80134-4E86-4746-B000-D43AFC8C75E3}" dt="2021-03-30T08:32:25.252" v="16" actId="1076"/>
      <pc:docMkLst>
        <pc:docMk/>
      </pc:docMkLst>
      <pc:sldChg chg="addSp delSp modSp mod">
        <pc:chgData name="営業サーバ" userId="c35045ed-c185-45de-8f58-be20a28877d8" providerId="ADAL" clId="{A7A80134-4E86-4746-B000-D43AFC8C75E3}" dt="2021-03-30T08:30:38.148" v="13" actId="693"/>
        <pc:sldMkLst>
          <pc:docMk/>
          <pc:sldMk cId="2587155910" sldId="366"/>
        </pc:sldMkLst>
        <pc:spChg chg="del mod">
          <ac:chgData name="営業サーバ" userId="c35045ed-c185-45de-8f58-be20a28877d8" providerId="ADAL" clId="{A7A80134-4E86-4746-B000-D43AFC8C75E3}" dt="2021-03-30T08:30:23.804" v="11" actId="478"/>
          <ac:spMkLst>
            <pc:docMk/>
            <pc:sldMk cId="2587155910" sldId="366"/>
            <ac:spMk id="10" creationId="{0C5F4B85-189E-4135-B6B3-BB6B9E289C9F}"/>
          </ac:spMkLst>
        </pc:spChg>
        <pc:spChg chg="mod">
          <ac:chgData name="営業サーバ" userId="c35045ed-c185-45de-8f58-be20a28877d8" providerId="ADAL" clId="{A7A80134-4E86-4746-B000-D43AFC8C75E3}" dt="2021-03-30T08:30:38.148" v="13" actId="693"/>
          <ac:spMkLst>
            <pc:docMk/>
            <pc:sldMk cId="2587155910" sldId="366"/>
            <ac:spMk id="12" creationId="{BBE22E54-744F-493D-82EB-677D9EC69218}"/>
          </ac:spMkLst>
        </pc:spChg>
        <pc:spChg chg="add mod">
          <ac:chgData name="営業サーバ" userId="c35045ed-c185-45de-8f58-be20a28877d8" providerId="ADAL" clId="{A7A80134-4E86-4746-B000-D43AFC8C75E3}" dt="2021-03-30T08:30:30.701" v="12" actId="1076"/>
          <ac:spMkLst>
            <pc:docMk/>
            <pc:sldMk cId="2587155910" sldId="366"/>
            <ac:spMk id="16" creationId="{6047DD67-6DB0-439E-9A8F-CF0BE6A99513}"/>
          </ac:spMkLst>
        </pc:spChg>
      </pc:sldChg>
      <pc:sldChg chg="addSp delSp modSp mod">
        <pc:chgData name="営業サーバ" userId="c35045ed-c185-45de-8f58-be20a28877d8" providerId="ADAL" clId="{A7A80134-4E86-4746-B000-D43AFC8C75E3}" dt="2021-03-30T08:32:25.252" v="16" actId="1076"/>
        <pc:sldMkLst>
          <pc:docMk/>
          <pc:sldMk cId="266285334" sldId="372"/>
        </pc:sldMkLst>
        <pc:spChg chg="del">
          <ac:chgData name="営業サーバ" userId="c35045ed-c185-45de-8f58-be20a28877d8" providerId="ADAL" clId="{A7A80134-4E86-4746-B000-D43AFC8C75E3}" dt="2021-03-30T08:32:21.766" v="14" actId="478"/>
          <ac:spMkLst>
            <pc:docMk/>
            <pc:sldMk cId="266285334" sldId="372"/>
            <ac:spMk id="7" creationId="{98A88DE6-9BB6-4229-8CC7-11C91689EC13}"/>
          </ac:spMkLst>
        </pc:spChg>
        <pc:spChg chg="add mod">
          <ac:chgData name="営業サーバ" userId="c35045ed-c185-45de-8f58-be20a28877d8" providerId="ADAL" clId="{A7A80134-4E86-4746-B000-D43AFC8C75E3}" dt="2021-03-30T08:32:25.252" v="16" actId="1076"/>
          <ac:spMkLst>
            <pc:docMk/>
            <pc:sldMk cId="266285334" sldId="372"/>
            <ac:spMk id="8" creationId="{E49273AF-A0E6-43F4-AED5-D44A5118EAEF}"/>
          </ac:spMkLst>
        </pc:spChg>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鈴木 秀規" userId="f68c5fd9-22d5-4c0a-9833-7fb0f5135313" providerId="ADAL" clId="{B1941030-844F-49C0-8176-6B84A3851D11}"/>
    <pc:docChg chg="custSel addSld delSld modSld">
      <pc:chgData name="鈴木 秀規" userId="f68c5fd9-22d5-4c0a-9833-7fb0f5135313" providerId="ADAL" clId="{B1941030-844F-49C0-8176-6B84A3851D11}" dt="2021-02-01T06:36:57.955" v="729"/>
      <pc:docMkLst>
        <pc:docMk/>
      </pc:docMkLst>
      <pc:sldChg chg="modSp mod">
        <pc:chgData name="鈴木 秀規" userId="f68c5fd9-22d5-4c0a-9833-7fb0f5135313" providerId="ADAL" clId="{B1941030-844F-49C0-8176-6B84A3851D11}" dt="2021-01-29T04:32:43.061" v="9" actId="20577"/>
        <pc:sldMkLst>
          <pc:docMk/>
          <pc:sldMk cId="0" sldId="256"/>
        </pc:sldMkLst>
        <pc:spChg chg="mod">
          <ac:chgData name="鈴木 秀規" userId="f68c5fd9-22d5-4c0a-9833-7fb0f5135313" providerId="ADAL" clId="{B1941030-844F-49C0-8176-6B84A3851D11}" dt="2021-01-29T04:32:43.061" v="9" actId="20577"/>
          <ac:spMkLst>
            <pc:docMk/>
            <pc:sldMk cId="0" sldId="256"/>
            <ac:spMk id="56" creationId="{00000000-0000-0000-0000-000000000000}"/>
          </ac:spMkLst>
        </pc:spChg>
      </pc:sldChg>
      <pc:sldChg chg="modSp mod">
        <pc:chgData name="鈴木 秀規" userId="f68c5fd9-22d5-4c0a-9833-7fb0f5135313" providerId="ADAL" clId="{B1941030-844F-49C0-8176-6B84A3851D11}" dt="2021-02-01T06:36:57.955" v="729"/>
        <pc:sldMkLst>
          <pc:docMk/>
          <pc:sldMk cId="1668843990" sldId="360"/>
        </pc:sldMkLst>
        <pc:spChg chg="mod">
          <ac:chgData name="鈴木 秀規" userId="f68c5fd9-22d5-4c0a-9833-7fb0f5135313" providerId="ADAL" clId="{B1941030-844F-49C0-8176-6B84A3851D11}" dt="2021-02-01T06:36:57.955" v="729"/>
          <ac:spMkLst>
            <pc:docMk/>
            <pc:sldMk cId="1668843990" sldId="360"/>
            <ac:spMk id="9" creationId="{A4832727-EA7F-44D6-A9F2-E4AE0246960A}"/>
          </ac:spMkLst>
        </pc:spChg>
      </pc:sldChg>
      <pc:sldChg chg="modSp mod">
        <pc:chgData name="鈴木 秀規" userId="f68c5fd9-22d5-4c0a-9833-7fb0f5135313" providerId="ADAL" clId="{B1941030-844F-49C0-8176-6B84A3851D11}" dt="2021-02-01T06:36:26.048" v="549" actId="20577"/>
        <pc:sldMkLst>
          <pc:docMk/>
          <pc:sldMk cId="267129399" sldId="361"/>
        </pc:sldMkLst>
        <pc:spChg chg="mod">
          <ac:chgData name="鈴木 秀規" userId="f68c5fd9-22d5-4c0a-9833-7fb0f5135313" providerId="ADAL" clId="{B1941030-844F-49C0-8176-6B84A3851D11}" dt="2021-02-01T06:36:26.048" v="549" actId="20577"/>
          <ac:spMkLst>
            <pc:docMk/>
            <pc:sldMk cId="267129399" sldId="361"/>
            <ac:spMk id="6" creationId="{D0F3BEAC-A5EA-4EE4-95C7-0AEC1107FD29}"/>
          </ac:spMkLst>
        </pc:spChg>
      </pc:sldChg>
      <pc:sldChg chg="addSp delSp modSp mod">
        <pc:chgData name="鈴木 秀規" userId="f68c5fd9-22d5-4c0a-9833-7fb0f5135313" providerId="ADAL" clId="{B1941030-844F-49C0-8176-6B84A3851D11}" dt="2021-01-29T04:34:25.052" v="28" actId="1582"/>
        <pc:sldMkLst>
          <pc:docMk/>
          <pc:sldMk cId="2397736379" sldId="363"/>
        </pc:sldMkLst>
        <pc:spChg chg="mod">
          <ac:chgData name="鈴木 秀規" userId="f68c5fd9-22d5-4c0a-9833-7fb0f5135313" providerId="ADAL" clId="{B1941030-844F-49C0-8176-6B84A3851D11}" dt="2021-01-29T04:33:35.753" v="16"/>
          <ac:spMkLst>
            <pc:docMk/>
            <pc:sldMk cId="2397736379" sldId="363"/>
            <ac:spMk id="7" creationId="{9630AD22-E64D-4A96-B059-2AF9F6580C25}"/>
          </ac:spMkLst>
        </pc:spChg>
        <pc:spChg chg="mod">
          <ac:chgData name="鈴木 秀規" userId="f68c5fd9-22d5-4c0a-9833-7fb0f5135313" providerId="ADAL" clId="{B1941030-844F-49C0-8176-6B84A3851D11}" dt="2021-01-29T04:33:28.224" v="15" actId="14100"/>
          <ac:spMkLst>
            <pc:docMk/>
            <pc:sldMk cId="2397736379" sldId="363"/>
            <ac:spMk id="8" creationId="{787CF02A-01AB-4517-BA3E-25572FA82648}"/>
          </ac:spMkLst>
        </pc:spChg>
        <pc:spChg chg="del">
          <ac:chgData name="鈴木 秀規" userId="f68c5fd9-22d5-4c0a-9833-7fb0f5135313" providerId="ADAL" clId="{B1941030-844F-49C0-8176-6B84A3851D11}" dt="2021-01-29T04:33:02.439" v="11" actId="478"/>
          <ac:spMkLst>
            <pc:docMk/>
            <pc:sldMk cId="2397736379" sldId="363"/>
            <ac:spMk id="20" creationId="{6A1F2DC2-FEFB-4B55-B9A8-804C2356BC0A}"/>
          </ac:spMkLst>
        </pc:spChg>
        <pc:spChg chg="del">
          <ac:chgData name="鈴木 秀規" userId="f68c5fd9-22d5-4c0a-9833-7fb0f5135313" providerId="ADAL" clId="{B1941030-844F-49C0-8176-6B84A3851D11}" dt="2021-01-29T04:33:02.439" v="11" actId="478"/>
          <ac:spMkLst>
            <pc:docMk/>
            <pc:sldMk cId="2397736379" sldId="363"/>
            <ac:spMk id="24" creationId="{61AABCE4-8C06-4464-A1FE-C5479533A73A}"/>
          </ac:spMkLst>
        </pc:spChg>
        <pc:spChg chg="del">
          <ac:chgData name="鈴木 秀規" userId="f68c5fd9-22d5-4c0a-9833-7fb0f5135313" providerId="ADAL" clId="{B1941030-844F-49C0-8176-6B84A3851D11}" dt="2021-01-29T04:33:02.439" v="11" actId="478"/>
          <ac:spMkLst>
            <pc:docMk/>
            <pc:sldMk cId="2397736379" sldId="363"/>
            <ac:spMk id="25" creationId="{677A1649-EFA4-4EA5-8C5D-068AF05E4B79}"/>
          </ac:spMkLst>
        </pc:spChg>
        <pc:spChg chg="del">
          <ac:chgData name="鈴木 秀規" userId="f68c5fd9-22d5-4c0a-9833-7fb0f5135313" providerId="ADAL" clId="{B1941030-844F-49C0-8176-6B84A3851D11}" dt="2021-01-29T04:33:02.439" v="11" actId="478"/>
          <ac:spMkLst>
            <pc:docMk/>
            <pc:sldMk cId="2397736379" sldId="363"/>
            <ac:spMk id="26" creationId="{253EF062-A8F9-4BBC-BDA6-D5B078E1987D}"/>
          </ac:spMkLst>
        </pc:spChg>
        <pc:spChg chg="del">
          <ac:chgData name="鈴木 秀規" userId="f68c5fd9-22d5-4c0a-9833-7fb0f5135313" providerId="ADAL" clId="{B1941030-844F-49C0-8176-6B84A3851D11}" dt="2021-01-29T04:33:02.439" v="11" actId="478"/>
          <ac:spMkLst>
            <pc:docMk/>
            <pc:sldMk cId="2397736379" sldId="363"/>
            <ac:spMk id="27" creationId="{6A1432DB-78A9-4BE3-A629-23DE9FE630BF}"/>
          </ac:spMkLst>
        </pc:spChg>
        <pc:spChg chg="del">
          <ac:chgData name="鈴木 秀規" userId="f68c5fd9-22d5-4c0a-9833-7fb0f5135313" providerId="ADAL" clId="{B1941030-844F-49C0-8176-6B84A3851D11}" dt="2021-01-29T04:33:02.439" v="11" actId="478"/>
          <ac:spMkLst>
            <pc:docMk/>
            <pc:sldMk cId="2397736379" sldId="363"/>
            <ac:spMk id="28" creationId="{08A8B2D8-85EE-40F4-B59A-3B08250F23C2}"/>
          </ac:spMkLst>
        </pc:spChg>
        <pc:spChg chg="add mod">
          <ac:chgData name="鈴木 秀規" userId="f68c5fd9-22d5-4c0a-9833-7fb0f5135313" providerId="ADAL" clId="{B1941030-844F-49C0-8176-6B84A3851D11}" dt="2021-01-29T04:34:15.472" v="26" actId="1076"/>
          <ac:spMkLst>
            <pc:docMk/>
            <pc:sldMk cId="2397736379" sldId="363"/>
            <ac:spMk id="34" creationId="{1C06E9C8-223A-47F7-8B68-D146EC444E50}"/>
          </ac:spMkLst>
        </pc:spChg>
        <pc:picChg chg="del">
          <ac:chgData name="鈴木 秀規" userId="f68c5fd9-22d5-4c0a-9833-7fb0f5135313" providerId="ADAL" clId="{B1941030-844F-49C0-8176-6B84A3851D11}" dt="2021-01-29T04:33:02.439" v="11" actId="478"/>
          <ac:picMkLst>
            <pc:docMk/>
            <pc:sldMk cId="2397736379" sldId="363"/>
            <ac:picMk id="9" creationId="{5D4595B8-BA8B-4104-A32F-708AA3722776}"/>
          </ac:picMkLst>
        </pc:picChg>
        <pc:picChg chg="del">
          <ac:chgData name="鈴木 秀規" userId="f68c5fd9-22d5-4c0a-9833-7fb0f5135313" providerId="ADAL" clId="{B1941030-844F-49C0-8176-6B84A3851D11}" dt="2021-01-29T04:33:02.439" v="11" actId="478"/>
          <ac:picMkLst>
            <pc:docMk/>
            <pc:sldMk cId="2397736379" sldId="363"/>
            <ac:picMk id="10" creationId="{9C10110C-4318-4828-9309-07270703879C}"/>
          </ac:picMkLst>
        </pc:picChg>
        <pc:picChg chg="del">
          <ac:chgData name="鈴木 秀規" userId="f68c5fd9-22d5-4c0a-9833-7fb0f5135313" providerId="ADAL" clId="{B1941030-844F-49C0-8176-6B84A3851D11}" dt="2021-01-29T04:33:02.439" v="11" actId="478"/>
          <ac:picMkLst>
            <pc:docMk/>
            <pc:sldMk cId="2397736379" sldId="363"/>
            <ac:picMk id="14" creationId="{43CCCDA8-5505-4805-9C7F-C752E5EBE1F2}"/>
          </ac:picMkLst>
        </pc:picChg>
        <pc:picChg chg="del">
          <ac:chgData name="鈴木 秀規" userId="f68c5fd9-22d5-4c0a-9833-7fb0f5135313" providerId="ADAL" clId="{B1941030-844F-49C0-8176-6B84A3851D11}" dt="2021-01-29T04:33:02.439" v="11" actId="478"/>
          <ac:picMkLst>
            <pc:docMk/>
            <pc:sldMk cId="2397736379" sldId="363"/>
            <ac:picMk id="17" creationId="{B36B4205-DF15-42AC-A2A3-723FFAEE6AEC}"/>
          </ac:picMkLst>
        </pc:picChg>
        <pc:picChg chg="del">
          <ac:chgData name="鈴木 秀規" userId="f68c5fd9-22d5-4c0a-9833-7fb0f5135313" providerId="ADAL" clId="{B1941030-844F-49C0-8176-6B84A3851D11}" dt="2021-01-29T04:33:02.439" v="11" actId="478"/>
          <ac:picMkLst>
            <pc:docMk/>
            <pc:sldMk cId="2397736379" sldId="363"/>
            <ac:picMk id="18" creationId="{17935D42-2E25-4D1B-B497-6E4A51F12C93}"/>
          </ac:picMkLst>
        </pc:picChg>
        <pc:picChg chg="del">
          <ac:chgData name="鈴木 秀規" userId="f68c5fd9-22d5-4c0a-9833-7fb0f5135313" providerId="ADAL" clId="{B1941030-844F-49C0-8176-6B84A3851D11}" dt="2021-01-29T04:33:04.755" v="12" actId="478"/>
          <ac:picMkLst>
            <pc:docMk/>
            <pc:sldMk cId="2397736379" sldId="363"/>
            <ac:picMk id="23" creationId="{46268FDB-CE61-4EF9-86B3-DF2D58C588E0}"/>
          </ac:picMkLst>
        </pc:picChg>
        <pc:picChg chg="add mod">
          <ac:chgData name="鈴木 秀規" userId="f68c5fd9-22d5-4c0a-9833-7fb0f5135313" providerId="ADAL" clId="{B1941030-844F-49C0-8176-6B84A3851D11}" dt="2021-01-29T04:33:47.393" v="18" actId="1076"/>
          <ac:picMkLst>
            <pc:docMk/>
            <pc:sldMk cId="2397736379" sldId="363"/>
            <ac:picMk id="29" creationId="{80E7F3C6-5DC7-463C-A0EF-8573F737A9D1}"/>
          </ac:picMkLst>
        </pc:picChg>
        <pc:picChg chg="add mod">
          <ac:chgData name="鈴木 秀規" userId="f68c5fd9-22d5-4c0a-9833-7fb0f5135313" providerId="ADAL" clId="{B1941030-844F-49C0-8176-6B84A3851D11}" dt="2021-01-29T04:33:47.393" v="18" actId="1076"/>
          <ac:picMkLst>
            <pc:docMk/>
            <pc:sldMk cId="2397736379" sldId="363"/>
            <ac:picMk id="30" creationId="{7643834D-6A1C-462B-B036-0560B2F07007}"/>
          </ac:picMkLst>
        </pc:picChg>
        <pc:picChg chg="add mod">
          <ac:chgData name="鈴木 秀規" userId="f68c5fd9-22d5-4c0a-9833-7fb0f5135313" providerId="ADAL" clId="{B1941030-844F-49C0-8176-6B84A3851D11}" dt="2021-01-29T04:33:47.393" v="18" actId="1076"/>
          <ac:picMkLst>
            <pc:docMk/>
            <pc:sldMk cId="2397736379" sldId="363"/>
            <ac:picMk id="35" creationId="{628A3F31-8B36-4855-8C45-D2424F78FCE2}"/>
          </ac:picMkLst>
        </pc:picChg>
        <pc:cxnChg chg="del mod">
          <ac:chgData name="鈴木 秀規" userId="f68c5fd9-22d5-4c0a-9833-7fb0f5135313" providerId="ADAL" clId="{B1941030-844F-49C0-8176-6B84A3851D11}" dt="2021-01-29T04:33:02.439" v="11" actId="478"/>
          <ac:cxnSpMkLst>
            <pc:docMk/>
            <pc:sldMk cId="2397736379" sldId="363"/>
            <ac:cxnSpMk id="15" creationId="{7C29249F-F388-4808-BA65-4C232F1BAE0E}"/>
          </ac:cxnSpMkLst>
        </pc:cxnChg>
        <pc:cxnChg chg="del mod">
          <ac:chgData name="鈴木 秀規" userId="f68c5fd9-22d5-4c0a-9833-7fb0f5135313" providerId="ADAL" clId="{B1941030-844F-49C0-8176-6B84A3851D11}" dt="2021-01-29T04:33:02.439" v="11" actId="478"/>
          <ac:cxnSpMkLst>
            <pc:docMk/>
            <pc:sldMk cId="2397736379" sldId="363"/>
            <ac:cxnSpMk id="16" creationId="{337FCC9E-C631-4412-B174-1C6680E7F517}"/>
          </ac:cxnSpMkLst>
        </pc:cxnChg>
        <pc:cxnChg chg="del mod">
          <ac:chgData name="鈴木 秀規" userId="f68c5fd9-22d5-4c0a-9833-7fb0f5135313" providerId="ADAL" clId="{B1941030-844F-49C0-8176-6B84A3851D11}" dt="2021-01-29T04:33:02.439" v="11" actId="478"/>
          <ac:cxnSpMkLst>
            <pc:docMk/>
            <pc:sldMk cId="2397736379" sldId="363"/>
            <ac:cxnSpMk id="19" creationId="{8C0777B4-17C4-482E-A9A7-55B472CCB402}"/>
          </ac:cxnSpMkLst>
        </pc:cxnChg>
        <pc:cxnChg chg="del mod">
          <ac:chgData name="鈴木 秀規" userId="f68c5fd9-22d5-4c0a-9833-7fb0f5135313" providerId="ADAL" clId="{B1941030-844F-49C0-8176-6B84A3851D11}" dt="2021-01-29T04:33:02.439" v="11" actId="478"/>
          <ac:cxnSpMkLst>
            <pc:docMk/>
            <pc:sldMk cId="2397736379" sldId="363"/>
            <ac:cxnSpMk id="21" creationId="{360F1E30-C410-4664-A44C-D76CDE558B86}"/>
          </ac:cxnSpMkLst>
        </pc:cxnChg>
        <pc:cxnChg chg="del mod">
          <ac:chgData name="鈴木 秀規" userId="f68c5fd9-22d5-4c0a-9833-7fb0f5135313" providerId="ADAL" clId="{B1941030-844F-49C0-8176-6B84A3851D11}" dt="2021-01-29T04:33:02.439" v="11" actId="478"/>
          <ac:cxnSpMkLst>
            <pc:docMk/>
            <pc:sldMk cId="2397736379" sldId="363"/>
            <ac:cxnSpMk id="22" creationId="{D8D0C633-EA00-468C-BF8F-D1BE99765D8F}"/>
          </ac:cxnSpMkLst>
        </pc:cxnChg>
        <pc:cxnChg chg="add mod">
          <ac:chgData name="鈴木 秀規" userId="f68c5fd9-22d5-4c0a-9833-7fb0f5135313" providerId="ADAL" clId="{B1941030-844F-49C0-8176-6B84A3851D11}" dt="2021-01-29T04:34:25.052" v="28" actId="1582"/>
          <ac:cxnSpMkLst>
            <pc:docMk/>
            <pc:sldMk cId="2397736379" sldId="363"/>
            <ac:cxnSpMk id="31" creationId="{8F947215-C8CC-41B9-8A27-03D5881027A1}"/>
          </ac:cxnSpMkLst>
        </pc:cxnChg>
        <pc:cxnChg chg="add mod">
          <ac:chgData name="鈴木 秀規" userId="f68c5fd9-22d5-4c0a-9833-7fb0f5135313" providerId="ADAL" clId="{B1941030-844F-49C0-8176-6B84A3851D11}" dt="2021-01-29T04:34:25.052" v="28" actId="1582"/>
          <ac:cxnSpMkLst>
            <pc:docMk/>
            <pc:sldMk cId="2397736379" sldId="363"/>
            <ac:cxnSpMk id="32" creationId="{5D6F1C64-5153-471D-8D40-1FA6BCFD2CFA}"/>
          </ac:cxnSpMkLst>
        </pc:cxnChg>
        <pc:cxnChg chg="add mod">
          <ac:chgData name="鈴木 秀規" userId="f68c5fd9-22d5-4c0a-9833-7fb0f5135313" providerId="ADAL" clId="{B1941030-844F-49C0-8176-6B84A3851D11}" dt="2021-01-29T04:34:25.052" v="28" actId="1582"/>
          <ac:cxnSpMkLst>
            <pc:docMk/>
            <pc:sldMk cId="2397736379" sldId="363"/>
            <ac:cxnSpMk id="33" creationId="{F9768C17-188C-41E2-BC18-CE589979801B}"/>
          </ac:cxnSpMkLst>
        </pc:cxnChg>
      </pc:sldChg>
      <pc:sldChg chg="del">
        <pc:chgData name="鈴木 秀規" userId="f68c5fd9-22d5-4c0a-9833-7fb0f5135313" providerId="ADAL" clId="{B1941030-844F-49C0-8176-6B84A3851D11}" dt="2021-01-29T04:32:56.477" v="10" actId="2696"/>
        <pc:sldMkLst>
          <pc:docMk/>
          <pc:sldMk cId="1835643292" sldId="364"/>
        </pc:sldMkLst>
      </pc:sldChg>
      <pc:sldChg chg="addSp modSp new mod">
        <pc:chgData name="鈴木 秀規" userId="f68c5fd9-22d5-4c0a-9833-7fb0f5135313" providerId="ADAL" clId="{B1941030-844F-49C0-8176-6B84A3851D11}" dt="2021-01-29T04:36:11.453" v="53" actId="14100"/>
        <pc:sldMkLst>
          <pc:docMk/>
          <pc:sldMk cId="3656570752" sldId="364"/>
        </pc:sldMkLst>
        <pc:spChg chg="mod">
          <ac:chgData name="鈴木 秀規" userId="f68c5fd9-22d5-4c0a-9833-7fb0f5135313" providerId="ADAL" clId="{B1941030-844F-49C0-8176-6B84A3851D11}" dt="2021-01-29T04:34:49.281" v="30"/>
          <ac:spMkLst>
            <pc:docMk/>
            <pc:sldMk cId="3656570752" sldId="364"/>
            <ac:spMk id="3" creationId="{E7A34BD7-0B67-44D2-AC7F-EAEB23F455A9}"/>
          </ac:spMkLst>
        </pc:spChg>
        <pc:spChg chg="mod">
          <ac:chgData name="鈴木 秀規" userId="f68c5fd9-22d5-4c0a-9833-7fb0f5135313" providerId="ADAL" clId="{B1941030-844F-49C0-8176-6B84A3851D11}" dt="2021-01-29T04:35:05.253" v="34" actId="14100"/>
          <ac:spMkLst>
            <pc:docMk/>
            <pc:sldMk cId="3656570752" sldId="364"/>
            <ac:spMk id="5" creationId="{8839F937-886E-403A-9D9F-10CE6CEE1622}"/>
          </ac:spMkLst>
        </pc:spChg>
        <pc:spChg chg="add mod">
          <ac:chgData name="鈴木 秀規" userId="f68c5fd9-22d5-4c0a-9833-7fb0f5135313" providerId="ADAL" clId="{B1941030-844F-49C0-8176-6B84A3851D11}" dt="2021-01-29T04:35:19.128" v="37" actId="207"/>
          <ac:spMkLst>
            <pc:docMk/>
            <pc:sldMk cId="3656570752" sldId="364"/>
            <ac:spMk id="7" creationId="{16DB3080-3F9B-440F-93CC-791BF79AFAFD}"/>
          </ac:spMkLst>
        </pc:spChg>
        <pc:spChg chg="add mod">
          <ac:chgData name="鈴木 秀規" userId="f68c5fd9-22d5-4c0a-9833-7fb0f5135313" providerId="ADAL" clId="{B1941030-844F-49C0-8176-6B84A3851D11}" dt="2021-01-29T04:36:11.453" v="53" actId="14100"/>
          <ac:spMkLst>
            <pc:docMk/>
            <pc:sldMk cId="3656570752" sldId="364"/>
            <ac:spMk id="9" creationId="{809F64C8-9946-4BE0-84FE-7595C38DC268}"/>
          </ac:spMkLst>
        </pc:spChg>
        <pc:picChg chg="add mod">
          <ac:chgData name="鈴木 秀規" userId="f68c5fd9-22d5-4c0a-9833-7fb0f5135313" providerId="ADAL" clId="{B1941030-844F-49C0-8176-6B84A3851D11}" dt="2021-01-29T04:35:13.788" v="36" actId="1076"/>
          <ac:picMkLst>
            <pc:docMk/>
            <pc:sldMk cId="3656570752" sldId="364"/>
            <ac:picMk id="6" creationId="{32754BFD-1651-4694-86E4-BF8110A3AF7E}"/>
          </ac:picMkLst>
        </pc:picChg>
        <pc:cxnChg chg="add mod">
          <ac:chgData name="鈴木 秀規" userId="f68c5fd9-22d5-4c0a-9833-7fb0f5135313" providerId="ADAL" clId="{B1941030-844F-49C0-8176-6B84A3851D11}" dt="2021-01-29T04:35:13.788" v="36" actId="1076"/>
          <ac:cxnSpMkLst>
            <pc:docMk/>
            <pc:sldMk cId="3656570752" sldId="364"/>
            <ac:cxnSpMk id="8" creationId="{67739BA0-05C5-4431-BD0A-E88CED578282}"/>
          </ac:cxnSpMkLst>
        </pc:cxnChg>
      </pc:sldChg>
      <pc:sldChg chg="addSp modSp new mod">
        <pc:chgData name="鈴木 秀規" userId="f68c5fd9-22d5-4c0a-9833-7fb0f5135313" providerId="ADAL" clId="{B1941030-844F-49C0-8176-6B84A3851D11}" dt="2021-01-29T04:39:09.482" v="76" actId="207"/>
        <pc:sldMkLst>
          <pc:docMk/>
          <pc:sldMk cId="803925699" sldId="365"/>
        </pc:sldMkLst>
        <pc:spChg chg="mod">
          <ac:chgData name="鈴木 秀規" userId="f68c5fd9-22d5-4c0a-9833-7fb0f5135313" providerId="ADAL" clId="{B1941030-844F-49C0-8176-6B84A3851D11}" dt="2021-01-29T04:36:29.654" v="55"/>
          <ac:spMkLst>
            <pc:docMk/>
            <pc:sldMk cId="803925699" sldId="365"/>
            <ac:spMk id="3" creationId="{35FF79BE-3181-4F0C-95F8-A36C8472501D}"/>
          </ac:spMkLst>
        </pc:spChg>
        <pc:spChg chg="mod">
          <ac:chgData name="鈴木 秀規" userId="f68c5fd9-22d5-4c0a-9833-7fb0f5135313" providerId="ADAL" clId="{B1941030-844F-49C0-8176-6B84A3851D11}" dt="2021-01-29T04:37:44.657" v="59" actId="14100"/>
          <ac:spMkLst>
            <pc:docMk/>
            <pc:sldMk cId="803925699" sldId="365"/>
            <ac:spMk id="5" creationId="{758FB996-0B31-407F-B995-F9C4E9CE07AD}"/>
          </ac:spMkLst>
        </pc:spChg>
        <pc:spChg chg="add mod">
          <ac:chgData name="鈴木 秀規" userId="f68c5fd9-22d5-4c0a-9833-7fb0f5135313" providerId="ADAL" clId="{B1941030-844F-49C0-8176-6B84A3851D11}" dt="2021-01-29T04:38:42.635" v="69" actId="1076"/>
          <ac:spMkLst>
            <pc:docMk/>
            <pc:sldMk cId="803925699" sldId="365"/>
            <ac:spMk id="6" creationId="{A3773D9E-5C9A-433D-9BF3-C408AB5B0D9D}"/>
          </ac:spMkLst>
        </pc:spChg>
        <pc:spChg chg="add mod">
          <ac:chgData name="鈴木 秀規" userId="f68c5fd9-22d5-4c0a-9833-7fb0f5135313" providerId="ADAL" clId="{B1941030-844F-49C0-8176-6B84A3851D11}" dt="2021-01-29T04:38:36.093" v="67" actId="14100"/>
          <ac:spMkLst>
            <pc:docMk/>
            <pc:sldMk cId="803925699" sldId="365"/>
            <ac:spMk id="8" creationId="{85950DD6-933B-4F9B-A4B0-9A0EECED1164}"/>
          </ac:spMkLst>
        </pc:spChg>
        <pc:spChg chg="add mod">
          <ac:chgData name="鈴木 秀規" userId="f68c5fd9-22d5-4c0a-9833-7fb0f5135313" providerId="ADAL" clId="{B1941030-844F-49C0-8176-6B84A3851D11}" dt="2021-01-29T04:38:32.746" v="66" actId="14100"/>
          <ac:spMkLst>
            <pc:docMk/>
            <pc:sldMk cId="803925699" sldId="365"/>
            <ac:spMk id="9" creationId="{43BF35A5-2940-4C84-A271-A984049173E9}"/>
          </ac:spMkLst>
        </pc:spChg>
        <pc:spChg chg="add mod">
          <ac:chgData name="鈴木 秀規" userId="f68c5fd9-22d5-4c0a-9833-7fb0f5135313" providerId="ADAL" clId="{B1941030-844F-49C0-8176-6B84A3851D11}" dt="2021-01-29T04:39:09.482" v="76" actId="207"/>
          <ac:spMkLst>
            <pc:docMk/>
            <pc:sldMk cId="803925699" sldId="365"/>
            <ac:spMk id="10" creationId="{E71A9877-6BF1-403D-B11D-E9C97F7AAA30}"/>
          </ac:spMkLst>
        </pc:spChg>
        <pc:cxnChg chg="add mod">
          <ac:chgData name="鈴木 秀規" userId="f68c5fd9-22d5-4c0a-9833-7fb0f5135313" providerId="ADAL" clId="{B1941030-844F-49C0-8176-6B84A3851D11}" dt="2021-01-29T04:38:42.635" v="69" actId="1076"/>
          <ac:cxnSpMkLst>
            <pc:docMk/>
            <pc:sldMk cId="803925699" sldId="365"/>
            <ac:cxnSpMk id="7" creationId="{11B15088-48EB-412D-87B1-CF70EA9E58AF}"/>
          </ac:cxnSpMkLst>
        </pc:cxnChg>
      </pc:sldChg>
      <pc:sldChg chg="del">
        <pc:chgData name="鈴木 秀規" userId="f68c5fd9-22d5-4c0a-9833-7fb0f5135313" providerId="ADAL" clId="{B1941030-844F-49C0-8176-6B84A3851D11}" dt="2021-01-29T04:32:56.477" v="10" actId="2696"/>
        <pc:sldMkLst>
          <pc:docMk/>
          <pc:sldMk cId="1277167566" sldId="365"/>
        </pc:sldMkLst>
      </pc:sldChg>
      <pc:sldChg chg="addSp modSp new mod">
        <pc:chgData name="鈴木 秀規" userId="f68c5fd9-22d5-4c0a-9833-7fb0f5135313" providerId="ADAL" clId="{B1941030-844F-49C0-8176-6B84A3851D11}" dt="2021-01-29T04:42:18.327" v="114" actId="207"/>
        <pc:sldMkLst>
          <pc:docMk/>
          <pc:sldMk cId="2587155910" sldId="366"/>
        </pc:sldMkLst>
        <pc:spChg chg="mod">
          <ac:chgData name="鈴木 秀規" userId="f68c5fd9-22d5-4c0a-9833-7fb0f5135313" providerId="ADAL" clId="{B1941030-844F-49C0-8176-6B84A3851D11}" dt="2021-01-29T04:40:23.057" v="78"/>
          <ac:spMkLst>
            <pc:docMk/>
            <pc:sldMk cId="2587155910" sldId="366"/>
            <ac:spMk id="3" creationId="{9729685D-75BD-4E16-B040-6B8F3803FD94}"/>
          </ac:spMkLst>
        </pc:spChg>
        <pc:spChg chg="mod">
          <ac:chgData name="鈴木 秀規" userId="f68c5fd9-22d5-4c0a-9833-7fb0f5135313" providerId="ADAL" clId="{B1941030-844F-49C0-8176-6B84A3851D11}" dt="2021-01-29T04:40:55.148" v="86" actId="207"/>
          <ac:spMkLst>
            <pc:docMk/>
            <pc:sldMk cId="2587155910" sldId="366"/>
            <ac:spMk id="5" creationId="{24F84416-527E-4DDF-9128-A102A8D1E173}"/>
          </ac:spMkLst>
        </pc:spChg>
        <pc:spChg chg="add mod">
          <ac:chgData name="鈴木 秀規" userId="f68c5fd9-22d5-4c0a-9833-7fb0f5135313" providerId="ADAL" clId="{B1941030-844F-49C0-8176-6B84A3851D11}" dt="2021-01-29T04:41:46.363" v="103" actId="207"/>
          <ac:spMkLst>
            <pc:docMk/>
            <pc:sldMk cId="2587155910" sldId="366"/>
            <ac:spMk id="6" creationId="{DB7CE7C8-6A31-4E41-A456-54318A701731}"/>
          </ac:spMkLst>
        </pc:spChg>
        <pc:spChg chg="add mod">
          <ac:chgData name="鈴木 秀規" userId="f68c5fd9-22d5-4c0a-9833-7fb0f5135313" providerId="ADAL" clId="{B1941030-844F-49C0-8176-6B84A3851D11}" dt="2021-01-29T04:41:51.728" v="104" actId="207"/>
          <ac:spMkLst>
            <pc:docMk/>
            <pc:sldMk cId="2587155910" sldId="366"/>
            <ac:spMk id="8" creationId="{91A49978-A71D-46D7-A954-C876A5F08E5B}"/>
          </ac:spMkLst>
        </pc:spChg>
        <pc:spChg chg="add mod">
          <ac:chgData name="鈴木 秀規" userId="f68c5fd9-22d5-4c0a-9833-7fb0f5135313" providerId="ADAL" clId="{B1941030-844F-49C0-8176-6B84A3851D11}" dt="2021-01-29T04:41:27.768" v="92" actId="2711"/>
          <ac:spMkLst>
            <pc:docMk/>
            <pc:sldMk cId="2587155910" sldId="366"/>
            <ac:spMk id="9" creationId="{72054600-A83D-4029-A3CF-2D5E967528AD}"/>
          </ac:spMkLst>
        </pc:spChg>
        <pc:spChg chg="add mod">
          <ac:chgData name="鈴木 秀規" userId="f68c5fd9-22d5-4c0a-9833-7fb0f5135313" providerId="ADAL" clId="{B1941030-844F-49C0-8176-6B84A3851D11}" dt="2021-01-29T04:41:27.768" v="92" actId="2711"/>
          <ac:spMkLst>
            <pc:docMk/>
            <pc:sldMk cId="2587155910" sldId="366"/>
            <ac:spMk id="10" creationId="{0C5F4B85-189E-4135-B6B3-BB6B9E289C9F}"/>
          </ac:spMkLst>
        </pc:spChg>
        <pc:spChg chg="add mod">
          <ac:chgData name="鈴木 秀規" userId="f68c5fd9-22d5-4c0a-9833-7fb0f5135313" providerId="ADAL" clId="{B1941030-844F-49C0-8176-6B84A3851D11}" dt="2021-01-29T04:42:10.699" v="112" actId="207"/>
          <ac:spMkLst>
            <pc:docMk/>
            <pc:sldMk cId="2587155910" sldId="366"/>
            <ac:spMk id="11" creationId="{D3D587A0-0DFE-4902-AA54-A283C7FA73A2}"/>
          </ac:spMkLst>
        </pc:spChg>
        <pc:spChg chg="add mod">
          <ac:chgData name="鈴木 秀規" userId="f68c5fd9-22d5-4c0a-9833-7fb0f5135313" providerId="ADAL" clId="{B1941030-844F-49C0-8176-6B84A3851D11}" dt="2021-01-29T04:42:18.327" v="114" actId="207"/>
          <ac:spMkLst>
            <pc:docMk/>
            <pc:sldMk cId="2587155910" sldId="366"/>
            <ac:spMk id="12" creationId="{BBE22E54-744F-493D-82EB-677D9EC69218}"/>
          </ac:spMkLst>
        </pc:spChg>
        <pc:spChg chg="add mod">
          <ac:chgData name="鈴木 秀規" userId="f68c5fd9-22d5-4c0a-9833-7fb0f5135313" providerId="ADAL" clId="{B1941030-844F-49C0-8176-6B84A3851D11}" dt="2021-01-29T04:42:15.017" v="113" actId="207"/>
          <ac:spMkLst>
            <pc:docMk/>
            <pc:sldMk cId="2587155910" sldId="366"/>
            <ac:spMk id="13" creationId="{FC9FD184-A6DA-4BE2-868D-9EB445A5F842}"/>
          </ac:spMkLst>
        </pc:spChg>
        <pc:spChg chg="add mod">
          <ac:chgData name="鈴木 秀規" userId="f68c5fd9-22d5-4c0a-9833-7fb0f5135313" providerId="ADAL" clId="{B1941030-844F-49C0-8176-6B84A3851D11}" dt="2021-01-29T04:42:01" v="111" actId="1038"/>
          <ac:spMkLst>
            <pc:docMk/>
            <pc:sldMk cId="2587155910" sldId="366"/>
            <ac:spMk id="14" creationId="{898B0CBA-5301-4755-8360-3C2F8F8B3BA7}"/>
          </ac:spMkLst>
        </pc:spChg>
        <pc:cxnChg chg="add mod">
          <ac:chgData name="鈴木 秀規" userId="f68c5fd9-22d5-4c0a-9833-7fb0f5135313" providerId="ADAL" clId="{B1941030-844F-49C0-8176-6B84A3851D11}" dt="2021-01-29T04:41:38.823" v="102" actId="1037"/>
          <ac:cxnSpMkLst>
            <pc:docMk/>
            <pc:sldMk cId="2587155910" sldId="366"/>
            <ac:cxnSpMk id="7" creationId="{207C225F-1F7B-4FBB-AC66-96F0CDFCBBCF}"/>
          </ac:cxnSpMkLst>
        </pc:cxnChg>
        <pc:cxnChg chg="add mod">
          <ac:chgData name="鈴木 秀規" userId="f68c5fd9-22d5-4c0a-9833-7fb0f5135313" providerId="ADAL" clId="{B1941030-844F-49C0-8176-6B84A3851D11}" dt="2021-01-29T04:41:14.965" v="89" actId="14100"/>
          <ac:cxnSpMkLst>
            <pc:docMk/>
            <pc:sldMk cId="2587155910" sldId="366"/>
            <ac:cxnSpMk id="15" creationId="{DEF88B7D-06B4-4E17-994A-54572C5B5416}"/>
          </ac:cxnSpMkLst>
        </pc:cxnChg>
      </pc:sldChg>
      <pc:sldChg chg="del">
        <pc:chgData name="鈴木 秀規" userId="f68c5fd9-22d5-4c0a-9833-7fb0f5135313" providerId="ADAL" clId="{B1941030-844F-49C0-8176-6B84A3851D11}" dt="2021-01-29T04:32:56.477" v="10" actId="2696"/>
        <pc:sldMkLst>
          <pc:docMk/>
          <pc:sldMk cId="3202997917" sldId="366"/>
        </pc:sldMkLst>
      </pc:sldChg>
      <pc:sldChg chg="del">
        <pc:chgData name="鈴木 秀規" userId="f68c5fd9-22d5-4c0a-9833-7fb0f5135313" providerId="ADAL" clId="{B1941030-844F-49C0-8176-6B84A3851D11}" dt="2021-01-29T04:32:56.477" v="10" actId="2696"/>
        <pc:sldMkLst>
          <pc:docMk/>
          <pc:sldMk cId="1111243588" sldId="367"/>
        </pc:sldMkLst>
      </pc:sldChg>
      <pc:sldChg chg="modSp new mod">
        <pc:chgData name="鈴木 秀規" userId="f68c5fd9-22d5-4c0a-9833-7fb0f5135313" providerId="ADAL" clId="{B1941030-844F-49C0-8176-6B84A3851D11}" dt="2021-01-29T04:43:33.885" v="128" actId="207"/>
        <pc:sldMkLst>
          <pc:docMk/>
          <pc:sldMk cId="2894058037" sldId="367"/>
        </pc:sldMkLst>
        <pc:spChg chg="mod">
          <ac:chgData name="鈴木 秀規" userId="f68c5fd9-22d5-4c0a-9833-7fb0f5135313" providerId="ADAL" clId="{B1941030-844F-49C0-8176-6B84A3851D11}" dt="2021-01-29T04:42:32.638" v="116"/>
          <ac:spMkLst>
            <pc:docMk/>
            <pc:sldMk cId="2894058037" sldId="367"/>
            <ac:spMk id="3" creationId="{6FB07722-94F1-42C6-812B-FF5800DB0794}"/>
          </ac:spMkLst>
        </pc:spChg>
        <pc:spChg chg="mod">
          <ac:chgData name="鈴木 秀規" userId="f68c5fd9-22d5-4c0a-9833-7fb0f5135313" providerId="ADAL" clId="{B1941030-844F-49C0-8176-6B84A3851D11}" dt="2021-01-29T04:43:33.885" v="128" actId="207"/>
          <ac:spMkLst>
            <pc:docMk/>
            <pc:sldMk cId="2894058037" sldId="367"/>
            <ac:spMk id="5" creationId="{A647997F-BE6E-4DA2-B66F-8086795CD439}"/>
          </ac:spMkLst>
        </pc:spChg>
      </pc:sldChg>
      <pc:sldChg chg="del">
        <pc:chgData name="鈴木 秀規" userId="f68c5fd9-22d5-4c0a-9833-7fb0f5135313" providerId="ADAL" clId="{B1941030-844F-49C0-8176-6B84A3851D11}" dt="2021-01-29T04:32:56.477" v="10" actId="2696"/>
        <pc:sldMkLst>
          <pc:docMk/>
          <pc:sldMk cId="456779390" sldId="368"/>
        </pc:sldMkLst>
      </pc:sldChg>
      <pc:sldChg chg="addSp modSp new mod">
        <pc:chgData name="鈴木 秀規" userId="f68c5fd9-22d5-4c0a-9833-7fb0f5135313" providerId="ADAL" clId="{B1941030-844F-49C0-8176-6B84A3851D11}" dt="2021-01-29T04:47:19.783" v="187" actId="1076"/>
        <pc:sldMkLst>
          <pc:docMk/>
          <pc:sldMk cId="2878348738" sldId="368"/>
        </pc:sldMkLst>
        <pc:spChg chg="mod">
          <ac:chgData name="鈴木 秀規" userId="f68c5fd9-22d5-4c0a-9833-7fb0f5135313" providerId="ADAL" clId="{B1941030-844F-49C0-8176-6B84A3851D11}" dt="2021-01-29T04:43:52.910" v="130"/>
          <ac:spMkLst>
            <pc:docMk/>
            <pc:sldMk cId="2878348738" sldId="368"/>
            <ac:spMk id="3" creationId="{C9C2170A-495C-470F-A6BF-0F600FE15AEB}"/>
          </ac:spMkLst>
        </pc:spChg>
        <pc:spChg chg="mod">
          <ac:chgData name="鈴木 秀規" userId="f68c5fd9-22d5-4c0a-9833-7fb0f5135313" providerId="ADAL" clId="{B1941030-844F-49C0-8176-6B84A3851D11}" dt="2021-01-29T04:44:16.357" v="136" actId="14100"/>
          <ac:spMkLst>
            <pc:docMk/>
            <pc:sldMk cId="2878348738" sldId="368"/>
            <ac:spMk id="5" creationId="{DCC07C12-3A67-4E82-B3CE-E6ADEFE8C655}"/>
          </ac:spMkLst>
        </pc:spChg>
        <pc:spChg chg="add mod">
          <ac:chgData name="鈴木 秀規" userId="f68c5fd9-22d5-4c0a-9833-7fb0f5135313" providerId="ADAL" clId="{B1941030-844F-49C0-8176-6B84A3851D11}" dt="2021-01-29T04:46:45.038" v="179" actId="1076"/>
          <ac:spMkLst>
            <pc:docMk/>
            <pc:sldMk cId="2878348738" sldId="368"/>
            <ac:spMk id="6" creationId="{8A87698A-6CBA-475E-AF31-B3DBC697A5ED}"/>
          </ac:spMkLst>
        </pc:spChg>
        <pc:spChg chg="add mod">
          <ac:chgData name="鈴木 秀規" userId="f68c5fd9-22d5-4c0a-9833-7fb0f5135313" providerId="ADAL" clId="{B1941030-844F-49C0-8176-6B84A3851D11}" dt="2021-01-29T04:46:45.038" v="179" actId="1076"/>
          <ac:spMkLst>
            <pc:docMk/>
            <pc:sldMk cId="2878348738" sldId="368"/>
            <ac:spMk id="7" creationId="{E90D5458-8595-4189-8EAA-7C4F79C79390}"/>
          </ac:spMkLst>
        </pc:spChg>
        <pc:spChg chg="add mod">
          <ac:chgData name="鈴木 秀規" userId="f68c5fd9-22d5-4c0a-9833-7fb0f5135313" providerId="ADAL" clId="{B1941030-844F-49C0-8176-6B84A3851D11}" dt="2021-01-29T04:46:45.038" v="179" actId="1076"/>
          <ac:spMkLst>
            <pc:docMk/>
            <pc:sldMk cId="2878348738" sldId="368"/>
            <ac:spMk id="8" creationId="{E31986FB-D036-41FE-8DC1-5EA4CE2605B9}"/>
          </ac:spMkLst>
        </pc:spChg>
        <pc:spChg chg="add mod">
          <ac:chgData name="鈴木 秀規" userId="f68c5fd9-22d5-4c0a-9833-7fb0f5135313" providerId="ADAL" clId="{B1941030-844F-49C0-8176-6B84A3851D11}" dt="2021-01-29T04:46:45.038" v="179" actId="1076"/>
          <ac:spMkLst>
            <pc:docMk/>
            <pc:sldMk cId="2878348738" sldId="368"/>
            <ac:spMk id="9" creationId="{138FBC47-714C-4122-BDFA-66E3CF43D307}"/>
          </ac:spMkLst>
        </pc:spChg>
        <pc:spChg chg="add mod">
          <ac:chgData name="鈴木 秀規" userId="f68c5fd9-22d5-4c0a-9833-7fb0f5135313" providerId="ADAL" clId="{B1941030-844F-49C0-8176-6B84A3851D11}" dt="2021-01-29T04:47:19.783" v="187" actId="1076"/>
          <ac:spMkLst>
            <pc:docMk/>
            <pc:sldMk cId="2878348738" sldId="368"/>
            <ac:spMk id="10" creationId="{53A2F49A-37A2-4BA3-B466-F1948CDFB3D6}"/>
          </ac:spMkLst>
        </pc:spChg>
      </pc:sldChg>
      <pc:sldChg chg="addSp modSp new mod">
        <pc:chgData name="鈴木 秀規" userId="f68c5fd9-22d5-4c0a-9833-7fb0f5135313" providerId="ADAL" clId="{B1941030-844F-49C0-8176-6B84A3851D11}" dt="2021-01-29T04:53:48.273" v="240" actId="1035"/>
        <pc:sldMkLst>
          <pc:docMk/>
          <pc:sldMk cId="36233667" sldId="369"/>
        </pc:sldMkLst>
        <pc:spChg chg="mod">
          <ac:chgData name="鈴木 秀規" userId="f68c5fd9-22d5-4c0a-9833-7fb0f5135313" providerId="ADAL" clId="{B1941030-844F-49C0-8176-6B84A3851D11}" dt="2021-01-29T04:48:13.303" v="190"/>
          <ac:spMkLst>
            <pc:docMk/>
            <pc:sldMk cId="36233667" sldId="369"/>
            <ac:spMk id="3" creationId="{B2185212-E85A-4AB2-89AC-876C7AD006BD}"/>
          </ac:spMkLst>
        </pc:spChg>
        <pc:spChg chg="mod">
          <ac:chgData name="鈴木 秀規" userId="f68c5fd9-22d5-4c0a-9833-7fb0f5135313" providerId="ADAL" clId="{B1941030-844F-49C0-8176-6B84A3851D11}" dt="2021-01-29T04:53:43.832" v="234" actId="20577"/>
          <ac:spMkLst>
            <pc:docMk/>
            <pc:sldMk cId="36233667" sldId="369"/>
            <ac:spMk id="5" creationId="{64C8375D-887C-4D77-9784-62155D090015}"/>
          </ac:spMkLst>
        </pc:spChg>
        <pc:spChg chg="add mod">
          <ac:chgData name="鈴木 秀規" userId="f68c5fd9-22d5-4c0a-9833-7fb0f5135313" providerId="ADAL" clId="{B1941030-844F-49C0-8176-6B84A3851D11}" dt="2021-01-29T04:53:48.273" v="240" actId="1035"/>
          <ac:spMkLst>
            <pc:docMk/>
            <pc:sldMk cId="36233667" sldId="369"/>
            <ac:spMk id="6" creationId="{E9A5E7DC-4965-4A98-AEC1-73346F46DD98}"/>
          </ac:spMkLst>
        </pc:spChg>
        <pc:spChg chg="add mod">
          <ac:chgData name="鈴木 秀規" userId="f68c5fd9-22d5-4c0a-9833-7fb0f5135313" providerId="ADAL" clId="{B1941030-844F-49C0-8176-6B84A3851D11}" dt="2021-01-29T04:53:48.273" v="240" actId="1035"/>
          <ac:spMkLst>
            <pc:docMk/>
            <pc:sldMk cId="36233667" sldId="369"/>
            <ac:spMk id="7" creationId="{25941947-7AA7-445F-A1F0-030C4A6C2C83}"/>
          </ac:spMkLst>
        </pc:spChg>
        <pc:spChg chg="add mod">
          <ac:chgData name="鈴木 秀規" userId="f68c5fd9-22d5-4c0a-9833-7fb0f5135313" providerId="ADAL" clId="{B1941030-844F-49C0-8176-6B84A3851D11}" dt="2021-01-29T04:53:48.273" v="240" actId="1035"/>
          <ac:spMkLst>
            <pc:docMk/>
            <pc:sldMk cId="36233667" sldId="369"/>
            <ac:spMk id="8" creationId="{200813EB-9CA7-4C5C-AEC9-71D69F32D85F}"/>
          </ac:spMkLst>
        </pc:spChg>
      </pc:sldChg>
      <pc:sldChg chg="del">
        <pc:chgData name="鈴木 秀規" userId="f68c5fd9-22d5-4c0a-9833-7fb0f5135313" providerId="ADAL" clId="{B1941030-844F-49C0-8176-6B84A3851D11}" dt="2021-01-29T04:32:56.477" v="10" actId="2696"/>
        <pc:sldMkLst>
          <pc:docMk/>
          <pc:sldMk cId="626248736" sldId="370"/>
        </pc:sldMkLst>
      </pc:sldChg>
      <pc:sldChg chg="addSp modSp new mod">
        <pc:chgData name="鈴木 秀規" userId="f68c5fd9-22d5-4c0a-9833-7fb0f5135313" providerId="ADAL" clId="{B1941030-844F-49C0-8176-6B84A3851D11}" dt="2021-01-29T04:58:13.143" v="277" actId="1036"/>
        <pc:sldMkLst>
          <pc:docMk/>
          <pc:sldMk cId="3279262032" sldId="370"/>
        </pc:sldMkLst>
        <pc:spChg chg="mod">
          <ac:chgData name="鈴木 秀規" userId="f68c5fd9-22d5-4c0a-9833-7fb0f5135313" providerId="ADAL" clId="{B1941030-844F-49C0-8176-6B84A3851D11}" dt="2021-01-29T04:51:53.344" v="223"/>
          <ac:spMkLst>
            <pc:docMk/>
            <pc:sldMk cId="3279262032" sldId="370"/>
            <ac:spMk id="3" creationId="{F0A9B0F2-95E9-4694-9890-156E9D963498}"/>
          </ac:spMkLst>
        </pc:spChg>
        <pc:spChg chg="mod">
          <ac:chgData name="鈴木 秀規" userId="f68c5fd9-22d5-4c0a-9833-7fb0f5135313" providerId="ADAL" clId="{B1941030-844F-49C0-8176-6B84A3851D11}" dt="2021-01-29T04:52:09.323" v="227" actId="14100"/>
          <ac:spMkLst>
            <pc:docMk/>
            <pc:sldMk cId="3279262032" sldId="370"/>
            <ac:spMk id="5" creationId="{5D32B261-C1D5-42A1-841A-E71B9F1AF7EB}"/>
          </ac:spMkLst>
        </pc:spChg>
        <pc:spChg chg="add mod">
          <ac:chgData name="鈴木 秀規" userId="f68c5fd9-22d5-4c0a-9833-7fb0f5135313" providerId="ADAL" clId="{B1941030-844F-49C0-8176-6B84A3851D11}" dt="2021-01-29T04:57:55.779" v="264" actId="14100"/>
          <ac:spMkLst>
            <pc:docMk/>
            <pc:sldMk cId="3279262032" sldId="370"/>
            <ac:spMk id="6" creationId="{9933ADFF-8902-4437-9933-7CA1DCCB5639}"/>
          </ac:spMkLst>
        </pc:spChg>
        <pc:spChg chg="add mod">
          <ac:chgData name="鈴木 秀規" userId="f68c5fd9-22d5-4c0a-9833-7fb0f5135313" providerId="ADAL" clId="{B1941030-844F-49C0-8176-6B84A3851D11}" dt="2021-01-29T04:58:08.871" v="271" actId="1036"/>
          <ac:spMkLst>
            <pc:docMk/>
            <pc:sldMk cId="3279262032" sldId="370"/>
            <ac:spMk id="7" creationId="{48886F9A-F627-4BD8-90B7-6A89AB182ED9}"/>
          </ac:spMkLst>
        </pc:spChg>
        <pc:spChg chg="add mod">
          <ac:chgData name="鈴木 秀規" userId="f68c5fd9-22d5-4c0a-9833-7fb0f5135313" providerId="ADAL" clId="{B1941030-844F-49C0-8176-6B84A3851D11}" dt="2021-01-29T04:58:13.143" v="277" actId="1036"/>
          <ac:spMkLst>
            <pc:docMk/>
            <pc:sldMk cId="3279262032" sldId="370"/>
            <ac:spMk id="8" creationId="{A810F367-15B6-4369-BFC4-B0E8163B9935}"/>
          </ac:spMkLst>
        </pc:spChg>
        <pc:spChg chg="add mod">
          <ac:chgData name="鈴木 秀規" userId="f68c5fd9-22d5-4c0a-9833-7fb0f5135313" providerId="ADAL" clId="{B1941030-844F-49C0-8176-6B84A3851D11}" dt="2021-01-29T04:58:13.143" v="277" actId="1036"/>
          <ac:spMkLst>
            <pc:docMk/>
            <pc:sldMk cId="3279262032" sldId="370"/>
            <ac:spMk id="9" creationId="{B48928C1-746B-48FE-A44F-9DA888AA7931}"/>
          </ac:spMkLst>
        </pc:spChg>
      </pc:sldChg>
      <pc:sldChg chg="addSp modSp new mod">
        <pc:chgData name="鈴木 秀規" userId="f68c5fd9-22d5-4c0a-9833-7fb0f5135313" providerId="ADAL" clId="{B1941030-844F-49C0-8176-6B84A3851D11}" dt="2021-01-29T04:59:58.673" v="297" actId="20577"/>
        <pc:sldMkLst>
          <pc:docMk/>
          <pc:sldMk cId="1944304840" sldId="371"/>
        </pc:sldMkLst>
        <pc:spChg chg="mod">
          <ac:chgData name="鈴木 秀規" userId="f68c5fd9-22d5-4c0a-9833-7fb0f5135313" providerId="ADAL" clId="{B1941030-844F-49C0-8176-6B84A3851D11}" dt="2021-01-29T04:58:29.450" v="279"/>
          <ac:spMkLst>
            <pc:docMk/>
            <pc:sldMk cId="1944304840" sldId="371"/>
            <ac:spMk id="3" creationId="{B178443A-0174-4CE5-BFC8-9F1EAE1E64EA}"/>
          </ac:spMkLst>
        </pc:spChg>
        <pc:spChg chg="mod">
          <ac:chgData name="鈴木 秀規" userId="f68c5fd9-22d5-4c0a-9833-7fb0f5135313" providerId="ADAL" clId="{B1941030-844F-49C0-8176-6B84A3851D11}" dt="2021-01-29T04:58:40.675" v="283" actId="14100"/>
          <ac:spMkLst>
            <pc:docMk/>
            <pc:sldMk cId="1944304840" sldId="371"/>
            <ac:spMk id="5" creationId="{444E21AB-9103-41B5-BC7A-F4FA729983FF}"/>
          </ac:spMkLst>
        </pc:spChg>
        <pc:spChg chg="add mod">
          <ac:chgData name="鈴木 秀規" userId="f68c5fd9-22d5-4c0a-9833-7fb0f5135313" providerId="ADAL" clId="{B1941030-844F-49C0-8176-6B84A3851D11}" dt="2021-01-29T04:59:26.380" v="291" actId="207"/>
          <ac:spMkLst>
            <pc:docMk/>
            <pc:sldMk cId="1944304840" sldId="371"/>
            <ac:spMk id="6" creationId="{6B93690F-C3A0-4233-AD86-5C66FE167541}"/>
          </ac:spMkLst>
        </pc:spChg>
        <pc:spChg chg="add mod">
          <ac:chgData name="鈴木 秀規" userId="f68c5fd9-22d5-4c0a-9833-7fb0f5135313" providerId="ADAL" clId="{B1941030-844F-49C0-8176-6B84A3851D11}" dt="2021-01-29T04:59:58.673" v="297" actId="20577"/>
          <ac:spMkLst>
            <pc:docMk/>
            <pc:sldMk cId="1944304840" sldId="371"/>
            <ac:spMk id="7" creationId="{69868DCD-7386-4C99-ACE7-D84C66035A42}"/>
          </ac:spMkLst>
        </pc:spChg>
      </pc:sldChg>
      <pc:sldChg chg="del">
        <pc:chgData name="鈴木 秀規" userId="f68c5fd9-22d5-4c0a-9833-7fb0f5135313" providerId="ADAL" clId="{B1941030-844F-49C0-8176-6B84A3851D11}" dt="2021-01-29T04:32:56.477" v="10" actId="2696"/>
        <pc:sldMkLst>
          <pc:docMk/>
          <pc:sldMk cId="2430396932" sldId="371"/>
        </pc:sldMkLst>
      </pc:sldChg>
      <pc:sldChg chg="addSp modSp new mod">
        <pc:chgData name="鈴木 秀規" userId="f68c5fd9-22d5-4c0a-9833-7fb0f5135313" providerId="ADAL" clId="{B1941030-844F-49C0-8176-6B84A3851D11}" dt="2021-01-29T05:02:32.735" v="329" actId="1076"/>
        <pc:sldMkLst>
          <pc:docMk/>
          <pc:sldMk cId="266285334" sldId="372"/>
        </pc:sldMkLst>
        <pc:spChg chg="mod">
          <ac:chgData name="鈴木 秀規" userId="f68c5fd9-22d5-4c0a-9833-7fb0f5135313" providerId="ADAL" clId="{B1941030-844F-49C0-8176-6B84A3851D11}" dt="2021-01-29T05:00:08.808" v="299"/>
          <ac:spMkLst>
            <pc:docMk/>
            <pc:sldMk cId="266285334" sldId="372"/>
            <ac:spMk id="3" creationId="{6900C04E-5E05-43A5-860E-A7DAF534B056}"/>
          </ac:spMkLst>
        </pc:spChg>
        <pc:spChg chg="mod">
          <ac:chgData name="鈴木 秀規" userId="f68c5fd9-22d5-4c0a-9833-7fb0f5135313" providerId="ADAL" clId="{B1941030-844F-49C0-8176-6B84A3851D11}" dt="2021-01-29T05:01:34.888" v="315" actId="207"/>
          <ac:spMkLst>
            <pc:docMk/>
            <pc:sldMk cId="266285334" sldId="372"/>
            <ac:spMk id="5" creationId="{9877612E-74EE-4115-BC1E-E0CF3FFCCA59}"/>
          </ac:spMkLst>
        </pc:spChg>
        <pc:spChg chg="add mod">
          <ac:chgData name="鈴木 秀規" userId="f68c5fd9-22d5-4c0a-9833-7fb0f5135313" providerId="ADAL" clId="{B1941030-844F-49C0-8176-6B84A3851D11}" dt="2021-01-29T05:02:32.735" v="329" actId="1076"/>
          <ac:spMkLst>
            <pc:docMk/>
            <pc:sldMk cId="266285334" sldId="372"/>
            <ac:spMk id="6" creationId="{343E0368-256F-4A61-908A-413304D52929}"/>
          </ac:spMkLst>
        </pc:spChg>
        <pc:spChg chg="add mod">
          <ac:chgData name="鈴木 秀規" userId="f68c5fd9-22d5-4c0a-9833-7fb0f5135313" providerId="ADAL" clId="{B1941030-844F-49C0-8176-6B84A3851D11}" dt="2021-01-29T05:02:32.735" v="329" actId="1076"/>
          <ac:spMkLst>
            <pc:docMk/>
            <pc:sldMk cId="266285334" sldId="372"/>
            <ac:spMk id="7" creationId="{98A88DE6-9BB6-4229-8CC7-11C91689EC13}"/>
          </ac:spMkLst>
        </pc:spChg>
      </pc:sldChg>
      <pc:sldChg chg="del">
        <pc:chgData name="鈴木 秀規" userId="f68c5fd9-22d5-4c0a-9833-7fb0f5135313" providerId="ADAL" clId="{B1941030-844F-49C0-8176-6B84A3851D11}" dt="2021-01-29T04:32:56.477" v="10" actId="2696"/>
        <pc:sldMkLst>
          <pc:docMk/>
          <pc:sldMk cId="2092557008" sldId="372"/>
        </pc:sldMkLst>
      </pc:sldChg>
      <pc:sldChg chg="add del">
        <pc:chgData name="鈴木 秀規" userId="f68c5fd9-22d5-4c0a-9833-7fb0f5135313" providerId="ADAL" clId="{B1941030-844F-49C0-8176-6B84A3851D11}" dt="2021-01-29T04:59:01.325" v="285"/>
        <pc:sldMkLst>
          <pc:docMk/>
          <pc:sldMk cId="3668625027" sldId="372"/>
        </pc:sldMkLst>
      </pc:sldChg>
      <pc:sldChg chg="del">
        <pc:chgData name="鈴木 秀規" userId="f68c5fd9-22d5-4c0a-9833-7fb0f5135313" providerId="ADAL" clId="{B1941030-844F-49C0-8176-6B84A3851D11}" dt="2021-01-29T04:32:56.477" v="10" actId="2696"/>
        <pc:sldMkLst>
          <pc:docMk/>
          <pc:sldMk cId="360899116" sldId="373"/>
        </pc:sldMkLst>
      </pc:sldChg>
      <pc:sldChg chg="del">
        <pc:chgData name="鈴木 秀規" userId="f68c5fd9-22d5-4c0a-9833-7fb0f5135313" providerId="ADAL" clId="{B1941030-844F-49C0-8176-6B84A3851D11}" dt="2021-01-29T04:32:56.477" v="10" actId="2696"/>
        <pc:sldMkLst>
          <pc:docMk/>
          <pc:sldMk cId="1052588155" sldId="374"/>
        </pc:sldMkLst>
      </pc:sldChg>
      <pc:sldChg chg="del">
        <pc:chgData name="鈴木 秀規" userId="f68c5fd9-22d5-4c0a-9833-7fb0f5135313" providerId="ADAL" clId="{B1941030-844F-49C0-8176-6B84A3851D11}" dt="2021-01-29T04:32:56.477" v="10" actId="2696"/>
        <pc:sldMkLst>
          <pc:docMk/>
          <pc:sldMk cId="31669137" sldId="375"/>
        </pc:sldMkLst>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F575BF5D-9AAF-4582-948B-24FD2BFE6BEB}"/>
    <pc:docChg chg="undo custSel addSld delSld modSld">
      <pc:chgData name="鈴木 秀規" userId="f68c5fd9-22d5-4c0a-9833-7fb0f5135313" providerId="ADAL" clId="{F575BF5D-9AAF-4582-948B-24FD2BFE6BEB}" dt="2021-01-29T04:31:07.658" v="563" actId="12"/>
      <pc:docMkLst>
        <pc:docMk/>
      </pc:docMkLst>
      <pc:sldChg chg="modSp mod">
        <pc:chgData name="鈴木 秀規" userId="f68c5fd9-22d5-4c0a-9833-7fb0f5135313" providerId="ADAL" clId="{F575BF5D-9AAF-4582-948B-24FD2BFE6BEB}" dt="2021-01-29T03:53:09.400" v="17" actId="20577"/>
        <pc:sldMkLst>
          <pc:docMk/>
          <pc:sldMk cId="0" sldId="256"/>
        </pc:sldMkLst>
        <pc:spChg chg="mod">
          <ac:chgData name="鈴木 秀規" userId="f68c5fd9-22d5-4c0a-9833-7fb0f5135313" providerId="ADAL" clId="{F575BF5D-9AAF-4582-948B-24FD2BFE6BEB}" dt="2021-01-29T03:53:09.400" v="17" actId="20577"/>
          <ac:spMkLst>
            <pc:docMk/>
            <pc:sldMk cId="0" sldId="256"/>
            <ac:spMk id="56" creationId="{00000000-0000-0000-0000-000000000000}"/>
          </ac:spMkLst>
        </pc:spChg>
      </pc:sldChg>
      <pc:sldChg chg="addSp delSp modSp mod">
        <pc:chgData name="鈴木 秀規" userId="f68c5fd9-22d5-4c0a-9833-7fb0f5135313" providerId="ADAL" clId="{F575BF5D-9AAF-4582-948B-24FD2BFE6BEB}" dt="2021-01-29T03:57:52.873" v="187" actId="1076"/>
        <pc:sldMkLst>
          <pc:docMk/>
          <pc:sldMk cId="2397736379" sldId="363"/>
        </pc:sldMkLst>
        <pc:spChg chg="mod">
          <ac:chgData name="鈴木 秀規" userId="f68c5fd9-22d5-4c0a-9833-7fb0f5135313" providerId="ADAL" clId="{F575BF5D-9AAF-4582-948B-24FD2BFE6BEB}" dt="2021-01-29T03:53:38.253" v="18"/>
          <ac:spMkLst>
            <pc:docMk/>
            <pc:sldMk cId="2397736379" sldId="363"/>
            <ac:spMk id="7" creationId="{9630AD22-E64D-4A96-B059-2AF9F6580C25}"/>
          </ac:spMkLst>
        </pc:spChg>
        <pc:spChg chg="mod">
          <ac:chgData name="鈴木 秀規" userId="f68c5fd9-22d5-4c0a-9833-7fb0f5135313" providerId="ADAL" clId="{F575BF5D-9AAF-4582-948B-24FD2BFE6BEB}" dt="2021-01-29T03:54:14.140" v="23" actId="14100"/>
          <ac:spMkLst>
            <pc:docMk/>
            <pc:sldMk cId="2397736379" sldId="363"/>
            <ac:spMk id="8" creationId="{787CF02A-01AB-4517-BA3E-25572FA82648}"/>
          </ac:spMkLst>
        </pc:spChg>
        <pc:spChg chg="del">
          <ac:chgData name="鈴木 秀規" userId="f68c5fd9-22d5-4c0a-9833-7fb0f5135313" providerId="ADAL" clId="{F575BF5D-9AAF-4582-948B-24FD2BFE6BEB}" dt="2021-01-29T03:53:51.006" v="20" actId="478"/>
          <ac:spMkLst>
            <pc:docMk/>
            <pc:sldMk cId="2397736379" sldId="363"/>
            <ac:spMk id="13" creationId="{C4AF9A3A-8E4D-4361-A0C9-F0B17B39BF47}"/>
          </ac:spMkLst>
        </pc:spChg>
        <pc:spChg chg="add mod">
          <ac:chgData name="鈴木 秀規" userId="f68c5fd9-22d5-4c0a-9833-7fb0f5135313" providerId="ADAL" clId="{F575BF5D-9AAF-4582-948B-24FD2BFE6BEB}" dt="2021-01-29T03:57:31.891" v="185" actId="1036"/>
          <ac:spMkLst>
            <pc:docMk/>
            <pc:sldMk cId="2397736379" sldId="363"/>
            <ac:spMk id="20" creationId="{6A1F2DC2-FEFB-4B55-B9A8-804C2356BC0A}"/>
          </ac:spMkLst>
        </pc:spChg>
        <pc:spChg chg="add mod">
          <ac:chgData name="鈴木 秀規" userId="f68c5fd9-22d5-4c0a-9833-7fb0f5135313" providerId="ADAL" clId="{F575BF5D-9AAF-4582-948B-24FD2BFE6BEB}" dt="2021-01-29T03:57:26.033" v="180" actId="1037"/>
          <ac:spMkLst>
            <pc:docMk/>
            <pc:sldMk cId="2397736379" sldId="363"/>
            <ac:spMk id="24" creationId="{61AABCE4-8C06-4464-A1FE-C5479533A73A}"/>
          </ac:spMkLst>
        </pc:spChg>
        <pc:spChg chg="add mod">
          <ac:chgData name="鈴木 秀規" userId="f68c5fd9-22d5-4c0a-9833-7fb0f5135313" providerId="ADAL" clId="{F575BF5D-9AAF-4582-948B-24FD2BFE6BEB}" dt="2021-01-29T03:56:54.594" v="109" actId="1036"/>
          <ac:spMkLst>
            <pc:docMk/>
            <pc:sldMk cId="2397736379" sldId="363"/>
            <ac:spMk id="25" creationId="{677A1649-EFA4-4EA5-8C5D-068AF05E4B79}"/>
          </ac:spMkLst>
        </pc:spChg>
        <pc:spChg chg="add mod">
          <ac:chgData name="鈴木 秀規" userId="f68c5fd9-22d5-4c0a-9833-7fb0f5135313" providerId="ADAL" clId="{F575BF5D-9AAF-4582-948B-24FD2BFE6BEB}" dt="2021-01-29T03:57:52.873" v="187" actId="1076"/>
          <ac:spMkLst>
            <pc:docMk/>
            <pc:sldMk cId="2397736379" sldId="363"/>
            <ac:spMk id="26" creationId="{253EF062-A8F9-4BBC-BDA6-D5B078E1987D}"/>
          </ac:spMkLst>
        </pc:spChg>
        <pc:spChg chg="add mod">
          <ac:chgData name="鈴木 秀規" userId="f68c5fd9-22d5-4c0a-9833-7fb0f5135313" providerId="ADAL" clId="{F575BF5D-9AAF-4582-948B-24FD2BFE6BEB}" dt="2021-01-29T03:57:40.399" v="186" actId="1076"/>
          <ac:spMkLst>
            <pc:docMk/>
            <pc:sldMk cId="2397736379" sldId="363"/>
            <ac:spMk id="27" creationId="{6A1432DB-78A9-4BE3-A629-23DE9FE630BF}"/>
          </ac:spMkLst>
        </pc:spChg>
        <pc:spChg chg="add mod">
          <ac:chgData name="鈴木 秀規" userId="f68c5fd9-22d5-4c0a-9833-7fb0f5135313" providerId="ADAL" clId="{F575BF5D-9AAF-4582-948B-24FD2BFE6BEB}" dt="2021-01-29T03:54:57.394" v="32" actId="1076"/>
          <ac:spMkLst>
            <pc:docMk/>
            <pc:sldMk cId="2397736379" sldId="363"/>
            <ac:spMk id="28" creationId="{08A8B2D8-85EE-40F4-B59A-3B08250F23C2}"/>
          </ac:spMkLst>
        </pc:spChg>
        <pc:picChg chg="add mod">
          <ac:chgData name="鈴木 秀規" userId="f68c5fd9-22d5-4c0a-9833-7fb0f5135313" providerId="ADAL" clId="{F575BF5D-9AAF-4582-948B-24FD2BFE6BEB}" dt="2021-01-29T03:56:48.472" v="98" actId="1037"/>
          <ac:picMkLst>
            <pc:docMk/>
            <pc:sldMk cId="2397736379" sldId="363"/>
            <ac:picMk id="9" creationId="{5D4595B8-BA8B-4104-A32F-708AA3722776}"/>
          </ac:picMkLst>
        </pc:picChg>
        <pc:picChg chg="add mod">
          <ac:chgData name="鈴木 秀規" userId="f68c5fd9-22d5-4c0a-9833-7fb0f5135313" providerId="ADAL" clId="{F575BF5D-9AAF-4582-948B-24FD2BFE6BEB}" dt="2021-01-29T03:54:50.950" v="30" actId="1076"/>
          <ac:picMkLst>
            <pc:docMk/>
            <pc:sldMk cId="2397736379" sldId="363"/>
            <ac:picMk id="10" creationId="{9C10110C-4318-4828-9309-07270703879C}"/>
          </ac:picMkLst>
        </pc:picChg>
        <pc:picChg chg="del">
          <ac:chgData name="鈴木 秀規" userId="f68c5fd9-22d5-4c0a-9833-7fb0f5135313" providerId="ADAL" clId="{F575BF5D-9AAF-4582-948B-24FD2BFE6BEB}" dt="2021-01-29T03:53:51.006" v="20" actId="478"/>
          <ac:picMkLst>
            <pc:docMk/>
            <pc:sldMk cId="2397736379" sldId="363"/>
            <ac:picMk id="11" creationId="{F9049B9F-DE3A-4846-B27B-333755B11A36}"/>
          </ac:picMkLst>
        </pc:picChg>
        <pc:picChg chg="del">
          <ac:chgData name="鈴木 秀規" userId="f68c5fd9-22d5-4c0a-9833-7fb0f5135313" providerId="ADAL" clId="{F575BF5D-9AAF-4582-948B-24FD2BFE6BEB}" dt="2021-01-29T03:53:51.006" v="20" actId="478"/>
          <ac:picMkLst>
            <pc:docMk/>
            <pc:sldMk cId="2397736379" sldId="363"/>
            <ac:picMk id="12" creationId="{4794F4AC-6B8F-4B15-AB6F-B06FD356050F}"/>
          </ac:picMkLst>
        </pc:picChg>
        <pc:picChg chg="add mod">
          <ac:chgData name="鈴木 秀規" userId="f68c5fd9-22d5-4c0a-9833-7fb0f5135313" providerId="ADAL" clId="{F575BF5D-9AAF-4582-948B-24FD2BFE6BEB}" dt="2021-01-29T03:56:54.594" v="109" actId="1036"/>
          <ac:picMkLst>
            <pc:docMk/>
            <pc:sldMk cId="2397736379" sldId="363"/>
            <ac:picMk id="14" creationId="{43CCCDA8-5505-4805-9C7F-C752E5EBE1F2}"/>
          </ac:picMkLst>
        </pc:picChg>
        <pc:picChg chg="add mod">
          <ac:chgData name="鈴木 秀規" userId="f68c5fd9-22d5-4c0a-9833-7fb0f5135313" providerId="ADAL" clId="{F575BF5D-9AAF-4582-948B-24FD2BFE6BEB}" dt="2021-01-29T03:56:54.594" v="109" actId="1036"/>
          <ac:picMkLst>
            <pc:docMk/>
            <pc:sldMk cId="2397736379" sldId="363"/>
            <ac:picMk id="17" creationId="{B36B4205-DF15-42AC-A2A3-723FFAEE6AEC}"/>
          </ac:picMkLst>
        </pc:picChg>
        <pc:picChg chg="add mod">
          <ac:chgData name="鈴木 秀規" userId="f68c5fd9-22d5-4c0a-9833-7fb0f5135313" providerId="ADAL" clId="{F575BF5D-9AAF-4582-948B-24FD2BFE6BEB}" dt="2021-01-29T03:55:00.868" v="33" actId="1076"/>
          <ac:picMkLst>
            <pc:docMk/>
            <pc:sldMk cId="2397736379" sldId="363"/>
            <ac:picMk id="18" creationId="{17935D42-2E25-4D1B-B497-6E4A51F12C93}"/>
          </ac:picMkLst>
        </pc:picChg>
        <pc:picChg chg="add mod">
          <ac:chgData name="鈴木 秀規" userId="f68c5fd9-22d5-4c0a-9833-7fb0f5135313" providerId="ADAL" clId="{F575BF5D-9AAF-4582-948B-24FD2BFE6BEB}" dt="2021-01-29T03:57:01.593" v="126" actId="1036"/>
          <ac:picMkLst>
            <pc:docMk/>
            <pc:sldMk cId="2397736379" sldId="363"/>
            <ac:picMk id="23" creationId="{46268FDB-CE61-4EF9-86B3-DF2D58C588E0}"/>
          </ac:picMkLst>
        </pc:picChg>
        <pc:cxnChg chg="add mod">
          <ac:chgData name="鈴木 秀規" userId="f68c5fd9-22d5-4c0a-9833-7fb0f5135313" providerId="ADAL" clId="{F575BF5D-9AAF-4582-948B-24FD2BFE6BEB}" dt="2021-01-29T03:56:54.594" v="109" actId="1036"/>
          <ac:cxnSpMkLst>
            <pc:docMk/>
            <pc:sldMk cId="2397736379" sldId="363"/>
            <ac:cxnSpMk id="15" creationId="{7C29249F-F388-4808-BA65-4C232F1BAE0E}"/>
          </ac:cxnSpMkLst>
        </pc:cxnChg>
        <pc:cxnChg chg="add mod">
          <ac:chgData name="鈴木 秀規" userId="f68c5fd9-22d5-4c0a-9833-7fb0f5135313" providerId="ADAL" clId="{F575BF5D-9AAF-4582-948B-24FD2BFE6BEB}" dt="2021-01-29T03:56:54.594" v="109" actId="1036"/>
          <ac:cxnSpMkLst>
            <pc:docMk/>
            <pc:sldMk cId="2397736379" sldId="363"/>
            <ac:cxnSpMk id="16" creationId="{337FCC9E-C631-4412-B174-1C6680E7F517}"/>
          </ac:cxnSpMkLst>
        </pc:cxnChg>
        <pc:cxnChg chg="add mod">
          <ac:chgData name="鈴木 秀規" userId="f68c5fd9-22d5-4c0a-9833-7fb0f5135313" providerId="ADAL" clId="{F575BF5D-9AAF-4582-948B-24FD2BFE6BEB}" dt="2021-01-29T03:57:01.593" v="126" actId="1036"/>
          <ac:cxnSpMkLst>
            <pc:docMk/>
            <pc:sldMk cId="2397736379" sldId="363"/>
            <ac:cxnSpMk id="19" creationId="{8C0777B4-17C4-482E-A9A7-55B472CCB402}"/>
          </ac:cxnSpMkLst>
        </pc:cxnChg>
        <pc:cxnChg chg="add mod">
          <ac:chgData name="鈴木 秀規" userId="f68c5fd9-22d5-4c0a-9833-7fb0f5135313" providerId="ADAL" clId="{F575BF5D-9AAF-4582-948B-24FD2BFE6BEB}" dt="2021-01-29T03:56:54.594" v="109" actId="1036"/>
          <ac:cxnSpMkLst>
            <pc:docMk/>
            <pc:sldMk cId="2397736379" sldId="363"/>
            <ac:cxnSpMk id="21" creationId="{360F1E30-C410-4664-A44C-D76CDE558B86}"/>
          </ac:cxnSpMkLst>
        </pc:cxnChg>
        <pc:cxnChg chg="add mod">
          <ac:chgData name="鈴木 秀規" userId="f68c5fd9-22d5-4c0a-9833-7fb0f5135313" providerId="ADAL" clId="{F575BF5D-9AAF-4582-948B-24FD2BFE6BEB}" dt="2021-01-29T03:55:00.868" v="33" actId="1076"/>
          <ac:cxnSpMkLst>
            <pc:docMk/>
            <pc:sldMk cId="2397736379" sldId="363"/>
            <ac:cxnSpMk id="22" creationId="{D8D0C633-EA00-468C-BF8F-D1BE99765D8F}"/>
          </ac:cxnSpMkLst>
        </pc:cxnChg>
      </pc:sldChg>
      <pc:sldChg chg="del">
        <pc:chgData name="鈴木 秀規" userId="f68c5fd9-22d5-4c0a-9833-7fb0f5135313" providerId="ADAL" clId="{F575BF5D-9AAF-4582-948B-24FD2BFE6BEB}" dt="2021-01-29T03:53:45.227" v="19" actId="2696"/>
        <pc:sldMkLst>
          <pc:docMk/>
          <pc:sldMk cId="1780867631" sldId="364"/>
        </pc:sldMkLst>
      </pc:sldChg>
      <pc:sldChg chg="addSp modSp new mod">
        <pc:chgData name="鈴木 秀規" userId="f68c5fd9-22d5-4c0a-9833-7fb0f5135313" providerId="ADAL" clId="{F575BF5D-9AAF-4582-948B-24FD2BFE6BEB}" dt="2021-01-29T04:00:27.336" v="250" actId="1036"/>
        <pc:sldMkLst>
          <pc:docMk/>
          <pc:sldMk cId="1835643292" sldId="364"/>
        </pc:sldMkLst>
        <pc:spChg chg="mod">
          <ac:chgData name="鈴木 秀規" userId="f68c5fd9-22d5-4c0a-9833-7fb0f5135313" providerId="ADAL" clId="{F575BF5D-9AAF-4582-948B-24FD2BFE6BEB}" dt="2021-01-29T03:58:06.499" v="189"/>
          <ac:spMkLst>
            <pc:docMk/>
            <pc:sldMk cId="1835643292" sldId="364"/>
            <ac:spMk id="3" creationId="{06EF8FDA-99E5-46E1-96FB-8B2F2813B31F}"/>
          </ac:spMkLst>
        </pc:spChg>
        <pc:spChg chg="mod">
          <ac:chgData name="鈴木 秀規" userId="f68c5fd9-22d5-4c0a-9833-7fb0f5135313" providerId="ADAL" clId="{F575BF5D-9AAF-4582-948B-24FD2BFE6BEB}" dt="2021-01-29T03:58:14.786" v="191"/>
          <ac:spMkLst>
            <pc:docMk/>
            <pc:sldMk cId="1835643292" sldId="364"/>
            <ac:spMk id="5" creationId="{09D91883-349E-4379-B8C7-570CD62FCA31}"/>
          </ac:spMkLst>
        </pc:spChg>
        <pc:spChg chg="add mod">
          <ac:chgData name="鈴木 秀規" userId="f68c5fd9-22d5-4c0a-9833-7fb0f5135313" providerId="ADAL" clId="{F575BF5D-9AAF-4582-948B-24FD2BFE6BEB}" dt="2021-01-29T04:00:19.869" v="247" actId="207"/>
          <ac:spMkLst>
            <pc:docMk/>
            <pc:sldMk cId="1835643292" sldId="364"/>
            <ac:spMk id="9" creationId="{7B05CDF5-A4E6-4BB3-97AA-9D5FB3E5EB9F}"/>
          </ac:spMkLst>
        </pc:spChg>
        <pc:spChg chg="add mod">
          <ac:chgData name="鈴木 秀規" userId="f68c5fd9-22d5-4c0a-9833-7fb0f5135313" providerId="ADAL" clId="{F575BF5D-9AAF-4582-948B-24FD2BFE6BEB}" dt="2021-01-29T04:00:19.869" v="247" actId="207"/>
          <ac:spMkLst>
            <pc:docMk/>
            <pc:sldMk cId="1835643292" sldId="364"/>
            <ac:spMk id="10" creationId="{061A445F-942A-48C3-ADAC-419889055630}"/>
          </ac:spMkLst>
        </pc:spChg>
        <pc:spChg chg="add mod">
          <ac:chgData name="鈴木 秀規" userId="f68c5fd9-22d5-4c0a-9833-7fb0f5135313" providerId="ADAL" clId="{F575BF5D-9AAF-4582-948B-24FD2BFE6BEB}" dt="2021-01-29T04:00:15.037" v="246" actId="207"/>
          <ac:spMkLst>
            <pc:docMk/>
            <pc:sldMk cId="1835643292" sldId="364"/>
            <ac:spMk id="13" creationId="{B1EAB290-EBD3-43CC-8A86-3583A7A02F59}"/>
          </ac:spMkLst>
        </pc:spChg>
        <pc:spChg chg="add mod">
          <ac:chgData name="鈴木 秀規" userId="f68c5fd9-22d5-4c0a-9833-7fb0f5135313" providerId="ADAL" clId="{F575BF5D-9AAF-4582-948B-24FD2BFE6BEB}" dt="2021-01-29T04:00:27.336" v="250" actId="1036"/>
          <ac:spMkLst>
            <pc:docMk/>
            <pc:sldMk cId="1835643292" sldId="364"/>
            <ac:spMk id="14" creationId="{E89F0D49-DCFC-4238-874F-9EB95E96CFF9}"/>
          </ac:spMkLst>
        </pc:spChg>
        <pc:spChg chg="add mod">
          <ac:chgData name="鈴木 秀規" userId="f68c5fd9-22d5-4c0a-9833-7fb0f5135313" providerId="ADAL" clId="{F575BF5D-9AAF-4582-948B-24FD2BFE6BEB}" dt="2021-01-29T04:00:19.869" v="247" actId="207"/>
          <ac:spMkLst>
            <pc:docMk/>
            <pc:sldMk cId="1835643292" sldId="364"/>
            <ac:spMk id="15" creationId="{7302AFCA-DE7B-4A6C-B043-3F42F1209AD9}"/>
          </ac:spMkLst>
        </pc:spChg>
        <pc:picChg chg="add mod">
          <ac:chgData name="鈴木 秀規" userId="f68c5fd9-22d5-4c0a-9833-7fb0f5135313" providerId="ADAL" clId="{F575BF5D-9AAF-4582-948B-24FD2BFE6BEB}" dt="2021-01-29T04:00:07.352" v="244" actId="1035"/>
          <ac:picMkLst>
            <pc:docMk/>
            <pc:sldMk cId="1835643292" sldId="364"/>
            <ac:picMk id="6" creationId="{74A68859-B0EF-42BC-8488-AACBB2EBCAE5}"/>
          </ac:picMkLst>
        </pc:picChg>
        <pc:picChg chg="add mod">
          <ac:chgData name="鈴木 秀規" userId="f68c5fd9-22d5-4c0a-9833-7fb0f5135313" providerId="ADAL" clId="{F575BF5D-9AAF-4582-948B-24FD2BFE6BEB}" dt="2021-01-29T04:00:07.352" v="244" actId="1035"/>
          <ac:picMkLst>
            <pc:docMk/>
            <pc:sldMk cId="1835643292" sldId="364"/>
            <ac:picMk id="7" creationId="{FFF1A7B1-508D-4A90-897D-3AEF77EDC208}"/>
          </ac:picMkLst>
        </pc:picChg>
        <pc:picChg chg="add mod">
          <ac:chgData name="鈴木 秀規" userId="f68c5fd9-22d5-4c0a-9833-7fb0f5135313" providerId="ADAL" clId="{F575BF5D-9AAF-4582-948B-24FD2BFE6BEB}" dt="2021-01-29T04:00:07.352" v="244" actId="1035"/>
          <ac:picMkLst>
            <pc:docMk/>
            <pc:sldMk cId="1835643292" sldId="364"/>
            <ac:picMk id="11" creationId="{C584244A-1702-48E7-AB5A-AC04C5558AC6}"/>
          </ac:picMkLst>
        </pc:picChg>
        <pc:picChg chg="add mod">
          <ac:chgData name="鈴木 秀規" userId="f68c5fd9-22d5-4c0a-9833-7fb0f5135313" providerId="ADAL" clId="{F575BF5D-9AAF-4582-948B-24FD2BFE6BEB}" dt="2021-01-29T04:00:27.336" v="250" actId="1036"/>
          <ac:picMkLst>
            <pc:docMk/>
            <pc:sldMk cId="1835643292" sldId="364"/>
            <ac:picMk id="12" creationId="{D21C9FCE-1C6B-47AD-8163-16B600D72E4B}"/>
          </ac:picMkLst>
        </pc:picChg>
        <pc:picChg chg="add mod">
          <ac:chgData name="鈴木 秀規" userId="f68c5fd9-22d5-4c0a-9833-7fb0f5135313" providerId="ADAL" clId="{F575BF5D-9AAF-4582-948B-24FD2BFE6BEB}" dt="2021-01-29T04:00:07.352" v="244" actId="1035"/>
          <ac:picMkLst>
            <pc:docMk/>
            <pc:sldMk cId="1835643292" sldId="364"/>
            <ac:picMk id="18" creationId="{D92ABB49-C22A-484B-BA3A-DD0255A1967B}"/>
          </ac:picMkLst>
        </pc:picChg>
        <pc:picChg chg="add mod">
          <ac:chgData name="鈴木 秀規" userId="f68c5fd9-22d5-4c0a-9833-7fb0f5135313" providerId="ADAL" clId="{F575BF5D-9AAF-4582-948B-24FD2BFE6BEB}" dt="2021-01-29T04:00:07.352" v="244" actId="1035"/>
          <ac:picMkLst>
            <pc:docMk/>
            <pc:sldMk cId="1835643292" sldId="364"/>
            <ac:picMk id="19" creationId="{833D0E5C-1A69-4D0C-924F-FB9DA81E7623}"/>
          </ac:picMkLst>
        </pc:picChg>
        <pc:cxnChg chg="add mod">
          <ac:chgData name="鈴木 秀規" userId="f68c5fd9-22d5-4c0a-9833-7fb0f5135313" providerId="ADAL" clId="{F575BF5D-9AAF-4582-948B-24FD2BFE6BEB}" dt="2021-01-29T04:00:07.352" v="244" actId="1035"/>
          <ac:cxnSpMkLst>
            <pc:docMk/>
            <pc:sldMk cId="1835643292" sldId="364"/>
            <ac:cxnSpMk id="8" creationId="{B6ECDDAE-0B9A-4E1C-9082-8BA927633D5F}"/>
          </ac:cxnSpMkLst>
        </pc:cxnChg>
        <pc:cxnChg chg="add mod">
          <ac:chgData name="鈴木 秀規" userId="f68c5fd9-22d5-4c0a-9833-7fb0f5135313" providerId="ADAL" clId="{F575BF5D-9AAF-4582-948B-24FD2BFE6BEB}" dt="2021-01-29T04:00:07.352" v="244" actId="1035"/>
          <ac:cxnSpMkLst>
            <pc:docMk/>
            <pc:sldMk cId="1835643292" sldId="364"/>
            <ac:cxnSpMk id="16" creationId="{6ADC0FCC-7CFF-478E-A3E2-4C6704FBE753}"/>
          </ac:cxnSpMkLst>
        </pc:cxnChg>
        <pc:cxnChg chg="add mod">
          <ac:chgData name="鈴木 秀規" userId="f68c5fd9-22d5-4c0a-9833-7fb0f5135313" providerId="ADAL" clId="{F575BF5D-9AAF-4582-948B-24FD2BFE6BEB}" dt="2021-01-29T04:00:27.336" v="250" actId="1036"/>
          <ac:cxnSpMkLst>
            <pc:docMk/>
            <pc:sldMk cId="1835643292" sldId="364"/>
            <ac:cxnSpMk id="17" creationId="{F9DDC079-CC82-4D22-9B06-9C0284214E27}"/>
          </ac:cxnSpMkLst>
        </pc:cxnChg>
      </pc:sldChg>
      <pc:sldChg chg="addSp modSp new mod">
        <pc:chgData name="鈴木 秀規" userId="f68c5fd9-22d5-4c0a-9833-7fb0f5135313" providerId="ADAL" clId="{F575BF5D-9AAF-4582-948B-24FD2BFE6BEB}" dt="2021-01-29T04:01:32.930" v="264" actId="207"/>
        <pc:sldMkLst>
          <pc:docMk/>
          <pc:sldMk cId="1277167566" sldId="365"/>
        </pc:sldMkLst>
        <pc:spChg chg="mod">
          <ac:chgData name="鈴木 秀規" userId="f68c5fd9-22d5-4c0a-9833-7fb0f5135313" providerId="ADAL" clId="{F575BF5D-9AAF-4582-948B-24FD2BFE6BEB}" dt="2021-01-29T04:00:44.314" v="252"/>
          <ac:spMkLst>
            <pc:docMk/>
            <pc:sldMk cId="1277167566" sldId="365"/>
            <ac:spMk id="3" creationId="{1F1E3EE4-E367-4019-8666-AC013DECCA39}"/>
          </ac:spMkLst>
        </pc:spChg>
        <pc:spChg chg="mod">
          <ac:chgData name="鈴木 秀規" userId="f68c5fd9-22d5-4c0a-9833-7fb0f5135313" providerId="ADAL" clId="{F575BF5D-9AAF-4582-948B-24FD2BFE6BEB}" dt="2021-01-29T04:01:32.930" v="264" actId="207"/>
          <ac:spMkLst>
            <pc:docMk/>
            <pc:sldMk cId="1277167566" sldId="365"/>
            <ac:spMk id="5" creationId="{6994C8CA-0BE1-4319-A8F8-EA45D6CAEB97}"/>
          </ac:spMkLst>
        </pc:spChg>
        <pc:spChg chg="add mod">
          <ac:chgData name="鈴木 秀規" userId="f68c5fd9-22d5-4c0a-9833-7fb0f5135313" providerId="ADAL" clId="{F575BF5D-9AAF-4582-948B-24FD2BFE6BEB}" dt="2021-01-29T04:01:07.222" v="257" actId="1076"/>
          <ac:spMkLst>
            <pc:docMk/>
            <pc:sldMk cId="1277167566" sldId="365"/>
            <ac:spMk id="8" creationId="{AF06CAC8-3477-46A8-92CE-3FCE1A9C4118}"/>
          </ac:spMkLst>
        </pc:spChg>
        <pc:picChg chg="add mod">
          <ac:chgData name="鈴木 秀規" userId="f68c5fd9-22d5-4c0a-9833-7fb0f5135313" providerId="ADAL" clId="{F575BF5D-9AAF-4582-948B-24FD2BFE6BEB}" dt="2021-01-29T04:01:07.222" v="257" actId="1076"/>
          <ac:picMkLst>
            <pc:docMk/>
            <pc:sldMk cId="1277167566" sldId="365"/>
            <ac:picMk id="6" creationId="{238C6003-B98F-42C0-A4C4-299E97BC232B}"/>
          </ac:picMkLst>
        </pc:picChg>
        <pc:picChg chg="add mod">
          <ac:chgData name="鈴木 秀規" userId="f68c5fd9-22d5-4c0a-9833-7fb0f5135313" providerId="ADAL" clId="{F575BF5D-9AAF-4582-948B-24FD2BFE6BEB}" dt="2021-01-29T04:01:07.222" v="257" actId="1076"/>
          <ac:picMkLst>
            <pc:docMk/>
            <pc:sldMk cId="1277167566" sldId="365"/>
            <ac:picMk id="7" creationId="{1A06B121-EDB1-4B0A-B3A2-1CA0E06FC10A}"/>
          </ac:picMkLst>
        </pc:picChg>
      </pc:sldChg>
      <pc:sldChg chg="del">
        <pc:chgData name="鈴木 秀規" userId="f68c5fd9-22d5-4c0a-9833-7fb0f5135313" providerId="ADAL" clId="{F575BF5D-9AAF-4582-948B-24FD2BFE6BEB}" dt="2021-01-29T03:53:45.227" v="19" actId="2696"/>
        <pc:sldMkLst>
          <pc:docMk/>
          <pc:sldMk cId="3777598103" sldId="365"/>
        </pc:sldMkLst>
      </pc:sldChg>
      <pc:sldChg chg="del">
        <pc:chgData name="鈴木 秀規" userId="f68c5fd9-22d5-4c0a-9833-7fb0f5135313" providerId="ADAL" clId="{F575BF5D-9AAF-4582-948B-24FD2BFE6BEB}" dt="2021-01-29T03:53:45.227" v="19" actId="2696"/>
        <pc:sldMkLst>
          <pc:docMk/>
          <pc:sldMk cId="2854614525" sldId="366"/>
        </pc:sldMkLst>
      </pc:sldChg>
      <pc:sldChg chg="addSp modSp new mod">
        <pc:chgData name="鈴木 秀規" userId="f68c5fd9-22d5-4c0a-9833-7fb0f5135313" providerId="ADAL" clId="{F575BF5D-9AAF-4582-948B-24FD2BFE6BEB}" dt="2021-01-29T04:04:26.657" v="289" actId="1076"/>
        <pc:sldMkLst>
          <pc:docMk/>
          <pc:sldMk cId="3202997917" sldId="366"/>
        </pc:sldMkLst>
        <pc:spChg chg="mod">
          <ac:chgData name="鈴木 秀規" userId="f68c5fd9-22d5-4c0a-9833-7fb0f5135313" providerId="ADAL" clId="{F575BF5D-9AAF-4582-948B-24FD2BFE6BEB}" dt="2021-01-29T04:03:14.964" v="266"/>
          <ac:spMkLst>
            <pc:docMk/>
            <pc:sldMk cId="3202997917" sldId="366"/>
            <ac:spMk id="3" creationId="{84CB9A3C-E606-4B3E-BB9D-AD20A42EB867}"/>
          </ac:spMkLst>
        </pc:spChg>
        <pc:spChg chg="mod">
          <ac:chgData name="鈴木 秀規" userId="f68c5fd9-22d5-4c0a-9833-7fb0f5135313" providerId="ADAL" clId="{F575BF5D-9AAF-4582-948B-24FD2BFE6BEB}" dt="2021-01-29T04:04:14.397" v="285" actId="207"/>
          <ac:spMkLst>
            <pc:docMk/>
            <pc:sldMk cId="3202997917" sldId="366"/>
            <ac:spMk id="5" creationId="{BBD7BA7D-5971-4D72-9993-A03A70C1A4E8}"/>
          </ac:spMkLst>
        </pc:spChg>
        <pc:picChg chg="add mod">
          <ac:chgData name="鈴木 秀規" userId="f68c5fd9-22d5-4c0a-9833-7fb0f5135313" providerId="ADAL" clId="{F575BF5D-9AAF-4582-948B-24FD2BFE6BEB}" dt="2021-01-29T04:04:26.657" v="289" actId="1076"/>
          <ac:picMkLst>
            <pc:docMk/>
            <pc:sldMk cId="3202997917" sldId="366"/>
            <ac:picMk id="6" creationId="{0044A0DD-6747-475C-A8CC-67C415036C65}"/>
          </ac:picMkLst>
        </pc:picChg>
      </pc:sldChg>
      <pc:sldChg chg="modSp new mod">
        <pc:chgData name="鈴木 秀規" userId="f68c5fd9-22d5-4c0a-9833-7fb0f5135313" providerId="ADAL" clId="{F575BF5D-9AAF-4582-948B-24FD2BFE6BEB}" dt="2021-01-29T04:06:02.943" v="311" actId="12"/>
        <pc:sldMkLst>
          <pc:docMk/>
          <pc:sldMk cId="1111243588" sldId="367"/>
        </pc:sldMkLst>
        <pc:spChg chg="mod">
          <ac:chgData name="鈴木 秀規" userId="f68c5fd9-22d5-4c0a-9833-7fb0f5135313" providerId="ADAL" clId="{F575BF5D-9AAF-4582-948B-24FD2BFE6BEB}" dt="2021-01-29T04:04:53.642" v="291"/>
          <ac:spMkLst>
            <pc:docMk/>
            <pc:sldMk cId="1111243588" sldId="367"/>
            <ac:spMk id="3" creationId="{3532F861-E7B1-4B2B-97BD-6DE98627E1F1}"/>
          </ac:spMkLst>
        </pc:spChg>
        <pc:spChg chg="mod">
          <ac:chgData name="鈴木 秀規" userId="f68c5fd9-22d5-4c0a-9833-7fb0f5135313" providerId="ADAL" clId="{F575BF5D-9AAF-4582-948B-24FD2BFE6BEB}" dt="2021-01-29T04:06:02.943" v="311" actId="12"/>
          <ac:spMkLst>
            <pc:docMk/>
            <pc:sldMk cId="1111243588" sldId="367"/>
            <ac:spMk id="5" creationId="{1395E66A-BAA2-4267-A007-E01128823ECA}"/>
          </ac:spMkLst>
        </pc:spChg>
      </pc:sldChg>
      <pc:sldChg chg="del">
        <pc:chgData name="鈴木 秀規" userId="f68c5fd9-22d5-4c0a-9833-7fb0f5135313" providerId="ADAL" clId="{F575BF5D-9AAF-4582-948B-24FD2BFE6BEB}" dt="2021-01-29T03:53:45.227" v="19" actId="2696"/>
        <pc:sldMkLst>
          <pc:docMk/>
          <pc:sldMk cId="2453149005" sldId="367"/>
        </pc:sldMkLst>
      </pc:sldChg>
      <pc:sldChg chg="modSp new mod">
        <pc:chgData name="鈴木 秀規" userId="f68c5fd9-22d5-4c0a-9833-7fb0f5135313" providerId="ADAL" clId="{F575BF5D-9AAF-4582-948B-24FD2BFE6BEB}" dt="2021-01-29T04:09:38.411" v="323" actId="20577"/>
        <pc:sldMkLst>
          <pc:docMk/>
          <pc:sldMk cId="456779390" sldId="368"/>
        </pc:sldMkLst>
        <pc:spChg chg="mod">
          <ac:chgData name="鈴木 秀規" userId="f68c5fd9-22d5-4c0a-9833-7fb0f5135313" providerId="ADAL" clId="{F575BF5D-9AAF-4582-948B-24FD2BFE6BEB}" dt="2021-01-29T04:08:37.280" v="313"/>
          <ac:spMkLst>
            <pc:docMk/>
            <pc:sldMk cId="456779390" sldId="368"/>
            <ac:spMk id="3" creationId="{4189AC14-084C-4852-A4AD-81F5A902D092}"/>
          </ac:spMkLst>
        </pc:spChg>
        <pc:spChg chg="mod">
          <ac:chgData name="鈴木 秀規" userId="f68c5fd9-22d5-4c0a-9833-7fb0f5135313" providerId="ADAL" clId="{F575BF5D-9AAF-4582-948B-24FD2BFE6BEB}" dt="2021-01-29T04:09:38.411" v="323" actId="20577"/>
          <ac:spMkLst>
            <pc:docMk/>
            <pc:sldMk cId="456779390" sldId="368"/>
            <ac:spMk id="5" creationId="{FAF1A558-FF89-4EE5-8096-45D587714621}"/>
          </ac:spMkLst>
        </pc:spChg>
      </pc:sldChg>
      <pc:sldChg chg="del">
        <pc:chgData name="鈴木 秀規" userId="f68c5fd9-22d5-4c0a-9833-7fb0f5135313" providerId="ADAL" clId="{F575BF5D-9AAF-4582-948B-24FD2BFE6BEB}" dt="2021-01-29T03:53:45.227" v="19" actId="2696"/>
        <pc:sldMkLst>
          <pc:docMk/>
          <pc:sldMk cId="2090493252" sldId="368"/>
        </pc:sldMkLst>
      </pc:sldChg>
      <pc:sldChg chg="addSp modSp new del mod">
        <pc:chgData name="鈴木 秀規" userId="f68c5fd9-22d5-4c0a-9833-7fb0f5135313" providerId="ADAL" clId="{F575BF5D-9AAF-4582-948B-24FD2BFE6BEB}" dt="2021-01-29T04:16:21.766" v="432" actId="2696"/>
        <pc:sldMkLst>
          <pc:docMk/>
          <pc:sldMk cId="108376523" sldId="369"/>
        </pc:sldMkLst>
        <pc:spChg chg="mod">
          <ac:chgData name="鈴木 秀規" userId="f68c5fd9-22d5-4c0a-9833-7fb0f5135313" providerId="ADAL" clId="{F575BF5D-9AAF-4582-948B-24FD2BFE6BEB}" dt="2021-01-29T04:09:51.266" v="325"/>
          <ac:spMkLst>
            <pc:docMk/>
            <pc:sldMk cId="108376523" sldId="369"/>
            <ac:spMk id="3" creationId="{07B7EB16-27E1-4752-8A64-68D7E922DC06}"/>
          </ac:spMkLst>
        </pc:spChg>
        <pc:spChg chg="mod">
          <ac:chgData name="鈴木 秀規" userId="f68c5fd9-22d5-4c0a-9833-7fb0f5135313" providerId="ADAL" clId="{F575BF5D-9AAF-4582-948B-24FD2BFE6BEB}" dt="2021-01-29T04:10:09.837" v="328" actId="14100"/>
          <ac:spMkLst>
            <pc:docMk/>
            <pc:sldMk cId="108376523" sldId="369"/>
            <ac:spMk id="5" creationId="{71E29695-2D44-4290-87C6-573F744A95BA}"/>
          </ac:spMkLst>
        </pc:spChg>
        <pc:spChg chg="add mod">
          <ac:chgData name="鈴木 秀規" userId="f68c5fd9-22d5-4c0a-9833-7fb0f5135313" providerId="ADAL" clId="{F575BF5D-9AAF-4582-948B-24FD2BFE6BEB}" dt="2021-01-29T04:14:26.868" v="377" actId="14100"/>
          <ac:spMkLst>
            <pc:docMk/>
            <pc:sldMk cId="108376523" sldId="369"/>
            <ac:spMk id="6" creationId="{4BED9817-3563-49D2-92A2-D911F3A5C48B}"/>
          </ac:spMkLst>
        </pc:spChg>
        <pc:spChg chg="add mod">
          <ac:chgData name="鈴木 秀規" userId="f68c5fd9-22d5-4c0a-9833-7fb0f5135313" providerId="ADAL" clId="{F575BF5D-9AAF-4582-948B-24FD2BFE6BEB}" dt="2021-01-29T04:13:00.824" v="366" actId="14100"/>
          <ac:spMkLst>
            <pc:docMk/>
            <pc:sldMk cId="108376523" sldId="369"/>
            <ac:spMk id="7" creationId="{A02CE9B6-FCE5-4ABA-A722-7C024D06DC20}"/>
          </ac:spMkLst>
        </pc:spChg>
        <pc:spChg chg="add mod">
          <ac:chgData name="鈴木 秀規" userId="f68c5fd9-22d5-4c0a-9833-7fb0f5135313" providerId="ADAL" clId="{F575BF5D-9AAF-4582-948B-24FD2BFE6BEB}" dt="2021-01-29T04:13:08.777" v="368" actId="14100"/>
          <ac:spMkLst>
            <pc:docMk/>
            <pc:sldMk cId="108376523" sldId="369"/>
            <ac:spMk id="8" creationId="{776AC007-C5E9-481E-8D1C-5BF1AEC1EBA0}"/>
          </ac:spMkLst>
        </pc:spChg>
      </pc:sldChg>
      <pc:sldChg chg="del">
        <pc:chgData name="鈴木 秀規" userId="f68c5fd9-22d5-4c0a-9833-7fb0f5135313" providerId="ADAL" clId="{F575BF5D-9AAF-4582-948B-24FD2BFE6BEB}" dt="2021-01-29T03:53:45.227" v="19" actId="2696"/>
        <pc:sldMkLst>
          <pc:docMk/>
          <pc:sldMk cId="1828494026" sldId="369"/>
        </pc:sldMkLst>
      </pc:sldChg>
      <pc:sldChg chg="addSp modSp new add del mod">
        <pc:chgData name="鈴木 秀規" userId="f68c5fd9-22d5-4c0a-9833-7fb0f5135313" providerId="ADAL" clId="{F575BF5D-9AAF-4582-948B-24FD2BFE6BEB}" dt="2021-01-29T04:16:30.594" v="434" actId="2696"/>
        <pc:sldMkLst>
          <pc:docMk/>
          <pc:sldMk cId="626248736" sldId="370"/>
        </pc:sldMkLst>
        <pc:spChg chg="mod">
          <ac:chgData name="鈴木 秀規" userId="f68c5fd9-22d5-4c0a-9833-7fb0f5135313" providerId="ADAL" clId="{F575BF5D-9AAF-4582-948B-24FD2BFE6BEB}" dt="2021-01-29T04:14:23.169" v="376"/>
          <ac:spMkLst>
            <pc:docMk/>
            <pc:sldMk cId="626248736" sldId="370"/>
            <ac:spMk id="3" creationId="{CC9F3572-63AE-4507-8DBD-68D54706735C}"/>
          </ac:spMkLst>
        </pc:spChg>
        <pc:spChg chg="mod">
          <ac:chgData name="鈴木 秀規" userId="f68c5fd9-22d5-4c0a-9833-7fb0f5135313" providerId="ADAL" clId="{F575BF5D-9AAF-4582-948B-24FD2BFE6BEB}" dt="2021-01-29T04:14:19.187" v="375" actId="14100"/>
          <ac:spMkLst>
            <pc:docMk/>
            <pc:sldMk cId="626248736" sldId="370"/>
            <ac:spMk id="5" creationId="{40A7AB8E-C31C-4632-93DE-B085A6C87B3F}"/>
          </ac:spMkLst>
        </pc:spChg>
        <pc:spChg chg="add mod">
          <ac:chgData name="鈴木 秀規" userId="f68c5fd9-22d5-4c0a-9833-7fb0f5135313" providerId="ADAL" clId="{F575BF5D-9AAF-4582-948B-24FD2BFE6BEB}" dt="2021-01-29T04:16:18.382" v="431" actId="1076"/>
          <ac:spMkLst>
            <pc:docMk/>
            <pc:sldMk cId="626248736" sldId="370"/>
            <ac:spMk id="6" creationId="{B4D44712-3924-4D02-B8CE-80C40F83BE37}"/>
          </ac:spMkLst>
        </pc:spChg>
        <pc:spChg chg="add mod">
          <ac:chgData name="鈴木 秀規" userId="f68c5fd9-22d5-4c0a-9833-7fb0f5135313" providerId="ADAL" clId="{F575BF5D-9AAF-4582-948B-24FD2BFE6BEB}" dt="2021-01-29T04:16:18.382" v="431" actId="1076"/>
          <ac:spMkLst>
            <pc:docMk/>
            <pc:sldMk cId="626248736" sldId="370"/>
            <ac:spMk id="7" creationId="{B9E4A589-99ED-4E4B-9E3D-FE43FDF20147}"/>
          </ac:spMkLst>
        </pc:spChg>
        <pc:spChg chg="add mod">
          <ac:chgData name="鈴木 秀規" userId="f68c5fd9-22d5-4c0a-9833-7fb0f5135313" providerId="ADAL" clId="{F575BF5D-9AAF-4582-948B-24FD2BFE6BEB}" dt="2021-01-29T04:16:18.382" v="431" actId="1076"/>
          <ac:spMkLst>
            <pc:docMk/>
            <pc:sldMk cId="626248736" sldId="370"/>
            <ac:spMk id="8" creationId="{E6A16668-7D2E-4A55-9DF5-E63E6934B6BF}"/>
          </ac:spMkLst>
        </pc:spChg>
      </pc:sldChg>
      <pc:sldChg chg="del">
        <pc:chgData name="鈴木 秀規" userId="f68c5fd9-22d5-4c0a-9833-7fb0f5135313" providerId="ADAL" clId="{F575BF5D-9AAF-4582-948B-24FD2BFE6BEB}" dt="2021-01-29T03:53:45.227" v="19" actId="2696"/>
        <pc:sldMkLst>
          <pc:docMk/>
          <pc:sldMk cId="1301075000" sldId="370"/>
        </pc:sldMkLst>
      </pc:sldChg>
      <pc:sldChg chg="del">
        <pc:chgData name="鈴木 秀規" userId="f68c5fd9-22d5-4c0a-9833-7fb0f5135313" providerId="ADAL" clId="{F575BF5D-9AAF-4582-948B-24FD2BFE6BEB}" dt="2021-01-29T03:53:45.227" v="19" actId="2696"/>
        <pc:sldMkLst>
          <pc:docMk/>
          <pc:sldMk cId="1939820756" sldId="371"/>
        </pc:sldMkLst>
      </pc:sldChg>
      <pc:sldChg chg="addSp modSp add mod">
        <pc:chgData name="鈴木 秀規" userId="f68c5fd9-22d5-4c0a-9833-7fb0f5135313" providerId="ADAL" clId="{F575BF5D-9AAF-4582-948B-24FD2BFE6BEB}" dt="2021-01-29T04:18:08.322" v="470" actId="1037"/>
        <pc:sldMkLst>
          <pc:docMk/>
          <pc:sldMk cId="2430396932" sldId="371"/>
        </pc:sldMkLst>
        <pc:spChg chg="mod">
          <ac:chgData name="鈴木 秀規" userId="f68c5fd9-22d5-4c0a-9833-7fb0f5135313" providerId="ADAL" clId="{F575BF5D-9AAF-4582-948B-24FD2BFE6BEB}" dt="2021-01-29T04:16:56.059" v="438" actId="207"/>
          <ac:spMkLst>
            <pc:docMk/>
            <pc:sldMk cId="2430396932" sldId="371"/>
            <ac:spMk id="5" creationId="{40A7AB8E-C31C-4632-93DE-B085A6C87B3F}"/>
          </ac:spMkLst>
        </pc:spChg>
        <pc:spChg chg="mod">
          <ac:chgData name="鈴木 秀規" userId="f68c5fd9-22d5-4c0a-9833-7fb0f5135313" providerId="ADAL" clId="{F575BF5D-9AAF-4582-948B-24FD2BFE6BEB}" dt="2021-01-29T04:17:09.661" v="443" actId="1076"/>
          <ac:spMkLst>
            <pc:docMk/>
            <pc:sldMk cId="2430396932" sldId="371"/>
            <ac:spMk id="7" creationId="{B9E4A589-99ED-4E4B-9E3D-FE43FDF20147}"/>
          </ac:spMkLst>
        </pc:spChg>
        <pc:spChg chg="add mod">
          <ac:chgData name="鈴木 秀規" userId="f68c5fd9-22d5-4c0a-9833-7fb0f5135313" providerId="ADAL" clId="{F575BF5D-9AAF-4582-948B-24FD2BFE6BEB}" dt="2021-01-29T04:18:03.879" v="469" actId="207"/>
          <ac:spMkLst>
            <pc:docMk/>
            <pc:sldMk cId="2430396932" sldId="371"/>
            <ac:spMk id="9" creationId="{7069D539-FAB0-424C-B1F8-7C9469D6F7CE}"/>
          </ac:spMkLst>
        </pc:spChg>
        <pc:spChg chg="add mod">
          <ac:chgData name="鈴木 秀規" userId="f68c5fd9-22d5-4c0a-9833-7fb0f5135313" providerId="ADAL" clId="{F575BF5D-9AAF-4582-948B-24FD2BFE6BEB}" dt="2021-01-29T04:17:46.516" v="454" actId="14100"/>
          <ac:spMkLst>
            <pc:docMk/>
            <pc:sldMk cId="2430396932" sldId="371"/>
            <ac:spMk id="10" creationId="{C08BA81F-012B-49D9-9621-6D7150662906}"/>
          </ac:spMkLst>
        </pc:spChg>
        <pc:spChg chg="add mod">
          <ac:chgData name="鈴木 秀規" userId="f68c5fd9-22d5-4c0a-9833-7fb0f5135313" providerId="ADAL" clId="{F575BF5D-9AAF-4582-948B-24FD2BFE6BEB}" dt="2021-01-29T04:18:08.322" v="470" actId="1037"/>
          <ac:spMkLst>
            <pc:docMk/>
            <pc:sldMk cId="2430396932" sldId="371"/>
            <ac:spMk id="11" creationId="{58313332-362A-42E0-A7DF-1682283099C1}"/>
          </ac:spMkLst>
        </pc:spChg>
      </pc:sldChg>
      <pc:sldChg chg="addSp modSp new mod">
        <pc:chgData name="鈴木 秀規" userId="f68c5fd9-22d5-4c0a-9833-7fb0f5135313" providerId="ADAL" clId="{F575BF5D-9AAF-4582-948B-24FD2BFE6BEB}" dt="2021-01-29T04:26:44.882" v="502" actId="207"/>
        <pc:sldMkLst>
          <pc:docMk/>
          <pc:sldMk cId="2092557008" sldId="372"/>
        </pc:sldMkLst>
        <pc:spChg chg="mod">
          <ac:chgData name="鈴木 秀規" userId="f68c5fd9-22d5-4c0a-9833-7fb0f5135313" providerId="ADAL" clId="{F575BF5D-9AAF-4582-948B-24FD2BFE6BEB}" dt="2021-01-29T04:18:37.638" v="472"/>
          <ac:spMkLst>
            <pc:docMk/>
            <pc:sldMk cId="2092557008" sldId="372"/>
            <ac:spMk id="3" creationId="{9C12B630-5626-4346-8946-72FBF2065713}"/>
          </ac:spMkLst>
        </pc:spChg>
        <pc:spChg chg="mod">
          <ac:chgData name="鈴木 秀規" userId="f68c5fd9-22d5-4c0a-9833-7fb0f5135313" providerId="ADAL" clId="{F575BF5D-9AAF-4582-948B-24FD2BFE6BEB}" dt="2021-01-29T04:26:44.882" v="502" actId="207"/>
          <ac:spMkLst>
            <pc:docMk/>
            <pc:sldMk cId="2092557008" sldId="372"/>
            <ac:spMk id="5" creationId="{A2F9C608-6A87-46A5-A1F9-4A1E5C7619D6}"/>
          </ac:spMkLst>
        </pc:spChg>
        <pc:spChg chg="add mod">
          <ac:chgData name="鈴木 秀規" userId="f68c5fd9-22d5-4c0a-9833-7fb0f5135313" providerId="ADAL" clId="{F575BF5D-9AAF-4582-948B-24FD2BFE6BEB}" dt="2021-01-29T04:26:39.910" v="501" actId="207"/>
          <ac:spMkLst>
            <pc:docMk/>
            <pc:sldMk cId="2092557008" sldId="372"/>
            <ac:spMk id="6" creationId="{17E26B0D-4309-4529-8CD2-2FE5CF4FAC6E}"/>
          </ac:spMkLst>
        </pc:spChg>
        <pc:spChg chg="add mod">
          <ac:chgData name="鈴木 秀規" userId="f68c5fd9-22d5-4c0a-9833-7fb0f5135313" providerId="ADAL" clId="{F575BF5D-9AAF-4582-948B-24FD2BFE6BEB}" dt="2021-01-29T04:26:05.844" v="494" actId="1076"/>
          <ac:spMkLst>
            <pc:docMk/>
            <pc:sldMk cId="2092557008" sldId="372"/>
            <ac:spMk id="7" creationId="{5305D873-7A4A-46FC-8C8D-53578AB2C64C}"/>
          </ac:spMkLst>
        </pc:spChg>
        <pc:spChg chg="add mod">
          <ac:chgData name="鈴木 秀規" userId="f68c5fd9-22d5-4c0a-9833-7fb0f5135313" providerId="ADAL" clId="{F575BF5D-9AAF-4582-948B-24FD2BFE6BEB}" dt="2021-01-29T04:26:20.660" v="498" actId="207"/>
          <ac:spMkLst>
            <pc:docMk/>
            <pc:sldMk cId="2092557008" sldId="372"/>
            <ac:spMk id="8" creationId="{0DAF38C4-7040-482D-935A-69A3EAAC76CE}"/>
          </ac:spMkLst>
        </pc:spChg>
      </pc:sldChg>
      <pc:sldChg chg="del">
        <pc:chgData name="鈴木 秀規" userId="f68c5fd9-22d5-4c0a-9833-7fb0f5135313" providerId="ADAL" clId="{F575BF5D-9AAF-4582-948B-24FD2BFE6BEB}" dt="2021-01-29T03:53:45.227" v="19" actId="2696"/>
        <pc:sldMkLst>
          <pc:docMk/>
          <pc:sldMk cId="3679262217" sldId="372"/>
        </pc:sldMkLst>
      </pc:sldChg>
      <pc:sldChg chg="del">
        <pc:chgData name="鈴木 秀規" userId="f68c5fd9-22d5-4c0a-9833-7fb0f5135313" providerId="ADAL" clId="{F575BF5D-9AAF-4582-948B-24FD2BFE6BEB}" dt="2021-01-29T03:53:45.227" v="19" actId="2696"/>
        <pc:sldMkLst>
          <pc:docMk/>
          <pc:sldMk cId="295493128" sldId="373"/>
        </pc:sldMkLst>
      </pc:sldChg>
      <pc:sldChg chg="modSp new mod">
        <pc:chgData name="鈴木 秀規" userId="f68c5fd9-22d5-4c0a-9833-7fb0f5135313" providerId="ADAL" clId="{F575BF5D-9AAF-4582-948B-24FD2BFE6BEB}" dt="2021-01-29T04:29:03.150" v="530" actId="207"/>
        <pc:sldMkLst>
          <pc:docMk/>
          <pc:sldMk cId="360899116" sldId="373"/>
        </pc:sldMkLst>
        <pc:spChg chg="mod">
          <ac:chgData name="鈴木 秀規" userId="f68c5fd9-22d5-4c0a-9833-7fb0f5135313" providerId="ADAL" clId="{F575BF5D-9AAF-4582-948B-24FD2BFE6BEB}" dt="2021-01-29T04:26:57.530" v="504"/>
          <ac:spMkLst>
            <pc:docMk/>
            <pc:sldMk cId="360899116" sldId="373"/>
            <ac:spMk id="3" creationId="{7D8E6E7E-E819-4301-AB90-D1B730D07DB8}"/>
          </ac:spMkLst>
        </pc:spChg>
        <pc:spChg chg="mod">
          <ac:chgData name="鈴木 秀規" userId="f68c5fd9-22d5-4c0a-9833-7fb0f5135313" providerId="ADAL" clId="{F575BF5D-9AAF-4582-948B-24FD2BFE6BEB}" dt="2021-01-29T04:29:03.150" v="530" actId="207"/>
          <ac:spMkLst>
            <pc:docMk/>
            <pc:sldMk cId="360899116" sldId="373"/>
            <ac:spMk id="5" creationId="{EE252208-B370-41F9-B76C-E8E90FE44219}"/>
          </ac:spMkLst>
        </pc:spChg>
      </pc:sldChg>
      <pc:sldChg chg="modSp new mod">
        <pc:chgData name="鈴木 秀規" userId="f68c5fd9-22d5-4c0a-9833-7fb0f5135313" providerId="ADAL" clId="{F575BF5D-9AAF-4582-948B-24FD2BFE6BEB}" dt="2021-01-29T04:30:09.066" v="548" actId="207"/>
        <pc:sldMkLst>
          <pc:docMk/>
          <pc:sldMk cId="1052588155" sldId="374"/>
        </pc:sldMkLst>
        <pc:spChg chg="mod">
          <ac:chgData name="鈴木 秀規" userId="f68c5fd9-22d5-4c0a-9833-7fb0f5135313" providerId="ADAL" clId="{F575BF5D-9AAF-4582-948B-24FD2BFE6BEB}" dt="2021-01-29T04:29:15.980" v="532"/>
          <ac:spMkLst>
            <pc:docMk/>
            <pc:sldMk cId="1052588155" sldId="374"/>
            <ac:spMk id="3" creationId="{1719FC50-025D-41A0-B13D-8813F7A3D89E}"/>
          </ac:spMkLst>
        </pc:spChg>
        <pc:spChg chg="mod">
          <ac:chgData name="鈴木 秀規" userId="f68c5fd9-22d5-4c0a-9833-7fb0f5135313" providerId="ADAL" clId="{F575BF5D-9AAF-4582-948B-24FD2BFE6BEB}" dt="2021-01-29T04:30:09.066" v="548" actId="207"/>
          <ac:spMkLst>
            <pc:docMk/>
            <pc:sldMk cId="1052588155" sldId="374"/>
            <ac:spMk id="5" creationId="{2244E8A3-F648-4B7C-BD0C-260FE6A1C10D}"/>
          </ac:spMkLst>
        </pc:spChg>
      </pc:sldChg>
      <pc:sldChg chg="del">
        <pc:chgData name="鈴木 秀規" userId="f68c5fd9-22d5-4c0a-9833-7fb0f5135313" providerId="ADAL" clId="{F575BF5D-9AAF-4582-948B-24FD2BFE6BEB}" dt="2021-01-29T03:53:45.227" v="19" actId="2696"/>
        <pc:sldMkLst>
          <pc:docMk/>
          <pc:sldMk cId="1376688274" sldId="374"/>
        </pc:sldMkLst>
      </pc:sldChg>
      <pc:sldChg chg="modSp new mod">
        <pc:chgData name="鈴木 秀規" userId="f68c5fd9-22d5-4c0a-9833-7fb0f5135313" providerId="ADAL" clId="{F575BF5D-9AAF-4582-948B-24FD2BFE6BEB}" dt="2021-01-29T04:31:07.658" v="563" actId="12"/>
        <pc:sldMkLst>
          <pc:docMk/>
          <pc:sldMk cId="31669137" sldId="375"/>
        </pc:sldMkLst>
        <pc:spChg chg="mod">
          <ac:chgData name="鈴木 秀規" userId="f68c5fd9-22d5-4c0a-9833-7fb0f5135313" providerId="ADAL" clId="{F575BF5D-9AAF-4582-948B-24FD2BFE6BEB}" dt="2021-01-29T04:30:22.070" v="550"/>
          <ac:spMkLst>
            <pc:docMk/>
            <pc:sldMk cId="31669137" sldId="375"/>
            <ac:spMk id="3" creationId="{330077B5-BD01-4783-B4AA-22BEF0D1C698}"/>
          </ac:spMkLst>
        </pc:spChg>
        <pc:spChg chg="mod">
          <ac:chgData name="鈴木 秀規" userId="f68c5fd9-22d5-4c0a-9833-7fb0f5135313" providerId="ADAL" clId="{F575BF5D-9AAF-4582-948B-24FD2BFE6BEB}" dt="2021-01-29T04:31:07.658" v="563" actId="12"/>
          <ac:spMkLst>
            <pc:docMk/>
            <pc:sldMk cId="31669137" sldId="375"/>
            <ac:spMk id="5" creationId="{B1D8D607-F4E5-4397-820F-736FF41DC082}"/>
          </ac:spMkLst>
        </pc:spChg>
      </pc:sldChg>
      <pc:sldChg chg="del">
        <pc:chgData name="鈴木 秀規" userId="f68c5fd9-22d5-4c0a-9833-7fb0f5135313" providerId="ADAL" clId="{F575BF5D-9AAF-4582-948B-24FD2BFE6BEB}" dt="2021-01-29T03:53:45.227" v="19" actId="2696"/>
        <pc:sldMkLst>
          <pc:docMk/>
          <pc:sldMk cId="1089892823" sldId="375"/>
        </pc:sldMkLst>
      </pc:sldChg>
      <pc:sldChg chg="del">
        <pc:chgData name="鈴木 秀規" userId="f68c5fd9-22d5-4c0a-9833-7fb0f5135313" providerId="ADAL" clId="{F575BF5D-9AAF-4582-948B-24FD2BFE6BEB}" dt="2021-01-29T03:53:45.227" v="19" actId="2696"/>
        <pc:sldMkLst>
          <pc:docMk/>
          <pc:sldMk cId="2589480947" sldId="376"/>
        </pc:sldMkLst>
      </pc:sldChg>
      <pc:sldChg chg="del">
        <pc:chgData name="鈴木 秀規" userId="f68c5fd9-22d5-4c0a-9833-7fb0f5135313" providerId="ADAL" clId="{F575BF5D-9AAF-4582-948B-24FD2BFE6BEB}" dt="2021-01-29T03:53:45.227" v="19" actId="2696"/>
        <pc:sldMkLst>
          <pc:docMk/>
          <pc:sldMk cId="546674919" sldId="377"/>
        </pc:sldMkLst>
      </pc:sldChg>
      <pc:sldChg chg="del">
        <pc:chgData name="鈴木 秀規" userId="f68c5fd9-22d5-4c0a-9833-7fb0f5135313" providerId="ADAL" clId="{F575BF5D-9AAF-4582-948B-24FD2BFE6BEB}" dt="2021-01-29T03:53:45.227" v="19" actId="2696"/>
        <pc:sldMkLst>
          <pc:docMk/>
          <pc:sldMk cId="1244196573" sldId="378"/>
        </pc:sldMkLst>
      </pc:sldChg>
    </pc:docChg>
  </pc:docChgLst>
  <pc:docChgLst>
    <pc:chgData name="Maasoglu Burak" userId="c547e492-7085-41a4-a6f9-c4ee3373bd36" providerId="ADAL" clId="{653483DB-CFE0-4294-9588-86B5B70A561C}"/>
    <pc:docChg chg="modSld">
      <pc:chgData name="Maasoglu Burak" userId="c547e492-7085-41a4-a6f9-c4ee3373bd36" providerId="ADAL" clId="{653483DB-CFE0-4294-9588-86B5B70A561C}" dt="2023-12-18T01:24:17.879" v="0"/>
      <pc:docMkLst>
        <pc:docMk/>
      </pc:docMkLst>
      <pc:sldChg chg="modSp">
        <pc:chgData name="Maasoglu Burak" userId="c547e492-7085-41a4-a6f9-c4ee3373bd36" providerId="ADAL" clId="{653483DB-CFE0-4294-9588-86B5B70A561C}" dt="2023-12-18T01:24:17.879" v="0"/>
        <pc:sldMkLst>
          <pc:docMk/>
          <pc:sldMk cId="3279262032" sldId="370"/>
        </pc:sldMkLst>
        <pc:spChg chg="mod">
          <ac:chgData name="Maasoglu Burak" userId="c547e492-7085-41a4-a6f9-c4ee3373bd36" providerId="ADAL" clId="{653483DB-CFE0-4294-9588-86B5B70A561C}" dt="2023-12-18T01:24:17.879" v="0"/>
          <ac:spMkLst>
            <pc:docMk/>
            <pc:sldMk cId="3279262032" sldId="370"/>
            <ac:spMk id="6" creationId="{9933ADFF-8902-4437-9933-7CA1DCCB5639}"/>
          </ac:spMkLst>
        </pc:spChg>
      </pc:sldChg>
      <pc:sldChg chg="modSp">
        <pc:chgData name="Maasoglu Burak" userId="c547e492-7085-41a4-a6f9-c4ee3373bd36" providerId="ADAL" clId="{653483DB-CFE0-4294-9588-86B5B70A561C}" dt="2023-12-18T01:24:17.879" v="0"/>
        <pc:sldMkLst>
          <pc:docMk/>
          <pc:sldMk cId="1944304840" sldId="371"/>
        </pc:sldMkLst>
        <pc:spChg chg="mod">
          <ac:chgData name="Maasoglu Burak" userId="c547e492-7085-41a4-a6f9-c4ee3373bd36" providerId="ADAL" clId="{653483DB-CFE0-4294-9588-86B5B70A561C}" dt="2023-12-18T01:24:17.879" v="0"/>
          <ac:spMkLst>
            <pc:docMk/>
            <pc:sldMk cId="1944304840" sldId="371"/>
            <ac:spMk id="6" creationId="{6B93690F-C3A0-4233-AD86-5C66FE167541}"/>
          </ac:spMkLst>
        </pc:spChg>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E1EFADE-4A0B-47B8-8EF8-2E15F0F63983}"/>
    <pc:docChg chg="undo custSel addSld delSld modSld">
      <pc:chgData name="鈴木 秀規" userId="f68c5fd9-22d5-4c0a-9833-7fb0f5135313" providerId="ADAL" clId="{1E1EFADE-4A0B-47B8-8EF8-2E15F0F63983}" dt="2021-01-29T01:40:32.688" v="690" actId="207"/>
      <pc:docMkLst>
        <pc:docMk/>
      </pc:docMkLst>
      <pc:sldChg chg="modSp mod">
        <pc:chgData name="鈴木 秀規" userId="f68c5fd9-22d5-4c0a-9833-7fb0f5135313" providerId="ADAL" clId="{1E1EFADE-4A0B-47B8-8EF8-2E15F0F63983}" dt="2021-01-29T00:11:07.964" v="26" actId="20577"/>
        <pc:sldMkLst>
          <pc:docMk/>
          <pc:sldMk cId="0" sldId="256"/>
        </pc:sldMkLst>
        <pc:spChg chg="mod">
          <ac:chgData name="鈴木 秀規" userId="f68c5fd9-22d5-4c0a-9833-7fb0f5135313" providerId="ADAL" clId="{1E1EFADE-4A0B-47B8-8EF8-2E15F0F63983}" dt="2021-01-29T00:11:07.964" v="26" actId="20577"/>
          <ac:spMkLst>
            <pc:docMk/>
            <pc:sldMk cId="0" sldId="256"/>
            <ac:spMk id="56" creationId="{00000000-0000-0000-0000-000000000000}"/>
          </ac:spMkLst>
        </pc:spChg>
      </pc:sldChg>
      <pc:sldChg chg="addSp delSp modSp mod chgLayout">
        <pc:chgData name="鈴木 秀規" userId="f68c5fd9-22d5-4c0a-9833-7fb0f5135313" providerId="ADAL" clId="{1E1EFADE-4A0B-47B8-8EF8-2E15F0F63983}" dt="2021-01-29T00:15:27.767" v="67" actId="2711"/>
        <pc:sldMkLst>
          <pc:docMk/>
          <pc:sldMk cId="2397736379" sldId="363"/>
        </pc:sldMkLst>
        <pc:spChg chg="add del mod">
          <ac:chgData name="鈴木 秀規" userId="f68c5fd9-22d5-4c0a-9833-7fb0f5135313" providerId="ADAL" clId="{1E1EFADE-4A0B-47B8-8EF8-2E15F0F63983}" dt="2021-01-29T00:12:33.077" v="30" actId="6264"/>
          <ac:spMkLst>
            <pc:docMk/>
            <pc:sldMk cId="2397736379" sldId="363"/>
            <ac:spMk id="2" creationId="{086544AC-6F2D-452C-86AF-7D6A0FE64739}"/>
          </ac:spMkLst>
        </pc:spChg>
        <pc:spChg chg="add del mod">
          <ac:chgData name="鈴木 秀規" userId="f68c5fd9-22d5-4c0a-9833-7fb0f5135313" providerId="ADAL" clId="{1E1EFADE-4A0B-47B8-8EF8-2E15F0F63983}" dt="2021-01-29T00:12:33.077" v="30" actId="6264"/>
          <ac:spMkLst>
            <pc:docMk/>
            <pc:sldMk cId="2397736379" sldId="363"/>
            <ac:spMk id="3" creationId="{0AAE972C-8306-4668-8679-58F910537D90}"/>
          </ac:spMkLst>
        </pc:spChg>
        <pc:spChg chg="mod ord">
          <ac:chgData name="鈴木 秀規" userId="f68c5fd9-22d5-4c0a-9833-7fb0f5135313" providerId="ADAL" clId="{1E1EFADE-4A0B-47B8-8EF8-2E15F0F63983}" dt="2021-01-29T00:13:14.803" v="39" actId="1076"/>
          <ac:spMkLst>
            <pc:docMk/>
            <pc:sldMk cId="2397736379" sldId="363"/>
            <ac:spMk id="4" creationId="{DE764CD8-0B12-484E-890C-8A5A26296D13}"/>
          </ac:spMkLst>
        </pc:spChg>
        <pc:spChg chg="mod ord">
          <ac:chgData name="鈴木 秀規" userId="f68c5fd9-22d5-4c0a-9833-7fb0f5135313" providerId="ADAL" clId="{1E1EFADE-4A0B-47B8-8EF8-2E15F0F63983}" dt="2021-01-29T00:13:07.251" v="37" actId="1076"/>
          <ac:spMkLst>
            <pc:docMk/>
            <pc:sldMk cId="2397736379" sldId="363"/>
            <ac:spMk id="5" creationId="{433B62C4-B6B9-4622-B802-69C25D6F2A49}"/>
          </ac:spMkLst>
        </pc:spChg>
        <pc:spChg chg="add del mod">
          <ac:chgData name="鈴木 秀規" userId="f68c5fd9-22d5-4c0a-9833-7fb0f5135313" providerId="ADAL" clId="{1E1EFADE-4A0B-47B8-8EF8-2E15F0F63983}" dt="2021-01-29T00:12:33.077" v="30" actId="6264"/>
          <ac:spMkLst>
            <pc:docMk/>
            <pc:sldMk cId="2397736379" sldId="363"/>
            <ac:spMk id="6" creationId="{064D4E1C-BCD9-47F4-BA6D-7856B8880AAF}"/>
          </ac:spMkLst>
        </pc:spChg>
        <pc:spChg chg="mod ord">
          <ac:chgData name="鈴木 秀規" userId="f68c5fd9-22d5-4c0a-9833-7fb0f5135313" providerId="ADAL" clId="{1E1EFADE-4A0B-47B8-8EF8-2E15F0F63983}" dt="2021-01-29T00:12:33.077" v="30" actId="6264"/>
          <ac:spMkLst>
            <pc:docMk/>
            <pc:sldMk cId="2397736379" sldId="363"/>
            <ac:spMk id="7" creationId="{9630AD22-E64D-4A96-B059-2AF9F6580C25}"/>
          </ac:spMkLst>
        </pc:spChg>
        <pc:spChg chg="mod ord">
          <ac:chgData name="鈴木 秀規" userId="f68c5fd9-22d5-4c0a-9833-7fb0f5135313" providerId="ADAL" clId="{1E1EFADE-4A0B-47B8-8EF8-2E15F0F63983}" dt="2021-01-29T00:12:42.244" v="34" actId="14100"/>
          <ac:spMkLst>
            <pc:docMk/>
            <pc:sldMk cId="2397736379" sldId="363"/>
            <ac:spMk id="8" creationId="{787CF02A-01AB-4517-BA3E-25572FA82648}"/>
          </ac:spMkLst>
        </pc:spChg>
        <pc:spChg chg="add del mod">
          <ac:chgData name="鈴木 秀規" userId="f68c5fd9-22d5-4c0a-9833-7fb0f5135313" providerId="ADAL" clId="{1E1EFADE-4A0B-47B8-8EF8-2E15F0F63983}" dt="2021-01-29T00:12:33.077" v="30" actId="6264"/>
          <ac:spMkLst>
            <pc:docMk/>
            <pc:sldMk cId="2397736379" sldId="363"/>
            <ac:spMk id="9" creationId="{AE78809C-402B-4897-A97B-02ED57AE97BA}"/>
          </ac:spMkLst>
        </pc:spChg>
        <pc:spChg chg="add mod">
          <ac:chgData name="鈴木 秀規" userId="f68c5fd9-22d5-4c0a-9833-7fb0f5135313" providerId="ADAL" clId="{1E1EFADE-4A0B-47B8-8EF8-2E15F0F63983}" dt="2021-01-29T00:13:40.265" v="43" actId="2711"/>
          <ac:spMkLst>
            <pc:docMk/>
            <pc:sldMk cId="2397736379" sldId="363"/>
            <ac:spMk id="10" creationId="{911442F2-F4B8-4099-A8A6-599A6EDD893E}"/>
          </ac:spMkLst>
        </pc:spChg>
        <pc:spChg chg="add mod">
          <ac:chgData name="鈴木 秀規" userId="f68c5fd9-22d5-4c0a-9833-7fb0f5135313" providerId="ADAL" clId="{1E1EFADE-4A0B-47B8-8EF8-2E15F0F63983}" dt="2021-01-29T00:14:19.435" v="51" actId="1076"/>
          <ac:spMkLst>
            <pc:docMk/>
            <pc:sldMk cId="2397736379" sldId="363"/>
            <ac:spMk id="13" creationId="{23E592F8-E3F8-4B51-85D4-196586C25C17}"/>
          </ac:spMkLst>
        </pc:spChg>
        <pc:spChg chg="add mod">
          <ac:chgData name="鈴木 秀規" userId="f68c5fd9-22d5-4c0a-9833-7fb0f5135313" providerId="ADAL" clId="{1E1EFADE-4A0B-47B8-8EF8-2E15F0F63983}" dt="2021-01-29T00:13:40.265" v="43" actId="2711"/>
          <ac:spMkLst>
            <pc:docMk/>
            <pc:sldMk cId="2397736379" sldId="363"/>
            <ac:spMk id="15" creationId="{E93D3E84-AF14-45FD-A18C-1157A824A4F2}"/>
          </ac:spMkLst>
        </pc:spChg>
        <pc:spChg chg="add mod">
          <ac:chgData name="鈴木 秀規" userId="f68c5fd9-22d5-4c0a-9833-7fb0f5135313" providerId="ADAL" clId="{1E1EFADE-4A0B-47B8-8EF8-2E15F0F63983}" dt="2021-01-29T00:14:41.458" v="58" actId="1038"/>
          <ac:spMkLst>
            <pc:docMk/>
            <pc:sldMk cId="2397736379" sldId="363"/>
            <ac:spMk id="16" creationId="{72D53803-E65D-438C-ADC1-E600E85FFC40}"/>
          </ac:spMkLst>
        </pc:spChg>
        <pc:spChg chg="add mod">
          <ac:chgData name="鈴木 秀規" userId="f68c5fd9-22d5-4c0a-9833-7fb0f5135313" providerId="ADAL" clId="{1E1EFADE-4A0B-47B8-8EF8-2E15F0F63983}" dt="2021-01-29T00:15:15.402" v="65" actId="2711"/>
          <ac:spMkLst>
            <pc:docMk/>
            <pc:sldMk cId="2397736379" sldId="363"/>
            <ac:spMk id="17" creationId="{E68CE154-3E64-4D25-BE5B-BDCDB382FBBC}"/>
          </ac:spMkLst>
        </pc:spChg>
        <pc:spChg chg="add mod">
          <ac:chgData name="鈴木 秀規" userId="f68c5fd9-22d5-4c0a-9833-7fb0f5135313" providerId="ADAL" clId="{1E1EFADE-4A0B-47B8-8EF8-2E15F0F63983}" dt="2021-01-29T00:15:27.767" v="67" actId="2711"/>
          <ac:spMkLst>
            <pc:docMk/>
            <pc:sldMk cId="2397736379" sldId="363"/>
            <ac:spMk id="18" creationId="{8A195237-21F3-4DFB-95FE-39AC02A46D75}"/>
          </ac:spMkLst>
        </pc:spChg>
        <pc:spChg chg="add mod">
          <ac:chgData name="鈴木 秀規" userId="f68c5fd9-22d5-4c0a-9833-7fb0f5135313" providerId="ADAL" clId="{1E1EFADE-4A0B-47B8-8EF8-2E15F0F63983}" dt="2021-01-29T00:14:09.110" v="47" actId="1076"/>
          <ac:spMkLst>
            <pc:docMk/>
            <pc:sldMk cId="2397736379" sldId="363"/>
            <ac:spMk id="20" creationId="{D20D5368-51BF-4D9C-9BF0-657E18487D90}"/>
          </ac:spMkLst>
        </pc:spChg>
        <pc:spChg chg="add mod">
          <ac:chgData name="鈴木 秀規" userId="f68c5fd9-22d5-4c0a-9833-7fb0f5135313" providerId="ADAL" clId="{1E1EFADE-4A0B-47B8-8EF8-2E15F0F63983}" dt="2021-01-29T00:14:03.197" v="46" actId="207"/>
          <ac:spMkLst>
            <pc:docMk/>
            <pc:sldMk cId="2397736379" sldId="363"/>
            <ac:spMk id="21" creationId="{D2C1CCFA-0795-496F-B2DD-3DADD560165B}"/>
          </ac:spMkLst>
        </pc:spChg>
        <pc:picChg chg="add mod">
          <ac:chgData name="鈴木 秀規" userId="f68c5fd9-22d5-4c0a-9833-7fb0f5135313" providerId="ADAL" clId="{1E1EFADE-4A0B-47B8-8EF8-2E15F0F63983}" dt="2021-01-29T00:13:28.248" v="41" actId="1076"/>
          <ac:picMkLst>
            <pc:docMk/>
            <pc:sldMk cId="2397736379" sldId="363"/>
            <ac:picMk id="11" creationId="{D2DDAA77-A5AC-429F-86FF-4F0146721908}"/>
          </ac:picMkLst>
        </pc:picChg>
        <pc:picChg chg="add mod">
          <ac:chgData name="鈴木 秀規" userId="f68c5fd9-22d5-4c0a-9833-7fb0f5135313" providerId="ADAL" clId="{1E1EFADE-4A0B-47B8-8EF8-2E15F0F63983}" dt="2021-01-29T00:13:28.248" v="41" actId="1076"/>
          <ac:picMkLst>
            <pc:docMk/>
            <pc:sldMk cId="2397736379" sldId="363"/>
            <ac:picMk id="12" creationId="{2199B8D1-CAE6-4898-BB1D-07D67193F2D1}"/>
          </ac:picMkLst>
        </pc:picChg>
        <pc:picChg chg="add mod">
          <ac:chgData name="鈴木 秀規" userId="f68c5fd9-22d5-4c0a-9833-7fb0f5135313" providerId="ADAL" clId="{1E1EFADE-4A0B-47B8-8EF8-2E15F0F63983}" dt="2021-01-29T00:15:01.627" v="62" actId="1076"/>
          <ac:picMkLst>
            <pc:docMk/>
            <pc:sldMk cId="2397736379" sldId="363"/>
            <ac:picMk id="14" creationId="{7BDAE766-1B33-4F9F-A358-B6E02E845A73}"/>
          </ac:picMkLst>
        </pc:picChg>
        <pc:cxnChg chg="add mod">
          <ac:chgData name="鈴木 秀規" userId="f68c5fd9-22d5-4c0a-9833-7fb0f5135313" providerId="ADAL" clId="{1E1EFADE-4A0B-47B8-8EF8-2E15F0F63983}" dt="2021-01-29T00:14:49.865" v="60" actId="14100"/>
          <ac:cxnSpMkLst>
            <pc:docMk/>
            <pc:sldMk cId="2397736379" sldId="363"/>
            <ac:cxnSpMk id="19" creationId="{16079599-50A7-49A6-83C1-B3323B66C70B}"/>
          </ac:cxnSpMkLst>
        </pc:cxnChg>
      </pc:sldChg>
      <pc:sldChg chg="addSp modSp new mod">
        <pc:chgData name="鈴木 秀規" userId="f68c5fd9-22d5-4c0a-9833-7fb0f5135313" providerId="ADAL" clId="{1E1EFADE-4A0B-47B8-8EF8-2E15F0F63983}" dt="2021-01-29T00:17:54.169" v="88" actId="207"/>
        <pc:sldMkLst>
          <pc:docMk/>
          <pc:sldMk cId="3552865651" sldId="364"/>
        </pc:sldMkLst>
        <pc:spChg chg="mod">
          <ac:chgData name="鈴木 秀規" userId="f68c5fd9-22d5-4c0a-9833-7fb0f5135313" providerId="ADAL" clId="{1E1EFADE-4A0B-47B8-8EF8-2E15F0F63983}" dt="2021-01-29T00:15:46.890" v="69"/>
          <ac:spMkLst>
            <pc:docMk/>
            <pc:sldMk cId="3552865651" sldId="364"/>
            <ac:spMk id="3" creationId="{FC52C045-AF5D-4177-9686-6E3B1C56B3F2}"/>
          </ac:spMkLst>
        </pc:spChg>
        <pc:spChg chg="mod">
          <ac:chgData name="鈴木 秀規" userId="f68c5fd9-22d5-4c0a-9833-7fb0f5135313" providerId="ADAL" clId="{1E1EFADE-4A0B-47B8-8EF8-2E15F0F63983}" dt="2021-01-29T00:16:16.284" v="72" actId="14100"/>
          <ac:spMkLst>
            <pc:docMk/>
            <pc:sldMk cId="3552865651" sldId="364"/>
            <ac:spMk id="5" creationId="{38478430-D2D2-43E8-A544-59DBCE7B0C19}"/>
          </ac:spMkLst>
        </pc:spChg>
        <pc:spChg chg="add mod">
          <ac:chgData name="鈴木 秀規" userId="f68c5fd9-22d5-4c0a-9833-7fb0f5135313" providerId="ADAL" clId="{1E1EFADE-4A0B-47B8-8EF8-2E15F0F63983}" dt="2021-01-29T00:16:49.748" v="80" actId="1076"/>
          <ac:spMkLst>
            <pc:docMk/>
            <pc:sldMk cId="3552865651" sldId="364"/>
            <ac:spMk id="7" creationId="{C159160E-4B2B-478E-90BA-A131502546F4}"/>
          </ac:spMkLst>
        </pc:spChg>
        <pc:spChg chg="add mod">
          <ac:chgData name="鈴木 秀規" userId="f68c5fd9-22d5-4c0a-9833-7fb0f5135313" providerId="ADAL" clId="{1E1EFADE-4A0B-47B8-8EF8-2E15F0F63983}" dt="2021-01-29T00:17:11.352" v="81" actId="1076"/>
          <ac:spMkLst>
            <pc:docMk/>
            <pc:sldMk cId="3552865651" sldId="364"/>
            <ac:spMk id="8" creationId="{A32681F3-C3D9-4D89-B637-8B2D707EFF92}"/>
          </ac:spMkLst>
        </pc:spChg>
        <pc:spChg chg="add mod">
          <ac:chgData name="鈴木 秀規" userId="f68c5fd9-22d5-4c0a-9833-7fb0f5135313" providerId="ADAL" clId="{1E1EFADE-4A0B-47B8-8EF8-2E15F0F63983}" dt="2021-01-29T00:16:37.970" v="76" actId="2711"/>
          <ac:spMkLst>
            <pc:docMk/>
            <pc:sldMk cId="3552865651" sldId="364"/>
            <ac:spMk id="9" creationId="{DF4D1573-B46C-4F53-8B4F-50B71C8695D0}"/>
          </ac:spMkLst>
        </pc:spChg>
        <pc:spChg chg="add mod">
          <ac:chgData name="鈴木 秀規" userId="f68c5fd9-22d5-4c0a-9833-7fb0f5135313" providerId="ADAL" clId="{1E1EFADE-4A0B-47B8-8EF8-2E15F0F63983}" dt="2021-01-29T00:16:43.799" v="78" actId="1076"/>
          <ac:spMkLst>
            <pc:docMk/>
            <pc:sldMk cId="3552865651" sldId="364"/>
            <ac:spMk id="10" creationId="{A2715024-2A30-4871-83CE-5E1B628AB951}"/>
          </ac:spMkLst>
        </pc:spChg>
        <pc:spChg chg="add mod">
          <ac:chgData name="鈴木 秀規" userId="f68c5fd9-22d5-4c0a-9833-7fb0f5135313" providerId="ADAL" clId="{1E1EFADE-4A0B-47B8-8EF8-2E15F0F63983}" dt="2021-01-29T00:16:37.970" v="76" actId="2711"/>
          <ac:spMkLst>
            <pc:docMk/>
            <pc:sldMk cId="3552865651" sldId="364"/>
            <ac:spMk id="11" creationId="{957EF89D-824F-4299-9510-836CB7D8B8AB}"/>
          </ac:spMkLst>
        </pc:spChg>
        <pc:spChg chg="add mod">
          <ac:chgData name="鈴木 秀規" userId="f68c5fd9-22d5-4c0a-9833-7fb0f5135313" providerId="ADAL" clId="{1E1EFADE-4A0B-47B8-8EF8-2E15F0F63983}" dt="2021-01-29T00:17:15.476" v="82" actId="1076"/>
          <ac:spMkLst>
            <pc:docMk/>
            <pc:sldMk cId="3552865651" sldId="364"/>
            <ac:spMk id="12" creationId="{0C196E43-D0B6-4405-BA52-3FF0A595B5BB}"/>
          </ac:spMkLst>
        </pc:spChg>
        <pc:spChg chg="add mod">
          <ac:chgData name="鈴木 秀規" userId="f68c5fd9-22d5-4c0a-9833-7fb0f5135313" providerId="ADAL" clId="{1E1EFADE-4A0B-47B8-8EF8-2E15F0F63983}" dt="2021-01-29T00:17:54.169" v="88" actId="207"/>
          <ac:spMkLst>
            <pc:docMk/>
            <pc:sldMk cId="3552865651" sldId="364"/>
            <ac:spMk id="13" creationId="{D010DC61-83FD-4AC6-A2F6-5A72C825C88E}"/>
          </ac:spMkLst>
        </pc:spChg>
        <pc:picChg chg="add mod">
          <ac:chgData name="鈴木 秀規" userId="f68c5fd9-22d5-4c0a-9833-7fb0f5135313" providerId="ADAL" clId="{1E1EFADE-4A0B-47B8-8EF8-2E15F0F63983}" dt="2021-01-29T00:16:41.263" v="77" actId="1076"/>
          <ac:picMkLst>
            <pc:docMk/>
            <pc:sldMk cId="3552865651" sldId="364"/>
            <ac:picMk id="6" creationId="{B9D08F32-181C-403D-BEFE-EE927CE95728}"/>
          </ac:picMkLst>
        </pc:picChg>
      </pc:sldChg>
      <pc:sldChg chg="del">
        <pc:chgData name="鈴木 秀規" userId="f68c5fd9-22d5-4c0a-9833-7fb0f5135313" providerId="ADAL" clId="{1E1EFADE-4A0B-47B8-8EF8-2E15F0F63983}" dt="2021-01-29T00:11:30.439" v="27" actId="2696"/>
        <pc:sldMkLst>
          <pc:docMk/>
          <pc:sldMk cId="4093317005" sldId="364"/>
        </pc:sldMkLst>
      </pc:sldChg>
      <pc:sldChg chg="addSp delSp modSp new mod">
        <pc:chgData name="鈴木 秀規" userId="f68c5fd9-22d5-4c0a-9833-7fb0f5135313" providerId="ADAL" clId="{1E1EFADE-4A0B-47B8-8EF8-2E15F0F63983}" dt="2021-01-29T00:21:18.916" v="118" actId="1076"/>
        <pc:sldMkLst>
          <pc:docMk/>
          <pc:sldMk cId="478947157" sldId="365"/>
        </pc:sldMkLst>
        <pc:spChg chg="mod">
          <ac:chgData name="鈴木 秀規" userId="f68c5fd9-22d5-4c0a-9833-7fb0f5135313" providerId="ADAL" clId="{1E1EFADE-4A0B-47B8-8EF8-2E15F0F63983}" dt="2021-01-29T00:18:08.592" v="90"/>
          <ac:spMkLst>
            <pc:docMk/>
            <pc:sldMk cId="478947157" sldId="365"/>
            <ac:spMk id="3" creationId="{55A91000-E304-4E3B-B21E-A9B2535AC37F}"/>
          </ac:spMkLst>
        </pc:spChg>
        <pc:spChg chg="mod">
          <ac:chgData name="鈴木 秀規" userId="f68c5fd9-22d5-4c0a-9833-7fb0f5135313" providerId="ADAL" clId="{1E1EFADE-4A0B-47B8-8EF8-2E15F0F63983}" dt="2021-01-29T00:18:35.633" v="95" actId="14100"/>
          <ac:spMkLst>
            <pc:docMk/>
            <pc:sldMk cId="478947157" sldId="365"/>
            <ac:spMk id="5" creationId="{492852D1-6D33-4A32-AC28-D16FBBFBFB33}"/>
          </ac:spMkLst>
        </pc:spChg>
        <pc:spChg chg="add mod">
          <ac:chgData name="鈴木 秀規" userId="f68c5fd9-22d5-4c0a-9833-7fb0f5135313" providerId="ADAL" clId="{1E1EFADE-4A0B-47B8-8EF8-2E15F0F63983}" dt="2021-01-29T00:20:36.025" v="111" actId="1076"/>
          <ac:spMkLst>
            <pc:docMk/>
            <pc:sldMk cId="478947157" sldId="365"/>
            <ac:spMk id="6" creationId="{2857B8C7-D270-4718-905A-870624CA1351}"/>
          </ac:spMkLst>
        </pc:spChg>
        <pc:spChg chg="add del mod">
          <ac:chgData name="鈴木 秀規" userId="f68c5fd9-22d5-4c0a-9833-7fb0f5135313" providerId="ADAL" clId="{1E1EFADE-4A0B-47B8-8EF8-2E15F0F63983}" dt="2021-01-29T00:20:11.616" v="108" actId="478"/>
          <ac:spMkLst>
            <pc:docMk/>
            <pc:sldMk cId="478947157" sldId="365"/>
            <ac:spMk id="8" creationId="{94F2CBA2-D710-4703-B40E-4BB158BAD515}"/>
          </ac:spMkLst>
        </pc:spChg>
        <pc:spChg chg="add del mod">
          <ac:chgData name="鈴木 秀規" userId="f68c5fd9-22d5-4c0a-9833-7fb0f5135313" providerId="ADAL" clId="{1E1EFADE-4A0B-47B8-8EF8-2E15F0F63983}" dt="2021-01-29T00:20:11.616" v="108" actId="478"/>
          <ac:spMkLst>
            <pc:docMk/>
            <pc:sldMk cId="478947157" sldId="365"/>
            <ac:spMk id="9" creationId="{B217B3F4-D28A-4EDC-9BD0-D842EABEF1C8}"/>
          </ac:spMkLst>
        </pc:spChg>
        <pc:spChg chg="add mod">
          <ac:chgData name="鈴木 秀規" userId="f68c5fd9-22d5-4c0a-9833-7fb0f5135313" providerId="ADAL" clId="{1E1EFADE-4A0B-47B8-8EF8-2E15F0F63983}" dt="2021-01-29T00:20:36.025" v="111" actId="1076"/>
          <ac:spMkLst>
            <pc:docMk/>
            <pc:sldMk cId="478947157" sldId="365"/>
            <ac:spMk id="10" creationId="{E7DC8134-5B93-4206-9644-7BB0C6A04CC7}"/>
          </ac:spMkLst>
        </pc:spChg>
        <pc:spChg chg="add mod">
          <ac:chgData name="鈴木 秀規" userId="f68c5fd9-22d5-4c0a-9833-7fb0f5135313" providerId="ADAL" clId="{1E1EFADE-4A0B-47B8-8EF8-2E15F0F63983}" dt="2021-01-29T00:20:36.025" v="111" actId="1076"/>
          <ac:spMkLst>
            <pc:docMk/>
            <pc:sldMk cId="478947157" sldId="365"/>
            <ac:spMk id="11" creationId="{FDB29A7C-90B5-4225-8E07-4CBB61C64EEB}"/>
          </ac:spMkLst>
        </pc:spChg>
        <pc:spChg chg="add mod">
          <ac:chgData name="鈴木 秀規" userId="f68c5fd9-22d5-4c0a-9833-7fb0f5135313" providerId="ADAL" clId="{1E1EFADE-4A0B-47B8-8EF8-2E15F0F63983}" dt="2021-01-29T00:20:36.025" v="111" actId="1076"/>
          <ac:spMkLst>
            <pc:docMk/>
            <pc:sldMk cId="478947157" sldId="365"/>
            <ac:spMk id="12" creationId="{29D7918E-DF3D-4424-BD97-339EE186D0D2}"/>
          </ac:spMkLst>
        </pc:spChg>
        <pc:spChg chg="add mod">
          <ac:chgData name="鈴木 秀規" userId="f68c5fd9-22d5-4c0a-9833-7fb0f5135313" providerId="ADAL" clId="{1E1EFADE-4A0B-47B8-8EF8-2E15F0F63983}" dt="2021-01-29T00:20:36.025" v="111" actId="1076"/>
          <ac:spMkLst>
            <pc:docMk/>
            <pc:sldMk cId="478947157" sldId="365"/>
            <ac:spMk id="13" creationId="{8C91B8B2-EE5B-4682-848C-1AF71B2202B8}"/>
          </ac:spMkLst>
        </pc:spChg>
        <pc:spChg chg="add del mod">
          <ac:chgData name="鈴木 秀規" userId="f68c5fd9-22d5-4c0a-9833-7fb0f5135313" providerId="ADAL" clId="{1E1EFADE-4A0B-47B8-8EF8-2E15F0F63983}" dt="2021-01-29T00:20:11.616" v="108" actId="478"/>
          <ac:spMkLst>
            <pc:docMk/>
            <pc:sldMk cId="478947157" sldId="365"/>
            <ac:spMk id="14" creationId="{9E924238-8A8A-41A6-BD83-E6A64B48686F}"/>
          </ac:spMkLst>
        </pc:spChg>
        <pc:spChg chg="add del mod">
          <ac:chgData name="鈴木 秀規" userId="f68c5fd9-22d5-4c0a-9833-7fb0f5135313" providerId="ADAL" clId="{1E1EFADE-4A0B-47B8-8EF8-2E15F0F63983}" dt="2021-01-29T00:20:11.616" v="108" actId="478"/>
          <ac:spMkLst>
            <pc:docMk/>
            <pc:sldMk cId="478947157" sldId="365"/>
            <ac:spMk id="15" creationId="{7A9B927C-A2B4-4E58-B018-5A920F9C2D77}"/>
          </ac:spMkLst>
        </pc:spChg>
        <pc:spChg chg="add mod">
          <ac:chgData name="鈴木 秀規" userId="f68c5fd9-22d5-4c0a-9833-7fb0f5135313" providerId="ADAL" clId="{1E1EFADE-4A0B-47B8-8EF8-2E15F0F63983}" dt="2021-01-29T00:20:44.452" v="112" actId="1076"/>
          <ac:spMkLst>
            <pc:docMk/>
            <pc:sldMk cId="478947157" sldId="365"/>
            <ac:spMk id="17" creationId="{BDAFCB0D-0C14-4215-8A3C-3040003AA548}"/>
          </ac:spMkLst>
        </pc:spChg>
        <pc:spChg chg="add mod">
          <ac:chgData name="鈴木 秀規" userId="f68c5fd9-22d5-4c0a-9833-7fb0f5135313" providerId="ADAL" clId="{1E1EFADE-4A0B-47B8-8EF8-2E15F0F63983}" dt="2021-01-29T00:20:36.025" v="111" actId="1076"/>
          <ac:spMkLst>
            <pc:docMk/>
            <pc:sldMk cId="478947157" sldId="365"/>
            <ac:spMk id="18" creationId="{088D3CDF-989C-498A-B80E-3CB4B496F3C5}"/>
          </ac:spMkLst>
        </pc:spChg>
        <pc:spChg chg="add mod">
          <ac:chgData name="鈴木 秀規" userId="f68c5fd9-22d5-4c0a-9833-7fb0f5135313" providerId="ADAL" clId="{1E1EFADE-4A0B-47B8-8EF8-2E15F0F63983}" dt="2021-01-29T00:20:24.172" v="110" actId="1076"/>
          <ac:spMkLst>
            <pc:docMk/>
            <pc:sldMk cId="478947157" sldId="365"/>
            <ac:spMk id="19" creationId="{D25713F8-6146-49E0-A735-09721CFA4A98}"/>
          </ac:spMkLst>
        </pc:spChg>
        <pc:spChg chg="add mod">
          <ac:chgData name="鈴木 秀規" userId="f68c5fd9-22d5-4c0a-9833-7fb0f5135313" providerId="ADAL" clId="{1E1EFADE-4A0B-47B8-8EF8-2E15F0F63983}" dt="2021-01-29T00:20:24.172" v="110" actId="1076"/>
          <ac:spMkLst>
            <pc:docMk/>
            <pc:sldMk cId="478947157" sldId="365"/>
            <ac:spMk id="20" creationId="{4C0EC915-C419-46B7-96B5-711718CC2C84}"/>
          </ac:spMkLst>
        </pc:spChg>
        <pc:spChg chg="add mod">
          <ac:chgData name="鈴木 秀規" userId="f68c5fd9-22d5-4c0a-9833-7fb0f5135313" providerId="ADAL" clId="{1E1EFADE-4A0B-47B8-8EF8-2E15F0F63983}" dt="2021-01-29T00:20:24.172" v="110" actId="1076"/>
          <ac:spMkLst>
            <pc:docMk/>
            <pc:sldMk cId="478947157" sldId="365"/>
            <ac:spMk id="21" creationId="{F6044186-11D9-49E3-9DD6-DC282A53ADBF}"/>
          </ac:spMkLst>
        </pc:spChg>
        <pc:spChg chg="add mod">
          <ac:chgData name="鈴木 秀規" userId="f68c5fd9-22d5-4c0a-9833-7fb0f5135313" providerId="ADAL" clId="{1E1EFADE-4A0B-47B8-8EF8-2E15F0F63983}" dt="2021-01-29T00:20:24.172" v="110" actId="1076"/>
          <ac:spMkLst>
            <pc:docMk/>
            <pc:sldMk cId="478947157" sldId="365"/>
            <ac:spMk id="22" creationId="{11EEBDF1-14AF-48ED-835F-0F7CA0C73440}"/>
          </ac:spMkLst>
        </pc:spChg>
        <pc:spChg chg="add mod">
          <ac:chgData name="鈴木 秀規" userId="f68c5fd9-22d5-4c0a-9833-7fb0f5135313" providerId="ADAL" clId="{1E1EFADE-4A0B-47B8-8EF8-2E15F0F63983}" dt="2021-01-29T00:21:14.039" v="117" actId="1076"/>
          <ac:spMkLst>
            <pc:docMk/>
            <pc:sldMk cId="478947157" sldId="365"/>
            <ac:spMk id="23" creationId="{8CB1395C-7EBE-4320-87AD-7BBB3C16ECF5}"/>
          </ac:spMkLst>
        </pc:spChg>
        <pc:spChg chg="add mod">
          <ac:chgData name="鈴木 秀規" userId="f68c5fd9-22d5-4c0a-9833-7fb0f5135313" providerId="ADAL" clId="{1E1EFADE-4A0B-47B8-8EF8-2E15F0F63983}" dt="2021-01-29T00:21:10.475" v="115" actId="1076"/>
          <ac:spMkLst>
            <pc:docMk/>
            <pc:sldMk cId="478947157" sldId="365"/>
            <ac:spMk id="24" creationId="{E0265E26-824B-486F-B55D-71F36465C974}"/>
          </ac:spMkLst>
        </pc:spChg>
        <pc:picChg chg="add mod">
          <ac:chgData name="鈴木 秀規" userId="f68c5fd9-22d5-4c0a-9833-7fb0f5135313" providerId="ADAL" clId="{1E1EFADE-4A0B-47B8-8EF8-2E15F0F63983}" dt="2021-01-29T00:20:36.025" v="111" actId="1076"/>
          <ac:picMkLst>
            <pc:docMk/>
            <pc:sldMk cId="478947157" sldId="365"/>
            <ac:picMk id="7" creationId="{A4793A49-F322-4ECE-8EED-B8A304F4B1ED}"/>
          </ac:picMkLst>
        </pc:picChg>
        <pc:picChg chg="add mod">
          <ac:chgData name="鈴木 秀規" userId="f68c5fd9-22d5-4c0a-9833-7fb0f5135313" providerId="ADAL" clId="{1E1EFADE-4A0B-47B8-8EF8-2E15F0F63983}" dt="2021-01-29T00:21:18.916" v="118" actId="1076"/>
          <ac:picMkLst>
            <pc:docMk/>
            <pc:sldMk cId="478947157" sldId="365"/>
            <ac:picMk id="25" creationId="{4A40F5CB-6A01-4FC4-9AA4-7EFD7846DA36}"/>
          </ac:picMkLst>
        </pc:picChg>
        <pc:cxnChg chg="add del mod">
          <ac:chgData name="鈴木 秀規" userId="f68c5fd9-22d5-4c0a-9833-7fb0f5135313" providerId="ADAL" clId="{1E1EFADE-4A0B-47B8-8EF8-2E15F0F63983}" dt="2021-01-29T00:20:11.616" v="108" actId="478"/>
          <ac:cxnSpMkLst>
            <pc:docMk/>
            <pc:sldMk cId="478947157" sldId="365"/>
            <ac:cxnSpMk id="16" creationId="{233AC4A5-1530-4DE3-BF91-A16E54620E23}"/>
          </ac:cxnSpMkLst>
        </pc:cxnChg>
        <pc:cxnChg chg="add mod">
          <ac:chgData name="鈴木 秀規" userId="f68c5fd9-22d5-4c0a-9833-7fb0f5135313" providerId="ADAL" clId="{1E1EFADE-4A0B-47B8-8EF8-2E15F0F63983}" dt="2021-01-29T00:21:18.916" v="118" actId="1076"/>
          <ac:cxnSpMkLst>
            <pc:docMk/>
            <pc:sldMk cId="478947157" sldId="365"/>
            <ac:cxnSpMk id="26" creationId="{B74B2C69-099F-40FB-A841-1A1F497335F0}"/>
          </ac:cxnSpMkLst>
        </pc:cxnChg>
      </pc:sldChg>
      <pc:sldChg chg="del">
        <pc:chgData name="鈴木 秀規" userId="f68c5fd9-22d5-4c0a-9833-7fb0f5135313" providerId="ADAL" clId="{1E1EFADE-4A0B-47B8-8EF8-2E15F0F63983}" dt="2021-01-29T00:11:30.439" v="27" actId="2696"/>
        <pc:sldMkLst>
          <pc:docMk/>
          <pc:sldMk cId="4051364436" sldId="365"/>
        </pc:sldMkLst>
      </pc:sldChg>
      <pc:sldChg chg="del">
        <pc:chgData name="鈴木 秀規" userId="f68c5fd9-22d5-4c0a-9833-7fb0f5135313" providerId="ADAL" clId="{1E1EFADE-4A0B-47B8-8EF8-2E15F0F63983}" dt="2021-01-29T00:11:30.439" v="27" actId="2696"/>
        <pc:sldMkLst>
          <pc:docMk/>
          <pc:sldMk cId="402670913" sldId="366"/>
        </pc:sldMkLst>
      </pc:sldChg>
      <pc:sldChg chg="addSp modSp new mod">
        <pc:chgData name="鈴木 秀規" userId="f68c5fd9-22d5-4c0a-9833-7fb0f5135313" providerId="ADAL" clId="{1E1EFADE-4A0B-47B8-8EF8-2E15F0F63983}" dt="2021-01-29T00:24:02.675" v="142" actId="1076"/>
        <pc:sldMkLst>
          <pc:docMk/>
          <pc:sldMk cId="1806702686" sldId="366"/>
        </pc:sldMkLst>
        <pc:spChg chg="mod">
          <ac:chgData name="鈴木 秀規" userId="f68c5fd9-22d5-4c0a-9833-7fb0f5135313" providerId="ADAL" clId="{1E1EFADE-4A0B-47B8-8EF8-2E15F0F63983}" dt="2021-01-29T00:21:49.332" v="120"/>
          <ac:spMkLst>
            <pc:docMk/>
            <pc:sldMk cId="1806702686" sldId="366"/>
            <ac:spMk id="3" creationId="{478D5FEB-5EE5-415B-924C-7E522D578338}"/>
          </ac:spMkLst>
        </pc:spChg>
        <pc:spChg chg="mod">
          <ac:chgData name="鈴木 秀規" userId="f68c5fd9-22d5-4c0a-9833-7fb0f5135313" providerId="ADAL" clId="{1E1EFADE-4A0B-47B8-8EF8-2E15F0F63983}" dt="2021-01-29T00:21:59.962" v="123" actId="14100"/>
          <ac:spMkLst>
            <pc:docMk/>
            <pc:sldMk cId="1806702686" sldId="366"/>
            <ac:spMk id="5" creationId="{91E750B5-0B27-4A32-9B71-66D6F1EEDD23}"/>
          </ac:spMkLst>
        </pc:spChg>
        <pc:spChg chg="add mod">
          <ac:chgData name="鈴木 秀規" userId="f68c5fd9-22d5-4c0a-9833-7fb0f5135313" providerId="ADAL" clId="{1E1EFADE-4A0B-47B8-8EF8-2E15F0F63983}" dt="2021-01-29T00:22:43.055" v="128" actId="14100"/>
          <ac:spMkLst>
            <pc:docMk/>
            <pc:sldMk cId="1806702686" sldId="366"/>
            <ac:spMk id="6" creationId="{946AA50B-FE07-4E8F-8FDA-3A5F47202D23}"/>
          </ac:spMkLst>
        </pc:spChg>
        <pc:spChg chg="add mod">
          <ac:chgData name="鈴木 秀規" userId="f68c5fd9-22d5-4c0a-9833-7fb0f5135313" providerId="ADAL" clId="{1E1EFADE-4A0B-47B8-8EF8-2E15F0F63983}" dt="2021-01-29T00:23:47.497" v="138" actId="207"/>
          <ac:spMkLst>
            <pc:docMk/>
            <pc:sldMk cId="1806702686" sldId="366"/>
            <ac:spMk id="7" creationId="{9A2EEBBE-CBB4-459D-B99F-4E7092FE48A6}"/>
          </ac:spMkLst>
        </pc:spChg>
        <pc:spChg chg="add mod">
          <ac:chgData name="鈴木 秀規" userId="f68c5fd9-22d5-4c0a-9833-7fb0f5135313" providerId="ADAL" clId="{1E1EFADE-4A0B-47B8-8EF8-2E15F0F63983}" dt="2021-01-29T00:23:56.399" v="140" actId="208"/>
          <ac:spMkLst>
            <pc:docMk/>
            <pc:sldMk cId="1806702686" sldId="366"/>
            <ac:spMk id="8" creationId="{202270CD-5579-4447-9B39-D6DE540299FE}"/>
          </ac:spMkLst>
        </pc:spChg>
        <pc:spChg chg="add mod">
          <ac:chgData name="鈴木 秀規" userId="f68c5fd9-22d5-4c0a-9833-7fb0f5135313" providerId="ADAL" clId="{1E1EFADE-4A0B-47B8-8EF8-2E15F0F63983}" dt="2021-01-29T00:23:47.497" v="138" actId="207"/>
          <ac:spMkLst>
            <pc:docMk/>
            <pc:sldMk cId="1806702686" sldId="366"/>
            <ac:spMk id="9" creationId="{F7C3B88A-B02A-4601-B9DB-74D8E9938E79}"/>
          </ac:spMkLst>
        </pc:spChg>
        <pc:spChg chg="add mod">
          <ac:chgData name="鈴木 秀規" userId="f68c5fd9-22d5-4c0a-9833-7fb0f5135313" providerId="ADAL" clId="{1E1EFADE-4A0B-47B8-8EF8-2E15F0F63983}" dt="2021-01-29T00:23:56.399" v="140" actId="208"/>
          <ac:spMkLst>
            <pc:docMk/>
            <pc:sldMk cId="1806702686" sldId="366"/>
            <ac:spMk id="10" creationId="{99193524-9B19-46D9-8F43-E02C1ACCD91D}"/>
          </ac:spMkLst>
        </pc:spChg>
        <pc:spChg chg="add mod">
          <ac:chgData name="鈴木 秀規" userId="f68c5fd9-22d5-4c0a-9833-7fb0f5135313" providerId="ADAL" clId="{1E1EFADE-4A0B-47B8-8EF8-2E15F0F63983}" dt="2021-01-29T00:24:00.781" v="141" actId="14100"/>
          <ac:spMkLst>
            <pc:docMk/>
            <pc:sldMk cId="1806702686" sldId="366"/>
            <ac:spMk id="11" creationId="{19500425-6D4D-4CBE-AE0D-89C85F1F9887}"/>
          </ac:spMkLst>
        </pc:spChg>
        <pc:picChg chg="add mod">
          <ac:chgData name="鈴木 秀規" userId="f68c5fd9-22d5-4c0a-9833-7fb0f5135313" providerId="ADAL" clId="{1E1EFADE-4A0B-47B8-8EF8-2E15F0F63983}" dt="2021-01-29T00:24:02.675" v="142" actId="1076"/>
          <ac:picMkLst>
            <pc:docMk/>
            <pc:sldMk cId="1806702686" sldId="366"/>
            <ac:picMk id="12" creationId="{F67D739C-D20B-4873-B1B4-A9B89C0D28E0}"/>
          </ac:picMkLst>
        </pc:picChg>
        <pc:cxnChg chg="add mod">
          <ac:chgData name="鈴木 秀規" userId="f68c5fd9-22d5-4c0a-9833-7fb0f5135313" providerId="ADAL" clId="{1E1EFADE-4A0B-47B8-8EF8-2E15F0F63983}" dt="2021-01-29T00:24:00.781" v="141" actId="14100"/>
          <ac:cxnSpMkLst>
            <pc:docMk/>
            <pc:sldMk cId="1806702686" sldId="366"/>
            <ac:cxnSpMk id="13" creationId="{DD752717-DB6F-4730-A497-ADC757BB4030}"/>
          </ac:cxnSpMkLst>
        </pc:cxnChg>
        <pc:cxnChg chg="add mod">
          <ac:chgData name="鈴木 秀規" userId="f68c5fd9-22d5-4c0a-9833-7fb0f5135313" providerId="ADAL" clId="{1E1EFADE-4A0B-47B8-8EF8-2E15F0F63983}" dt="2021-01-29T00:24:00.781" v="141" actId="14100"/>
          <ac:cxnSpMkLst>
            <pc:docMk/>
            <pc:sldMk cId="1806702686" sldId="366"/>
            <ac:cxnSpMk id="14" creationId="{4ED2DF65-5E86-4838-82AF-A9A1ACFAD0AF}"/>
          </ac:cxnSpMkLst>
        </pc:cxnChg>
      </pc:sldChg>
      <pc:sldChg chg="addSp delSp modSp new mod">
        <pc:chgData name="鈴木 秀規" userId="f68c5fd9-22d5-4c0a-9833-7fb0f5135313" providerId="ADAL" clId="{1E1EFADE-4A0B-47B8-8EF8-2E15F0F63983}" dt="2021-01-29T00:26:53.462" v="166" actId="1076"/>
        <pc:sldMkLst>
          <pc:docMk/>
          <pc:sldMk cId="2356507688" sldId="367"/>
        </pc:sldMkLst>
        <pc:spChg chg="mod">
          <ac:chgData name="鈴木 秀規" userId="f68c5fd9-22d5-4c0a-9833-7fb0f5135313" providerId="ADAL" clId="{1E1EFADE-4A0B-47B8-8EF8-2E15F0F63983}" dt="2021-01-29T00:24:28.545" v="144"/>
          <ac:spMkLst>
            <pc:docMk/>
            <pc:sldMk cId="2356507688" sldId="367"/>
            <ac:spMk id="3" creationId="{0DE09D4B-8ECC-485D-854D-A36CE5482C07}"/>
          </ac:spMkLst>
        </pc:spChg>
        <pc:spChg chg="mod">
          <ac:chgData name="鈴木 秀規" userId="f68c5fd9-22d5-4c0a-9833-7fb0f5135313" providerId="ADAL" clId="{1E1EFADE-4A0B-47B8-8EF8-2E15F0F63983}" dt="2021-01-29T00:24:39.921" v="147" actId="14100"/>
          <ac:spMkLst>
            <pc:docMk/>
            <pc:sldMk cId="2356507688" sldId="367"/>
            <ac:spMk id="5" creationId="{51231486-4CBE-4132-965E-C9524B3FA99D}"/>
          </ac:spMkLst>
        </pc:spChg>
        <pc:spChg chg="add mod">
          <ac:chgData name="鈴木 秀規" userId="f68c5fd9-22d5-4c0a-9833-7fb0f5135313" providerId="ADAL" clId="{1E1EFADE-4A0B-47B8-8EF8-2E15F0F63983}" dt="2021-01-29T00:24:50.811" v="148"/>
          <ac:spMkLst>
            <pc:docMk/>
            <pc:sldMk cId="2356507688" sldId="367"/>
            <ac:spMk id="6" creationId="{46BCE499-E819-4F5B-AF05-DA6F9D7AD143}"/>
          </ac:spMkLst>
        </pc:spChg>
        <pc:spChg chg="add mod">
          <ac:chgData name="鈴木 秀規" userId="f68c5fd9-22d5-4c0a-9833-7fb0f5135313" providerId="ADAL" clId="{1E1EFADE-4A0B-47B8-8EF8-2E15F0F63983}" dt="2021-01-29T00:25:00.828" v="149"/>
          <ac:spMkLst>
            <pc:docMk/>
            <pc:sldMk cId="2356507688" sldId="367"/>
            <ac:spMk id="7" creationId="{3DB0F0C6-20BD-43A2-AA00-5B25B82B4EB5}"/>
          </ac:spMkLst>
        </pc:spChg>
        <pc:spChg chg="add del mod">
          <ac:chgData name="鈴木 秀規" userId="f68c5fd9-22d5-4c0a-9833-7fb0f5135313" providerId="ADAL" clId="{1E1EFADE-4A0B-47B8-8EF8-2E15F0F63983}" dt="2021-01-29T00:25:14.082" v="152" actId="478"/>
          <ac:spMkLst>
            <pc:docMk/>
            <pc:sldMk cId="2356507688" sldId="367"/>
            <ac:spMk id="8" creationId="{F665F38A-60DE-4380-906F-F34E040AEAF4}"/>
          </ac:spMkLst>
        </pc:spChg>
        <pc:spChg chg="add mod">
          <ac:chgData name="鈴木 秀規" userId="f68c5fd9-22d5-4c0a-9833-7fb0f5135313" providerId="ADAL" clId="{1E1EFADE-4A0B-47B8-8EF8-2E15F0F63983}" dt="2021-01-29T00:25:00.828" v="149"/>
          <ac:spMkLst>
            <pc:docMk/>
            <pc:sldMk cId="2356507688" sldId="367"/>
            <ac:spMk id="9" creationId="{032B6714-2A1A-4B36-B8AE-B51C0E205C20}"/>
          </ac:spMkLst>
        </pc:spChg>
        <pc:spChg chg="add del mod">
          <ac:chgData name="鈴木 秀規" userId="f68c5fd9-22d5-4c0a-9833-7fb0f5135313" providerId="ADAL" clId="{1E1EFADE-4A0B-47B8-8EF8-2E15F0F63983}" dt="2021-01-29T00:25:14.082" v="152" actId="478"/>
          <ac:spMkLst>
            <pc:docMk/>
            <pc:sldMk cId="2356507688" sldId="367"/>
            <ac:spMk id="10" creationId="{602B420D-5A58-4266-94BB-6603D0434598}"/>
          </ac:spMkLst>
        </pc:spChg>
        <pc:spChg chg="add mod">
          <ac:chgData name="鈴木 秀規" userId="f68c5fd9-22d5-4c0a-9833-7fb0f5135313" providerId="ADAL" clId="{1E1EFADE-4A0B-47B8-8EF8-2E15F0F63983}" dt="2021-01-29T00:26:50.141" v="165" actId="14100"/>
          <ac:spMkLst>
            <pc:docMk/>
            <pc:sldMk cId="2356507688" sldId="367"/>
            <ac:spMk id="17" creationId="{470B463F-E13A-4FDF-B207-7C5A728B470F}"/>
          </ac:spMkLst>
        </pc:spChg>
        <pc:spChg chg="add mod">
          <ac:chgData name="鈴木 秀規" userId="f68c5fd9-22d5-4c0a-9833-7fb0f5135313" providerId="ADAL" clId="{1E1EFADE-4A0B-47B8-8EF8-2E15F0F63983}" dt="2021-01-29T00:26:53.462" v="166" actId="1076"/>
          <ac:spMkLst>
            <pc:docMk/>
            <pc:sldMk cId="2356507688" sldId="367"/>
            <ac:spMk id="18" creationId="{320C75C0-F5F8-446F-BF74-5B4E73387296}"/>
          </ac:spMkLst>
        </pc:spChg>
        <pc:picChg chg="add mod">
          <ac:chgData name="鈴木 秀規" userId="f68c5fd9-22d5-4c0a-9833-7fb0f5135313" providerId="ADAL" clId="{1E1EFADE-4A0B-47B8-8EF8-2E15F0F63983}" dt="2021-01-29T00:25:23.056" v="155" actId="1076"/>
          <ac:picMkLst>
            <pc:docMk/>
            <pc:sldMk cId="2356507688" sldId="367"/>
            <ac:picMk id="12" creationId="{C70641FD-7903-4900-8E39-CA553D7F3823}"/>
          </ac:picMkLst>
        </pc:picChg>
        <pc:picChg chg="add mod">
          <ac:chgData name="鈴木 秀規" userId="f68c5fd9-22d5-4c0a-9833-7fb0f5135313" providerId="ADAL" clId="{1E1EFADE-4A0B-47B8-8EF8-2E15F0F63983}" dt="2021-01-29T00:25:27.741" v="157" actId="1076"/>
          <ac:picMkLst>
            <pc:docMk/>
            <pc:sldMk cId="2356507688" sldId="367"/>
            <ac:picMk id="13" creationId="{60B6B710-DB15-4C3C-BCB7-3FAC5F21BC0F}"/>
          </ac:picMkLst>
        </pc:picChg>
        <pc:cxnChg chg="add del mod">
          <ac:chgData name="鈴木 秀規" userId="f68c5fd9-22d5-4c0a-9833-7fb0f5135313" providerId="ADAL" clId="{1E1EFADE-4A0B-47B8-8EF8-2E15F0F63983}" dt="2021-01-29T00:25:11.148" v="151" actId="478"/>
          <ac:cxnSpMkLst>
            <pc:docMk/>
            <pc:sldMk cId="2356507688" sldId="367"/>
            <ac:cxnSpMk id="11" creationId="{5A1B983F-586B-467D-9534-5D27D97D3B7C}"/>
          </ac:cxnSpMkLst>
        </pc:cxnChg>
        <pc:cxnChg chg="add mod">
          <ac:chgData name="鈴木 秀規" userId="f68c5fd9-22d5-4c0a-9833-7fb0f5135313" providerId="ADAL" clId="{1E1EFADE-4A0B-47B8-8EF8-2E15F0F63983}" dt="2021-01-29T00:26:21.303" v="160" actId="14100"/>
          <ac:cxnSpMkLst>
            <pc:docMk/>
            <pc:sldMk cId="2356507688" sldId="367"/>
            <ac:cxnSpMk id="14" creationId="{B9F2AB8E-1FFD-4B85-8EB7-1D06FFA6A247}"/>
          </ac:cxnSpMkLst>
        </pc:cxnChg>
      </pc:sldChg>
      <pc:sldChg chg="del">
        <pc:chgData name="鈴木 秀規" userId="f68c5fd9-22d5-4c0a-9833-7fb0f5135313" providerId="ADAL" clId="{1E1EFADE-4A0B-47B8-8EF8-2E15F0F63983}" dt="2021-01-29T00:11:30.439" v="27" actId="2696"/>
        <pc:sldMkLst>
          <pc:docMk/>
          <pc:sldMk cId="2692777715" sldId="367"/>
        </pc:sldMkLst>
      </pc:sldChg>
      <pc:sldChg chg="del">
        <pc:chgData name="鈴木 秀規" userId="f68c5fd9-22d5-4c0a-9833-7fb0f5135313" providerId="ADAL" clId="{1E1EFADE-4A0B-47B8-8EF8-2E15F0F63983}" dt="2021-01-29T00:11:30.439" v="27" actId="2696"/>
        <pc:sldMkLst>
          <pc:docMk/>
          <pc:sldMk cId="1806057471" sldId="368"/>
        </pc:sldMkLst>
      </pc:sldChg>
      <pc:sldChg chg="addSp modSp new mod">
        <pc:chgData name="鈴木 秀規" userId="f68c5fd9-22d5-4c0a-9833-7fb0f5135313" providerId="ADAL" clId="{1E1EFADE-4A0B-47B8-8EF8-2E15F0F63983}" dt="2021-01-29T00:29:06.235" v="178" actId="2711"/>
        <pc:sldMkLst>
          <pc:docMk/>
          <pc:sldMk cId="3408830695" sldId="368"/>
        </pc:sldMkLst>
        <pc:spChg chg="mod">
          <ac:chgData name="鈴木 秀規" userId="f68c5fd9-22d5-4c0a-9833-7fb0f5135313" providerId="ADAL" clId="{1E1EFADE-4A0B-47B8-8EF8-2E15F0F63983}" dt="2021-01-29T00:27:09.349" v="168"/>
          <ac:spMkLst>
            <pc:docMk/>
            <pc:sldMk cId="3408830695" sldId="368"/>
            <ac:spMk id="3" creationId="{5002EC92-ECB0-4095-B87E-7353CFD451D2}"/>
          </ac:spMkLst>
        </pc:spChg>
        <pc:spChg chg="mod">
          <ac:chgData name="鈴木 秀規" userId="f68c5fd9-22d5-4c0a-9833-7fb0f5135313" providerId="ADAL" clId="{1E1EFADE-4A0B-47B8-8EF8-2E15F0F63983}" dt="2021-01-29T00:27:22.242" v="170"/>
          <ac:spMkLst>
            <pc:docMk/>
            <pc:sldMk cId="3408830695" sldId="368"/>
            <ac:spMk id="5" creationId="{9CDC0925-A0B8-49EF-9C8F-7D47661320B2}"/>
          </ac:spMkLst>
        </pc:spChg>
        <pc:spChg chg="add mod">
          <ac:chgData name="鈴木 秀規" userId="f68c5fd9-22d5-4c0a-9833-7fb0f5135313" providerId="ADAL" clId="{1E1EFADE-4A0B-47B8-8EF8-2E15F0F63983}" dt="2021-01-29T00:28:04.022" v="172"/>
          <ac:spMkLst>
            <pc:docMk/>
            <pc:sldMk cId="3408830695" sldId="368"/>
            <ac:spMk id="6" creationId="{C199E4C4-F474-45E4-A38F-D73B24A85B3D}"/>
          </ac:spMkLst>
        </pc:spChg>
        <pc:spChg chg="add mod">
          <ac:chgData name="鈴木 秀規" userId="f68c5fd9-22d5-4c0a-9833-7fb0f5135313" providerId="ADAL" clId="{1E1EFADE-4A0B-47B8-8EF8-2E15F0F63983}" dt="2021-01-29T00:28:37.537" v="174" actId="1076"/>
          <ac:spMkLst>
            <pc:docMk/>
            <pc:sldMk cId="3408830695" sldId="368"/>
            <ac:spMk id="7" creationId="{684AACA2-9E41-4BA9-8A44-B8AE4109B60B}"/>
          </ac:spMkLst>
        </pc:spChg>
        <pc:spChg chg="add mod">
          <ac:chgData name="鈴木 秀規" userId="f68c5fd9-22d5-4c0a-9833-7fb0f5135313" providerId="ADAL" clId="{1E1EFADE-4A0B-47B8-8EF8-2E15F0F63983}" dt="2021-01-29T00:28:37.537" v="174" actId="1076"/>
          <ac:spMkLst>
            <pc:docMk/>
            <pc:sldMk cId="3408830695" sldId="368"/>
            <ac:spMk id="8" creationId="{B9084E7E-BA6E-4FB6-AA7C-B29BBC5F994B}"/>
          </ac:spMkLst>
        </pc:spChg>
        <pc:spChg chg="add mod">
          <ac:chgData name="鈴木 秀規" userId="f68c5fd9-22d5-4c0a-9833-7fb0f5135313" providerId="ADAL" clId="{1E1EFADE-4A0B-47B8-8EF8-2E15F0F63983}" dt="2021-01-29T00:28:37.537" v="174" actId="1076"/>
          <ac:spMkLst>
            <pc:docMk/>
            <pc:sldMk cId="3408830695" sldId="368"/>
            <ac:spMk id="9" creationId="{612AE2C2-DF1A-4293-8451-3E407649007F}"/>
          </ac:spMkLst>
        </pc:spChg>
        <pc:spChg chg="add mod">
          <ac:chgData name="鈴木 秀規" userId="f68c5fd9-22d5-4c0a-9833-7fb0f5135313" providerId="ADAL" clId="{1E1EFADE-4A0B-47B8-8EF8-2E15F0F63983}" dt="2021-01-29T00:28:37.537" v="174" actId="1076"/>
          <ac:spMkLst>
            <pc:docMk/>
            <pc:sldMk cId="3408830695" sldId="368"/>
            <ac:spMk id="10" creationId="{A9D0696B-B52B-4F23-A957-3875CAC47AE4}"/>
          </ac:spMkLst>
        </pc:spChg>
        <pc:spChg chg="add mod">
          <ac:chgData name="鈴木 秀規" userId="f68c5fd9-22d5-4c0a-9833-7fb0f5135313" providerId="ADAL" clId="{1E1EFADE-4A0B-47B8-8EF8-2E15F0F63983}" dt="2021-01-29T00:28:29.667" v="173"/>
          <ac:spMkLst>
            <pc:docMk/>
            <pc:sldMk cId="3408830695" sldId="368"/>
            <ac:spMk id="11" creationId="{66C77213-170E-4095-8AE4-1FC8D21DF5CC}"/>
          </ac:spMkLst>
        </pc:spChg>
        <pc:spChg chg="add mod">
          <ac:chgData name="鈴木 秀規" userId="f68c5fd9-22d5-4c0a-9833-7fb0f5135313" providerId="ADAL" clId="{1E1EFADE-4A0B-47B8-8EF8-2E15F0F63983}" dt="2021-01-29T00:29:06.235" v="178" actId="2711"/>
          <ac:spMkLst>
            <pc:docMk/>
            <pc:sldMk cId="3408830695" sldId="368"/>
            <ac:spMk id="17" creationId="{77850B7C-3631-4CE8-8A23-17E422245A56}"/>
          </ac:spMkLst>
        </pc:spChg>
        <pc:picChg chg="add mod">
          <ac:chgData name="鈴木 秀規" userId="f68c5fd9-22d5-4c0a-9833-7fb0f5135313" providerId="ADAL" clId="{1E1EFADE-4A0B-47B8-8EF8-2E15F0F63983}" dt="2021-01-29T00:28:29.667" v="173"/>
          <ac:picMkLst>
            <pc:docMk/>
            <pc:sldMk cId="3408830695" sldId="368"/>
            <ac:picMk id="12" creationId="{B20C8027-4969-418A-A683-31AD9ADF4C1F}"/>
          </ac:picMkLst>
        </pc:picChg>
        <pc:cxnChg chg="add mod">
          <ac:chgData name="鈴木 秀規" userId="f68c5fd9-22d5-4c0a-9833-7fb0f5135313" providerId="ADAL" clId="{1E1EFADE-4A0B-47B8-8EF8-2E15F0F63983}" dt="2021-01-29T00:28:37.537" v="174" actId="1076"/>
          <ac:cxnSpMkLst>
            <pc:docMk/>
            <pc:sldMk cId="3408830695" sldId="368"/>
            <ac:cxnSpMk id="13" creationId="{C91DFC57-AEAC-4B79-9E83-9DBA2D653386}"/>
          </ac:cxnSpMkLst>
        </pc:cxnChg>
        <pc:cxnChg chg="add mod">
          <ac:chgData name="鈴木 秀規" userId="f68c5fd9-22d5-4c0a-9833-7fb0f5135313" providerId="ADAL" clId="{1E1EFADE-4A0B-47B8-8EF8-2E15F0F63983}" dt="2021-01-29T00:28:37.537" v="174" actId="1076"/>
          <ac:cxnSpMkLst>
            <pc:docMk/>
            <pc:sldMk cId="3408830695" sldId="368"/>
            <ac:cxnSpMk id="14" creationId="{BEAC50D5-109F-4C9E-8A58-1E09C0F915DC}"/>
          </ac:cxnSpMkLst>
        </pc:cxnChg>
      </pc:sldChg>
      <pc:sldChg chg="del">
        <pc:chgData name="鈴木 秀規" userId="f68c5fd9-22d5-4c0a-9833-7fb0f5135313" providerId="ADAL" clId="{1E1EFADE-4A0B-47B8-8EF8-2E15F0F63983}" dt="2021-01-29T00:11:30.439" v="27" actId="2696"/>
        <pc:sldMkLst>
          <pc:docMk/>
          <pc:sldMk cId="167090370" sldId="369"/>
        </pc:sldMkLst>
      </pc:sldChg>
      <pc:sldChg chg="addSp modSp new mod">
        <pc:chgData name="鈴木 秀規" userId="f68c5fd9-22d5-4c0a-9833-7fb0f5135313" providerId="ADAL" clId="{1E1EFADE-4A0B-47B8-8EF8-2E15F0F63983}" dt="2021-01-29T00:31:14.826" v="196" actId="1076"/>
        <pc:sldMkLst>
          <pc:docMk/>
          <pc:sldMk cId="2975628319" sldId="369"/>
        </pc:sldMkLst>
        <pc:spChg chg="mod">
          <ac:chgData name="鈴木 秀規" userId="f68c5fd9-22d5-4c0a-9833-7fb0f5135313" providerId="ADAL" clId="{1E1EFADE-4A0B-47B8-8EF8-2E15F0F63983}" dt="2021-01-29T00:29:37.243" v="180"/>
          <ac:spMkLst>
            <pc:docMk/>
            <pc:sldMk cId="2975628319" sldId="369"/>
            <ac:spMk id="3" creationId="{11C7B0E6-254D-450A-8B22-DB7F224B9997}"/>
          </ac:spMkLst>
        </pc:spChg>
        <pc:spChg chg="mod">
          <ac:chgData name="鈴木 秀規" userId="f68c5fd9-22d5-4c0a-9833-7fb0f5135313" providerId="ADAL" clId="{1E1EFADE-4A0B-47B8-8EF8-2E15F0F63983}" dt="2021-01-29T00:29:51.901" v="184" actId="14100"/>
          <ac:spMkLst>
            <pc:docMk/>
            <pc:sldMk cId="2975628319" sldId="369"/>
            <ac:spMk id="5" creationId="{0E4B8641-2D26-4EAE-BE48-46B87CC5C967}"/>
          </ac:spMkLst>
        </pc:spChg>
        <pc:spChg chg="add mod">
          <ac:chgData name="鈴木 秀規" userId="f68c5fd9-22d5-4c0a-9833-7fb0f5135313" providerId="ADAL" clId="{1E1EFADE-4A0B-47B8-8EF8-2E15F0F63983}" dt="2021-01-29T00:31:14.826" v="196" actId="1076"/>
          <ac:spMkLst>
            <pc:docMk/>
            <pc:sldMk cId="2975628319" sldId="369"/>
            <ac:spMk id="6" creationId="{5D70D932-7707-4BA7-B6B5-F5C2C40FA71B}"/>
          </ac:spMkLst>
        </pc:spChg>
        <pc:spChg chg="add mod">
          <ac:chgData name="鈴木 秀規" userId="f68c5fd9-22d5-4c0a-9833-7fb0f5135313" providerId="ADAL" clId="{1E1EFADE-4A0B-47B8-8EF8-2E15F0F63983}" dt="2021-01-29T00:31:14.826" v="196" actId="1076"/>
          <ac:spMkLst>
            <pc:docMk/>
            <pc:sldMk cId="2975628319" sldId="369"/>
            <ac:spMk id="7" creationId="{4D5905BD-9D68-4848-83C6-B81F0E749708}"/>
          </ac:spMkLst>
        </pc:spChg>
      </pc:sldChg>
      <pc:sldChg chg="del">
        <pc:chgData name="鈴木 秀規" userId="f68c5fd9-22d5-4c0a-9833-7fb0f5135313" providerId="ADAL" clId="{1E1EFADE-4A0B-47B8-8EF8-2E15F0F63983}" dt="2021-01-29T00:11:30.439" v="27" actId="2696"/>
        <pc:sldMkLst>
          <pc:docMk/>
          <pc:sldMk cId="95388061" sldId="370"/>
        </pc:sldMkLst>
      </pc:sldChg>
      <pc:sldChg chg="addSp delSp modSp new mod">
        <pc:chgData name="鈴木 秀規" userId="f68c5fd9-22d5-4c0a-9833-7fb0f5135313" providerId="ADAL" clId="{1E1EFADE-4A0B-47B8-8EF8-2E15F0F63983}" dt="2021-01-29T00:38:17.434" v="317" actId="1076"/>
        <pc:sldMkLst>
          <pc:docMk/>
          <pc:sldMk cId="3073446168" sldId="370"/>
        </pc:sldMkLst>
        <pc:spChg chg="mod">
          <ac:chgData name="鈴木 秀規" userId="f68c5fd9-22d5-4c0a-9833-7fb0f5135313" providerId="ADAL" clId="{1E1EFADE-4A0B-47B8-8EF8-2E15F0F63983}" dt="2021-01-29T00:31:57.124" v="198"/>
          <ac:spMkLst>
            <pc:docMk/>
            <pc:sldMk cId="3073446168" sldId="370"/>
            <ac:spMk id="3" creationId="{8928170B-299F-43CA-B096-212503F24494}"/>
          </ac:spMkLst>
        </pc:spChg>
        <pc:spChg chg="mod">
          <ac:chgData name="鈴木 秀規" userId="f68c5fd9-22d5-4c0a-9833-7fb0f5135313" providerId="ADAL" clId="{1E1EFADE-4A0B-47B8-8EF8-2E15F0F63983}" dt="2021-01-29T00:32:16.061" v="201" actId="14100"/>
          <ac:spMkLst>
            <pc:docMk/>
            <pc:sldMk cId="3073446168" sldId="370"/>
            <ac:spMk id="5" creationId="{017D2A7A-839D-429B-BC25-FFEC4EF05E6B}"/>
          </ac:spMkLst>
        </pc:spChg>
        <pc:spChg chg="add mod">
          <ac:chgData name="鈴木 秀規" userId="f68c5fd9-22d5-4c0a-9833-7fb0f5135313" providerId="ADAL" clId="{1E1EFADE-4A0B-47B8-8EF8-2E15F0F63983}" dt="2021-01-29T00:33:14.549" v="208" actId="14100"/>
          <ac:spMkLst>
            <pc:docMk/>
            <pc:sldMk cId="3073446168" sldId="370"/>
            <ac:spMk id="6" creationId="{F19FE679-1845-4BF9-8935-2EC6E24B1D35}"/>
          </ac:spMkLst>
        </pc:spChg>
        <pc:spChg chg="add mod">
          <ac:chgData name="鈴木 秀規" userId="f68c5fd9-22d5-4c0a-9833-7fb0f5135313" providerId="ADAL" clId="{1E1EFADE-4A0B-47B8-8EF8-2E15F0F63983}" dt="2021-01-29T00:33:36.377" v="211" actId="1076"/>
          <ac:spMkLst>
            <pc:docMk/>
            <pc:sldMk cId="3073446168" sldId="370"/>
            <ac:spMk id="7" creationId="{4CB2807D-BA86-43CE-BE24-C22A484FF75B}"/>
          </ac:spMkLst>
        </pc:spChg>
        <pc:spChg chg="add mod">
          <ac:chgData name="鈴木 秀規" userId="f68c5fd9-22d5-4c0a-9833-7fb0f5135313" providerId="ADAL" clId="{1E1EFADE-4A0B-47B8-8EF8-2E15F0F63983}" dt="2021-01-29T00:33:36.377" v="211" actId="1076"/>
          <ac:spMkLst>
            <pc:docMk/>
            <pc:sldMk cId="3073446168" sldId="370"/>
            <ac:spMk id="8" creationId="{10D600DA-6874-4913-A1B1-270865584FD0}"/>
          </ac:spMkLst>
        </pc:spChg>
        <pc:spChg chg="add mod ord">
          <ac:chgData name="鈴木 秀規" userId="f68c5fd9-22d5-4c0a-9833-7fb0f5135313" providerId="ADAL" clId="{1E1EFADE-4A0B-47B8-8EF8-2E15F0F63983}" dt="2021-01-29T00:36:18.814" v="239" actId="1076"/>
          <ac:spMkLst>
            <pc:docMk/>
            <pc:sldMk cId="3073446168" sldId="370"/>
            <ac:spMk id="9" creationId="{7DD721DE-4909-4A5B-A925-FE0C78E59C9C}"/>
          </ac:spMkLst>
        </pc:spChg>
        <pc:spChg chg="add mod">
          <ac:chgData name="鈴木 秀規" userId="f68c5fd9-22d5-4c0a-9833-7fb0f5135313" providerId="ADAL" clId="{1E1EFADE-4A0B-47B8-8EF8-2E15F0F63983}" dt="2021-01-29T00:34:32.213" v="225" actId="1076"/>
          <ac:spMkLst>
            <pc:docMk/>
            <pc:sldMk cId="3073446168" sldId="370"/>
            <ac:spMk id="11" creationId="{A68EA743-B3D5-4228-920E-1591DDA12E3B}"/>
          </ac:spMkLst>
        </pc:spChg>
        <pc:spChg chg="add mod">
          <ac:chgData name="鈴木 秀規" userId="f68c5fd9-22d5-4c0a-9833-7fb0f5135313" providerId="ADAL" clId="{1E1EFADE-4A0B-47B8-8EF8-2E15F0F63983}" dt="2021-01-29T00:35:18.184" v="234" actId="14100"/>
          <ac:spMkLst>
            <pc:docMk/>
            <pc:sldMk cId="3073446168" sldId="370"/>
            <ac:spMk id="15" creationId="{09A4077E-6C3B-48A1-8BD4-549510DEA0CF}"/>
          </ac:spMkLst>
        </pc:spChg>
        <pc:spChg chg="add mod">
          <ac:chgData name="鈴木 秀規" userId="f68c5fd9-22d5-4c0a-9833-7fb0f5135313" providerId="ADAL" clId="{1E1EFADE-4A0B-47B8-8EF8-2E15F0F63983}" dt="2021-01-29T00:36:58.101" v="259" actId="20577"/>
          <ac:spMkLst>
            <pc:docMk/>
            <pc:sldMk cId="3073446168" sldId="370"/>
            <ac:spMk id="17" creationId="{E7421695-51FC-461A-B83F-F1004AF86A1B}"/>
          </ac:spMkLst>
        </pc:spChg>
        <pc:spChg chg="add mod">
          <ac:chgData name="鈴木 秀規" userId="f68c5fd9-22d5-4c0a-9833-7fb0f5135313" providerId="ADAL" clId="{1E1EFADE-4A0B-47B8-8EF8-2E15F0F63983}" dt="2021-01-29T00:37:06.328" v="261" actId="1076"/>
          <ac:spMkLst>
            <pc:docMk/>
            <pc:sldMk cId="3073446168" sldId="370"/>
            <ac:spMk id="18" creationId="{352D9822-B9AA-4465-9CC5-15B7CA8E90B5}"/>
          </ac:spMkLst>
        </pc:spChg>
        <pc:spChg chg="add del mod">
          <ac:chgData name="鈴木 秀規" userId="f68c5fd9-22d5-4c0a-9833-7fb0f5135313" providerId="ADAL" clId="{1E1EFADE-4A0B-47B8-8EF8-2E15F0F63983}" dt="2021-01-29T00:37:29.152" v="266"/>
          <ac:spMkLst>
            <pc:docMk/>
            <pc:sldMk cId="3073446168" sldId="370"/>
            <ac:spMk id="22" creationId="{25680C18-2D75-4DA4-B2D0-0F1FB35E4569}"/>
          </ac:spMkLst>
        </pc:spChg>
        <pc:spChg chg="add mod">
          <ac:chgData name="鈴木 秀規" userId="f68c5fd9-22d5-4c0a-9833-7fb0f5135313" providerId="ADAL" clId="{1E1EFADE-4A0B-47B8-8EF8-2E15F0F63983}" dt="2021-01-29T00:38:17.434" v="317" actId="1076"/>
          <ac:spMkLst>
            <pc:docMk/>
            <pc:sldMk cId="3073446168" sldId="370"/>
            <ac:spMk id="23" creationId="{C46DA2E4-1ED3-46D3-A289-D27DC1D5D1AD}"/>
          </ac:spMkLst>
        </pc:spChg>
        <pc:picChg chg="add mod ord">
          <ac:chgData name="鈴木 秀規" userId="f68c5fd9-22d5-4c0a-9833-7fb0f5135313" providerId="ADAL" clId="{1E1EFADE-4A0B-47B8-8EF8-2E15F0F63983}" dt="2021-01-29T00:36:10.360" v="237" actId="1076"/>
          <ac:picMkLst>
            <pc:docMk/>
            <pc:sldMk cId="3073446168" sldId="370"/>
            <ac:picMk id="10" creationId="{A80FE6E2-D221-4EBC-AD12-C5FE5D3CFC20}"/>
          </ac:picMkLst>
        </pc:picChg>
        <pc:picChg chg="add mod">
          <ac:chgData name="鈴木 秀規" userId="f68c5fd9-22d5-4c0a-9833-7fb0f5135313" providerId="ADAL" clId="{1E1EFADE-4A0B-47B8-8EF8-2E15F0F63983}" dt="2021-01-29T00:36:34.375" v="241" actId="1076"/>
          <ac:picMkLst>
            <pc:docMk/>
            <pc:sldMk cId="3073446168" sldId="370"/>
            <ac:picMk id="16" creationId="{2237D39A-7C2B-4B69-8480-840DABA1498C}"/>
          </ac:picMkLst>
        </pc:picChg>
        <pc:cxnChg chg="add mod">
          <ac:chgData name="鈴木 秀規" userId="f68c5fd9-22d5-4c0a-9833-7fb0f5135313" providerId="ADAL" clId="{1E1EFADE-4A0B-47B8-8EF8-2E15F0F63983}" dt="2021-01-29T00:34:53.851" v="229" actId="14100"/>
          <ac:cxnSpMkLst>
            <pc:docMk/>
            <pc:sldMk cId="3073446168" sldId="370"/>
            <ac:cxnSpMk id="12" creationId="{43FD7EC9-36C4-479B-BB1A-43108A31706F}"/>
          </ac:cxnSpMkLst>
        </pc:cxnChg>
        <pc:cxnChg chg="add mod">
          <ac:chgData name="鈴木 秀規" userId="f68c5fd9-22d5-4c0a-9833-7fb0f5135313" providerId="ADAL" clId="{1E1EFADE-4A0B-47B8-8EF8-2E15F0F63983}" dt="2021-01-29T00:37:15.541" v="264" actId="14100"/>
          <ac:cxnSpMkLst>
            <pc:docMk/>
            <pc:sldMk cId="3073446168" sldId="370"/>
            <ac:cxnSpMk id="19" creationId="{3E8DEDEC-50A5-44A1-8D62-8FD7B73EF21B}"/>
          </ac:cxnSpMkLst>
        </pc:cxnChg>
      </pc:sldChg>
      <pc:sldChg chg="del">
        <pc:chgData name="鈴木 秀規" userId="f68c5fd9-22d5-4c0a-9833-7fb0f5135313" providerId="ADAL" clId="{1E1EFADE-4A0B-47B8-8EF8-2E15F0F63983}" dt="2021-01-29T00:11:30.439" v="27" actId="2696"/>
        <pc:sldMkLst>
          <pc:docMk/>
          <pc:sldMk cId="853967147" sldId="371"/>
        </pc:sldMkLst>
      </pc:sldChg>
      <pc:sldChg chg="addSp modSp new mod">
        <pc:chgData name="鈴木 秀規" userId="f68c5fd9-22d5-4c0a-9833-7fb0f5135313" providerId="ADAL" clId="{1E1EFADE-4A0B-47B8-8EF8-2E15F0F63983}" dt="2021-01-29T00:40:29.979" v="342" actId="207"/>
        <pc:sldMkLst>
          <pc:docMk/>
          <pc:sldMk cId="1539385395" sldId="371"/>
        </pc:sldMkLst>
        <pc:spChg chg="mod">
          <ac:chgData name="鈴木 秀規" userId="f68c5fd9-22d5-4c0a-9833-7fb0f5135313" providerId="ADAL" clId="{1E1EFADE-4A0B-47B8-8EF8-2E15F0F63983}" dt="2021-01-29T00:38:35.296" v="319"/>
          <ac:spMkLst>
            <pc:docMk/>
            <pc:sldMk cId="1539385395" sldId="371"/>
            <ac:spMk id="3" creationId="{35492F31-2E8E-4E6E-9D2D-57CD34DFD451}"/>
          </ac:spMkLst>
        </pc:spChg>
        <pc:spChg chg="mod">
          <ac:chgData name="鈴木 秀規" userId="f68c5fd9-22d5-4c0a-9833-7fb0f5135313" providerId="ADAL" clId="{1E1EFADE-4A0B-47B8-8EF8-2E15F0F63983}" dt="2021-01-29T00:39:44.175" v="332" actId="20577"/>
          <ac:spMkLst>
            <pc:docMk/>
            <pc:sldMk cId="1539385395" sldId="371"/>
            <ac:spMk id="5" creationId="{040C932B-92A8-42D9-A58D-5864E59F180E}"/>
          </ac:spMkLst>
        </pc:spChg>
        <pc:spChg chg="add mod">
          <ac:chgData name="鈴木 秀規" userId="f68c5fd9-22d5-4c0a-9833-7fb0f5135313" providerId="ADAL" clId="{1E1EFADE-4A0B-47B8-8EF8-2E15F0F63983}" dt="2021-01-29T00:40:29.979" v="342" actId="207"/>
          <ac:spMkLst>
            <pc:docMk/>
            <pc:sldMk cId="1539385395" sldId="371"/>
            <ac:spMk id="6" creationId="{195E4A04-E536-47DC-B362-E15527D48178}"/>
          </ac:spMkLst>
        </pc:spChg>
        <pc:spChg chg="add mod">
          <ac:chgData name="鈴木 秀規" userId="f68c5fd9-22d5-4c0a-9833-7fb0f5135313" providerId="ADAL" clId="{1E1EFADE-4A0B-47B8-8EF8-2E15F0F63983}" dt="2021-01-29T00:40:16.912" v="340" actId="207"/>
          <ac:spMkLst>
            <pc:docMk/>
            <pc:sldMk cId="1539385395" sldId="371"/>
            <ac:spMk id="7" creationId="{C9F61678-5188-49FB-8B4B-E010C538D503}"/>
          </ac:spMkLst>
        </pc:spChg>
      </pc:sldChg>
      <pc:sldChg chg="del">
        <pc:chgData name="鈴木 秀規" userId="f68c5fd9-22d5-4c0a-9833-7fb0f5135313" providerId="ADAL" clId="{1E1EFADE-4A0B-47B8-8EF8-2E15F0F63983}" dt="2021-01-29T00:11:30.439" v="27" actId="2696"/>
        <pc:sldMkLst>
          <pc:docMk/>
          <pc:sldMk cId="193662145" sldId="372"/>
        </pc:sldMkLst>
      </pc:sldChg>
      <pc:sldChg chg="modSp new mod">
        <pc:chgData name="鈴木 秀規" userId="f68c5fd9-22d5-4c0a-9833-7fb0f5135313" providerId="ADAL" clId="{1E1EFADE-4A0B-47B8-8EF8-2E15F0F63983}" dt="2021-01-29T00:43:14.174" v="363" actId="20577"/>
        <pc:sldMkLst>
          <pc:docMk/>
          <pc:sldMk cId="246066953" sldId="372"/>
        </pc:sldMkLst>
        <pc:spChg chg="mod">
          <ac:chgData name="鈴木 秀規" userId="f68c5fd9-22d5-4c0a-9833-7fb0f5135313" providerId="ADAL" clId="{1E1EFADE-4A0B-47B8-8EF8-2E15F0F63983}" dt="2021-01-29T00:41:10.716" v="344"/>
          <ac:spMkLst>
            <pc:docMk/>
            <pc:sldMk cId="246066953" sldId="372"/>
            <ac:spMk id="3" creationId="{4A5311DD-D1AE-4581-BCDC-28EA63DA8C66}"/>
          </ac:spMkLst>
        </pc:spChg>
        <pc:spChg chg="mod">
          <ac:chgData name="鈴木 秀規" userId="f68c5fd9-22d5-4c0a-9833-7fb0f5135313" providerId="ADAL" clId="{1E1EFADE-4A0B-47B8-8EF8-2E15F0F63983}" dt="2021-01-29T00:43:14.174" v="363" actId="20577"/>
          <ac:spMkLst>
            <pc:docMk/>
            <pc:sldMk cId="246066953" sldId="372"/>
            <ac:spMk id="5" creationId="{C7BF8EB5-F4C0-4DBD-AD94-86BA96E96FC9}"/>
          </ac:spMkLst>
        </pc:spChg>
      </pc:sldChg>
      <pc:sldChg chg="del">
        <pc:chgData name="鈴木 秀規" userId="f68c5fd9-22d5-4c0a-9833-7fb0f5135313" providerId="ADAL" clId="{1E1EFADE-4A0B-47B8-8EF8-2E15F0F63983}" dt="2021-01-29T00:11:30.439" v="27" actId="2696"/>
        <pc:sldMkLst>
          <pc:docMk/>
          <pc:sldMk cId="3119782308" sldId="373"/>
        </pc:sldMkLst>
      </pc:sldChg>
      <pc:sldChg chg="addSp modSp new mod">
        <pc:chgData name="鈴木 秀規" userId="f68c5fd9-22d5-4c0a-9833-7fb0f5135313" providerId="ADAL" clId="{1E1EFADE-4A0B-47B8-8EF8-2E15F0F63983}" dt="2021-01-29T00:46:51.414" v="416" actId="1076"/>
        <pc:sldMkLst>
          <pc:docMk/>
          <pc:sldMk cId="4083622006" sldId="373"/>
        </pc:sldMkLst>
        <pc:spChg chg="mod">
          <ac:chgData name="鈴木 秀規" userId="f68c5fd9-22d5-4c0a-9833-7fb0f5135313" providerId="ADAL" clId="{1E1EFADE-4A0B-47B8-8EF8-2E15F0F63983}" dt="2021-01-29T00:43:26.237" v="365"/>
          <ac:spMkLst>
            <pc:docMk/>
            <pc:sldMk cId="4083622006" sldId="373"/>
            <ac:spMk id="3" creationId="{F21EF2BC-ACDB-4D26-A58E-3F69FB7B51A6}"/>
          </ac:spMkLst>
        </pc:spChg>
        <pc:spChg chg="mod">
          <ac:chgData name="鈴木 秀規" userId="f68c5fd9-22d5-4c0a-9833-7fb0f5135313" providerId="ADAL" clId="{1E1EFADE-4A0B-47B8-8EF8-2E15F0F63983}" dt="2021-01-29T00:43:49.809" v="381" actId="20577"/>
          <ac:spMkLst>
            <pc:docMk/>
            <pc:sldMk cId="4083622006" sldId="373"/>
            <ac:spMk id="5" creationId="{08AB8E15-1470-4368-AEA8-A657AFDBA915}"/>
          </ac:spMkLst>
        </pc:spChg>
        <pc:spChg chg="add mod">
          <ac:chgData name="鈴木 秀規" userId="f68c5fd9-22d5-4c0a-9833-7fb0f5135313" providerId="ADAL" clId="{1E1EFADE-4A0B-47B8-8EF8-2E15F0F63983}" dt="2021-01-29T00:46:37.865" v="412" actId="1076"/>
          <ac:spMkLst>
            <pc:docMk/>
            <pc:sldMk cId="4083622006" sldId="373"/>
            <ac:spMk id="6" creationId="{E2AC2086-AA04-447D-9465-2095E883D066}"/>
          </ac:spMkLst>
        </pc:spChg>
        <pc:spChg chg="add mod">
          <ac:chgData name="鈴木 秀規" userId="f68c5fd9-22d5-4c0a-9833-7fb0f5135313" providerId="ADAL" clId="{1E1EFADE-4A0B-47B8-8EF8-2E15F0F63983}" dt="2021-01-29T00:46:19.243" v="408" actId="1076"/>
          <ac:spMkLst>
            <pc:docMk/>
            <pc:sldMk cId="4083622006" sldId="373"/>
            <ac:spMk id="7" creationId="{562E9016-E9F0-4156-9DE1-2CC13EB323D8}"/>
          </ac:spMkLst>
        </pc:spChg>
        <pc:spChg chg="add mod">
          <ac:chgData name="鈴木 秀規" userId="f68c5fd9-22d5-4c0a-9833-7fb0f5135313" providerId="ADAL" clId="{1E1EFADE-4A0B-47B8-8EF8-2E15F0F63983}" dt="2021-01-29T00:46:19.243" v="408" actId="1076"/>
          <ac:spMkLst>
            <pc:docMk/>
            <pc:sldMk cId="4083622006" sldId="373"/>
            <ac:spMk id="8" creationId="{ABE3379B-C467-4CB9-8985-D62E00F34271}"/>
          </ac:spMkLst>
        </pc:spChg>
        <pc:spChg chg="add mod">
          <ac:chgData name="鈴木 秀規" userId="f68c5fd9-22d5-4c0a-9833-7fb0f5135313" providerId="ADAL" clId="{1E1EFADE-4A0B-47B8-8EF8-2E15F0F63983}" dt="2021-01-29T00:45:48.905" v="402" actId="1076"/>
          <ac:spMkLst>
            <pc:docMk/>
            <pc:sldMk cId="4083622006" sldId="373"/>
            <ac:spMk id="10" creationId="{E0BA7A6A-FD58-43AB-8181-20311D803686}"/>
          </ac:spMkLst>
        </pc:spChg>
        <pc:spChg chg="add mod">
          <ac:chgData name="鈴木 秀規" userId="f68c5fd9-22d5-4c0a-9833-7fb0f5135313" providerId="ADAL" clId="{1E1EFADE-4A0B-47B8-8EF8-2E15F0F63983}" dt="2021-01-29T00:46:51.414" v="416" actId="1076"/>
          <ac:spMkLst>
            <pc:docMk/>
            <pc:sldMk cId="4083622006" sldId="373"/>
            <ac:spMk id="17" creationId="{15D6BA6B-6A6A-4565-9C23-E0DCA4829241}"/>
          </ac:spMkLst>
        </pc:spChg>
        <pc:picChg chg="add mod ord">
          <ac:chgData name="鈴木 秀規" userId="f68c5fd9-22d5-4c0a-9833-7fb0f5135313" providerId="ADAL" clId="{1E1EFADE-4A0B-47B8-8EF8-2E15F0F63983}" dt="2021-01-29T00:45:58.142" v="403" actId="166"/>
          <ac:picMkLst>
            <pc:docMk/>
            <pc:sldMk cId="4083622006" sldId="373"/>
            <ac:picMk id="9" creationId="{DF4077C8-F3E5-4561-98AD-28F370FA61AE}"/>
          </ac:picMkLst>
        </pc:picChg>
        <pc:cxnChg chg="add mod">
          <ac:chgData name="鈴木 秀規" userId="f68c5fd9-22d5-4c0a-9833-7fb0f5135313" providerId="ADAL" clId="{1E1EFADE-4A0B-47B8-8EF8-2E15F0F63983}" dt="2021-01-29T00:46:21.196" v="409" actId="14100"/>
          <ac:cxnSpMkLst>
            <pc:docMk/>
            <pc:sldMk cId="4083622006" sldId="373"/>
            <ac:cxnSpMk id="11" creationId="{63FADA74-AFE4-436A-8041-104A159CA0DE}"/>
          </ac:cxnSpMkLst>
        </pc:cxnChg>
      </pc:sldChg>
      <pc:sldChg chg="addSp modSp new mod">
        <pc:chgData name="鈴木 秀規" userId="f68c5fd9-22d5-4c0a-9833-7fb0f5135313" providerId="ADAL" clId="{1E1EFADE-4A0B-47B8-8EF8-2E15F0F63983}" dt="2021-01-29T00:48:57.582" v="436" actId="207"/>
        <pc:sldMkLst>
          <pc:docMk/>
          <pc:sldMk cId="2781282954" sldId="374"/>
        </pc:sldMkLst>
        <pc:spChg chg="mod">
          <ac:chgData name="鈴木 秀規" userId="f68c5fd9-22d5-4c0a-9833-7fb0f5135313" providerId="ADAL" clId="{1E1EFADE-4A0B-47B8-8EF8-2E15F0F63983}" dt="2021-01-29T00:47:04.055" v="418"/>
          <ac:spMkLst>
            <pc:docMk/>
            <pc:sldMk cId="2781282954" sldId="374"/>
            <ac:spMk id="3" creationId="{FC2892DB-D72F-492C-B449-90F96BA5973A}"/>
          </ac:spMkLst>
        </pc:spChg>
        <pc:spChg chg="mod">
          <ac:chgData name="鈴木 秀規" userId="f68c5fd9-22d5-4c0a-9833-7fb0f5135313" providerId="ADAL" clId="{1E1EFADE-4A0B-47B8-8EF8-2E15F0F63983}" dt="2021-01-29T00:47:17.927" v="421" actId="20577"/>
          <ac:spMkLst>
            <pc:docMk/>
            <pc:sldMk cId="2781282954" sldId="374"/>
            <ac:spMk id="5" creationId="{BDC9C904-5D31-41FC-8B13-9BE5C512630D}"/>
          </ac:spMkLst>
        </pc:spChg>
        <pc:spChg chg="add mod">
          <ac:chgData name="鈴木 秀規" userId="f68c5fd9-22d5-4c0a-9833-7fb0f5135313" providerId="ADAL" clId="{1E1EFADE-4A0B-47B8-8EF8-2E15F0F63983}" dt="2021-01-29T00:48:18.932" v="431" actId="14100"/>
          <ac:spMkLst>
            <pc:docMk/>
            <pc:sldMk cId="2781282954" sldId="374"/>
            <ac:spMk id="6" creationId="{8C66F86B-53DB-41C4-ABBF-025E60039E3A}"/>
          </ac:spMkLst>
        </pc:spChg>
        <pc:spChg chg="add mod">
          <ac:chgData name="鈴木 秀規" userId="f68c5fd9-22d5-4c0a-9833-7fb0f5135313" providerId="ADAL" clId="{1E1EFADE-4A0B-47B8-8EF8-2E15F0F63983}" dt="2021-01-29T00:48:57.582" v="436" actId="207"/>
          <ac:spMkLst>
            <pc:docMk/>
            <pc:sldMk cId="2781282954" sldId="374"/>
            <ac:spMk id="7" creationId="{DD33C7F7-AAF0-4232-A95F-84031FE4AE56}"/>
          </ac:spMkLst>
        </pc:spChg>
      </pc:sldChg>
      <pc:sldChg chg="del">
        <pc:chgData name="鈴木 秀規" userId="f68c5fd9-22d5-4c0a-9833-7fb0f5135313" providerId="ADAL" clId="{1E1EFADE-4A0B-47B8-8EF8-2E15F0F63983}" dt="2021-01-29T00:11:30.439" v="27" actId="2696"/>
        <pc:sldMkLst>
          <pc:docMk/>
          <pc:sldMk cId="4094264785" sldId="374"/>
        </pc:sldMkLst>
      </pc:sldChg>
      <pc:sldChg chg="del">
        <pc:chgData name="鈴木 秀規" userId="f68c5fd9-22d5-4c0a-9833-7fb0f5135313" providerId="ADAL" clId="{1E1EFADE-4A0B-47B8-8EF8-2E15F0F63983}" dt="2021-01-29T00:11:30.439" v="27" actId="2696"/>
        <pc:sldMkLst>
          <pc:docMk/>
          <pc:sldMk cId="1155857800" sldId="375"/>
        </pc:sldMkLst>
      </pc:sldChg>
      <pc:sldChg chg="modSp new mod">
        <pc:chgData name="鈴木 秀規" userId="f68c5fd9-22d5-4c0a-9833-7fb0f5135313" providerId="ADAL" clId="{1E1EFADE-4A0B-47B8-8EF8-2E15F0F63983}" dt="2021-01-29T00:51:21.464" v="482" actId="20577"/>
        <pc:sldMkLst>
          <pc:docMk/>
          <pc:sldMk cId="4224040465" sldId="375"/>
        </pc:sldMkLst>
        <pc:spChg chg="mod">
          <ac:chgData name="鈴木 秀規" userId="f68c5fd9-22d5-4c0a-9833-7fb0f5135313" providerId="ADAL" clId="{1E1EFADE-4A0B-47B8-8EF8-2E15F0F63983}" dt="2021-01-29T00:49:15.791" v="438"/>
          <ac:spMkLst>
            <pc:docMk/>
            <pc:sldMk cId="4224040465" sldId="375"/>
            <ac:spMk id="3" creationId="{EEEBA06C-5CD2-484F-9A98-6DEECAEA740D}"/>
          </ac:spMkLst>
        </pc:spChg>
        <pc:spChg chg="mod">
          <ac:chgData name="鈴木 秀規" userId="f68c5fd9-22d5-4c0a-9833-7fb0f5135313" providerId="ADAL" clId="{1E1EFADE-4A0B-47B8-8EF8-2E15F0F63983}" dt="2021-01-29T00:51:21.464" v="482" actId="20577"/>
          <ac:spMkLst>
            <pc:docMk/>
            <pc:sldMk cId="4224040465" sldId="375"/>
            <ac:spMk id="5" creationId="{3B0BE475-13B7-4FD9-80F3-A4AD35C5F7BA}"/>
          </ac:spMkLst>
        </pc:spChg>
      </pc:sldChg>
      <pc:sldChg chg="del">
        <pc:chgData name="鈴木 秀規" userId="f68c5fd9-22d5-4c0a-9833-7fb0f5135313" providerId="ADAL" clId="{1E1EFADE-4A0B-47B8-8EF8-2E15F0F63983}" dt="2021-01-29T00:11:30.439" v="27" actId="2696"/>
        <pc:sldMkLst>
          <pc:docMk/>
          <pc:sldMk cId="2003241689" sldId="376"/>
        </pc:sldMkLst>
      </pc:sldChg>
      <pc:sldChg chg="addSp modSp new mod">
        <pc:chgData name="鈴木 秀規" userId="f68c5fd9-22d5-4c0a-9833-7fb0f5135313" providerId="ADAL" clId="{1E1EFADE-4A0B-47B8-8EF8-2E15F0F63983}" dt="2021-01-29T01:28:23.635" v="573" actId="113"/>
        <pc:sldMkLst>
          <pc:docMk/>
          <pc:sldMk cId="3538855573" sldId="376"/>
        </pc:sldMkLst>
        <pc:spChg chg="mod">
          <ac:chgData name="鈴木 秀規" userId="f68c5fd9-22d5-4c0a-9833-7fb0f5135313" providerId="ADAL" clId="{1E1EFADE-4A0B-47B8-8EF8-2E15F0F63983}" dt="2021-01-29T00:51:34.495" v="484"/>
          <ac:spMkLst>
            <pc:docMk/>
            <pc:sldMk cId="3538855573" sldId="376"/>
            <ac:spMk id="3" creationId="{9795DA74-CAD5-4B93-B279-D0D71DC9441E}"/>
          </ac:spMkLst>
        </pc:spChg>
        <pc:spChg chg="mod">
          <ac:chgData name="鈴木 秀規" userId="f68c5fd9-22d5-4c0a-9833-7fb0f5135313" providerId="ADAL" clId="{1E1EFADE-4A0B-47B8-8EF8-2E15F0F63983}" dt="2021-01-29T00:51:49.926" v="488" actId="14100"/>
          <ac:spMkLst>
            <pc:docMk/>
            <pc:sldMk cId="3538855573" sldId="376"/>
            <ac:spMk id="5" creationId="{586A08B6-18B2-4C56-BE32-ACE3FEB82851}"/>
          </ac:spMkLst>
        </pc:spChg>
        <pc:spChg chg="add mod">
          <ac:chgData name="鈴木 秀規" userId="f68c5fd9-22d5-4c0a-9833-7fb0f5135313" providerId="ADAL" clId="{1E1EFADE-4A0B-47B8-8EF8-2E15F0F63983}" dt="2021-01-29T01:28:23.635" v="573" actId="113"/>
          <ac:spMkLst>
            <pc:docMk/>
            <pc:sldMk cId="3538855573" sldId="376"/>
            <ac:spMk id="6" creationId="{C2E863CB-E594-44F0-8462-E663F348DA19}"/>
          </ac:spMkLst>
        </pc:spChg>
        <pc:spChg chg="add mod">
          <ac:chgData name="鈴木 秀規" userId="f68c5fd9-22d5-4c0a-9833-7fb0f5135313" providerId="ADAL" clId="{1E1EFADE-4A0B-47B8-8EF8-2E15F0F63983}" dt="2021-01-29T01:28:23.635" v="573" actId="113"/>
          <ac:spMkLst>
            <pc:docMk/>
            <pc:sldMk cId="3538855573" sldId="376"/>
            <ac:spMk id="7" creationId="{34EF60CC-078A-43FC-9E46-B4753FA49BB6}"/>
          </ac:spMkLst>
        </pc:spChg>
        <pc:spChg chg="add mod">
          <ac:chgData name="鈴木 秀規" userId="f68c5fd9-22d5-4c0a-9833-7fb0f5135313" providerId="ADAL" clId="{1E1EFADE-4A0B-47B8-8EF8-2E15F0F63983}" dt="2021-01-29T01:22:49.908" v="506" actId="1035"/>
          <ac:spMkLst>
            <pc:docMk/>
            <pc:sldMk cId="3538855573" sldId="376"/>
            <ac:spMk id="8" creationId="{370B556E-A8C0-45EA-824C-7CBD4272B44A}"/>
          </ac:spMkLst>
        </pc:spChg>
        <pc:spChg chg="add mod">
          <ac:chgData name="鈴木 秀規" userId="f68c5fd9-22d5-4c0a-9833-7fb0f5135313" providerId="ADAL" clId="{1E1EFADE-4A0B-47B8-8EF8-2E15F0F63983}" dt="2021-01-29T01:23:06.346" v="522" actId="1036"/>
          <ac:spMkLst>
            <pc:docMk/>
            <pc:sldMk cId="3538855573" sldId="376"/>
            <ac:spMk id="9" creationId="{FF72E8B0-61A0-41AB-B46E-5C9262C087BB}"/>
          </ac:spMkLst>
        </pc:spChg>
        <pc:spChg chg="add mod">
          <ac:chgData name="鈴木 秀規" userId="f68c5fd9-22d5-4c0a-9833-7fb0f5135313" providerId="ADAL" clId="{1E1EFADE-4A0B-47B8-8EF8-2E15F0F63983}" dt="2021-01-29T01:23:24.182" v="527" actId="1035"/>
          <ac:spMkLst>
            <pc:docMk/>
            <pc:sldMk cId="3538855573" sldId="376"/>
            <ac:spMk id="10" creationId="{FF6645CC-B7BF-4581-B747-5B1FB92F1344}"/>
          </ac:spMkLst>
        </pc:spChg>
        <pc:spChg chg="add mod">
          <ac:chgData name="鈴木 秀規" userId="f68c5fd9-22d5-4c0a-9833-7fb0f5135313" providerId="ADAL" clId="{1E1EFADE-4A0B-47B8-8EF8-2E15F0F63983}" dt="2021-01-29T01:23:41.112" v="532" actId="14100"/>
          <ac:spMkLst>
            <pc:docMk/>
            <pc:sldMk cId="3538855573" sldId="376"/>
            <ac:spMk id="11" creationId="{16C6C4A7-3C0A-408E-B656-F26C28D9D447}"/>
          </ac:spMkLst>
        </pc:spChg>
        <pc:cxnChg chg="add mod">
          <ac:chgData name="鈴木 秀規" userId="f68c5fd9-22d5-4c0a-9833-7fb0f5135313" providerId="ADAL" clId="{1E1EFADE-4A0B-47B8-8EF8-2E15F0F63983}" dt="2021-01-29T01:24:05.045" v="535" actId="208"/>
          <ac:cxnSpMkLst>
            <pc:docMk/>
            <pc:sldMk cId="3538855573" sldId="376"/>
            <ac:cxnSpMk id="13" creationId="{ACFE229B-A65E-4658-A0B5-22883AB5AA15}"/>
          </ac:cxnSpMkLst>
        </pc:cxnChg>
        <pc:cxnChg chg="add mod">
          <ac:chgData name="鈴木 秀規" userId="f68c5fd9-22d5-4c0a-9833-7fb0f5135313" providerId="ADAL" clId="{1E1EFADE-4A0B-47B8-8EF8-2E15F0F63983}" dt="2021-01-29T01:24:27.875" v="538" actId="1582"/>
          <ac:cxnSpMkLst>
            <pc:docMk/>
            <pc:sldMk cId="3538855573" sldId="376"/>
            <ac:cxnSpMk id="15" creationId="{03CDE00F-E256-4A5A-89B9-AC67844B27FD}"/>
          </ac:cxnSpMkLst>
        </pc:cxnChg>
      </pc:sldChg>
      <pc:sldChg chg="del">
        <pc:chgData name="鈴木 秀規" userId="f68c5fd9-22d5-4c0a-9833-7fb0f5135313" providerId="ADAL" clId="{1E1EFADE-4A0B-47B8-8EF8-2E15F0F63983}" dt="2021-01-29T00:11:30.439" v="27" actId="2696"/>
        <pc:sldMkLst>
          <pc:docMk/>
          <pc:sldMk cId="156709775" sldId="377"/>
        </pc:sldMkLst>
      </pc:sldChg>
      <pc:sldChg chg="addSp modSp new mod">
        <pc:chgData name="鈴木 秀規" userId="f68c5fd9-22d5-4c0a-9833-7fb0f5135313" providerId="ADAL" clId="{1E1EFADE-4A0B-47B8-8EF8-2E15F0F63983}" dt="2021-01-29T01:26:51.694" v="567" actId="1076"/>
        <pc:sldMkLst>
          <pc:docMk/>
          <pc:sldMk cId="3864834617" sldId="377"/>
        </pc:sldMkLst>
        <pc:spChg chg="mod">
          <ac:chgData name="鈴木 秀規" userId="f68c5fd9-22d5-4c0a-9833-7fb0f5135313" providerId="ADAL" clId="{1E1EFADE-4A0B-47B8-8EF8-2E15F0F63983}" dt="2021-01-29T01:24:46.904" v="540"/>
          <ac:spMkLst>
            <pc:docMk/>
            <pc:sldMk cId="3864834617" sldId="377"/>
            <ac:spMk id="3" creationId="{5FC908F1-3CA6-4749-AB73-4E0F9FDACCE6}"/>
          </ac:spMkLst>
        </pc:spChg>
        <pc:spChg chg="mod">
          <ac:chgData name="鈴木 秀規" userId="f68c5fd9-22d5-4c0a-9833-7fb0f5135313" providerId="ADAL" clId="{1E1EFADE-4A0B-47B8-8EF8-2E15F0F63983}" dt="2021-01-29T01:26:24.913" v="562" actId="207"/>
          <ac:spMkLst>
            <pc:docMk/>
            <pc:sldMk cId="3864834617" sldId="377"/>
            <ac:spMk id="5" creationId="{6B3A2C87-6FE9-4895-A119-D260DD4D7A1B}"/>
          </ac:spMkLst>
        </pc:spChg>
        <pc:spChg chg="add mod">
          <ac:chgData name="鈴木 秀規" userId="f68c5fd9-22d5-4c0a-9833-7fb0f5135313" providerId="ADAL" clId="{1E1EFADE-4A0B-47B8-8EF8-2E15F0F63983}" dt="2021-01-29T01:26:51.694" v="567" actId="1076"/>
          <ac:spMkLst>
            <pc:docMk/>
            <pc:sldMk cId="3864834617" sldId="377"/>
            <ac:spMk id="6" creationId="{C9B127B3-0188-4427-B2B2-503F806D8A50}"/>
          </ac:spMkLst>
        </pc:spChg>
        <pc:spChg chg="add mod">
          <ac:chgData name="鈴木 秀規" userId="f68c5fd9-22d5-4c0a-9833-7fb0f5135313" providerId="ADAL" clId="{1E1EFADE-4A0B-47B8-8EF8-2E15F0F63983}" dt="2021-01-29T01:26:48.190" v="566" actId="1076"/>
          <ac:spMkLst>
            <pc:docMk/>
            <pc:sldMk cId="3864834617" sldId="377"/>
            <ac:spMk id="7" creationId="{9DE8C91E-1B75-4A17-9563-1E97102B648E}"/>
          </ac:spMkLst>
        </pc:spChg>
      </pc:sldChg>
      <pc:sldChg chg="addSp modSp new mod">
        <pc:chgData name="鈴木 秀規" userId="f68c5fd9-22d5-4c0a-9833-7fb0f5135313" providerId="ADAL" clId="{1E1EFADE-4A0B-47B8-8EF8-2E15F0F63983}" dt="2021-01-29T01:30:19.140" v="599" actId="14100"/>
        <pc:sldMkLst>
          <pc:docMk/>
          <pc:sldMk cId="2148979236" sldId="378"/>
        </pc:sldMkLst>
        <pc:spChg chg="mod">
          <ac:chgData name="鈴木 秀規" userId="f68c5fd9-22d5-4c0a-9833-7fb0f5135313" providerId="ADAL" clId="{1E1EFADE-4A0B-47B8-8EF8-2E15F0F63983}" dt="2021-01-29T01:27:56.919" v="569"/>
          <ac:spMkLst>
            <pc:docMk/>
            <pc:sldMk cId="2148979236" sldId="378"/>
            <ac:spMk id="3" creationId="{788D51D2-24DD-4DC2-BB19-DB05A02F27EE}"/>
          </ac:spMkLst>
        </pc:spChg>
        <pc:spChg chg="mod">
          <ac:chgData name="鈴木 秀規" userId="f68c5fd9-22d5-4c0a-9833-7fb0f5135313" providerId="ADAL" clId="{1E1EFADE-4A0B-47B8-8EF8-2E15F0F63983}" dt="2021-01-29T01:28:16.592" v="572" actId="14100"/>
          <ac:spMkLst>
            <pc:docMk/>
            <pc:sldMk cId="2148979236" sldId="378"/>
            <ac:spMk id="5" creationId="{58D32313-7879-47C7-BFBF-C9125D0447B6}"/>
          </ac:spMkLst>
        </pc:spChg>
        <pc:spChg chg="add mod">
          <ac:chgData name="鈴木 秀規" userId="f68c5fd9-22d5-4c0a-9833-7fb0f5135313" providerId="ADAL" clId="{1E1EFADE-4A0B-47B8-8EF8-2E15F0F63983}" dt="2021-01-29T01:29:20.146" v="581" actId="14100"/>
          <ac:spMkLst>
            <pc:docMk/>
            <pc:sldMk cId="2148979236" sldId="378"/>
            <ac:spMk id="6" creationId="{7E5937BB-02E9-444C-BB60-5B9D39B085CF}"/>
          </ac:spMkLst>
        </pc:spChg>
        <pc:spChg chg="add mod">
          <ac:chgData name="鈴木 秀規" userId="f68c5fd9-22d5-4c0a-9833-7fb0f5135313" providerId="ADAL" clId="{1E1EFADE-4A0B-47B8-8EF8-2E15F0F63983}" dt="2021-01-29T01:30:08.696" v="598" actId="207"/>
          <ac:spMkLst>
            <pc:docMk/>
            <pc:sldMk cId="2148979236" sldId="378"/>
            <ac:spMk id="7" creationId="{8D2C7143-A461-4E9E-89AD-0E47C7AADDD2}"/>
          </ac:spMkLst>
        </pc:spChg>
        <pc:spChg chg="add mod">
          <ac:chgData name="鈴木 秀規" userId="f68c5fd9-22d5-4c0a-9833-7fb0f5135313" providerId="ADAL" clId="{1E1EFADE-4A0B-47B8-8EF8-2E15F0F63983}" dt="2021-01-29T01:30:19.140" v="599" actId="14100"/>
          <ac:spMkLst>
            <pc:docMk/>
            <pc:sldMk cId="2148979236" sldId="378"/>
            <ac:spMk id="8" creationId="{1F3DC4C2-8CFD-43BC-B2AE-DC992FAAF3BB}"/>
          </ac:spMkLst>
        </pc:spChg>
      </pc:sldChg>
      <pc:sldChg chg="del">
        <pc:chgData name="鈴木 秀規" userId="f68c5fd9-22d5-4c0a-9833-7fb0f5135313" providerId="ADAL" clId="{1E1EFADE-4A0B-47B8-8EF8-2E15F0F63983}" dt="2021-01-29T00:11:30.439" v="27" actId="2696"/>
        <pc:sldMkLst>
          <pc:docMk/>
          <pc:sldMk cId="4226280389" sldId="378"/>
        </pc:sldMkLst>
      </pc:sldChg>
      <pc:sldChg chg="del">
        <pc:chgData name="鈴木 秀規" userId="f68c5fd9-22d5-4c0a-9833-7fb0f5135313" providerId="ADAL" clId="{1E1EFADE-4A0B-47B8-8EF8-2E15F0F63983}" dt="2021-01-29T00:11:30.439" v="27" actId="2696"/>
        <pc:sldMkLst>
          <pc:docMk/>
          <pc:sldMk cId="687387428" sldId="379"/>
        </pc:sldMkLst>
      </pc:sldChg>
      <pc:sldChg chg="addSp modSp new mod">
        <pc:chgData name="鈴木 秀規" userId="f68c5fd9-22d5-4c0a-9833-7fb0f5135313" providerId="ADAL" clId="{1E1EFADE-4A0B-47B8-8EF8-2E15F0F63983}" dt="2021-01-29T01:32:38.398" v="623"/>
        <pc:sldMkLst>
          <pc:docMk/>
          <pc:sldMk cId="1522789995" sldId="379"/>
        </pc:sldMkLst>
        <pc:spChg chg="mod">
          <ac:chgData name="鈴木 秀規" userId="f68c5fd9-22d5-4c0a-9833-7fb0f5135313" providerId="ADAL" clId="{1E1EFADE-4A0B-47B8-8EF8-2E15F0F63983}" dt="2021-01-29T01:30:37.349" v="601"/>
          <ac:spMkLst>
            <pc:docMk/>
            <pc:sldMk cId="1522789995" sldId="379"/>
            <ac:spMk id="3" creationId="{04B14AED-343E-40B0-A4BC-729E82A9F10E}"/>
          </ac:spMkLst>
        </pc:spChg>
        <pc:spChg chg="mod">
          <ac:chgData name="鈴木 秀規" userId="f68c5fd9-22d5-4c0a-9833-7fb0f5135313" providerId="ADAL" clId="{1E1EFADE-4A0B-47B8-8EF8-2E15F0F63983}" dt="2021-01-29T01:30:56.618" v="604" actId="14100"/>
          <ac:spMkLst>
            <pc:docMk/>
            <pc:sldMk cId="1522789995" sldId="379"/>
            <ac:spMk id="5" creationId="{4D82A19B-11CC-476B-A084-E9D266DCCF99}"/>
          </ac:spMkLst>
        </pc:spChg>
        <pc:spChg chg="add mod">
          <ac:chgData name="鈴木 秀規" userId="f68c5fd9-22d5-4c0a-9833-7fb0f5135313" providerId="ADAL" clId="{1E1EFADE-4A0B-47B8-8EF8-2E15F0F63983}" dt="2021-01-29T01:31:45.055" v="609" actId="1076"/>
          <ac:spMkLst>
            <pc:docMk/>
            <pc:sldMk cId="1522789995" sldId="379"/>
            <ac:spMk id="13" creationId="{942FC57E-0FC2-4A6B-9F60-41DCADFC40A9}"/>
          </ac:spMkLst>
        </pc:spChg>
        <pc:spChg chg="add mod">
          <ac:chgData name="鈴木 秀規" userId="f68c5fd9-22d5-4c0a-9833-7fb0f5135313" providerId="ADAL" clId="{1E1EFADE-4A0B-47B8-8EF8-2E15F0F63983}" dt="2021-01-29T01:31:49.296" v="610" actId="1076"/>
          <ac:spMkLst>
            <pc:docMk/>
            <pc:sldMk cId="1522789995" sldId="379"/>
            <ac:spMk id="14" creationId="{F69A5210-906C-4694-AD6E-DAADF838F47A}"/>
          </ac:spMkLst>
        </pc:spChg>
        <pc:spChg chg="add mod">
          <ac:chgData name="鈴木 秀規" userId="f68c5fd9-22d5-4c0a-9833-7fb0f5135313" providerId="ADAL" clId="{1E1EFADE-4A0B-47B8-8EF8-2E15F0F63983}" dt="2021-01-29T01:31:52.960" v="611" actId="1076"/>
          <ac:spMkLst>
            <pc:docMk/>
            <pc:sldMk cId="1522789995" sldId="379"/>
            <ac:spMk id="15" creationId="{762712C4-BC2F-4282-B22F-E5CE54681559}"/>
          </ac:spMkLst>
        </pc:spChg>
        <pc:spChg chg="add mod">
          <ac:chgData name="鈴木 秀規" userId="f68c5fd9-22d5-4c0a-9833-7fb0f5135313" providerId="ADAL" clId="{1E1EFADE-4A0B-47B8-8EF8-2E15F0F63983}" dt="2021-01-29T01:32:20.799" v="619" actId="1076"/>
          <ac:spMkLst>
            <pc:docMk/>
            <pc:sldMk cId="1522789995" sldId="379"/>
            <ac:spMk id="16" creationId="{DE3FBAE5-8A35-440E-BC89-CE2828832936}"/>
          </ac:spMkLst>
        </pc:spChg>
        <pc:spChg chg="add mod">
          <ac:chgData name="鈴木 秀規" userId="f68c5fd9-22d5-4c0a-9833-7fb0f5135313" providerId="ADAL" clId="{1E1EFADE-4A0B-47B8-8EF8-2E15F0F63983}" dt="2021-01-29T01:32:11.303" v="616" actId="1076"/>
          <ac:spMkLst>
            <pc:docMk/>
            <pc:sldMk cId="1522789995" sldId="379"/>
            <ac:spMk id="17" creationId="{D259DEEE-A991-4AA8-ADC8-09C916640E1B}"/>
          </ac:spMkLst>
        </pc:spChg>
        <pc:spChg chg="add mod">
          <ac:chgData name="鈴木 秀規" userId="f68c5fd9-22d5-4c0a-9833-7fb0f5135313" providerId="ADAL" clId="{1E1EFADE-4A0B-47B8-8EF8-2E15F0F63983}" dt="2021-01-29T01:32:16.581" v="618" actId="1076"/>
          <ac:spMkLst>
            <pc:docMk/>
            <pc:sldMk cId="1522789995" sldId="379"/>
            <ac:spMk id="18" creationId="{68A74AF8-2900-430E-B204-614735D97CBB}"/>
          </ac:spMkLst>
        </pc:spChg>
        <pc:spChg chg="add mod">
          <ac:chgData name="鈴木 秀規" userId="f68c5fd9-22d5-4c0a-9833-7fb0f5135313" providerId="ADAL" clId="{1E1EFADE-4A0B-47B8-8EF8-2E15F0F63983}" dt="2021-01-29T01:32:38.398" v="623"/>
          <ac:spMkLst>
            <pc:docMk/>
            <pc:sldMk cId="1522789995" sldId="379"/>
            <ac:spMk id="25" creationId="{B80B0339-DE18-4B43-A984-DE50986C9340}"/>
          </ac:spMkLst>
        </pc:spChg>
        <pc:picChg chg="add mod">
          <ac:chgData name="鈴木 秀規" userId="f68c5fd9-22d5-4c0a-9833-7fb0f5135313" providerId="ADAL" clId="{1E1EFADE-4A0B-47B8-8EF8-2E15F0F63983}" dt="2021-01-29T01:31:56.654" v="612" actId="1076"/>
          <ac:picMkLst>
            <pc:docMk/>
            <pc:sldMk cId="1522789995" sldId="379"/>
            <ac:picMk id="6" creationId="{2A849C32-692A-4772-B21D-88A2ACB6D4A5}"/>
          </ac:picMkLst>
        </pc:picChg>
        <pc:picChg chg="add mod">
          <ac:chgData name="鈴木 秀規" userId="f68c5fd9-22d5-4c0a-9833-7fb0f5135313" providerId="ADAL" clId="{1E1EFADE-4A0B-47B8-8EF8-2E15F0F63983}" dt="2021-01-29T01:31:45.055" v="609" actId="1076"/>
          <ac:picMkLst>
            <pc:docMk/>
            <pc:sldMk cId="1522789995" sldId="379"/>
            <ac:picMk id="7" creationId="{5B8D53DE-5E89-492C-AB3F-992EDF533246}"/>
          </ac:picMkLst>
        </pc:picChg>
        <pc:picChg chg="add mod">
          <ac:chgData name="鈴木 秀規" userId="f68c5fd9-22d5-4c0a-9833-7fb0f5135313" providerId="ADAL" clId="{1E1EFADE-4A0B-47B8-8EF8-2E15F0F63983}" dt="2021-01-29T01:31:45.055" v="609" actId="1076"/>
          <ac:picMkLst>
            <pc:docMk/>
            <pc:sldMk cId="1522789995" sldId="379"/>
            <ac:picMk id="8" creationId="{6886DC06-D860-429F-AF57-23F706114EF2}"/>
          </ac:picMkLst>
        </pc:picChg>
        <pc:picChg chg="add mod">
          <ac:chgData name="鈴木 秀規" userId="f68c5fd9-22d5-4c0a-9833-7fb0f5135313" providerId="ADAL" clId="{1E1EFADE-4A0B-47B8-8EF8-2E15F0F63983}" dt="2021-01-29T01:31:45.055" v="609" actId="1076"/>
          <ac:picMkLst>
            <pc:docMk/>
            <pc:sldMk cId="1522789995" sldId="379"/>
            <ac:picMk id="9" creationId="{E7973784-610E-4D2C-90D5-65D99D3BEAD7}"/>
          </ac:picMkLst>
        </pc:picChg>
        <pc:cxnChg chg="add mod">
          <ac:chgData name="鈴木 秀規" userId="f68c5fd9-22d5-4c0a-9833-7fb0f5135313" providerId="ADAL" clId="{1E1EFADE-4A0B-47B8-8EF8-2E15F0F63983}" dt="2021-01-29T01:31:56.654" v="612" actId="1076"/>
          <ac:cxnSpMkLst>
            <pc:docMk/>
            <pc:sldMk cId="1522789995" sldId="379"/>
            <ac:cxnSpMk id="10" creationId="{9FD8A83F-0C7B-4386-9431-8CBC5A6D624A}"/>
          </ac:cxnSpMkLst>
        </pc:cxnChg>
        <pc:cxnChg chg="add mod">
          <ac:chgData name="鈴木 秀規" userId="f68c5fd9-22d5-4c0a-9833-7fb0f5135313" providerId="ADAL" clId="{1E1EFADE-4A0B-47B8-8EF8-2E15F0F63983}" dt="2021-01-29T01:31:56.654" v="612" actId="1076"/>
          <ac:cxnSpMkLst>
            <pc:docMk/>
            <pc:sldMk cId="1522789995" sldId="379"/>
            <ac:cxnSpMk id="11" creationId="{03496B72-C39A-4F65-937D-ADFDADC91199}"/>
          </ac:cxnSpMkLst>
        </pc:cxnChg>
        <pc:cxnChg chg="add mod">
          <ac:chgData name="鈴木 秀規" userId="f68c5fd9-22d5-4c0a-9833-7fb0f5135313" providerId="ADAL" clId="{1E1EFADE-4A0B-47B8-8EF8-2E15F0F63983}" dt="2021-01-29T01:31:56.654" v="612" actId="1076"/>
          <ac:cxnSpMkLst>
            <pc:docMk/>
            <pc:sldMk cId="1522789995" sldId="379"/>
            <ac:cxnSpMk id="12" creationId="{FD33321A-A1F1-4A21-9655-8480DD7F1288}"/>
          </ac:cxnSpMkLst>
        </pc:cxnChg>
      </pc:sldChg>
      <pc:sldChg chg="del">
        <pc:chgData name="鈴木 秀規" userId="f68c5fd9-22d5-4c0a-9833-7fb0f5135313" providerId="ADAL" clId="{1E1EFADE-4A0B-47B8-8EF8-2E15F0F63983}" dt="2021-01-29T00:11:30.439" v="27" actId="2696"/>
        <pc:sldMkLst>
          <pc:docMk/>
          <pc:sldMk cId="1295816778" sldId="380"/>
        </pc:sldMkLst>
      </pc:sldChg>
      <pc:sldChg chg="addSp modSp new mod">
        <pc:chgData name="鈴木 秀規" userId="f68c5fd9-22d5-4c0a-9833-7fb0f5135313" providerId="ADAL" clId="{1E1EFADE-4A0B-47B8-8EF8-2E15F0F63983}" dt="2021-01-29T01:38:44.510" v="671" actId="207"/>
        <pc:sldMkLst>
          <pc:docMk/>
          <pc:sldMk cId="3157073252" sldId="380"/>
        </pc:sldMkLst>
        <pc:spChg chg="mod">
          <ac:chgData name="鈴木 秀規" userId="f68c5fd9-22d5-4c0a-9833-7fb0f5135313" providerId="ADAL" clId="{1E1EFADE-4A0B-47B8-8EF8-2E15F0F63983}" dt="2021-01-29T01:32:55.606" v="625"/>
          <ac:spMkLst>
            <pc:docMk/>
            <pc:sldMk cId="3157073252" sldId="380"/>
            <ac:spMk id="3" creationId="{26A2C7A4-585F-42BD-BB49-B81AA12576C7}"/>
          </ac:spMkLst>
        </pc:spChg>
        <pc:spChg chg="mod">
          <ac:chgData name="鈴木 秀規" userId="f68c5fd9-22d5-4c0a-9833-7fb0f5135313" providerId="ADAL" clId="{1E1EFADE-4A0B-47B8-8EF8-2E15F0F63983}" dt="2021-01-29T01:34:26.445" v="629" actId="14100"/>
          <ac:spMkLst>
            <pc:docMk/>
            <pc:sldMk cId="3157073252" sldId="380"/>
            <ac:spMk id="5" creationId="{C2FAA142-CEE0-4D0B-B85B-5F9B477E6726}"/>
          </ac:spMkLst>
        </pc:spChg>
        <pc:spChg chg="add mod">
          <ac:chgData name="鈴木 秀規" userId="f68c5fd9-22d5-4c0a-9833-7fb0f5135313" providerId="ADAL" clId="{1E1EFADE-4A0B-47B8-8EF8-2E15F0F63983}" dt="2021-01-29T01:36:22.602" v="639" actId="20577"/>
          <ac:spMkLst>
            <pc:docMk/>
            <pc:sldMk cId="3157073252" sldId="380"/>
            <ac:spMk id="13" creationId="{D0595172-2769-43DE-A2C2-94996B5F1E88}"/>
          </ac:spMkLst>
        </pc:spChg>
        <pc:spChg chg="add mod">
          <ac:chgData name="鈴木 秀規" userId="f68c5fd9-22d5-4c0a-9833-7fb0f5135313" providerId="ADAL" clId="{1E1EFADE-4A0B-47B8-8EF8-2E15F0F63983}" dt="2021-01-29T01:36:25.495" v="640" actId="20577"/>
          <ac:spMkLst>
            <pc:docMk/>
            <pc:sldMk cId="3157073252" sldId="380"/>
            <ac:spMk id="14" creationId="{7200324B-7306-4747-B0EE-19EC9A436340}"/>
          </ac:spMkLst>
        </pc:spChg>
        <pc:spChg chg="add mod">
          <ac:chgData name="鈴木 秀規" userId="f68c5fd9-22d5-4c0a-9833-7fb0f5135313" providerId="ADAL" clId="{1E1EFADE-4A0B-47B8-8EF8-2E15F0F63983}" dt="2021-01-29T01:36:30.401" v="641" actId="20577"/>
          <ac:spMkLst>
            <pc:docMk/>
            <pc:sldMk cId="3157073252" sldId="380"/>
            <ac:spMk id="15" creationId="{F93E6F49-0FA4-45D6-AC25-2EE73AE0CA77}"/>
          </ac:spMkLst>
        </pc:spChg>
        <pc:spChg chg="add mod">
          <ac:chgData name="鈴木 秀規" userId="f68c5fd9-22d5-4c0a-9833-7fb0f5135313" providerId="ADAL" clId="{1E1EFADE-4A0B-47B8-8EF8-2E15F0F63983}" dt="2021-01-29T01:35:07.532" v="630"/>
          <ac:spMkLst>
            <pc:docMk/>
            <pc:sldMk cId="3157073252" sldId="380"/>
            <ac:spMk id="16" creationId="{B463895B-AE89-43EC-A968-4281BD9962F3}"/>
          </ac:spMkLst>
        </pc:spChg>
        <pc:spChg chg="add mod">
          <ac:chgData name="鈴木 秀規" userId="f68c5fd9-22d5-4c0a-9833-7fb0f5135313" providerId="ADAL" clId="{1E1EFADE-4A0B-47B8-8EF8-2E15F0F63983}" dt="2021-01-29T01:35:07.532" v="630"/>
          <ac:spMkLst>
            <pc:docMk/>
            <pc:sldMk cId="3157073252" sldId="380"/>
            <ac:spMk id="17" creationId="{090DD37D-7CDD-47E3-8444-E2254EFDBD2E}"/>
          </ac:spMkLst>
        </pc:spChg>
        <pc:spChg chg="add mod">
          <ac:chgData name="鈴木 秀規" userId="f68c5fd9-22d5-4c0a-9833-7fb0f5135313" providerId="ADAL" clId="{1E1EFADE-4A0B-47B8-8EF8-2E15F0F63983}" dt="2021-01-29T01:35:07.532" v="630"/>
          <ac:spMkLst>
            <pc:docMk/>
            <pc:sldMk cId="3157073252" sldId="380"/>
            <ac:spMk id="18" creationId="{FABF4ED0-41B7-4565-9892-8451B641DE4C}"/>
          </ac:spMkLst>
        </pc:spChg>
        <pc:spChg chg="add mod">
          <ac:chgData name="鈴木 秀規" userId="f68c5fd9-22d5-4c0a-9833-7fb0f5135313" providerId="ADAL" clId="{1E1EFADE-4A0B-47B8-8EF8-2E15F0F63983}" dt="2021-01-29T01:36:13.186" v="638" actId="14100"/>
          <ac:spMkLst>
            <pc:docMk/>
            <pc:sldMk cId="3157073252" sldId="380"/>
            <ac:spMk id="23" creationId="{C0DF2BD5-DE84-431F-89AE-08BF547400A9}"/>
          </ac:spMkLst>
        </pc:spChg>
        <pc:spChg chg="add mod">
          <ac:chgData name="鈴木 秀規" userId="f68c5fd9-22d5-4c0a-9833-7fb0f5135313" providerId="ADAL" clId="{1E1EFADE-4A0B-47B8-8EF8-2E15F0F63983}" dt="2021-01-29T01:37:31.322" v="653" actId="1076"/>
          <ac:spMkLst>
            <pc:docMk/>
            <pc:sldMk cId="3157073252" sldId="380"/>
            <ac:spMk id="24" creationId="{36A059BB-03B2-4594-B5A8-FBD4EEBF99A6}"/>
          </ac:spMkLst>
        </pc:spChg>
        <pc:spChg chg="add mod">
          <ac:chgData name="鈴木 秀規" userId="f68c5fd9-22d5-4c0a-9833-7fb0f5135313" providerId="ADAL" clId="{1E1EFADE-4A0B-47B8-8EF8-2E15F0F63983}" dt="2021-01-29T01:38:44.510" v="671" actId="207"/>
          <ac:spMkLst>
            <pc:docMk/>
            <pc:sldMk cId="3157073252" sldId="380"/>
            <ac:spMk id="29" creationId="{3BC98EFC-4B0D-4C39-AEB8-43529F519F78}"/>
          </ac:spMkLst>
        </pc:spChg>
        <pc:spChg chg="add mod">
          <ac:chgData name="鈴木 秀規" userId="f68c5fd9-22d5-4c0a-9833-7fb0f5135313" providerId="ADAL" clId="{1E1EFADE-4A0B-47B8-8EF8-2E15F0F63983}" dt="2021-01-29T01:38:21.644" v="666" actId="14100"/>
          <ac:spMkLst>
            <pc:docMk/>
            <pc:sldMk cId="3157073252" sldId="380"/>
            <ac:spMk id="30" creationId="{E81DC852-DA8C-4A04-8DB3-EF648B498E05}"/>
          </ac:spMkLst>
        </pc:spChg>
        <pc:picChg chg="add mod">
          <ac:chgData name="鈴木 秀規" userId="f68c5fd9-22d5-4c0a-9833-7fb0f5135313" providerId="ADAL" clId="{1E1EFADE-4A0B-47B8-8EF8-2E15F0F63983}" dt="2021-01-29T01:35:46.377" v="632" actId="1076"/>
          <ac:picMkLst>
            <pc:docMk/>
            <pc:sldMk cId="3157073252" sldId="380"/>
            <ac:picMk id="6" creationId="{52E4BB51-51E0-4750-900F-52D204DBC981}"/>
          </ac:picMkLst>
        </pc:picChg>
        <pc:picChg chg="add mod">
          <ac:chgData name="鈴木 秀規" userId="f68c5fd9-22d5-4c0a-9833-7fb0f5135313" providerId="ADAL" clId="{1E1EFADE-4A0B-47B8-8EF8-2E15F0F63983}" dt="2021-01-29T01:35:16.474" v="631" actId="1076"/>
          <ac:picMkLst>
            <pc:docMk/>
            <pc:sldMk cId="3157073252" sldId="380"/>
            <ac:picMk id="7" creationId="{79C8835B-185C-42B3-B6AD-4C0F91BDCDAC}"/>
          </ac:picMkLst>
        </pc:picChg>
        <pc:picChg chg="add mod">
          <ac:chgData name="鈴木 秀規" userId="f68c5fd9-22d5-4c0a-9833-7fb0f5135313" providerId="ADAL" clId="{1E1EFADE-4A0B-47B8-8EF8-2E15F0F63983}" dt="2021-01-29T01:35:07.532" v="630"/>
          <ac:picMkLst>
            <pc:docMk/>
            <pc:sldMk cId="3157073252" sldId="380"/>
            <ac:picMk id="8" creationId="{E71AB80C-D78C-4FEE-B8AB-A84D0C4B86CA}"/>
          </ac:picMkLst>
        </pc:picChg>
        <pc:picChg chg="add mod">
          <ac:chgData name="鈴木 秀規" userId="f68c5fd9-22d5-4c0a-9833-7fb0f5135313" providerId="ADAL" clId="{1E1EFADE-4A0B-47B8-8EF8-2E15F0F63983}" dt="2021-01-29T01:35:07.532" v="630"/>
          <ac:picMkLst>
            <pc:docMk/>
            <pc:sldMk cId="3157073252" sldId="380"/>
            <ac:picMk id="9" creationId="{D4B0B635-23DD-499E-BE8F-6306533ACB5F}"/>
          </ac:picMkLst>
        </pc:picChg>
        <pc:cxnChg chg="add mod">
          <ac:chgData name="鈴木 秀規" userId="f68c5fd9-22d5-4c0a-9833-7fb0f5135313" providerId="ADAL" clId="{1E1EFADE-4A0B-47B8-8EF8-2E15F0F63983}" dt="2021-01-29T01:35:46.377" v="632" actId="1076"/>
          <ac:cxnSpMkLst>
            <pc:docMk/>
            <pc:sldMk cId="3157073252" sldId="380"/>
            <ac:cxnSpMk id="10" creationId="{4143D2CB-3498-4BD1-A424-5B86192F18C9}"/>
          </ac:cxnSpMkLst>
        </pc:cxnChg>
        <pc:cxnChg chg="add mod">
          <ac:chgData name="鈴木 秀規" userId="f68c5fd9-22d5-4c0a-9833-7fb0f5135313" providerId="ADAL" clId="{1E1EFADE-4A0B-47B8-8EF8-2E15F0F63983}" dt="2021-01-29T01:35:46.377" v="632" actId="1076"/>
          <ac:cxnSpMkLst>
            <pc:docMk/>
            <pc:sldMk cId="3157073252" sldId="380"/>
            <ac:cxnSpMk id="11" creationId="{2486108F-1E2D-4254-BA54-8976C5C43691}"/>
          </ac:cxnSpMkLst>
        </pc:cxnChg>
        <pc:cxnChg chg="add mod">
          <ac:chgData name="鈴木 秀規" userId="f68c5fd9-22d5-4c0a-9833-7fb0f5135313" providerId="ADAL" clId="{1E1EFADE-4A0B-47B8-8EF8-2E15F0F63983}" dt="2021-01-29T01:35:46.377" v="632" actId="1076"/>
          <ac:cxnSpMkLst>
            <pc:docMk/>
            <pc:sldMk cId="3157073252" sldId="380"/>
            <ac:cxnSpMk id="12" creationId="{09A01396-16C3-4941-8DBB-855F823E2F76}"/>
          </ac:cxnSpMkLst>
        </pc:cxnChg>
        <pc:cxnChg chg="add mod">
          <ac:chgData name="鈴木 秀規" userId="f68c5fd9-22d5-4c0a-9833-7fb0f5135313" providerId="ADAL" clId="{1E1EFADE-4A0B-47B8-8EF8-2E15F0F63983}" dt="2021-01-29T01:37:23.515" v="652" actId="14100"/>
          <ac:cxnSpMkLst>
            <pc:docMk/>
            <pc:sldMk cId="3157073252" sldId="380"/>
            <ac:cxnSpMk id="25" creationId="{EE6A11BA-A89E-4537-866B-E7C3C52F89B8}"/>
          </ac:cxnSpMkLst>
        </pc:cxnChg>
      </pc:sldChg>
      <pc:sldChg chg="del">
        <pc:chgData name="鈴木 秀規" userId="f68c5fd9-22d5-4c0a-9833-7fb0f5135313" providerId="ADAL" clId="{1E1EFADE-4A0B-47B8-8EF8-2E15F0F63983}" dt="2021-01-29T00:11:30.439" v="27" actId="2696"/>
        <pc:sldMkLst>
          <pc:docMk/>
          <pc:sldMk cId="1094552731" sldId="381"/>
        </pc:sldMkLst>
      </pc:sldChg>
      <pc:sldChg chg="modSp new mod">
        <pc:chgData name="鈴木 秀規" userId="f68c5fd9-22d5-4c0a-9833-7fb0f5135313" providerId="ADAL" clId="{1E1EFADE-4A0B-47B8-8EF8-2E15F0F63983}" dt="2021-01-29T01:40:32.688" v="690" actId="207"/>
        <pc:sldMkLst>
          <pc:docMk/>
          <pc:sldMk cId="3693878349" sldId="381"/>
        </pc:sldMkLst>
        <pc:spChg chg="mod">
          <ac:chgData name="鈴木 秀規" userId="f68c5fd9-22d5-4c0a-9833-7fb0f5135313" providerId="ADAL" clId="{1E1EFADE-4A0B-47B8-8EF8-2E15F0F63983}" dt="2021-01-29T01:39:34.266" v="673"/>
          <ac:spMkLst>
            <pc:docMk/>
            <pc:sldMk cId="3693878349" sldId="381"/>
            <ac:spMk id="3" creationId="{715AA506-91D5-4D88-9A4D-8AE60D368292}"/>
          </ac:spMkLst>
        </pc:spChg>
        <pc:spChg chg="mod">
          <ac:chgData name="鈴木 秀規" userId="f68c5fd9-22d5-4c0a-9833-7fb0f5135313" providerId="ADAL" clId="{1E1EFADE-4A0B-47B8-8EF8-2E15F0F63983}" dt="2021-01-29T01:40:32.688" v="690" actId="207"/>
          <ac:spMkLst>
            <pc:docMk/>
            <pc:sldMk cId="3693878349" sldId="381"/>
            <ac:spMk id="5" creationId="{AD3928C4-C2BF-49D4-A2FF-CDBD28F19883}"/>
          </ac:spMkLst>
        </pc:spChg>
      </pc:sldChg>
      <pc:sldChg chg="del">
        <pc:chgData name="鈴木 秀規" userId="f68c5fd9-22d5-4c0a-9833-7fb0f5135313" providerId="ADAL" clId="{1E1EFADE-4A0B-47B8-8EF8-2E15F0F63983}" dt="2021-01-29T00:11:30.439" v="27" actId="2696"/>
        <pc:sldMkLst>
          <pc:docMk/>
          <pc:sldMk cId="3093851719" sldId="382"/>
        </pc:sldMkLst>
      </pc:sldChg>
      <pc:sldChg chg="del">
        <pc:chgData name="鈴木 秀規" userId="f68c5fd9-22d5-4c0a-9833-7fb0f5135313" providerId="ADAL" clId="{1E1EFADE-4A0B-47B8-8EF8-2E15F0F63983}" dt="2021-01-29T00:11:30.439" v="27" actId="2696"/>
        <pc:sldMkLst>
          <pc:docMk/>
          <pc:sldMk cId="248645521" sldId="383"/>
        </pc:sldMkLst>
      </pc:sldChg>
      <pc:sldChg chg="del">
        <pc:chgData name="鈴木 秀規" userId="f68c5fd9-22d5-4c0a-9833-7fb0f5135313" providerId="ADAL" clId="{1E1EFADE-4A0B-47B8-8EF8-2E15F0F63983}" dt="2021-01-29T00:11:30.439" v="27" actId="2696"/>
        <pc:sldMkLst>
          <pc:docMk/>
          <pc:sldMk cId="7551430" sldId="384"/>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鈴木 秀規" userId="f68c5fd9-22d5-4c0a-9833-7fb0f5135313" providerId="ADAL" clId="{6A56FB10-BD31-4A36-9DC1-80D965E09775}"/>
    <pc:docChg chg="undo custSel addSld delSld modSld">
      <pc:chgData name="鈴木 秀規" userId="f68c5fd9-22d5-4c0a-9833-7fb0f5135313" providerId="ADAL" clId="{6A56FB10-BD31-4A36-9DC1-80D965E09775}" dt="2021-01-29T03:51:48.443" v="417" actId="2696"/>
      <pc:docMkLst>
        <pc:docMk/>
      </pc:docMkLst>
      <pc:sldChg chg="modSp mod">
        <pc:chgData name="鈴木 秀規" userId="f68c5fd9-22d5-4c0a-9833-7fb0f5135313" providerId="ADAL" clId="{6A56FB10-BD31-4A36-9DC1-80D965E09775}" dt="2021-01-29T02:16:05.720" v="20" actId="20577"/>
        <pc:sldMkLst>
          <pc:docMk/>
          <pc:sldMk cId="0" sldId="256"/>
        </pc:sldMkLst>
        <pc:spChg chg="mod">
          <ac:chgData name="鈴木 秀規" userId="f68c5fd9-22d5-4c0a-9833-7fb0f5135313" providerId="ADAL" clId="{6A56FB10-BD31-4A36-9DC1-80D965E09775}" dt="2021-01-29T02:16:05.720" v="20" actId="20577"/>
          <ac:spMkLst>
            <pc:docMk/>
            <pc:sldMk cId="0" sldId="256"/>
            <ac:spMk id="56" creationId="{00000000-0000-0000-0000-000000000000}"/>
          </ac:spMkLst>
        </pc:spChg>
      </pc:sldChg>
      <pc:sldChg chg="addSp delSp modSp mod">
        <pc:chgData name="鈴木 秀規" userId="f68c5fd9-22d5-4c0a-9833-7fb0f5135313" providerId="ADAL" clId="{6A56FB10-BD31-4A36-9DC1-80D965E09775}" dt="2021-01-29T02:18:04.150" v="36" actId="1076"/>
        <pc:sldMkLst>
          <pc:docMk/>
          <pc:sldMk cId="2397736379" sldId="363"/>
        </pc:sldMkLst>
        <pc:spChg chg="mod">
          <ac:chgData name="鈴木 秀規" userId="f68c5fd9-22d5-4c0a-9833-7fb0f5135313" providerId="ADAL" clId="{6A56FB10-BD31-4A36-9DC1-80D965E09775}" dt="2021-01-29T02:16:28.700" v="22"/>
          <ac:spMkLst>
            <pc:docMk/>
            <pc:sldMk cId="2397736379" sldId="363"/>
            <ac:spMk id="7" creationId="{9630AD22-E64D-4A96-B059-2AF9F6580C25}"/>
          </ac:spMkLst>
        </pc:spChg>
        <pc:spChg chg="mod">
          <ac:chgData name="鈴木 秀規" userId="f68c5fd9-22d5-4c0a-9833-7fb0f5135313" providerId="ADAL" clId="{6A56FB10-BD31-4A36-9DC1-80D965E09775}" dt="2021-01-29T02:17:16.222" v="29" actId="14100"/>
          <ac:spMkLst>
            <pc:docMk/>
            <pc:sldMk cId="2397736379" sldId="363"/>
            <ac:spMk id="8" creationId="{787CF02A-01AB-4517-BA3E-25572FA82648}"/>
          </ac:spMkLst>
        </pc:spChg>
        <pc:spChg chg="add mod">
          <ac:chgData name="鈴木 秀規" userId="f68c5fd9-22d5-4c0a-9833-7fb0f5135313" providerId="ADAL" clId="{6A56FB10-BD31-4A36-9DC1-80D965E09775}" dt="2021-01-29T02:18:04.150" v="36" actId="1076"/>
          <ac:spMkLst>
            <pc:docMk/>
            <pc:sldMk cId="2397736379" sldId="363"/>
            <ac:spMk id="13" creationId="{C4AF9A3A-8E4D-4361-A0C9-F0B17B39BF47}"/>
          </ac:spMkLst>
        </pc:spChg>
        <pc:spChg chg="del">
          <ac:chgData name="鈴木 秀規" userId="f68c5fd9-22d5-4c0a-9833-7fb0f5135313" providerId="ADAL" clId="{6A56FB10-BD31-4A36-9DC1-80D965E09775}" dt="2021-01-29T02:17:01.732" v="25" actId="478"/>
          <ac:spMkLst>
            <pc:docMk/>
            <pc:sldMk cId="2397736379" sldId="363"/>
            <ac:spMk id="25" creationId="{6F73D290-1A37-4666-AE4E-056CFDBF2963}"/>
          </ac:spMkLst>
        </pc:spChg>
        <pc:spChg chg="del">
          <ac:chgData name="鈴木 秀規" userId="f68c5fd9-22d5-4c0a-9833-7fb0f5135313" providerId="ADAL" clId="{6A56FB10-BD31-4A36-9DC1-80D965E09775}" dt="2021-01-29T02:17:06.489" v="26" actId="478"/>
          <ac:spMkLst>
            <pc:docMk/>
            <pc:sldMk cId="2397736379" sldId="363"/>
            <ac:spMk id="26" creationId="{D8B69E42-1911-4122-BBB0-EB93A222E3E7}"/>
          </ac:spMkLst>
        </pc:spChg>
        <pc:picChg chg="add mod">
          <ac:chgData name="鈴木 秀規" userId="f68c5fd9-22d5-4c0a-9833-7fb0f5135313" providerId="ADAL" clId="{6A56FB10-BD31-4A36-9DC1-80D965E09775}" dt="2021-01-29T02:17:49.050" v="32" actId="14100"/>
          <ac:picMkLst>
            <pc:docMk/>
            <pc:sldMk cId="2397736379" sldId="363"/>
            <ac:picMk id="11" creationId="{F9049B9F-DE3A-4846-B27B-333755B11A36}"/>
          </ac:picMkLst>
        </pc:picChg>
        <pc:picChg chg="add mod">
          <ac:chgData name="鈴木 秀規" userId="f68c5fd9-22d5-4c0a-9833-7fb0f5135313" providerId="ADAL" clId="{6A56FB10-BD31-4A36-9DC1-80D965E09775}" dt="2021-01-29T02:17:56.499" v="35" actId="1076"/>
          <ac:picMkLst>
            <pc:docMk/>
            <pc:sldMk cId="2397736379" sldId="363"/>
            <ac:picMk id="12" creationId="{4794F4AC-6B8F-4B15-AB6F-B06FD356050F}"/>
          </ac:picMkLst>
        </pc:picChg>
        <pc:picChg chg="del">
          <ac:chgData name="鈴木 秀規" userId="f68c5fd9-22d5-4c0a-9833-7fb0f5135313" providerId="ADAL" clId="{6A56FB10-BD31-4A36-9DC1-80D965E09775}" dt="2021-01-29T02:17:01.732" v="25" actId="478"/>
          <ac:picMkLst>
            <pc:docMk/>
            <pc:sldMk cId="2397736379" sldId="363"/>
            <ac:picMk id="22" creationId="{EBCFE6B6-3674-4542-897A-054F57AF9940}"/>
          </ac:picMkLst>
        </pc:picChg>
        <pc:picChg chg="del">
          <ac:chgData name="鈴木 秀規" userId="f68c5fd9-22d5-4c0a-9833-7fb0f5135313" providerId="ADAL" clId="{6A56FB10-BD31-4A36-9DC1-80D965E09775}" dt="2021-01-29T02:17:01.732" v="25" actId="478"/>
          <ac:picMkLst>
            <pc:docMk/>
            <pc:sldMk cId="2397736379" sldId="363"/>
            <ac:picMk id="23" creationId="{50430609-0E30-4E04-A0AB-4BEFD5706BAC}"/>
          </ac:picMkLst>
        </pc:picChg>
        <pc:cxnChg chg="del mod">
          <ac:chgData name="鈴木 秀規" userId="f68c5fd9-22d5-4c0a-9833-7fb0f5135313" providerId="ADAL" clId="{6A56FB10-BD31-4A36-9DC1-80D965E09775}" dt="2021-01-29T02:17:01.732" v="25" actId="478"/>
          <ac:cxnSpMkLst>
            <pc:docMk/>
            <pc:sldMk cId="2397736379" sldId="363"/>
            <ac:cxnSpMk id="24" creationId="{2971CE02-4FF4-45F7-8B9C-E59D75CEAF1D}"/>
          </ac:cxnSpMkLst>
        </pc:cxnChg>
      </pc:sldChg>
      <pc:sldChg chg="del">
        <pc:chgData name="鈴木 秀規" userId="f68c5fd9-22d5-4c0a-9833-7fb0f5135313" providerId="ADAL" clId="{6A56FB10-BD31-4A36-9DC1-80D965E09775}" dt="2021-01-29T02:16:21.792" v="21" actId="2696"/>
        <pc:sldMkLst>
          <pc:docMk/>
          <pc:sldMk cId="1491796703" sldId="364"/>
        </pc:sldMkLst>
      </pc:sldChg>
      <pc:sldChg chg="addSp modSp new mod">
        <pc:chgData name="鈴木 秀規" userId="f68c5fd9-22d5-4c0a-9833-7fb0f5135313" providerId="ADAL" clId="{6A56FB10-BD31-4A36-9DC1-80D965E09775}" dt="2021-01-29T02:20:43.427" v="67" actId="1076"/>
        <pc:sldMkLst>
          <pc:docMk/>
          <pc:sldMk cId="1780867631" sldId="364"/>
        </pc:sldMkLst>
        <pc:spChg chg="mod">
          <ac:chgData name="鈴木 秀規" userId="f68c5fd9-22d5-4c0a-9833-7fb0f5135313" providerId="ADAL" clId="{6A56FB10-BD31-4A36-9DC1-80D965E09775}" dt="2021-01-29T02:18:20.300" v="38"/>
          <ac:spMkLst>
            <pc:docMk/>
            <pc:sldMk cId="1780867631" sldId="364"/>
            <ac:spMk id="3" creationId="{05C6DAF3-7CB5-46CF-B20F-F9FAA3199561}"/>
          </ac:spMkLst>
        </pc:spChg>
        <pc:spChg chg="mod">
          <ac:chgData name="鈴木 秀規" userId="f68c5fd9-22d5-4c0a-9833-7fb0f5135313" providerId="ADAL" clId="{6A56FB10-BD31-4A36-9DC1-80D965E09775}" dt="2021-01-29T02:18:29.384" v="41" actId="14100"/>
          <ac:spMkLst>
            <pc:docMk/>
            <pc:sldMk cId="1780867631" sldId="364"/>
            <ac:spMk id="5" creationId="{CF3D8E7F-5CEC-499E-8636-A3A5D79534C4}"/>
          </ac:spMkLst>
        </pc:spChg>
        <pc:spChg chg="add mod">
          <ac:chgData name="鈴木 秀規" userId="f68c5fd9-22d5-4c0a-9833-7fb0f5135313" providerId="ADAL" clId="{6A56FB10-BD31-4A36-9DC1-80D965E09775}" dt="2021-01-29T02:19:10.335" v="50" actId="14100"/>
          <ac:spMkLst>
            <pc:docMk/>
            <pc:sldMk cId="1780867631" sldId="364"/>
            <ac:spMk id="6" creationId="{80B1E86E-5207-44A5-B3D9-04B2D950F351}"/>
          </ac:spMkLst>
        </pc:spChg>
        <pc:spChg chg="add mod">
          <ac:chgData name="鈴木 秀規" userId="f68c5fd9-22d5-4c0a-9833-7fb0f5135313" providerId="ADAL" clId="{6A56FB10-BD31-4A36-9DC1-80D965E09775}" dt="2021-01-29T02:20:33.748" v="65" actId="207"/>
          <ac:spMkLst>
            <pc:docMk/>
            <pc:sldMk cId="1780867631" sldId="364"/>
            <ac:spMk id="7" creationId="{976DEC37-B0EA-49B3-B5E6-88A193ABF843}"/>
          </ac:spMkLst>
        </pc:spChg>
        <pc:spChg chg="add mod">
          <ac:chgData name="鈴木 秀規" userId="f68c5fd9-22d5-4c0a-9833-7fb0f5135313" providerId="ADAL" clId="{6A56FB10-BD31-4A36-9DC1-80D965E09775}" dt="2021-01-29T02:20:43.427" v="67" actId="1076"/>
          <ac:spMkLst>
            <pc:docMk/>
            <pc:sldMk cId="1780867631" sldId="364"/>
            <ac:spMk id="8" creationId="{6363893C-210D-4BFB-B929-2ADEA0179212}"/>
          </ac:spMkLst>
        </pc:spChg>
      </pc:sldChg>
      <pc:sldChg chg="del">
        <pc:chgData name="鈴木 秀規" userId="f68c5fd9-22d5-4c0a-9833-7fb0f5135313" providerId="ADAL" clId="{6A56FB10-BD31-4A36-9DC1-80D965E09775}" dt="2021-01-29T02:16:21.792" v="21" actId="2696"/>
        <pc:sldMkLst>
          <pc:docMk/>
          <pc:sldMk cId="2862888682" sldId="365"/>
        </pc:sldMkLst>
      </pc:sldChg>
      <pc:sldChg chg="addSp modSp new mod">
        <pc:chgData name="鈴木 秀規" userId="f68c5fd9-22d5-4c0a-9833-7fb0f5135313" providerId="ADAL" clId="{6A56FB10-BD31-4A36-9DC1-80D965E09775}" dt="2021-01-29T02:22:18.693" v="89" actId="208"/>
        <pc:sldMkLst>
          <pc:docMk/>
          <pc:sldMk cId="3777598103" sldId="365"/>
        </pc:sldMkLst>
        <pc:spChg chg="mod">
          <ac:chgData name="鈴木 秀規" userId="f68c5fd9-22d5-4c0a-9833-7fb0f5135313" providerId="ADAL" clId="{6A56FB10-BD31-4A36-9DC1-80D965E09775}" dt="2021-01-29T02:20:56.347" v="69"/>
          <ac:spMkLst>
            <pc:docMk/>
            <pc:sldMk cId="3777598103" sldId="365"/>
            <ac:spMk id="3" creationId="{E14777EE-8ED7-46CA-A6C6-111DEB024EE8}"/>
          </ac:spMkLst>
        </pc:spChg>
        <pc:spChg chg="mod">
          <ac:chgData name="鈴木 秀規" userId="f68c5fd9-22d5-4c0a-9833-7fb0f5135313" providerId="ADAL" clId="{6A56FB10-BD31-4A36-9DC1-80D965E09775}" dt="2021-01-29T02:21:31.909" v="80" actId="207"/>
          <ac:spMkLst>
            <pc:docMk/>
            <pc:sldMk cId="3777598103" sldId="365"/>
            <ac:spMk id="5" creationId="{54922C1B-CE01-4FF3-8A24-510B28360527}"/>
          </ac:spMkLst>
        </pc:spChg>
        <pc:spChg chg="add mod">
          <ac:chgData name="鈴木 秀規" userId="f68c5fd9-22d5-4c0a-9833-7fb0f5135313" providerId="ADAL" clId="{6A56FB10-BD31-4A36-9DC1-80D965E09775}" dt="2021-01-29T02:22:18.693" v="89" actId="208"/>
          <ac:spMkLst>
            <pc:docMk/>
            <pc:sldMk cId="3777598103" sldId="365"/>
            <ac:spMk id="6" creationId="{ECD1A4C1-0817-42A8-8445-B6129AA18923}"/>
          </ac:spMkLst>
        </pc:spChg>
        <pc:spChg chg="add mod">
          <ac:chgData name="鈴木 秀規" userId="f68c5fd9-22d5-4c0a-9833-7fb0f5135313" providerId="ADAL" clId="{6A56FB10-BD31-4A36-9DC1-80D965E09775}" dt="2021-01-29T02:22:09.564" v="87" actId="2711"/>
          <ac:spMkLst>
            <pc:docMk/>
            <pc:sldMk cId="3777598103" sldId="365"/>
            <ac:spMk id="7" creationId="{5ED15124-E5A6-4D52-A378-AF238726DB9B}"/>
          </ac:spMkLst>
        </pc:spChg>
      </pc:sldChg>
      <pc:sldChg chg="del">
        <pc:chgData name="鈴木 秀規" userId="f68c5fd9-22d5-4c0a-9833-7fb0f5135313" providerId="ADAL" clId="{6A56FB10-BD31-4A36-9DC1-80D965E09775}" dt="2021-01-29T02:16:21.792" v="21" actId="2696"/>
        <pc:sldMkLst>
          <pc:docMk/>
          <pc:sldMk cId="805013935" sldId="366"/>
        </pc:sldMkLst>
      </pc:sldChg>
      <pc:sldChg chg="addSp modSp new mod">
        <pc:chgData name="鈴木 秀規" userId="f68c5fd9-22d5-4c0a-9833-7fb0f5135313" providerId="ADAL" clId="{6A56FB10-BD31-4A36-9DC1-80D965E09775}" dt="2021-01-29T02:23:59.551" v="116" actId="207"/>
        <pc:sldMkLst>
          <pc:docMk/>
          <pc:sldMk cId="2854614525" sldId="366"/>
        </pc:sldMkLst>
        <pc:spChg chg="mod">
          <ac:chgData name="鈴木 秀規" userId="f68c5fd9-22d5-4c0a-9833-7fb0f5135313" providerId="ADAL" clId="{6A56FB10-BD31-4A36-9DC1-80D965E09775}" dt="2021-01-29T02:22:31.758" v="91"/>
          <ac:spMkLst>
            <pc:docMk/>
            <pc:sldMk cId="2854614525" sldId="366"/>
            <ac:spMk id="3" creationId="{F26CE814-F8ED-4E8E-A63A-8048770B7C44}"/>
          </ac:spMkLst>
        </pc:spChg>
        <pc:spChg chg="mod">
          <ac:chgData name="鈴木 秀規" userId="f68c5fd9-22d5-4c0a-9833-7fb0f5135313" providerId="ADAL" clId="{6A56FB10-BD31-4A36-9DC1-80D965E09775}" dt="2021-01-29T02:22:43.200" v="95" actId="14100"/>
          <ac:spMkLst>
            <pc:docMk/>
            <pc:sldMk cId="2854614525" sldId="366"/>
            <ac:spMk id="5" creationId="{DBE2286B-08E7-4462-9777-B5C96BD424CB}"/>
          </ac:spMkLst>
        </pc:spChg>
        <pc:spChg chg="add mod">
          <ac:chgData name="鈴木 秀規" userId="f68c5fd9-22d5-4c0a-9833-7fb0f5135313" providerId="ADAL" clId="{6A56FB10-BD31-4A36-9DC1-80D965E09775}" dt="2021-01-29T02:23:09.798" v="104" actId="207"/>
          <ac:spMkLst>
            <pc:docMk/>
            <pc:sldMk cId="2854614525" sldId="366"/>
            <ac:spMk id="6" creationId="{544418F5-1007-42F1-B373-39B2A96668F3}"/>
          </ac:spMkLst>
        </pc:spChg>
        <pc:spChg chg="add mod">
          <ac:chgData name="鈴木 秀規" userId="f68c5fd9-22d5-4c0a-9833-7fb0f5135313" providerId="ADAL" clId="{6A56FB10-BD31-4A36-9DC1-80D965E09775}" dt="2021-01-29T02:23:59.551" v="116" actId="207"/>
          <ac:spMkLst>
            <pc:docMk/>
            <pc:sldMk cId="2854614525" sldId="366"/>
            <ac:spMk id="7" creationId="{8C8E1B9C-823D-4F81-8667-D896519534C2}"/>
          </ac:spMkLst>
        </pc:spChg>
      </pc:sldChg>
      <pc:sldChg chg="del">
        <pc:chgData name="鈴木 秀規" userId="f68c5fd9-22d5-4c0a-9833-7fb0f5135313" providerId="ADAL" clId="{6A56FB10-BD31-4A36-9DC1-80D965E09775}" dt="2021-01-29T02:16:21.792" v="21" actId="2696"/>
        <pc:sldMkLst>
          <pc:docMk/>
          <pc:sldMk cId="1837428979" sldId="367"/>
        </pc:sldMkLst>
      </pc:sldChg>
      <pc:sldChg chg="addSp modSp new mod">
        <pc:chgData name="鈴木 秀規" userId="f68c5fd9-22d5-4c0a-9833-7fb0f5135313" providerId="ADAL" clId="{6A56FB10-BD31-4A36-9DC1-80D965E09775}" dt="2021-01-29T02:29:27.799" v="166" actId="164"/>
        <pc:sldMkLst>
          <pc:docMk/>
          <pc:sldMk cId="2453149005" sldId="367"/>
        </pc:sldMkLst>
        <pc:spChg chg="mod">
          <ac:chgData name="鈴木 秀規" userId="f68c5fd9-22d5-4c0a-9833-7fb0f5135313" providerId="ADAL" clId="{6A56FB10-BD31-4A36-9DC1-80D965E09775}" dt="2021-01-29T02:24:14.315" v="118"/>
          <ac:spMkLst>
            <pc:docMk/>
            <pc:sldMk cId="2453149005" sldId="367"/>
            <ac:spMk id="3" creationId="{D0091356-C820-41AD-86D2-84EA01CD9E85}"/>
          </ac:spMkLst>
        </pc:spChg>
        <pc:spChg chg="mod">
          <ac:chgData name="鈴木 秀規" userId="f68c5fd9-22d5-4c0a-9833-7fb0f5135313" providerId="ADAL" clId="{6A56FB10-BD31-4A36-9DC1-80D965E09775}" dt="2021-01-29T02:24:29.408" v="122" actId="14100"/>
          <ac:spMkLst>
            <pc:docMk/>
            <pc:sldMk cId="2453149005" sldId="367"/>
            <ac:spMk id="5" creationId="{2D30FFA8-0C0A-48CA-B916-97E6ACAD6DF5}"/>
          </ac:spMkLst>
        </pc:spChg>
        <pc:spChg chg="add mod">
          <ac:chgData name="鈴木 秀規" userId="f68c5fd9-22d5-4c0a-9833-7fb0f5135313" providerId="ADAL" clId="{6A56FB10-BD31-4A36-9DC1-80D965E09775}" dt="2021-01-29T02:24:54.052" v="128" actId="14100"/>
          <ac:spMkLst>
            <pc:docMk/>
            <pc:sldMk cId="2453149005" sldId="367"/>
            <ac:spMk id="6" creationId="{317F3DF3-1429-4428-969E-60EC6C9672AE}"/>
          </ac:spMkLst>
        </pc:spChg>
        <pc:spChg chg="add mod">
          <ac:chgData name="鈴木 秀規" userId="f68c5fd9-22d5-4c0a-9833-7fb0f5135313" providerId="ADAL" clId="{6A56FB10-BD31-4A36-9DC1-80D965E09775}" dt="2021-01-29T02:24:57.203" v="129" actId="14100"/>
          <ac:spMkLst>
            <pc:docMk/>
            <pc:sldMk cId="2453149005" sldId="367"/>
            <ac:spMk id="7" creationId="{FF061B3F-A959-4958-88FF-530E3549AA32}"/>
          </ac:spMkLst>
        </pc:spChg>
        <pc:spChg chg="add mod">
          <ac:chgData name="鈴木 秀規" userId="f68c5fd9-22d5-4c0a-9833-7fb0f5135313" providerId="ADAL" clId="{6A56FB10-BD31-4A36-9DC1-80D965E09775}" dt="2021-01-29T02:25:24.398" v="135" actId="1076"/>
          <ac:spMkLst>
            <pc:docMk/>
            <pc:sldMk cId="2453149005" sldId="367"/>
            <ac:spMk id="9" creationId="{2122A104-6869-4C74-9178-377170F8F3B1}"/>
          </ac:spMkLst>
        </pc:spChg>
        <pc:spChg chg="add mod">
          <ac:chgData name="鈴木 秀規" userId="f68c5fd9-22d5-4c0a-9833-7fb0f5135313" providerId="ADAL" clId="{6A56FB10-BD31-4A36-9DC1-80D965E09775}" dt="2021-01-29T02:25:24.398" v="135" actId="1076"/>
          <ac:spMkLst>
            <pc:docMk/>
            <pc:sldMk cId="2453149005" sldId="367"/>
            <ac:spMk id="10" creationId="{CBF11251-8CD1-4DA3-AB64-65C50947954B}"/>
          </ac:spMkLst>
        </pc:spChg>
        <pc:spChg chg="add mod">
          <ac:chgData name="鈴木 秀規" userId="f68c5fd9-22d5-4c0a-9833-7fb0f5135313" providerId="ADAL" clId="{6A56FB10-BD31-4A36-9DC1-80D965E09775}" dt="2021-01-29T02:25:24.398" v="135" actId="1076"/>
          <ac:spMkLst>
            <pc:docMk/>
            <pc:sldMk cId="2453149005" sldId="367"/>
            <ac:spMk id="11" creationId="{BEDEE338-071D-412E-82E8-853F4F016164}"/>
          </ac:spMkLst>
        </pc:spChg>
        <pc:spChg chg="add mod">
          <ac:chgData name="鈴木 秀規" userId="f68c5fd9-22d5-4c0a-9833-7fb0f5135313" providerId="ADAL" clId="{6A56FB10-BD31-4A36-9DC1-80D965E09775}" dt="2021-01-29T02:26:23.956" v="155" actId="207"/>
          <ac:spMkLst>
            <pc:docMk/>
            <pc:sldMk cId="2453149005" sldId="367"/>
            <ac:spMk id="12" creationId="{9FEF644D-C7C7-48FD-B6CD-24B0D92ED79A}"/>
          </ac:spMkLst>
        </pc:spChg>
        <pc:spChg chg="add mod">
          <ac:chgData name="鈴木 秀規" userId="f68c5fd9-22d5-4c0a-9833-7fb0f5135313" providerId="ADAL" clId="{6A56FB10-BD31-4A36-9DC1-80D965E09775}" dt="2021-01-29T02:29:27.799" v="166" actId="164"/>
          <ac:spMkLst>
            <pc:docMk/>
            <pc:sldMk cId="2453149005" sldId="367"/>
            <ac:spMk id="13" creationId="{705A0502-1898-41AF-B209-F762DD4471C3}"/>
          </ac:spMkLst>
        </pc:spChg>
        <pc:spChg chg="add mod">
          <ac:chgData name="鈴木 秀規" userId="f68c5fd9-22d5-4c0a-9833-7fb0f5135313" providerId="ADAL" clId="{6A56FB10-BD31-4A36-9DC1-80D965E09775}" dt="2021-01-29T02:29:27.799" v="166" actId="164"/>
          <ac:spMkLst>
            <pc:docMk/>
            <pc:sldMk cId="2453149005" sldId="367"/>
            <ac:spMk id="14" creationId="{D011B804-B192-4DDF-9994-BC02DE481749}"/>
          </ac:spMkLst>
        </pc:spChg>
        <pc:grpChg chg="add mod">
          <ac:chgData name="鈴木 秀規" userId="f68c5fd9-22d5-4c0a-9833-7fb0f5135313" providerId="ADAL" clId="{6A56FB10-BD31-4A36-9DC1-80D965E09775}" dt="2021-01-29T02:29:27.799" v="166" actId="164"/>
          <ac:grpSpMkLst>
            <pc:docMk/>
            <pc:sldMk cId="2453149005" sldId="367"/>
            <ac:grpSpMk id="15" creationId="{11307DA1-FF3D-4D0B-9BD1-D5E7030BEC61}"/>
          </ac:grpSpMkLst>
        </pc:grpChg>
        <pc:cxnChg chg="add mod">
          <ac:chgData name="鈴木 秀規" userId="f68c5fd9-22d5-4c0a-9833-7fb0f5135313" providerId="ADAL" clId="{6A56FB10-BD31-4A36-9DC1-80D965E09775}" dt="2021-01-29T02:25:24.398" v="135" actId="1076"/>
          <ac:cxnSpMkLst>
            <pc:docMk/>
            <pc:sldMk cId="2453149005" sldId="367"/>
            <ac:cxnSpMk id="8" creationId="{7B4697CD-89B0-4E4E-8F95-12C818983E75}"/>
          </ac:cxnSpMkLst>
        </pc:cxnChg>
      </pc:sldChg>
      <pc:sldChg chg="del">
        <pc:chgData name="鈴木 秀規" userId="f68c5fd9-22d5-4c0a-9833-7fb0f5135313" providerId="ADAL" clId="{6A56FB10-BD31-4A36-9DC1-80D965E09775}" dt="2021-01-29T02:16:21.792" v="21" actId="2696"/>
        <pc:sldMkLst>
          <pc:docMk/>
          <pc:sldMk cId="1713287924" sldId="368"/>
        </pc:sldMkLst>
      </pc:sldChg>
      <pc:sldChg chg="addSp modSp new mod">
        <pc:chgData name="鈴木 秀規" userId="f68c5fd9-22d5-4c0a-9833-7fb0f5135313" providerId="ADAL" clId="{6A56FB10-BD31-4A36-9DC1-80D965E09775}" dt="2021-01-29T03:30:57.592" v="203" actId="1037"/>
        <pc:sldMkLst>
          <pc:docMk/>
          <pc:sldMk cId="2090493252" sldId="368"/>
        </pc:sldMkLst>
        <pc:spChg chg="mod">
          <ac:chgData name="鈴木 秀規" userId="f68c5fd9-22d5-4c0a-9833-7fb0f5135313" providerId="ADAL" clId="{6A56FB10-BD31-4A36-9DC1-80D965E09775}" dt="2021-01-29T02:27:33.849" v="158"/>
          <ac:spMkLst>
            <pc:docMk/>
            <pc:sldMk cId="2090493252" sldId="368"/>
            <ac:spMk id="3" creationId="{4BC3EEF1-DC5E-45B1-B45A-1A0DFA784A48}"/>
          </ac:spMkLst>
        </pc:spChg>
        <pc:spChg chg="mod">
          <ac:chgData name="鈴木 秀規" userId="f68c5fd9-22d5-4c0a-9833-7fb0f5135313" providerId="ADAL" clId="{6A56FB10-BD31-4A36-9DC1-80D965E09775}" dt="2021-01-29T02:27:54.673" v="163" actId="207"/>
          <ac:spMkLst>
            <pc:docMk/>
            <pc:sldMk cId="2090493252" sldId="368"/>
            <ac:spMk id="5" creationId="{CD665B1E-1AF3-45CD-983D-707141164AC9}"/>
          </ac:spMkLst>
        </pc:spChg>
        <pc:spChg chg="add mod">
          <ac:chgData name="鈴木 秀規" userId="f68c5fd9-22d5-4c0a-9833-7fb0f5135313" providerId="ADAL" clId="{6A56FB10-BD31-4A36-9DC1-80D965E09775}" dt="2021-01-29T02:30:12.329" v="174" actId="255"/>
          <ac:spMkLst>
            <pc:docMk/>
            <pc:sldMk cId="2090493252" sldId="368"/>
            <ac:spMk id="6" creationId="{590C535E-96ED-4316-8A0A-95A0AE80C35C}"/>
          </ac:spMkLst>
        </pc:spChg>
        <pc:spChg chg="mod">
          <ac:chgData name="鈴木 秀規" userId="f68c5fd9-22d5-4c0a-9833-7fb0f5135313" providerId="ADAL" clId="{6A56FB10-BD31-4A36-9DC1-80D965E09775}" dt="2021-01-29T02:30:12.329" v="174" actId="255"/>
          <ac:spMkLst>
            <pc:docMk/>
            <pc:sldMk cId="2090493252" sldId="368"/>
            <ac:spMk id="8" creationId="{7B0A61E9-C160-43C7-B07D-528FF8FB100F}"/>
          </ac:spMkLst>
        </pc:spChg>
        <pc:spChg chg="mod">
          <ac:chgData name="鈴木 秀規" userId="f68c5fd9-22d5-4c0a-9833-7fb0f5135313" providerId="ADAL" clId="{6A56FB10-BD31-4A36-9DC1-80D965E09775}" dt="2021-01-29T02:30:12.329" v="174" actId="255"/>
          <ac:spMkLst>
            <pc:docMk/>
            <pc:sldMk cId="2090493252" sldId="368"/>
            <ac:spMk id="9" creationId="{5C9176F4-B3C0-437A-858A-B6FC77237D84}"/>
          </ac:spMkLst>
        </pc:spChg>
        <pc:spChg chg="mod">
          <ac:chgData name="鈴木 秀規" userId="f68c5fd9-22d5-4c0a-9833-7fb0f5135313" providerId="ADAL" clId="{6A56FB10-BD31-4A36-9DC1-80D965E09775}" dt="2021-01-29T02:30:12.329" v="174" actId="255"/>
          <ac:spMkLst>
            <pc:docMk/>
            <pc:sldMk cId="2090493252" sldId="368"/>
            <ac:spMk id="11" creationId="{245001DF-B028-40E0-8E36-EE20A69396C1}"/>
          </ac:spMkLst>
        </pc:spChg>
        <pc:spChg chg="mod">
          <ac:chgData name="鈴木 秀規" userId="f68c5fd9-22d5-4c0a-9833-7fb0f5135313" providerId="ADAL" clId="{6A56FB10-BD31-4A36-9DC1-80D965E09775}" dt="2021-01-29T02:30:12.329" v="174" actId="255"/>
          <ac:spMkLst>
            <pc:docMk/>
            <pc:sldMk cId="2090493252" sldId="368"/>
            <ac:spMk id="12" creationId="{57886454-3690-4F0F-AC53-85CF4B1BCEF5}"/>
          </ac:spMkLst>
        </pc:spChg>
        <pc:spChg chg="add mod">
          <ac:chgData name="鈴木 秀規" userId="f68c5fd9-22d5-4c0a-9833-7fb0f5135313" providerId="ADAL" clId="{6A56FB10-BD31-4A36-9DC1-80D965E09775}" dt="2021-01-29T03:30:57.592" v="203" actId="1037"/>
          <ac:spMkLst>
            <pc:docMk/>
            <pc:sldMk cId="2090493252" sldId="368"/>
            <ac:spMk id="13" creationId="{EA0997C3-8B59-40B1-ACB4-B83FF094C491}"/>
          </ac:spMkLst>
        </pc:spChg>
        <pc:spChg chg="add mod">
          <ac:chgData name="鈴木 秀規" userId="f68c5fd9-22d5-4c0a-9833-7fb0f5135313" providerId="ADAL" clId="{6A56FB10-BD31-4A36-9DC1-80D965E09775}" dt="2021-01-29T03:30:57.592" v="203" actId="1037"/>
          <ac:spMkLst>
            <pc:docMk/>
            <pc:sldMk cId="2090493252" sldId="368"/>
            <ac:spMk id="14" creationId="{A255DE68-E431-40A5-BC50-F21400D17870}"/>
          </ac:spMkLst>
        </pc:spChg>
        <pc:spChg chg="mod">
          <ac:chgData name="鈴木 秀規" userId="f68c5fd9-22d5-4c0a-9833-7fb0f5135313" providerId="ADAL" clId="{6A56FB10-BD31-4A36-9DC1-80D965E09775}" dt="2021-01-29T02:30:25.732" v="176" actId="571"/>
          <ac:spMkLst>
            <pc:docMk/>
            <pc:sldMk cId="2090493252" sldId="368"/>
            <ac:spMk id="16" creationId="{A549F3E6-2BB6-479F-AB19-0780EEF02547}"/>
          </ac:spMkLst>
        </pc:spChg>
        <pc:spChg chg="mod">
          <ac:chgData name="鈴木 秀規" userId="f68c5fd9-22d5-4c0a-9833-7fb0f5135313" providerId="ADAL" clId="{6A56FB10-BD31-4A36-9DC1-80D965E09775}" dt="2021-01-29T02:30:25.732" v="176" actId="571"/>
          <ac:spMkLst>
            <pc:docMk/>
            <pc:sldMk cId="2090493252" sldId="368"/>
            <ac:spMk id="17" creationId="{88C650CE-661A-4034-92DE-99541258986B}"/>
          </ac:spMkLst>
        </pc:spChg>
        <pc:grpChg chg="add mod">
          <ac:chgData name="鈴木 秀規" userId="f68c5fd9-22d5-4c0a-9833-7fb0f5135313" providerId="ADAL" clId="{6A56FB10-BD31-4A36-9DC1-80D965E09775}" dt="2021-01-29T02:29:33.839" v="168" actId="1076"/>
          <ac:grpSpMkLst>
            <pc:docMk/>
            <pc:sldMk cId="2090493252" sldId="368"/>
            <ac:grpSpMk id="7" creationId="{574B1123-8EB3-41AE-9CBA-8D4B6120438B}"/>
          </ac:grpSpMkLst>
        </pc:grpChg>
        <pc:grpChg chg="add mod">
          <ac:chgData name="鈴木 秀規" userId="f68c5fd9-22d5-4c0a-9833-7fb0f5135313" providerId="ADAL" clId="{6A56FB10-BD31-4A36-9DC1-80D965E09775}" dt="2021-01-29T02:29:45.435" v="170" actId="1076"/>
          <ac:grpSpMkLst>
            <pc:docMk/>
            <pc:sldMk cId="2090493252" sldId="368"/>
            <ac:grpSpMk id="10" creationId="{171A3A17-E962-4E57-A36D-60FB03619C31}"/>
          </ac:grpSpMkLst>
        </pc:grpChg>
        <pc:grpChg chg="add mod">
          <ac:chgData name="鈴木 秀規" userId="f68c5fd9-22d5-4c0a-9833-7fb0f5135313" providerId="ADAL" clId="{6A56FB10-BD31-4A36-9DC1-80D965E09775}" dt="2021-01-29T03:30:57.592" v="203" actId="1037"/>
          <ac:grpSpMkLst>
            <pc:docMk/>
            <pc:sldMk cId="2090493252" sldId="368"/>
            <ac:grpSpMk id="15" creationId="{71761FFD-6D50-4C41-AFAA-1482D23B90A6}"/>
          </ac:grpSpMkLst>
        </pc:grpChg>
        <pc:cxnChg chg="add mod">
          <ac:chgData name="鈴木 秀規" userId="f68c5fd9-22d5-4c0a-9833-7fb0f5135313" providerId="ADAL" clId="{6A56FB10-BD31-4A36-9DC1-80D965E09775}" dt="2021-01-29T03:30:17.556" v="180" actId="1582"/>
          <ac:cxnSpMkLst>
            <pc:docMk/>
            <pc:sldMk cId="2090493252" sldId="368"/>
            <ac:cxnSpMk id="19" creationId="{BD5C9672-D908-4F5F-BC1A-6C5C9AF3338E}"/>
          </ac:cxnSpMkLst>
        </pc:cxnChg>
        <pc:cxnChg chg="add mod">
          <ac:chgData name="鈴木 秀規" userId="f68c5fd9-22d5-4c0a-9833-7fb0f5135313" providerId="ADAL" clId="{6A56FB10-BD31-4A36-9DC1-80D965E09775}" dt="2021-01-29T03:30:25.576" v="183" actId="14100"/>
          <ac:cxnSpMkLst>
            <pc:docMk/>
            <pc:sldMk cId="2090493252" sldId="368"/>
            <ac:cxnSpMk id="20" creationId="{EA8CFA22-1F2E-4184-B940-364099F5C6D0}"/>
          </ac:cxnSpMkLst>
        </pc:cxnChg>
        <pc:cxnChg chg="add mod">
          <ac:chgData name="鈴木 秀規" userId="f68c5fd9-22d5-4c0a-9833-7fb0f5135313" providerId="ADAL" clId="{6A56FB10-BD31-4A36-9DC1-80D965E09775}" dt="2021-01-29T03:30:57.592" v="203" actId="1037"/>
          <ac:cxnSpMkLst>
            <pc:docMk/>
            <pc:sldMk cId="2090493252" sldId="368"/>
            <ac:cxnSpMk id="23" creationId="{E0B95278-A353-4FF0-999C-E9D83A96F679}"/>
          </ac:cxnSpMkLst>
        </pc:cxnChg>
        <pc:cxnChg chg="add mod">
          <ac:chgData name="鈴木 秀規" userId="f68c5fd9-22d5-4c0a-9833-7fb0f5135313" providerId="ADAL" clId="{6A56FB10-BD31-4A36-9DC1-80D965E09775}" dt="2021-01-29T03:30:57.592" v="203" actId="1037"/>
          <ac:cxnSpMkLst>
            <pc:docMk/>
            <pc:sldMk cId="2090493252" sldId="368"/>
            <ac:cxnSpMk id="26" creationId="{D73036CF-2F5F-4501-AD91-44E93578703D}"/>
          </ac:cxnSpMkLst>
        </pc:cxnChg>
      </pc:sldChg>
      <pc:sldChg chg="modSp new mod">
        <pc:chgData name="鈴木 秀規" userId="f68c5fd9-22d5-4c0a-9833-7fb0f5135313" providerId="ADAL" clId="{6A56FB10-BD31-4A36-9DC1-80D965E09775}" dt="2021-01-29T03:32:13.291" v="207"/>
        <pc:sldMkLst>
          <pc:docMk/>
          <pc:sldMk cId="1828494026" sldId="369"/>
        </pc:sldMkLst>
        <pc:spChg chg="mod">
          <ac:chgData name="鈴木 秀規" userId="f68c5fd9-22d5-4c0a-9833-7fb0f5135313" providerId="ADAL" clId="{6A56FB10-BD31-4A36-9DC1-80D965E09775}" dt="2021-01-29T03:32:03.048" v="205"/>
          <ac:spMkLst>
            <pc:docMk/>
            <pc:sldMk cId="1828494026" sldId="369"/>
            <ac:spMk id="3" creationId="{148CCD29-7F49-46E3-9F53-727A0A15587A}"/>
          </ac:spMkLst>
        </pc:spChg>
        <pc:spChg chg="mod">
          <ac:chgData name="鈴木 秀規" userId="f68c5fd9-22d5-4c0a-9833-7fb0f5135313" providerId="ADAL" clId="{6A56FB10-BD31-4A36-9DC1-80D965E09775}" dt="2021-01-29T03:32:13.291" v="207"/>
          <ac:spMkLst>
            <pc:docMk/>
            <pc:sldMk cId="1828494026" sldId="369"/>
            <ac:spMk id="5" creationId="{116A975A-3C54-45C8-876C-6B2805CEA61C}"/>
          </ac:spMkLst>
        </pc:spChg>
      </pc:sldChg>
      <pc:sldChg chg="del">
        <pc:chgData name="鈴木 秀規" userId="f68c5fd9-22d5-4c0a-9833-7fb0f5135313" providerId="ADAL" clId="{6A56FB10-BD31-4A36-9DC1-80D965E09775}" dt="2021-01-29T02:16:21.792" v="21" actId="2696"/>
        <pc:sldMkLst>
          <pc:docMk/>
          <pc:sldMk cId="2427838374" sldId="369"/>
        </pc:sldMkLst>
      </pc:sldChg>
      <pc:sldChg chg="addSp modSp new mod">
        <pc:chgData name="鈴木 秀規" userId="f68c5fd9-22d5-4c0a-9833-7fb0f5135313" providerId="ADAL" clId="{6A56FB10-BD31-4A36-9DC1-80D965E09775}" dt="2021-01-29T03:36:52.138" v="245" actId="207"/>
        <pc:sldMkLst>
          <pc:docMk/>
          <pc:sldMk cId="1301075000" sldId="370"/>
        </pc:sldMkLst>
        <pc:spChg chg="mod">
          <ac:chgData name="鈴木 秀規" userId="f68c5fd9-22d5-4c0a-9833-7fb0f5135313" providerId="ADAL" clId="{6A56FB10-BD31-4A36-9DC1-80D965E09775}" dt="2021-01-29T03:32:27.793" v="209"/>
          <ac:spMkLst>
            <pc:docMk/>
            <pc:sldMk cId="1301075000" sldId="370"/>
            <ac:spMk id="3" creationId="{A8E036A3-4A54-4CF7-A59C-DF5E25038E61}"/>
          </ac:spMkLst>
        </pc:spChg>
        <pc:spChg chg="mod">
          <ac:chgData name="鈴木 秀規" userId="f68c5fd9-22d5-4c0a-9833-7fb0f5135313" providerId="ADAL" clId="{6A56FB10-BD31-4A36-9DC1-80D965E09775}" dt="2021-01-29T03:34:44.127" v="213" actId="20577"/>
          <ac:spMkLst>
            <pc:docMk/>
            <pc:sldMk cId="1301075000" sldId="370"/>
            <ac:spMk id="5" creationId="{F6EFE619-88C8-4A96-93DE-F1E2FFDAF6A9}"/>
          </ac:spMkLst>
        </pc:spChg>
        <pc:spChg chg="add mod">
          <ac:chgData name="鈴木 秀規" userId="f68c5fd9-22d5-4c0a-9833-7fb0f5135313" providerId="ADAL" clId="{6A56FB10-BD31-4A36-9DC1-80D965E09775}" dt="2021-01-29T03:36:52.138" v="245" actId="207"/>
          <ac:spMkLst>
            <pc:docMk/>
            <pc:sldMk cId="1301075000" sldId="370"/>
            <ac:spMk id="6" creationId="{6D593FF8-9881-455D-969D-377EF3BF1769}"/>
          </ac:spMkLst>
        </pc:spChg>
        <pc:spChg chg="add mod">
          <ac:chgData name="鈴木 秀規" userId="f68c5fd9-22d5-4c0a-9833-7fb0f5135313" providerId="ADAL" clId="{6A56FB10-BD31-4A36-9DC1-80D965E09775}" dt="2021-01-29T03:35:51.649" v="222" actId="14100"/>
          <ac:spMkLst>
            <pc:docMk/>
            <pc:sldMk cId="1301075000" sldId="370"/>
            <ac:spMk id="7" creationId="{9FF437E3-9FEA-47E7-A603-8CB2A7C86DC3}"/>
          </ac:spMkLst>
        </pc:spChg>
        <pc:spChg chg="add mod">
          <ac:chgData name="鈴木 秀規" userId="f68c5fd9-22d5-4c0a-9833-7fb0f5135313" providerId="ADAL" clId="{6A56FB10-BD31-4A36-9DC1-80D965E09775}" dt="2021-01-29T03:36:22.068" v="239" actId="14100"/>
          <ac:spMkLst>
            <pc:docMk/>
            <pc:sldMk cId="1301075000" sldId="370"/>
            <ac:spMk id="8" creationId="{7EF53F83-F641-4FCB-A6C1-92E425EA5529}"/>
          </ac:spMkLst>
        </pc:spChg>
        <pc:spChg chg="add mod">
          <ac:chgData name="鈴木 秀規" userId="f68c5fd9-22d5-4c0a-9833-7fb0f5135313" providerId="ADAL" clId="{6A56FB10-BD31-4A36-9DC1-80D965E09775}" dt="2021-01-29T03:36:24.482" v="240" actId="571"/>
          <ac:spMkLst>
            <pc:docMk/>
            <pc:sldMk cId="1301075000" sldId="370"/>
            <ac:spMk id="9" creationId="{70624BBB-AA9C-4AE3-8675-A987191230A8}"/>
          </ac:spMkLst>
        </pc:spChg>
        <pc:cxnChg chg="add mod">
          <ac:chgData name="鈴木 秀規" userId="f68c5fd9-22d5-4c0a-9833-7fb0f5135313" providerId="ADAL" clId="{6A56FB10-BD31-4A36-9DC1-80D965E09775}" dt="2021-01-29T03:36:37.360" v="243" actId="14100"/>
          <ac:cxnSpMkLst>
            <pc:docMk/>
            <pc:sldMk cId="1301075000" sldId="370"/>
            <ac:cxnSpMk id="10" creationId="{EE2C543A-244E-4C6C-A2FD-6501A471B78D}"/>
          </ac:cxnSpMkLst>
        </pc:cxnChg>
      </pc:sldChg>
      <pc:sldChg chg="del">
        <pc:chgData name="鈴木 秀規" userId="f68c5fd9-22d5-4c0a-9833-7fb0f5135313" providerId="ADAL" clId="{6A56FB10-BD31-4A36-9DC1-80D965E09775}" dt="2021-01-29T02:16:21.792" v="21" actId="2696"/>
        <pc:sldMkLst>
          <pc:docMk/>
          <pc:sldMk cId="1375847763" sldId="370"/>
        </pc:sldMkLst>
      </pc:sldChg>
      <pc:sldChg chg="del">
        <pc:chgData name="鈴木 秀規" userId="f68c5fd9-22d5-4c0a-9833-7fb0f5135313" providerId="ADAL" clId="{6A56FB10-BD31-4A36-9DC1-80D965E09775}" dt="2021-01-29T02:16:21.792" v="21" actId="2696"/>
        <pc:sldMkLst>
          <pc:docMk/>
          <pc:sldMk cId="88774120" sldId="371"/>
        </pc:sldMkLst>
      </pc:sldChg>
      <pc:sldChg chg="addSp modSp new mod">
        <pc:chgData name="鈴木 秀規" userId="f68c5fd9-22d5-4c0a-9833-7fb0f5135313" providerId="ADAL" clId="{6A56FB10-BD31-4A36-9DC1-80D965E09775}" dt="2021-01-29T03:39:13.368" v="275" actId="20577"/>
        <pc:sldMkLst>
          <pc:docMk/>
          <pc:sldMk cId="1939820756" sldId="371"/>
        </pc:sldMkLst>
        <pc:spChg chg="mod">
          <ac:chgData name="鈴木 秀規" userId="f68c5fd9-22d5-4c0a-9833-7fb0f5135313" providerId="ADAL" clId="{6A56FB10-BD31-4A36-9DC1-80D965E09775}" dt="2021-01-29T03:37:04.442" v="247"/>
          <ac:spMkLst>
            <pc:docMk/>
            <pc:sldMk cId="1939820756" sldId="371"/>
            <ac:spMk id="3" creationId="{E8C96A04-39FD-441A-962A-FA81A8B3A993}"/>
          </ac:spMkLst>
        </pc:spChg>
        <pc:spChg chg="mod">
          <ac:chgData name="鈴木 秀規" userId="f68c5fd9-22d5-4c0a-9833-7fb0f5135313" providerId="ADAL" clId="{6A56FB10-BD31-4A36-9DC1-80D965E09775}" dt="2021-01-29T03:39:13.368" v="275" actId="20577"/>
          <ac:spMkLst>
            <pc:docMk/>
            <pc:sldMk cId="1939820756" sldId="371"/>
            <ac:spMk id="5" creationId="{70E219BC-5247-44DD-8DD7-158CE82AF0CF}"/>
          </ac:spMkLst>
        </pc:spChg>
        <pc:spChg chg="add mod">
          <ac:chgData name="鈴木 秀規" userId="f68c5fd9-22d5-4c0a-9833-7fb0f5135313" providerId="ADAL" clId="{6A56FB10-BD31-4A36-9DC1-80D965E09775}" dt="2021-01-29T03:37:58.003" v="257" actId="1076"/>
          <ac:spMkLst>
            <pc:docMk/>
            <pc:sldMk cId="1939820756" sldId="371"/>
            <ac:spMk id="6" creationId="{FFB1B3FE-6A29-4639-A1A5-337B6FBF225B}"/>
          </ac:spMkLst>
        </pc:spChg>
        <pc:spChg chg="add mod">
          <ac:chgData name="鈴木 秀規" userId="f68c5fd9-22d5-4c0a-9833-7fb0f5135313" providerId="ADAL" clId="{6A56FB10-BD31-4A36-9DC1-80D965E09775}" dt="2021-01-29T03:39:03.655" v="272" actId="14100"/>
          <ac:spMkLst>
            <pc:docMk/>
            <pc:sldMk cId="1939820756" sldId="371"/>
            <ac:spMk id="7" creationId="{37C4AC0A-3C0A-4D06-9F0B-FDEAE1E8F1BF}"/>
          </ac:spMkLst>
        </pc:spChg>
        <pc:spChg chg="add mod">
          <ac:chgData name="鈴木 秀規" userId="f68c5fd9-22d5-4c0a-9833-7fb0f5135313" providerId="ADAL" clId="{6A56FB10-BD31-4A36-9DC1-80D965E09775}" dt="2021-01-29T03:39:08.242" v="273" actId="1076"/>
          <ac:spMkLst>
            <pc:docMk/>
            <pc:sldMk cId="1939820756" sldId="371"/>
            <ac:spMk id="8" creationId="{ED2A6511-C410-49B8-A836-6BB64278F73B}"/>
          </ac:spMkLst>
        </pc:spChg>
        <pc:spChg chg="add mod">
          <ac:chgData name="鈴木 秀規" userId="f68c5fd9-22d5-4c0a-9833-7fb0f5135313" providerId="ADAL" clId="{6A56FB10-BD31-4A36-9DC1-80D965E09775}" dt="2021-01-29T03:39:11.459" v="274" actId="1076"/>
          <ac:spMkLst>
            <pc:docMk/>
            <pc:sldMk cId="1939820756" sldId="371"/>
            <ac:spMk id="9" creationId="{99BCD06E-20B0-4B16-B60A-ACAFCDCA9345}"/>
          </ac:spMkLst>
        </pc:spChg>
      </pc:sldChg>
      <pc:sldChg chg="del">
        <pc:chgData name="鈴木 秀規" userId="f68c5fd9-22d5-4c0a-9833-7fb0f5135313" providerId="ADAL" clId="{6A56FB10-BD31-4A36-9DC1-80D965E09775}" dt="2021-01-29T02:16:21.792" v="21" actId="2696"/>
        <pc:sldMkLst>
          <pc:docMk/>
          <pc:sldMk cId="1789203375" sldId="372"/>
        </pc:sldMkLst>
      </pc:sldChg>
      <pc:sldChg chg="addSp modSp new mod">
        <pc:chgData name="鈴木 秀規" userId="f68c5fd9-22d5-4c0a-9833-7fb0f5135313" providerId="ADAL" clId="{6A56FB10-BD31-4A36-9DC1-80D965E09775}" dt="2021-01-29T03:41:03.963" v="295" actId="1076"/>
        <pc:sldMkLst>
          <pc:docMk/>
          <pc:sldMk cId="3679262217" sldId="372"/>
        </pc:sldMkLst>
        <pc:spChg chg="mod">
          <ac:chgData name="鈴木 秀規" userId="f68c5fd9-22d5-4c0a-9833-7fb0f5135313" providerId="ADAL" clId="{6A56FB10-BD31-4A36-9DC1-80D965E09775}" dt="2021-01-29T03:39:33.647" v="277"/>
          <ac:spMkLst>
            <pc:docMk/>
            <pc:sldMk cId="3679262217" sldId="372"/>
            <ac:spMk id="3" creationId="{F2C00D08-0381-42F1-9C02-397C7D954805}"/>
          </ac:spMkLst>
        </pc:spChg>
        <pc:spChg chg="mod">
          <ac:chgData name="鈴木 秀規" userId="f68c5fd9-22d5-4c0a-9833-7fb0f5135313" providerId="ADAL" clId="{6A56FB10-BD31-4A36-9DC1-80D965E09775}" dt="2021-01-29T03:40:52.989" v="294" actId="20577"/>
          <ac:spMkLst>
            <pc:docMk/>
            <pc:sldMk cId="3679262217" sldId="372"/>
            <ac:spMk id="5" creationId="{2327367B-F082-41A5-B2A7-B5E1D186EF02}"/>
          </ac:spMkLst>
        </pc:spChg>
        <pc:picChg chg="add mod">
          <ac:chgData name="鈴木 秀規" userId="f68c5fd9-22d5-4c0a-9833-7fb0f5135313" providerId="ADAL" clId="{6A56FB10-BD31-4A36-9DC1-80D965E09775}" dt="2021-01-29T03:41:03.963" v="295" actId="1076"/>
          <ac:picMkLst>
            <pc:docMk/>
            <pc:sldMk cId="3679262217" sldId="372"/>
            <ac:picMk id="6" creationId="{FEBFD8F5-7354-4016-9849-0D637F3F9150}"/>
          </ac:picMkLst>
        </pc:picChg>
      </pc:sldChg>
      <pc:sldChg chg="addSp modSp new mod">
        <pc:chgData name="鈴木 秀規" userId="f68c5fd9-22d5-4c0a-9833-7fb0f5135313" providerId="ADAL" clId="{6A56FB10-BD31-4A36-9DC1-80D965E09775}" dt="2021-01-29T03:42:22.190" v="311" actId="1076"/>
        <pc:sldMkLst>
          <pc:docMk/>
          <pc:sldMk cId="295493128" sldId="373"/>
        </pc:sldMkLst>
        <pc:spChg chg="mod">
          <ac:chgData name="鈴木 秀規" userId="f68c5fd9-22d5-4c0a-9833-7fb0f5135313" providerId="ADAL" clId="{6A56FB10-BD31-4A36-9DC1-80D965E09775}" dt="2021-01-29T03:41:13.541" v="297"/>
          <ac:spMkLst>
            <pc:docMk/>
            <pc:sldMk cId="295493128" sldId="373"/>
            <ac:spMk id="3" creationId="{501AB490-D50B-4AEE-89E0-AD05289C3A8E}"/>
          </ac:spMkLst>
        </pc:spChg>
        <pc:spChg chg="mod">
          <ac:chgData name="鈴木 秀規" userId="f68c5fd9-22d5-4c0a-9833-7fb0f5135313" providerId="ADAL" clId="{6A56FB10-BD31-4A36-9DC1-80D965E09775}" dt="2021-01-29T03:41:23.380" v="300" actId="14100"/>
          <ac:spMkLst>
            <pc:docMk/>
            <pc:sldMk cId="295493128" sldId="373"/>
            <ac:spMk id="5" creationId="{35593FF5-7533-4F63-AFBD-F0D1DABB09A5}"/>
          </ac:spMkLst>
        </pc:spChg>
        <pc:spChg chg="add mod">
          <ac:chgData name="鈴木 秀規" userId="f68c5fd9-22d5-4c0a-9833-7fb0f5135313" providerId="ADAL" clId="{6A56FB10-BD31-4A36-9DC1-80D965E09775}" dt="2021-01-29T03:41:47.784" v="303"/>
          <ac:spMkLst>
            <pc:docMk/>
            <pc:sldMk cId="295493128" sldId="373"/>
            <ac:spMk id="6" creationId="{9F9AD4E2-CC6B-4E47-B0CE-5F08FF471A4E}"/>
          </ac:spMkLst>
        </pc:spChg>
        <pc:spChg chg="add mod">
          <ac:chgData name="鈴木 秀規" userId="f68c5fd9-22d5-4c0a-9833-7fb0f5135313" providerId="ADAL" clId="{6A56FB10-BD31-4A36-9DC1-80D965E09775}" dt="2021-01-29T03:42:07.954" v="307" actId="1076"/>
          <ac:spMkLst>
            <pc:docMk/>
            <pc:sldMk cId="295493128" sldId="373"/>
            <ac:spMk id="7" creationId="{A191A2A4-32E8-4928-992E-5D8D1FC66106}"/>
          </ac:spMkLst>
        </pc:spChg>
        <pc:spChg chg="add mod">
          <ac:chgData name="鈴木 秀規" userId="f68c5fd9-22d5-4c0a-9833-7fb0f5135313" providerId="ADAL" clId="{6A56FB10-BD31-4A36-9DC1-80D965E09775}" dt="2021-01-29T03:42:15.419" v="309" actId="1076"/>
          <ac:spMkLst>
            <pc:docMk/>
            <pc:sldMk cId="295493128" sldId="373"/>
            <ac:spMk id="8" creationId="{C2D5ECC3-2959-480F-9893-94050790A832}"/>
          </ac:spMkLst>
        </pc:spChg>
        <pc:spChg chg="add mod">
          <ac:chgData name="鈴木 秀規" userId="f68c5fd9-22d5-4c0a-9833-7fb0f5135313" providerId="ADAL" clId="{6A56FB10-BD31-4A36-9DC1-80D965E09775}" dt="2021-01-29T03:42:22.190" v="311" actId="1076"/>
          <ac:spMkLst>
            <pc:docMk/>
            <pc:sldMk cId="295493128" sldId="373"/>
            <ac:spMk id="9" creationId="{76DB8F2E-83D3-45FF-BFB7-03DF9FC5A9F1}"/>
          </ac:spMkLst>
        </pc:spChg>
      </pc:sldChg>
      <pc:sldChg chg="del">
        <pc:chgData name="鈴木 秀規" userId="f68c5fd9-22d5-4c0a-9833-7fb0f5135313" providerId="ADAL" clId="{6A56FB10-BD31-4A36-9DC1-80D965E09775}" dt="2021-01-29T02:16:21.792" v="21" actId="2696"/>
        <pc:sldMkLst>
          <pc:docMk/>
          <pc:sldMk cId="2979480215" sldId="373"/>
        </pc:sldMkLst>
      </pc:sldChg>
      <pc:sldChg chg="addSp modSp new mod">
        <pc:chgData name="鈴木 秀規" userId="f68c5fd9-22d5-4c0a-9833-7fb0f5135313" providerId="ADAL" clId="{6A56FB10-BD31-4A36-9DC1-80D965E09775}" dt="2021-01-29T03:44:42.383" v="331" actId="1035"/>
        <pc:sldMkLst>
          <pc:docMk/>
          <pc:sldMk cId="1376688274" sldId="374"/>
        </pc:sldMkLst>
        <pc:spChg chg="mod">
          <ac:chgData name="鈴木 秀規" userId="f68c5fd9-22d5-4c0a-9833-7fb0f5135313" providerId="ADAL" clId="{6A56FB10-BD31-4A36-9DC1-80D965E09775}" dt="2021-01-29T03:43:25.517" v="313"/>
          <ac:spMkLst>
            <pc:docMk/>
            <pc:sldMk cId="1376688274" sldId="374"/>
            <ac:spMk id="3" creationId="{FC54BC8C-791D-48D7-834B-CBAD69DFFE5C}"/>
          </ac:spMkLst>
        </pc:spChg>
        <pc:spChg chg="mod">
          <ac:chgData name="鈴木 秀規" userId="f68c5fd9-22d5-4c0a-9833-7fb0f5135313" providerId="ADAL" clId="{6A56FB10-BD31-4A36-9DC1-80D965E09775}" dt="2021-01-29T03:43:39.389" v="316" actId="14100"/>
          <ac:spMkLst>
            <pc:docMk/>
            <pc:sldMk cId="1376688274" sldId="374"/>
            <ac:spMk id="5" creationId="{99B40666-FE6B-4F98-A58C-E72188F3071D}"/>
          </ac:spMkLst>
        </pc:spChg>
        <pc:spChg chg="add mod">
          <ac:chgData name="鈴木 秀規" userId="f68c5fd9-22d5-4c0a-9833-7fb0f5135313" providerId="ADAL" clId="{6A56FB10-BD31-4A36-9DC1-80D965E09775}" dt="2021-01-29T03:44:42.383" v="331" actId="1035"/>
          <ac:spMkLst>
            <pc:docMk/>
            <pc:sldMk cId="1376688274" sldId="374"/>
            <ac:spMk id="6" creationId="{C975963D-4ADE-4DC6-B10D-4B90DEF5AD0D}"/>
          </ac:spMkLst>
        </pc:spChg>
        <pc:spChg chg="add mod">
          <ac:chgData name="鈴木 秀規" userId="f68c5fd9-22d5-4c0a-9833-7fb0f5135313" providerId="ADAL" clId="{6A56FB10-BD31-4A36-9DC1-80D965E09775}" dt="2021-01-29T03:44:33.383" v="329" actId="1035"/>
          <ac:spMkLst>
            <pc:docMk/>
            <pc:sldMk cId="1376688274" sldId="374"/>
            <ac:spMk id="7" creationId="{87DA50C7-3D7E-4022-862F-778CA1726CEF}"/>
          </ac:spMkLst>
        </pc:spChg>
      </pc:sldChg>
      <pc:sldChg chg="del">
        <pc:chgData name="鈴木 秀規" userId="f68c5fd9-22d5-4c0a-9833-7fb0f5135313" providerId="ADAL" clId="{6A56FB10-BD31-4A36-9DC1-80D965E09775}" dt="2021-01-29T02:16:21.792" v="21" actId="2696"/>
        <pc:sldMkLst>
          <pc:docMk/>
          <pc:sldMk cId="3198692090" sldId="374"/>
        </pc:sldMkLst>
      </pc:sldChg>
      <pc:sldChg chg="modSp new mod">
        <pc:chgData name="鈴木 秀規" userId="f68c5fd9-22d5-4c0a-9833-7fb0f5135313" providerId="ADAL" clId="{6A56FB10-BD31-4A36-9DC1-80D965E09775}" dt="2021-01-29T03:46:58.624" v="342" actId="20577"/>
        <pc:sldMkLst>
          <pc:docMk/>
          <pc:sldMk cId="1089892823" sldId="375"/>
        </pc:sldMkLst>
        <pc:spChg chg="mod">
          <ac:chgData name="鈴木 秀規" userId="f68c5fd9-22d5-4c0a-9833-7fb0f5135313" providerId="ADAL" clId="{6A56FB10-BD31-4A36-9DC1-80D965E09775}" dt="2021-01-29T03:46:15.664" v="333"/>
          <ac:spMkLst>
            <pc:docMk/>
            <pc:sldMk cId="1089892823" sldId="375"/>
            <ac:spMk id="3" creationId="{9EE757FC-3A7F-45A1-9212-AB3FF36CE6FF}"/>
          </ac:spMkLst>
        </pc:spChg>
        <pc:spChg chg="mod">
          <ac:chgData name="鈴木 秀規" userId="f68c5fd9-22d5-4c0a-9833-7fb0f5135313" providerId="ADAL" clId="{6A56FB10-BD31-4A36-9DC1-80D965E09775}" dt="2021-01-29T03:46:58.624" v="342" actId="20577"/>
          <ac:spMkLst>
            <pc:docMk/>
            <pc:sldMk cId="1089892823" sldId="375"/>
            <ac:spMk id="5" creationId="{9092D634-F385-4503-B454-56CCFA19FE3C}"/>
          </ac:spMkLst>
        </pc:spChg>
      </pc:sldChg>
      <pc:sldChg chg="addSp modSp new mod">
        <pc:chgData name="鈴木 秀規" userId="f68c5fd9-22d5-4c0a-9833-7fb0f5135313" providerId="ADAL" clId="{6A56FB10-BD31-4A36-9DC1-80D965E09775}" dt="2021-01-29T03:49:30.696" v="387" actId="1035"/>
        <pc:sldMkLst>
          <pc:docMk/>
          <pc:sldMk cId="2589480947" sldId="376"/>
        </pc:sldMkLst>
        <pc:spChg chg="mod">
          <ac:chgData name="鈴木 秀規" userId="f68c5fd9-22d5-4c0a-9833-7fb0f5135313" providerId="ADAL" clId="{6A56FB10-BD31-4A36-9DC1-80D965E09775}" dt="2021-01-29T03:47:11.879" v="344"/>
          <ac:spMkLst>
            <pc:docMk/>
            <pc:sldMk cId="2589480947" sldId="376"/>
            <ac:spMk id="3" creationId="{82A116F0-EE64-4EEB-B551-544C956B306B}"/>
          </ac:spMkLst>
        </pc:spChg>
        <pc:spChg chg="mod">
          <ac:chgData name="鈴木 秀規" userId="f68c5fd9-22d5-4c0a-9833-7fb0f5135313" providerId="ADAL" clId="{6A56FB10-BD31-4A36-9DC1-80D965E09775}" dt="2021-01-29T03:47:37.295" v="353" actId="14100"/>
          <ac:spMkLst>
            <pc:docMk/>
            <pc:sldMk cId="2589480947" sldId="376"/>
            <ac:spMk id="5" creationId="{AD9083A4-02D0-4095-B458-23567A70DC92}"/>
          </ac:spMkLst>
        </pc:spChg>
        <pc:spChg chg="add mod">
          <ac:chgData name="鈴木 秀規" userId="f68c5fd9-22d5-4c0a-9833-7fb0f5135313" providerId="ADAL" clId="{6A56FB10-BD31-4A36-9DC1-80D965E09775}" dt="2021-01-29T03:48:04.470" v="357" actId="14100"/>
          <ac:spMkLst>
            <pc:docMk/>
            <pc:sldMk cId="2589480947" sldId="376"/>
            <ac:spMk id="6" creationId="{E84A9B31-0010-48C8-AFCF-7FB71E5E3236}"/>
          </ac:spMkLst>
        </pc:spChg>
        <pc:spChg chg="add mod">
          <ac:chgData name="鈴木 秀規" userId="f68c5fd9-22d5-4c0a-9833-7fb0f5135313" providerId="ADAL" clId="{6A56FB10-BD31-4A36-9DC1-80D965E09775}" dt="2021-01-29T03:49:30.696" v="387" actId="1035"/>
          <ac:spMkLst>
            <pc:docMk/>
            <pc:sldMk cId="2589480947" sldId="376"/>
            <ac:spMk id="7" creationId="{29C80EC0-F637-45B7-9DCD-C12471C39BB9}"/>
          </ac:spMkLst>
        </pc:spChg>
        <pc:spChg chg="add mod">
          <ac:chgData name="鈴木 秀規" userId="f68c5fd9-22d5-4c0a-9833-7fb0f5135313" providerId="ADAL" clId="{6A56FB10-BD31-4A36-9DC1-80D965E09775}" dt="2021-01-29T03:48:45.030" v="377" actId="2711"/>
          <ac:spMkLst>
            <pc:docMk/>
            <pc:sldMk cId="2589480947" sldId="376"/>
            <ac:spMk id="8" creationId="{158DAD9B-B839-4D99-B619-E6DD82AD1A72}"/>
          </ac:spMkLst>
        </pc:spChg>
        <pc:spChg chg="add mod">
          <ac:chgData name="鈴木 秀規" userId="f68c5fd9-22d5-4c0a-9833-7fb0f5135313" providerId="ADAL" clId="{6A56FB10-BD31-4A36-9DC1-80D965E09775}" dt="2021-01-29T03:49:10.580" v="382" actId="14100"/>
          <ac:spMkLst>
            <pc:docMk/>
            <pc:sldMk cId="2589480947" sldId="376"/>
            <ac:spMk id="9" creationId="{2884E171-A90D-4095-A262-D34B1373CB50}"/>
          </ac:spMkLst>
        </pc:spChg>
        <pc:cxnChg chg="add mod">
          <ac:chgData name="鈴木 秀規" userId="f68c5fd9-22d5-4c0a-9833-7fb0f5135313" providerId="ADAL" clId="{6A56FB10-BD31-4A36-9DC1-80D965E09775}" dt="2021-01-29T03:49:30.696" v="387" actId="1035"/>
          <ac:cxnSpMkLst>
            <pc:docMk/>
            <pc:sldMk cId="2589480947" sldId="376"/>
            <ac:cxnSpMk id="10" creationId="{C6AA73AE-1260-4B7D-9411-13A68982F721}"/>
          </ac:cxnSpMkLst>
        </pc:cxnChg>
      </pc:sldChg>
      <pc:sldChg chg="addSp modSp new mod">
        <pc:chgData name="鈴木 秀規" userId="f68c5fd9-22d5-4c0a-9833-7fb0f5135313" providerId="ADAL" clId="{6A56FB10-BD31-4A36-9DC1-80D965E09775}" dt="2021-01-29T03:50:39.688" v="401" actId="207"/>
        <pc:sldMkLst>
          <pc:docMk/>
          <pc:sldMk cId="546674919" sldId="377"/>
        </pc:sldMkLst>
        <pc:spChg chg="mod">
          <ac:chgData name="鈴木 秀規" userId="f68c5fd9-22d5-4c0a-9833-7fb0f5135313" providerId="ADAL" clId="{6A56FB10-BD31-4A36-9DC1-80D965E09775}" dt="2021-01-29T03:49:49.225" v="389"/>
          <ac:spMkLst>
            <pc:docMk/>
            <pc:sldMk cId="546674919" sldId="377"/>
            <ac:spMk id="3" creationId="{EDAE4E91-904B-4316-BADF-0B4A87DA9915}"/>
          </ac:spMkLst>
        </pc:spChg>
        <pc:spChg chg="mod">
          <ac:chgData name="鈴木 秀規" userId="f68c5fd9-22d5-4c0a-9833-7fb0f5135313" providerId="ADAL" clId="{6A56FB10-BD31-4A36-9DC1-80D965E09775}" dt="2021-01-29T03:50:39.688" v="401" actId="207"/>
          <ac:spMkLst>
            <pc:docMk/>
            <pc:sldMk cId="546674919" sldId="377"/>
            <ac:spMk id="5" creationId="{BF966A2E-7B30-41D7-9485-DDA63B1FB473}"/>
          </ac:spMkLst>
        </pc:spChg>
        <pc:picChg chg="add mod">
          <ac:chgData name="鈴木 秀規" userId="f68c5fd9-22d5-4c0a-9833-7fb0f5135313" providerId="ADAL" clId="{6A56FB10-BD31-4A36-9DC1-80D965E09775}" dt="2021-01-29T03:50:26.488" v="399" actId="1076"/>
          <ac:picMkLst>
            <pc:docMk/>
            <pc:sldMk cId="546674919" sldId="377"/>
            <ac:picMk id="6" creationId="{DABE291E-8F94-4F01-BC78-AF78320DE92E}"/>
          </ac:picMkLst>
        </pc:picChg>
      </pc:sldChg>
      <pc:sldChg chg="modSp new mod">
        <pc:chgData name="鈴木 秀規" userId="f68c5fd9-22d5-4c0a-9833-7fb0f5135313" providerId="ADAL" clId="{6A56FB10-BD31-4A36-9DC1-80D965E09775}" dt="2021-01-29T03:51:38.741" v="415" actId="207"/>
        <pc:sldMkLst>
          <pc:docMk/>
          <pc:sldMk cId="1244196573" sldId="378"/>
        </pc:sldMkLst>
        <pc:spChg chg="mod">
          <ac:chgData name="鈴木 秀規" userId="f68c5fd9-22d5-4c0a-9833-7fb0f5135313" providerId="ADAL" clId="{6A56FB10-BD31-4A36-9DC1-80D965E09775}" dt="2021-01-29T03:50:51.011" v="403"/>
          <ac:spMkLst>
            <pc:docMk/>
            <pc:sldMk cId="1244196573" sldId="378"/>
            <ac:spMk id="3" creationId="{4D352B4F-CE3E-45AE-9790-A92921309129}"/>
          </ac:spMkLst>
        </pc:spChg>
        <pc:spChg chg="mod">
          <ac:chgData name="鈴木 秀規" userId="f68c5fd9-22d5-4c0a-9833-7fb0f5135313" providerId="ADAL" clId="{6A56FB10-BD31-4A36-9DC1-80D965E09775}" dt="2021-01-29T03:51:38.741" v="415" actId="207"/>
          <ac:spMkLst>
            <pc:docMk/>
            <pc:sldMk cId="1244196573" sldId="378"/>
            <ac:spMk id="5" creationId="{8A00F2AB-2E88-427A-B543-71F2EC6D0DA6}"/>
          </ac:spMkLst>
        </pc:spChg>
      </pc:sldChg>
      <pc:sldChg chg="new del">
        <pc:chgData name="鈴木 秀規" userId="f68c5fd9-22d5-4c0a-9833-7fb0f5135313" providerId="ADAL" clId="{6A56FB10-BD31-4A36-9DC1-80D965E09775}" dt="2021-01-29T03:51:48.443" v="417" actId="2696"/>
        <pc:sldMkLst>
          <pc:docMk/>
          <pc:sldMk cId="1704080252" sldId="379"/>
        </pc:sldMkLst>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C48D08EA-87AE-42E8-BBEE-EAFFD27F622E}"/>
    <pc:docChg chg="undo custSel addSld delSld modSld">
      <pc:chgData name="鈴木 秀規" userId="f68c5fd9-22d5-4c0a-9833-7fb0f5135313" providerId="ADAL" clId="{C48D08EA-87AE-42E8-BBEE-EAFFD27F622E}" dt="2021-01-29T02:13:33.664" v="359" actId="403"/>
      <pc:docMkLst>
        <pc:docMk/>
      </pc:docMkLst>
      <pc:sldChg chg="modSp mod">
        <pc:chgData name="鈴木 秀規" userId="f68c5fd9-22d5-4c0a-9833-7fb0f5135313" providerId="ADAL" clId="{C48D08EA-87AE-42E8-BBEE-EAFFD27F622E}" dt="2021-01-29T01:42:00.706" v="19" actId="20577"/>
        <pc:sldMkLst>
          <pc:docMk/>
          <pc:sldMk cId="0" sldId="256"/>
        </pc:sldMkLst>
        <pc:spChg chg="mod">
          <ac:chgData name="鈴木 秀規" userId="f68c5fd9-22d5-4c0a-9833-7fb0f5135313" providerId="ADAL" clId="{C48D08EA-87AE-42E8-BBEE-EAFFD27F622E}" dt="2021-01-29T01:42:00.706" v="19" actId="20577"/>
          <ac:spMkLst>
            <pc:docMk/>
            <pc:sldMk cId="0" sldId="256"/>
            <ac:spMk id="56" creationId="{00000000-0000-0000-0000-000000000000}"/>
          </ac:spMkLst>
        </pc:spChg>
      </pc:sldChg>
      <pc:sldChg chg="addSp delSp modSp mod">
        <pc:chgData name="鈴木 秀規" userId="f68c5fd9-22d5-4c0a-9833-7fb0f5135313" providerId="ADAL" clId="{C48D08EA-87AE-42E8-BBEE-EAFFD27F622E}" dt="2021-01-29T01:44:30.942" v="40" actId="12"/>
        <pc:sldMkLst>
          <pc:docMk/>
          <pc:sldMk cId="2397736379" sldId="363"/>
        </pc:sldMkLst>
        <pc:spChg chg="mod">
          <ac:chgData name="鈴木 秀規" userId="f68c5fd9-22d5-4c0a-9833-7fb0f5135313" providerId="ADAL" clId="{C48D08EA-87AE-42E8-BBEE-EAFFD27F622E}" dt="2021-01-29T01:42:36.385" v="21"/>
          <ac:spMkLst>
            <pc:docMk/>
            <pc:sldMk cId="2397736379" sldId="363"/>
            <ac:spMk id="7" creationId="{9630AD22-E64D-4A96-B059-2AF9F6580C25}"/>
          </ac:spMkLst>
        </pc:spChg>
        <pc:spChg chg="mod">
          <ac:chgData name="鈴木 秀規" userId="f68c5fd9-22d5-4c0a-9833-7fb0f5135313" providerId="ADAL" clId="{C48D08EA-87AE-42E8-BBEE-EAFFD27F622E}" dt="2021-01-29T01:43:13.936" v="32" actId="12"/>
          <ac:spMkLst>
            <pc:docMk/>
            <pc:sldMk cId="2397736379" sldId="363"/>
            <ac:spMk id="8" creationId="{787CF02A-01AB-4517-BA3E-25572FA82648}"/>
          </ac:spMkLst>
        </pc:spChg>
        <pc:spChg chg="del">
          <ac:chgData name="鈴木 秀規" userId="f68c5fd9-22d5-4c0a-9833-7fb0f5135313" providerId="ADAL" clId="{C48D08EA-87AE-42E8-BBEE-EAFFD27F622E}" dt="2021-01-29T01:42:40.720" v="22" actId="478"/>
          <ac:spMkLst>
            <pc:docMk/>
            <pc:sldMk cId="2397736379" sldId="363"/>
            <ac:spMk id="10" creationId="{911442F2-F4B8-4099-A8A6-599A6EDD893E}"/>
          </ac:spMkLst>
        </pc:spChg>
        <pc:spChg chg="del">
          <ac:chgData name="鈴木 秀規" userId="f68c5fd9-22d5-4c0a-9833-7fb0f5135313" providerId="ADAL" clId="{C48D08EA-87AE-42E8-BBEE-EAFFD27F622E}" dt="2021-01-29T01:42:40.720" v="22" actId="478"/>
          <ac:spMkLst>
            <pc:docMk/>
            <pc:sldMk cId="2397736379" sldId="363"/>
            <ac:spMk id="13" creationId="{23E592F8-E3F8-4B51-85D4-196586C25C17}"/>
          </ac:spMkLst>
        </pc:spChg>
        <pc:spChg chg="del">
          <ac:chgData name="鈴木 秀規" userId="f68c5fd9-22d5-4c0a-9833-7fb0f5135313" providerId="ADAL" clId="{C48D08EA-87AE-42E8-BBEE-EAFFD27F622E}" dt="2021-01-29T01:42:40.720" v="22" actId="478"/>
          <ac:spMkLst>
            <pc:docMk/>
            <pc:sldMk cId="2397736379" sldId="363"/>
            <ac:spMk id="15" creationId="{E93D3E84-AF14-45FD-A18C-1157A824A4F2}"/>
          </ac:spMkLst>
        </pc:spChg>
        <pc:spChg chg="del">
          <ac:chgData name="鈴木 秀規" userId="f68c5fd9-22d5-4c0a-9833-7fb0f5135313" providerId="ADAL" clId="{C48D08EA-87AE-42E8-BBEE-EAFFD27F622E}" dt="2021-01-29T01:42:40.720" v="22" actId="478"/>
          <ac:spMkLst>
            <pc:docMk/>
            <pc:sldMk cId="2397736379" sldId="363"/>
            <ac:spMk id="16" creationId="{72D53803-E65D-438C-ADC1-E600E85FFC40}"/>
          </ac:spMkLst>
        </pc:spChg>
        <pc:spChg chg="del">
          <ac:chgData name="鈴木 秀規" userId="f68c5fd9-22d5-4c0a-9833-7fb0f5135313" providerId="ADAL" clId="{C48D08EA-87AE-42E8-BBEE-EAFFD27F622E}" dt="2021-01-29T01:42:40.720" v="22" actId="478"/>
          <ac:spMkLst>
            <pc:docMk/>
            <pc:sldMk cId="2397736379" sldId="363"/>
            <ac:spMk id="17" creationId="{E68CE154-3E64-4D25-BE5B-BDCDB382FBBC}"/>
          </ac:spMkLst>
        </pc:spChg>
        <pc:spChg chg="del">
          <ac:chgData name="鈴木 秀規" userId="f68c5fd9-22d5-4c0a-9833-7fb0f5135313" providerId="ADAL" clId="{C48D08EA-87AE-42E8-BBEE-EAFFD27F622E}" dt="2021-01-29T01:42:40.720" v="22" actId="478"/>
          <ac:spMkLst>
            <pc:docMk/>
            <pc:sldMk cId="2397736379" sldId="363"/>
            <ac:spMk id="18" creationId="{8A195237-21F3-4DFB-95FE-39AC02A46D75}"/>
          </ac:spMkLst>
        </pc:spChg>
        <pc:spChg chg="del">
          <ac:chgData name="鈴木 秀規" userId="f68c5fd9-22d5-4c0a-9833-7fb0f5135313" providerId="ADAL" clId="{C48D08EA-87AE-42E8-BBEE-EAFFD27F622E}" dt="2021-01-29T01:42:40.720" v="22" actId="478"/>
          <ac:spMkLst>
            <pc:docMk/>
            <pc:sldMk cId="2397736379" sldId="363"/>
            <ac:spMk id="20" creationId="{D20D5368-51BF-4D9C-9BF0-657E18487D90}"/>
          </ac:spMkLst>
        </pc:spChg>
        <pc:spChg chg="del">
          <ac:chgData name="鈴木 秀規" userId="f68c5fd9-22d5-4c0a-9833-7fb0f5135313" providerId="ADAL" clId="{C48D08EA-87AE-42E8-BBEE-EAFFD27F622E}" dt="2021-01-29T01:42:40.720" v="22" actId="478"/>
          <ac:spMkLst>
            <pc:docMk/>
            <pc:sldMk cId="2397736379" sldId="363"/>
            <ac:spMk id="21" creationId="{D2C1CCFA-0795-496F-B2DD-3DADD560165B}"/>
          </ac:spMkLst>
        </pc:spChg>
        <pc:spChg chg="add mod">
          <ac:chgData name="鈴木 秀規" userId="f68c5fd9-22d5-4c0a-9833-7fb0f5135313" providerId="ADAL" clId="{C48D08EA-87AE-42E8-BBEE-EAFFD27F622E}" dt="2021-01-29T01:44:18.993" v="38" actId="1076"/>
          <ac:spMkLst>
            <pc:docMk/>
            <pc:sldMk cId="2397736379" sldId="363"/>
            <ac:spMk id="25" creationId="{6F73D290-1A37-4666-AE4E-056CFDBF2963}"/>
          </ac:spMkLst>
        </pc:spChg>
        <pc:spChg chg="add mod">
          <ac:chgData name="鈴木 秀規" userId="f68c5fd9-22d5-4c0a-9833-7fb0f5135313" providerId="ADAL" clId="{C48D08EA-87AE-42E8-BBEE-EAFFD27F622E}" dt="2021-01-29T01:44:30.942" v="40" actId="12"/>
          <ac:spMkLst>
            <pc:docMk/>
            <pc:sldMk cId="2397736379" sldId="363"/>
            <ac:spMk id="26" creationId="{D8B69E42-1911-4122-BBB0-EB93A222E3E7}"/>
          </ac:spMkLst>
        </pc:spChg>
        <pc:picChg chg="del">
          <ac:chgData name="鈴木 秀規" userId="f68c5fd9-22d5-4c0a-9833-7fb0f5135313" providerId="ADAL" clId="{C48D08EA-87AE-42E8-BBEE-EAFFD27F622E}" dt="2021-01-29T01:42:40.720" v="22" actId="478"/>
          <ac:picMkLst>
            <pc:docMk/>
            <pc:sldMk cId="2397736379" sldId="363"/>
            <ac:picMk id="11" creationId="{D2DDAA77-A5AC-429F-86FF-4F0146721908}"/>
          </ac:picMkLst>
        </pc:picChg>
        <pc:picChg chg="del">
          <ac:chgData name="鈴木 秀規" userId="f68c5fd9-22d5-4c0a-9833-7fb0f5135313" providerId="ADAL" clId="{C48D08EA-87AE-42E8-BBEE-EAFFD27F622E}" dt="2021-01-29T01:42:40.720" v="22" actId="478"/>
          <ac:picMkLst>
            <pc:docMk/>
            <pc:sldMk cId="2397736379" sldId="363"/>
            <ac:picMk id="12" creationId="{2199B8D1-CAE6-4898-BB1D-07D67193F2D1}"/>
          </ac:picMkLst>
        </pc:picChg>
        <pc:picChg chg="del">
          <ac:chgData name="鈴木 秀規" userId="f68c5fd9-22d5-4c0a-9833-7fb0f5135313" providerId="ADAL" clId="{C48D08EA-87AE-42E8-BBEE-EAFFD27F622E}" dt="2021-01-29T01:42:40.720" v="22" actId="478"/>
          <ac:picMkLst>
            <pc:docMk/>
            <pc:sldMk cId="2397736379" sldId="363"/>
            <ac:picMk id="14" creationId="{7BDAE766-1B33-4F9F-A358-B6E02E845A73}"/>
          </ac:picMkLst>
        </pc:picChg>
        <pc:picChg chg="add mod">
          <ac:chgData name="鈴木 秀規" userId="f68c5fd9-22d5-4c0a-9833-7fb0f5135313" providerId="ADAL" clId="{C48D08EA-87AE-42E8-BBEE-EAFFD27F622E}" dt="2021-01-29T01:44:18.993" v="38" actId="1076"/>
          <ac:picMkLst>
            <pc:docMk/>
            <pc:sldMk cId="2397736379" sldId="363"/>
            <ac:picMk id="22" creationId="{EBCFE6B6-3674-4542-897A-054F57AF9940}"/>
          </ac:picMkLst>
        </pc:picChg>
        <pc:picChg chg="add mod">
          <ac:chgData name="鈴木 秀規" userId="f68c5fd9-22d5-4c0a-9833-7fb0f5135313" providerId="ADAL" clId="{C48D08EA-87AE-42E8-BBEE-EAFFD27F622E}" dt="2021-01-29T01:44:18.993" v="38" actId="1076"/>
          <ac:picMkLst>
            <pc:docMk/>
            <pc:sldMk cId="2397736379" sldId="363"/>
            <ac:picMk id="23" creationId="{50430609-0E30-4E04-A0AB-4BEFD5706BAC}"/>
          </ac:picMkLst>
        </pc:picChg>
        <pc:cxnChg chg="del mod">
          <ac:chgData name="鈴木 秀規" userId="f68c5fd9-22d5-4c0a-9833-7fb0f5135313" providerId="ADAL" clId="{C48D08EA-87AE-42E8-BBEE-EAFFD27F622E}" dt="2021-01-29T01:42:40.720" v="22" actId="478"/>
          <ac:cxnSpMkLst>
            <pc:docMk/>
            <pc:sldMk cId="2397736379" sldId="363"/>
            <ac:cxnSpMk id="19" creationId="{16079599-50A7-49A6-83C1-B3323B66C70B}"/>
          </ac:cxnSpMkLst>
        </pc:cxnChg>
        <pc:cxnChg chg="add mod">
          <ac:chgData name="鈴木 秀規" userId="f68c5fd9-22d5-4c0a-9833-7fb0f5135313" providerId="ADAL" clId="{C48D08EA-87AE-42E8-BBEE-EAFFD27F622E}" dt="2021-01-29T01:44:18.993" v="38" actId="1076"/>
          <ac:cxnSpMkLst>
            <pc:docMk/>
            <pc:sldMk cId="2397736379" sldId="363"/>
            <ac:cxnSpMk id="24" creationId="{2971CE02-4FF4-45F7-8B9C-E59D75CEAF1D}"/>
          </ac:cxnSpMkLst>
        </pc:cxnChg>
      </pc:sldChg>
      <pc:sldChg chg="addSp modSp new mod">
        <pc:chgData name="鈴木 秀規" userId="f68c5fd9-22d5-4c0a-9833-7fb0f5135313" providerId="ADAL" clId="{C48D08EA-87AE-42E8-BBEE-EAFFD27F622E}" dt="2021-01-29T01:48:10.263" v="72" actId="207"/>
        <pc:sldMkLst>
          <pc:docMk/>
          <pc:sldMk cId="1491796703" sldId="364"/>
        </pc:sldMkLst>
        <pc:spChg chg="mod">
          <ac:chgData name="鈴木 秀規" userId="f68c5fd9-22d5-4c0a-9833-7fb0f5135313" providerId="ADAL" clId="{C48D08EA-87AE-42E8-BBEE-EAFFD27F622E}" dt="2021-01-29T01:44:44.348" v="42"/>
          <ac:spMkLst>
            <pc:docMk/>
            <pc:sldMk cId="1491796703" sldId="364"/>
            <ac:spMk id="3" creationId="{7792D0C0-CA82-473E-95FC-0F27B3EAC620}"/>
          </ac:spMkLst>
        </pc:spChg>
        <pc:spChg chg="mod">
          <ac:chgData name="鈴木 秀規" userId="f68c5fd9-22d5-4c0a-9833-7fb0f5135313" providerId="ADAL" clId="{C48D08EA-87AE-42E8-BBEE-EAFFD27F622E}" dt="2021-01-29T01:45:07.217" v="46" actId="14100"/>
          <ac:spMkLst>
            <pc:docMk/>
            <pc:sldMk cId="1491796703" sldId="364"/>
            <ac:spMk id="5" creationId="{0E555CD9-10A0-4852-932D-CCBC906DD192}"/>
          </ac:spMkLst>
        </pc:spChg>
        <pc:spChg chg="add mod">
          <ac:chgData name="鈴木 秀規" userId="f68c5fd9-22d5-4c0a-9833-7fb0f5135313" providerId="ADAL" clId="{C48D08EA-87AE-42E8-BBEE-EAFFD27F622E}" dt="2021-01-29T01:46:03.669" v="59" actId="14100"/>
          <ac:spMkLst>
            <pc:docMk/>
            <pc:sldMk cId="1491796703" sldId="364"/>
            <ac:spMk id="7" creationId="{131FE02A-70CC-40DF-9182-018F6982F20F}"/>
          </ac:spMkLst>
        </pc:spChg>
        <pc:spChg chg="add mod">
          <ac:chgData name="鈴木 秀規" userId="f68c5fd9-22d5-4c0a-9833-7fb0f5135313" providerId="ADAL" clId="{C48D08EA-87AE-42E8-BBEE-EAFFD27F622E}" dt="2021-01-29T01:48:10.263" v="72" actId="207"/>
          <ac:spMkLst>
            <pc:docMk/>
            <pc:sldMk cId="1491796703" sldId="364"/>
            <ac:spMk id="8" creationId="{48831A36-9810-407D-ADD4-926B54DA7678}"/>
          </ac:spMkLst>
        </pc:spChg>
        <pc:graphicFrameChg chg="add mod modGraphic">
          <ac:chgData name="鈴木 秀規" userId="f68c5fd9-22d5-4c0a-9833-7fb0f5135313" providerId="ADAL" clId="{C48D08EA-87AE-42E8-BBEE-EAFFD27F622E}" dt="2021-01-29T01:45:55.199" v="56" actId="12385"/>
          <ac:graphicFrameMkLst>
            <pc:docMk/>
            <pc:sldMk cId="1491796703" sldId="364"/>
            <ac:graphicFrameMk id="6" creationId="{DDCE8367-7279-4C22-95C0-573968E8B81E}"/>
          </ac:graphicFrameMkLst>
        </pc:graphicFrameChg>
      </pc:sldChg>
      <pc:sldChg chg="del">
        <pc:chgData name="鈴木 秀規" userId="f68c5fd9-22d5-4c0a-9833-7fb0f5135313" providerId="ADAL" clId="{C48D08EA-87AE-42E8-BBEE-EAFFD27F622E}" dt="2021-01-29T01:42:20.133" v="20" actId="2696"/>
        <pc:sldMkLst>
          <pc:docMk/>
          <pc:sldMk cId="3552865651" sldId="364"/>
        </pc:sldMkLst>
      </pc:sldChg>
      <pc:sldChg chg="del">
        <pc:chgData name="鈴木 秀規" userId="f68c5fd9-22d5-4c0a-9833-7fb0f5135313" providerId="ADAL" clId="{C48D08EA-87AE-42E8-BBEE-EAFFD27F622E}" dt="2021-01-29T01:42:20.133" v="20" actId="2696"/>
        <pc:sldMkLst>
          <pc:docMk/>
          <pc:sldMk cId="478947157" sldId="365"/>
        </pc:sldMkLst>
      </pc:sldChg>
      <pc:sldChg chg="addSp modSp new mod">
        <pc:chgData name="鈴木 秀規" userId="f68c5fd9-22d5-4c0a-9833-7fb0f5135313" providerId="ADAL" clId="{C48D08EA-87AE-42E8-BBEE-EAFFD27F622E}" dt="2021-01-29T01:51:01.956" v="111" actId="207"/>
        <pc:sldMkLst>
          <pc:docMk/>
          <pc:sldMk cId="2862888682" sldId="365"/>
        </pc:sldMkLst>
        <pc:spChg chg="mod">
          <ac:chgData name="鈴木 秀規" userId="f68c5fd9-22d5-4c0a-9833-7fb0f5135313" providerId="ADAL" clId="{C48D08EA-87AE-42E8-BBEE-EAFFD27F622E}" dt="2021-01-29T01:48:22.105" v="74"/>
          <ac:spMkLst>
            <pc:docMk/>
            <pc:sldMk cId="2862888682" sldId="365"/>
            <ac:spMk id="3" creationId="{1360C785-92EB-490D-A206-5FE9C8C4ACBF}"/>
          </ac:spMkLst>
        </pc:spChg>
        <pc:spChg chg="mod">
          <ac:chgData name="鈴木 秀規" userId="f68c5fd9-22d5-4c0a-9833-7fb0f5135313" providerId="ADAL" clId="{C48D08EA-87AE-42E8-BBEE-EAFFD27F622E}" dt="2021-01-29T01:48:43.788" v="78" actId="14100"/>
          <ac:spMkLst>
            <pc:docMk/>
            <pc:sldMk cId="2862888682" sldId="365"/>
            <ac:spMk id="5" creationId="{E2A04A57-AF9A-4B40-94FD-2A99CAF0FF6A}"/>
          </ac:spMkLst>
        </pc:spChg>
        <pc:spChg chg="add mod">
          <ac:chgData name="鈴木 秀規" userId="f68c5fd9-22d5-4c0a-9833-7fb0f5135313" providerId="ADAL" clId="{C48D08EA-87AE-42E8-BBEE-EAFFD27F622E}" dt="2021-01-29T01:51:01.956" v="111" actId="207"/>
          <ac:spMkLst>
            <pc:docMk/>
            <pc:sldMk cId="2862888682" sldId="365"/>
            <ac:spMk id="6" creationId="{52355757-E974-491E-8854-A7999A0DC253}"/>
          </ac:spMkLst>
        </pc:spChg>
      </pc:sldChg>
      <pc:sldChg chg="modSp add mod">
        <pc:chgData name="鈴木 秀規" userId="f68c5fd9-22d5-4c0a-9833-7fb0f5135313" providerId="ADAL" clId="{C48D08EA-87AE-42E8-BBEE-EAFFD27F622E}" dt="2021-01-29T01:51:55.876" v="116" actId="14100"/>
        <pc:sldMkLst>
          <pc:docMk/>
          <pc:sldMk cId="805013935" sldId="366"/>
        </pc:sldMkLst>
        <pc:spChg chg="mod">
          <ac:chgData name="鈴木 秀規" userId="f68c5fd9-22d5-4c0a-9833-7fb0f5135313" providerId="ADAL" clId="{C48D08EA-87AE-42E8-BBEE-EAFFD27F622E}" dt="2021-01-29T01:51:55.876" v="116" actId="14100"/>
          <ac:spMkLst>
            <pc:docMk/>
            <pc:sldMk cId="805013935" sldId="366"/>
            <ac:spMk id="6" creationId="{52355757-E974-491E-8854-A7999A0DC253}"/>
          </ac:spMkLst>
        </pc:spChg>
      </pc:sldChg>
      <pc:sldChg chg="del">
        <pc:chgData name="鈴木 秀規" userId="f68c5fd9-22d5-4c0a-9833-7fb0f5135313" providerId="ADAL" clId="{C48D08EA-87AE-42E8-BBEE-EAFFD27F622E}" dt="2021-01-29T01:42:20.133" v="20" actId="2696"/>
        <pc:sldMkLst>
          <pc:docMk/>
          <pc:sldMk cId="1806702686" sldId="366"/>
        </pc:sldMkLst>
      </pc:sldChg>
      <pc:sldChg chg="addSp modSp new mod">
        <pc:chgData name="鈴木 秀規" userId="f68c5fd9-22d5-4c0a-9833-7fb0f5135313" providerId="ADAL" clId="{C48D08EA-87AE-42E8-BBEE-EAFFD27F622E}" dt="2021-01-29T01:55:14.503" v="147" actId="1035"/>
        <pc:sldMkLst>
          <pc:docMk/>
          <pc:sldMk cId="1837428979" sldId="367"/>
        </pc:sldMkLst>
        <pc:spChg chg="mod">
          <ac:chgData name="鈴木 秀規" userId="f68c5fd9-22d5-4c0a-9833-7fb0f5135313" providerId="ADAL" clId="{C48D08EA-87AE-42E8-BBEE-EAFFD27F622E}" dt="2021-01-29T01:52:13.256" v="118"/>
          <ac:spMkLst>
            <pc:docMk/>
            <pc:sldMk cId="1837428979" sldId="367"/>
            <ac:spMk id="3" creationId="{978495FD-E0C5-42E9-A314-83ACF573D4BE}"/>
          </ac:spMkLst>
        </pc:spChg>
        <pc:spChg chg="mod">
          <ac:chgData name="鈴木 秀規" userId="f68c5fd9-22d5-4c0a-9833-7fb0f5135313" providerId="ADAL" clId="{C48D08EA-87AE-42E8-BBEE-EAFFD27F622E}" dt="2021-01-29T01:53:56.217" v="128" actId="14100"/>
          <ac:spMkLst>
            <pc:docMk/>
            <pc:sldMk cId="1837428979" sldId="367"/>
            <ac:spMk id="5" creationId="{8CEA63F3-D054-42AC-90C1-5FA6170C17B2}"/>
          </ac:spMkLst>
        </pc:spChg>
        <pc:spChg chg="add mod">
          <ac:chgData name="鈴木 秀規" userId="f68c5fd9-22d5-4c0a-9833-7fb0f5135313" providerId="ADAL" clId="{C48D08EA-87AE-42E8-BBEE-EAFFD27F622E}" dt="2021-01-29T01:55:08.905" v="144" actId="1035"/>
          <ac:spMkLst>
            <pc:docMk/>
            <pc:sldMk cId="1837428979" sldId="367"/>
            <ac:spMk id="6" creationId="{FAA5C2C9-5976-4AE6-ACBA-782CDA112D8D}"/>
          </ac:spMkLst>
        </pc:spChg>
        <pc:spChg chg="add mod">
          <ac:chgData name="鈴木 秀規" userId="f68c5fd9-22d5-4c0a-9833-7fb0f5135313" providerId="ADAL" clId="{C48D08EA-87AE-42E8-BBEE-EAFFD27F622E}" dt="2021-01-29T01:54:41.630" v="135" actId="2711"/>
          <ac:spMkLst>
            <pc:docMk/>
            <pc:sldMk cId="1837428979" sldId="367"/>
            <ac:spMk id="7" creationId="{0EB9DE99-767C-4362-8484-92D83744470B}"/>
          </ac:spMkLst>
        </pc:spChg>
        <pc:spChg chg="add mod">
          <ac:chgData name="鈴木 秀規" userId="f68c5fd9-22d5-4c0a-9833-7fb0f5135313" providerId="ADAL" clId="{C48D08EA-87AE-42E8-BBEE-EAFFD27F622E}" dt="2021-01-29T01:55:14.503" v="147" actId="1035"/>
          <ac:spMkLst>
            <pc:docMk/>
            <pc:sldMk cId="1837428979" sldId="367"/>
            <ac:spMk id="8" creationId="{D2126064-D7FB-447A-B0FF-145ED0B54FFD}"/>
          </ac:spMkLst>
        </pc:spChg>
      </pc:sldChg>
      <pc:sldChg chg="del">
        <pc:chgData name="鈴木 秀規" userId="f68c5fd9-22d5-4c0a-9833-7fb0f5135313" providerId="ADAL" clId="{C48D08EA-87AE-42E8-BBEE-EAFFD27F622E}" dt="2021-01-29T01:42:20.133" v="20" actId="2696"/>
        <pc:sldMkLst>
          <pc:docMk/>
          <pc:sldMk cId="2356507688" sldId="367"/>
        </pc:sldMkLst>
      </pc:sldChg>
      <pc:sldChg chg="addSp modSp new mod">
        <pc:chgData name="鈴木 秀規" userId="f68c5fd9-22d5-4c0a-9833-7fb0f5135313" providerId="ADAL" clId="{C48D08EA-87AE-42E8-BBEE-EAFFD27F622E}" dt="2021-01-29T01:58:19" v="220" actId="693"/>
        <pc:sldMkLst>
          <pc:docMk/>
          <pc:sldMk cId="1713287924" sldId="368"/>
        </pc:sldMkLst>
        <pc:spChg chg="mod">
          <ac:chgData name="鈴木 秀規" userId="f68c5fd9-22d5-4c0a-9833-7fb0f5135313" providerId="ADAL" clId="{C48D08EA-87AE-42E8-BBEE-EAFFD27F622E}" dt="2021-01-29T01:55:26.247" v="149"/>
          <ac:spMkLst>
            <pc:docMk/>
            <pc:sldMk cId="1713287924" sldId="368"/>
            <ac:spMk id="3" creationId="{9661A668-DD37-439B-ACDF-417309CE2BED}"/>
          </ac:spMkLst>
        </pc:spChg>
        <pc:spChg chg="mod">
          <ac:chgData name="鈴木 秀規" userId="f68c5fd9-22d5-4c0a-9833-7fb0f5135313" providerId="ADAL" clId="{C48D08EA-87AE-42E8-BBEE-EAFFD27F622E}" dt="2021-01-29T01:55:33.864" v="151"/>
          <ac:spMkLst>
            <pc:docMk/>
            <pc:sldMk cId="1713287924" sldId="368"/>
            <ac:spMk id="5" creationId="{5A15B9D0-4F4E-42B4-B01F-A2116727B752}"/>
          </ac:spMkLst>
        </pc:spChg>
        <pc:spChg chg="add mod">
          <ac:chgData name="鈴木 秀規" userId="f68c5fd9-22d5-4c0a-9833-7fb0f5135313" providerId="ADAL" clId="{C48D08EA-87AE-42E8-BBEE-EAFFD27F622E}" dt="2021-01-29T01:57:33.062" v="212" actId="14100"/>
          <ac:spMkLst>
            <pc:docMk/>
            <pc:sldMk cId="1713287924" sldId="368"/>
            <ac:spMk id="6" creationId="{27D288CC-DC7B-43CB-BE82-65B8A8FC66A8}"/>
          </ac:spMkLst>
        </pc:spChg>
        <pc:spChg chg="add mod">
          <ac:chgData name="鈴木 秀規" userId="f68c5fd9-22d5-4c0a-9833-7fb0f5135313" providerId="ADAL" clId="{C48D08EA-87AE-42E8-BBEE-EAFFD27F622E}" dt="2021-01-29T01:57:27.684" v="210" actId="571"/>
          <ac:spMkLst>
            <pc:docMk/>
            <pc:sldMk cId="1713287924" sldId="368"/>
            <ac:spMk id="7" creationId="{5A3F6696-A796-46DB-B92C-6A1E50DDCD7B}"/>
          </ac:spMkLst>
        </pc:spChg>
        <pc:spChg chg="add mod">
          <ac:chgData name="鈴木 秀規" userId="f68c5fd9-22d5-4c0a-9833-7fb0f5135313" providerId="ADAL" clId="{C48D08EA-87AE-42E8-BBEE-EAFFD27F622E}" dt="2021-01-29T01:57:41.822" v="214"/>
          <ac:spMkLst>
            <pc:docMk/>
            <pc:sldMk cId="1713287924" sldId="368"/>
            <ac:spMk id="8" creationId="{2BAC002D-400A-4640-82BC-83F23DA52987}"/>
          </ac:spMkLst>
        </pc:spChg>
        <pc:cxnChg chg="add mod">
          <ac:chgData name="鈴木 秀規" userId="f68c5fd9-22d5-4c0a-9833-7fb0f5135313" providerId="ADAL" clId="{C48D08EA-87AE-42E8-BBEE-EAFFD27F622E}" dt="2021-01-29T01:58:19" v="220" actId="693"/>
          <ac:cxnSpMkLst>
            <pc:docMk/>
            <pc:sldMk cId="1713287924" sldId="368"/>
            <ac:cxnSpMk id="10" creationId="{EEE9455F-E370-4E54-8FE3-1C29FE245664}"/>
          </ac:cxnSpMkLst>
        </pc:cxnChg>
      </pc:sldChg>
      <pc:sldChg chg="del">
        <pc:chgData name="鈴木 秀規" userId="f68c5fd9-22d5-4c0a-9833-7fb0f5135313" providerId="ADAL" clId="{C48D08EA-87AE-42E8-BBEE-EAFFD27F622E}" dt="2021-01-29T01:42:20.133" v="20" actId="2696"/>
        <pc:sldMkLst>
          <pc:docMk/>
          <pc:sldMk cId="3408830695" sldId="368"/>
        </pc:sldMkLst>
      </pc:sldChg>
      <pc:sldChg chg="addSp delSp modSp new mod">
        <pc:chgData name="鈴木 秀規" userId="f68c5fd9-22d5-4c0a-9833-7fb0f5135313" providerId="ADAL" clId="{C48D08EA-87AE-42E8-BBEE-EAFFD27F622E}" dt="2021-01-29T02:01:13.217" v="245" actId="1076"/>
        <pc:sldMkLst>
          <pc:docMk/>
          <pc:sldMk cId="2427838374" sldId="369"/>
        </pc:sldMkLst>
        <pc:spChg chg="mod">
          <ac:chgData name="鈴木 秀規" userId="f68c5fd9-22d5-4c0a-9833-7fb0f5135313" providerId="ADAL" clId="{C48D08EA-87AE-42E8-BBEE-EAFFD27F622E}" dt="2021-01-29T01:59:08.178" v="222"/>
          <ac:spMkLst>
            <pc:docMk/>
            <pc:sldMk cId="2427838374" sldId="369"/>
            <ac:spMk id="3" creationId="{5F3CF279-F6DF-412A-A369-C8AF3B4BD74C}"/>
          </ac:spMkLst>
        </pc:spChg>
        <pc:spChg chg="mod">
          <ac:chgData name="鈴木 秀規" userId="f68c5fd9-22d5-4c0a-9833-7fb0f5135313" providerId="ADAL" clId="{C48D08EA-87AE-42E8-BBEE-EAFFD27F622E}" dt="2021-01-29T01:59:25.087" v="225" actId="14100"/>
          <ac:spMkLst>
            <pc:docMk/>
            <pc:sldMk cId="2427838374" sldId="369"/>
            <ac:spMk id="5" creationId="{823413F9-1D7B-4446-A19F-D31D713846D2}"/>
          </ac:spMkLst>
        </pc:spChg>
        <pc:spChg chg="add mod">
          <ac:chgData name="鈴木 秀規" userId="f68c5fd9-22d5-4c0a-9833-7fb0f5135313" providerId="ADAL" clId="{C48D08EA-87AE-42E8-BBEE-EAFFD27F622E}" dt="2021-01-29T02:01:13.217" v="245" actId="1076"/>
          <ac:spMkLst>
            <pc:docMk/>
            <pc:sldMk cId="2427838374" sldId="369"/>
            <ac:spMk id="6" creationId="{F9089E6D-8895-4170-B5FD-8ABE44ECFA95}"/>
          </ac:spMkLst>
        </pc:spChg>
        <pc:spChg chg="add del mod">
          <ac:chgData name="鈴木 秀規" userId="f68c5fd9-22d5-4c0a-9833-7fb0f5135313" providerId="ADAL" clId="{C48D08EA-87AE-42E8-BBEE-EAFFD27F622E}" dt="2021-01-29T02:00:59.330" v="241" actId="478"/>
          <ac:spMkLst>
            <pc:docMk/>
            <pc:sldMk cId="2427838374" sldId="369"/>
            <ac:spMk id="7" creationId="{9AB81213-5131-41F9-B159-D81949CE8D9C}"/>
          </ac:spMkLst>
        </pc:spChg>
        <pc:spChg chg="add del mod">
          <ac:chgData name="鈴木 秀規" userId="f68c5fd9-22d5-4c0a-9833-7fb0f5135313" providerId="ADAL" clId="{C48D08EA-87AE-42E8-BBEE-EAFFD27F622E}" dt="2021-01-29T02:00:56.148" v="240"/>
          <ac:spMkLst>
            <pc:docMk/>
            <pc:sldMk cId="2427838374" sldId="369"/>
            <ac:spMk id="8" creationId="{820E8CA3-4EF3-4DA6-96DC-6AE5B7E82D17}"/>
          </ac:spMkLst>
        </pc:spChg>
        <pc:spChg chg="add del mod">
          <ac:chgData name="鈴木 秀規" userId="f68c5fd9-22d5-4c0a-9833-7fb0f5135313" providerId="ADAL" clId="{C48D08EA-87AE-42E8-BBEE-EAFFD27F622E}" dt="2021-01-29T02:00:56.148" v="240"/>
          <ac:spMkLst>
            <pc:docMk/>
            <pc:sldMk cId="2427838374" sldId="369"/>
            <ac:spMk id="9" creationId="{D8971F1A-05AB-43A4-A200-3B0EFC173A3A}"/>
          </ac:spMkLst>
        </pc:spChg>
      </pc:sldChg>
      <pc:sldChg chg="del">
        <pc:chgData name="鈴木 秀規" userId="f68c5fd9-22d5-4c0a-9833-7fb0f5135313" providerId="ADAL" clId="{C48D08EA-87AE-42E8-BBEE-EAFFD27F622E}" dt="2021-01-29T01:42:20.133" v="20" actId="2696"/>
        <pc:sldMkLst>
          <pc:docMk/>
          <pc:sldMk cId="2975628319" sldId="369"/>
        </pc:sldMkLst>
      </pc:sldChg>
      <pc:sldChg chg="addSp modSp new mod">
        <pc:chgData name="鈴木 秀規" userId="f68c5fd9-22d5-4c0a-9833-7fb0f5135313" providerId="ADAL" clId="{C48D08EA-87AE-42E8-BBEE-EAFFD27F622E}" dt="2021-01-29T02:03:38.403" v="272" actId="207"/>
        <pc:sldMkLst>
          <pc:docMk/>
          <pc:sldMk cId="1375847763" sldId="370"/>
        </pc:sldMkLst>
        <pc:spChg chg="mod">
          <ac:chgData name="鈴木 秀規" userId="f68c5fd9-22d5-4c0a-9833-7fb0f5135313" providerId="ADAL" clId="{C48D08EA-87AE-42E8-BBEE-EAFFD27F622E}" dt="2021-01-29T02:01:36.101" v="247"/>
          <ac:spMkLst>
            <pc:docMk/>
            <pc:sldMk cId="1375847763" sldId="370"/>
            <ac:spMk id="3" creationId="{257599A0-BD8E-43B6-893F-D3BD14BA35D3}"/>
          </ac:spMkLst>
        </pc:spChg>
        <pc:spChg chg="mod">
          <ac:chgData name="鈴木 秀規" userId="f68c5fd9-22d5-4c0a-9833-7fb0f5135313" providerId="ADAL" clId="{C48D08EA-87AE-42E8-BBEE-EAFFD27F622E}" dt="2021-01-29T02:01:55.592" v="251" actId="14100"/>
          <ac:spMkLst>
            <pc:docMk/>
            <pc:sldMk cId="1375847763" sldId="370"/>
            <ac:spMk id="5" creationId="{54EA06F8-723C-4C46-95CE-E7F36487A76B}"/>
          </ac:spMkLst>
        </pc:spChg>
        <pc:spChg chg="add mod">
          <ac:chgData name="鈴木 秀規" userId="f68c5fd9-22d5-4c0a-9833-7fb0f5135313" providerId="ADAL" clId="{C48D08EA-87AE-42E8-BBEE-EAFFD27F622E}" dt="2021-01-29T02:03:26.436" v="268" actId="207"/>
          <ac:spMkLst>
            <pc:docMk/>
            <pc:sldMk cId="1375847763" sldId="370"/>
            <ac:spMk id="6" creationId="{EDC03A83-EF88-45D1-9AA5-7EFBD979ACE9}"/>
          </ac:spMkLst>
        </pc:spChg>
        <pc:spChg chg="add mod">
          <ac:chgData name="鈴木 秀規" userId="f68c5fd9-22d5-4c0a-9833-7fb0f5135313" providerId="ADAL" clId="{C48D08EA-87AE-42E8-BBEE-EAFFD27F622E}" dt="2021-01-29T02:03:38.403" v="272" actId="207"/>
          <ac:spMkLst>
            <pc:docMk/>
            <pc:sldMk cId="1375847763" sldId="370"/>
            <ac:spMk id="7" creationId="{8D2A60D8-5FC3-4EE1-8F58-4DDBB91C99FE}"/>
          </ac:spMkLst>
        </pc:spChg>
      </pc:sldChg>
      <pc:sldChg chg="del">
        <pc:chgData name="鈴木 秀規" userId="f68c5fd9-22d5-4c0a-9833-7fb0f5135313" providerId="ADAL" clId="{C48D08EA-87AE-42E8-BBEE-EAFFD27F622E}" dt="2021-01-29T01:42:20.133" v="20" actId="2696"/>
        <pc:sldMkLst>
          <pc:docMk/>
          <pc:sldMk cId="3073446168" sldId="370"/>
        </pc:sldMkLst>
      </pc:sldChg>
      <pc:sldChg chg="modSp new mod">
        <pc:chgData name="鈴木 秀規" userId="f68c5fd9-22d5-4c0a-9833-7fb0f5135313" providerId="ADAL" clId="{C48D08EA-87AE-42E8-BBEE-EAFFD27F622E}" dt="2021-01-29T02:05:13.104" v="295" actId="207"/>
        <pc:sldMkLst>
          <pc:docMk/>
          <pc:sldMk cId="88774120" sldId="371"/>
        </pc:sldMkLst>
        <pc:spChg chg="mod">
          <ac:chgData name="鈴木 秀規" userId="f68c5fd9-22d5-4c0a-9833-7fb0f5135313" providerId="ADAL" clId="{C48D08EA-87AE-42E8-BBEE-EAFFD27F622E}" dt="2021-01-29T02:03:53.582" v="274"/>
          <ac:spMkLst>
            <pc:docMk/>
            <pc:sldMk cId="88774120" sldId="371"/>
            <ac:spMk id="3" creationId="{BACB9769-04E3-428B-8379-D0ACEE653078}"/>
          </ac:spMkLst>
        </pc:spChg>
        <pc:spChg chg="mod">
          <ac:chgData name="鈴木 秀規" userId="f68c5fd9-22d5-4c0a-9833-7fb0f5135313" providerId="ADAL" clId="{C48D08EA-87AE-42E8-BBEE-EAFFD27F622E}" dt="2021-01-29T02:05:13.104" v="295" actId="207"/>
          <ac:spMkLst>
            <pc:docMk/>
            <pc:sldMk cId="88774120" sldId="371"/>
            <ac:spMk id="5" creationId="{DA849902-FDBE-46E8-B518-154E3E8604A2}"/>
          </ac:spMkLst>
        </pc:spChg>
      </pc:sldChg>
      <pc:sldChg chg="del">
        <pc:chgData name="鈴木 秀規" userId="f68c5fd9-22d5-4c0a-9833-7fb0f5135313" providerId="ADAL" clId="{C48D08EA-87AE-42E8-BBEE-EAFFD27F622E}" dt="2021-01-29T01:42:20.133" v="20" actId="2696"/>
        <pc:sldMkLst>
          <pc:docMk/>
          <pc:sldMk cId="1539385395" sldId="371"/>
        </pc:sldMkLst>
      </pc:sldChg>
      <pc:sldChg chg="del">
        <pc:chgData name="鈴木 秀規" userId="f68c5fd9-22d5-4c0a-9833-7fb0f5135313" providerId="ADAL" clId="{C48D08EA-87AE-42E8-BBEE-EAFFD27F622E}" dt="2021-01-29T01:42:20.133" v="20" actId="2696"/>
        <pc:sldMkLst>
          <pc:docMk/>
          <pc:sldMk cId="246066953" sldId="372"/>
        </pc:sldMkLst>
      </pc:sldChg>
      <pc:sldChg chg="addSp delSp modSp new mod">
        <pc:chgData name="鈴木 秀規" userId="f68c5fd9-22d5-4c0a-9833-7fb0f5135313" providerId="ADAL" clId="{C48D08EA-87AE-42E8-BBEE-EAFFD27F622E}" dt="2021-01-29T02:08:14.840" v="321" actId="207"/>
        <pc:sldMkLst>
          <pc:docMk/>
          <pc:sldMk cId="1789203375" sldId="372"/>
        </pc:sldMkLst>
        <pc:spChg chg="mod">
          <ac:chgData name="鈴木 秀規" userId="f68c5fd9-22d5-4c0a-9833-7fb0f5135313" providerId="ADAL" clId="{C48D08EA-87AE-42E8-BBEE-EAFFD27F622E}" dt="2021-01-29T02:05:41.688" v="297"/>
          <ac:spMkLst>
            <pc:docMk/>
            <pc:sldMk cId="1789203375" sldId="372"/>
            <ac:spMk id="3" creationId="{B99B4DE4-67BC-4A7A-ADCF-37CD1D992E62}"/>
          </ac:spMkLst>
        </pc:spChg>
        <pc:spChg chg="mod">
          <ac:chgData name="鈴木 秀規" userId="f68c5fd9-22d5-4c0a-9833-7fb0f5135313" providerId="ADAL" clId="{C48D08EA-87AE-42E8-BBEE-EAFFD27F622E}" dt="2021-01-29T02:05:55.383" v="301" actId="14100"/>
          <ac:spMkLst>
            <pc:docMk/>
            <pc:sldMk cId="1789203375" sldId="372"/>
            <ac:spMk id="5" creationId="{6787D70C-FE95-4CAB-8B0F-363F2A30CB34}"/>
          </ac:spMkLst>
        </pc:spChg>
        <pc:spChg chg="add del mod">
          <ac:chgData name="鈴木 秀規" userId="f68c5fd9-22d5-4c0a-9833-7fb0f5135313" providerId="ADAL" clId="{C48D08EA-87AE-42E8-BBEE-EAFFD27F622E}" dt="2021-01-29T02:06:32.498" v="305" actId="478"/>
          <ac:spMkLst>
            <pc:docMk/>
            <pc:sldMk cId="1789203375" sldId="372"/>
            <ac:spMk id="6" creationId="{8416AC4B-B52B-43D7-B6BD-92A2BEA738E5}"/>
          </ac:spMkLst>
        </pc:spChg>
        <pc:spChg chg="add mod">
          <ac:chgData name="鈴木 秀規" userId="f68c5fd9-22d5-4c0a-9833-7fb0f5135313" providerId="ADAL" clId="{C48D08EA-87AE-42E8-BBEE-EAFFD27F622E}" dt="2021-01-29T02:07:46.481" v="318" actId="404"/>
          <ac:spMkLst>
            <pc:docMk/>
            <pc:sldMk cId="1789203375" sldId="372"/>
            <ac:spMk id="7" creationId="{0FC30C39-EBE8-47E3-AA9D-4A7EEC4F3583}"/>
          </ac:spMkLst>
        </pc:spChg>
        <pc:spChg chg="add mod">
          <ac:chgData name="鈴木 秀規" userId="f68c5fd9-22d5-4c0a-9833-7fb0f5135313" providerId="ADAL" clId="{C48D08EA-87AE-42E8-BBEE-EAFFD27F622E}" dt="2021-01-29T02:08:14.840" v="321" actId="207"/>
          <ac:spMkLst>
            <pc:docMk/>
            <pc:sldMk cId="1789203375" sldId="372"/>
            <ac:spMk id="8" creationId="{85232EF7-B812-4733-96CD-E0C14B596787}"/>
          </ac:spMkLst>
        </pc:spChg>
      </pc:sldChg>
      <pc:sldChg chg="modSp new mod">
        <pc:chgData name="鈴木 秀規" userId="f68c5fd9-22d5-4c0a-9833-7fb0f5135313" providerId="ADAL" clId="{C48D08EA-87AE-42E8-BBEE-EAFFD27F622E}" dt="2021-01-29T02:11:38.441" v="342" actId="207"/>
        <pc:sldMkLst>
          <pc:docMk/>
          <pc:sldMk cId="2979480215" sldId="373"/>
        </pc:sldMkLst>
        <pc:spChg chg="mod">
          <ac:chgData name="鈴木 秀規" userId="f68c5fd9-22d5-4c0a-9833-7fb0f5135313" providerId="ADAL" clId="{C48D08EA-87AE-42E8-BBEE-EAFFD27F622E}" dt="2021-01-29T02:08:43.068" v="325"/>
          <ac:spMkLst>
            <pc:docMk/>
            <pc:sldMk cId="2979480215" sldId="373"/>
            <ac:spMk id="3" creationId="{890D4FF1-CE17-468D-A94B-0EA4BDC9102B}"/>
          </ac:spMkLst>
        </pc:spChg>
        <pc:spChg chg="mod">
          <ac:chgData name="鈴木 秀規" userId="f68c5fd9-22d5-4c0a-9833-7fb0f5135313" providerId="ADAL" clId="{C48D08EA-87AE-42E8-BBEE-EAFFD27F622E}" dt="2021-01-29T02:11:38.441" v="342" actId="207"/>
          <ac:spMkLst>
            <pc:docMk/>
            <pc:sldMk cId="2979480215" sldId="373"/>
            <ac:spMk id="5" creationId="{133F1DED-CA16-4302-9912-4B561EF34336}"/>
          </ac:spMkLst>
        </pc:spChg>
      </pc:sldChg>
      <pc:sldChg chg="del">
        <pc:chgData name="鈴木 秀規" userId="f68c5fd9-22d5-4c0a-9833-7fb0f5135313" providerId="ADAL" clId="{C48D08EA-87AE-42E8-BBEE-EAFFD27F622E}" dt="2021-01-29T01:42:20.133" v="20" actId="2696"/>
        <pc:sldMkLst>
          <pc:docMk/>
          <pc:sldMk cId="4083622006" sldId="373"/>
        </pc:sldMkLst>
      </pc:sldChg>
      <pc:sldChg chg="del">
        <pc:chgData name="鈴木 秀規" userId="f68c5fd9-22d5-4c0a-9833-7fb0f5135313" providerId="ADAL" clId="{C48D08EA-87AE-42E8-BBEE-EAFFD27F622E}" dt="2021-01-29T01:42:20.133" v="20" actId="2696"/>
        <pc:sldMkLst>
          <pc:docMk/>
          <pc:sldMk cId="2781282954" sldId="374"/>
        </pc:sldMkLst>
      </pc:sldChg>
      <pc:sldChg chg="modSp new mod">
        <pc:chgData name="鈴木 秀規" userId="f68c5fd9-22d5-4c0a-9833-7fb0f5135313" providerId="ADAL" clId="{C48D08EA-87AE-42E8-BBEE-EAFFD27F622E}" dt="2021-01-29T02:13:33.664" v="359" actId="403"/>
        <pc:sldMkLst>
          <pc:docMk/>
          <pc:sldMk cId="3198692090" sldId="374"/>
        </pc:sldMkLst>
        <pc:spChg chg="mod">
          <ac:chgData name="鈴木 秀規" userId="f68c5fd9-22d5-4c0a-9833-7fb0f5135313" providerId="ADAL" clId="{C48D08EA-87AE-42E8-BBEE-EAFFD27F622E}" dt="2021-01-29T02:12:33.205" v="344"/>
          <ac:spMkLst>
            <pc:docMk/>
            <pc:sldMk cId="3198692090" sldId="374"/>
            <ac:spMk id="3" creationId="{0CBA9451-9B8C-49D7-B8FB-5032ADFEDA5C}"/>
          </ac:spMkLst>
        </pc:spChg>
        <pc:spChg chg="mod">
          <ac:chgData name="鈴木 秀規" userId="f68c5fd9-22d5-4c0a-9833-7fb0f5135313" providerId="ADAL" clId="{C48D08EA-87AE-42E8-BBEE-EAFFD27F622E}" dt="2021-01-29T02:13:33.664" v="359" actId="403"/>
          <ac:spMkLst>
            <pc:docMk/>
            <pc:sldMk cId="3198692090" sldId="374"/>
            <ac:spMk id="5" creationId="{7F65644E-FBC6-4A1E-B850-1C7A92F05619}"/>
          </ac:spMkLst>
        </pc:spChg>
      </pc:sldChg>
      <pc:sldChg chg="del">
        <pc:chgData name="鈴木 秀規" userId="f68c5fd9-22d5-4c0a-9833-7fb0f5135313" providerId="ADAL" clId="{C48D08EA-87AE-42E8-BBEE-EAFFD27F622E}" dt="2021-01-29T01:42:20.133" v="20" actId="2696"/>
        <pc:sldMkLst>
          <pc:docMk/>
          <pc:sldMk cId="4224040465" sldId="375"/>
        </pc:sldMkLst>
      </pc:sldChg>
      <pc:sldChg chg="del">
        <pc:chgData name="鈴木 秀規" userId="f68c5fd9-22d5-4c0a-9833-7fb0f5135313" providerId="ADAL" clId="{C48D08EA-87AE-42E8-BBEE-EAFFD27F622E}" dt="2021-01-29T01:42:20.133" v="20" actId="2696"/>
        <pc:sldMkLst>
          <pc:docMk/>
          <pc:sldMk cId="3538855573" sldId="376"/>
        </pc:sldMkLst>
      </pc:sldChg>
      <pc:sldChg chg="del">
        <pc:chgData name="鈴木 秀規" userId="f68c5fd9-22d5-4c0a-9833-7fb0f5135313" providerId="ADAL" clId="{C48D08EA-87AE-42E8-BBEE-EAFFD27F622E}" dt="2021-01-29T01:42:20.133" v="20" actId="2696"/>
        <pc:sldMkLst>
          <pc:docMk/>
          <pc:sldMk cId="3864834617" sldId="377"/>
        </pc:sldMkLst>
      </pc:sldChg>
      <pc:sldChg chg="del">
        <pc:chgData name="鈴木 秀規" userId="f68c5fd9-22d5-4c0a-9833-7fb0f5135313" providerId="ADAL" clId="{C48D08EA-87AE-42E8-BBEE-EAFFD27F622E}" dt="2021-01-29T01:42:20.133" v="20" actId="2696"/>
        <pc:sldMkLst>
          <pc:docMk/>
          <pc:sldMk cId="2148979236" sldId="378"/>
        </pc:sldMkLst>
      </pc:sldChg>
      <pc:sldChg chg="del">
        <pc:chgData name="鈴木 秀規" userId="f68c5fd9-22d5-4c0a-9833-7fb0f5135313" providerId="ADAL" clId="{C48D08EA-87AE-42E8-BBEE-EAFFD27F622E}" dt="2021-01-29T01:42:20.133" v="20" actId="2696"/>
        <pc:sldMkLst>
          <pc:docMk/>
          <pc:sldMk cId="1522789995" sldId="379"/>
        </pc:sldMkLst>
      </pc:sldChg>
      <pc:sldChg chg="del">
        <pc:chgData name="鈴木 秀規" userId="f68c5fd9-22d5-4c0a-9833-7fb0f5135313" providerId="ADAL" clId="{C48D08EA-87AE-42E8-BBEE-EAFFD27F622E}" dt="2021-01-29T01:42:20.133" v="20" actId="2696"/>
        <pc:sldMkLst>
          <pc:docMk/>
          <pc:sldMk cId="3157073252" sldId="380"/>
        </pc:sldMkLst>
      </pc:sldChg>
      <pc:sldChg chg="del">
        <pc:chgData name="鈴木 秀規" userId="f68c5fd9-22d5-4c0a-9833-7fb0f5135313" providerId="ADAL" clId="{C48D08EA-87AE-42E8-BBEE-EAFFD27F622E}" dt="2021-01-29T01:42:20.133" v="20" actId="2696"/>
        <pc:sldMkLst>
          <pc:docMk/>
          <pc:sldMk cId="3693878349" sldId="381"/>
        </pc:sldMkLst>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1-28T09:16:44.910" v="513"/>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多態性</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多態性とは何かの理解</a:t>
            </a:r>
            <a:endParaRPr lang="en-US" altLang="ja-JP" dirty="0"/>
          </a:p>
          <a:p>
            <a:pPr marL="444500" indent="-342900">
              <a:buFont typeface="+mj-lt"/>
              <a:buAutoNum type="arabicPeriod"/>
            </a:pPr>
            <a:r>
              <a:rPr lang="ja-JP" altLang="en-US" dirty="0"/>
              <a:t>キャストの利用と理解</a:t>
            </a:r>
            <a:endParaRPr lang="en-US" altLang="ja-JP" dirty="0"/>
          </a:p>
          <a:p>
            <a:pPr marL="444500" indent="-342900">
              <a:buFont typeface="+mj-lt"/>
              <a:buAutoNum type="arabicPeriod"/>
            </a:pPr>
            <a:r>
              <a:rPr lang="ja-JP" altLang="en-US" dirty="0"/>
              <a:t>多態性の有用性の理解</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多態性とは</a:t>
            </a:r>
            <a:endParaRPr lang="en-US" altLang="ja-JP" dirty="0"/>
          </a:p>
          <a:p>
            <a:pPr marL="444500" indent="-342900">
              <a:buFont typeface="+mj-lt"/>
              <a:buAutoNum type="arabicPeriod"/>
            </a:pPr>
            <a:r>
              <a:rPr lang="ja-JP" altLang="en-US" dirty="0"/>
              <a:t>多態性の注意点</a:t>
            </a:r>
            <a:endParaRPr lang="en-US" altLang="ja-JP" dirty="0"/>
          </a:p>
          <a:p>
            <a:pPr marL="444500" indent="-342900">
              <a:buFont typeface="+mj-lt"/>
              <a:buAutoNum type="arabicPeriod"/>
            </a:pPr>
            <a:r>
              <a:rPr lang="ja-JP" altLang="en-US" dirty="0"/>
              <a:t>キャストについて</a:t>
            </a:r>
            <a:endParaRPr lang="en-US" altLang="ja-JP" dirty="0"/>
          </a:p>
          <a:p>
            <a:pPr marL="444500" indent="-342900">
              <a:buFont typeface="+mj-lt"/>
              <a:buAutoNum type="arabicPeriod"/>
            </a:pPr>
            <a:r>
              <a:rPr lang="ja-JP" altLang="en-US" dirty="0"/>
              <a:t>多態性のサンプルプログラム</a:t>
            </a:r>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E253F92-09AA-4638-BE0B-F0E088F812D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7A34BD7-0B67-44D2-AC7F-EAEB23F455A9}"/>
              </a:ext>
            </a:extLst>
          </p:cNvPr>
          <p:cNvSpPr>
            <a:spLocks noGrp="1"/>
          </p:cNvSpPr>
          <p:nvPr>
            <p:ph type="ctrTitle"/>
          </p:nvPr>
        </p:nvSpPr>
        <p:spPr/>
        <p:txBody>
          <a:bodyPr/>
          <a:lstStyle/>
          <a:p>
            <a:r>
              <a:rPr lang="ja-JP" altLang="ja-JP" dirty="0"/>
              <a:t>多態性とは</a:t>
            </a:r>
            <a:endParaRPr kumimoji="1" lang="ja-JP" altLang="en-US" dirty="0"/>
          </a:p>
        </p:txBody>
      </p:sp>
      <p:sp>
        <p:nvSpPr>
          <p:cNvPr id="4" name="スライド番号プレースホルダー 3">
            <a:extLst>
              <a:ext uri="{FF2B5EF4-FFF2-40B4-BE49-F238E27FC236}">
                <a16:creationId xmlns:a16="http://schemas.microsoft.com/office/drawing/2014/main" id="{2C7A9BD8-9FE5-4C9A-BD2C-F7DA0E7B5819}"/>
              </a:ext>
            </a:extLst>
          </p:cNvPr>
          <p:cNvSpPr>
            <a:spLocks noGrp="1"/>
          </p:cNvSpPr>
          <p:nvPr>
            <p:ph type="sldNum" sz="quarter" idx="4"/>
          </p:nvPr>
        </p:nvSpPr>
        <p:spPr/>
        <p:txBody>
          <a:bodyPr/>
          <a:lstStyle/>
          <a:p>
            <a:fld id="{00000000-1234-1234-1234-123412341234}" type="slidenum">
              <a:rPr lang="en" smtClean="0"/>
              <a:pPr/>
              <a:t>4</a:t>
            </a:fld>
            <a:endParaRPr lang="en" dirty="0"/>
          </a:p>
        </p:txBody>
      </p:sp>
      <p:sp>
        <p:nvSpPr>
          <p:cNvPr id="5" name="テキスト プレースホルダー 4">
            <a:extLst>
              <a:ext uri="{FF2B5EF4-FFF2-40B4-BE49-F238E27FC236}">
                <a16:creationId xmlns:a16="http://schemas.microsoft.com/office/drawing/2014/main" id="{8839F937-886E-403A-9D9F-10CE6CEE1622}"/>
              </a:ext>
            </a:extLst>
          </p:cNvPr>
          <p:cNvSpPr>
            <a:spLocks noGrp="1"/>
          </p:cNvSpPr>
          <p:nvPr>
            <p:ph type="body" sz="quarter" idx="14"/>
          </p:nvPr>
        </p:nvSpPr>
        <p:spPr>
          <a:xfrm>
            <a:off x="462875" y="859491"/>
            <a:ext cx="8216900" cy="1313554"/>
          </a:xfrm>
        </p:spPr>
        <p:txBody>
          <a:bodyPr/>
          <a:lstStyle/>
          <a:p>
            <a:pPr marL="96838" indent="0">
              <a:buNone/>
            </a:pPr>
            <a:r>
              <a:rPr lang="ja-JP" altLang="en-US" dirty="0"/>
              <a:t>多態性を一言でまとめると、「親クラスの型で子クラスのインスタンスを保持できる仕組み」のことです。</a:t>
            </a:r>
            <a:endParaRPr lang="en-US" altLang="ja-JP" dirty="0"/>
          </a:p>
          <a:p>
            <a:pPr marL="96838" indent="0">
              <a:buNone/>
            </a:pPr>
            <a:r>
              <a:rPr kumimoji="1" lang="ja-JP" altLang="en-US" dirty="0"/>
              <a:t>今まで皆さんはインスタンス生成したクラスと同じ型の変数を用意して、その変数に生成したインスタンスを保持していました。継承を学習してからは、変数の型が「親クラスの型」でも使用できるようになります。</a:t>
            </a:r>
          </a:p>
        </p:txBody>
      </p:sp>
      <p:sp>
        <p:nvSpPr>
          <p:cNvPr id="10" name="テキスト プレースホルダー 4">
            <a:extLst>
              <a:ext uri="{FF2B5EF4-FFF2-40B4-BE49-F238E27FC236}">
                <a16:creationId xmlns:a16="http://schemas.microsoft.com/office/drawing/2014/main" id="{21EB17A3-063A-44F0-A601-32B3CE8FD3F6}"/>
              </a:ext>
            </a:extLst>
          </p:cNvPr>
          <p:cNvSpPr txBox="1">
            <a:spLocks/>
          </p:cNvSpPr>
          <p:nvPr/>
        </p:nvSpPr>
        <p:spPr>
          <a:xfrm>
            <a:off x="1656677" y="2173045"/>
            <a:ext cx="4572001" cy="71000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例）</a:t>
            </a:r>
            <a:endParaRPr lang="en-US" altLang="ja-JP" dirty="0"/>
          </a:p>
          <a:p>
            <a:pPr marL="96838" indent="0">
              <a:buFont typeface="Arial" panose="020B0604020202020204" pitchFamily="34" charset="0"/>
              <a:buNone/>
            </a:pPr>
            <a:r>
              <a:rPr lang="en-US" altLang="ja-JP" dirty="0"/>
              <a:t>	</a:t>
            </a:r>
            <a:r>
              <a:rPr lang="en-US" altLang="ja-JP" sz="1600" dirty="0">
                <a:solidFill>
                  <a:schemeClr val="accent1"/>
                </a:solidFill>
              </a:rPr>
              <a:t>Student </a:t>
            </a:r>
            <a:r>
              <a:rPr lang="en-US" altLang="ja-JP" sz="1600" dirty="0" err="1">
                <a:solidFill>
                  <a:schemeClr val="accent1"/>
                </a:solidFill>
              </a:rPr>
              <a:t>student</a:t>
            </a:r>
            <a:r>
              <a:rPr lang="en-US" altLang="ja-JP" sz="1600" dirty="0">
                <a:solidFill>
                  <a:schemeClr val="accent1"/>
                </a:solidFill>
              </a:rPr>
              <a:t> = new JavaStudent();</a:t>
            </a:r>
          </a:p>
        </p:txBody>
      </p:sp>
      <p:sp>
        <p:nvSpPr>
          <p:cNvPr id="11" name="吹き出し: 角を丸めた四角形 10">
            <a:extLst>
              <a:ext uri="{FF2B5EF4-FFF2-40B4-BE49-F238E27FC236}">
                <a16:creationId xmlns:a16="http://schemas.microsoft.com/office/drawing/2014/main" id="{0055E942-8127-4384-B3AD-585C4A632F6B}"/>
              </a:ext>
            </a:extLst>
          </p:cNvPr>
          <p:cNvSpPr/>
          <p:nvPr/>
        </p:nvSpPr>
        <p:spPr>
          <a:xfrm>
            <a:off x="848574" y="2900459"/>
            <a:ext cx="2538805" cy="442185"/>
          </a:xfrm>
          <a:prstGeom prst="wedgeRoundRectCallout">
            <a:avLst>
              <a:gd name="adj1" fmla="val 33828"/>
              <a:gd name="adj2" fmla="val -96963"/>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親クラスの変数</a:t>
            </a:r>
          </a:p>
        </p:txBody>
      </p:sp>
      <p:sp>
        <p:nvSpPr>
          <p:cNvPr id="12" name="吹き出し: 角を丸めた四角形 11">
            <a:extLst>
              <a:ext uri="{FF2B5EF4-FFF2-40B4-BE49-F238E27FC236}">
                <a16:creationId xmlns:a16="http://schemas.microsoft.com/office/drawing/2014/main" id="{E40A4984-07E0-435C-95CE-7A0D10FBC8AB}"/>
              </a:ext>
            </a:extLst>
          </p:cNvPr>
          <p:cNvSpPr/>
          <p:nvPr/>
        </p:nvSpPr>
        <p:spPr>
          <a:xfrm>
            <a:off x="4845647" y="2888237"/>
            <a:ext cx="2538805" cy="442185"/>
          </a:xfrm>
          <a:prstGeom prst="wedgeRoundRectCallout">
            <a:avLst>
              <a:gd name="adj1" fmla="val -32274"/>
              <a:gd name="adj2" fmla="val -77500"/>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子クラスのインスタンス</a:t>
            </a:r>
          </a:p>
        </p:txBody>
      </p:sp>
      <p:pic>
        <p:nvPicPr>
          <p:cNvPr id="14" name="図 13" descr="建物, レンガ が含まれている画像&#10;&#10;自動的に生成された説明">
            <a:extLst>
              <a:ext uri="{FF2B5EF4-FFF2-40B4-BE49-F238E27FC236}">
                <a16:creationId xmlns:a16="http://schemas.microsoft.com/office/drawing/2014/main" id="{94786D2F-DDAB-444C-90B1-E3B41E8132DA}"/>
              </a:ext>
            </a:extLst>
          </p:cNvPr>
          <p:cNvPicPr>
            <a:picLocks noChangeAspect="1"/>
          </p:cNvPicPr>
          <p:nvPr/>
        </p:nvPicPr>
        <p:blipFill>
          <a:blip r:embed="rId2"/>
          <a:stretch>
            <a:fillRect/>
          </a:stretch>
        </p:blipFill>
        <p:spPr>
          <a:xfrm>
            <a:off x="1651971" y="3499344"/>
            <a:ext cx="1945547" cy="1313554"/>
          </a:xfrm>
          <a:prstGeom prst="rect">
            <a:avLst/>
          </a:prstGeom>
        </p:spPr>
      </p:pic>
      <p:pic>
        <p:nvPicPr>
          <p:cNvPr id="16" name="図 15" descr="コンピュータ が含まれている画像&#10;&#10;自動的に生成された説明">
            <a:extLst>
              <a:ext uri="{FF2B5EF4-FFF2-40B4-BE49-F238E27FC236}">
                <a16:creationId xmlns:a16="http://schemas.microsoft.com/office/drawing/2014/main" id="{624497E6-8CD2-4769-B07D-17E68D3EB715}"/>
              </a:ext>
            </a:extLst>
          </p:cNvPr>
          <p:cNvPicPr>
            <a:picLocks noChangeAspect="1"/>
          </p:cNvPicPr>
          <p:nvPr/>
        </p:nvPicPr>
        <p:blipFill>
          <a:blip r:embed="rId3"/>
          <a:stretch>
            <a:fillRect/>
          </a:stretch>
        </p:blipFill>
        <p:spPr>
          <a:xfrm>
            <a:off x="4845647" y="3396394"/>
            <a:ext cx="1518557" cy="1381027"/>
          </a:xfrm>
          <a:prstGeom prst="rect">
            <a:avLst/>
          </a:prstGeom>
        </p:spPr>
      </p:pic>
      <p:sp>
        <p:nvSpPr>
          <p:cNvPr id="23" name="矢印: 右 22">
            <a:extLst>
              <a:ext uri="{FF2B5EF4-FFF2-40B4-BE49-F238E27FC236}">
                <a16:creationId xmlns:a16="http://schemas.microsoft.com/office/drawing/2014/main" id="{34A09CB7-DDAF-4AF9-9AF4-8F4B1F5A806B}"/>
              </a:ext>
            </a:extLst>
          </p:cNvPr>
          <p:cNvSpPr/>
          <p:nvPr/>
        </p:nvSpPr>
        <p:spPr>
          <a:xfrm rot="10800000">
            <a:off x="3597518" y="3824665"/>
            <a:ext cx="849854" cy="524484"/>
          </a:xfrm>
          <a:prstGeom prst="right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4" name="テキスト ボックス 23">
            <a:extLst>
              <a:ext uri="{FF2B5EF4-FFF2-40B4-BE49-F238E27FC236}">
                <a16:creationId xmlns:a16="http://schemas.microsoft.com/office/drawing/2014/main" id="{E553F7C4-6519-4739-9F44-49602A5880A2}"/>
              </a:ext>
            </a:extLst>
          </p:cNvPr>
          <p:cNvSpPr txBox="1"/>
          <p:nvPr/>
        </p:nvSpPr>
        <p:spPr>
          <a:xfrm>
            <a:off x="1596352" y="4437114"/>
            <a:ext cx="2001165" cy="333487"/>
          </a:xfrm>
          <a:prstGeom prst="rect">
            <a:avLst/>
          </a:prstGeom>
          <a:solidFill>
            <a:schemeClr val="bg1"/>
          </a:solidFill>
          <a:ln>
            <a:solidFill>
              <a:schemeClr val="tx1"/>
            </a:solidFill>
          </a:ln>
        </p:spPr>
        <p:txBody>
          <a:bodyPr wrap="square" rtlCol="0">
            <a:noAutofit/>
          </a:bodyPr>
          <a:lstStyle/>
          <a:p>
            <a:pPr algn="l"/>
            <a:r>
              <a:rPr kumimoji="1" lang="en-US" altLang="ja-JP" sz="1400" baseline="0" dirty="0">
                <a:solidFill>
                  <a:schemeClr val="tx1"/>
                </a:solidFill>
              </a:rPr>
              <a:t>Student</a:t>
            </a:r>
            <a:r>
              <a:rPr kumimoji="1" lang="ja-JP" altLang="en-US" sz="1400" baseline="0" dirty="0">
                <a:solidFill>
                  <a:schemeClr val="tx1"/>
                </a:solidFill>
              </a:rPr>
              <a:t>型変数</a:t>
            </a:r>
            <a:r>
              <a:rPr kumimoji="1" lang="en-US" altLang="ja-JP" sz="1400" baseline="0" dirty="0">
                <a:solidFill>
                  <a:schemeClr val="tx1"/>
                </a:solidFill>
              </a:rPr>
              <a:t>student</a:t>
            </a:r>
            <a:endParaRPr kumimoji="1" lang="ja-JP" altLang="en-US" sz="1400" baseline="0" dirty="0">
              <a:solidFill>
                <a:schemeClr val="tx1"/>
              </a:solidFill>
            </a:endParaRPr>
          </a:p>
        </p:txBody>
      </p:sp>
      <p:sp>
        <p:nvSpPr>
          <p:cNvPr id="25" name="テキスト ボックス 24">
            <a:extLst>
              <a:ext uri="{FF2B5EF4-FFF2-40B4-BE49-F238E27FC236}">
                <a16:creationId xmlns:a16="http://schemas.microsoft.com/office/drawing/2014/main" id="{7E88161C-CC17-4BBA-8219-A7512A825742}"/>
              </a:ext>
            </a:extLst>
          </p:cNvPr>
          <p:cNvSpPr txBox="1"/>
          <p:nvPr/>
        </p:nvSpPr>
        <p:spPr>
          <a:xfrm>
            <a:off x="4845647" y="4437113"/>
            <a:ext cx="2426522" cy="333487"/>
          </a:xfrm>
          <a:prstGeom prst="rect">
            <a:avLst/>
          </a:prstGeom>
          <a:solidFill>
            <a:schemeClr val="bg1"/>
          </a:solidFill>
          <a:ln>
            <a:solidFill>
              <a:schemeClr val="tx1"/>
            </a:solidFill>
          </a:ln>
        </p:spPr>
        <p:txBody>
          <a:bodyPr wrap="square" rtlCol="0">
            <a:noAutofit/>
          </a:bodyPr>
          <a:lstStyle/>
          <a:p>
            <a:pPr algn="l"/>
            <a:r>
              <a:rPr kumimoji="1" lang="en-US" altLang="ja-JP" sz="1400" baseline="0" dirty="0">
                <a:solidFill>
                  <a:schemeClr val="tx1"/>
                </a:solidFill>
              </a:rPr>
              <a:t>JavaStudent</a:t>
            </a:r>
            <a:r>
              <a:rPr kumimoji="1" lang="ja-JP" altLang="en-US" sz="1400" dirty="0"/>
              <a:t>のインスタンス</a:t>
            </a:r>
            <a:endParaRPr kumimoji="1" lang="en-US" altLang="ja-JP" sz="1400" baseline="0" dirty="0">
              <a:solidFill>
                <a:schemeClr val="tx1"/>
              </a:solidFill>
            </a:endParaRPr>
          </a:p>
        </p:txBody>
      </p:sp>
    </p:spTree>
    <p:extLst>
      <p:ext uri="{BB962C8B-B14F-4D97-AF65-F5344CB8AC3E}">
        <p14:creationId xmlns:p14="http://schemas.microsoft.com/office/powerpoint/2010/main" val="3656570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C307B42-9022-49B0-884C-6BC0A86DF00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5FF79BE-3181-4F0C-95F8-A36C8472501D}"/>
              </a:ext>
            </a:extLst>
          </p:cNvPr>
          <p:cNvSpPr>
            <a:spLocks noGrp="1"/>
          </p:cNvSpPr>
          <p:nvPr>
            <p:ph type="ctrTitle"/>
          </p:nvPr>
        </p:nvSpPr>
        <p:spPr/>
        <p:txBody>
          <a:bodyPr/>
          <a:lstStyle/>
          <a:p>
            <a:r>
              <a:rPr lang="ja-JP" altLang="ja-JP" dirty="0"/>
              <a:t>何でも箱に入れられるのか？</a:t>
            </a:r>
            <a:endParaRPr kumimoji="1" lang="ja-JP" altLang="en-US" dirty="0"/>
          </a:p>
        </p:txBody>
      </p:sp>
      <p:sp>
        <p:nvSpPr>
          <p:cNvPr id="4" name="スライド番号プレースホルダー 3">
            <a:extLst>
              <a:ext uri="{FF2B5EF4-FFF2-40B4-BE49-F238E27FC236}">
                <a16:creationId xmlns:a16="http://schemas.microsoft.com/office/drawing/2014/main" id="{301E5220-83B5-4114-A04C-2CBCB3C60FD5}"/>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758FB996-0B31-407F-B995-F9C4E9CE07AD}"/>
              </a:ext>
            </a:extLst>
          </p:cNvPr>
          <p:cNvSpPr>
            <a:spLocks noGrp="1"/>
          </p:cNvSpPr>
          <p:nvPr>
            <p:ph type="body" sz="quarter" idx="14"/>
          </p:nvPr>
        </p:nvSpPr>
        <p:spPr>
          <a:xfrm>
            <a:off x="462875" y="859491"/>
            <a:ext cx="8216900" cy="336849"/>
          </a:xfrm>
        </p:spPr>
        <p:txBody>
          <a:bodyPr/>
          <a:lstStyle/>
          <a:p>
            <a:pPr marL="96838" indent="0">
              <a:buNone/>
            </a:pPr>
            <a:r>
              <a:rPr kumimoji="1" lang="ja-JP" altLang="en-US" dirty="0"/>
              <a:t>多態性を使い、インスタンスを変数に代入する際は、それぞれが親子関係つまり継承・実装をしていないといけません。</a:t>
            </a:r>
          </a:p>
        </p:txBody>
      </p:sp>
      <p:sp>
        <p:nvSpPr>
          <p:cNvPr id="12" name="Google Shape;161;p20">
            <a:extLst>
              <a:ext uri="{FF2B5EF4-FFF2-40B4-BE49-F238E27FC236}">
                <a16:creationId xmlns:a16="http://schemas.microsoft.com/office/drawing/2014/main" id="{B0A9C790-B9C1-4A7B-B0FA-97252AD3B31B}"/>
              </a:ext>
            </a:extLst>
          </p:cNvPr>
          <p:cNvSpPr/>
          <p:nvPr/>
        </p:nvSpPr>
        <p:spPr>
          <a:xfrm>
            <a:off x="656216" y="1519751"/>
            <a:ext cx="5852160" cy="1758712"/>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public class JavaStudent </a:t>
            </a:r>
            <a:r>
              <a:rPr lang="en-US" altLang="ja-JP" sz="1200" i="0" u="none" strike="noStrike" cap="none" dirty="0">
                <a:solidFill>
                  <a:schemeClr val="tx2"/>
                </a:solidFill>
                <a:cs typeface="MS Gothic"/>
                <a:sym typeface="MS Gothic"/>
              </a:rPr>
              <a:t>implements Student</a:t>
            </a:r>
            <a:r>
              <a:rPr lang="en-US" altLang="ja-JP" sz="1200" i="0" u="none" strike="noStrike" cap="none" dirty="0">
                <a:solidFill>
                  <a:schemeClr val="dk1"/>
                </a:solidFill>
                <a:cs typeface="MS Gothic"/>
                <a:sym typeface="MS Gothic"/>
              </a:rPr>
              <a:t>{</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public void introduce() {</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System.out.println(comment);</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System.out.println("Java</a:t>
            </a:r>
            <a:r>
              <a:rPr lang="ja-JP" altLang="en-US" sz="1200" i="0" u="none" strike="noStrike" cap="none" dirty="0">
                <a:solidFill>
                  <a:schemeClr val="dk1"/>
                </a:solidFill>
                <a:cs typeface="MS Gothic"/>
                <a:sym typeface="MS Gothic"/>
              </a:rPr>
              <a:t>の勉強をします。</a:t>
            </a:r>
            <a:r>
              <a:rPr lang="en-US" altLang="ja-JP" sz="1200" i="0" u="none" strike="noStrike" cap="none" dirty="0">
                <a:solidFill>
                  <a:schemeClr val="dk1"/>
                </a:solidFill>
                <a:cs typeface="MS Gothic"/>
                <a:sym typeface="MS Gothic"/>
              </a:rPr>
              <a:t>");</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void learnJava(String subject) {</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System.out.println("</a:t>
            </a:r>
            <a:r>
              <a:rPr lang="ja-JP" altLang="en-US" sz="1200" i="0" u="none" strike="noStrike" cap="none" dirty="0">
                <a:solidFill>
                  <a:schemeClr val="dk1"/>
                </a:solidFill>
                <a:cs typeface="MS Gothic"/>
                <a:sym typeface="MS Gothic"/>
              </a:rPr>
              <a:t>今日は</a:t>
            </a:r>
            <a:r>
              <a:rPr lang="en-US" altLang="ja-JP" sz="1200" i="0" u="none" strike="noStrike" cap="none" dirty="0">
                <a:solidFill>
                  <a:schemeClr val="dk1"/>
                </a:solidFill>
                <a:cs typeface="MS Gothic"/>
                <a:sym typeface="MS Gothic"/>
              </a:rPr>
              <a:t>Java</a:t>
            </a:r>
            <a:r>
              <a:rPr lang="ja-JP" altLang="en-US" sz="1200" i="0" u="none" strike="noStrike" cap="none" dirty="0">
                <a:solidFill>
                  <a:schemeClr val="dk1"/>
                </a:solidFill>
                <a:cs typeface="MS Gothic"/>
                <a:sym typeface="MS Gothic"/>
              </a:rPr>
              <a:t>の</a:t>
            </a:r>
            <a:r>
              <a:rPr lang="en-US" altLang="ja-JP" sz="1200" i="0" u="none" strike="noStrike" cap="none" dirty="0">
                <a:solidFill>
                  <a:schemeClr val="dk1"/>
                </a:solidFill>
                <a:cs typeface="MS Gothic"/>
                <a:sym typeface="MS Gothic"/>
              </a:rPr>
              <a:t>" + subject + "</a:t>
            </a:r>
            <a:r>
              <a:rPr lang="ja-JP" altLang="en-US" sz="1200" i="0" u="none" strike="noStrike" cap="none" dirty="0">
                <a:solidFill>
                  <a:schemeClr val="dk1"/>
                </a:solidFill>
                <a:cs typeface="MS Gothic"/>
                <a:sym typeface="MS Gothic"/>
              </a:rPr>
              <a:t>を学習します</a:t>
            </a:r>
            <a:r>
              <a:rPr lang="en-US" altLang="ja-JP" sz="1200" i="0" u="none" strike="noStrike" cap="none" dirty="0">
                <a:solidFill>
                  <a:schemeClr val="dk1"/>
                </a:solidFill>
                <a:cs typeface="MS Gothic"/>
                <a:sym typeface="MS Gothic"/>
              </a:rPr>
              <a:t>");</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a:t>
            </a:r>
            <a:endParaRPr sz="1200" dirty="0">
              <a:solidFill>
                <a:schemeClr val="dk1"/>
              </a:solidFill>
              <a:cs typeface="MS Gothic"/>
              <a:sym typeface="MS Gothic"/>
            </a:endParaRPr>
          </a:p>
        </p:txBody>
      </p:sp>
      <p:sp>
        <p:nvSpPr>
          <p:cNvPr id="13" name="Google Shape;161;p20">
            <a:extLst>
              <a:ext uri="{FF2B5EF4-FFF2-40B4-BE49-F238E27FC236}">
                <a16:creationId xmlns:a16="http://schemas.microsoft.com/office/drawing/2014/main" id="{E8FDC5B8-E6F8-4644-A8C7-8C6466AF93C9}"/>
              </a:ext>
            </a:extLst>
          </p:cNvPr>
          <p:cNvSpPr/>
          <p:nvPr/>
        </p:nvSpPr>
        <p:spPr>
          <a:xfrm>
            <a:off x="656216" y="3278463"/>
            <a:ext cx="5852160" cy="1239749"/>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public class Main {</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public static void main(String[] args) {</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a:t>
            </a:r>
            <a:r>
              <a:rPr lang="en-US" altLang="ja-JP" sz="1200" i="0" u="none" strike="noStrike" cap="none" dirty="0">
                <a:solidFill>
                  <a:schemeClr val="tx2"/>
                </a:solidFill>
                <a:cs typeface="MS Gothic"/>
                <a:sym typeface="MS Gothic"/>
              </a:rPr>
              <a:t>Student student = new JavaStudent();</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student.introduce();</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	}</a:t>
            </a:r>
          </a:p>
          <a:p>
            <a:pPr marL="0" marR="0" lvl="0" indent="0" algn="l" rtl="0">
              <a:spcBef>
                <a:spcPts val="0"/>
              </a:spcBef>
              <a:spcAft>
                <a:spcPts val="0"/>
              </a:spcAft>
              <a:buNone/>
            </a:pPr>
            <a:r>
              <a:rPr lang="en-US" altLang="ja-JP" sz="1200" i="0" u="none" strike="noStrike" cap="none" dirty="0">
                <a:solidFill>
                  <a:schemeClr val="dk1"/>
                </a:solidFill>
                <a:cs typeface="MS Gothic"/>
                <a:sym typeface="MS Gothic"/>
              </a:rPr>
              <a:t>}</a:t>
            </a:r>
            <a:endParaRPr sz="1200" dirty="0">
              <a:solidFill>
                <a:schemeClr val="dk1"/>
              </a:solidFill>
              <a:cs typeface="MS Gothic"/>
              <a:sym typeface="MS Gothic"/>
            </a:endParaRPr>
          </a:p>
        </p:txBody>
      </p:sp>
      <p:sp>
        <p:nvSpPr>
          <p:cNvPr id="14" name="吹き出し: 角を丸めた四角形 13">
            <a:extLst>
              <a:ext uri="{FF2B5EF4-FFF2-40B4-BE49-F238E27FC236}">
                <a16:creationId xmlns:a16="http://schemas.microsoft.com/office/drawing/2014/main" id="{C0A9DE90-B8F7-4DBD-B24D-9AFE628C4134}"/>
              </a:ext>
            </a:extLst>
          </p:cNvPr>
          <p:cNvSpPr/>
          <p:nvPr/>
        </p:nvSpPr>
        <p:spPr>
          <a:xfrm>
            <a:off x="4571325" y="1319804"/>
            <a:ext cx="3291841" cy="448898"/>
          </a:xfrm>
          <a:prstGeom prst="wedgeRoundRectCallout">
            <a:avLst>
              <a:gd name="adj1" fmla="val -61953"/>
              <a:gd name="adj2" fmla="val 25730"/>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①</a:t>
            </a:r>
            <a:r>
              <a:rPr kumimoji="1" lang="en-US" altLang="ja-JP" sz="1400" dirty="0">
                <a:solidFill>
                  <a:schemeClr val="tx1"/>
                </a:solidFill>
              </a:rPr>
              <a:t>Student</a:t>
            </a:r>
            <a:r>
              <a:rPr kumimoji="1" lang="ja-JP" altLang="en-US" sz="1400" dirty="0">
                <a:solidFill>
                  <a:schemeClr val="tx1"/>
                </a:solidFill>
              </a:rPr>
              <a:t>クラスを実装しているため</a:t>
            </a:r>
          </a:p>
        </p:txBody>
      </p:sp>
      <p:sp>
        <p:nvSpPr>
          <p:cNvPr id="15" name="吹き出し: 角を丸めた四角形 14">
            <a:extLst>
              <a:ext uri="{FF2B5EF4-FFF2-40B4-BE49-F238E27FC236}">
                <a16:creationId xmlns:a16="http://schemas.microsoft.com/office/drawing/2014/main" id="{D5438783-99E8-4303-9E19-0FA30C9E478C}"/>
              </a:ext>
            </a:extLst>
          </p:cNvPr>
          <p:cNvSpPr/>
          <p:nvPr/>
        </p:nvSpPr>
        <p:spPr>
          <a:xfrm>
            <a:off x="4571325" y="3898337"/>
            <a:ext cx="3432364" cy="448898"/>
          </a:xfrm>
          <a:prstGeom prst="wedgeRoundRectCallout">
            <a:avLst>
              <a:gd name="adj1" fmla="val -58685"/>
              <a:gd name="adj2" fmla="val -48560"/>
              <a:gd name="adj3" fmla="val 16667"/>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②</a:t>
            </a:r>
            <a:r>
              <a:rPr kumimoji="1" lang="en-US" altLang="ja-JP" sz="1400" dirty="0">
                <a:solidFill>
                  <a:schemeClr val="tx1"/>
                </a:solidFill>
              </a:rPr>
              <a:t>Student</a:t>
            </a:r>
            <a:r>
              <a:rPr kumimoji="1" lang="ja-JP" altLang="en-US" sz="1400" dirty="0">
                <a:solidFill>
                  <a:schemeClr val="tx1"/>
                </a:solidFill>
              </a:rPr>
              <a:t>クラス型の変数に格納できる</a:t>
            </a:r>
          </a:p>
        </p:txBody>
      </p:sp>
    </p:spTree>
    <p:extLst>
      <p:ext uri="{BB962C8B-B14F-4D97-AF65-F5344CB8AC3E}">
        <p14:creationId xmlns:p14="http://schemas.microsoft.com/office/powerpoint/2010/main" val="803925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32FB816-56FF-4399-82A9-9FE920C784F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9729685D-75BD-4E16-B040-6B8F3803FD94}"/>
              </a:ext>
            </a:extLst>
          </p:cNvPr>
          <p:cNvSpPr>
            <a:spLocks noGrp="1"/>
          </p:cNvSpPr>
          <p:nvPr>
            <p:ph type="ctrTitle"/>
          </p:nvPr>
        </p:nvSpPr>
        <p:spPr/>
        <p:txBody>
          <a:bodyPr/>
          <a:lstStyle/>
          <a:p>
            <a:r>
              <a:rPr lang="ja-JP" altLang="ja-JP" dirty="0"/>
              <a:t>多態性の注意点</a:t>
            </a:r>
            <a:endParaRPr kumimoji="1" lang="ja-JP" altLang="en-US" dirty="0"/>
          </a:p>
        </p:txBody>
      </p:sp>
      <p:sp>
        <p:nvSpPr>
          <p:cNvPr id="4" name="スライド番号プレースホルダー 3">
            <a:extLst>
              <a:ext uri="{FF2B5EF4-FFF2-40B4-BE49-F238E27FC236}">
                <a16:creationId xmlns:a16="http://schemas.microsoft.com/office/drawing/2014/main" id="{D3768521-9C28-479A-A293-70D7D60469C7}"/>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24F84416-527E-4DDF-9128-A102A8D1E173}"/>
              </a:ext>
            </a:extLst>
          </p:cNvPr>
          <p:cNvSpPr>
            <a:spLocks noGrp="1"/>
          </p:cNvSpPr>
          <p:nvPr>
            <p:ph type="body" sz="quarter" idx="14"/>
          </p:nvPr>
        </p:nvSpPr>
        <p:spPr>
          <a:xfrm>
            <a:off x="462875" y="859491"/>
            <a:ext cx="8216900" cy="1712259"/>
          </a:xfrm>
        </p:spPr>
        <p:txBody>
          <a:bodyPr/>
          <a:lstStyle/>
          <a:p>
            <a:pPr marL="96838" indent="0">
              <a:buNone/>
            </a:pPr>
            <a:r>
              <a:rPr kumimoji="1" lang="ja-JP" altLang="en-US" dirty="0"/>
              <a:t>では多態性を考えて全て親クラスの型で受け取ればいいかというとそうではありません。</a:t>
            </a:r>
            <a:endParaRPr kumimoji="1" lang="en-US" altLang="ja-JP" dirty="0"/>
          </a:p>
          <a:p>
            <a:pPr marL="96838" indent="0">
              <a:buNone/>
            </a:pPr>
            <a:r>
              <a:rPr lang="ja-JP" altLang="en-US" dirty="0"/>
              <a:t>親クラスの型で受け取ってしまうと、</a:t>
            </a:r>
            <a:endParaRPr lang="en-US" altLang="ja-JP" dirty="0"/>
          </a:p>
          <a:p>
            <a:pPr marL="96838" indent="0">
              <a:buNone/>
            </a:pPr>
            <a:r>
              <a:rPr lang="ja-JP" altLang="en-US" dirty="0"/>
              <a:t>「</a:t>
            </a:r>
            <a:r>
              <a:rPr lang="ja-JP" altLang="en-US" dirty="0">
                <a:solidFill>
                  <a:schemeClr val="tx2"/>
                </a:solidFill>
              </a:rPr>
              <a:t>子クラスにだけ存在するフィールドやメソッドが使用できない</a:t>
            </a:r>
            <a:r>
              <a:rPr lang="ja-JP" altLang="en-US" dirty="0"/>
              <a:t>」</a:t>
            </a:r>
            <a:endParaRPr lang="en-US" altLang="ja-JP" dirty="0"/>
          </a:p>
          <a:p>
            <a:pPr marL="96838" indent="0">
              <a:buNone/>
            </a:pPr>
            <a:r>
              <a:rPr kumimoji="1" lang="ja-JP" altLang="en-US" dirty="0"/>
              <a:t>というデメリットがあります。このため、</a:t>
            </a:r>
            <a:endParaRPr kumimoji="1" lang="en-US" altLang="ja-JP" dirty="0"/>
          </a:p>
          <a:p>
            <a:pPr marL="96838" indent="0">
              <a:buNone/>
            </a:pPr>
            <a:r>
              <a:rPr lang="ja-JP" altLang="en-US" dirty="0"/>
              <a:t>「</a:t>
            </a:r>
            <a:r>
              <a:rPr lang="ja-JP" altLang="en-US" dirty="0">
                <a:solidFill>
                  <a:schemeClr val="tx2"/>
                </a:solidFill>
              </a:rPr>
              <a:t>親クラスの型に格納していたけど、子クラスのメソッドが使いたい</a:t>
            </a:r>
            <a:r>
              <a:rPr lang="ja-JP" altLang="en-US" dirty="0"/>
              <a:t>」</a:t>
            </a:r>
            <a:endParaRPr lang="en-US" altLang="ja-JP" dirty="0"/>
          </a:p>
          <a:p>
            <a:pPr marL="96838" indent="0">
              <a:buNone/>
            </a:pPr>
            <a:r>
              <a:rPr kumimoji="1" lang="ja-JP" altLang="en-US" dirty="0"/>
              <a:t>という場合は、キャストが必要になります。</a:t>
            </a:r>
          </a:p>
        </p:txBody>
      </p:sp>
      <p:sp>
        <p:nvSpPr>
          <p:cNvPr id="17" name="テキスト プレースホルダー 4">
            <a:extLst>
              <a:ext uri="{FF2B5EF4-FFF2-40B4-BE49-F238E27FC236}">
                <a16:creationId xmlns:a16="http://schemas.microsoft.com/office/drawing/2014/main" id="{F4F91EE6-529A-4DBD-8837-2E52ADFBDEAF}"/>
              </a:ext>
            </a:extLst>
          </p:cNvPr>
          <p:cNvSpPr txBox="1">
            <a:spLocks/>
          </p:cNvSpPr>
          <p:nvPr/>
        </p:nvSpPr>
        <p:spPr>
          <a:xfrm>
            <a:off x="533400" y="2571750"/>
            <a:ext cx="5749066" cy="913728"/>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例）</a:t>
            </a:r>
            <a:endParaRPr lang="en-US" altLang="ja-JP" dirty="0"/>
          </a:p>
          <a:p>
            <a:pPr marL="96838" indent="0">
              <a:buFont typeface="Arial" panose="020B0604020202020204" pitchFamily="34" charset="0"/>
              <a:buNone/>
            </a:pPr>
            <a:r>
              <a:rPr lang="en-US" altLang="ja-JP" dirty="0"/>
              <a:t>	</a:t>
            </a:r>
            <a:r>
              <a:rPr lang="en-US" altLang="ja-JP" sz="1600" dirty="0">
                <a:solidFill>
                  <a:schemeClr val="accent1"/>
                </a:solidFill>
              </a:rPr>
              <a:t>Student </a:t>
            </a:r>
            <a:r>
              <a:rPr lang="en-US" altLang="ja-JP" sz="1600" dirty="0" err="1">
                <a:solidFill>
                  <a:schemeClr val="accent1"/>
                </a:solidFill>
              </a:rPr>
              <a:t>student</a:t>
            </a:r>
            <a:r>
              <a:rPr lang="en-US" altLang="ja-JP" sz="1600" dirty="0">
                <a:solidFill>
                  <a:schemeClr val="accent1"/>
                </a:solidFill>
              </a:rPr>
              <a:t> = new JavaStudent();</a:t>
            </a:r>
          </a:p>
          <a:p>
            <a:pPr marL="96838" indent="0">
              <a:buFont typeface="Arial" panose="020B0604020202020204" pitchFamily="34" charset="0"/>
              <a:buNone/>
            </a:pPr>
            <a:r>
              <a:rPr lang="en-US" altLang="ja-JP" sz="1600" dirty="0">
                <a:solidFill>
                  <a:schemeClr val="accent1"/>
                </a:solidFill>
              </a:rPr>
              <a:t>	JavaStudent </a:t>
            </a:r>
            <a:r>
              <a:rPr lang="en-US" altLang="ja-JP" sz="1600" dirty="0" err="1">
                <a:solidFill>
                  <a:schemeClr val="accent1"/>
                </a:solidFill>
              </a:rPr>
              <a:t>javaStudent</a:t>
            </a:r>
            <a:r>
              <a:rPr lang="en-US" altLang="ja-JP" sz="1600" dirty="0">
                <a:solidFill>
                  <a:schemeClr val="accent1"/>
                </a:solidFill>
              </a:rPr>
              <a:t> = (JavaStudent)student;</a:t>
            </a:r>
          </a:p>
        </p:txBody>
      </p:sp>
      <p:sp>
        <p:nvSpPr>
          <p:cNvPr id="18" name="テキスト プレースホルダー 4">
            <a:extLst>
              <a:ext uri="{FF2B5EF4-FFF2-40B4-BE49-F238E27FC236}">
                <a16:creationId xmlns:a16="http://schemas.microsoft.com/office/drawing/2014/main" id="{16170F7F-29E0-4F12-A6E8-23AAC0179A40}"/>
              </a:ext>
            </a:extLst>
          </p:cNvPr>
          <p:cNvSpPr txBox="1">
            <a:spLocks/>
          </p:cNvSpPr>
          <p:nvPr/>
        </p:nvSpPr>
        <p:spPr>
          <a:xfrm>
            <a:off x="533400" y="3498701"/>
            <a:ext cx="8216900" cy="101951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このように、親クラスの型である変数でも、中身が子クラスのインスタンスであれば、キャストをすることが可能です。</a:t>
            </a:r>
            <a:endParaRPr lang="en-US" altLang="ja-JP" dirty="0"/>
          </a:p>
          <a:p>
            <a:pPr marL="96838" indent="0">
              <a:buFont typeface="Arial" panose="020B0604020202020204" pitchFamily="34" charset="0"/>
              <a:buNone/>
            </a:pPr>
            <a:r>
              <a:rPr lang="ja-JP" altLang="en-US" dirty="0"/>
              <a:t>ただし、キャストする変数の型とインスタンスの型が違う場合は</a:t>
            </a:r>
            <a:r>
              <a:rPr lang="en-US" altLang="ja-JP" dirty="0" err="1"/>
              <a:t>ClassCastException</a:t>
            </a:r>
            <a:r>
              <a:rPr lang="ja-JP" altLang="en-US" dirty="0"/>
              <a:t>というエラーが発生してしまうため注意が必要です。</a:t>
            </a:r>
          </a:p>
        </p:txBody>
      </p:sp>
    </p:spTree>
    <p:extLst>
      <p:ext uri="{BB962C8B-B14F-4D97-AF65-F5344CB8AC3E}">
        <p14:creationId xmlns:p14="http://schemas.microsoft.com/office/powerpoint/2010/main" val="2587155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6E18B89-DC36-45CD-A557-83CC5A664B7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FB07722-94F1-42C6-812B-FF5800DB0794}"/>
              </a:ext>
            </a:extLst>
          </p:cNvPr>
          <p:cNvSpPr>
            <a:spLocks noGrp="1"/>
          </p:cNvSpPr>
          <p:nvPr>
            <p:ph type="ctrTitle"/>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3E2E181-AD53-4D7C-A786-D9E23DF91DB3}"/>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A647997F-BE6E-4DA2-B66F-8086795CD439}"/>
              </a:ext>
            </a:extLst>
          </p:cNvPr>
          <p:cNvSpPr>
            <a:spLocks noGrp="1"/>
          </p:cNvSpPr>
          <p:nvPr>
            <p:ph type="body" sz="quarter" idx="14"/>
          </p:nvPr>
        </p:nvSpPr>
        <p:spPr>
          <a:xfrm>
            <a:off x="462875" y="1722581"/>
            <a:ext cx="8216900" cy="3061507"/>
          </a:xfrm>
        </p:spPr>
        <p:txBody>
          <a:bodyPr/>
          <a:lstStyle/>
          <a:p>
            <a:pPr marL="96838" indent="0">
              <a:buNone/>
            </a:pPr>
            <a:r>
              <a:rPr kumimoji="1" lang="ja-JP" altLang="en-US" dirty="0">
                <a:latin typeface="HGS創英角ﾎﾟｯﾌﾟ体" panose="040B0A00000000000000" pitchFamily="50" charset="-128"/>
                <a:ea typeface="HGS創英角ﾎﾟｯﾌﾟ体" panose="040B0A00000000000000" pitchFamily="50" charset="-128"/>
              </a:rPr>
              <a:t>継承関係にないインスタンスをキャストすると</a:t>
            </a:r>
            <a:r>
              <a:rPr kumimoji="1" lang="en-US" altLang="ja-JP" dirty="0" err="1">
                <a:latin typeface="HGS創英角ﾎﾟｯﾌﾟ体" panose="040B0A00000000000000" pitchFamily="50" charset="-128"/>
                <a:ea typeface="HGS創英角ﾎﾟｯﾌﾟ体" panose="040B0A00000000000000" pitchFamily="50" charset="-128"/>
              </a:rPr>
              <a:t>ClassCastException</a:t>
            </a:r>
            <a:r>
              <a:rPr kumimoji="1" lang="ja-JP" altLang="en-US" dirty="0">
                <a:latin typeface="HGS創英角ﾎﾟｯﾌﾟ体" panose="040B0A00000000000000" pitchFamily="50" charset="-128"/>
                <a:ea typeface="HGS創英角ﾎﾟｯﾌﾟ体" panose="040B0A00000000000000" pitchFamily="50" charset="-128"/>
              </a:rPr>
              <a:t>というエラーになり、処理が中断してしまいます。</a:t>
            </a:r>
          </a:p>
          <a:p>
            <a:pPr marL="96838" indent="0">
              <a:buNone/>
            </a:pPr>
            <a:r>
              <a:rPr kumimoji="1" lang="ja-JP" altLang="en-US" dirty="0">
                <a:latin typeface="HGS創英角ﾎﾟｯﾌﾟ体" panose="040B0A00000000000000" pitchFamily="50" charset="-128"/>
                <a:ea typeface="HGS創英角ﾎﾟｯﾌﾟ体" panose="040B0A00000000000000" pitchFamily="50" charset="-128"/>
              </a:rPr>
              <a:t>このリスクを回避するには、</a:t>
            </a:r>
            <a:r>
              <a:rPr kumimoji="1" lang="en-US" altLang="ja-JP" dirty="0" err="1">
                <a:latin typeface="HGS創英角ﾎﾟｯﾌﾟ体" panose="040B0A00000000000000" pitchFamily="50" charset="-128"/>
                <a:ea typeface="HGS創英角ﾎﾟｯﾌﾟ体" panose="040B0A00000000000000" pitchFamily="50" charset="-128"/>
              </a:rPr>
              <a:t>instanceof</a:t>
            </a:r>
            <a:r>
              <a:rPr kumimoji="1" lang="ja-JP" altLang="en-US" dirty="0">
                <a:latin typeface="HGS創英角ﾎﾟｯﾌﾟ体" panose="040B0A00000000000000" pitchFamily="50" charset="-128"/>
                <a:ea typeface="HGS創英角ﾎﾟｯﾌﾟ体" panose="040B0A00000000000000" pitchFamily="50" charset="-128"/>
              </a:rPr>
              <a:t>を使用すれば実現できます。</a:t>
            </a:r>
            <a:r>
              <a:rPr kumimoji="1" lang="en-US" altLang="ja-JP" dirty="0" err="1">
                <a:latin typeface="HGS創英角ﾎﾟｯﾌﾟ体" panose="040B0A00000000000000" pitchFamily="50" charset="-128"/>
                <a:ea typeface="HGS創英角ﾎﾟｯﾌﾟ体" panose="040B0A00000000000000" pitchFamily="50" charset="-128"/>
              </a:rPr>
              <a:t>instanceof</a:t>
            </a:r>
            <a:r>
              <a:rPr kumimoji="1" lang="ja-JP" altLang="en-US" dirty="0">
                <a:latin typeface="HGS創英角ﾎﾟｯﾌﾟ体" panose="040B0A00000000000000" pitchFamily="50" charset="-128"/>
                <a:ea typeface="HGS創英角ﾎﾟｯﾌﾟ体" panose="040B0A00000000000000" pitchFamily="50" charset="-128"/>
              </a:rPr>
              <a:t>はキャストしても大丈夫かどうかチェックします。</a:t>
            </a:r>
          </a:p>
          <a:p>
            <a:pPr marL="452438" lvl="1" indent="0">
              <a:buNone/>
            </a:pPr>
            <a:r>
              <a:rPr kumimoji="1" lang="ja-JP" altLang="en-US" b="1" dirty="0">
                <a:solidFill>
                  <a:schemeClr val="accent1"/>
                </a:solidFill>
                <a:latin typeface="HGS創英角ﾎﾟｯﾌﾟ体" panose="040B0A00000000000000" pitchFamily="50" charset="-128"/>
                <a:ea typeface="HGS創英角ﾎﾟｯﾌﾟ体" panose="040B0A00000000000000" pitchFamily="50" charset="-128"/>
              </a:rPr>
              <a:t>変数 </a:t>
            </a:r>
            <a:r>
              <a:rPr kumimoji="1" lang="en-US" altLang="ja-JP" b="1" dirty="0" err="1">
                <a:solidFill>
                  <a:schemeClr val="accent1"/>
                </a:solidFill>
                <a:latin typeface="HGS創英角ﾎﾟｯﾌﾟ体" panose="040B0A00000000000000" pitchFamily="50" charset="-128"/>
                <a:ea typeface="HGS創英角ﾎﾟｯﾌﾟ体" panose="040B0A00000000000000" pitchFamily="50" charset="-128"/>
              </a:rPr>
              <a:t>instanceof</a:t>
            </a:r>
            <a:r>
              <a:rPr kumimoji="1" lang="en-US" altLang="ja-JP" b="1" dirty="0">
                <a:solidFill>
                  <a:schemeClr val="accent1"/>
                </a:solidFill>
                <a:latin typeface="HGS創英角ﾎﾟｯﾌﾟ体" panose="040B0A00000000000000" pitchFamily="50" charset="-128"/>
                <a:ea typeface="HGS創英角ﾎﾟｯﾌﾟ体" panose="040B0A00000000000000" pitchFamily="50" charset="-128"/>
              </a:rPr>
              <a:t> </a:t>
            </a:r>
            <a:r>
              <a:rPr kumimoji="1" lang="ja-JP" altLang="en-US" b="1" dirty="0">
                <a:solidFill>
                  <a:schemeClr val="accent1"/>
                </a:solidFill>
                <a:latin typeface="HGS創英角ﾎﾟｯﾌﾟ体" panose="040B0A00000000000000" pitchFamily="50" charset="-128"/>
                <a:ea typeface="HGS創英角ﾎﾟｯﾌﾟ体" panose="040B0A00000000000000" pitchFamily="50" charset="-128"/>
              </a:rPr>
              <a:t>型名</a:t>
            </a:r>
            <a:endParaRPr kumimoji="1" lang="ja-JP" altLang="en-US" dirty="0">
              <a:latin typeface="HGS創英角ﾎﾟｯﾌﾟ体" panose="040B0A00000000000000" pitchFamily="50" charset="-128"/>
              <a:ea typeface="HGS創英角ﾎﾟｯﾌﾟ体" panose="040B0A00000000000000" pitchFamily="50" charset="-128"/>
            </a:endParaRPr>
          </a:p>
          <a:p>
            <a:pPr marL="96838" indent="0">
              <a:buNone/>
            </a:pPr>
            <a:r>
              <a:rPr kumimoji="1" lang="en-US" altLang="ja-JP" dirty="0">
                <a:latin typeface="HGS創英角ﾎﾟｯﾌﾟ体" panose="040B0A00000000000000" pitchFamily="50" charset="-128"/>
                <a:ea typeface="HGS創英角ﾎﾟｯﾌﾟ体" panose="040B0A00000000000000" pitchFamily="50" charset="-128"/>
              </a:rPr>
              <a:t>(</a:t>
            </a:r>
            <a:r>
              <a:rPr kumimoji="1" lang="ja-JP" altLang="en-US" dirty="0">
                <a:latin typeface="HGS創英角ﾎﾟｯﾌﾟ体" panose="040B0A00000000000000" pitchFamily="50" charset="-128"/>
                <a:ea typeface="HGS創英角ﾎﾟｯﾌﾟ体" panose="040B0A00000000000000" pitchFamily="50" charset="-128"/>
              </a:rPr>
              <a:t>例</a:t>
            </a:r>
            <a:r>
              <a:rPr kumimoji="1" lang="en-US" altLang="ja-JP" dirty="0">
                <a:latin typeface="HGS創英角ﾎﾟｯﾌﾟ体" panose="040B0A00000000000000" pitchFamily="50" charset="-128"/>
                <a:ea typeface="HGS創英角ﾎﾟｯﾌﾟ体" panose="040B0A00000000000000" pitchFamily="50" charset="-128"/>
              </a:rPr>
              <a:t>)a</a:t>
            </a:r>
            <a:r>
              <a:rPr kumimoji="1" lang="ja-JP" altLang="en-US" dirty="0">
                <a:latin typeface="HGS創英角ﾎﾟｯﾌﾟ体" panose="040B0A00000000000000" pitchFamily="50" charset="-128"/>
                <a:ea typeface="HGS創英角ﾎﾟｯﾌﾟ体" panose="040B0A00000000000000" pitchFamily="50" charset="-128"/>
              </a:rPr>
              <a:t>が</a:t>
            </a:r>
            <a:r>
              <a:rPr kumimoji="1" lang="en-US" altLang="ja-JP" dirty="0">
                <a:latin typeface="HGS創英角ﾎﾟｯﾌﾟ体" panose="040B0A00000000000000" pitchFamily="50" charset="-128"/>
                <a:ea typeface="HGS創英角ﾎﾟｯﾌﾟ体" panose="040B0A00000000000000" pitchFamily="50" charset="-128"/>
              </a:rPr>
              <a:t>Human</a:t>
            </a:r>
            <a:r>
              <a:rPr kumimoji="1" lang="ja-JP" altLang="en-US" dirty="0">
                <a:latin typeface="HGS創英角ﾎﾟｯﾌﾟ体" panose="040B0A00000000000000" pitchFamily="50" charset="-128"/>
                <a:ea typeface="HGS創英角ﾎﾟｯﾌﾟ体" panose="040B0A00000000000000" pitchFamily="50" charset="-128"/>
              </a:rPr>
              <a:t>でキャストできるか</a:t>
            </a:r>
          </a:p>
          <a:p>
            <a:pPr marL="452438" lvl="1" indent="0">
              <a:buNone/>
            </a:pPr>
            <a:r>
              <a:rPr kumimoji="1" lang="en-US" altLang="ja-JP" b="1" dirty="0">
                <a:latin typeface="HGS創英角ﾎﾟｯﾌﾟ体" panose="040B0A00000000000000" pitchFamily="50" charset="-128"/>
                <a:ea typeface="HGS創英角ﾎﾟｯﾌﾟ体" panose="040B0A00000000000000" pitchFamily="50" charset="-128"/>
              </a:rPr>
              <a:t>Student </a:t>
            </a:r>
            <a:r>
              <a:rPr kumimoji="1" lang="en-US" altLang="ja-JP" b="1" dirty="0" err="1">
                <a:latin typeface="HGS創英角ﾎﾟｯﾌﾟ体" panose="040B0A00000000000000" pitchFamily="50" charset="-128"/>
                <a:ea typeface="HGS創英角ﾎﾟｯﾌﾟ体" panose="040B0A00000000000000" pitchFamily="50" charset="-128"/>
              </a:rPr>
              <a:t>student</a:t>
            </a:r>
            <a:r>
              <a:rPr kumimoji="1" lang="en-US" altLang="ja-JP" b="1" dirty="0">
                <a:latin typeface="HGS創英角ﾎﾟｯﾌﾟ体" panose="040B0A00000000000000" pitchFamily="50" charset="-128"/>
                <a:ea typeface="HGS創英角ﾎﾟｯﾌﾟ体" panose="040B0A00000000000000" pitchFamily="50" charset="-128"/>
              </a:rPr>
              <a:t> = new JavaStudent();</a:t>
            </a:r>
          </a:p>
          <a:p>
            <a:pPr marL="452438" lvl="1" indent="0">
              <a:buNone/>
            </a:pPr>
            <a:r>
              <a:rPr kumimoji="1" lang="en-US" altLang="ja-JP" b="1" dirty="0">
                <a:latin typeface="HGS創英角ﾎﾟｯﾌﾟ体" panose="040B0A00000000000000" pitchFamily="50" charset="-128"/>
                <a:ea typeface="HGS創英角ﾎﾟｯﾌﾟ体" panose="040B0A00000000000000" pitchFamily="50" charset="-128"/>
              </a:rPr>
              <a:t>If (</a:t>
            </a:r>
            <a:r>
              <a:rPr kumimoji="1" lang="en-US" altLang="ja-JP" b="1" dirty="0">
                <a:solidFill>
                  <a:schemeClr val="accent1"/>
                </a:solidFill>
                <a:latin typeface="HGS創英角ﾎﾟｯﾌﾟ体" panose="040B0A00000000000000" pitchFamily="50" charset="-128"/>
                <a:ea typeface="HGS創英角ﾎﾟｯﾌﾟ体" panose="040B0A00000000000000" pitchFamily="50" charset="-128"/>
              </a:rPr>
              <a:t>student </a:t>
            </a:r>
            <a:r>
              <a:rPr kumimoji="1" lang="en-US" altLang="ja-JP" b="1" dirty="0" err="1">
                <a:solidFill>
                  <a:schemeClr val="accent1"/>
                </a:solidFill>
                <a:latin typeface="HGS創英角ﾎﾟｯﾌﾟ体" panose="040B0A00000000000000" pitchFamily="50" charset="-128"/>
                <a:ea typeface="HGS創英角ﾎﾟｯﾌﾟ体" panose="040B0A00000000000000" pitchFamily="50" charset="-128"/>
              </a:rPr>
              <a:t>instanceof</a:t>
            </a:r>
            <a:r>
              <a:rPr kumimoji="1" lang="en-US" altLang="ja-JP" b="1" dirty="0">
                <a:solidFill>
                  <a:schemeClr val="accent1"/>
                </a:solidFill>
                <a:latin typeface="HGS創英角ﾎﾟｯﾌﾟ体" panose="040B0A00000000000000" pitchFamily="50" charset="-128"/>
                <a:ea typeface="HGS創英角ﾎﾟｯﾌﾟ体" panose="040B0A00000000000000" pitchFamily="50" charset="-128"/>
              </a:rPr>
              <a:t> JavaStudent</a:t>
            </a:r>
            <a:r>
              <a:rPr kumimoji="1" lang="en-US" altLang="ja-JP" b="1" dirty="0">
                <a:latin typeface="HGS創英角ﾎﾟｯﾌﾟ体" panose="040B0A00000000000000" pitchFamily="50" charset="-128"/>
                <a:ea typeface="HGS創英角ﾎﾟｯﾌﾟ体" panose="040B0A00000000000000" pitchFamily="50" charset="-128"/>
              </a:rPr>
              <a:t>) {</a:t>
            </a:r>
          </a:p>
          <a:p>
            <a:pPr marL="817563" lvl="2" indent="0">
              <a:buNone/>
            </a:pPr>
            <a:r>
              <a:rPr kumimoji="1" lang="en-US" altLang="ja-JP" b="1" dirty="0">
                <a:latin typeface="HGS創英角ﾎﾟｯﾌﾟ体" panose="040B0A00000000000000" pitchFamily="50" charset="-128"/>
                <a:ea typeface="HGS創英角ﾎﾟｯﾌﾟ体" panose="040B0A00000000000000" pitchFamily="50" charset="-128"/>
              </a:rPr>
              <a:t>JavaStudent </a:t>
            </a:r>
            <a:r>
              <a:rPr kumimoji="1" lang="en-US" altLang="ja-JP" b="1" dirty="0" err="1">
                <a:latin typeface="HGS創英角ﾎﾟｯﾌﾟ体" panose="040B0A00000000000000" pitchFamily="50" charset="-128"/>
                <a:ea typeface="HGS創英角ﾎﾟｯﾌﾟ体" panose="040B0A00000000000000" pitchFamily="50" charset="-128"/>
              </a:rPr>
              <a:t>javaStudent</a:t>
            </a:r>
            <a:r>
              <a:rPr kumimoji="1" lang="en-US" altLang="ja-JP" b="1" dirty="0">
                <a:latin typeface="HGS創英角ﾎﾟｯﾌﾟ体" panose="040B0A00000000000000" pitchFamily="50" charset="-128"/>
                <a:ea typeface="HGS創英角ﾎﾟｯﾌﾟ体" panose="040B0A00000000000000" pitchFamily="50" charset="-128"/>
              </a:rPr>
              <a:t> = (JavaStudent</a:t>
            </a:r>
            <a:r>
              <a:rPr lang="en-US" altLang="ja-JP" b="1" dirty="0">
                <a:latin typeface="HGS創英角ﾎﾟｯﾌﾟ体" panose="040B0A00000000000000" pitchFamily="50" charset="-128"/>
                <a:ea typeface="HGS創英角ﾎﾟｯﾌﾟ体" panose="040B0A00000000000000" pitchFamily="50" charset="-128"/>
              </a:rPr>
              <a:t>)student</a:t>
            </a:r>
            <a:r>
              <a:rPr kumimoji="1" lang="en-US" altLang="ja-JP" b="1" dirty="0">
                <a:latin typeface="HGS創英角ﾎﾟｯﾌﾟ体" panose="040B0A00000000000000" pitchFamily="50" charset="-128"/>
                <a:ea typeface="HGS創英角ﾎﾟｯﾌﾟ体" panose="040B0A00000000000000" pitchFamily="50" charset="-128"/>
              </a:rPr>
              <a:t>;</a:t>
            </a:r>
          </a:p>
          <a:p>
            <a:pPr marL="452438" lvl="1" indent="0">
              <a:buNone/>
            </a:pPr>
            <a:r>
              <a:rPr kumimoji="1" lang="en-US" altLang="ja-JP" b="1" dirty="0">
                <a:latin typeface="HGS創英角ﾎﾟｯﾌﾟ体" panose="040B0A00000000000000" pitchFamily="50" charset="-128"/>
                <a:ea typeface="HGS創英角ﾎﾟｯﾌﾟ体" panose="040B0A00000000000000" pitchFamily="50" charset="-128"/>
              </a:rPr>
              <a:t>}</a:t>
            </a:r>
            <a:endParaRPr kumimoji="1" lang="en-US" altLang="ja-JP" dirty="0">
              <a:latin typeface="HGS創英角ﾎﾟｯﾌﾟ体" panose="040B0A00000000000000" pitchFamily="50" charset="-128"/>
              <a:ea typeface="HGS創英角ﾎﾟｯﾌﾟ体" panose="040B0A00000000000000" pitchFamily="50" charset="-128"/>
            </a:endParaRPr>
          </a:p>
          <a:p>
            <a:pPr marL="96838" indent="0">
              <a:buNone/>
            </a:pPr>
            <a:r>
              <a:rPr kumimoji="1" lang="ja-JP" altLang="en-US" dirty="0">
                <a:latin typeface="HGS創英角ﾎﾟｯﾌﾟ体" panose="040B0A00000000000000" pitchFamily="50" charset="-128"/>
                <a:ea typeface="HGS創英角ﾎﾟｯﾌﾟ体" panose="040B0A00000000000000" pitchFamily="50" charset="-128"/>
              </a:rPr>
              <a:t>これでリスクが回避できるようになりました。</a:t>
            </a:r>
          </a:p>
          <a:p>
            <a:pPr marL="96838" indent="0">
              <a:buNone/>
            </a:pPr>
            <a:endParaRPr kumimoji="1" lang="ja-JP" altLang="en-US" dirty="0"/>
          </a:p>
        </p:txBody>
      </p:sp>
      <p:grpSp>
        <p:nvGrpSpPr>
          <p:cNvPr id="6" name="グループ化 5">
            <a:extLst>
              <a:ext uri="{FF2B5EF4-FFF2-40B4-BE49-F238E27FC236}">
                <a16:creationId xmlns:a16="http://schemas.microsoft.com/office/drawing/2014/main" id="{DE057757-895D-40CC-BADD-ADF525EDC703}"/>
              </a:ext>
            </a:extLst>
          </p:cNvPr>
          <p:cNvGrpSpPr/>
          <p:nvPr/>
        </p:nvGrpSpPr>
        <p:grpSpPr>
          <a:xfrm>
            <a:off x="268873" y="786891"/>
            <a:ext cx="8411576" cy="4075185"/>
            <a:chOff x="268873" y="786891"/>
            <a:chExt cx="8411576" cy="4132541"/>
          </a:xfrm>
        </p:grpSpPr>
        <p:sp>
          <p:nvSpPr>
            <p:cNvPr id="7" name="四角形: 角を丸くする 6">
              <a:extLst>
                <a:ext uri="{FF2B5EF4-FFF2-40B4-BE49-F238E27FC236}">
                  <a16:creationId xmlns:a16="http://schemas.microsoft.com/office/drawing/2014/main" id="{D5CBC7BF-594B-4980-BA88-F7D4E89E02D7}"/>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テキスト ボックス 7">
              <a:extLst>
                <a:ext uri="{FF2B5EF4-FFF2-40B4-BE49-F238E27FC236}">
                  <a16:creationId xmlns:a16="http://schemas.microsoft.com/office/drawing/2014/main" id="{BA393511-83FE-4C58-BD9E-4A1B2B5B6A59}"/>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9" name="図 8">
              <a:extLst>
                <a:ext uri="{FF2B5EF4-FFF2-40B4-BE49-F238E27FC236}">
                  <a16:creationId xmlns:a16="http://schemas.microsoft.com/office/drawing/2014/main" id="{2F3BBFC9-AD13-4AA3-ABB6-3E2F77DB171C}"/>
                </a:ext>
              </a:extLst>
            </p:cNvPr>
            <p:cNvPicPr>
              <a:picLocks noChangeAspect="1"/>
            </p:cNvPicPr>
            <p:nvPr/>
          </p:nvPicPr>
          <p:blipFill>
            <a:blip r:embed="rId2"/>
            <a:stretch>
              <a:fillRect/>
            </a:stretch>
          </p:blipFill>
          <p:spPr>
            <a:xfrm>
              <a:off x="268873" y="805343"/>
              <a:ext cx="728929" cy="728929"/>
            </a:xfrm>
            <a:prstGeom prst="rect">
              <a:avLst/>
            </a:prstGeom>
          </p:spPr>
        </p:pic>
        <p:sp>
          <p:nvSpPr>
            <p:cNvPr id="10" name="吹き出し: 円形 9">
              <a:extLst>
                <a:ext uri="{FF2B5EF4-FFF2-40B4-BE49-F238E27FC236}">
                  <a16:creationId xmlns:a16="http://schemas.microsoft.com/office/drawing/2014/main" id="{8DF71801-7593-4F62-A6D7-3E1467909177}"/>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1" name="テキスト ボックス 10">
            <a:extLst>
              <a:ext uri="{FF2B5EF4-FFF2-40B4-BE49-F238E27FC236}">
                <a16:creationId xmlns:a16="http://schemas.microsoft.com/office/drawing/2014/main" id="{AA3EB442-5099-488A-AA97-58370722A322}"/>
              </a:ext>
            </a:extLst>
          </p:cNvPr>
          <p:cNvSpPr txBox="1"/>
          <p:nvPr/>
        </p:nvSpPr>
        <p:spPr>
          <a:xfrm>
            <a:off x="1001091" y="1304691"/>
            <a:ext cx="2849216" cy="455325"/>
          </a:xfrm>
          <a:prstGeom prst="rect">
            <a:avLst/>
          </a:prstGeom>
          <a:solidFill>
            <a:schemeClr val="bg1">
              <a:lumMod val="95000"/>
            </a:schemeClr>
          </a:solidFill>
        </p:spPr>
        <p:txBody>
          <a:bodyPr wrap="square" rtlCol="0">
            <a:no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　キャスト失敗のリスク</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2894058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23768A9-EE01-4D39-9254-708F106BBE7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0A9B0F2-95E9-4694-9890-156E9D963498}"/>
              </a:ext>
            </a:extLst>
          </p:cNvPr>
          <p:cNvSpPr>
            <a:spLocks noGrp="1"/>
          </p:cNvSpPr>
          <p:nvPr>
            <p:ph type="ctrTitle"/>
          </p:nvPr>
        </p:nvSpPr>
        <p:spPr/>
        <p:txBody>
          <a:bodyPr/>
          <a:lstStyle/>
          <a:p>
            <a:r>
              <a:rPr kumimoji="1" lang="ja-JP" altLang="en-US" dirty="0"/>
              <a:t>多態性を使用するメリット</a:t>
            </a:r>
          </a:p>
        </p:txBody>
      </p:sp>
      <p:sp>
        <p:nvSpPr>
          <p:cNvPr id="4" name="スライド番号プレースホルダー 3">
            <a:extLst>
              <a:ext uri="{FF2B5EF4-FFF2-40B4-BE49-F238E27FC236}">
                <a16:creationId xmlns:a16="http://schemas.microsoft.com/office/drawing/2014/main" id="{7EEC51AB-F309-496A-AB87-41FE4058BB6B}"/>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5D32B261-C1D5-42A1-841A-E71B9F1AF7EB}"/>
              </a:ext>
            </a:extLst>
          </p:cNvPr>
          <p:cNvSpPr>
            <a:spLocks noGrp="1"/>
          </p:cNvSpPr>
          <p:nvPr>
            <p:ph type="body" sz="quarter" idx="14"/>
          </p:nvPr>
        </p:nvSpPr>
        <p:spPr>
          <a:xfrm>
            <a:off x="462875" y="859491"/>
            <a:ext cx="8216900" cy="321609"/>
          </a:xfrm>
        </p:spPr>
        <p:txBody>
          <a:bodyPr/>
          <a:lstStyle/>
          <a:p>
            <a:pPr marL="96838" indent="0">
              <a:buNone/>
            </a:pPr>
            <a:r>
              <a:rPr kumimoji="1" lang="ja-JP" altLang="en-US" dirty="0"/>
              <a:t>以下のようなプログラムで見ていきましょう。</a:t>
            </a:r>
          </a:p>
        </p:txBody>
      </p:sp>
      <p:sp>
        <p:nvSpPr>
          <p:cNvPr id="6" name="Google Shape;173;p21">
            <a:extLst>
              <a:ext uri="{FF2B5EF4-FFF2-40B4-BE49-F238E27FC236}">
                <a16:creationId xmlns:a16="http://schemas.microsoft.com/office/drawing/2014/main" id="{9933ADFF-8902-4437-9933-7CA1DCCB5639}"/>
              </a:ext>
            </a:extLst>
          </p:cNvPr>
          <p:cNvSpPr/>
          <p:nvPr/>
        </p:nvSpPr>
        <p:spPr>
          <a:xfrm>
            <a:off x="640080" y="1181100"/>
            <a:ext cx="7566660" cy="158496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dirty="0">
                <a:solidFill>
                  <a:schemeClr val="dk1"/>
                </a:solidFill>
                <a:latin typeface="+mn-ea"/>
                <a:cs typeface="MS Gothic"/>
                <a:sym typeface="MS Gothic"/>
              </a:rPr>
              <a:t>public class </a:t>
            </a:r>
            <a:r>
              <a:rPr lang="en-US" altLang="ja-JP" sz="1200" dirty="0" err="1">
                <a:solidFill>
                  <a:schemeClr val="dk1"/>
                </a:solidFill>
                <a:latin typeface="+mn-ea"/>
                <a:cs typeface="MS Gothic"/>
                <a:sym typeface="MS Gothic"/>
              </a:rPr>
              <a:t>StudentCall</a:t>
            </a: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ja-JP" altLang="en-US" sz="1200" dirty="0">
                <a:solidFill>
                  <a:schemeClr val="dk1"/>
                </a:solidFill>
                <a:latin typeface="+mn-ea"/>
                <a:cs typeface="MS Gothic"/>
                <a:sym typeface="MS Gothic"/>
              </a:rPr>
              <a:t>    </a:t>
            </a:r>
            <a:r>
              <a:rPr lang="en-US" altLang="ja-JP" sz="1200" dirty="0">
                <a:solidFill>
                  <a:schemeClr val="dk1"/>
                </a:solidFill>
                <a:latin typeface="+mn-ea"/>
                <a:cs typeface="MS Gothic"/>
                <a:sym typeface="MS Gothic"/>
              </a:rPr>
              <a:t>public void speech(</a:t>
            </a:r>
            <a:r>
              <a:rPr lang="en-US" altLang="ja-JP" sz="1200" dirty="0" err="1">
                <a:solidFill>
                  <a:schemeClr val="dk1"/>
                </a:solidFill>
                <a:latin typeface="+mn-ea"/>
                <a:cs typeface="MS Gothic"/>
                <a:sym typeface="MS Gothic"/>
              </a:rPr>
              <a:t>JavaStudent</a:t>
            </a:r>
            <a:r>
              <a:rPr lang="en-US" altLang="ja-JP" sz="1200" dirty="0">
                <a:solidFill>
                  <a:schemeClr val="dk1"/>
                </a:solidFill>
                <a:latin typeface="+mn-ea"/>
                <a:cs typeface="MS Gothic"/>
                <a:sym typeface="MS Gothic"/>
              </a:rPr>
              <a:t> </a:t>
            </a:r>
            <a:r>
              <a:rPr lang="en-US" altLang="ja-JP" sz="1200" dirty="0" err="1">
                <a:solidFill>
                  <a:schemeClr val="dk1"/>
                </a:solidFill>
                <a:latin typeface="+mn-ea"/>
                <a:cs typeface="MS Gothic"/>
                <a:sym typeface="MS Gothic"/>
              </a:rPr>
              <a:t>javaStudent</a:t>
            </a: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r>
              <a:rPr lang="en-US" altLang="ja-JP" sz="1200" dirty="0" err="1">
                <a:solidFill>
                  <a:schemeClr val="dk1"/>
                </a:solidFill>
                <a:latin typeface="+mn-ea"/>
                <a:cs typeface="MS Gothic"/>
                <a:sym typeface="MS Gothic"/>
              </a:rPr>
              <a:t>javaStudent.introduce</a:t>
            </a:r>
            <a:r>
              <a:rPr lang="en-US" altLang="ja-JP" sz="1200" dirty="0">
                <a:solidFill>
                  <a:schemeClr val="dk1"/>
                </a:solidFill>
                <a:latin typeface="+mn-ea"/>
                <a:cs typeface="MS Gothic"/>
                <a:sym typeface="MS Gothic"/>
              </a:rPr>
              <a: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public void speech(</a:t>
            </a:r>
            <a:r>
              <a:rPr lang="en-US" altLang="ja-JP" sz="1200" dirty="0" err="1">
                <a:solidFill>
                  <a:schemeClr val="dk1"/>
                </a:solidFill>
                <a:latin typeface="+mn-ea"/>
                <a:cs typeface="MS Gothic"/>
                <a:sym typeface="MS Gothic"/>
              </a:rPr>
              <a:t>PhpStudent</a:t>
            </a:r>
            <a:r>
              <a:rPr lang="en-US" altLang="ja-JP" sz="1200" dirty="0">
                <a:solidFill>
                  <a:schemeClr val="dk1"/>
                </a:solidFill>
                <a:latin typeface="+mn-ea"/>
                <a:cs typeface="MS Gothic"/>
                <a:sym typeface="MS Gothic"/>
              </a:rPr>
              <a:t> </a:t>
            </a:r>
            <a:r>
              <a:rPr lang="en-US" altLang="ja-JP" sz="1200" dirty="0" err="1">
                <a:solidFill>
                  <a:schemeClr val="dk1"/>
                </a:solidFill>
                <a:latin typeface="+mn-ea"/>
                <a:cs typeface="MS Gothic"/>
                <a:sym typeface="MS Gothic"/>
              </a:rPr>
              <a:t>phpStudent</a:t>
            </a: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r>
              <a:rPr lang="en-US" altLang="ja-JP" sz="1200" dirty="0" err="1">
                <a:solidFill>
                  <a:schemeClr val="dk1"/>
                </a:solidFill>
                <a:latin typeface="+mn-ea"/>
                <a:cs typeface="MS Gothic"/>
                <a:sym typeface="MS Gothic"/>
              </a:rPr>
              <a:t>phpStudent.introduce</a:t>
            </a:r>
            <a:r>
              <a:rPr lang="en-US" altLang="ja-JP" sz="1200" dirty="0">
                <a:solidFill>
                  <a:schemeClr val="dk1"/>
                </a:solidFill>
                <a:latin typeface="+mn-ea"/>
                <a:cs typeface="MS Gothic"/>
                <a:sym typeface="MS Gothic"/>
              </a:rPr>
              <a: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a:t>
            </a:r>
            <a:endParaRPr sz="1200" dirty="0">
              <a:solidFill>
                <a:schemeClr val="dk1"/>
              </a:solidFill>
              <a:latin typeface="+mn-ea"/>
              <a:cs typeface="MS Gothic"/>
              <a:sym typeface="MS Gothic"/>
            </a:endParaRPr>
          </a:p>
        </p:txBody>
      </p:sp>
      <p:sp>
        <p:nvSpPr>
          <p:cNvPr id="7" name="Google Shape;173;p21">
            <a:extLst>
              <a:ext uri="{FF2B5EF4-FFF2-40B4-BE49-F238E27FC236}">
                <a16:creationId xmlns:a16="http://schemas.microsoft.com/office/drawing/2014/main" id="{48886F9A-F627-4BD8-90B7-6A89AB182ED9}"/>
              </a:ext>
            </a:extLst>
          </p:cNvPr>
          <p:cNvSpPr/>
          <p:nvPr/>
        </p:nvSpPr>
        <p:spPr>
          <a:xfrm>
            <a:off x="640080" y="2829571"/>
            <a:ext cx="7566660" cy="645149"/>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dirty="0">
                <a:solidFill>
                  <a:schemeClr val="dk1"/>
                </a:solidFill>
                <a:latin typeface="+mn-ea"/>
                <a:cs typeface="MS Gothic"/>
                <a:sym typeface="MS Gothic"/>
              </a:rPr>
              <a:t>public interface Student {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void introduce();</a:t>
            </a:r>
          </a:p>
          <a:p>
            <a:pPr marL="0" marR="0" lvl="0" indent="0" algn="l" rtl="0">
              <a:spcBef>
                <a:spcPts val="0"/>
              </a:spcBef>
              <a:spcAft>
                <a:spcPts val="0"/>
              </a:spcAft>
              <a:buNone/>
            </a:pPr>
            <a:r>
              <a:rPr lang="en-US" altLang="ja-JP" sz="1200" dirty="0">
                <a:solidFill>
                  <a:schemeClr val="dk1"/>
                </a:solidFill>
                <a:latin typeface="+mn-ea"/>
                <a:cs typeface="MS Gothic"/>
                <a:sym typeface="MS Gothic"/>
              </a:rPr>
              <a:t>}</a:t>
            </a:r>
          </a:p>
        </p:txBody>
      </p:sp>
      <p:sp>
        <p:nvSpPr>
          <p:cNvPr id="8" name="Google Shape;173;p21">
            <a:extLst>
              <a:ext uri="{FF2B5EF4-FFF2-40B4-BE49-F238E27FC236}">
                <a16:creationId xmlns:a16="http://schemas.microsoft.com/office/drawing/2014/main" id="{A810F367-15B6-4369-BFC4-B0E8163B9935}"/>
              </a:ext>
            </a:extLst>
          </p:cNvPr>
          <p:cNvSpPr/>
          <p:nvPr/>
        </p:nvSpPr>
        <p:spPr>
          <a:xfrm>
            <a:off x="640080" y="3545851"/>
            <a:ext cx="3783330" cy="1209029"/>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dirty="0">
                <a:solidFill>
                  <a:schemeClr val="dk1"/>
                </a:solidFill>
                <a:latin typeface="+mn-ea"/>
                <a:cs typeface="MS Gothic"/>
                <a:sym typeface="MS Gothic"/>
              </a:rPr>
              <a:t>public class </a:t>
            </a:r>
            <a:r>
              <a:rPr lang="en-US" altLang="ja-JP" sz="1200" dirty="0" err="1">
                <a:solidFill>
                  <a:schemeClr val="dk1"/>
                </a:solidFill>
                <a:latin typeface="+mn-ea"/>
                <a:cs typeface="MS Gothic"/>
                <a:sym typeface="MS Gothic"/>
              </a:rPr>
              <a:t>JavaStudent</a:t>
            </a:r>
            <a:r>
              <a:rPr lang="en-US" altLang="ja-JP" sz="1200" dirty="0">
                <a:solidFill>
                  <a:schemeClr val="dk1"/>
                </a:solidFill>
                <a:latin typeface="+mn-ea"/>
                <a:cs typeface="MS Gothic"/>
                <a:sym typeface="MS Gothic"/>
              </a:rPr>
              <a:t> implements Student{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public void introduce()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r>
              <a:rPr lang="en-US" altLang="ja-JP" sz="1200" dirty="0" err="1">
                <a:solidFill>
                  <a:schemeClr val="dk1"/>
                </a:solidFill>
                <a:latin typeface="+mn-ea"/>
                <a:cs typeface="MS Gothic"/>
                <a:sym typeface="MS Gothic"/>
              </a:rPr>
              <a:t>System.out.println</a:t>
            </a:r>
            <a:r>
              <a:rPr lang="en-US" altLang="ja-JP" sz="1200" dirty="0">
                <a:solidFill>
                  <a:schemeClr val="dk1"/>
                </a:solidFill>
                <a:latin typeface="+mn-ea"/>
                <a:cs typeface="MS Gothic"/>
                <a:sym typeface="MS Gothic"/>
              </a:rPr>
              <a:t>("Java</a:t>
            </a:r>
            <a:r>
              <a:rPr lang="ja-JP" altLang="en-US" sz="1200" dirty="0">
                <a:solidFill>
                  <a:schemeClr val="dk1"/>
                </a:solidFill>
                <a:latin typeface="+mn-ea"/>
                <a:cs typeface="MS Gothic"/>
                <a:sym typeface="MS Gothic"/>
              </a:rPr>
              <a:t>の学習を</a:t>
            </a:r>
            <a:r>
              <a:rPr lang="en-US" altLang="ja-JP" sz="1200" dirty="0">
                <a:solidFill>
                  <a:schemeClr val="dk1"/>
                </a:solidFill>
                <a:latin typeface="+mn-ea"/>
                <a:cs typeface="MS Gothic"/>
                <a:sym typeface="MS Gothic"/>
              </a:rPr>
              <a: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r>
              <a:rPr lang="ja-JP" altLang="en-US" sz="1200" dirty="0">
                <a:solidFill>
                  <a:schemeClr val="dk1"/>
                </a:solidFill>
                <a:latin typeface="+mn-ea"/>
                <a:cs typeface="MS Gothic"/>
                <a:sym typeface="MS Gothic"/>
              </a:rPr>
              <a:t>頑張ります！</a:t>
            </a:r>
            <a:r>
              <a:rPr lang="en-US" altLang="ja-JP" sz="1200" dirty="0">
                <a:solidFill>
                  <a:schemeClr val="dk1"/>
                </a:solidFill>
                <a:latin typeface="+mn-ea"/>
                <a:cs typeface="MS Gothic"/>
                <a:sym typeface="MS Gothic"/>
              </a:rPr>
              <a: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a:t>
            </a:r>
          </a:p>
        </p:txBody>
      </p:sp>
      <p:sp>
        <p:nvSpPr>
          <p:cNvPr id="9" name="Google Shape;173;p21">
            <a:extLst>
              <a:ext uri="{FF2B5EF4-FFF2-40B4-BE49-F238E27FC236}">
                <a16:creationId xmlns:a16="http://schemas.microsoft.com/office/drawing/2014/main" id="{B48928C1-746B-48FE-A44F-9DA888AA7931}"/>
              </a:ext>
            </a:extLst>
          </p:cNvPr>
          <p:cNvSpPr/>
          <p:nvPr/>
        </p:nvSpPr>
        <p:spPr>
          <a:xfrm>
            <a:off x="4423410" y="3545851"/>
            <a:ext cx="3783330" cy="1209029"/>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dirty="0">
                <a:solidFill>
                  <a:schemeClr val="dk1"/>
                </a:solidFill>
                <a:latin typeface="+mn-ea"/>
                <a:cs typeface="MS Gothic"/>
                <a:sym typeface="MS Gothic"/>
              </a:rPr>
              <a:t>public class </a:t>
            </a:r>
            <a:r>
              <a:rPr lang="en-US" altLang="ja-JP" sz="1200" dirty="0" err="1">
                <a:solidFill>
                  <a:schemeClr val="dk1"/>
                </a:solidFill>
                <a:latin typeface="+mn-ea"/>
                <a:cs typeface="MS Gothic"/>
                <a:sym typeface="MS Gothic"/>
              </a:rPr>
              <a:t>PhpStudent</a:t>
            </a:r>
            <a:r>
              <a:rPr lang="en-US" altLang="ja-JP" sz="1200" dirty="0">
                <a:solidFill>
                  <a:schemeClr val="dk1"/>
                </a:solidFill>
                <a:latin typeface="+mn-ea"/>
                <a:cs typeface="MS Gothic"/>
                <a:sym typeface="MS Gothic"/>
              </a:rPr>
              <a:t> implements Student{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public void introduce()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r>
              <a:rPr lang="en-US" altLang="ja-JP" sz="1200" dirty="0" err="1">
                <a:solidFill>
                  <a:schemeClr val="dk1"/>
                </a:solidFill>
                <a:latin typeface="+mn-ea"/>
                <a:cs typeface="MS Gothic"/>
                <a:sym typeface="MS Gothic"/>
              </a:rPr>
              <a:t>System.out.println</a:t>
            </a:r>
            <a:r>
              <a:rPr lang="en-US" altLang="ja-JP" sz="1200" dirty="0">
                <a:solidFill>
                  <a:schemeClr val="dk1"/>
                </a:solidFill>
                <a:latin typeface="+mn-ea"/>
                <a:cs typeface="MS Gothic"/>
                <a:sym typeface="MS Gothic"/>
              </a:rPr>
              <a:t>("PHP</a:t>
            </a:r>
            <a:r>
              <a:rPr lang="ja-JP" altLang="en-US" sz="1200" dirty="0">
                <a:solidFill>
                  <a:schemeClr val="dk1"/>
                </a:solidFill>
                <a:latin typeface="+mn-ea"/>
                <a:cs typeface="MS Gothic"/>
                <a:sym typeface="MS Gothic"/>
              </a:rPr>
              <a:t>の学習を</a:t>
            </a:r>
            <a:r>
              <a:rPr lang="en-US" altLang="ja-JP" sz="1200" dirty="0">
                <a:solidFill>
                  <a:schemeClr val="dk1"/>
                </a:solidFill>
                <a:latin typeface="+mn-ea"/>
                <a:cs typeface="MS Gothic"/>
                <a:sym typeface="MS Gothic"/>
              </a:rPr>
              <a: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r>
              <a:rPr lang="ja-JP" altLang="en-US" sz="1200" dirty="0">
                <a:solidFill>
                  <a:schemeClr val="dk1"/>
                </a:solidFill>
                <a:latin typeface="+mn-ea"/>
                <a:cs typeface="MS Gothic"/>
                <a:sym typeface="MS Gothic"/>
              </a:rPr>
              <a:t>頑張ります！</a:t>
            </a:r>
            <a:r>
              <a:rPr lang="en-US" altLang="ja-JP" sz="1200" dirty="0">
                <a:solidFill>
                  <a:schemeClr val="dk1"/>
                </a:solidFill>
                <a:latin typeface="+mn-ea"/>
                <a:cs typeface="MS Gothic"/>
                <a:sym typeface="MS Gothic"/>
              </a:rPr>
              <a: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a:t>
            </a:r>
          </a:p>
        </p:txBody>
      </p:sp>
    </p:spTree>
    <p:extLst>
      <p:ext uri="{BB962C8B-B14F-4D97-AF65-F5344CB8AC3E}">
        <p14:creationId xmlns:p14="http://schemas.microsoft.com/office/powerpoint/2010/main" val="3279262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9EF871F-745F-488D-9F8D-EA28B837BCE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178443A-0174-4CE5-BFC8-9F1EAE1E64EA}"/>
              </a:ext>
            </a:extLst>
          </p:cNvPr>
          <p:cNvSpPr>
            <a:spLocks noGrp="1"/>
          </p:cNvSpPr>
          <p:nvPr>
            <p:ph type="ctrTitle"/>
          </p:nvPr>
        </p:nvSpPr>
        <p:spPr/>
        <p:txBody>
          <a:bodyPr/>
          <a:lstStyle/>
          <a:p>
            <a:r>
              <a:rPr lang="ja-JP" altLang="ja-JP" dirty="0"/>
              <a:t>メソッド引数における汎用性</a:t>
            </a:r>
            <a:endParaRPr kumimoji="1" lang="ja-JP" altLang="en-US" dirty="0"/>
          </a:p>
        </p:txBody>
      </p:sp>
      <p:sp>
        <p:nvSpPr>
          <p:cNvPr id="4" name="スライド番号プレースホルダー 3">
            <a:extLst>
              <a:ext uri="{FF2B5EF4-FFF2-40B4-BE49-F238E27FC236}">
                <a16:creationId xmlns:a16="http://schemas.microsoft.com/office/drawing/2014/main" id="{F35158E7-EFBB-4D62-8036-394B47E727C8}"/>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444E21AB-9103-41B5-BC7A-F4FA729983FF}"/>
              </a:ext>
            </a:extLst>
          </p:cNvPr>
          <p:cNvSpPr>
            <a:spLocks noGrp="1"/>
          </p:cNvSpPr>
          <p:nvPr>
            <p:ph type="body" sz="quarter" idx="14"/>
          </p:nvPr>
        </p:nvSpPr>
        <p:spPr>
          <a:xfrm>
            <a:off x="462875" y="859491"/>
            <a:ext cx="8216900" cy="313989"/>
          </a:xfrm>
        </p:spPr>
        <p:txBody>
          <a:bodyPr/>
          <a:lstStyle/>
          <a:p>
            <a:pPr marL="96838" indent="0">
              <a:buNone/>
            </a:pPr>
            <a:r>
              <a:rPr lang="ja-JP" altLang="en-US" dirty="0"/>
              <a:t>引数を親にすることで、メソッド定義をひとつ減らすことができました。</a:t>
            </a:r>
          </a:p>
        </p:txBody>
      </p:sp>
      <p:sp>
        <p:nvSpPr>
          <p:cNvPr id="6" name="Google Shape;173;p21">
            <a:extLst>
              <a:ext uri="{FF2B5EF4-FFF2-40B4-BE49-F238E27FC236}">
                <a16:creationId xmlns:a16="http://schemas.microsoft.com/office/drawing/2014/main" id="{6B93690F-C3A0-4233-AD86-5C66FE167541}"/>
              </a:ext>
            </a:extLst>
          </p:cNvPr>
          <p:cNvSpPr/>
          <p:nvPr/>
        </p:nvSpPr>
        <p:spPr>
          <a:xfrm>
            <a:off x="1402080" y="1181100"/>
            <a:ext cx="6256020" cy="107442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200" dirty="0">
                <a:solidFill>
                  <a:schemeClr val="dk1"/>
                </a:solidFill>
                <a:latin typeface="+mn-ea"/>
                <a:cs typeface="MS Gothic"/>
                <a:sym typeface="MS Gothic"/>
              </a:rPr>
              <a:t>public class </a:t>
            </a:r>
            <a:r>
              <a:rPr lang="en-US" altLang="ja-JP" sz="1200" dirty="0" err="1">
                <a:solidFill>
                  <a:schemeClr val="dk1"/>
                </a:solidFill>
                <a:latin typeface="+mn-ea"/>
                <a:cs typeface="MS Gothic"/>
                <a:sym typeface="MS Gothic"/>
              </a:rPr>
              <a:t>StudentCall</a:t>
            </a: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public void speech(</a:t>
            </a:r>
            <a:r>
              <a:rPr lang="en-US" altLang="ja-JP" sz="1200" dirty="0">
                <a:solidFill>
                  <a:schemeClr val="accent1"/>
                </a:solidFill>
                <a:latin typeface="+mn-ea"/>
                <a:cs typeface="MS Gothic"/>
                <a:sym typeface="MS Gothic"/>
              </a:rPr>
              <a:t>Student</a:t>
            </a:r>
            <a:r>
              <a:rPr lang="en-US" altLang="ja-JP" sz="1200" dirty="0">
                <a:solidFill>
                  <a:schemeClr val="dk1"/>
                </a:solidFill>
                <a:latin typeface="+mn-ea"/>
                <a:cs typeface="MS Gothic"/>
                <a:sym typeface="MS Gothic"/>
              </a:rPr>
              <a:t> student)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r>
              <a:rPr lang="en-US" altLang="ja-JP" sz="1200" dirty="0" err="1">
                <a:solidFill>
                  <a:schemeClr val="dk1"/>
                </a:solidFill>
                <a:latin typeface="+mn-ea"/>
                <a:cs typeface="MS Gothic"/>
                <a:sym typeface="MS Gothic"/>
              </a:rPr>
              <a:t>student.introduce</a:t>
            </a:r>
            <a:r>
              <a:rPr lang="en-US" altLang="ja-JP" sz="1200" dirty="0">
                <a:solidFill>
                  <a:schemeClr val="dk1"/>
                </a:solidFill>
                <a:latin typeface="+mn-ea"/>
                <a:cs typeface="MS Gothic"/>
                <a:sym typeface="MS Gothic"/>
              </a:rPr>
              <a:t>();</a:t>
            </a:r>
          </a:p>
          <a:p>
            <a:pPr marL="0" marR="0" lvl="0" indent="0" algn="l" rtl="0">
              <a:spcBef>
                <a:spcPts val="0"/>
              </a:spcBef>
              <a:spcAft>
                <a:spcPts val="0"/>
              </a:spcAft>
              <a:buNone/>
            </a:pPr>
            <a:r>
              <a:rPr lang="en-US" altLang="ja-JP" sz="1200" dirty="0">
                <a:solidFill>
                  <a:schemeClr val="dk1"/>
                </a:solidFill>
                <a:latin typeface="+mn-ea"/>
                <a:cs typeface="MS Gothic"/>
                <a:sym typeface="MS Gothic"/>
              </a:rPr>
              <a:t>	}</a:t>
            </a:r>
          </a:p>
          <a:p>
            <a:pPr marL="0" marR="0" lvl="0" indent="0" algn="l" rtl="0">
              <a:spcBef>
                <a:spcPts val="0"/>
              </a:spcBef>
              <a:spcAft>
                <a:spcPts val="0"/>
              </a:spcAft>
              <a:buNone/>
            </a:pPr>
            <a:r>
              <a:rPr lang="en-US" altLang="ja-JP" sz="1200" dirty="0">
                <a:solidFill>
                  <a:schemeClr val="dk1"/>
                </a:solidFill>
                <a:latin typeface="+mn-ea"/>
                <a:cs typeface="MS Gothic"/>
                <a:sym typeface="MS Gothic"/>
              </a:rPr>
              <a:t>}</a:t>
            </a:r>
          </a:p>
        </p:txBody>
      </p:sp>
      <p:sp>
        <p:nvSpPr>
          <p:cNvPr id="7" name="テキスト プレースホルダー 4">
            <a:extLst>
              <a:ext uri="{FF2B5EF4-FFF2-40B4-BE49-F238E27FC236}">
                <a16:creationId xmlns:a16="http://schemas.microsoft.com/office/drawing/2014/main" id="{69868DCD-7386-4C99-ACE7-D84C66035A42}"/>
              </a:ext>
            </a:extLst>
          </p:cNvPr>
          <p:cNvSpPr txBox="1">
            <a:spLocks/>
          </p:cNvSpPr>
          <p:nvPr/>
        </p:nvSpPr>
        <p:spPr>
          <a:xfrm>
            <a:off x="462875" y="2364474"/>
            <a:ext cx="8216900" cy="169698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しかも、呼び出した側が実引数として渡すインスタンスによって自動的に処理が変わっていきます。</a:t>
            </a:r>
          </a:p>
          <a:p>
            <a:pPr marL="96838" indent="0">
              <a:buFont typeface="Arial" panose="020B0604020202020204" pitchFamily="34" charset="0"/>
              <a:buNone/>
            </a:pPr>
            <a:endParaRPr lang="ja-JP" altLang="en-US" dirty="0"/>
          </a:p>
          <a:p>
            <a:pPr marL="96838" indent="0">
              <a:buFont typeface="Arial" panose="020B0604020202020204" pitchFamily="34" charset="0"/>
              <a:buNone/>
            </a:pPr>
            <a:r>
              <a:rPr lang="ja-JP" altLang="en-US" dirty="0"/>
              <a:t>このように多態性は呼び出す側からは「ザックリした情報として呼び出す」ことになりますが、その際に渡したインスタンスによって処理が自動的に変わることができます。</a:t>
            </a:r>
          </a:p>
          <a:p>
            <a:pPr marL="96838" indent="0">
              <a:buFont typeface="Arial" panose="020B0604020202020204" pitchFamily="34" charset="0"/>
              <a:buNone/>
            </a:pPr>
            <a:r>
              <a:rPr lang="ja-JP" altLang="en-US" dirty="0"/>
              <a:t>このような特性から（同じ呼び出し方なのに多数の異なる状態を生み出すことがある）</a:t>
            </a:r>
            <a:br>
              <a:rPr lang="en-US" altLang="ja-JP" dirty="0"/>
            </a:br>
            <a:r>
              <a:rPr lang="ja-JP" altLang="en-US" b="1" dirty="0">
                <a:solidFill>
                  <a:schemeClr val="tx2"/>
                </a:solidFill>
              </a:rPr>
              <a:t>多態性（ポリモーフィズム）</a:t>
            </a:r>
            <a:r>
              <a:rPr lang="ja-JP" altLang="en-US" dirty="0"/>
              <a:t>と呼ばれます。</a:t>
            </a:r>
          </a:p>
        </p:txBody>
      </p:sp>
    </p:spTree>
    <p:extLst>
      <p:ext uri="{BB962C8B-B14F-4D97-AF65-F5344CB8AC3E}">
        <p14:creationId xmlns:p14="http://schemas.microsoft.com/office/powerpoint/2010/main" val="1944304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1590349-B379-4172-A120-B10F5C94F04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5DE2E33-6FD2-482B-AB29-BA7B904FB846}"/>
              </a:ext>
            </a:extLst>
          </p:cNvPr>
          <p:cNvSpPr>
            <a:spLocks noGrp="1"/>
          </p:cNvSpPr>
          <p:nvPr>
            <p:ph type="ctrTitle"/>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B288012-5F8E-4E91-89A2-A8EEE3BB3469}"/>
              </a:ext>
            </a:extLst>
          </p:cNvPr>
          <p:cNvSpPr>
            <a:spLocks noGrp="1"/>
          </p:cNvSpPr>
          <p:nvPr>
            <p:ph type="sldNum" sz="quarter" idx="4"/>
          </p:nvPr>
        </p:nvSpPr>
        <p:spPr/>
        <p:txBody>
          <a:bodyPr/>
          <a:lstStyle/>
          <a:p>
            <a:fld id="{00000000-1234-1234-1234-123412341234}" type="slidenum">
              <a:rPr lang="en" smtClean="0"/>
              <a:pPr/>
              <a:t>10</a:t>
            </a:fld>
            <a:endParaRPr lang="en" dirty="0"/>
          </a:p>
        </p:txBody>
      </p:sp>
      <p:grpSp>
        <p:nvGrpSpPr>
          <p:cNvPr id="6" name="グループ化 5">
            <a:extLst>
              <a:ext uri="{FF2B5EF4-FFF2-40B4-BE49-F238E27FC236}">
                <a16:creationId xmlns:a16="http://schemas.microsoft.com/office/drawing/2014/main" id="{1BE13848-0EA4-449D-B8C4-C935300BC201}"/>
              </a:ext>
            </a:extLst>
          </p:cNvPr>
          <p:cNvGrpSpPr/>
          <p:nvPr/>
        </p:nvGrpSpPr>
        <p:grpSpPr>
          <a:xfrm>
            <a:off x="268873" y="786891"/>
            <a:ext cx="8411576" cy="4075185"/>
            <a:chOff x="268873" y="786891"/>
            <a:chExt cx="8411576" cy="4132541"/>
          </a:xfrm>
        </p:grpSpPr>
        <p:sp>
          <p:nvSpPr>
            <p:cNvPr id="7" name="四角形: 角を丸くする 6">
              <a:extLst>
                <a:ext uri="{FF2B5EF4-FFF2-40B4-BE49-F238E27FC236}">
                  <a16:creationId xmlns:a16="http://schemas.microsoft.com/office/drawing/2014/main" id="{6E5C2ABB-2A02-4F11-8EB0-26D9A7995D4D}"/>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テキスト ボックス 7">
              <a:extLst>
                <a:ext uri="{FF2B5EF4-FFF2-40B4-BE49-F238E27FC236}">
                  <a16:creationId xmlns:a16="http://schemas.microsoft.com/office/drawing/2014/main" id="{E97307E6-4033-45F0-B01C-A0909B28745E}"/>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9" name="図 8">
              <a:extLst>
                <a:ext uri="{FF2B5EF4-FFF2-40B4-BE49-F238E27FC236}">
                  <a16:creationId xmlns:a16="http://schemas.microsoft.com/office/drawing/2014/main" id="{D834DB2C-3A9B-42F3-BABB-7ECBC38D1B14}"/>
                </a:ext>
              </a:extLst>
            </p:cNvPr>
            <p:cNvPicPr>
              <a:picLocks noChangeAspect="1"/>
            </p:cNvPicPr>
            <p:nvPr/>
          </p:nvPicPr>
          <p:blipFill>
            <a:blip r:embed="rId2"/>
            <a:stretch>
              <a:fillRect/>
            </a:stretch>
          </p:blipFill>
          <p:spPr>
            <a:xfrm>
              <a:off x="268873" y="805343"/>
              <a:ext cx="728929" cy="728929"/>
            </a:xfrm>
            <a:prstGeom prst="rect">
              <a:avLst/>
            </a:prstGeom>
          </p:spPr>
        </p:pic>
        <p:sp>
          <p:nvSpPr>
            <p:cNvPr id="10" name="吹き出し: 円形 9">
              <a:extLst>
                <a:ext uri="{FF2B5EF4-FFF2-40B4-BE49-F238E27FC236}">
                  <a16:creationId xmlns:a16="http://schemas.microsoft.com/office/drawing/2014/main" id="{9A7FD5C6-84BE-48AD-A56F-ECDF145F375F}"/>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1" name="テキスト ボックス 10">
            <a:extLst>
              <a:ext uri="{FF2B5EF4-FFF2-40B4-BE49-F238E27FC236}">
                <a16:creationId xmlns:a16="http://schemas.microsoft.com/office/drawing/2014/main" id="{9E17C050-5F55-4D44-BD92-EF3247BAA455}"/>
              </a:ext>
            </a:extLst>
          </p:cNvPr>
          <p:cNvSpPr txBox="1"/>
          <p:nvPr/>
        </p:nvSpPr>
        <p:spPr>
          <a:xfrm>
            <a:off x="993914" y="1342634"/>
            <a:ext cx="2849216" cy="455325"/>
          </a:xfrm>
          <a:prstGeom prst="rect">
            <a:avLst/>
          </a:prstGeom>
          <a:solidFill>
            <a:schemeClr val="bg1">
              <a:lumMod val="95000"/>
            </a:schemeClr>
          </a:solidFill>
        </p:spPr>
        <p:txBody>
          <a:bodyPr wrap="square" rtlCol="0">
            <a:no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　　オーバーライドを使うと</a:t>
            </a:r>
            <a:r>
              <a:rPr kumimoji="1" lang="en-US" altLang="ja-JP" sz="1600" dirty="0">
                <a:latin typeface="HGP創英角ﾎﾟｯﾌﾟ体" panose="040B0A00000000000000" pitchFamily="50" charset="-128"/>
                <a:ea typeface="HGP創英角ﾎﾟｯﾌﾟ体" panose="040B0A00000000000000" pitchFamily="50" charset="-128"/>
              </a:rPr>
              <a:t>…</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
        <p:nvSpPr>
          <p:cNvPr id="12" name="テキスト ボックス 11">
            <a:extLst>
              <a:ext uri="{FF2B5EF4-FFF2-40B4-BE49-F238E27FC236}">
                <a16:creationId xmlns:a16="http://schemas.microsoft.com/office/drawing/2014/main" id="{6460EE18-006B-4C0C-A8EE-A0CF3C2A8B8C}"/>
              </a:ext>
            </a:extLst>
          </p:cNvPr>
          <p:cNvSpPr txBox="1"/>
          <p:nvPr/>
        </p:nvSpPr>
        <p:spPr>
          <a:xfrm>
            <a:off x="1195766" y="1635104"/>
            <a:ext cx="7147247" cy="642930"/>
          </a:xfrm>
          <a:prstGeom prst="rect">
            <a:avLst/>
          </a:prstGeom>
          <a:solidFill>
            <a:schemeClr val="bg1">
              <a:lumMod val="95000"/>
            </a:schemeClr>
          </a:solidFill>
        </p:spPr>
        <p:txBody>
          <a:bodyPr wrap="square" rtlCol="0">
            <a:noAutofit/>
          </a:bodyPr>
          <a:lstStyle/>
          <a:p>
            <a:r>
              <a:rPr kumimoji="1" lang="ja-JP" altLang="en-US" sz="1400" baseline="0" dirty="0">
                <a:solidFill>
                  <a:schemeClr val="tx1"/>
                </a:solidFill>
                <a:latin typeface="HGP創英角ﾎﾟｯﾌﾟ体" panose="040B0A00000000000000" pitchFamily="50" charset="-128"/>
                <a:ea typeface="HGP創英角ﾎﾟｯﾌﾟ体" panose="040B0A00000000000000" pitchFamily="50" charset="-128"/>
              </a:rPr>
              <a:t>子クラスにしかないメソッドは親クラスの型で受け取ると使えないという話がありました。</a:t>
            </a:r>
            <a:endParaRPr kumimoji="1" lang="en-US" altLang="ja-JP" sz="1400" baseline="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ja-JP" altLang="en-US" sz="1400" dirty="0">
                <a:latin typeface="HGP創英角ﾎﾟｯﾌﾟ体" panose="040B0A00000000000000" pitchFamily="50" charset="-128"/>
                <a:ea typeface="HGP創英角ﾎﾟｯﾌﾟ体" panose="040B0A00000000000000" pitchFamily="50" charset="-128"/>
              </a:rPr>
              <a:t>しかし、オーバーライドされたメソッドは例外です！</a:t>
            </a:r>
            <a:endParaRPr kumimoji="1" lang="ja-JP" altLang="en-US" sz="14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
        <p:nvSpPr>
          <p:cNvPr id="14" name="テキスト プレースホルダー 4">
            <a:extLst>
              <a:ext uri="{FF2B5EF4-FFF2-40B4-BE49-F238E27FC236}">
                <a16:creationId xmlns:a16="http://schemas.microsoft.com/office/drawing/2014/main" id="{49AECB9B-F732-418E-B475-AE50B8B38478}"/>
              </a:ext>
            </a:extLst>
          </p:cNvPr>
          <p:cNvSpPr txBox="1">
            <a:spLocks/>
          </p:cNvSpPr>
          <p:nvPr/>
        </p:nvSpPr>
        <p:spPr>
          <a:xfrm>
            <a:off x="858330" y="2230540"/>
            <a:ext cx="3423214" cy="1257791"/>
          </a:xfrm>
          <a:prstGeom prst="rect">
            <a:avLst/>
          </a:prstGeom>
          <a:solidFill>
            <a:schemeClr val="bg1"/>
          </a:solidFill>
          <a:ln>
            <a:solidFill>
              <a:schemeClr val="accent1"/>
            </a:solidFill>
          </a:ln>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abstract class Student {</a:t>
            </a:r>
          </a:p>
          <a:p>
            <a:pPr marL="96838" indent="0">
              <a:buFont typeface="Arial" panose="020B0604020202020204" pitchFamily="34" charset="0"/>
              <a:buNone/>
            </a:pPr>
            <a:r>
              <a:rPr lang="ja-JP" altLang="en-US" sz="1200" dirty="0"/>
              <a:t>    </a:t>
            </a:r>
            <a:r>
              <a:rPr lang="en-US" altLang="ja-JP" sz="1200" dirty="0"/>
              <a:t>public abstract void introduce();</a:t>
            </a:r>
          </a:p>
          <a:p>
            <a:pPr marL="96838" indent="0">
              <a:buFont typeface="Arial" panose="020B0604020202020204" pitchFamily="34" charset="0"/>
              <a:buNone/>
            </a:pPr>
            <a:r>
              <a:rPr lang="en-US" altLang="ja-JP" sz="1200" dirty="0"/>
              <a:t>}</a:t>
            </a:r>
          </a:p>
        </p:txBody>
      </p:sp>
      <p:sp>
        <p:nvSpPr>
          <p:cNvPr id="15" name="テキスト プレースホルダー 4">
            <a:extLst>
              <a:ext uri="{FF2B5EF4-FFF2-40B4-BE49-F238E27FC236}">
                <a16:creationId xmlns:a16="http://schemas.microsoft.com/office/drawing/2014/main" id="{3F622175-B956-4593-9841-D54402691026}"/>
              </a:ext>
            </a:extLst>
          </p:cNvPr>
          <p:cNvSpPr txBox="1">
            <a:spLocks/>
          </p:cNvSpPr>
          <p:nvPr/>
        </p:nvSpPr>
        <p:spPr>
          <a:xfrm>
            <a:off x="4281544" y="2230540"/>
            <a:ext cx="4306792" cy="1257791"/>
          </a:xfrm>
          <a:prstGeom prst="rect">
            <a:avLst/>
          </a:prstGeom>
          <a:solidFill>
            <a:schemeClr val="bg1"/>
          </a:solidFill>
          <a:ln>
            <a:solidFill>
              <a:schemeClr val="accent1"/>
            </a:solidFill>
          </a:ln>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a:t>
            </a:r>
            <a:r>
              <a:rPr lang="en-US" altLang="ja-JP" sz="1200" dirty="0" err="1"/>
              <a:t>JavaStudent</a:t>
            </a:r>
            <a:r>
              <a:rPr lang="en-US" altLang="ja-JP" sz="1200" dirty="0"/>
              <a:t> extends Student{</a:t>
            </a:r>
          </a:p>
          <a:p>
            <a:pPr marL="96838" indent="0">
              <a:buFont typeface="Arial" panose="020B0604020202020204" pitchFamily="34" charset="0"/>
              <a:buNone/>
            </a:pPr>
            <a:r>
              <a:rPr lang="en-US" altLang="ja-JP" sz="1200" dirty="0"/>
              <a:t>    public void introduce() {</a:t>
            </a:r>
          </a:p>
          <a:p>
            <a:pPr marL="96838" indent="0">
              <a:buFont typeface="Arial" panose="020B0604020202020204" pitchFamily="34" charset="0"/>
              <a:buNone/>
            </a:pPr>
            <a:r>
              <a:rPr lang="en-US" altLang="ja-JP" sz="1200" dirty="0"/>
              <a:t>	System.out.println("Java</a:t>
            </a:r>
            <a:r>
              <a:rPr lang="ja-JP" altLang="en-US" sz="1200" dirty="0"/>
              <a:t>の勉強をします。</a:t>
            </a:r>
            <a:r>
              <a:rPr lang="en-US" altLang="ja-JP" sz="1200" dirty="0"/>
              <a:t>");</a:t>
            </a:r>
          </a:p>
          <a:p>
            <a:pPr marL="96838" indent="0">
              <a:buFont typeface="Arial" panose="020B0604020202020204" pitchFamily="34" charset="0"/>
              <a:buNone/>
            </a:pPr>
            <a:r>
              <a:rPr lang="en-US" altLang="ja-JP" sz="1200" dirty="0"/>
              <a:t>    }</a:t>
            </a:r>
          </a:p>
          <a:p>
            <a:pPr marL="96838" indent="0">
              <a:buFont typeface="Arial" panose="020B0604020202020204" pitchFamily="34" charset="0"/>
              <a:buNone/>
            </a:pPr>
            <a:r>
              <a:rPr lang="en-US" altLang="ja-JP" sz="1200" dirty="0"/>
              <a:t>}</a:t>
            </a:r>
          </a:p>
        </p:txBody>
      </p:sp>
      <p:sp>
        <p:nvSpPr>
          <p:cNvPr id="16" name="テキスト ボックス 15">
            <a:extLst>
              <a:ext uri="{FF2B5EF4-FFF2-40B4-BE49-F238E27FC236}">
                <a16:creationId xmlns:a16="http://schemas.microsoft.com/office/drawing/2014/main" id="{034D20C7-60A1-4C0B-B991-3050620BB42D}"/>
              </a:ext>
            </a:extLst>
          </p:cNvPr>
          <p:cNvSpPr txBox="1"/>
          <p:nvPr/>
        </p:nvSpPr>
        <p:spPr>
          <a:xfrm>
            <a:off x="998375" y="3522339"/>
            <a:ext cx="7147247" cy="1257791"/>
          </a:xfrm>
          <a:prstGeom prst="rect">
            <a:avLst/>
          </a:prstGeom>
          <a:solidFill>
            <a:schemeClr val="bg1">
              <a:lumMod val="95000"/>
            </a:schemeClr>
          </a:solidFill>
        </p:spPr>
        <p:txBody>
          <a:bodyPr wrap="square" rtlCol="0">
            <a:noAutofit/>
          </a:bodyPr>
          <a:lstStyle/>
          <a:p>
            <a:r>
              <a:rPr kumimoji="1" lang="ja-JP" altLang="en-US" sz="1400" dirty="0">
                <a:latin typeface="HGP創英角ﾎﾟｯﾌﾟ体" panose="040B0A00000000000000" pitchFamily="50" charset="-128"/>
                <a:ea typeface="HGP創英角ﾎﾟｯﾌﾟ体" panose="040B0A00000000000000" pitchFamily="50" charset="-128"/>
              </a:rPr>
              <a:t>このように</a:t>
            </a:r>
            <a:r>
              <a:rPr kumimoji="1" lang="en-US" altLang="ja-JP" sz="1400" dirty="0">
                <a:latin typeface="HGP創英角ﾎﾟｯﾌﾟ体" panose="040B0A00000000000000" pitchFamily="50" charset="-128"/>
                <a:ea typeface="HGP創英角ﾎﾟｯﾌﾟ体" panose="040B0A00000000000000" pitchFamily="50" charset="-128"/>
              </a:rPr>
              <a:t>introduce</a:t>
            </a:r>
            <a:r>
              <a:rPr kumimoji="1" lang="ja-JP" altLang="en-US" sz="1400" dirty="0">
                <a:latin typeface="HGP創英角ﾎﾟｯﾌﾟ体" panose="040B0A00000000000000" pitchFamily="50" charset="-128"/>
                <a:ea typeface="HGP創英角ﾎﾟｯﾌﾟ体" panose="040B0A00000000000000" pitchFamily="50" charset="-128"/>
              </a:rPr>
              <a:t>メソッドをオーバーライドしている場合、</a:t>
            </a:r>
            <a:endParaRPr kumimoji="1" lang="en-US" altLang="ja-JP" sz="1400" dirty="0">
              <a:latin typeface="HGP創英角ﾎﾟｯﾌﾟ体" panose="040B0A00000000000000" pitchFamily="50" charset="-128"/>
              <a:ea typeface="HGP創英角ﾎﾟｯﾌﾟ体" panose="040B0A00000000000000" pitchFamily="50" charset="-128"/>
            </a:endParaRPr>
          </a:p>
          <a:p>
            <a:r>
              <a:rPr kumimoji="1" lang="en-US" altLang="ja-JP" sz="1400" dirty="0">
                <a:latin typeface="HGP創英角ﾎﾟｯﾌﾟ体" panose="040B0A00000000000000" pitchFamily="50" charset="-128"/>
                <a:ea typeface="HGP創英角ﾎﾟｯﾌﾟ体" panose="040B0A00000000000000" pitchFamily="50" charset="-128"/>
              </a:rPr>
              <a:t>Student </a:t>
            </a:r>
            <a:r>
              <a:rPr kumimoji="1" lang="en-US" altLang="ja-JP" sz="1400" dirty="0" err="1">
                <a:latin typeface="HGP創英角ﾎﾟｯﾌﾟ体" panose="040B0A00000000000000" pitchFamily="50" charset="-128"/>
                <a:ea typeface="HGP創英角ﾎﾟｯﾌﾟ体" panose="040B0A00000000000000" pitchFamily="50" charset="-128"/>
              </a:rPr>
              <a:t>student</a:t>
            </a:r>
            <a:r>
              <a:rPr kumimoji="1" lang="en-US" altLang="ja-JP" sz="1400" dirty="0">
                <a:latin typeface="HGP創英角ﾎﾟｯﾌﾟ体" panose="040B0A00000000000000" pitchFamily="50" charset="-128"/>
                <a:ea typeface="HGP創英角ﾎﾟｯﾌﾟ体" panose="040B0A00000000000000" pitchFamily="50" charset="-128"/>
              </a:rPr>
              <a:t> = new JavaStudent();</a:t>
            </a:r>
          </a:p>
          <a:p>
            <a:r>
              <a:rPr kumimoji="1" lang="en-US" altLang="ja-JP" sz="1400" dirty="0">
                <a:latin typeface="HGP創英角ﾎﾟｯﾌﾟ体" panose="040B0A00000000000000" pitchFamily="50" charset="-128"/>
                <a:ea typeface="HGP創英角ﾎﾟｯﾌﾟ体" panose="040B0A00000000000000" pitchFamily="50" charset="-128"/>
              </a:rPr>
              <a:t>student.introduce();</a:t>
            </a:r>
          </a:p>
          <a:p>
            <a:r>
              <a:rPr kumimoji="1" lang="ja-JP" altLang="en-US" sz="1400" dirty="0">
                <a:latin typeface="HGP創英角ﾎﾟｯﾌﾟ体" panose="040B0A00000000000000" pitchFamily="50" charset="-128"/>
                <a:ea typeface="HGP創英角ﾎﾟｯﾌﾟ体" panose="040B0A00000000000000" pitchFamily="50" charset="-128"/>
              </a:rPr>
              <a:t>と</a:t>
            </a:r>
            <a:r>
              <a:rPr kumimoji="1" lang="en-US" altLang="ja-JP" sz="1400" dirty="0">
                <a:latin typeface="HGP創英角ﾎﾟｯﾌﾟ体" panose="040B0A00000000000000" pitchFamily="50" charset="-128"/>
                <a:ea typeface="HGP創英角ﾎﾟｯﾌﾟ体" panose="040B0A00000000000000" pitchFamily="50" charset="-128"/>
              </a:rPr>
              <a:t>introduce</a:t>
            </a:r>
            <a:r>
              <a:rPr kumimoji="1" lang="ja-JP" altLang="en-US" sz="1400" dirty="0">
                <a:latin typeface="HGP創英角ﾎﾟｯﾌﾟ体" panose="040B0A00000000000000" pitchFamily="50" charset="-128"/>
                <a:ea typeface="HGP創英角ﾎﾟｯﾌﾟ体" panose="040B0A00000000000000" pitchFamily="50" charset="-128"/>
              </a:rPr>
              <a:t>メソッドを呼び出すと</a:t>
            </a:r>
            <a:r>
              <a:rPr kumimoji="1" lang="en-US" altLang="ja-JP" sz="1400" dirty="0">
                <a:latin typeface="HGP創英角ﾎﾟｯﾌﾟ体" panose="040B0A00000000000000" pitchFamily="50" charset="-128"/>
                <a:ea typeface="HGP創英角ﾎﾟｯﾌﾟ体" panose="040B0A00000000000000" pitchFamily="50" charset="-128"/>
              </a:rPr>
              <a:t>JavaStudent</a:t>
            </a:r>
            <a:r>
              <a:rPr kumimoji="1" lang="ja-JP" altLang="en-US" sz="1400" dirty="0">
                <a:latin typeface="HGP創英角ﾎﾟｯﾌﾟ体" panose="040B0A00000000000000" pitchFamily="50" charset="-128"/>
                <a:ea typeface="HGP創英角ﾎﾟｯﾌﾟ体" panose="040B0A00000000000000" pitchFamily="50" charset="-128"/>
              </a:rPr>
              <a:t>クラスの</a:t>
            </a:r>
            <a:r>
              <a:rPr kumimoji="1" lang="en-US" altLang="ja-JP" sz="1400" dirty="0">
                <a:latin typeface="HGP創英角ﾎﾟｯﾌﾟ体" panose="040B0A00000000000000" pitchFamily="50" charset="-128"/>
                <a:ea typeface="HGP創英角ﾎﾟｯﾌﾟ体" panose="040B0A00000000000000" pitchFamily="50" charset="-128"/>
              </a:rPr>
              <a:t>introduce</a:t>
            </a:r>
            <a:r>
              <a:rPr kumimoji="1" lang="ja-JP" altLang="en-US" sz="1400" dirty="0">
                <a:latin typeface="HGP創英角ﾎﾟｯﾌﾟ体" panose="040B0A00000000000000" pitchFamily="50" charset="-128"/>
                <a:ea typeface="HGP創英角ﾎﾟｯﾌﾟ体" panose="040B0A00000000000000" pitchFamily="50" charset="-128"/>
              </a:rPr>
              <a:t>メソッドが呼び出されます。</a:t>
            </a:r>
            <a:endParaRPr kumimoji="1" lang="en-US" altLang="ja-JP" sz="1400" dirty="0">
              <a:latin typeface="HGP創英角ﾎﾟｯﾌﾟ体" panose="040B0A00000000000000" pitchFamily="50" charset="-128"/>
              <a:ea typeface="HGP創英角ﾎﾟｯﾌﾟ体" panose="040B0A00000000000000" pitchFamily="50" charset="-128"/>
            </a:endParaRPr>
          </a:p>
          <a:p>
            <a:r>
              <a:rPr kumimoji="1" lang="ja-JP" altLang="en-US" sz="1400" dirty="0">
                <a:latin typeface="HGP創英角ﾎﾟｯﾌﾟ体" panose="040B0A00000000000000" pitchFamily="50" charset="-128"/>
                <a:ea typeface="HGP創英角ﾎﾟｯﾌﾟ体" panose="040B0A00000000000000" pitchFamily="50" charset="-128"/>
              </a:rPr>
              <a:t>これはオーバーライドで</a:t>
            </a:r>
            <a:r>
              <a:rPr kumimoji="1" lang="en-US" altLang="ja-JP" sz="1400" dirty="0">
                <a:latin typeface="HGP創英角ﾎﾟｯﾌﾟ体" panose="040B0A00000000000000" pitchFamily="50" charset="-128"/>
                <a:ea typeface="HGP創英角ﾎﾟｯﾌﾟ体" panose="040B0A00000000000000" pitchFamily="50" charset="-128"/>
              </a:rPr>
              <a:t>Student</a:t>
            </a:r>
            <a:r>
              <a:rPr kumimoji="1" lang="ja-JP" altLang="en-US" sz="1400" dirty="0">
                <a:latin typeface="HGP創英角ﾎﾟｯﾌﾟ体" panose="040B0A00000000000000" pitchFamily="50" charset="-128"/>
                <a:ea typeface="HGP創英角ﾎﾟｯﾌﾟ体" panose="040B0A00000000000000" pitchFamily="50" charset="-128"/>
              </a:rPr>
              <a:t>クラスの</a:t>
            </a:r>
            <a:r>
              <a:rPr kumimoji="1" lang="en-US" altLang="ja-JP" sz="1400" dirty="0">
                <a:latin typeface="HGP創英角ﾎﾟｯﾌﾟ体" panose="040B0A00000000000000" pitchFamily="50" charset="-128"/>
                <a:ea typeface="HGP創英角ﾎﾟｯﾌﾟ体" panose="040B0A00000000000000" pitchFamily="50" charset="-128"/>
              </a:rPr>
              <a:t>introduce</a:t>
            </a:r>
            <a:r>
              <a:rPr kumimoji="1" lang="ja-JP" altLang="en-US" sz="1400" dirty="0">
                <a:latin typeface="HGP創英角ﾎﾟｯﾌﾟ体" panose="040B0A00000000000000" pitchFamily="50" charset="-128"/>
                <a:ea typeface="HGP創英角ﾎﾟｯﾌﾟ体" panose="040B0A00000000000000" pitchFamily="50" charset="-128"/>
              </a:rPr>
              <a:t>メソッドが書き換えられるためです。</a:t>
            </a:r>
            <a:endParaRPr kumimoji="1" lang="en-US" altLang="ja-JP" sz="1400" dirty="0">
              <a:latin typeface="HGP創英角ﾎﾟｯﾌﾟ体" panose="040B0A00000000000000" pitchFamily="50" charset="-128"/>
              <a:ea typeface="HGP創英角ﾎﾟｯﾌﾟ体" panose="040B0A00000000000000" pitchFamily="50" charset="-128"/>
            </a:endParaRPr>
          </a:p>
          <a:p>
            <a:endParaRPr kumimoji="1" lang="ja-JP" altLang="en-US" sz="14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570133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54218BE-9FD8-4AF7-B9D4-D4B3FC7E32F2}"/>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900C04E-5E05-43A5-860E-A7DAF534B056}"/>
              </a:ext>
            </a:extLst>
          </p:cNvPr>
          <p:cNvSpPr>
            <a:spLocks noGrp="1"/>
          </p:cNvSpPr>
          <p:nvPr>
            <p:ph type="ctrTitle"/>
          </p:nvPr>
        </p:nvSpPr>
        <p:spPr/>
        <p:txBody>
          <a:bodyPr/>
          <a:lstStyle/>
          <a:p>
            <a:r>
              <a:rPr lang="ja-JP" altLang="ja-JP" dirty="0"/>
              <a:t>多態性のまとめ</a:t>
            </a:r>
            <a:endParaRPr kumimoji="1" lang="ja-JP" altLang="en-US" dirty="0"/>
          </a:p>
        </p:txBody>
      </p:sp>
      <p:sp>
        <p:nvSpPr>
          <p:cNvPr id="4" name="スライド番号プレースホルダー 3">
            <a:extLst>
              <a:ext uri="{FF2B5EF4-FFF2-40B4-BE49-F238E27FC236}">
                <a16:creationId xmlns:a16="http://schemas.microsoft.com/office/drawing/2014/main" id="{96B90C8A-1F80-4290-9F7F-E38D81A41D8C}"/>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9877612E-74EE-4115-BC1E-E0CF3FFCCA59}"/>
              </a:ext>
            </a:extLst>
          </p:cNvPr>
          <p:cNvSpPr>
            <a:spLocks noGrp="1"/>
          </p:cNvSpPr>
          <p:nvPr>
            <p:ph type="body" sz="quarter" idx="14"/>
          </p:nvPr>
        </p:nvSpPr>
        <p:spPr/>
        <p:txBody>
          <a:bodyPr/>
          <a:lstStyle/>
          <a:p>
            <a:pPr marL="101600" indent="0">
              <a:buNone/>
            </a:pPr>
            <a:r>
              <a:rPr lang="ja-JP" altLang="en-US" dirty="0">
                <a:solidFill>
                  <a:schemeClr val="tx2"/>
                </a:solidFill>
              </a:rPr>
              <a:t>多態性とは何かの理解</a:t>
            </a:r>
            <a:endParaRPr lang="en-US" altLang="ja-JP" dirty="0">
              <a:solidFill>
                <a:schemeClr val="tx2"/>
              </a:solidFill>
            </a:endParaRPr>
          </a:p>
          <a:p>
            <a:pPr marL="101600" indent="0">
              <a:buNone/>
            </a:pPr>
            <a:r>
              <a:rPr lang="ja-JP" altLang="en-US" dirty="0"/>
              <a:t>　　親クラスの型になってる変数に子クラスのインスタンスを格納することが出来る。この機能を</a:t>
            </a:r>
            <a:endParaRPr lang="en-US" altLang="ja-JP" dirty="0"/>
          </a:p>
          <a:p>
            <a:pPr marL="101600" indent="0">
              <a:buNone/>
            </a:pPr>
            <a:r>
              <a:rPr lang="ja-JP" altLang="en-US" dirty="0"/>
              <a:t>　　多態性という。</a:t>
            </a:r>
            <a:endParaRPr lang="en-US" altLang="ja-JP" dirty="0"/>
          </a:p>
          <a:p>
            <a:pPr marL="101600" indent="0">
              <a:buNone/>
            </a:pPr>
            <a:endParaRPr lang="en-US" altLang="ja-JP" dirty="0"/>
          </a:p>
          <a:p>
            <a:pPr marL="101600" indent="0">
              <a:buNone/>
            </a:pPr>
            <a:r>
              <a:rPr lang="ja-JP" altLang="en-US" dirty="0">
                <a:solidFill>
                  <a:schemeClr val="tx2"/>
                </a:solidFill>
              </a:rPr>
              <a:t>キャストの利用と理解</a:t>
            </a:r>
            <a:endParaRPr lang="en-US" altLang="ja-JP" dirty="0">
              <a:solidFill>
                <a:schemeClr val="tx2"/>
              </a:solidFill>
            </a:endParaRPr>
          </a:p>
          <a:p>
            <a:pPr marL="101600" indent="0">
              <a:buNone/>
            </a:pPr>
            <a:r>
              <a:rPr lang="ja-JP" altLang="en-US" dirty="0"/>
              <a:t>　　一度親クラスの型に入れた子クラスのインスタンスは、キャストを行うことで子クラスの型に</a:t>
            </a:r>
            <a:endParaRPr lang="en-US" altLang="ja-JP" dirty="0"/>
          </a:p>
          <a:p>
            <a:pPr marL="101600" indent="0">
              <a:buNone/>
            </a:pPr>
            <a:r>
              <a:rPr lang="ja-JP" altLang="en-US" dirty="0"/>
              <a:t>　　取りだすことが出来る。子クラスにしかないメソッドを使用したい場合はキャストしよう。</a:t>
            </a:r>
            <a:endParaRPr lang="en-US" altLang="ja-JP" dirty="0"/>
          </a:p>
          <a:p>
            <a:pPr marL="101600" indent="0">
              <a:buNone/>
            </a:pPr>
            <a:endParaRPr lang="en-US" altLang="ja-JP" dirty="0"/>
          </a:p>
          <a:p>
            <a:pPr marL="101600" indent="0">
              <a:buNone/>
            </a:pPr>
            <a:r>
              <a:rPr lang="ja-JP" altLang="en-US" dirty="0">
                <a:solidFill>
                  <a:schemeClr val="tx2"/>
                </a:solidFill>
              </a:rPr>
              <a:t>多態性の有用性の理解</a:t>
            </a:r>
            <a:endParaRPr lang="en-US" altLang="ja-JP" dirty="0">
              <a:solidFill>
                <a:schemeClr val="tx2"/>
              </a:solidFill>
            </a:endParaRPr>
          </a:p>
          <a:p>
            <a:pPr marL="101600" indent="0">
              <a:buNone/>
            </a:pPr>
            <a:r>
              <a:rPr lang="ja-JP" altLang="en-US" dirty="0"/>
              <a:t>　　多態性を使うことで、別々のメソッドが必要だった処理が一つになったり、オーバーライドし</a:t>
            </a:r>
            <a:endParaRPr lang="en-US" altLang="ja-JP" dirty="0"/>
          </a:p>
          <a:p>
            <a:pPr marL="101600" indent="0">
              <a:buNone/>
            </a:pPr>
            <a:r>
              <a:rPr lang="ja-JP" altLang="en-US" dirty="0"/>
              <a:t>　　たメソッドであればそのまま呼び出すことで処理が行えるようになる。</a:t>
            </a:r>
            <a:endParaRPr lang="en-US" altLang="ja-JP" dirty="0"/>
          </a:p>
        </p:txBody>
      </p:sp>
    </p:spTree>
    <p:extLst>
      <p:ext uri="{BB962C8B-B14F-4D97-AF65-F5344CB8AC3E}">
        <p14:creationId xmlns:p14="http://schemas.microsoft.com/office/powerpoint/2010/main" val="266285334"/>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1751</TotalTime>
  <Words>1215</Words>
  <Application>Microsoft Office PowerPoint</Application>
  <PresentationFormat>画面に合わせる (16:9)</PresentationFormat>
  <Paragraphs>169</Paragraphs>
  <Slides>12</Slides>
  <Notes>1</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12</vt:i4>
      </vt:variant>
    </vt:vector>
  </HeadingPairs>
  <TitlesOfParts>
    <vt:vector size="22" baseType="lpstr">
      <vt:lpstr>MS Gothic</vt:lpstr>
      <vt:lpstr>Gill Sans Ultra Bold</vt:lpstr>
      <vt:lpstr>HGS創英角ﾎﾟｯﾌﾟ体</vt:lpstr>
      <vt:lpstr>MyricaM M</vt:lpstr>
      <vt:lpstr>Arial</vt:lpstr>
      <vt:lpstr>HGP創英角ﾎﾟｯﾌﾟ体</vt:lpstr>
      <vt:lpstr>Montserrat</vt:lpstr>
      <vt:lpstr>BIZ UDゴシック</vt:lpstr>
      <vt:lpstr>游ゴシック</vt:lpstr>
      <vt:lpstr>template</vt:lpstr>
      <vt:lpstr>改訂履歴</vt:lpstr>
      <vt:lpstr>多態性</vt:lpstr>
      <vt:lpstr>テキストの ゴール</vt:lpstr>
      <vt:lpstr>テキストの 流れ</vt:lpstr>
      <vt:lpstr>多態性とは</vt:lpstr>
      <vt:lpstr>何でも箱に入れられるのか？</vt:lpstr>
      <vt:lpstr>多態性の注意点</vt:lpstr>
      <vt:lpstr>PowerPoint プレゼンテーション</vt:lpstr>
      <vt:lpstr>多態性を使用するメリット</vt:lpstr>
      <vt:lpstr>メソッド引数における汎用性</vt:lpstr>
      <vt:lpstr>PowerPoint プレゼンテーション</vt:lpstr>
      <vt:lpstr>多態性のまとめ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30</cp:revision>
  <dcterms:created xsi:type="dcterms:W3CDTF">2020-11-26T07:05:51Z</dcterms:created>
  <dcterms:modified xsi:type="dcterms:W3CDTF">2025-03-19T07:53:44Z</dcterms:modified>
</cp:coreProperties>
</file>