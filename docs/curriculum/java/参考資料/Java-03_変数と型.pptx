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20"/>
  </p:notesMasterIdLst>
  <p:handoutMasterIdLst>
    <p:handoutMasterId r:id="rId21"/>
  </p:handoutMasterIdLst>
  <p:sldIdLst>
    <p:sldId id="382" r:id="rId2"/>
    <p:sldId id="256" r:id="rId3"/>
    <p:sldId id="360" r:id="rId4"/>
    <p:sldId id="361" r:id="rId5"/>
    <p:sldId id="373" r:id="rId6"/>
    <p:sldId id="385" r:id="rId7"/>
    <p:sldId id="386" r:id="rId8"/>
    <p:sldId id="411" r:id="rId9"/>
    <p:sldId id="388" r:id="rId10"/>
    <p:sldId id="409" r:id="rId11"/>
    <p:sldId id="410" r:id="rId12"/>
    <p:sldId id="412" r:id="rId13"/>
    <p:sldId id="391" r:id="rId14"/>
    <p:sldId id="413" r:id="rId15"/>
    <p:sldId id="408" r:id="rId16"/>
    <p:sldId id="414" r:id="rId17"/>
    <p:sldId id="415" r:id="rId18"/>
    <p:sldId id="393" r:id="rId19"/>
  </p:sldIdLst>
  <p:sldSz cx="9144000" cy="5143500" type="screen16x9"/>
  <p:notesSz cx="6858000" cy="9144000"/>
  <p:embeddedFontLst>
    <p:embeddedFont>
      <p:font typeface="MyricaM M" panose="020B0600070205080204" charset="-128"/>
      <p:regular r:id="rId22"/>
    </p:embeddedFont>
    <p:embeddedFont>
      <p:font typeface="Meiryo" panose="020B0604030504040204" pitchFamily="50" charset="-128"/>
      <p:regular r:id="rId23"/>
      <p:bold r:id="rId24"/>
      <p:italic r:id="rId25"/>
      <p:boldItalic r:id="rId26"/>
    </p:embeddedFont>
    <p:embeddedFont>
      <p:font typeface="BIZ UDゴシック" panose="020B0400000000000000" pitchFamily="49" charset="-128"/>
      <p:regular r:id="rId27"/>
      <p:bold r:id="rId28"/>
    </p:embeddedFont>
    <p:embeddedFont>
      <p:font typeface="Gill Sans Ultra Bold" panose="020B0A02020104020203" pitchFamily="34" charset="0"/>
      <p:regular r:id="rId29"/>
    </p:embeddedFont>
    <p:embeddedFont>
      <p:font typeface="HGP創英角ﾎﾟｯﾌﾟ体" panose="040B0A00000000000000" pitchFamily="50" charset="-128"/>
      <p:regular r:id="rId30"/>
    </p:embeddedFont>
    <p:embeddedFont>
      <p:font typeface="Montserrat" panose="00000500000000000000" pitchFamily="2" charset="0"/>
      <p:regular r:id="rId31"/>
      <p:bold r:id="rId32"/>
      <p:italic r:id="rId33"/>
      <p:boldItalic r:id="rId34"/>
    </p:embeddedFont>
    <p:embeddedFont>
      <p:font typeface="Quattrocento Sans" panose="020B0502050000020003" pitchFamily="34" charset="0"/>
      <p:regular r:id="rId35"/>
      <p:bold r:id="rId36"/>
      <p:italic r:id="rId37"/>
      <p:boldItalic r:id="rId38"/>
    </p:embeddedFont>
    <p:embeddedFont>
      <p:font typeface="游ゴシック" panose="020B0400000000000000" pitchFamily="50" charset="-128"/>
      <p:regular r:id="rId39"/>
      <p:bold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FF0000"/>
    <a:srgbClr val="FF9900"/>
    <a:srgbClr val="0000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5" autoAdjust="0"/>
    <p:restoredTop sz="95728" autoAdjust="0"/>
  </p:normalViewPr>
  <p:slideViewPr>
    <p:cSldViewPr snapToGrid="0">
      <p:cViewPr varScale="1">
        <p:scale>
          <a:sx n="104" d="100"/>
          <a:sy n="104" d="100"/>
        </p:scale>
        <p:origin x="288"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handoutMaster" Target="handoutMasters/handoutMaster1.xml"/><Relationship Id="rId34" Type="http://schemas.openxmlformats.org/officeDocument/2006/relationships/font" Target="fonts/font1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notesMaster" Target="notesMasters/notesMaster1.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稔章 今野" userId="9659808f-245f-46a7-991e-983cdf43b7a2" providerId="ADAL" clId="{7DBCBE6B-8105-40F9-B94E-7FD236103886}"/>
    <pc:docChg chg="undo custSel addSld delSld modSld sldOrd">
      <pc:chgData name="稔章 今野" userId="9659808f-245f-46a7-991e-983cdf43b7a2" providerId="ADAL" clId="{7DBCBE6B-8105-40F9-B94E-7FD236103886}" dt="2021-12-27T05:55:30.812" v="4091" actId="20577"/>
      <pc:docMkLst>
        <pc:docMk/>
      </pc:docMkLst>
      <pc:sldChg chg="modSp mod">
        <pc:chgData name="稔章 今野" userId="9659808f-245f-46a7-991e-983cdf43b7a2" providerId="ADAL" clId="{7DBCBE6B-8105-40F9-B94E-7FD236103886}" dt="2021-12-27T03:32:22.127" v="68" actId="20577"/>
        <pc:sldMkLst>
          <pc:docMk/>
          <pc:sldMk cId="0" sldId="256"/>
        </pc:sldMkLst>
        <pc:spChg chg="mod">
          <ac:chgData name="稔章 今野" userId="9659808f-245f-46a7-991e-983cdf43b7a2" providerId="ADAL" clId="{7DBCBE6B-8105-40F9-B94E-7FD236103886}" dt="2021-12-27T03:32:22.127" v="68" actId="20577"/>
          <ac:spMkLst>
            <pc:docMk/>
            <pc:sldMk cId="0" sldId="256"/>
            <ac:spMk id="56" creationId="{00000000-0000-0000-0000-000000000000}"/>
          </ac:spMkLst>
        </pc:spChg>
      </pc:sldChg>
      <pc:sldChg chg="modSp mod">
        <pc:chgData name="稔章 今野" userId="9659808f-245f-46a7-991e-983cdf43b7a2" providerId="ADAL" clId="{7DBCBE6B-8105-40F9-B94E-7FD236103886}" dt="2021-12-27T04:52:40.340" v="2283" actId="20577"/>
        <pc:sldMkLst>
          <pc:docMk/>
          <pc:sldMk cId="1668843990" sldId="360"/>
        </pc:sldMkLst>
        <pc:spChg chg="mod">
          <ac:chgData name="稔章 今野" userId="9659808f-245f-46a7-991e-983cdf43b7a2" providerId="ADAL" clId="{7DBCBE6B-8105-40F9-B94E-7FD236103886}" dt="2021-12-27T04:52:40.340" v="2283" actId="20577"/>
          <ac:spMkLst>
            <pc:docMk/>
            <pc:sldMk cId="1668843990" sldId="360"/>
            <ac:spMk id="9" creationId="{A4832727-EA7F-44D6-A9F2-E4AE0246960A}"/>
          </ac:spMkLst>
        </pc:spChg>
      </pc:sldChg>
      <pc:sldChg chg="modSp mod">
        <pc:chgData name="稔章 今野" userId="9659808f-245f-46a7-991e-983cdf43b7a2" providerId="ADAL" clId="{7DBCBE6B-8105-40F9-B94E-7FD236103886}" dt="2021-12-27T03:32:37.754" v="76" actId="20577"/>
        <pc:sldMkLst>
          <pc:docMk/>
          <pc:sldMk cId="267129399" sldId="361"/>
        </pc:sldMkLst>
        <pc:spChg chg="mod">
          <ac:chgData name="稔章 今野" userId="9659808f-245f-46a7-991e-983cdf43b7a2" providerId="ADAL" clId="{7DBCBE6B-8105-40F9-B94E-7FD236103886}" dt="2021-12-27T03:32:37.754" v="76" actId="20577"/>
          <ac:spMkLst>
            <pc:docMk/>
            <pc:sldMk cId="267129399" sldId="361"/>
            <ac:spMk id="6" creationId="{D0F3BEAC-A5EA-4EE4-95C7-0AEC1107FD29}"/>
          </ac:spMkLst>
        </pc:spChg>
      </pc:sldChg>
      <pc:sldChg chg="del">
        <pc:chgData name="稔章 今野" userId="9659808f-245f-46a7-991e-983cdf43b7a2" providerId="ADAL" clId="{7DBCBE6B-8105-40F9-B94E-7FD236103886}" dt="2021-12-27T02:29:55.310" v="1" actId="47"/>
        <pc:sldMkLst>
          <pc:docMk/>
          <pc:sldMk cId="1859091905" sldId="362"/>
        </pc:sldMkLst>
      </pc:sldChg>
      <pc:sldChg chg="del">
        <pc:chgData name="稔章 今野" userId="9659808f-245f-46a7-991e-983cdf43b7a2" providerId="ADAL" clId="{7DBCBE6B-8105-40F9-B94E-7FD236103886}" dt="2021-12-27T02:29:56.076" v="2" actId="47"/>
        <pc:sldMkLst>
          <pc:docMk/>
          <pc:sldMk cId="3069677134" sldId="363"/>
        </pc:sldMkLst>
      </pc:sldChg>
      <pc:sldChg chg="del">
        <pc:chgData name="稔章 今野" userId="9659808f-245f-46a7-991e-983cdf43b7a2" providerId="ADAL" clId="{7DBCBE6B-8105-40F9-B94E-7FD236103886}" dt="2021-12-27T02:29:56.888" v="3" actId="47"/>
        <pc:sldMkLst>
          <pc:docMk/>
          <pc:sldMk cId="2175104273" sldId="364"/>
        </pc:sldMkLst>
      </pc:sldChg>
      <pc:sldChg chg="del">
        <pc:chgData name="稔章 今野" userId="9659808f-245f-46a7-991e-983cdf43b7a2" providerId="ADAL" clId="{7DBCBE6B-8105-40F9-B94E-7FD236103886}" dt="2021-12-27T02:29:57.544" v="4" actId="47"/>
        <pc:sldMkLst>
          <pc:docMk/>
          <pc:sldMk cId="1672930496" sldId="365"/>
        </pc:sldMkLst>
      </pc:sldChg>
      <pc:sldChg chg="del">
        <pc:chgData name="稔章 今野" userId="9659808f-245f-46a7-991e-983cdf43b7a2" providerId="ADAL" clId="{7DBCBE6B-8105-40F9-B94E-7FD236103886}" dt="2021-12-27T02:29:58.138" v="5" actId="47"/>
        <pc:sldMkLst>
          <pc:docMk/>
          <pc:sldMk cId="3813337944" sldId="366"/>
        </pc:sldMkLst>
      </pc:sldChg>
      <pc:sldChg chg="del">
        <pc:chgData name="稔章 今野" userId="9659808f-245f-46a7-991e-983cdf43b7a2" providerId="ADAL" clId="{7DBCBE6B-8105-40F9-B94E-7FD236103886}" dt="2021-12-27T02:29:59.232" v="7" actId="47"/>
        <pc:sldMkLst>
          <pc:docMk/>
          <pc:sldMk cId="926421663" sldId="367"/>
        </pc:sldMkLst>
      </pc:sldChg>
      <pc:sldChg chg="del">
        <pc:chgData name="稔章 今野" userId="9659808f-245f-46a7-991e-983cdf43b7a2" providerId="ADAL" clId="{7DBCBE6B-8105-40F9-B94E-7FD236103886}" dt="2021-12-27T02:29:59.841" v="8" actId="47"/>
        <pc:sldMkLst>
          <pc:docMk/>
          <pc:sldMk cId="1591258520" sldId="368"/>
        </pc:sldMkLst>
      </pc:sldChg>
      <pc:sldChg chg="del">
        <pc:chgData name="稔章 今野" userId="9659808f-245f-46a7-991e-983cdf43b7a2" providerId="ADAL" clId="{7DBCBE6B-8105-40F9-B94E-7FD236103886}" dt="2021-12-27T02:30:00.466" v="9" actId="47"/>
        <pc:sldMkLst>
          <pc:docMk/>
          <pc:sldMk cId="4005864456" sldId="369"/>
        </pc:sldMkLst>
      </pc:sldChg>
      <pc:sldChg chg="del">
        <pc:chgData name="稔章 今野" userId="9659808f-245f-46a7-991e-983cdf43b7a2" providerId="ADAL" clId="{7DBCBE6B-8105-40F9-B94E-7FD236103886}" dt="2021-12-27T02:30:01.997" v="10" actId="47"/>
        <pc:sldMkLst>
          <pc:docMk/>
          <pc:sldMk cId="1111639589" sldId="370"/>
        </pc:sldMkLst>
      </pc:sldChg>
      <pc:sldChg chg="del">
        <pc:chgData name="稔章 今野" userId="9659808f-245f-46a7-991e-983cdf43b7a2" providerId="ADAL" clId="{7DBCBE6B-8105-40F9-B94E-7FD236103886}" dt="2021-12-27T02:30:02.825" v="11" actId="47"/>
        <pc:sldMkLst>
          <pc:docMk/>
          <pc:sldMk cId="1449548173" sldId="371"/>
        </pc:sldMkLst>
      </pc:sldChg>
      <pc:sldChg chg="del ord">
        <pc:chgData name="稔章 今野" userId="9659808f-245f-46a7-991e-983cdf43b7a2" providerId="ADAL" clId="{7DBCBE6B-8105-40F9-B94E-7FD236103886}" dt="2021-12-27T04:12:05.768" v="1430" actId="47"/>
        <pc:sldMkLst>
          <pc:docMk/>
          <pc:sldMk cId="944436562" sldId="372"/>
        </pc:sldMkLst>
      </pc:sldChg>
      <pc:sldChg chg="modSp del mod ord">
        <pc:chgData name="稔章 今野" userId="9659808f-245f-46a7-991e-983cdf43b7a2" providerId="ADAL" clId="{7DBCBE6B-8105-40F9-B94E-7FD236103886}" dt="2021-12-27T04:23:53.140" v="1574" actId="47"/>
        <pc:sldMkLst>
          <pc:docMk/>
          <pc:sldMk cId="35644827" sldId="373"/>
        </pc:sldMkLst>
        <pc:spChg chg="mod">
          <ac:chgData name="稔章 今野" userId="9659808f-245f-46a7-991e-983cdf43b7a2" providerId="ADAL" clId="{7DBCBE6B-8105-40F9-B94E-7FD236103886}" dt="2021-12-27T04:23:11.874" v="1547" actId="20577"/>
          <ac:spMkLst>
            <pc:docMk/>
            <pc:sldMk cId="35644827" sldId="373"/>
            <ac:spMk id="5" creationId="{A53D55A4-4B24-4FF1-846F-0CB6B88DE619}"/>
          </ac:spMkLst>
        </pc:spChg>
      </pc:sldChg>
      <pc:sldChg chg="del">
        <pc:chgData name="稔章 今野" userId="9659808f-245f-46a7-991e-983cdf43b7a2" providerId="ADAL" clId="{7DBCBE6B-8105-40F9-B94E-7FD236103886}" dt="2021-12-27T02:30:08.153" v="13" actId="47"/>
        <pc:sldMkLst>
          <pc:docMk/>
          <pc:sldMk cId="3586215112" sldId="374"/>
        </pc:sldMkLst>
      </pc:sldChg>
      <pc:sldChg chg="del">
        <pc:chgData name="稔章 今野" userId="9659808f-245f-46a7-991e-983cdf43b7a2" providerId="ADAL" clId="{7DBCBE6B-8105-40F9-B94E-7FD236103886}" dt="2021-12-27T02:30:12.095" v="15" actId="47"/>
        <pc:sldMkLst>
          <pc:docMk/>
          <pc:sldMk cId="3278431197" sldId="375"/>
        </pc:sldMkLst>
      </pc:sldChg>
      <pc:sldChg chg="del">
        <pc:chgData name="稔章 今野" userId="9659808f-245f-46a7-991e-983cdf43b7a2" providerId="ADAL" clId="{7DBCBE6B-8105-40F9-B94E-7FD236103886}" dt="2021-12-27T02:30:12.845" v="16" actId="47"/>
        <pc:sldMkLst>
          <pc:docMk/>
          <pc:sldMk cId="3335697102" sldId="376"/>
        </pc:sldMkLst>
      </pc:sldChg>
      <pc:sldChg chg="del">
        <pc:chgData name="稔章 今野" userId="9659808f-245f-46a7-991e-983cdf43b7a2" providerId="ADAL" clId="{7DBCBE6B-8105-40F9-B94E-7FD236103886}" dt="2021-12-27T02:30:13.470" v="17" actId="47"/>
        <pc:sldMkLst>
          <pc:docMk/>
          <pc:sldMk cId="1075370688" sldId="377"/>
        </pc:sldMkLst>
      </pc:sldChg>
      <pc:sldChg chg="del">
        <pc:chgData name="稔章 今野" userId="9659808f-245f-46a7-991e-983cdf43b7a2" providerId="ADAL" clId="{7DBCBE6B-8105-40F9-B94E-7FD236103886}" dt="2021-12-27T02:30:14.079" v="18" actId="47"/>
        <pc:sldMkLst>
          <pc:docMk/>
          <pc:sldMk cId="2580646882" sldId="378"/>
        </pc:sldMkLst>
      </pc:sldChg>
      <pc:sldChg chg="del">
        <pc:chgData name="稔章 今野" userId="9659808f-245f-46a7-991e-983cdf43b7a2" providerId="ADAL" clId="{7DBCBE6B-8105-40F9-B94E-7FD236103886}" dt="2021-12-27T02:30:14.595" v="19" actId="47"/>
        <pc:sldMkLst>
          <pc:docMk/>
          <pc:sldMk cId="882110079" sldId="382"/>
        </pc:sldMkLst>
      </pc:sldChg>
      <pc:sldChg chg="del">
        <pc:chgData name="稔章 今野" userId="9659808f-245f-46a7-991e-983cdf43b7a2" providerId="ADAL" clId="{7DBCBE6B-8105-40F9-B94E-7FD236103886}" dt="2021-12-27T02:30:16.032" v="21" actId="47"/>
        <pc:sldMkLst>
          <pc:docMk/>
          <pc:sldMk cId="2781782632" sldId="383"/>
        </pc:sldMkLst>
      </pc:sldChg>
      <pc:sldChg chg="del">
        <pc:chgData name="稔章 今野" userId="9659808f-245f-46a7-991e-983cdf43b7a2" providerId="ADAL" clId="{7DBCBE6B-8105-40F9-B94E-7FD236103886}" dt="2021-12-27T03:38:38.834" v="180" actId="47"/>
        <pc:sldMkLst>
          <pc:docMk/>
          <pc:sldMk cId="4147991204" sldId="384"/>
        </pc:sldMkLst>
      </pc:sldChg>
      <pc:sldChg chg="modSp mod">
        <pc:chgData name="稔章 今野" userId="9659808f-245f-46a7-991e-983cdf43b7a2" providerId="ADAL" clId="{7DBCBE6B-8105-40F9-B94E-7FD236103886}" dt="2021-12-27T03:44:08.207" v="512" actId="20577"/>
        <pc:sldMkLst>
          <pc:docMk/>
          <pc:sldMk cId="1389535331" sldId="385"/>
        </pc:sldMkLst>
        <pc:spChg chg="mod">
          <ac:chgData name="稔章 今野" userId="9659808f-245f-46a7-991e-983cdf43b7a2" providerId="ADAL" clId="{7DBCBE6B-8105-40F9-B94E-7FD236103886}" dt="2021-12-27T03:44:08.207" v="512" actId="20577"/>
          <ac:spMkLst>
            <pc:docMk/>
            <pc:sldMk cId="1389535331" sldId="385"/>
            <ac:spMk id="3" creationId="{496F8A16-68B0-4614-9906-69CEE0EBA64D}"/>
          </ac:spMkLst>
        </pc:spChg>
      </pc:sldChg>
      <pc:sldChg chg="modSp mod">
        <pc:chgData name="稔章 今野" userId="9659808f-245f-46a7-991e-983cdf43b7a2" providerId="ADAL" clId="{7DBCBE6B-8105-40F9-B94E-7FD236103886}" dt="2021-12-27T05:54:42.344" v="4032" actId="20577"/>
        <pc:sldMkLst>
          <pc:docMk/>
          <pc:sldMk cId="1398339670" sldId="393"/>
        </pc:sldMkLst>
        <pc:spChg chg="mod">
          <ac:chgData name="稔章 今野" userId="9659808f-245f-46a7-991e-983cdf43b7a2" providerId="ADAL" clId="{7DBCBE6B-8105-40F9-B94E-7FD236103886}" dt="2021-12-27T05:54:42.344" v="4032" actId="20577"/>
          <ac:spMkLst>
            <pc:docMk/>
            <pc:sldMk cId="1398339670" sldId="393"/>
            <ac:spMk id="5" creationId="{B8045AC5-6FD9-48E8-8FFD-CD130F3B1311}"/>
          </ac:spMkLst>
        </pc:spChg>
      </pc:sldChg>
      <pc:sldChg chg="del">
        <pc:chgData name="稔章 今野" userId="9659808f-245f-46a7-991e-983cdf43b7a2" providerId="ADAL" clId="{7DBCBE6B-8105-40F9-B94E-7FD236103886}" dt="2021-12-27T02:30:16.720" v="22" actId="47"/>
        <pc:sldMkLst>
          <pc:docMk/>
          <pc:sldMk cId="1808360622" sldId="394"/>
        </pc:sldMkLst>
      </pc:sldChg>
      <pc:sldChg chg="modSp mod">
        <pc:chgData name="稔章 今野" userId="9659808f-245f-46a7-991e-983cdf43b7a2" providerId="ADAL" clId="{7DBCBE6B-8105-40F9-B94E-7FD236103886}" dt="2021-12-27T05:55:30.812" v="4091" actId="20577"/>
        <pc:sldMkLst>
          <pc:docMk/>
          <pc:sldMk cId="1992762289" sldId="395"/>
        </pc:sldMkLst>
        <pc:spChg chg="mod">
          <ac:chgData name="稔章 今野" userId="9659808f-245f-46a7-991e-983cdf43b7a2" providerId="ADAL" clId="{7DBCBE6B-8105-40F9-B94E-7FD236103886}" dt="2021-12-27T05:55:30.812" v="4091" actId="20577"/>
          <ac:spMkLst>
            <pc:docMk/>
            <pc:sldMk cId="1992762289" sldId="395"/>
            <ac:spMk id="5" creationId="{7741BD80-BA0A-4534-87FA-DCFE67979A0F}"/>
          </ac:spMkLst>
        </pc:spChg>
      </pc:sldChg>
      <pc:sldChg chg="del">
        <pc:chgData name="稔章 今野" userId="9659808f-245f-46a7-991e-983cdf43b7a2" providerId="ADAL" clId="{7DBCBE6B-8105-40F9-B94E-7FD236103886}" dt="2021-12-27T02:29:52.904" v="0" actId="47"/>
        <pc:sldMkLst>
          <pc:docMk/>
          <pc:sldMk cId="3173399434" sldId="396"/>
        </pc:sldMkLst>
      </pc:sldChg>
      <pc:sldChg chg="del">
        <pc:chgData name="稔章 今野" userId="9659808f-245f-46a7-991e-983cdf43b7a2" providerId="ADAL" clId="{7DBCBE6B-8105-40F9-B94E-7FD236103886}" dt="2021-12-27T02:29:58.685" v="6" actId="47"/>
        <pc:sldMkLst>
          <pc:docMk/>
          <pc:sldMk cId="2643277542" sldId="397"/>
        </pc:sldMkLst>
      </pc:sldChg>
      <pc:sldChg chg="del">
        <pc:chgData name="稔章 今野" userId="9659808f-245f-46a7-991e-983cdf43b7a2" providerId="ADAL" clId="{7DBCBE6B-8105-40F9-B94E-7FD236103886}" dt="2021-12-27T02:30:03.606" v="12" actId="47"/>
        <pc:sldMkLst>
          <pc:docMk/>
          <pc:sldMk cId="3840141881" sldId="398"/>
        </pc:sldMkLst>
      </pc:sldChg>
      <pc:sldChg chg="del">
        <pc:chgData name="稔章 今野" userId="9659808f-245f-46a7-991e-983cdf43b7a2" providerId="ADAL" clId="{7DBCBE6B-8105-40F9-B94E-7FD236103886}" dt="2021-12-27T02:30:10.626" v="14" actId="47"/>
        <pc:sldMkLst>
          <pc:docMk/>
          <pc:sldMk cId="1559082455" sldId="399"/>
        </pc:sldMkLst>
      </pc:sldChg>
      <pc:sldChg chg="del">
        <pc:chgData name="稔章 今野" userId="9659808f-245f-46a7-991e-983cdf43b7a2" providerId="ADAL" clId="{7DBCBE6B-8105-40F9-B94E-7FD236103886}" dt="2021-12-27T02:30:15.454" v="20" actId="47"/>
        <pc:sldMkLst>
          <pc:docMk/>
          <pc:sldMk cId="2167348819" sldId="400"/>
        </pc:sldMkLst>
      </pc:sldChg>
      <pc:sldChg chg="modSp mod">
        <pc:chgData name="稔章 今野" userId="9659808f-245f-46a7-991e-983cdf43b7a2" providerId="ADAL" clId="{7DBCBE6B-8105-40F9-B94E-7FD236103886}" dt="2021-12-27T03:51:46.122" v="1042" actId="207"/>
        <pc:sldMkLst>
          <pc:docMk/>
          <pc:sldMk cId="403394817" sldId="401"/>
        </pc:sldMkLst>
        <pc:spChg chg="mod">
          <ac:chgData name="稔章 今野" userId="9659808f-245f-46a7-991e-983cdf43b7a2" providerId="ADAL" clId="{7DBCBE6B-8105-40F9-B94E-7FD236103886}" dt="2021-12-27T03:44:13.738" v="517" actId="20577"/>
          <ac:spMkLst>
            <pc:docMk/>
            <pc:sldMk cId="403394817" sldId="401"/>
            <ac:spMk id="3" creationId="{6AAFA94A-7094-420D-BAEC-A7FD25F21997}"/>
          </ac:spMkLst>
        </pc:spChg>
        <pc:spChg chg="mod">
          <ac:chgData name="稔章 今野" userId="9659808f-245f-46a7-991e-983cdf43b7a2" providerId="ADAL" clId="{7DBCBE6B-8105-40F9-B94E-7FD236103886}" dt="2021-12-27T03:51:36.913" v="1041" actId="14100"/>
          <ac:spMkLst>
            <pc:docMk/>
            <pc:sldMk cId="403394817" sldId="401"/>
            <ac:spMk id="5" creationId="{71CFB1FE-2538-40A6-BC0E-E8885EB6582E}"/>
          </ac:spMkLst>
        </pc:spChg>
        <pc:spChg chg="mod">
          <ac:chgData name="稔章 今野" userId="9659808f-245f-46a7-991e-983cdf43b7a2" providerId="ADAL" clId="{7DBCBE6B-8105-40F9-B94E-7FD236103886}" dt="2021-12-27T03:51:46.122" v="1042" actId="207"/>
          <ac:spMkLst>
            <pc:docMk/>
            <pc:sldMk cId="403394817" sldId="401"/>
            <ac:spMk id="6" creationId="{FDCBE4FA-8418-4412-AE14-5D992053A25B}"/>
          </ac:spMkLst>
        </pc:spChg>
      </pc:sldChg>
      <pc:sldChg chg="modSp mod">
        <pc:chgData name="稔章 今野" userId="9659808f-245f-46a7-991e-983cdf43b7a2" providerId="ADAL" clId="{7DBCBE6B-8105-40F9-B94E-7FD236103886}" dt="2021-12-27T04:13:18.302" v="1478" actId="20577"/>
        <pc:sldMkLst>
          <pc:docMk/>
          <pc:sldMk cId="1254116403" sldId="402"/>
        </pc:sldMkLst>
        <pc:spChg chg="mod">
          <ac:chgData name="稔章 今野" userId="9659808f-245f-46a7-991e-983cdf43b7a2" providerId="ADAL" clId="{7DBCBE6B-8105-40F9-B94E-7FD236103886}" dt="2021-12-27T04:07:32.161" v="1093" actId="20577"/>
          <ac:spMkLst>
            <pc:docMk/>
            <pc:sldMk cId="1254116403" sldId="402"/>
            <ac:spMk id="3" creationId="{76C5C301-C597-4460-A5E6-7EC3FDC5CB35}"/>
          </ac:spMkLst>
        </pc:spChg>
        <pc:spChg chg="mod">
          <ac:chgData name="稔章 今野" userId="9659808f-245f-46a7-991e-983cdf43b7a2" providerId="ADAL" clId="{7DBCBE6B-8105-40F9-B94E-7FD236103886}" dt="2021-12-27T04:11:27.436" v="1429" actId="14100"/>
          <ac:spMkLst>
            <pc:docMk/>
            <pc:sldMk cId="1254116403" sldId="402"/>
            <ac:spMk id="5" creationId="{77AEEB5C-0981-47AD-B5A4-4D11DE7EAA76}"/>
          </ac:spMkLst>
        </pc:spChg>
        <pc:spChg chg="mod">
          <ac:chgData name="稔章 今野" userId="9659808f-245f-46a7-991e-983cdf43b7a2" providerId="ADAL" clId="{7DBCBE6B-8105-40F9-B94E-7FD236103886}" dt="2021-12-27T04:13:18.302" v="1478" actId="20577"/>
          <ac:spMkLst>
            <pc:docMk/>
            <pc:sldMk cId="1254116403" sldId="402"/>
            <ac:spMk id="6" creationId="{D667D353-37A3-4FDB-BFF2-041418CE42AB}"/>
          </ac:spMkLst>
        </pc:spChg>
      </pc:sldChg>
      <pc:sldChg chg="modSp mod">
        <pc:chgData name="稔章 今野" userId="9659808f-245f-46a7-991e-983cdf43b7a2" providerId="ADAL" clId="{7DBCBE6B-8105-40F9-B94E-7FD236103886}" dt="2021-12-27T04:44:13.620" v="2065"/>
        <pc:sldMkLst>
          <pc:docMk/>
          <pc:sldMk cId="1171312752" sldId="403"/>
        </pc:sldMkLst>
        <pc:spChg chg="mod">
          <ac:chgData name="稔章 今野" userId="9659808f-245f-46a7-991e-983cdf43b7a2" providerId="ADAL" clId="{7DBCBE6B-8105-40F9-B94E-7FD236103886}" dt="2021-12-27T04:35:32.205" v="1771" actId="20577"/>
          <ac:spMkLst>
            <pc:docMk/>
            <pc:sldMk cId="1171312752" sldId="403"/>
            <ac:spMk id="3" creationId="{A40854FD-DF0A-4556-B79B-DFE6D4E48680}"/>
          </ac:spMkLst>
        </pc:spChg>
        <pc:spChg chg="mod">
          <ac:chgData name="稔章 今野" userId="9659808f-245f-46a7-991e-983cdf43b7a2" providerId="ADAL" clId="{7DBCBE6B-8105-40F9-B94E-7FD236103886}" dt="2021-12-27T04:44:13.620" v="2065"/>
          <ac:spMkLst>
            <pc:docMk/>
            <pc:sldMk cId="1171312752" sldId="403"/>
            <ac:spMk id="5" creationId="{37C9B10C-7647-4ECB-8274-8872E5343CC6}"/>
          </ac:spMkLst>
        </pc:spChg>
        <pc:spChg chg="mod">
          <ac:chgData name="稔章 今野" userId="9659808f-245f-46a7-991e-983cdf43b7a2" providerId="ADAL" clId="{7DBCBE6B-8105-40F9-B94E-7FD236103886}" dt="2021-12-27T04:43:03.892" v="2062" actId="207"/>
          <ac:spMkLst>
            <pc:docMk/>
            <pc:sldMk cId="1171312752" sldId="403"/>
            <ac:spMk id="6" creationId="{CEC5E487-42D3-449D-B76C-3779CC4E0DA8}"/>
          </ac:spMkLst>
        </pc:spChg>
      </pc:sldChg>
      <pc:sldChg chg="modSp mod">
        <pc:chgData name="稔章 今野" userId="9659808f-245f-46a7-991e-983cdf43b7a2" providerId="ADAL" clId="{7DBCBE6B-8105-40F9-B94E-7FD236103886}" dt="2021-12-27T04:50:14.290" v="2257" actId="207"/>
        <pc:sldMkLst>
          <pc:docMk/>
          <pc:sldMk cId="3122038174" sldId="404"/>
        </pc:sldMkLst>
        <pc:spChg chg="mod">
          <ac:chgData name="稔章 今野" userId="9659808f-245f-46a7-991e-983cdf43b7a2" providerId="ADAL" clId="{7DBCBE6B-8105-40F9-B94E-7FD236103886}" dt="2021-12-27T04:45:07.404" v="2086" actId="20577"/>
          <ac:spMkLst>
            <pc:docMk/>
            <pc:sldMk cId="3122038174" sldId="404"/>
            <ac:spMk id="3" creationId="{08A76A01-CA21-43DD-BBF1-7B7079A0BCFF}"/>
          </ac:spMkLst>
        </pc:spChg>
        <pc:spChg chg="mod">
          <ac:chgData name="稔章 今野" userId="9659808f-245f-46a7-991e-983cdf43b7a2" providerId="ADAL" clId="{7DBCBE6B-8105-40F9-B94E-7FD236103886}" dt="2021-12-27T04:50:14.290" v="2257" actId="207"/>
          <ac:spMkLst>
            <pc:docMk/>
            <pc:sldMk cId="3122038174" sldId="404"/>
            <ac:spMk id="6" creationId="{949E5F9B-1B30-4D71-A15E-4D9AE6B3765F}"/>
          </ac:spMkLst>
        </pc:spChg>
      </pc:sldChg>
      <pc:sldChg chg="addSp delSp modSp new mod">
        <pc:chgData name="稔章 今野" userId="9659808f-245f-46a7-991e-983cdf43b7a2" providerId="ADAL" clId="{7DBCBE6B-8105-40F9-B94E-7FD236103886}" dt="2021-12-27T05:19:09.478" v="3810" actId="20577"/>
        <pc:sldMkLst>
          <pc:docMk/>
          <pc:sldMk cId="1829059614" sldId="405"/>
        </pc:sldMkLst>
        <pc:spChg chg="mod">
          <ac:chgData name="稔章 今野" userId="9659808f-245f-46a7-991e-983cdf43b7a2" providerId="ADAL" clId="{7DBCBE6B-8105-40F9-B94E-7FD236103886}" dt="2021-12-27T03:34:36.308" v="88" actId="20577"/>
          <ac:spMkLst>
            <pc:docMk/>
            <pc:sldMk cId="1829059614" sldId="405"/>
            <ac:spMk id="3" creationId="{AEAA985E-C94B-4CB6-A16D-69A2BC35F037}"/>
          </ac:spMkLst>
        </pc:spChg>
        <pc:spChg chg="mod">
          <ac:chgData name="稔章 今野" userId="9659808f-245f-46a7-991e-983cdf43b7a2" providerId="ADAL" clId="{7DBCBE6B-8105-40F9-B94E-7FD236103886}" dt="2021-12-27T05:19:09.478" v="3810" actId="20577"/>
          <ac:spMkLst>
            <pc:docMk/>
            <pc:sldMk cId="1829059614" sldId="405"/>
            <ac:spMk id="5" creationId="{9A79E771-86FE-452A-86D8-C64F0ED397AD}"/>
          </ac:spMkLst>
        </pc:spChg>
        <pc:spChg chg="mod">
          <ac:chgData name="稔章 今野" userId="9659808f-245f-46a7-991e-983cdf43b7a2" providerId="ADAL" clId="{7DBCBE6B-8105-40F9-B94E-7FD236103886}" dt="2021-12-27T03:35:08.246" v="148" actId="14100"/>
          <ac:spMkLst>
            <pc:docMk/>
            <pc:sldMk cId="1829059614" sldId="405"/>
            <ac:spMk id="6" creationId="{E9E50ED6-9D16-4420-A4F1-15D81838AFE3}"/>
          </ac:spMkLst>
        </pc:spChg>
        <pc:spChg chg="add mod">
          <ac:chgData name="稔章 今野" userId="9659808f-245f-46a7-991e-983cdf43b7a2" providerId="ADAL" clId="{7DBCBE6B-8105-40F9-B94E-7FD236103886}" dt="2021-12-27T05:14:03.818" v="3408" actId="1036"/>
          <ac:spMkLst>
            <pc:docMk/>
            <pc:sldMk cId="1829059614" sldId="405"/>
            <ac:spMk id="10" creationId="{DD6527F1-602C-44A8-BAE5-A3B2D399EBFA}"/>
          </ac:spMkLst>
        </pc:spChg>
        <pc:picChg chg="add del mod">
          <ac:chgData name="稔章 今野" userId="9659808f-245f-46a7-991e-983cdf43b7a2" providerId="ADAL" clId="{7DBCBE6B-8105-40F9-B94E-7FD236103886}" dt="2021-12-27T03:37:13.655" v="153" actId="478"/>
          <ac:picMkLst>
            <pc:docMk/>
            <pc:sldMk cId="1829059614" sldId="405"/>
            <ac:picMk id="8" creationId="{8EE6B86A-F6C0-498F-B7E1-B6CCB49C55C3}"/>
          </ac:picMkLst>
        </pc:picChg>
        <pc:picChg chg="add mod">
          <ac:chgData name="稔章 今野" userId="9659808f-245f-46a7-991e-983cdf43b7a2" providerId="ADAL" clId="{7DBCBE6B-8105-40F9-B94E-7FD236103886}" dt="2021-12-27T05:13:54.588" v="3350" actId="1037"/>
          <ac:picMkLst>
            <pc:docMk/>
            <pc:sldMk cId="1829059614" sldId="405"/>
            <ac:picMk id="9" creationId="{8DDD3E90-D4B5-423B-879E-1875C7586FAC}"/>
          </ac:picMkLst>
        </pc:picChg>
      </pc:sldChg>
      <pc:sldChg chg="addSp delSp modSp new mod">
        <pc:chgData name="稔章 今野" userId="9659808f-245f-46a7-991e-983cdf43b7a2" providerId="ADAL" clId="{7DBCBE6B-8105-40F9-B94E-7FD236103886}" dt="2021-12-27T05:08:57.832" v="3334" actId="1076"/>
        <pc:sldMkLst>
          <pc:docMk/>
          <pc:sldMk cId="3015223730" sldId="406"/>
        </pc:sldMkLst>
        <pc:spChg chg="mod">
          <ac:chgData name="稔章 今野" userId="9659808f-245f-46a7-991e-983cdf43b7a2" providerId="ADAL" clId="{7DBCBE6B-8105-40F9-B94E-7FD236103886}" dt="2021-12-27T04:53:17.396" v="2300" actId="20577"/>
          <ac:spMkLst>
            <pc:docMk/>
            <pc:sldMk cId="3015223730" sldId="406"/>
            <ac:spMk id="2" creationId="{F3B9C86A-EE1B-440E-A42D-1950FA78DD97}"/>
          </ac:spMkLst>
        </pc:spChg>
        <pc:spChg chg="mod">
          <ac:chgData name="稔章 今野" userId="9659808f-245f-46a7-991e-983cdf43b7a2" providerId="ADAL" clId="{7DBCBE6B-8105-40F9-B94E-7FD236103886}" dt="2021-12-27T04:53:21.019" v="2317" actId="20577"/>
          <ac:spMkLst>
            <pc:docMk/>
            <pc:sldMk cId="3015223730" sldId="406"/>
            <ac:spMk id="5" creationId="{0DB0B85F-C775-4317-BFB6-BEE7398D4AA2}"/>
          </ac:spMkLst>
        </pc:spChg>
        <pc:spChg chg="mod">
          <ac:chgData name="稔章 今野" userId="9659808f-245f-46a7-991e-983cdf43b7a2" providerId="ADAL" clId="{7DBCBE6B-8105-40F9-B94E-7FD236103886}" dt="2021-12-27T05:04:47.159" v="2802" actId="20577"/>
          <ac:spMkLst>
            <pc:docMk/>
            <pc:sldMk cId="3015223730" sldId="406"/>
            <ac:spMk id="6" creationId="{E4955FD2-848D-4D38-A7A6-0FC9F019BC63}"/>
          </ac:spMkLst>
        </pc:spChg>
        <pc:spChg chg="add mod">
          <ac:chgData name="稔章 今野" userId="9659808f-245f-46a7-991e-983cdf43b7a2" providerId="ADAL" clId="{7DBCBE6B-8105-40F9-B94E-7FD236103886}" dt="2021-12-27T05:04:01.042" v="2695" actId="1037"/>
          <ac:spMkLst>
            <pc:docMk/>
            <pc:sldMk cId="3015223730" sldId="406"/>
            <ac:spMk id="7" creationId="{86A15877-3403-4A74-801C-87D68890E94E}"/>
          </ac:spMkLst>
        </pc:spChg>
        <pc:spChg chg="add mod">
          <ac:chgData name="稔章 今野" userId="9659808f-245f-46a7-991e-983cdf43b7a2" providerId="ADAL" clId="{7DBCBE6B-8105-40F9-B94E-7FD236103886}" dt="2021-12-27T05:03:48.949" v="2589" actId="1037"/>
          <ac:spMkLst>
            <pc:docMk/>
            <pc:sldMk cId="3015223730" sldId="406"/>
            <ac:spMk id="8" creationId="{4C7D4AD8-B8AF-47C6-AD24-D408DB1F3E5C}"/>
          </ac:spMkLst>
        </pc:spChg>
        <pc:spChg chg="add mod">
          <ac:chgData name="稔章 今野" userId="9659808f-245f-46a7-991e-983cdf43b7a2" providerId="ADAL" clId="{7DBCBE6B-8105-40F9-B94E-7FD236103886}" dt="2021-12-27T05:08:57.832" v="3334" actId="1076"/>
          <ac:spMkLst>
            <pc:docMk/>
            <pc:sldMk cId="3015223730" sldId="406"/>
            <ac:spMk id="10" creationId="{13B93149-7F10-4084-9600-F4FE409A416B}"/>
          </ac:spMkLst>
        </pc:spChg>
        <pc:spChg chg="add mod">
          <ac:chgData name="稔章 今野" userId="9659808f-245f-46a7-991e-983cdf43b7a2" providerId="ADAL" clId="{7DBCBE6B-8105-40F9-B94E-7FD236103886}" dt="2021-12-27T05:07:10.747" v="3300" actId="206"/>
          <ac:spMkLst>
            <pc:docMk/>
            <pc:sldMk cId="3015223730" sldId="406"/>
            <ac:spMk id="11" creationId="{AC8FA5DF-B294-4529-855A-40822F92C721}"/>
          </ac:spMkLst>
        </pc:spChg>
        <pc:picChg chg="add mod">
          <ac:chgData name="稔章 今野" userId="9659808f-245f-46a7-991e-983cdf43b7a2" providerId="ADAL" clId="{7DBCBE6B-8105-40F9-B94E-7FD236103886}" dt="2021-12-27T05:04:11.310" v="2795" actId="1037"/>
          <ac:picMkLst>
            <pc:docMk/>
            <pc:sldMk cId="3015223730" sldId="406"/>
            <ac:picMk id="1026" creationId="{066DFA06-7ADF-404D-8CAE-488B5E973502}"/>
          </ac:picMkLst>
        </pc:picChg>
        <pc:picChg chg="add del mod">
          <ac:chgData name="稔章 今野" userId="9659808f-245f-46a7-991e-983cdf43b7a2" providerId="ADAL" clId="{7DBCBE6B-8105-40F9-B94E-7FD236103886}" dt="2021-12-27T05:08:16.573" v="3306" actId="478"/>
          <ac:picMkLst>
            <pc:docMk/>
            <pc:sldMk cId="3015223730" sldId="406"/>
            <ac:picMk id="1028" creationId="{5DC97579-DC2C-4867-84F1-AF76B3183749}"/>
          </ac:picMkLst>
        </pc:picChg>
        <pc:picChg chg="add mod">
          <ac:chgData name="稔章 今野" userId="9659808f-245f-46a7-991e-983cdf43b7a2" providerId="ADAL" clId="{7DBCBE6B-8105-40F9-B94E-7FD236103886}" dt="2021-12-27T05:08:31.219" v="3310" actId="1076"/>
          <ac:picMkLst>
            <pc:docMk/>
            <pc:sldMk cId="3015223730" sldId="406"/>
            <ac:picMk id="1030" creationId="{72367390-ECCA-4F11-9AD0-BC27EBD7EAAF}"/>
          </ac:picMkLst>
        </pc:picChg>
      </pc:sldChg>
      <pc:sldChg chg="new del">
        <pc:chgData name="稔章 今野" userId="9659808f-245f-46a7-991e-983cdf43b7a2" providerId="ADAL" clId="{7DBCBE6B-8105-40F9-B94E-7FD236103886}" dt="2021-12-27T04:12:12.481" v="1432" actId="47"/>
        <pc:sldMkLst>
          <pc:docMk/>
          <pc:sldMk cId="293843468" sldId="407"/>
        </pc:sldMkLst>
      </pc:sldChg>
      <pc:sldChg chg="modSp new mod">
        <pc:chgData name="稔章 今野" userId="9659808f-245f-46a7-991e-983cdf43b7a2" providerId="ADAL" clId="{7DBCBE6B-8105-40F9-B94E-7FD236103886}" dt="2021-12-27T04:30:20.289" v="1685" actId="207"/>
        <pc:sldMkLst>
          <pc:docMk/>
          <pc:sldMk cId="2872695052" sldId="407"/>
        </pc:sldMkLst>
        <pc:spChg chg="mod">
          <ac:chgData name="稔章 今野" userId="9659808f-245f-46a7-991e-983cdf43b7a2" providerId="ADAL" clId="{7DBCBE6B-8105-40F9-B94E-7FD236103886}" dt="2021-12-27T04:12:26.018" v="1443" actId="20577"/>
          <ac:spMkLst>
            <pc:docMk/>
            <pc:sldMk cId="2872695052" sldId="407"/>
            <ac:spMk id="3" creationId="{2BA24948-8256-4528-9F01-605744331862}"/>
          </ac:spMkLst>
        </pc:spChg>
        <pc:spChg chg="mod">
          <ac:chgData name="稔章 今野" userId="9659808f-245f-46a7-991e-983cdf43b7a2" providerId="ADAL" clId="{7DBCBE6B-8105-40F9-B94E-7FD236103886}" dt="2021-12-27T04:22:58.450" v="1546"/>
          <ac:spMkLst>
            <pc:docMk/>
            <pc:sldMk cId="2872695052" sldId="407"/>
            <ac:spMk id="5" creationId="{10B1DDAF-950F-48B9-8A16-8C3776B21789}"/>
          </ac:spMkLst>
        </pc:spChg>
        <pc:spChg chg="mod">
          <ac:chgData name="稔章 今野" userId="9659808f-245f-46a7-991e-983cdf43b7a2" providerId="ADAL" clId="{7DBCBE6B-8105-40F9-B94E-7FD236103886}" dt="2021-12-27T04:30:20.289" v="1685" actId="207"/>
          <ac:spMkLst>
            <pc:docMk/>
            <pc:sldMk cId="2872695052" sldId="407"/>
            <ac:spMk id="6" creationId="{4549F4C5-3413-49ED-8CC0-688EB851D8CB}"/>
          </ac:spMkLst>
        </pc:spChg>
      </pc:sldChg>
      <pc:sldChg chg="modSp new mod">
        <pc:chgData name="稔章 今野" userId="9659808f-245f-46a7-991e-983cdf43b7a2" providerId="ADAL" clId="{7DBCBE6B-8105-40F9-B94E-7FD236103886}" dt="2021-12-27T04:32:35.179" v="1746" actId="20577"/>
        <pc:sldMkLst>
          <pc:docMk/>
          <pc:sldMk cId="310980177" sldId="408"/>
        </pc:sldMkLst>
        <pc:spChg chg="mod">
          <ac:chgData name="稔章 今野" userId="9659808f-245f-46a7-991e-983cdf43b7a2" providerId="ADAL" clId="{7DBCBE6B-8105-40F9-B94E-7FD236103886}" dt="2021-12-27T04:24:17.472" v="1604" actId="20577"/>
          <ac:spMkLst>
            <pc:docMk/>
            <pc:sldMk cId="310980177" sldId="408"/>
            <ac:spMk id="2" creationId="{F24C9AF9-A75D-486F-899F-095938B20FA3}"/>
          </ac:spMkLst>
        </pc:spChg>
        <pc:spChg chg="mod">
          <ac:chgData name="稔章 今野" userId="9659808f-245f-46a7-991e-983cdf43b7a2" providerId="ADAL" clId="{7DBCBE6B-8105-40F9-B94E-7FD236103886}" dt="2021-12-27T04:24:06.539" v="1586" actId="20577"/>
          <ac:spMkLst>
            <pc:docMk/>
            <pc:sldMk cId="310980177" sldId="408"/>
            <ac:spMk id="5" creationId="{993D368E-5FF5-4EAD-86B3-F77BF2A66B49}"/>
          </ac:spMkLst>
        </pc:spChg>
        <pc:spChg chg="mod">
          <ac:chgData name="稔章 今野" userId="9659808f-245f-46a7-991e-983cdf43b7a2" providerId="ADAL" clId="{7DBCBE6B-8105-40F9-B94E-7FD236103886}" dt="2021-12-27T04:32:35.179" v="1746" actId="20577"/>
          <ac:spMkLst>
            <pc:docMk/>
            <pc:sldMk cId="310980177" sldId="408"/>
            <ac:spMk id="6" creationId="{A2D0A690-CCF2-4775-9ADD-D7FB55D71D0A}"/>
          </ac:spMkLst>
        </pc:spChg>
      </pc:sldChg>
      <pc:sldChg chg="modSp new del mod">
        <pc:chgData name="稔章 今野" userId="9659808f-245f-46a7-991e-983cdf43b7a2" providerId="ADAL" clId="{7DBCBE6B-8105-40F9-B94E-7FD236103886}" dt="2021-12-27T04:23:55.156" v="1575" actId="47"/>
        <pc:sldMkLst>
          <pc:docMk/>
          <pc:sldMk cId="3257055568" sldId="408"/>
        </pc:sldMkLst>
        <pc:spChg chg="mod">
          <ac:chgData name="稔章 今野" userId="9659808f-245f-46a7-991e-983cdf43b7a2" providerId="ADAL" clId="{7DBCBE6B-8105-40F9-B94E-7FD236103886}" dt="2021-12-27T04:23:49.274" v="1573" actId="20577"/>
          <ac:spMkLst>
            <pc:docMk/>
            <pc:sldMk cId="3257055568" sldId="408"/>
            <ac:spMk id="2" creationId="{B712AF7D-F10D-481D-B220-B3CD8BED0CA8}"/>
          </ac:spMkLst>
        </pc:spChg>
        <pc:spChg chg="mod">
          <ac:chgData name="稔章 今野" userId="9659808f-245f-46a7-991e-983cdf43b7a2" providerId="ADAL" clId="{7DBCBE6B-8105-40F9-B94E-7FD236103886}" dt="2021-12-27T04:23:28.869" v="1558" actId="20577"/>
          <ac:spMkLst>
            <pc:docMk/>
            <pc:sldMk cId="3257055568" sldId="408"/>
            <ac:spMk id="5" creationId="{BE19AF10-0FB1-4B11-BD70-654A33D81F92}"/>
          </ac:spMkLst>
        </pc:spChg>
      </pc:sldChg>
    </pc:docChg>
  </pc:docChgLst>
  <pc:docChgLst>
    <pc:chgData name="営業サーバ" userId="c35045ed-c185-45de-8f58-be20a28877d8" providerId="ADAL" clId="{4700A901-7E05-4188-AAF0-76AA9DF31D92}"/>
    <pc:docChg chg="undo custSel addSld delSld modSld">
      <pc:chgData name="営業サーバ" userId="c35045ed-c185-45de-8f58-be20a28877d8" providerId="ADAL" clId="{4700A901-7E05-4188-AAF0-76AA9DF31D92}" dt="2021-03-30T07:51:16.875" v="19"/>
      <pc:docMkLst>
        <pc:docMk/>
      </pc:docMkLst>
      <pc:sldChg chg="modSp mod">
        <pc:chgData name="営業サーバ" userId="c35045ed-c185-45de-8f58-be20a28877d8" providerId="ADAL" clId="{4700A901-7E05-4188-AAF0-76AA9DF31D92}" dt="2021-03-30T07:40:24.550" v="15" actId="20577"/>
        <pc:sldMkLst>
          <pc:docMk/>
          <pc:sldMk cId="3069677134" sldId="363"/>
        </pc:sldMkLst>
        <pc:spChg chg="mod">
          <ac:chgData name="営業サーバ" userId="c35045ed-c185-45de-8f58-be20a28877d8" providerId="ADAL" clId="{4700A901-7E05-4188-AAF0-76AA9DF31D92}" dt="2021-03-30T07:40:24.550" v="15" actId="20577"/>
          <ac:spMkLst>
            <pc:docMk/>
            <pc:sldMk cId="3069677134" sldId="363"/>
            <ac:spMk id="10" creationId="{58889299-DE75-4976-B40D-11F3B12ED1C8}"/>
          </ac:spMkLst>
        </pc:spChg>
      </pc:sldChg>
      <pc:sldChg chg="modSp mod">
        <pc:chgData name="営業サーバ" userId="c35045ed-c185-45de-8f58-be20a28877d8" providerId="ADAL" clId="{4700A901-7E05-4188-AAF0-76AA9DF31D92}" dt="2021-03-30T07:49:49.589" v="16"/>
        <pc:sldMkLst>
          <pc:docMk/>
          <pc:sldMk cId="3586215112" sldId="374"/>
        </pc:sldMkLst>
        <pc:spChg chg="mod">
          <ac:chgData name="営業サーバ" userId="c35045ed-c185-45de-8f58-be20a28877d8" providerId="ADAL" clId="{4700A901-7E05-4188-AAF0-76AA9DF31D92}" dt="2021-03-30T07:49:49.589" v="16"/>
          <ac:spMkLst>
            <pc:docMk/>
            <pc:sldMk cId="3586215112" sldId="374"/>
            <ac:spMk id="10" creationId="{1A58A6C4-889B-450F-924F-C9F545EB2A3D}"/>
          </ac:spMkLst>
        </pc:spChg>
      </pc:sldChg>
      <pc:sldChg chg="modSp mod">
        <pc:chgData name="営業サーバ" userId="c35045ed-c185-45de-8f58-be20a28877d8" providerId="ADAL" clId="{4700A901-7E05-4188-AAF0-76AA9DF31D92}" dt="2021-03-30T07:38:09.697" v="10" actId="1076"/>
        <pc:sldMkLst>
          <pc:docMk/>
          <pc:sldMk cId="2580646882" sldId="378"/>
        </pc:sldMkLst>
        <pc:spChg chg="mod">
          <ac:chgData name="営業サーバ" userId="c35045ed-c185-45de-8f58-be20a28877d8" providerId="ADAL" clId="{4700A901-7E05-4188-AAF0-76AA9DF31D92}" dt="2021-03-30T07:37:59.360" v="9" actId="20577"/>
          <ac:spMkLst>
            <pc:docMk/>
            <pc:sldMk cId="2580646882" sldId="378"/>
            <ac:spMk id="5" creationId="{703B0AF1-C94F-4BE9-B427-FD46F93BDB88}"/>
          </ac:spMkLst>
        </pc:spChg>
        <pc:picChg chg="mod">
          <ac:chgData name="営業サーバ" userId="c35045ed-c185-45de-8f58-be20a28877d8" providerId="ADAL" clId="{4700A901-7E05-4188-AAF0-76AA9DF31D92}" dt="2021-03-30T07:38:09.697" v="10" actId="1076"/>
          <ac:picMkLst>
            <pc:docMk/>
            <pc:sldMk cId="2580646882" sldId="378"/>
            <ac:picMk id="6" creationId="{E253F3D9-75D1-411D-BECC-77F0F489DCB0}"/>
          </ac:picMkLst>
        </pc:picChg>
      </pc:sldChg>
      <pc:sldChg chg="del">
        <pc:chgData name="営業サーバ" userId="c35045ed-c185-45de-8f58-be20a28877d8" providerId="ADAL" clId="{4700A901-7E05-4188-AAF0-76AA9DF31D92}" dt="2021-03-30T07:36:31.179" v="0" actId="47"/>
        <pc:sldMkLst>
          <pc:docMk/>
          <pc:sldMk cId="3868544456" sldId="379"/>
        </pc:sldMkLst>
      </pc:sldChg>
      <pc:sldChg chg="del">
        <pc:chgData name="営業サーバ" userId="c35045ed-c185-45de-8f58-be20a28877d8" providerId="ADAL" clId="{4700A901-7E05-4188-AAF0-76AA9DF31D92}" dt="2021-03-30T07:36:32.484" v="1" actId="47"/>
        <pc:sldMkLst>
          <pc:docMk/>
          <pc:sldMk cId="1868720455" sldId="380"/>
        </pc:sldMkLst>
      </pc:sldChg>
      <pc:sldChg chg="add del">
        <pc:chgData name="営業サーバ" userId="c35045ed-c185-45de-8f58-be20a28877d8" providerId="ADAL" clId="{4700A901-7E05-4188-AAF0-76AA9DF31D92}" dt="2021-03-30T07:36:36.630" v="3" actId="47"/>
        <pc:sldMkLst>
          <pc:docMk/>
          <pc:sldMk cId="3747614513" sldId="381"/>
        </pc:sldMkLst>
      </pc:sldChg>
      <pc:sldChg chg="modSp mod">
        <pc:chgData name="営業サーバ" userId="c35045ed-c185-45de-8f58-be20a28877d8" providerId="ADAL" clId="{4700A901-7E05-4188-AAF0-76AA9DF31D92}" dt="2021-03-30T07:51:16.875" v="19"/>
        <pc:sldMkLst>
          <pc:docMk/>
          <pc:sldMk cId="882110079" sldId="382"/>
        </pc:sldMkLst>
        <pc:spChg chg="mod">
          <ac:chgData name="営業サーバ" userId="c35045ed-c185-45de-8f58-be20a28877d8" providerId="ADAL" clId="{4700A901-7E05-4188-AAF0-76AA9DF31D92}" dt="2021-03-30T07:51:16.875" v="19"/>
          <ac:spMkLst>
            <pc:docMk/>
            <pc:sldMk cId="882110079" sldId="382"/>
            <ac:spMk id="28" creationId="{BFE9E4B7-18B0-4F27-AA9B-DA0E3D3991A7}"/>
          </ac:spMkLst>
        </pc:sp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菊地 燈" userId="da1cf00e-85b3-4cd7-9f88-eb38295f0f42" providerId="ADAL" clId="{C790722E-5EBD-440E-82F3-EC46F566D9F2}"/>
    <pc:docChg chg="modSld">
      <pc:chgData name="菊地 燈" userId="da1cf00e-85b3-4cd7-9f88-eb38295f0f42" providerId="ADAL" clId="{C790722E-5EBD-440E-82F3-EC46F566D9F2}" dt="2022-08-28T03:27:01.762" v="6" actId="20577"/>
      <pc:docMkLst>
        <pc:docMk/>
      </pc:docMkLst>
      <pc:sldChg chg="modSp mod">
        <pc:chgData name="菊地 燈" userId="da1cf00e-85b3-4cd7-9f88-eb38295f0f42" providerId="ADAL" clId="{C790722E-5EBD-440E-82F3-EC46F566D9F2}" dt="2022-08-28T03:27:01.762" v="6" actId="20577"/>
        <pc:sldMkLst>
          <pc:docMk/>
          <pc:sldMk cId="1389535331" sldId="385"/>
        </pc:sldMkLst>
        <pc:spChg chg="mod">
          <ac:chgData name="菊地 燈" userId="da1cf00e-85b3-4cd7-9f88-eb38295f0f42" providerId="ADAL" clId="{C790722E-5EBD-440E-82F3-EC46F566D9F2}" dt="2022-08-28T03:27:01.762" v="6" actId="20577"/>
          <ac:spMkLst>
            <pc:docMk/>
            <pc:sldMk cId="1389535331" sldId="385"/>
            <ac:spMk id="5" creationId="{6F728591-7CBD-4AD4-9F32-C84F67FFA042}"/>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2-01T04:16:49.138" v="1332" actId="2057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modSp mod">
        <pc:chgData name="鈴木 秀規" userId="f68c5fd9-22d5-4c0a-9833-7fb0f5135313" providerId="ADAL" clId="{31AF745B-ECEE-4C51-8828-E2A47B117181}" dt="2021-02-01T04:14:13.505" v="1212" actId="20577"/>
        <pc:sldMkLst>
          <pc:docMk/>
          <pc:sldMk cId="1668843990" sldId="360"/>
        </pc:sldMkLst>
        <pc:spChg chg="mod">
          <ac:chgData name="鈴木 秀規" userId="f68c5fd9-22d5-4c0a-9833-7fb0f5135313" providerId="ADAL" clId="{31AF745B-ECEE-4C51-8828-E2A47B117181}" dt="2021-02-01T04:14:13.505" v="1212" actId="20577"/>
          <ac:spMkLst>
            <pc:docMk/>
            <pc:sldMk cId="1668843990" sldId="360"/>
            <ac:spMk id="9" creationId="{A4832727-EA7F-44D6-A9F2-E4AE0246960A}"/>
          </ac:spMkLst>
        </pc:spChg>
      </pc:sldChg>
      <pc:sldChg chg="modSp mod">
        <pc:chgData name="鈴木 秀規" userId="f68c5fd9-22d5-4c0a-9833-7fb0f5135313" providerId="ADAL" clId="{31AF745B-ECEE-4C51-8828-E2A47B117181}" dt="2021-02-01T04:16:49.138" v="1332" actId="20577"/>
        <pc:sldMkLst>
          <pc:docMk/>
          <pc:sldMk cId="267129399" sldId="361"/>
        </pc:sldMkLst>
        <pc:spChg chg="mod">
          <ac:chgData name="鈴木 秀規" userId="f68c5fd9-22d5-4c0a-9833-7fb0f5135313" providerId="ADAL" clId="{31AF745B-ECEE-4C51-8828-E2A47B117181}" dt="2021-02-01T04:16:49.138" v="1332" actId="20577"/>
          <ac:spMkLst>
            <pc:docMk/>
            <pc:sldMk cId="267129399" sldId="361"/>
            <ac:spMk id="6" creationId="{D0F3BEAC-A5EA-4EE4-95C7-0AEC1107FD29}"/>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営業サーバ" userId="c35045ed-c185-45de-8f58-be20a28877d8" providerId="ADAL" clId="{F6E66E57-EE48-467A-B03F-85165312B5CD}"/>
    <pc:docChg chg="undo redo custSel delSld modSld">
      <pc:chgData name="営業サーバ" userId="c35045ed-c185-45de-8f58-be20a28877d8" providerId="ADAL" clId="{F6E66E57-EE48-467A-B03F-85165312B5CD}" dt="2021-04-12T07:09:10.435" v="298" actId="47"/>
      <pc:docMkLst>
        <pc:docMk/>
      </pc:docMkLst>
      <pc:sldChg chg="modSp mod">
        <pc:chgData name="営業サーバ" userId="c35045ed-c185-45de-8f58-be20a28877d8" providerId="ADAL" clId="{F6E66E57-EE48-467A-B03F-85165312B5CD}" dt="2021-03-23T06:10:47.012" v="9" actId="20577"/>
        <pc:sldMkLst>
          <pc:docMk/>
          <pc:sldMk cId="3069677134" sldId="363"/>
        </pc:sldMkLst>
        <pc:spChg chg="mod">
          <ac:chgData name="営業サーバ" userId="c35045ed-c185-45de-8f58-be20a28877d8" providerId="ADAL" clId="{F6E66E57-EE48-467A-B03F-85165312B5CD}" dt="2021-03-23T06:10:47.012" v="9" actId="20577"/>
          <ac:spMkLst>
            <pc:docMk/>
            <pc:sldMk cId="3069677134" sldId="363"/>
            <ac:spMk id="10" creationId="{58889299-DE75-4976-B40D-11F3B12ED1C8}"/>
          </ac:spMkLst>
        </pc:spChg>
      </pc:sldChg>
      <pc:sldChg chg="addSp delSp modSp mod">
        <pc:chgData name="営業サーバ" userId="c35045ed-c185-45de-8f58-be20a28877d8" providerId="ADAL" clId="{F6E66E57-EE48-467A-B03F-85165312B5CD}" dt="2021-03-23T06:17:04.020" v="296" actId="1076"/>
        <pc:sldMkLst>
          <pc:docMk/>
          <pc:sldMk cId="3813337944" sldId="366"/>
        </pc:sldMkLst>
        <pc:spChg chg="mod">
          <ac:chgData name="営業サーバ" userId="c35045ed-c185-45de-8f58-be20a28877d8" providerId="ADAL" clId="{F6E66E57-EE48-467A-B03F-85165312B5CD}" dt="2021-03-23T06:16:00.650" v="287" actId="20577"/>
          <ac:spMkLst>
            <pc:docMk/>
            <pc:sldMk cId="3813337944" sldId="366"/>
            <ac:spMk id="5" creationId="{2BB3DC36-EADC-458F-8869-24DE6ADB9A03}"/>
          </ac:spMkLst>
        </pc:spChg>
        <pc:picChg chg="del">
          <ac:chgData name="営業サーバ" userId="c35045ed-c185-45de-8f58-be20a28877d8" providerId="ADAL" clId="{F6E66E57-EE48-467A-B03F-85165312B5CD}" dt="2021-03-23T06:16:45.332" v="288" actId="478"/>
          <ac:picMkLst>
            <pc:docMk/>
            <pc:sldMk cId="3813337944" sldId="366"/>
            <ac:picMk id="6" creationId="{3B1C6911-2005-4619-B980-DCA4DECDC8ED}"/>
          </ac:picMkLst>
        </pc:picChg>
        <pc:picChg chg="add mod">
          <ac:chgData name="営業サーバ" userId="c35045ed-c185-45de-8f58-be20a28877d8" providerId="ADAL" clId="{F6E66E57-EE48-467A-B03F-85165312B5CD}" dt="2021-03-23T06:17:04.020" v="296" actId="1076"/>
          <ac:picMkLst>
            <pc:docMk/>
            <pc:sldMk cId="3813337944" sldId="366"/>
            <ac:picMk id="8" creationId="{43F8FFF7-FDAC-4EF6-9B93-C17116CE4C63}"/>
          </ac:picMkLst>
        </pc:picChg>
      </pc:sldChg>
      <pc:sldChg chg="modSp del mod">
        <pc:chgData name="営業サーバ" userId="c35045ed-c185-45de-8f58-be20a28877d8" providerId="ADAL" clId="{F6E66E57-EE48-467A-B03F-85165312B5CD}" dt="2021-04-12T07:09:10.435" v="298" actId="47"/>
        <pc:sldMkLst>
          <pc:docMk/>
          <pc:sldMk cId="3747614513" sldId="381"/>
        </pc:sldMkLst>
        <pc:spChg chg="mod">
          <ac:chgData name="営業サーバ" userId="c35045ed-c185-45de-8f58-be20a28877d8" providerId="ADAL" clId="{F6E66E57-EE48-467A-B03F-85165312B5CD}" dt="2021-04-12T07:07:32.067" v="297" actId="20577"/>
          <ac:spMkLst>
            <pc:docMk/>
            <pc:sldMk cId="3747614513" sldId="381"/>
            <ac:spMk id="5" creationId="{C0902D24-2BC6-4565-B8E4-0885C73CA1B0}"/>
          </ac:spMkLst>
        </pc:spChg>
      </pc:sldChg>
    </pc:docChg>
  </pc:docChgLst>
  <pc:docChgLst>
    <pc:chgData name="綱本　晃" userId="953fbd37-e359-4401-b61d-7035dc8ee981" providerId="ADAL" clId="{C41D54AB-12F8-4E8B-86A0-750133A187DF}"/>
    <pc:docChg chg="custSel addSld delSld modSld">
      <pc:chgData name="綱本　晃" userId="953fbd37-e359-4401-b61d-7035dc8ee981" providerId="ADAL" clId="{C41D54AB-12F8-4E8B-86A0-750133A187DF}" dt="2022-01-24T12:50:25.449" v="2850" actId="20577"/>
      <pc:docMkLst>
        <pc:docMk/>
      </pc:docMkLst>
      <pc:sldChg chg="addSp delSp modSp add mod">
        <pc:chgData name="綱本　晃" userId="953fbd37-e359-4401-b61d-7035dc8ee981" providerId="ADAL" clId="{C41D54AB-12F8-4E8B-86A0-750133A187DF}" dt="2022-01-24T11:44:08.001" v="403" actId="20577"/>
        <pc:sldMkLst>
          <pc:docMk/>
          <pc:sldMk cId="1008457363" sldId="373"/>
        </pc:sldMkLst>
        <pc:spChg chg="add del mod">
          <ac:chgData name="綱本　晃" userId="953fbd37-e359-4401-b61d-7035dc8ee981" providerId="ADAL" clId="{C41D54AB-12F8-4E8B-86A0-750133A187DF}" dt="2022-01-24T11:28:31.622" v="98" actId="478"/>
          <ac:spMkLst>
            <pc:docMk/>
            <pc:sldMk cId="1008457363" sldId="373"/>
            <ac:spMk id="5" creationId="{AD019144-03DC-429A-856D-E515EC6AE615}"/>
          </ac:spMkLst>
        </pc:spChg>
        <pc:spChg chg="mod">
          <ac:chgData name="綱本　晃" userId="953fbd37-e359-4401-b61d-7035dc8ee981" providerId="ADAL" clId="{C41D54AB-12F8-4E8B-86A0-750133A187DF}" dt="2022-01-24T11:35:58.107" v="377" actId="20577"/>
          <ac:spMkLst>
            <pc:docMk/>
            <pc:sldMk cId="1008457363" sldId="373"/>
            <ac:spMk id="6" creationId="{0F81E6C4-7841-4153-9948-3830F64F1715}"/>
          </ac:spMkLst>
        </pc:spChg>
        <pc:spChg chg="mod">
          <ac:chgData name="綱本　晃" userId="953fbd37-e359-4401-b61d-7035dc8ee981" providerId="ADAL" clId="{C41D54AB-12F8-4E8B-86A0-750133A187DF}" dt="2022-01-24T11:44:08.001" v="403" actId="20577"/>
          <ac:spMkLst>
            <pc:docMk/>
            <pc:sldMk cId="1008457363" sldId="373"/>
            <ac:spMk id="8" creationId="{DC47DB6E-DE5F-461B-8DA6-D7E7BFB3D9CA}"/>
          </ac:spMkLst>
        </pc:spChg>
        <pc:spChg chg="del">
          <ac:chgData name="綱本　晃" userId="953fbd37-e359-4401-b61d-7035dc8ee981" providerId="ADAL" clId="{C41D54AB-12F8-4E8B-86A0-750133A187DF}" dt="2022-01-24T11:26:15.327" v="86" actId="478"/>
          <ac:spMkLst>
            <pc:docMk/>
            <pc:sldMk cId="1008457363" sldId="373"/>
            <ac:spMk id="10" creationId="{406C004A-CC5D-4F97-859E-30E5EECF679D}"/>
          </ac:spMkLst>
        </pc:spChg>
        <pc:spChg chg="del">
          <ac:chgData name="綱本　晃" userId="953fbd37-e359-4401-b61d-7035dc8ee981" providerId="ADAL" clId="{C41D54AB-12F8-4E8B-86A0-750133A187DF}" dt="2022-01-24T11:26:15.327" v="86" actId="478"/>
          <ac:spMkLst>
            <pc:docMk/>
            <pc:sldMk cId="1008457363" sldId="373"/>
            <ac:spMk id="11" creationId="{4611FC80-30ED-4EEA-B45E-08C852407BF8}"/>
          </ac:spMkLst>
        </pc:spChg>
        <pc:spChg chg="del">
          <ac:chgData name="綱本　晃" userId="953fbd37-e359-4401-b61d-7035dc8ee981" providerId="ADAL" clId="{C41D54AB-12F8-4E8B-86A0-750133A187DF}" dt="2022-01-24T11:26:15.327" v="86" actId="478"/>
          <ac:spMkLst>
            <pc:docMk/>
            <pc:sldMk cId="1008457363" sldId="373"/>
            <ac:spMk id="12" creationId="{650C85D8-D122-4B51-897F-F27A2A5B71FC}"/>
          </ac:spMkLst>
        </pc:spChg>
        <pc:spChg chg="del">
          <ac:chgData name="綱本　晃" userId="953fbd37-e359-4401-b61d-7035dc8ee981" providerId="ADAL" clId="{C41D54AB-12F8-4E8B-86A0-750133A187DF}" dt="2022-01-24T11:26:15.327" v="86" actId="478"/>
          <ac:spMkLst>
            <pc:docMk/>
            <pc:sldMk cId="1008457363" sldId="373"/>
            <ac:spMk id="13" creationId="{D9EE3985-3EAC-49D8-83B0-005FA1B9AEBE}"/>
          </ac:spMkLst>
        </pc:spChg>
        <pc:spChg chg="del">
          <ac:chgData name="綱本　晃" userId="953fbd37-e359-4401-b61d-7035dc8ee981" providerId="ADAL" clId="{C41D54AB-12F8-4E8B-86A0-750133A187DF}" dt="2022-01-24T11:26:15.327" v="86" actId="478"/>
          <ac:spMkLst>
            <pc:docMk/>
            <pc:sldMk cId="1008457363" sldId="373"/>
            <ac:spMk id="14" creationId="{2DF9FC2E-9F35-4B18-BEE1-D47292518C61}"/>
          </ac:spMkLst>
        </pc:spChg>
        <pc:spChg chg="add del mod">
          <ac:chgData name="綱本　晃" userId="953fbd37-e359-4401-b61d-7035dc8ee981" providerId="ADAL" clId="{C41D54AB-12F8-4E8B-86A0-750133A187DF}" dt="2022-01-24T11:28:28.683" v="97" actId="478"/>
          <ac:spMkLst>
            <pc:docMk/>
            <pc:sldMk cId="1008457363" sldId="373"/>
            <ac:spMk id="15" creationId="{9ABD3AB8-E734-4BBF-9C1D-A7F33835419D}"/>
          </ac:spMkLst>
        </pc:spChg>
        <pc:spChg chg="add mod">
          <ac:chgData name="綱本　晃" userId="953fbd37-e359-4401-b61d-7035dc8ee981" providerId="ADAL" clId="{C41D54AB-12F8-4E8B-86A0-750133A187DF}" dt="2022-01-24T11:27:00.615" v="90" actId="1076"/>
          <ac:spMkLst>
            <pc:docMk/>
            <pc:sldMk cId="1008457363" sldId="373"/>
            <ac:spMk id="17" creationId="{CB15962C-5B4F-434B-B5D8-EC0391B8042D}"/>
          </ac:spMkLst>
        </pc:spChg>
        <pc:spChg chg="add mod">
          <ac:chgData name="綱本　晃" userId="953fbd37-e359-4401-b61d-7035dc8ee981" providerId="ADAL" clId="{C41D54AB-12F8-4E8B-86A0-750133A187DF}" dt="2022-01-24T11:35:41.618" v="371" actId="113"/>
          <ac:spMkLst>
            <pc:docMk/>
            <pc:sldMk cId="1008457363" sldId="373"/>
            <ac:spMk id="18" creationId="{FFC738C4-3453-4521-A157-A5ADD81622B3}"/>
          </ac:spMkLst>
        </pc:spChg>
        <pc:picChg chg="add mod">
          <ac:chgData name="綱本　晃" userId="953fbd37-e359-4401-b61d-7035dc8ee981" providerId="ADAL" clId="{C41D54AB-12F8-4E8B-86A0-750133A187DF}" dt="2022-01-24T11:26:50.542" v="89" actId="1076"/>
          <ac:picMkLst>
            <pc:docMk/>
            <pc:sldMk cId="1008457363" sldId="373"/>
            <ac:picMk id="16" creationId="{5E86E67E-F07E-4FC6-8CFA-634F59A30E34}"/>
          </ac:picMkLst>
        </pc:picChg>
      </pc:sldChg>
      <pc:sldChg chg="modSp mod">
        <pc:chgData name="綱本　晃" userId="953fbd37-e359-4401-b61d-7035dc8ee981" providerId="ADAL" clId="{C41D54AB-12F8-4E8B-86A0-750133A187DF}" dt="2022-01-24T11:36:57.581" v="387" actId="20577"/>
        <pc:sldMkLst>
          <pc:docMk/>
          <pc:sldMk cId="1389535331" sldId="385"/>
        </pc:sldMkLst>
        <pc:spChg chg="mod">
          <ac:chgData name="綱本　晃" userId="953fbd37-e359-4401-b61d-7035dc8ee981" providerId="ADAL" clId="{C41D54AB-12F8-4E8B-86A0-750133A187DF}" dt="2022-01-24T11:36:57.581" v="387" actId="20577"/>
          <ac:spMkLst>
            <pc:docMk/>
            <pc:sldMk cId="1389535331" sldId="385"/>
            <ac:spMk id="5" creationId="{6F728591-7CBD-4AD4-9F32-C84F67FFA042}"/>
          </ac:spMkLst>
        </pc:spChg>
      </pc:sldChg>
      <pc:sldChg chg="modSp mod">
        <pc:chgData name="綱本　晃" userId="953fbd37-e359-4401-b61d-7035dc8ee981" providerId="ADAL" clId="{C41D54AB-12F8-4E8B-86A0-750133A187DF}" dt="2022-01-24T11:38:20.343" v="395" actId="20577"/>
        <pc:sldMkLst>
          <pc:docMk/>
          <pc:sldMk cId="3711062952" sldId="386"/>
        </pc:sldMkLst>
        <pc:spChg chg="mod">
          <ac:chgData name="綱本　晃" userId="953fbd37-e359-4401-b61d-7035dc8ee981" providerId="ADAL" clId="{C41D54AB-12F8-4E8B-86A0-750133A187DF}" dt="2022-01-24T11:38:20.343" v="395" actId="20577"/>
          <ac:spMkLst>
            <pc:docMk/>
            <pc:sldMk cId="3711062952" sldId="386"/>
            <ac:spMk id="5" creationId="{23BCC0A4-DBE2-4C84-BDC2-543B3A071296}"/>
          </ac:spMkLst>
        </pc:spChg>
      </pc:sldChg>
      <pc:sldChg chg="del">
        <pc:chgData name="綱本　晃" userId="953fbd37-e359-4401-b61d-7035dc8ee981" providerId="ADAL" clId="{C41D54AB-12F8-4E8B-86A0-750133A187DF}" dt="2022-01-24T12:12:06.326" v="1574" actId="47"/>
        <pc:sldMkLst>
          <pc:docMk/>
          <pc:sldMk cId="556755707" sldId="387"/>
        </pc:sldMkLst>
      </pc:sldChg>
      <pc:sldChg chg="del">
        <pc:chgData name="綱本　晃" userId="953fbd37-e359-4401-b61d-7035dc8ee981" providerId="ADAL" clId="{C41D54AB-12F8-4E8B-86A0-750133A187DF}" dt="2022-01-24T11:49:48.148" v="584" actId="2696"/>
        <pc:sldMkLst>
          <pc:docMk/>
          <pc:sldMk cId="2438793549" sldId="388"/>
        </pc:sldMkLst>
      </pc:sldChg>
      <pc:sldChg chg="modSp add mod">
        <pc:chgData name="綱本　晃" userId="953fbd37-e359-4401-b61d-7035dc8ee981" providerId="ADAL" clId="{C41D54AB-12F8-4E8B-86A0-750133A187DF}" dt="2022-01-24T12:42:15.891" v="2638" actId="20577"/>
        <pc:sldMkLst>
          <pc:docMk/>
          <pc:sldMk cId="3675222426" sldId="388"/>
        </pc:sldMkLst>
        <pc:spChg chg="mod">
          <ac:chgData name="綱本　晃" userId="953fbd37-e359-4401-b61d-7035dc8ee981" providerId="ADAL" clId="{C41D54AB-12F8-4E8B-86A0-750133A187DF}" dt="2022-01-24T12:42:15.891" v="2638" actId="20577"/>
          <ac:spMkLst>
            <pc:docMk/>
            <pc:sldMk cId="3675222426" sldId="388"/>
            <ac:spMk id="5" creationId="{F46EF505-320C-46BD-B709-62F840190822}"/>
          </ac:spMkLst>
        </pc:spChg>
      </pc:sldChg>
      <pc:sldChg chg="del">
        <pc:chgData name="綱本　晃" userId="953fbd37-e359-4401-b61d-7035dc8ee981" providerId="ADAL" clId="{C41D54AB-12F8-4E8B-86A0-750133A187DF}" dt="2022-01-24T12:37:37.661" v="2555" actId="47"/>
        <pc:sldMkLst>
          <pc:docMk/>
          <pc:sldMk cId="1715481522" sldId="389"/>
        </pc:sldMkLst>
      </pc:sldChg>
      <pc:sldChg chg="del">
        <pc:chgData name="綱本　晃" userId="953fbd37-e359-4401-b61d-7035dc8ee981" providerId="ADAL" clId="{C41D54AB-12F8-4E8B-86A0-750133A187DF}" dt="2022-01-24T12:37:37.661" v="2555" actId="47"/>
        <pc:sldMkLst>
          <pc:docMk/>
          <pc:sldMk cId="2118453056" sldId="390"/>
        </pc:sldMkLst>
      </pc:sldChg>
      <pc:sldChg chg="modSp mod">
        <pc:chgData name="綱本　晃" userId="953fbd37-e359-4401-b61d-7035dc8ee981" providerId="ADAL" clId="{C41D54AB-12F8-4E8B-86A0-750133A187DF}" dt="2022-01-24T12:13:41.190" v="1582" actId="113"/>
        <pc:sldMkLst>
          <pc:docMk/>
          <pc:sldMk cId="2854077937" sldId="391"/>
        </pc:sldMkLst>
        <pc:spChg chg="mod">
          <ac:chgData name="綱本　晃" userId="953fbd37-e359-4401-b61d-7035dc8ee981" providerId="ADAL" clId="{C41D54AB-12F8-4E8B-86A0-750133A187DF}" dt="2022-01-24T12:13:41.190" v="1582" actId="113"/>
          <ac:spMkLst>
            <pc:docMk/>
            <pc:sldMk cId="2854077937" sldId="391"/>
            <ac:spMk id="5" creationId="{B70CD2A3-08F1-4371-A97B-69D3EEECE0B6}"/>
          </ac:spMkLst>
        </pc:spChg>
        <pc:spChg chg="mod">
          <ac:chgData name="綱本　晃" userId="953fbd37-e359-4401-b61d-7035dc8ee981" providerId="ADAL" clId="{C41D54AB-12F8-4E8B-86A0-750133A187DF}" dt="2022-01-24T12:13:18.860" v="1580" actId="113"/>
          <ac:spMkLst>
            <pc:docMk/>
            <pc:sldMk cId="2854077937" sldId="391"/>
            <ac:spMk id="7" creationId="{7E5A696E-578D-4B92-8E2F-29C2483A1788}"/>
          </ac:spMkLst>
        </pc:spChg>
      </pc:sldChg>
      <pc:sldChg chg="del">
        <pc:chgData name="綱本　晃" userId="953fbd37-e359-4401-b61d-7035dc8ee981" providerId="ADAL" clId="{C41D54AB-12F8-4E8B-86A0-750133A187DF}" dt="2022-01-24T12:48:03.613" v="2685" actId="47"/>
        <pc:sldMkLst>
          <pc:docMk/>
          <pc:sldMk cId="2566377597" sldId="392"/>
        </pc:sldMkLst>
      </pc:sldChg>
      <pc:sldChg chg="modSp mod">
        <pc:chgData name="綱本　晃" userId="953fbd37-e359-4401-b61d-7035dc8ee981" providerId="ADAL" clId="{C41D54AB-12F8-4E8B-86A0-750133A187DF}" dt="2022-01-24T12:37:16.749" v="2554" actId="20577"/>
        <pc:sldMkLst>
          <pc:docMk/>
          <pc:sldMk cId="1398339670" sldId="393"/>
        </pc:sldMkLst>
        <pc:spChg chg="mod">
          <ac:chgData name="綱本　晃" userId="953fbd37-e359-4401-b61d-7035dc8ee981" providerId="ADAL" clId="{C41D54AB-12F8-4E8B-86A0-750133A187DF}" dt="2022-01-24T12:37:16.749" v="2554" actId="20577"/>
          <ac:spMkLst>
            <pc:docMk/>
            <pc:sldMk cId="1398339670" sldId="393"/>
            <ac:spMk id="5" creationId="{B8045AC5-6FD9-48E8-8FFD-CD130F3B1311}"/>
          </ac:spMkLst>
        </pc:spChg>
      </pc:sldChg>
      <pc:sldChg chg="del">
        <pc:chgData name="綱本　晃" userId="953fbd37-e359-4401-b61d-7035dc8ee981" providerId="ADAL" clId="{C41D54AB-12F8-4E8B-86A0-750133A187DF}" dt="2022-01-24T12:37:37.661" v="2555" actId="47"/>
        <pc:sldMkLst>
          <pc:docMk/>
          <pc:sldMk cId="1992762289" sldId="395"/>
        </pc:sldMkLst>
      </pc:sldChg>
      <pc:sldChg chg="del">
        <pc:chgData name="綱本　晃" userId="953fbd37-e359-4401-b61d-7035dc8ee981" providerId="ADAL" clId="{C41D54AB-12F8-4E8B-86A0-750133A187DF}" dt="2022-01-24T11:36:19.720" v="378" actId="47"/>
        <pc:sldMkLst>
          <pc:docMk/>
          <pc:sldMk cId="403394817" sldId="401"/>
        </pc:sldMkLst>
      </pc:sldChg>
      <pc:sldChg chg="del">
        <pc:chgData name="綱本　晃" userId="953fbd37-e359-4401-b61d-7035dc8ee981" providerId="ADAL" clId="{C41D54AB-12F8-4E8B-86A0-750133A187DF}" dt="2022-01-24T12:12:06.326" v="1574" actId="47"/>
        <pc:sldMkLst>
          <pc:docMk/>
          <pc:sldMk cId="1254116403" sldId="402"/>
        </pc:sldMkLst>
      </pc:sldChg>
      <pc:sldChg chg="del">
        <pc:chgData name="綱本　晃" userId="953fbd37-e359-4401-b61d-7035dc8ee981" providerId="ADAL" clId="{C41D54AB-12F8-4E8B-86A0-750133A187DF}" dt="2022-01-24T12:47:56.428" v="2684" actId="47"/>
        <pc:sldMkLst>
          <pc:docMk/>
          <pc:sldMk cId="1171312752" sldId="403"/>
        </pc:sldMkLst>
      </pc:sldChg>
      <pc:sldChg chg="del">
        <pc:chgData name="綱本　晃" userId="953fbd37-e359-4401-b61d-7035dc8ee981" providerId="ADAL" clId="{C41D54AB-12F8-4E8B-86A0-750133A187DF}" dt="2022-01-24T12:37:37.661" v="2555" actId="47"/>
        <pc:sldMkLst>
          <pc:docMk/>
          <pc:sldMk cId="3122038174" sldId="404"/>
        </pc:sldMkLst>
      </pc:sldChg>
      <pc:sldChg chg="modSp del mod">
        <pc:chgData name="綱本　晃" userId="953fbd37-e359-4401-b61d-7035dc8ee981" providerId="ADAL" clId="{C41D54AB-12F8-4E8B-86A0-750133A187DF}" dt="2022-01-24T11:36:19.720" v="378" actId="47"/>
        <pc:sldMkLst>
          <pc:docMk/>
          <pc:sldMk cId="1829059614" sldId="405"/>
        </pc:sldMkLst>
        <pc:spChg chg="mod">
          <ac:chgData name="綱本　晃" userId="953fbd37-e359-4401-b61d-7035dc8ee981" providerId="ADAL" clId="{C41D54AB-12F8-4E8B-86A0-750133A187DF}" dt="2022-01-24T10:50:15.394" v="0" actId="207"/>
          <ac:spMkLst>
            <pc:docMk/>
            <pc:sldMk cId="1829059614" sldId="405"/>
            <ac:spMk id="6" creationId="{E9E50ED6-9D16-4420-A4F1-15D81838AFE3}"/>
          </ac:spMkLst>
        </pc:spChg>
      </pc:sldChg>
      <pc:sldChg chg="add del">
        <pc:chgData name="綱本　晃" userId="953fbd37-e359-4401-b61d-7035dc8ee981" providerId="ADAL" clId="{C41D54AB-12F8-4E8B-86A0-750133A187DF}" dt="2022-01-24T12:35:41.417" v="2473" actId="47"/>
        <pc:sldMkLst>
          <pc:docMk/>
          <pc:sldMk cId="2102596637" sldId="406"/>
        </pc:sldMkLst>
      </pc:sldChg>
      <pc:sldChg chg="del">
        <pc:chgData name="綱本　晃" userId="953fbd37-e359-4401-b61d-7035dc8ee981" providerId="ADAL" clId="{C41D54AB-12F8-4E8B-86A0-750133A187DF}" dt="2022-01-24T11:39:10.336" v="396" actId="2696"/>
        <pc:sldMkLst>
          <pc:docMk/>
          <pc:sldMk cId="3015223730" sldId="406"/>
        </pc:sldMkLst>
      </pc:sldChg>
      <pc:sldChg chg="del">
        <pc:chgData name="綱本　晃" userId="953fbd37-e359-4401-b61d-7035dc8ee981" providerId="ADAL" clId="{C41D54AB-12F8-4E8B-86A0-750133A187DF}" dt="2022-01-24T11:42:04.111" v="398" actId="2696"/>
        <pc:sldMkLst>
          <pc:docMk/>
          <pc:sldMk cId="2872695052" sldId="407"/>
        </pc:sldMkLst>
      </pc:sldChg>
      <pc:sldChg chg="add del">
        <pc:chgData name="綱本　晃" userId="953fbd37-e359-4401-b61d-7035dc8ee981" providerId="ADAL" clId="{C41D54AB-12F8-4E8B-86A0-750133A187DF}" dt="2022-01-24T12:23:32.434" v="1971" actId="47"/>
        <pc:sldMkLst>
          <pc:docMk/>
          <pc:sldMk cId="3421302062" sldId="407"/>
        </pc:sldMkLst>
      </pc:sldChg>
      <pc:sldChg chg="del">
        <pc:chgData name="綱本　晃" userId="953fbd37-e359-4401-b61d-7035dc8ee981" providerId="ADAL" clId="{C41D54AB-12F8-4E8B-86A0-750133A187DF}" dt="2022-01-24T11:42:04.111" v="398" actId="2696"/>
        <pc:sldMkLst>
          <pc:docMk/>
          <pc:sldMk cId="310980177" sldId="408"/>
        </pc:sldMkLst>
      </pc:sldChg>
      <pc:sldChg chg="addSp modSp add mod">
        <pc:chgData name="綱本　晃" userId="953fbd37-e359-4401-b61d-7035dc8ee981" providerId="ADAL" clId="{C41D54AB-12F8-4E8B-86A0-750133A187DF}" dt="2022-01-24T12:47:00.457" v="2683" actId="20577"/>
        <pc:sldMkLst>
          <pc:docMk/>
          <pc:sldMk cId="3520347699" sldId="408"/>
        </pc:sldMkLst>
        <pc:spChg chg="mod">
          <ac:chgData name="綱本　晃" userId="953fbd37-e359-4401-b61d-7035dc8ee981" providerId="ADAL" clId="{C41D54AB-12F8-4E8B-86A0-750133A187DF}" dt="2022-01-24T12:19:31.063" v="1786" actId="20577"/>
          <ac:spMkLst>
            <pc:docMk/>
            <pc:sldMk cId="3520347699" sldId="408"/>
            <ac:spMk id="2" creationId="{F24C9AF9-A75D-486F-899F-095938B20FA3}"/>
          </ac:spMkLst>
        </pc:spChg>
        <pc:spChg chg="mod">
          <ac:chgData name="綱本　晃" userId="953fbd37-e359-4401-b61d-7035dc8ee981" providerId="ADAL" clId="{C41D54AB-12F8-4E8B-86A0-750133A187DF}" dt="2022-01-24T12:47:00.457" v="2683" actId="20577"/>
          <ac:spMkLst>
            <pc:docMk/>
            <pc:sldMk cId="3520347699" sldId="408"/>
            <ac:spMk id="6" creationId="{A2D0A690-CCF2-4775-9ADD-D7FB55D71D0A}"/>
          </ac:spMkLst>
        </pc:spChg>
        <pc:spChg chg="add mod">
          <ac:chgData name="綱本　晃" userId="953fbd37-e359-4401-b61d-7035dc8ee981" providerId="ADAL" clId="{C41D54AB-12F8-4E8B-86A0-750133A187DF}" dt="2022-01-24T12:22:50.265" v="1970" actId="20577"/>
          <ac:spMkLst>
            <pc:docMk/>
            <pc:sldMk cId="3520347699" sldId="408"/>
            <ac:spMk id="7" creationId="{B3C768BB-00AC-4CF9-A714-0F946A1866A2}"/>
          </ac:spMkLst>
        </pc:spChg>
      </pc:sldChg>
      <pc:sldChg chg="add del">
        <pc:chgData name="綱本　晃" userId="953fbd37-e359-4401-b61d-7035dc8ee981" providerId="ADAL" clId="{C41D54AB-12F8-4E8B-86A0-750133A187DF}" dt="2022-01-24T11:50:39.770" v="588" actId="2696"/>
        <pc:sldMkLst>
          <pc:docMk/>
          <pc:sldMk cId="250668572" sldId="409"/>
        </pc:sldMkLst>
      </pc:sldChg>
      <pc:sldChg chg="addSp modSp add mod">
        <pc:chgData name="綱本　晃" userId="953fbd37-e359-4401-b61d-7035dc8ee981" providerId="ADAL" clId="{C41D54AB-12F8-4E8B-86A0-750133A187DF}" dt="2022-01-24T12:43:20.973" v="2672" actId="6549"/>
        <pc:sldMkLst>
          <pc:docMk/>
          <pc:sldMk cId="4071748633" sldId="409"/>
        </pc:sldMkLst>
        <pc:spChg chg="mod">
          <ac:chgData name="綱本　晃" userId="953fbd37-e359-4401-b61d-7035dc8ee981" providerId="ADAL" clId="{C41D54AB-12F8-4E8B-86A0-750133A187DF}" dt="2022-01-24T12:43:20.973" v="2672" actId="6549"/>
          <ac:spMkLst>
            <pc:docMk/>
            <pc:sldMk cId="4071748633" sldId="409"/>
            <ac:spMk id="5" creationId="{3C1DD7FF-865D-416B-9120-CF864BAE9874}"/>
          </ac:spMkLst>
        </pc:spChg>
        <pc:spChg chg="add mod">
          <ac:chgData name="綱本　晃" userId="953fbd37-e359-4401-b61d-7035dc8ee981" providerId="ADAL" clId="{C41D54AB-12F8-4E8B-86A0-750133A187DF}" dt="2022-01-24T11:52:32.915" v="636" actId="1076"/>
          <ac:spMkLst>
            <pc:docMk/>
            <pc:sldMk cId="4071748633" sldId="409"/>
            <ac:spMk id="10" creationId="{1018A3A8-5D9C-4B49-A032-09F9DFF214C0}"/>
          </ac:spMkLst>
        </pc:spChg>
        <pc:spChg chg="add mod">
          <ac:chgData name="綱本　晃" userId="953fbd37-e359-4401-b61d-7035dc8ee981" providerId="ADAL" clId="{C41D54AB-12F8-4E8B-86A0-750133A187DF}" dt="2022-01-24T11:53:07.070" v="656" actId="14100"/>
          <ac:spMkLst>
            <pc:docMk/>
            <pc:sldMk cId="4071748633" sldId="409"/>
            <ac:spMk id="11" creationId="{7591C81C-02B5-43A7-8112-44307C1AF5C3}"/>
          </ac:spMkLst>
        </pc:spChg>
        <pc:picChg chg="mod">
          <ac:chgData name="綱本　晃" userId="953fbd37-e359-4401-b61d-7035dc8ee981" providerId="ADAL" clId="{C41D54AB-12F8-4E8B-86A0-750133A187DF}" dt="2022-01-24T11:51:51.259" v="605" actId="1076"/>
          <ac:picMkLst>
            <pc:docMk/>
            <pc:sldMk cId="4071748633" sldId="409"/>
            <ac:picMk id="8" creationId="{640D49C3-8B55-4FF1-AE83-D00762148637}"/>
          </ac:picMkLst>
        </pc:picChg>
        <pc:picChg chg="mod">
          <ac:chgData name="綱本　晃" userId="953fbd37-e359-4401-b61d-7035dc8ee981" providerId="ADAL" clId="{C41D54AB-12F8-4E8B-86A0-750133A187DF}" dt="2022-01-24T11:52:37.823" v="637" actId="14100"/>
          <ac:picMkLst>
            <pc:docMk/>
            <pc:sldMk cId="4071748633" sldId="409"/>
            <ac:picMk id="9" creationId="{F251F0C4-D23F-4222-A6DB-D2308DA9E82F}"/>
          </ac:picMkLst>
        </pc:picChg>
      </pc:sldChg>
      <pc:sldChg chg="modSp add mod">
        <pc:chgData name="綱本　晃" userId="953fbd37-e359-4401-b61d-7035dc8ee981" providerId="ADAL" clId="{C41D54AB-12F8-4E8B-86A0-750133A187DF}" dt="2022-01-24T11:59:20.270" v="728"/>
        <pc:sldMkLst>
          <pc:docMk/>
          <pc:sldMk cId="1273787902" sldId="410"/>
        </pc:sldMkLst>
        <pc:spChg chg="mod">
          <ac:chgData name="綱本　晃" userId="953fbd37-e359-4401-b61d-7035dc8ee981" providerId="ADAL" clId="{C41D54AB-12F8-4E8B-86A0-750133A187DF}" dt="2022-01-24T11:56:41.521" v="725" actId="20577"/>
          <ac:spMkLst>
            <pc:docMk/>
            <pc:sldMk cId="1273787902" sldId="410"/>
            <ac:spMk id="7" creationId="{1BB70643-3072-4F68-9F32-5E53C7C57439}"/>
          </ac:spMkLst>
        </pc:spChg>
        <pc:graphicFrameChg chg="modGraphic">
          <ac:chgData name="綱本　晃" userId="953fbd37-e359-4401-b61d-7035dc8ee981" providerId="ADAL" clId="{C41D54AB-12F8-4E8B-86A0-750133A187DF}" dt="2022-01-24T11:59:20.270" v="728"/>
          <ac:graphicFrameMkLst>
            <pc:docMk/>
            <pc:sldMk cId="1273787902" sldId="410"/>
            <ac:graphicFrameMk id="6" creationId="{297DB172-46A9-4949-8D1D-B1671A9C80CD}"/>
          </ac:graphicFrameMkLst>
        </pc:graphicFrameChg>
      </pc:sldChg>
      <pc:sldChg chg="add del">
        <pc:chgData name="綱本　晃" userId="953fbd37-e359-4401-b61d-7035dc8ee981" providerId="ADAL" clId="{C41D54AB-12F8-4E8B-86A0-750133A187DF}" dt="2022-01-24T11:50:39.770" v="588" actId="2696"/>
        <pc:sldMkLst>
          <pc:docMk/>
          <pc:sldMk cId="2638419068" sldId="410"/>
        </pc:sldMkLst>
      </pc:sldChg>
      <pc:sldChg chg="addSp delSp modSp add mod">
        <pc:chgData name="綱本　晃" userId="953fbd37-e359-4401-b61d-7035dc8ee981" providerId="ADAL" clId="{C41D54AB-12F8-4E8B-86A0-750133A187DF}" dt="2022-01-24T12:16:03.633" v="1741"/>
        <pc:sldMkLst>
          <pc:docMk/>
          <pc:sldMk cId="1508725011" sldId="411"/>
        </pc:sldMkLst>
        <pc:spChg chg="del">
          <ac:chgData name="綱本　晃" userId="953fbd37-e359-4401-b61d-7035dc8ee981" providerId="ADAL" clId="{C41D54AB-12F8-4E8B-86A0-750133A187DF}" dt="2022-01-24T11:48:50.937" v="578" actId="478"/>
          <ac:spMkLst>
            <pc:docMk/>
            <pc:sldMk cId="1508725011" sldId="411"/>
            <ac:spMk id="3" creationId="{F54F27B3-DDBF-476A-AD49-46F9A05EE6D4}"/>
          </ac:spMkLst>
        </pc:spChg>
        <pc:spChg chg="del">
          <ac:chgData name="綱本　晃" userId="953fbd37-e359-4401-b61d-7035dc8ee981" providerId="ADAL" clId="{C41D54AB-12F8-4E8B-86A0-750133A187DF}" dt="2022-01-24T11:48:50.937" v="578" actId="478"/>
          <ac:spMkLst>
            <pc:docMk/>
            <pc:sldMk cId="1508725011" sldId="411"/>
            <ac:spMk id="4" creationId="{BFC7A35D-1013-4B1B-8268-48793F136D4C}"/>
          </ac:spMkLst>
        </pc:spChg>
        <pc:spChg chg="mod">
          <ac:chgData name="綱本　晃" userId="953fbd37-e359-4401-b61d-7035dc8ee981" providerId="ADAL" clId="{C41D54AB-12F8-4E8B-86A0-750133A187DF}" dt="2022-01-24T11:47:04.832" v="413" actId="20577"/>
          <ac:spMkLst>
            <pc:docMk/>
            <pc:sldMk cId="1508725011" sldId="411"/>
            <ac:spMk id="6" creationId="{0F81E6C4-7841-4153-9948-3830F64F1715}"/>
          </ac:spMkLst>
        </pc:spChg>
        <pc:spChg chg="mod">
          <ac:chgData name="綱本　晃" userId="953fbd37-e359-4401-b61d-7035dc8ee981" providerId="ADAL" clId="{C41D54AB-12F8-4E8B-86A0-750133A187DF}" dt="2022-01-24T11:48:42.172" v="577" actId="20577"/>
          <ac:spMkLst>
            <pc:docMk/>
            <pc:sldMk cId="1508725011" sldId="411"/>
            <ac:spMk id="8" creationId="{DC47DB6E-DE5F-461B-8DA6-D7E7BFB3D9CA}"/>
          </ac:spMkLst>
        </pc:spChg>
        <pc:spChg chg="add del mod">
          <ac:chgData name="綱本　晃" userId="953fbd37-e359-4401-b61d-7035dc8ee981" providerId="ADAL" clId="{C41D54AB-12F8-4E8B-86A0-750133A187DF}" dt="2022-01-24T11:49:19.012" v="581" actId="478"/>
          <ac:spMkLst>
            <pc:docMk/>
            <pc:sldMk cId="1508725011" sldId="411"/>
            <ac:spMk id="10" creationId="{48C65DB5-D220-435F-A88C-183E6AC7E668}"/>
          </ac:spMkLst>
        </pc:spChg>
        <pc:spChg chg="add mod">
          <ac:chgData name="綱本　晃" userId="953fbd37-e359-4401-b61d-7035dc8ee981" providerId="ADAL" clId="{C41D54AB-12F8-4E8B-86A0-750133A187DF}" dt="2022-01-24T11:49:32.710" v="583" actId="1076"/>
          <ac:spMkLst>
            <pc:docMk/>
            <pc:sldMk cId="1508725011" sldId="411"/>
            <ac:spMk id="11" creationId="{727FED7A-6B30-457B-BCA2-7211925CF3F0}"/>
          </ac:spMkLst>
        </pc:spChg>
        <pc:spChg chg="add mod">
          <ac:chgData name="綱本　晃" userId="953fbd37-e359-4401-b61d-7035dc8ee981" providerId="ADAL" clId="{C41D54AB-12F8-4E8B-86A0-750133A187DF}" dt="2022-01-24T11:49:32.710" v="583" actId="1076"/>
          <ac:spMkLst>
            <pc:docMk/>
            <pc:sldMk cId="1508725011" sldId="411"/>
            <ac:spMk id="12" creationId="{C7C38FB6-81BA-4646-844B-70012F004DE6}"/>
          </ac:spMkLst>
        </pc:spChg>
        <pc:spChg chg="add mod">
          <ac:chgData name="綱本　晃" userId="953fbd37-e359-4401-b61d-7035dc8ee981" providerId="ADAL" clId="{C41D54AB-12F8-4E8B-86A0-750133A187DF}" dt="2022-01-24T11:49:32.710" v="583" actId="1076"/>
          <ac:spMkLst>
            <pc:docMk/>
            <pc:sldMk cId="1508725011" sldId="411"/>
            <ac:spMk id="13" creationId="{5EBFF754-E06D-4B60-9113-2FDC044E742E}"/>
          </ac:spMkLst>
        </pc:spChg>
        <pc:spChg chg="add mod">
          <ac:chgData name="綱本　晃" userId="953fbd37-e359-4401-b61d-7035dc8ee981" providerId="ADAL" clId="{C41D54AB-12F8-4E8B-86A0-750133A187DF}" dt="2022-01-24T11:49:32.710" v="583" actId="1076"/>
          <ac:spMkLst>
            <pc:docMk/>
            <pc:sldMk cId="1508725011" sldId="411"/>
            <ac:spMk id="14" creationId="{534844EC-F646-495D-9818-2CC378DA7354}"/>
          </ac:spMkLst>
        </pc:spChg>
        <pc:spChg chg="add mod">
          <ac:chgData name="綱本　晃" userId="953fbd37-e359-4401-b61d-7035dc8ee981" providerId="ADAL" clId="{C41D54AB-12F8-4E8B-86A0-750133A187DF}" dt="2022-01-24T12:16:03.633" v="1741"/>
          <ac:spMkLst>
            <pc:docMk/>
            <pc:sldMk cId="1508725011" sldId="411"/>
            <ac:spMk id="15" creationId="{483C9CCD-E5A9-4EED-B18D-DF26AA1200F6}"/>
          </ac:spMkLst>
        </pc:spChg>
        <pc:spChg chg="del">
          <ac:chgData name="綱本　晃" userId="953fbd37-e359-4401-b61d-7035dc8ee981" providerId="ADAL" clId="{C41D54AB-12F8-4E8B-86A0-750133A187DF}" dt="2022-01-24T11:48:50.937" v="578" actId="478"/>
          <ac:spMkLst>
            <pc:docMk/>
            <pc:sldMk cId="1508725011" sldId="411"/>
            <ac:spMk id="17" creationId="{CB15962C-5B4F-434B-B5D8-EC0391B8042D}"/>
          </ac:spMkLst>
        </pc:spChg>
        <pc:spChg chg="del">
          <ac:chgData name="綱本　晃" userId="953fbd37-e359-4401-b61d-7035dc8ee981" providerId="ADAL" clId="{C41D54AB-12F8-4E8B-86A0-750133A187DF}" dt="2022-01-24T11:48:50.937" v="578" actId="478"/>
          <ac:spMkLst>
            <pc:docMk/>
            <pc:sldMk cId="1508725011" sldId="411"/>
            <ac:spMk id="18" creationId="{FFC738C4-3453-4521-A157-A5ADD81622B3}"/>
          </ac:spMkLst>
        </pc:spChg>
        <pc:spChg chg="add mod">
          <ac:chgData name="綱本　晃" userId="953fbd37-e359-4401-b61d-7035dc8ee981" providerId="ADAL" clId="{C41D54AB-12F8-4E8B-86A0-750133A187DF}" dt="2022-01-24T12:16:03.633" v="1741"/>
          <ac:spMkLst>
            <pc:docMk/>
            <pc:sldMk cId="1508725011" sldId="411"/>
            <ac:spMk id="19" creationId="{ADB64598-554D-43BC-BEC9-ED6935E30F60}"/>
          </ac:spMkLst>
        </pc:spChg>
        <pc:picChg chg="del">
          <ac:chgData name="綱本　晃" userId="953fbd37-e359-4401-b61d-7035dc8ee981" providerId="ADAL" clId="{C41D54AB-12F8-4E8B-86A0-750133A187DF}" dt="2022-01-24T11:48:50.937" v="578" actId="478"/>
          <ac:picMkLst>
            <pc:docMk/>
            <pc:sldMk cId="1508725011" sldId="411"/>
            <ac:picMk id="16" creationId="{5E86E67E-F07E-4FC6-8CFA-634F59A30E34}"/>
          </ac:picMkLst>
        </pc:picChg>
      </pc:sldChg>
      <pc:sldChg chg="delSp modSp add mod">
        <pc:chgData name="綱本　晃" userId="953fbd37-e359-4401-b61d-7035dc8ee981" providerId="ADAL" clId="{C41D54AB-12F8-4E8B-86A0-750133A187DF}" dt="2022-01-24T12:45:34.352" v="2681" actId="20577"/>
        <pc:sldMkLst>
          <pc:docMk/>
          <pc:sldMk cId="3297334573" sldId="412"/>
        </pc:sldMkLst>
        <pc:spChg chg="mod">
          <ac:chgData name="綱本　晃" userId="953fbd37-e359-4401-b61d-7035dc8ee981" providerId="ADAL" clId="{C41D54AB-12F8-4E8B-86A0-750133A187DF}" dt="2022-01-24T12:00:42.333" v="738" actId="20577"/>
          <ac:spMkLst>
            <pc:docMk/>
            <pc:sldMk cId="3297334573" sldId="412"/>
            <ac:spMk id="3" creationId="{274C6DF9-4F40-4E35-B127-AD76C03E164C}"/>
          </ac:spMkLst>
        </pc:spChg>
        <pc:spChg chg="mod">
          <ac:chgData name="綱本　晃" userId="953fbd37-e359-4401-b61d-7035dc8ee981" providerId="ADAL" clId="{C41D54AB-12F8-4E8B-86A0-750133A187DF}" dt="2022-01-24T12:45:34.352" v="2681" actId="20577"/>
          <ac:spMkLst>
            <pc:docMk/>
            <pc:sldMk cId="3297334573" sldId="412"/>
            <ac:spMk id="5" creationId="{3C1DD7FF-865D-416B-9120-CF864BAE9874}"/>
          </ac:spMkLst>
        </pc:spChg>
        <pc:spChg chg="del">
          <ac:chgData name="綱本　晃" userId="953fbd37-e359-4401-b61d-7035dc8ee981" providerId="ADAL" clId="{C41D54AB-12F8-4E8B-86A0-750133A187DF}" dt="2022-01-24T12:00:51.813" v="739" actId="478"/>
          <ac:spMkLst>
            <pc:docMk/>
            <pc:sldMk cId="3297334573" sldId="412"/>
            <ac:spMk id="10" creationId="{1018A3A8-5D9C-4B49-A032-09F9DFF214C0}"/>
          </ac:spMkLst>
        </pc:spChg>
        <pc:spChg chg="del">
          <ac:chgData name="綱本　晃" userId="953fbd37-e359-4401-b61d-7035dc8ee981" providerId="ADAL" clId="{C41D54AB-12F8-4E8B-86A0-750133A187DF}" dt="2022-01-24T12:00:51.813" v="739" actId="478"/>
          <ac:spMkLst>
            <pc:docMk/>
            <pc:sldMk cId="3297334573" sldId="412"/>
            <ac:spMk id="11" creationId="{7591C81C-02B5-43A7-8112-44307C1AF5C3}"/>
          </ac:spMkLst>
        </pc:spChg>
        <pc:graphicFrameChg chg="del">
          <ac:chgData name="綱本　晃" userId="953fbd37-e359-4401-b61d-7035dc8ee981" providerId="ADAL" clId="{C41D54AB-12F8-4E8B-86A0-750133A187DF}" dt="2022-01-24T12:00:51.813" v="739" actId="478"/>
          <ac:graphicFrameMkLst>
            <pc:docMk/>
            <pc:sldMk cId="3297334573" sldId="412"/>
            <ac:graphicFrameMk id="6" creationId="{631281BD-0237-40F4-91CF-FA5B941265D3}"/>
          </ac:graphicFrameMkLst>
        </pc:graphicFrameChg>
        <pc:picChg chg="del">
          <ac:chgData name="綱本　晃" userId="953fbd37-e359-4401-b61d-7035dc8ee981" providerId="ADAL" clId="{C41D54AB-12F8-4E8B-86A0-750133A187DF}" dt="2022-01-24T12:00:51.813" v="739" actId="478"/>
          <ac:picMkLst>
            <pc:docMk/>
            <pc:sldMk cId="3297334573" sldId="412"/>
            <ac:picMk id="7" creationId="{E45271C7-AA74-43AE-A4E8-DE6603F047A6}"/>
          </ac:picMkLst>
        </pc:picChg>
        <pc:picChg chg="del">
          <ac:chgData name="綱本　晃" userId="953fbd37-e359-4401-b61d-7035dc8ee981" providerId="ADAL" clId="{C41D54AB-12F8-4E8B-86A0-750133A187DF}" dt="2022-01-24T12:00:51.813" v="739" actId="478"/>
          <ac:picMkLst>
            <pc:docMk/>
            <pc:sldMk cId="3297334573" sldId="412"/>
            <ac:picMk id="8" creationId="{640D49C3-8B55-4FF1-AE83-D00762148637}"/>
          </ac:picMkLst>
        </pc:picChg>
        <pc:picChg chg="del">
          <ac:chgData name="綱本　晃" userId="953fbd37-e359-4401-b61d-7035dc8ee981" providerId="ADAL" clId="{C41D54AB-12F8-4E8B-86A0-750133A187DF}" dt="2022-01-24T12:00:51.813" v="739" actId="478"/>
          <ac:picMkLst>
            <pc:docMk/>
            <pc:sldMk cId="3297334573" sldId="412"/>
            <ac:picMk id="9" creationId="{F251F0C4-D23F-4222-A6DB-D2308DA9E82F}"/>
          </ac:picMkLst>
        </pc:picChg>
      </pc:sldChg>
      <pc:sldChg chg="addSp delSp modSp add mod">
        <pc:chgData name="綱本　晃" userId="953fbd37-e359-4401-b61d-7035dc8ee981" providerId="ADAL" clId="{C41D54AB-12F8-4E8B-86A0-750133A187DF}" dt="2022-01-24T12:19:08.786" v="1767" actId="113"/>
        <pc:sldMkLst>
          <pc:docMk/>
          <pc:sldMk cId="983783010" sldId="413"/>
        </pc:sldMkLst>
        <pc:spChg chg="mod">
          <ac:chgData name="綱本　晃" userId="953fbd37-e359-4401-b61d-7035dc8ee981" providerId="ADAL" clId="{C41D54AB-12F8-4E8B-86A0-750133A187DF}" dt="2022-01-24T12:14:23.246" v="1589" actId="20577"/>
          <ac:spMkLst>
            <pc:docMk/>
            <pc:sldMk cId="983783010" sldId="413"/>
            <ac:spMk id="6" creationId="{0F81E6C4-7841-4153-9948-3830F64F1715}"/>
          </ac:spMkLst>
        </pc:spChg>
        <pc:spChg chg="mod">
          <ac:chgData name="綱本　晃" userId="953fbd37-e359-4401-b61d-7035dc8ee981" providerId="ADAL" clId="{C41D54AB-12F8-4E8B-86A0-750133A187DF}" dt="2022-01-24T12:15:27.373" v="1739" actId="20577"/>
          <ac:spMkLst>
            <pc:docMk/>
            <pc:sldMk cId="983783010" sldId="413"/>
            <ac:spMk id="8" creationId="{DC47DB6E-DE5F-461B-8DA6-D7E7BFB3D9CA}"/>
          </ac:spMkLst>
        </pc:spChg>
        <pc:spChg chg="add mod">
          <ac:chgData name="綱本　晃" userId="953fbd37-e359-4401-b61d-7035dc8ee981" providerId="ADAL" clId="{C41D54AB-12F8-4E8B-86A0-750133A187DF}" dt="2022-01-24T12:16:08.451" v="1742"/>
          <ac:spMkLst>
            <pc:docMk/>
            <pc:sldMk cId="983783010" sldId="413"/>
            <ac:spMk id="10" creationId="{94CB60EB-1DD5-495F-BDEA-EBBEC93B3306}"/>
          </ac:spMkLst>
        </pc:spChg>
        <pc:spChg chg="del">
          <ac:chgData name="綱本　晃" userId="953fbd37-e359-4401-b61d-7035dc8ee981" providerId="ADAL" clId="{C41D54AB-12F8-4E8B-86A0-750133A187DF}" dt="2022-01-24T12:15:44.554" v="1740" actId="478"/>
          <ac:spMkLst>
            <pc:docMk/>
            <pc:sldMk cId="983783010" sldId="413"/>
            <ac:spMk id="11" creationId="{727FED7A-6B30-457B-BCA2-7211925CF3F0}"/>
          </ac:spMkLst>
        </pc:spChg>
        <pc:spChg chg="del">
          <ac:chgData name="綱本　晃" userId="953fbd37-e359-4401-b61d-7035dc8ee981" providerId="ADAL" clId="{C41D54AB-12F8-4E8B-86A0-750133A187DF}" dt="2022-01-24T12:15:44.554" v="1740" actId="478"/>
          <ac:spMkLst>
            <pc:docMk/>
            <pc:sldMk cId="983783010" sldId="413"/>
            <ac:spMk id="12" creationId="{C7C38FB6-81BA-4646-844B-70012F004DE6}"/>
          </ac:spMkLst>
        </pc:spChg>
        <pc:spChg chg="del">
          <ac:chgData name="綱本　晃" userId="953fbd37-e359-4401-b61d-7035dc8ee981" providerId="ADAL" clId="{C41D54AB-12F8-4E8B-86A0-750133A187DF}" dt="2022-01-24T12:15:44.554" v="1740" actId="478"/>
          <ac:spMkLst>
            <pc:docMk/>
            <pc:sldMk cId="983783010" sldId="413"/>
            <ac:spMk id="13" creationId="{5EBFF754-E06D-4B60-9113-2FDC044E742E}"/>
          </ac:spMkLst>
        </pc:spChg>
        <pc:spChg chg="del">
          <ac:chgData name="綱本　晃" userId="953fbd37-e359-4401-b61d-7035dc8ee981" providerId="ADAL" clId="{C41D54AB-12F8-4E8B-86A0-750133A187DF}" dt="2022-01-24T12:15:44.554" v="1740" actId="478"/>
          <ac:spMkLst>
            <pc:docMk/>
            <pc:sldMk cId="983783010" sldId="413"/>
            <ac:spMk id="14" creationId="{534844EC-F646-495D-9818-2CC378DA7354}"/>
          </ac:spMkLst>
        </pc:spChg>
        <pc:spChg chg="add mod">
          <ac:chgData name="綱本　晃" userId="953fbd37-e359-4401-b61d-7035dc8ee981" providerId="ADAL" clId="{C41D54AB-12F8-4E8B-86A0-750133A187DF}" dt="2022-01-24T12:16:08.451" v="1742"/>
          <ac:spMkLst>
            <pc:docMk/>
            <pc:sldMk cId="983783010" sldId="413"/>
            <ac:spMk id="15" creationId="{40F92442-43D3-49B9-B9F8-78175D8264DC}"/>
          </ac:spMkLst>
        </pc:spChg>
        <pc:spChg chg="add mod">
          <ac:chgData name="綱本　晃" userId="953fbd37-e359-4401-b61d-7035dc8ee981" providerId="ADAL" clId="{C41D54AB-12F8-4E8B-86A0-750133A187DF}" dt="2022-01-24T12:19:08.786" v="1767" actId="113"/>
          <ac:spMkLst>
            <pc:docMk/>
            <pc:sldMk cId="983783010" sldId="413"/>
            <ac:spMk id="16" creationId="{5F665B7A-B879-4DB2-B8E4-44D6D5E1EE61}"/>
          </ac:spMkLst>
        </pc:spChg>
      </pc:sldChg>
      <pc:sldChg chg="modSp add mod">
        <pc:chgData name="綱本　晃" userId="953fbd37-e359-4401-b61d-7035dc8ee981" providerId="ADAL" clId="{C41D54AB-12F8-4E8B-86A0-750133A187DF}" dt="2022-01-24T12:25:04.721" v="1982" actId="207"/>
        <pc:sldMkLst>
          <pc:docMk/>
          <pc:sldMk cId="2329683649" sldId="414"/>
        </pc:sldMkLst>
        <pc:spChg chg="mod">
          <ac:chgData name="綱本　晃" userId="953fbd37-e359-4401-b61d-7035dc8ee981" providerId="ADAL" clId="{C41D54AB-12F8-4E8B-86A0-750133A187DF}" dt="2022-01-24T12:23:44.020" v="1978" actId="20577"/>
          <ac:spMkLst>
            <pc:docMk/>
            <pc:sldMk cId="2329683649" sldId="414"/>
            <ac:spMk id="6" creationId="{0F81E6C4-7841-4153-9948-3830F64F1715}"/>
          </ac:spMkLst>
        </pc:spChg>
        <pc:spChg chg="mod">
          <ac:chgData name="綱本　晃" userId="953fbd37-e359-4401-b61d-7035dc8ee981" providerId="ADAL" clId="{C41D54AB-12F8-4E8B-86A0-750133A187DF}" dt="2022-01-24T12:24:24.695" v="1979"/>
          <ac:spMkLst>
            <pc:docMk/>
            <pc:sldMk cId="2329683649" sldId="414"/>
            <ac:spMk id="8" creationId="{DC47DB6E-DE5F-461B-8DA6-D7E7BFB3D9CA}"/>
          </ac:spMkLst>
        </pc:spChg>
        <pc:spChg chg="mod">
          <ac:chgData name="綱本　晃" userId="953fbd37-e359-4401-b61d-7035dc8ee981" providerId="ADAL" clId="{C41D54AB-12F8-4E8B-86A0-750133A187DF}" dt="2022-01-24T12:25:04.721" v="1982" actId="207"/>
          <ac:spMkLst>
            <pc:docMk/>
            <pc:sldMk cId="2329683649" sldId="414"/>
            <ac:spMk id="16" creationId="{5F665B7A-B879-4DB2-B8E4-44D6D5E1EE61}"/>
          </ac:spMkLst>
        </pc:spChg>
      </pc:sldChg>
      <pc:sldChg chg="addSp delSp modSp add mod modNotesTx">
        <pc:chgData name="綱本　晃" userId="953fbd37-e359-4401-b61d-7035dc8ee981" providerId="ADAL" clId="{C41D54AB-12F8-4E8B-86A0-750133A187DF}" dt="2022-01-24T12:50:25.449" v="2850" actId="20577"/>
        <pc:sldMkLst>
          <pc:docMk/>
          <pc:sldMk cId="237955507" sldId="415"/>
        </pc:sldMkLst>
        <pc:spChg chg="mod">
          <ac:chgData name="綱本　晃" userId="953fbd37-e359-4401-b61d-7035dc8ee981" providerId="ADAL" clId="{C41D54AB-12F8-4E8B-86A0-750133A187DF}" dt="2022-01-24T12:26:52.242" v="2005" actId="20577"/>
          <ac:spMkLst>
            <pc:docMk/>
            <pc:sldMk cId="237955507" sldId="415"/>
            <ac:spMk id="3" creationId="{1C79983C-D8FC-4693-8551-08AD543141F3}"/>
          </ac:spMkLst>
        </pc:spChg>
        <pc:spChg chg="del">
          <ac:chgData name="綱本　晃" userId="953fbd37-e359-4401-b61d-7035dc8ee981" providerId="ADAL" clId="{C41D54AB-12F8-4E8B-86A0-750133A187DF}" dt="2022-01-24T12:28:22.900" v="2006" actId="478"/>
          <ac:spMkLst>
            <pc:docMk/>
            <pc:sldMk cId="237955507" sldId="415"/>
            <ac:spMk id="10" creationId="{3E886A93-B506-4242-B164-04A0B3CBA2EC}"/>
          </ac:spMkLst>
        </pc:spChg>
        <pc:spChg chg="add mod">
          <ac:chgData name="綱本　晃" userId="953fbd37-e359-4401-b61d-7035dc8ee981" providerId="ADAL" clId="{C41D54AB-12F8-4E8B-86A0-750133A187DF}" dt="2022-01-24T12:48:50.148" v="2689" actId="113"/>
          <ac:spMkLst>
            <pc:docMk/>
            <pc:sldMk cId="237955507" sldId="415"/>
            <ac:spMk id="11" creationId="{E8C31C95-B190-464F-BE66-43124F5ABA7D}"/>
          </ac:spMkLst>
        </pc:spChg>
        <pc:spChg chg="add mod">
          <ac:chgData name="綱本　晃" userId="953fbd37-e359-4401-b61d-7035dc8ee981" providerId="ADAL" clId="{C41D54AB-12F8-4E8B-86A0-750133A187DF}" dt="2022-01-24T12:32:29.393" v="2413"/>
          <ac:spMkLst>
            <pc:docMk/>
            <pc:sldMk cId="237955507" sldId="415"/>
            <ac:spMk id="12" creationId="{21261815-3A92-4E4A-B684-0577ABF83618}"/>
          </ac:spMkLst>
        </pc:spChg>
        <pc:spChg chg="add mod">
          <ac:chgData name="綱本　晃" userId="953fbd37-e359-4401-b61d-7035dc8ee981" providerId="ADAL" clId="{C41D54AB-12F8-4E8B-86A0-750133A187DF}" dt="2022-01-24T12:32:29.393" v="2413"/>
          <ac:spMkLst>
            <pc:docMk/>
            <pc:sldMk cId="237955507" sldId="415"/>
            <ac:spMk id="13" creationId="{D179DC97-B522-4D24-A0F0-3995E87C7073}"/>
          </ac:spMkLst>
        </pc:spChg>
        <pc:spChg chg="add mod">
          <ac:chgData name="綱本　晃" userId="953fbd37-e359-4401-b61d-7035dc8ee981" providerId="ADAL" clId="{C41D54AB-12F8-4E8B-86A0-750133A187DF}" dt="2022-01-24T12:32:29.393" v="2413"/>
          <ac:spMkLst>
            <pc:docMk/>
            <pc:sldMk cId="237955507" sldId="415"/>
            <ac:spMk id="15" creationId="{FC451FAB-BD3C-4344-8542-6012CE5465CA}"/>
          </ac:spMkLst>
        </pc:spChg>
        <pc:spChg chg="add mod">
          <ac:chgData name="綱本　晃" userId="953fbd37-e359-4401-b61d-7035dc8ee981" providerId="ADAL" clId="{C41D54AB-12F8-4E8B-86A0-750133A187DF}" dt="2022-01-24T12:32:29.393" v="2413"/>
          <ac:spMkLst>
            <pc:docMk/>
            <pc:sldMk cId="237955507" sldId="415"/>
            <ac:spMk id="16" creationId="{A11CAB56-2B01-4378-974B-DE6251F44E0A}"/>
          </ac:spMkLst>
        </pc:spChg>
        <pc:spChg chg="add mod">
          <ac:chgData name="綱本　晃" userId="953fbd37-e359-4401-b61d-7035dc8ee981" providerId="ADAL" clId="{C41D54AB-12F8-4E8B-86A0-750133A187DF}" dt="2022-01-24T12:34:52.773" v="2472" actId="1076"/>
          <ac:spMkLst>
            <pc:docMk/>
            <pc:sldMk cId="237955507" sldId="415"/>
            <ac:spMk id="18" creationId="{8791EBD2-419F-42F5-B730-ADC0BCC91DFC}"/>
          </ac:spMkLst>
        </pc:spChg>
        <pc:spChg chg="add mod">
          <ac:chgData name="綱本　晃" userId="953fbd37-e359-4401-b61d-7035dc8ee981" providerId="ADAL" clId="{C41D54AB-12F8-4E8B-86A0-750133A187DF}" dt="2022-01-24T12:34:41.887" v="2471" actId="20577"/>
          <ac:spMkLst>
            <pc:docMk/>
            <pc:sldMk cId="237955507" sldId="415"/>
            <ac:spMk id="19" creationId="{16E893FE-0329-4CC6-86A8-CE10F146CCCC}"/>
          </ac:spMkLst>
        </pc:spChg>
        <pc:picChg chg="add mod">
          <ac:chgData name="綱本　晃" userId="953fbd37-e359-4401-b61d-7035dc8ee981" providerId="ADAL" clId="{C41D54AB-12F8-4E8B-86A0-750133A187DF}" dt="2022-01-24T12:32:29.393" v="2413"/>
          <ac:picMkLst>
            <pc:docMk/>
            <pc:sldMk cId="237955507" sldId="415"/>
            <ac:picMk id="14" creationId="{17F51022-CFCE-4524-97ED-8E19A49ECC45}"/>
          </ac:picMkLst>
        </pc:picChg>
        <pc:picChg chg="add mod">
          <ac:chgData name="綱本　晃" userId="953fbd37-e359-4401-b61d-7035dc8ee981" providerId="ADAL" clId="{C41D54AB-12F8-4E8B-86A0-750133A187DF}" dt="2022-01-24T12:32:29.393" v="2413"/>
          <ac:picMkLst>
            <pc:docMk/>
            <pc:sldMk cId="237955507" sldId="415"/>
            <ac:picMk id="17" creationId="{34FB898E-24D5-4C25-9CC8-F7C4C6A20DCC}"/>
          </ac:picMkLst>
        </pc:pic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稔章 今野" userId="9659808f-245f-46a7-991e-983cdf43b7a2" providerId="ADAL" clId="{43AFE2C3-5748-4D65-9C0D-27C716E60B05}"/>
    <pc:docChg chg="undo custSel addSld modSld sldOrd">
      <pc:chgData name="稔章 今野" userId="9659808f-245f-46a7-991e-983cdf43b7a2" providerId="ADAL" clId="{43AFE2C3-5748-4D65-9C0D-27C716E60B05}" dt="2021-12-23T03:50:40.300" v="1965" actId="680"/>
      <pc:docMkLst>
        <pc:docMk/>
      </pc:docMkLst>
      <pc:sldChg chg="modSp mod">
        <pc:chgData name="稔章 今野" userId="9659808f-245f-46a7-991e-983cdf43b7a2" providerId="ADAL" clId="{43AFE2C3-5748-4D65-9C0D-27C716E60B05}" dt="2021-12-21T07:29:54.103" v="1956" actId="20577"/>
        <pc:sldMkLst>
          <pc:docMk/>
          <pc:sldMk cId="1859091905" sldId="362"/>
        </pc:sldMkLst>
        <pc:spChg chg="mod">
          <ac:chgData name="稔章 今野" userId="9659808f-245f-46a7-991e-983cdf43b7a2" providerId="ADAL" clId="{43AFE2C3-5748-4D65-9C0D-27C716E60B05}" dt="2021-12-21T07:29:54.103" v="1956" actId="20577"/>
          <ac:spMkLst>
            <pc:docMk/>
            <pc:sldMk cId="1859091905" sldId="362"/>
            <ac:spMk id="8" creationId="{C57C43D1-E1C5-418D-A114-931FDA96CE3D}"/>
          </ac:spMkLst>
        </pc:spChg>
      </pc:sldChg>
      <pc:sldChg chg="modSp mod">
        <pc:chgData name="稔章 今野" userId="9659808f-245f-46a7-991e-983cdf43b7a2" providerId="ADAL" clId="{43AFE2C3-5748-4D65-9C0D-27C716E60B05}" dt="2021-12-21T05:20:14.739" v="466" actId="1076"/>
        <pc:sldMkLst>
          <pc:docMk/>
          <pc:sldMk cId="1449548173" sldId="371"/>
        </pc:sldMkLst>
        <pc:spChg chg="mod">
          <ac:chgData name="稔章 今野" userId="9659808f-245f-46a7-991e-983cdf43b7a2" providerId="ADAL" clId="{43AFE2C3-5748-4D65-9C0D-27C716E60B05}" dt="2021-12-21T05:20:14.739" v="466" actId="1076"/>
          <ac:spMkLst>
            <pc:docMk/>
            <pc:sldMk cId="1449548173" sldId="371"/>
            <ac:spMk id="12" creationId="{D827973A-B285-444D-B8E2-2C1ADF444989}"/>
          </ac:spMkLst>
        </pc:spChg>
      </pc:sldChg>
      <pc:sldChg chg="modSp mod">
        <pc:chgData name="稔章 今野" userId="9659808f-245f-46a7-991e-983cdf43b7a2" providerId="ADAL" clId="{43AFE2C3-5748-4D65-9C0D-27C716E60B05}" dt="2021-12-21T05:28:29.986" v="468" actId="14100"/>
        <pc:sldMkLst>
          <pc:docMk/>
          <pc:sldMk cId="1389535331" sldId="385"/>
        </pc:sldMkLst>
        <pc:spChg chg="mod">
          <ac:chgData name="稔章 今野" userId="9659808f-245f-46a7-991e-983cdf43b7a2" providerId="ADAL" clId="{43AFE2C3-5748-4D65-9C0D-27C716E60B05}" dt="2021-12-21T05:28:29.986" v="468" actId="14100"/>
          <ac:spMkLst>
            <pc:docMk/>
            <pc:sldMk cId="1389535331" sldId="385"/>
            <ac:spMk id="5" creationId="{6F728591-7CBD-4AD4-9F32-C84F67FFA042}"/>
          </ac:spMkLst>
        </pc:spChg>
      </pc:sldChg>
      <pc:sldChg chg="ord">
        <pc:chgData name="稔章 今野" userId="9659808f-245f-46a7-991e-983cdf43b7a2" providerId="ADAL" clId="{43AFE2C3-5748-4D65-9C0D-27C716E60B05}" dt="2021-12-21T05:35:21.405" v="493"/>
        <pc:sldMkLst>
          <pc:docMk/>
          <pc:sldMk cId="2854077937" sldId="391"/>
        </pc:sldMkLst>
      </pc:sldChg>
      <pc:sldChg chg="ord">
        <pc:chgData name="稔章 今野" userId="9659808f-245f-46a7-991e-983cdf43b7a2" providerId="ADAL" clId="{43AFE2C3-5748-4D65-9C0D-27C716E60B05}" dt="2021-12-21T05:35:25.063" v="495"/>
        <pc:sldMkLst>
          <pc:docMk/>
          <pc:sldMk cId="2566377597" sldId="392"/>
        </pc:sldMkLst>
      </pc:sldChg>
      <pc:sldChg chg="modSp mod ord">
        <pc:chgData name="稔章 今野" userId="9659808f-245f-46a7-991e-983cdf43b7a2" providerId="ADAL" clId="{43AFE2C3-5748-4D65-9C0D-27C716E60B05}" dt="2021-12-21T06:17:22.429" v="1448" actId="5793"/>
        <pc:sldMkLst>
          <pc:docMk/>
          <pc:sldMk cId="1398339670" sldId="393"/>
        </pc:sldMkLst>
        <pc:spChg chg="mod">
          <ac:chgData name="稔章 今野" userId="9659808f-245f-46a7-991e-983cdf43b7a2" providerId="ADAL" clId="{43AFE2C3-5748-4D65-9C0D-27C716E60B05}" dt="2021-12-21T04:59:34.202" v="82" actId="20577"/>
          <ac:spMkLst>
            <pc:docMk/>
            <pc:sldMk cId="1398339670" sldId="393"/>
            <ac:spMk id="3" creationId="{CC2600F4-4C41-40A4-B127-4C95273C2234}"/>
          </ac:spMkLst>
        </pc:spChg>
        <pc:spChg chg="mod">
          <ac:chgData name="稔章 今野" userId="9659808f-245f-46a7-991e-983cdf43b7a2" providerId="ADAL" clId="{43AFE2C3-5748-4D65-9C0D-27C716E60B05}" dt="2021-12-21T06:17:22.429" v="1448" actId="5793"/>
          <ac:spMkLst>
            <pc:docMk/>
            <pc:sldMk cId="1398339670" sldId="393"/>
            <ac:spMk id="5" creationId="{B8045AC5-6FD9-48E8-8FFD-CD130F3B1311}"/>
          </ac:spMkLst>
        </pc:spChg>
      </pc:sldChg>
      <pc:sldChg chg="modSp new mod">
        <pc:chgData name="稔章 今野" userId="9659808f-245f-46a7-991e-983cdf43b7a2" providerId="ADAL" clId="{43AFE2C3-5748-4D65-9C0D-27C716E60B05}" dt="2021-12-21T05:06:50.699" v="464" actId="207"/>
        <pc:sldMkLst>
          <pc:docMk/>
          <pc:sldMk cId="1808360622" sldId="394"/>
        </pc:sldMkLst>
        <pc:spChg chg="mod">
          <ac:chgData name="稔章 今野" userId="9659808f-245f-46a7-991e-983cdf43b7a2" providerId="ADAL" clId="{43AFE2C3-5748-4D65-9C0D-27C716E60B05}" dt="2021-12-21T05:00:02.836" v="85" actId="20577"/>
          <ac:spMkLst>
            <pc:docMk/>
            <pc:sldMk cId="1808360622" sldId="394"/>
            <ac:spMk id="3" creationId="{F1FD9D44-5203-49ED-8FE9-6083BC387142}"/>
          </ac:spMkLst>
        </pc:spChg>
        <pc:spChg chg="mod">
          <ac:chgData name="稔章 今野" userId="9659808f-245f-46a7-991e-983cdf43b7a2" providerId="ADAL" clId="{43AFE2C3-5748-4D65-9C0D-27C716E60B05}" dt="2021-12-21T05:06:50.699" v="464" actId="207"/>
          <ac:spMkLst>
            <pc:docMk/>
            <pc:sldMk cId="1808360622" sldId="394"/>
            <ac:spMk id="5" creationId="{F6A601C1-65D2-47B5-A6D3-39D657C59F5E}"/>
          </ac:spMkLst>
        </pc:spChg>
      </pc:sldChg>
      <pc:sldChg chg="modSp new mod">
        <pc:chgData name="稔章 今野" userId="9659808f-245f-46a7-991e-983cdf43b7a2" providerId="ADAL" clId="{43AFE2C3-5748-4D65-9C0D-27C716E60B05}" dt="2021-12-21T06:53:22.004" v="1949" actId="20577"/>
        <pc:sldMkLst>
          <pc:docMk/>
          <pc:sldMk cId="1992762289" sldId="395"/>
        </pc:sldMkLst>
        <pc:spChg chg="mod">
          <ac:chgData name="稔章 今野" userId="9659808f-245f-46a7-991e-983cdf43b7a2" providerId="ADAL" clId="{43AFE2C3-5748-4D65-9C0D-27C716E60B05}" dt="2021-12-21T06:10:55.615" v="1160" actId="20577"/>
          <ac:spMkLst>
            <pc:docMk/>
            <pc:sldMk cId="1992762289" sldId="395"/>
            <ac:spMk id="3" creationId="{67F52CD4-1B52-421D-97EC-42E4473BD70F}"/>
          </ac:spMkLst>
        </pc:spChg>
        <pc:spChg chg="mod">
          <ac:chgData name="稔章 今野" userId="9659808f-245f-46a7-991e-983cdf43b7a2" providerId="ADAL" clId="{43AFE2C3-5748-4D65-9C0D-27C716E60B05}" dt="2021-12-21T06:53:22.004" v="1949" actId="20577"/>
          <ac:spMkLst>
            <pc:docMk/>
            <pc:sldMk cId="1992762289" sldId="395"/>
            <ac:spMk id="5" creationId="{7741BD80-BA0A-4534-87FA-DCFE67979A0F}"/>
          </ac:spMkLst>
        </pc:spChg>
      </pc:sldChg>
      <pc:sldChg chg="new">
        <pc:chgData name="稔章 今野" userId="9659808f-245f-46a7-991e-983cdf43b7a2" providerId="ADAL" clId="{43AFE2C3-5748-4D65-9C0D-27C716E60B05}" dt="2021-12-23T03:41:38.867" v="1957" actId="680"/>
        <pc:sldMkLst>
          <pc:docMk/>
          <pc:sldMk cId="3173399434" sldId="396"/>
        </pc:sldMkLst>
      </pc:sldChg>
      <pc:sldChg chg="new">
        <pc:chgData name="稔章 今野" userId="9659808f-245f-46a7-991e-983cdf43b7a2" providerId="ADAL" clId="{43AFE2C3-5748-4D65-9C0D-27C716E60B05}" dt="2021-12-23T03:42:09.979" v="1958" actId="680"/>
        <pc:sldMkLst>
          <pc:docMk/>
          <pc:sldMk cId="2643277542" sldId="397"/>
        </pc:sldMkLst>
      </pc:sldChg>
      <pc:sldChg chg="new">
        <pc:chgData name="稔章 今野" userId="9659808f-245f-46a7-991e-983cdf43b7a2" providerId="ADAL" clId="{43AFE2C3-5748-4D65-9C0D-27C716E60B05}" dt="2021-12-23T03:44:21.686" v="1959" actId="680"/>
        <pc:sldMkLst>
          <pc:docMk/>
          <pc:sldMk cId="3840141881" sldId="398"/>
        </pc:sldMkLst>
      </pc:sldChg>
      <pc:sldChg chg="new">
        <pc:chgData name="稔章 今野" userId="9659808f-245f-46a7-991e-983cdf43b7a2" providerId="ADAL" clId="{43AFE2C3-5748-4D65-9C0D-27C716E60B05}" dt="2021-12-23T03:44:43.354" v="1960" actId="680"/>
        <pc:sldMkLst>
          <pc:docMk/>
          <pc:sldMk cId="1559082455" sldId="399"/>
        </pc:sldMkLst>
      </pc:sldChg>
      <pc:sldChg chg="new">
        <pc:chgData name="稔章 今野" userId="9659808f-245f-46a7-991e-983cdf43b7a2" providerId="ADAL" clId="{43AFE2C3-5748-4D65-9C0D-27C716E60B05}" dt="2021-12-23T03:44:52.621" v="1961" actId="680"/>
        <pc:sldMkLst>
          <pc:docMk/>
          <pc:sldMk cId="2167348819" sldId="400"/>
        </pc:sldMkLst>
      </pc:sldChg>
      <pc:sldChg chg="new">
        <pc:chgData name="稔章 今野" userId="9659808f-245f-46a7-991e-983cdf43b7a2" providerId="ADAL" clId="{43AFE2C3-5748-4D65-9C0D-27C716E60B05}" dt="2021-12-23T03:50:02.779" v="1962" actId="680"/>
        <pc:sldMkLst>
          <pc:docMk/>
          <pc:sldMk cId="403394817" sldId="401"/>
        </pc:sldMkLst>
      </pc:sldChg>
      <pc:sldChg chg="new">
        <pc:chgData name="稔章 今野" userId="9659808f-245f-46a7-991e-983cdf43b7a2" providerId="ADAL" clId="{43AFE2C3-5748-4D65-9C0D-27C716E60B05}" dt="2021-12-23T03:50:08.518" v="1963" actId="680"/>
        <pc:sldMkLst>
          <pc:docMk/>
          <pc:sldMk cId="1254116403" sldId="402"/>
        </pc:sldMkLst>
      </pc:sldChg>
      <pc:sldChg chg="new">
        <pc:chgData name="稔章 今野" userId="9659808f-245f-46a7-991e-983cdf43b7a2" providerId="ADAL" clId="{43AFE2C3-5748-4D65-9C0D-27C716E60B05}" dt="2021-12-23T03:50:23.297" v="1964" actId="680"/>
        <pc:sldMkLst>
          <pc:docMk/>
          <pc:sldMk cId="1171312752" sldId="403"/>
        </pc:sldMkLst>
      </pc:sldChg>
      <pc:sldChg chg="new">
        <pc:chgData name="稔章 今野" userId="9659808f-245f-46a7-991e-983cdf43b7a2" providerId="ADAL" clId="{43AFE2C3-5748-4D65-9C0D-27C716E60B05}" dt="2021-12-23T03:50:40.300" v="1965" actId="680"/>
        <pc:sldMkLst>
          <pc:docMk/>
          <pc:sldMk cId="3122038174" sldId="404"/>
        </pc:sldMkLst>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稔章 今野" userId="9659808f-245f-46a7-991e-983cdf43b7a2" providerId="ADAL" clId="{E7585792-6917-4D55-A386-DAA652AAFC20}"/>
    <pc:docChg chg="undo custSel modSld">
      <pc:chgData name="稔章 今野" userId="9659808f-245f-46a7-991e-983cdf43b7a2" providerId="ADAL" clId="{E7585792-6917-4D55-A386-DAA652AAFC20}" dt="2021-12-27T02:28:10.619" v="1787" actId="20577"/>
      <pc:docMkLst>
        <pc:docMk/>
      </pc:docMkLst>
      <pc:sldChg chg="modSp mod">
        <pc:chgData name="稔章 今野" userId="9659808f-245f-46a7-991e-983cdf43b7a2" providerId="ADAL" clId="{E7585792-6917-4D55-A386-DAA652AAFC20}" dt="2021-12-27T01:53:24.421" v="901" actId="20577"/>
        <pc:sldMkLst>
          <pc:docMk/>
          <pc:sldMk cId="2175104273" sldId="364"/>
        </pc:sldMkLst>
        <pc:spChg chg="mod">
          <ac:chgData name="稔章 今野" userId="9659808f-245f-46a7-991e-983cdf43b7a2" providerId="ADAL" clId="{E7585792-6917-4D55-A386-DAA652AAFC20}" dt="2021-12-27T01:53:24.421" v="901" actId="20577"/>
          <ac:spMkLst>
            <pc:docMk/>
            <pc:sldMk cId="2175104273" sldId="364"/>
            <ac:spMk id="3" creationId="{68A200FD-AC57-4315-913B-56C0E750E146}"/>
          </ac:spMkLst>
        </pc:spChg>
      </pc:sldChg>
      <pc:sldChg chg="modSp mod">
        <pc:chgData name="稔章 今野" userId="9659808f-245f-46a7-991e-983cdf43b7a2" providerId="ADAL" clId="{E7585792-6917-4D55-A386-DAA652AAFC20}" dt="2021-12-27T01:53:32.806" v="902"/>
        <pc:sldMkLst>
          <pc:docMk/>
          <pc:sldMk cId="1672930496" sldId="365"/>
        </pc:sldMkLst>
        <pc:spChg chg="mod">
          <ac:chgData name="稔章 今野" userId="9659808f-245f-46a7-991e-983cdf43b7a2" providerId="ADAL" clId="{E7585792-6917-4D55-A386-DAA652AAFC20}" dt="2021-12-27T01:53:32.806" v="902"/>
          <ac:spMkLst>
            <pc:docMk/>
            <pc:sldMk cId="1672930496" sldId="365"/>
            <ac:spMk id="3" creationId="{FC03AFB9-CD6E-4994-8138-120931D53538}"/>
          </ac:spMkLst>
        </pc:spChg>
      </pc:sldChg>
      <pc:sldChg chg="modSp mod">
        <pc:chgData name="稔章 今野" userId="9659808f-245f-46a7-991e-983cdf43b7a2" providerId="ADAL" clId="{E7585792-6917-4D55-A386-DAA652AAFC20}" dt="2021-12-27T01:53:36.749" v="903"/>
        <pc:sldMkLst>
          <pc:docMk/>
          <pc:sldMk cId="3813337944" sldId="366"/>
        </pc:sldMkLst>
        <pc:spChg chg="mod">
          <ac:chgData name="稔章 今野" userId="9659808f-245f-46a7-991e-983cdf43b7a2" providerId="ADAL" clId="{E7585792-6917-4D55-A386-DAA652AAFC20}" dt="2021-12-27T01:53:36.749" v="903"/>
          <ac:spMkLst>
            <pc:docMk/>
            <pc:sldMk cId="3813337944" sldId="366"/>
            <ac:spMk id="3" creationId="{6E45B32F-995B-4AB3-B186-3FFD8D07DCEE}"/>
          </ac:spMkLst>
        </pc:spChg>
      </pc:sldChg>
      <pc:sldChg chg="modSp mod">
        <pc:chgData name="稔章 今野" userId="9659808f-245f-46a7-991e-983cdf43b7a2" providerId="ADAL" clId="{E7585792-6917-4D55-A386-DAA652AAFC20}" dt="2021-12-27T02:28:10.619" v="1787" actId="20577"/>
        <pc:sldMkLst>
          <pc:docMk/>
          <pc:sldMk cId="1808360622" sldId="394"/>
        </pc:sldMkLst>
        <pc:spChg chg="mod">
          <ac:chgData name="稔章 今野" userId="9659808f-245f-46a7-991e-983cdf43b7a2" providerId="ADAL" clId="{E7585792-6917-4D55-A386-DAA652AAFC20}" dt="2021-12-27T02:28:10.619" v="1787" actId="20577"/>
          <ac:spMkLst>
            <pc:docMk/>
            <pc:sldMk cId="1808360622" sldId="394"/>
            <ac:spMk id="5" creationId="{F6A601C1-65D2-47B5-A6D3-39D657C59F5E}"/>
          </ac:spMkLst>
        </pc:spChg>
      </pc:sldChg>
      <pc:sldChg chg="modSp mod">
        <pc:chgData name="稔章 今野" userId="9659808f-245f-46a7-991e-983cdf43b7a2" providerId="ADAL" clId="{E7585792-6917-4D55-A386-DAA652AAFC20}" dt="2021-12-27T01:21:26.939" v="312" actId="20577"/>
        <pc:sldMkLst>
          <pc:docMk/>
          <pc:sldMk cId="3173399434" sldId="396"/>
        </pc:sldMkLst>
        <pc:spChg chg="mod">
          <ac:chgData name="稔章 今野" userId="9659808f-245f-46a7-991e-983cdf43b7a2" providerId="ADAL" clId="{E7585792-6917-4D55-A386-DAA652AAFC20}" dt="2021-12-27T01:12:13.909" v="119" actId="20577"/>
          <ac:spMkLst>
            <pc:docMk/>
            <pc:sldMk cId="3173399434" sldId="396"/>
            <ac:spMk id="3" creationId="{FC9B6A2A-8E0D-4A4B-85E1-808535113D22}"/>
          </ac:spMkLst>
        </pc:spChg>
        <pc:spChg chg="mod">
          <ac:chgData name="稔章 今野" userId="9659808f-245f-46a7-991e-983cdf43b7a2" providerId="ADAL" clId="{E7585792-6917-4D55-A386-DAA652AAFC20}" dt="2021-12-27T01:11:51.009" v="97" actId="20577"/>
          <ac:spMkLst>
            <pc:docMk/>
            <pc:sldMk cId="3173399434" sldId="396"/>
            <ac:spMk id="5" creationId="{DA421C9E-9F87-431E-9E96-50803F95C431}"/>
          </ac:spMkLst>
        </pc:spChg>
        <pc:spChg chg="mod">
          <ac:chgData name="稔章 今野" userId="9659808f-245f-46a7-991e-983cdf43b7a2" providerId="ADAL" clId="{E7585792-6917-4D55-A386-DAA652AAFC20}" dt="2021-12-27T01:21:26.939" v="312" actId="20577"/>
          <ac:spMkLst>
            <pc:docMk/>
            <pc:sldMk cId="3173399434" sldId="396"/>
            <ac:spMk id="6" creationId="{786B1F65-E7E0-4994-9EEB-3D9653A48F13}"/>
          </ac:spMkLst>
        </pc:spChg>
      </pc:sldChg>
      <pc:sldChg chg="modSp mod">
        <pc:chgData name="稔章 今野" userId="9659808f-245f-46a7-991e-983cdf43b7a2" providerId="ADAL" clId="{E7585792-6917-4D55-A386-DAA652AAFC20}" dt="2021-12-27T02:22:46.805" v="1642" actId="400"/>
        <pc:sldMkLst>
          <pc:docMk/>
          <pc:sldMk cId="2643277542" sldId="397"/>
        </pc:sldMkLst>
        <pc:spChg chg="mod">
          <ac:chgData name="稔章 今野" userId="9659808f-245f-46a7-991e-983cdf43b7a2" providerId="ADAL" clId="{E7585792-6917-4D55-A386-DAA652AAFC20}" dt="2021-12-27T01:49:15.768" v="884" actId="20577"/>
          <ac:spMkLst>
            <pc:docMk/>
            <pc:sldMk cId="2643277542" sldId="397"/>
            <ac:spMk id="3" creationId="{667213E7-710A-40E9-8CF4-7CF3F59CE7DB}"/>
          </ac:spMkLst>
        </pc:spChg>
        <pc:spChg chg="mod">
          <ac:chgData name="稔章 今野" userId="9659808f-245f-46a7-991e-983cdf43b7a2" providerId="ADAL" clId="{E7585792-6917-4D55-A386-DAA652AAFC20}" dt="2021-12-27T02:17:42.371" v="1544" actId="14100"/>
          <ac:spMkLst>
            <pc:docMk/>
            <pc:sldMk cId="2643277542" sldId="397"/>
            <ac:spMk id="5" creationId="{07B2972F-64FB-4251-B312-DB42894B307D}"/>
          </ac:spMkLst>
        </pc:spChg>
        <pc:spChg chg="mod">
          <ac:chgData name="稔章 今野" userId="9659808f-245f-46a7-991e-983cdf43b7a2" providerId="ADAL" clId="{E7585792-6917-4D55-A386-DAA652AAFC20}" dt="2021-12-27T02:22:46.805" v="1642" actId="400"/>
          <ac:spMkLst>
            <pc:docMk/>
            <pc:sldMk cId="2643277542" sldId="397"/>
            <ac:spMk id="6" creationId="{F8BA44A1-70F6-4DD5-B3EB-6D1513FCE48B}"/>
          </ac:spMkLst>
        </pc:spChg>
      </pc:sldChg>
      <pc:sldChg chg="modSp mod">
        <pc:chgData name="稔章 今野" userId="9659808f-245f-46a7-991e-983cdf43b7a2" providerId="ADAL" clId="{E7585792-6917-4D55-A386-DAA652AAFC20}" dt="2021-12-27T02:06:36.031" v="1292" actId="20577"/>
        <pc:sldMkLst>
          <pc:docMk/>
          <pc:sldMk cId="1559082455" sldId="399"/>
        </pc:sldMkLst>
        <pc:spChg chg="mod">
          <ac:chgData name="稔章 今野" userId="9659808f-245f-46a7-991e-983cdf43b7a2" providerId="ADAL" clId="{E7585792-6917-4D55-A386-DAA652AAFC20}" dt="2021-12-27T02:06:36.031" v="1292" actId="20577"/>
          <ac:spMkLst>
            <pc:docMk/>
            <pc:sldMk cId="1559082455" sldId="399"/>
            <ac:spMk id="3" creationId="{F22C5718-9A11-4194-8A4D-D7FA0B00EE3F}"/>
          </ac:spMkLst>
        </pc:spChg>
        <pc:spChg chg="mod">
          <ac:chgData name="稔章 今野" userId="9659808f-245f-46a7-991e-983cdf43b7a2" providerId="ADAL" clId="{E7585792-6917-4D55-A386-DAA652AAFC20}" dt="2021-12-27T02:05:01.802" v="1257" actId="14100"/>
          <ac:spMkLst>
            <pc:docMk/>
            <pc:sldMk cId="1559082455" sldId="399"/>
            <ac:spMk id="5" creationId="{8BD7EA19-19D2-46A6-8D8F-76837544109C}"/>
          </ac:spMkLst>
        </pc:spChg>
        <pc:spChg chg="mod">
          <ac:chgData name="稔章 今野" userId="9659808f-245f-46a7-991e-983cdf43b7a2" providerId="ADAL" clId="{E7585792-6917-4D55-A386-DAA652AAFC20}" dt="2021-12-27T02:05:21.927" v="1259" actId="207"/>
          <ac:spMkLst>
            <pc:docMk/>
            <pc:sldMk cId="1559082455" sldId="399"/>
            <ac:spMk id="6" creationId="{C2FB99CE-B8D3-4F36-A8AB-751BC55C90E5}"/>
          </ac:spMkLst>
        </pc:spChg>
      </pc:sldChg>
      <pc:sldChg chg="modSp mod">
        <pc:chgData name="稔章 今野" userId="9659808f-245f-46a7-991e-983cdf43b7a2" providerId="ADAL" clId="{E7585792-6917-4D55-A386-DAA652AAFC20}" dt="2021-12-27T02:08:36.217" v="1367" actId="207"/>
        <pc:sldMkLst>
          <pc:docMk/>
          <pc:sldMk cId="2167348819" sldId="400"/>
        </pc:sldMkLst>
        <pc:spChg chg="mod">
          <ac:chgData name="稔章 今野" userId="9659808f-245f-46a7-991e-983cdf43b7a2" providerId="ADAL" clId="{E7585792-6917-4D55-A386-DAA652AAFC20}" dt="2021-12-27T02:07:43.132" v="1300" actId="20577"/>
          <ac:spMkLst>
            <pc:docMk/>
            <pc:sldMk cId="2167348819" sldId="400"/>
            <ac:spMk id="3" creationId="{2DF20AE3-9362-4CF7-8556-822476A938F0}"/>
          </ac:spMkLst>
        </pc:spChg>
        <pc:spChg chg="mod">
          <ac:chgData name="稔章 今野" userId="9659808f-245f-46a7-991e-983cdf43b7a2" providerId="ADAL" clId="{E7585792-6917-4D55-A386-DAA652AAFC20}" dt="2021-12-27T02:08:36.217" v="1367" actId="207"/>
          <ac:spMkLst>
            <pc:docMk/>
            <pc:sldMk cId="2167348819" sldId="400"/>
            <ac:spMk id="6" creationId="{0244F65B-74AD-44A8-B27F-99B9A558393C}"/>
          </ac:spMkLst>
        </pc:spChg>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r>
              <a:rPr kumimoji="1" lang="ja-JP" altLang="en-US" dirty="0"/>
              <a:t>クラス名、インターフェイス名、アノテーション名はパスカルケースだが、ここで覚えることを増やさないため、パスカルケースは触れないこと</a:t>
            </a:r>
          </a:p>
        </p:txBody>
      </p:sp>
    </p:spTree>
    <p:extLst>
      <p:ext uri="{BB962C8B-B14F-4D97-AF65-F5344CB8AC3E}">
        <p14:creationId xmlns:p14="http://schemas.microsoft.com/office/powerpoint/2010/main" val="7175535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変数と型</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a:xfrm>
            <a:off x="3012774" y="1629908"/>
            <a:ext cx="5737526" cy="3051421"/>
          </a:xfrm>
        </p:spPr>
        <p:txBody>
          <a:bodyPr vert="horz" lIns="91440" tIns="45720" rIns="91440" bIns="45720" rtlCol="0" anchor="t">
            <a:normAutofit/>
          </a:bodyPr>
          <a:lstStyle/>
          <a:p>
            <a:pPr marL="444500" indent="-342900">
              <a:buFont typeface="+mj-lt"/>
              <a:buAutoNum type="arabicPeriod"/>
            </a:pPr>
            <a:r>
              <a:rPr lang="ja-JP" altLang="en-US" dirty="0"/>
              <a:t>変数の理解と使い方</a:t>
            </a:r>
            <a:endParaRPr lang="en-US" altLang="ja-JP" dirty="0"/>
          </a:p>
          <a:p>
            <a:pPr marL="444500" indent="-342900">
              <a:buFont typeface="+mj-lt"/>
              <a:buAutoNum type="arabicPeriod"/>
            </a:pPr>
            <a:r>
              <a:rPr lang="ja-JP" altLang="en-US" dirty="0"/>
              <a:t>データ型の理解と利用</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変数について</a:t>
            </a:r>
            <a:endParaRPr lang="en-US" altLang="ja-JP" dirty="0"/>
          </a:p>
          <a:p>
            <a:pPr marL="444500" indent="-342900">
              <a:buFont typeface="+mj-lt"/>
              <a:buAutoNum type="arabicPeriod"/>
            </a:pPr>
            <a:r>
              <a:rPr lang="ja-JP" altLang="en-US" dirty="0"/>
              <a:t>データ型、型について</a:t>
            </a:r>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FC7A35D-1013-4B1B-8268-48793F136D4C}"/>
              </a:ext>
            </a:extLst>
          </p:cNvPr>
          <p:cNvSpPr>
            <a:spLocks noGrp="1"/>
          </p:cNvSpPr>
          <p:nvPr>
            <p:ph type="ftr" sz="quarter" idx="11"/>
          </p:nvPr>
        </p:nvSpPr>
        <p:spPr/>
        <p:txBody>
          <a:bodyPr/>
          <a:lstStyle/>
          <a:p>
            <a:r>
              <a:rPr kumimoji="1" lang="en-US" altLang="ja-JP"/>
              <a:t>copyright ©ITCollege All Rights Reserved</a:t>
            </a:r>
            <a:endParaRPr kumimoji="1" lang="ja-JP" altLang="en-US" sz="1000"/>
          </a:p>
        </p:txBody>
      </p:sp>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変数</a:t>
            </a:r>
            <a:endParaRPr lang="ja-JP" altLang="en-US" dirty="0"/>
          </a:p>
        </p:txBody>
      </p:sp>
      <p:sp>
        <p:nvSpPr>
          <p:cNvPr id="3" name="スライド番号プレースホルダー 2">
            <a:extLst>
              <a:ext uri="{FF2B5EF4-FFF2-40B4-BE49-F238E27FC236}">
                <a16:creationId xmlns:a16="http://schemas.microsoft.com/office/drawing/2014/main" id="{F54F27B3-DDBF-476A-AD49-46F9A05EE6D4}"/>
              </a:ext>
            </a:extLst>
          </p:cNvPr>
          <p:cNvSpPr>
            <a:spLocks noGrp="1"/>
          </p:cNvSpPr>
          <p:nvPr>
            <p:ph type="sldNum" sz="quarter" idx="4"/>
          </p:nvPr>
        </p:nvSpPr>
        <p:spPr/>
        <p:txBody>
          <a:bodyPr/>
          <a:lstStyle/>
          <a:p>
            <a:fld id="{6EC4605C-D4BC-457C-A820-CB9DC8935472}" type="slidenum">
              <a:rPr kumimoji="1" lang="ja-JP" altLang="en-US" smtClean="0"/>
              <a:pPr/>
              <a:t>4</a:t>
            </a:fld>
            <a:endParaRPr kumimoji="1" lang="ja-JP" altLang="en-US" sz="120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ja-JP" altLang="en-US" sz="1200" b="1" dirty="0"/>
              <a:t>変数とは</a:t>
            </a:r>
            <a:r>
              <a:rPr kumimoji="1" lang="ja-JP" altLang="en-US" sz="1200" dirty="0"/>
              <a:t>データを格納する箱</a:t>
            </a:r>
            <a:endParaRPr kumimoji="1" lang="en-US" altLang="ja-JP" sz="1200" dirty="0"/>
          </a:p>
          <a:p>
            <a:pPr marL="387350" indent="-285750">
              <a:buFont typeface="Arial" panose="020B0604020202020204" pitchFamily="34" charset="0"/>
              <a:buChar char="•"/>
            </a:pPr>
            <a:r>
              <a:rPr lang="ja-JP" altLang="en-US" sz="1200" b="1" dirty="0"/>
              <a:t>変数には必ず名前</a:t>
            </a:r>
            <a:r>
              <a:rPr lang="en-US" altLang="ja-JP" sz="1200" b="1" dirty="0"/>
              <a:t>(</a:t>
            </a:r>
            <a:r>
              <a:rPr lang="ja-JP" altLang="en-US" sz="1200" b="1" dirty="0"/>
              <a:t>変数名</a:t>
            </a:r>
            <a:r>
              <a:rPr lang="en-US" altLang="ja-JP" sz="1200" b="1" dirty="0"/>
              <a:t>)</a:t>
            </a:r>
            <a:r>
              <a:rPr lang="ja-JP" altLang="en-US" sz="1200" b="1" dirty="0"/>
              <a:t>をつける</a:t>
            </a:r>
            <a:endParaRPr lang="en-US" altLang="ja-JP" sz="1200" dirty="0"/>
          </a:p>
          <a:p>
            <a:pPr marL="387350" indent="-285750">
              <a:buFont typeface="Arial" panose="020B0604020202020204" pitchFamily="34" charset="0"/>
              <a:buChar char="•"/>
            </a:pPr>
            <a:r>
              <a:rPr lang="ja-JP" altLang="en-US" sz="1200" b="1" dirty="0"/>
              <a:t>名前のつけ方には</a:t>
            </a:r>
            <a:r>
              <a:rPr lang="ja-JP" altLang="en-US" sz="1200" dirty="0"/>
              <a:t>命名規則と慣習の</a:t>
            </a:r>
            <a:r>
              <a:rPr lang="en-US" altLang="ja-JP" sz="1200" b="1" dirty="0"/>
              <a:t>2</a:t>
            </a:r>
            <a:r>
              <a:rPr lang="ja-JP" altLang="en-US" sz="1200" b="1"/>
              <a:t>種類がある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pic>
        <p:nvPicPr>
          <p:cNvPr id="16" name="Picture 2" descr="ふたが開いた段ボール箱のフリーイラスト素材">
            <a:extLst>
              <a:ext uri="{FF2B5EF4-FFF2-40B4-BE49-F238E27FC236}">
                <a16:creationId xmlns:a16="http://schemas.microsoft.com/office/drawing/2014/main" id="{5E86E67E-F07E-4FC6-8CFA-634F59A30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234" y="2037855"/>
            <a:ext cx="3086101" cy="3086101"/>
          </a:xfrm>
          <a:prstGeom prst="rect">
            <a:avLst/>
          </a:prstGeom>
          <a:noFill/>
          <a:extLst>
            <a:ext uri="{909E8E84-426E-40DD-AFC4-6F175D3DCCD1}">
              <a14:hiddenFill xmlns:a14="http://schemas.microsoft.com/office/drawing/2010/main">
                <a:solidFill>
                  <a:srgbClr val="FFFFFF"/>
                </a:solidFill>
              </a14:hiddenFill>
            </a:ext>
          </a:extLst>
        </p:spPr>
      </p:pic>
      <p:sp>
        <p:nvSpPr>
          <p:cNvPr id="17" name="楕円 16">
            <a:extLst>
              <a:ext uri="{FF2B5EF4-FFF2-40B4-BE49-F238E27FC236}">
                <a16:creationId xmlns:a16="http://schemas.microsoft.com/office/drawing/2014/main" id="{CB15962C-5B4F-434B-B5D8-EC0391B8042D}"/>
              </a:ext>
            </a:extLst>
          </p:cNvPr>
          <p:cNvSpPr/>
          <p:nvPr/>
        </p:nvSpPr>
        <p:spPr>
          <a:xfrm>
            <a:off x="6743988" y="2291269"/>
            <a:ext cx="986790" cy="959675"/>
          </a:xfrm>
          <a:prstGeom prst="ellipse">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000" dirty="0">
                <a:solidFill>
                  <a:schemeClr val="tx1"/>
                </a:solidFill>
              </a:rPr>
              <a:t>10</a:t>
            </a:r>
            <a:endParaRPr kumimoji="1" lang="ja-JP" altLang="en-US" sz="4000" dirty="0">
              <a:solidFill>
                <a:schemeClr val="tx1"/>
              </a:solidFill>
            </a:endParaRPr>
          </a:p>
        </p:txBody>
      </p:sp>
      <p:sp>
        <p:nvSpPr>
          <p:cNvPr id="18" name="テキスト プレースホルダー 4">
            <a:extLst>
              <a:ext uri="{FF2B5EF4-FFF2-40B4-BE49-F238E27FC236}">
                <a16:creationId xmlns:a16="http://schemas.microsoft.com/office/drawing/2014/main" id="{FFC738C4-3453-4521-A157-A5ADD81622B3}"/>
              </a:ext>
            </a:extLst>
          </p:cNvPr>
          <p:cNvSpPr txBox="1">
            <a:spLocks/>
          </p:cNvSpPr>
          <p:nvPr/>
        </p:nvSpPr>
        <p:spPr>
          <a:xfrm>
            <a:off x="533400" y="2267403"/>
            <a:ext cx="5651501" cy="2494008"/>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コンピュータは命令なしにはデータを覚えておくことができません。</a:t>
            </a:r>
            <a:br>
              <a:rPr lang="ja-JP" altLang="en-US" dirty="0"/>
            </a:br>
            <a:r>
              <a:rPr lang="ja-JP" altLang="en-US" dirty="0"/>
              <a:t>コンピュータにデータを記憶させるためには箱のようなものが必要です。</a:t>
            </a:r>
          </a:p>
          <a:p>
            <a:pPr marL="96838" indent="0">
              <a:buFont typeface="Arial" panose="020B0604020202020204" pitchFamily="34" charset="0"/>
              <a:buNone/>
            </a:pPr>
            <a:r>
              <a:rPr lang="ja-JP" altLang="en-US" dirty="0"/>
              <a:t>この箱を「</a:t>
            </a:r>
            <a:r>
              <a:rPr lang="ja-JP" altLang="en-US" b="1" dirty="0">
                <a:solidFill>
                  <a:srgbClr val="C00000"/>
                </a:solidFill>
              </a:rPr>
              <a:t>変数</a:t>
            </a:r>
            <a:r>
              <a:rPr lang="ja-JP" altLang="en-US" dirty="0"/>
              <a:t>」といいますが、入れるデータは「数」とは限りません。</a:t>
            </a:r>
            <a:r>
              <a:rPr lang="ja-JP" altLang="en-US" b="1" dirty="0">
                <a:solidFill>
                  <a:srgbClr val="C00000"/>
                </a:solidFill>
              </a:rPr>
              <a:t>文字などいろいろなデータを入れることができます</a:t>
            </a:r>
            <a:r>
              <a:rPr lang="ja-JP" altLang="en-US" dirty="0"/>
              <a:t>。</a:t>
            </a:r>
          </a:p>
          <a:p>
            <a:pPr marL="96838" indent="0">
              <a:buFont typeface="Arial" panose="020B0604020202020204" pitchFamily="34" charset="0"/>
              <a:buNone/>
            </a:pPr>
            <a:r>
              <a:rPr lang="ja-JP" altLang="en-US" dirty="0"/>
              <a:t>変数には名前をつけなければなりません。この名前を「</a:t>
            </a:r>
            <a:r>
              <a:rPr lang="ja-JP" altLang="en-US" b="1" dirty="0">
                <a:solidFill>
                  <a:srgbClr val="C00000"/>
                </a:solidFill>
              </a:rPr>
              <a:t>変数名</a:t>
            </a:r>
            <a:r>
              <a:rPr lang="ja-JP" altLang="en-US" dirty="0"/>
              <a:t>」と言います。複数の変数があったときに</a:t>
            </a:r>
            <a:r>
              <a:rPr lang="ja-JP" altLang="en-US" b="1" dirty="0">
                <a:solidFill>
                  <a:srgbClr val="C00000"/>
                </a:solidFill>
              </a:rPr>
              <a:t>同じ変数名をつけることはできません</a:t>
            </a:r>
            <a:r>
              <a:rPr lang="ja-JP" altLang="en-US" dirty="0"/>
              <a:t>。</a:t>
            </a:r>
          </a:p>
        </p:txBody>
      </p:sp>
    </p:spTree>
    <p:extLst>
      <p:ext uri="{BB962C8B-B14F-4D97-AF65-F5344CB8AC3E}">
        <p14:creationId xmlns:p14="http://schemas.microsoft.com/office/powerpoint/2010/main" val="1008457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7000500-7851-41DF-AB4A-2168C3CDA18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96F8A16-68B0-4614-9906-69CEE0EBA64D}"/>
              </a:ext>
            </a:extLst>
          </p:cNvPr>
          <p:cNvSpPr>
            <a:spLocks noGrp="1"/>
          </p:cNvSpPr>
          <p:nvPr>
            <p:ph type="ctrTitle"/>
          </p:nvPr>
        </p:nvSpPr>
        <p:spPr/>
        <p:txBody>
          <a:bodyPr/>
          <a:lstStyle/>
          <a:p>
            <a:r>
              <a:rPr lang="ja-JP" altLang="en-US" dirty="0"/>
              <a:t>変数名の</a:t>
            </a:r>
            <a:r>
              <a:rPr lang="ja-JP" altLang="ja-JP" dirty="0"/>
              <a:t>命名規則</a:t>
            </a:r>
            <a:endParaRPr kumimoji="1" lang="ja-JP" altLang="en-US" dirty="0"/>
          </a:p>
        </p:txBody>
      </p:sp>
      <p:sp>
        <p:nvSpPr>
          <p:cNvPr id="4" name="スライド番号プレースホルダー 3">
            <a:extLst>
              <a:ext uri="{FF2B5EF4-FFF2-40B4-BE49-F238E27FC236}">
                <a16:creationId xmlns:a16="http://schemas.microsoft.com/office/drawing/2014/main" id="{C5CA5E9C-B5EB-4293-A992-5D04A788C062}"/>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6F728591-7CBD-4AD4-9F32-C84F67FFA042}"/>
              </a:ext>
            </a:extLst>
          </p:cNvPr>
          <p:cNvSpPr>
            <a:spLocks noGrp="1"/>
          </p:cNvSpPr>
          <p:nvPr>
            <p:ph type="body" sz="quarter" idx="14"/>
          </p:nvPr>
        </p:nvSpPr>
        <p:spPr/>
        <p:txBody>
          <a:bodyPr/>
          <a:lstStyle/>
          <a:p>
            <a:pPr marL="96838" indent="0">
              <a:buNone/>
            </a:pPr>
            <a:r>
              <a:rPr kumimoji="1" lang="ja-JP" altLang="en-US" dirty="0"/>
              <a:t>変数名のように他のものと区別するための名前を識別子といいます。</a:t>
            </a:r>
            <a:br>
              <a:rPr kumimoji="1" lang="ja-JP" altLang="en-US" dirty="0"/>
            </a:br>
            <a:r>
              <a:rPr kumimoji="1" lang="ja-JP" altLang="en-US" dirty="0"/>
              <a:t>識別子はプログラマが自由に名前をつけて構いませんが、以下の</a:t>
            </a:r>
            <a:r>
              <a:rPr kumimoji="1" lang="ja-JP" altLang="en-US" b="1" dirty="0">
                <a:solidFill>
                  <a:schemeClr val="tx2"/>
                </a:solidFill>
              </a:rPr>
              <a:t>命名規則</a:t>
            </a:r>
            <a:r>
              <a:rPr kumimoji="1" lang="ja-JP" altLang="en-US" dirty="0"/>
              <a:t>があり、</a:t>
            </a:r>
            <a:r>
              <a:rPr kumimoji="1" lang="ja-JP" altLang="en-US" b="1" dirty="0">
                <a:solidFill>
                  <a:schemeClr val="tx2"/>
                </a:solidFill>
              </a:rPr>
              <a:t>守らないとコンパイルエラー</a:t>
            </a:r>
            <a:r>
              <a:rPr kumimoji="1" lang="ja-JP" altLang="en-US" dirty="0"/>
              <a:t>になります。</a:t>
            </a:r>
          </a:p>
          <a:p>
            <a:pPr marL="439738" indent="-342900">
              <a:buFont typeface="+mj-lt"/>
              <a:buAutoNum type="arabicPeriod"/>
            </a:pPr>
            <a:endParaRPr kumimoji="1" lang="en-US" altLang="ja-JP" dirty="0"/>
          </a:p>
          <a:p>
            <a:pPr marL="795338" lvl="1" indent="-342900">
              <a:buFont typeface="+mj-lt"/>
              <a:buAutoNum type="arabicPeriod"/>
            </a:pPr>
            <a:r>
              <a:rPr kumimoji="1" lang="ja-JP" altLang="en-US" b="1" dirty="0">
                <a:solidFill>
                  <a:schemeClr val="accent1"/>
                </a:solidFill>
              </a:rPr>
              <a:t>使える文字が決まっている</a:t>
            </a:r>
          </a:p>
          <a:p>
            <a:pPr marL="817563" lvl="2" indent="0">
              <a:buNone/>
            </a:pPr>
            <a:r>
              <a:rPr kumimoji="1" lang="ja-JP" altLang="en-US" dirty="0"/>
              <a:t>アルファベット</a:t>
            </a:r>
            <a:r>
              <a:rPr kumimoji="1" lang="en-US" altLang="ja-JP" dirty="0"/>
              <a:t>(a</a:t>
            </a:r>
            <a:r>
              <a:rPr kumimoji="1" lang="ja-JP" altLang="en-US" dirty="0"/>
              <a:t>～</a:t>
            </a:r>
            <a:r>
              <a:rPr kumimoji="1" lang="en-US" altLang="ja-JP" dirty="0"/>
              <a:t>z</a:t>
            </a:r>
            <a:r>
              <a:rPr kumimoji="1" lang="ja-JP" altLang="en-US" dirty="0"/>
              <a:t>、</a:t>
            </a:r>
            <a:r>
              <a:rPr kumimoji="1" lang="en-US" altLang="ja-JP" dirty="0"/>
              <a:t>A</a:t>
            </a:r>
            <a:r>
              <a:rPr kumimoji="1" lang="ja-JP" altLang="en-US" dirty="0"/>
              <a:t>～</a:t>
            </a:r>
            <a:r>
              <a:rPr kumimoji="1" lang="en-US" altLang="ja-JP" dirty="0"/>
              <a:t>Z)</a:t>
            </a:r>
            <a:r>
              <a:rPr kumimoji="1" lang="ja-JP" altLang="en-US" dirty="0"/>
              <a:t>、数字</a:t>
            </a:r>
            <a:r>
              <a:rPr kumimoji="1" lang="en-US" altLang="ja-JP" dirty="0"/>
              <a:t>(0</a:t>
            </a:r>
            <a:r>
              <a:rPr kumimoji="1" lang="ja-JP" altLang="en-US" dirty="0"/>
              <a:t>～</a:t>
            </a:r>
            <a:r>
              <a:rPr kumimoji="1" lang="en-US" altLang="ja-JP" dirty="0"/>
              <a:t>9)</a:t>
            </a:r>
            <a:r>
              <a:rPr kumimoji="1" lang="ja-JP" altLang="en-US" dirty="0"/>
              <a:t>、記号</a:t>
            </a:r>
            <a:r>
              <a:rPr kumimoji="1" lang="en-US" altLang="ja-JP" dirty="0"/>
              <a:t>( _</a:t>
            </a:r>
            <a:r>
              <a:rPr kumimoji="1" lang="ja-JP" altLang="en-US" dirty="0"/>
              <a:t>、</a:t>
            </a:r>
            <a:r>
              <a:rPr kumimoji="1" lang="en-US" altLang="ja-JP" dirty="0"/>
              <a:t>$)</a:t>
            </a:r>
          </a:p>
          <a:p>
            <a:pPr marL="795338" lvl="1" indent="-342900">
              <a:buFont typeface="+mj-lt"/>
              <a:buAutoNum type="arabicPeriod"/>
            </a:pPr>
            <a:r>
              <a:rPr kumimoji="1" lang="ja-JP" altLang="en-US" b="1" dirty="0">
                <a:solidFill>
                  <a:schemeClr val="accent1"/>
                </a:solidFill>
              </a:rPr>
              <a:t>先頭</a:t>
            </a:r>
            <a:r>
              <a:rPr kumimoji="1" lang="ja-JP" altLang="en-US" b="1">
                <a:solidFill>
                  <a:schemeClr val="accent1"/>
                </a:solidFill>
              </a:rPr>
              <a:t>数字は数字禁止</a:t>
            </a:r>
            <a:endParaRPr kumimoji="1" lang="ja-JP" altLang="en-US" b="1" dirty="0">
              <a:solidFill>
                <a:schemeClr val="accent1"/>
              </a:solidFill>
            </a:endParaRPr>
          </a:p>
          <a:p>
            <a:pPr marL="817563" lvl="2" indent="0">
              <a:buNone/>
            </a:pPr>
            <a:r>
              <a:rPr kumimoji="1" lang="ja-JP" altLang="en-US" dirty="0"/>
              <a:t>例）</a:t>
            </a:r>
            <a:r>
              <a:rPr kumimoji="1" lang="en-US" altLang="ja-JP" dirty="0"/>
              <a:t>1kaime</a:t>
            </a:r>
            <a:r>
              <a:rPr kumimoji="1" lang="ja-JP" altLang="en-US" dirty="0"/>
              <a:t>、</a:t>
            </a:r>
            <a:r>
              <a:rPr kumimoji="1" lang="en-US" altLang="ja-JP" dirty="0"/>
              <a:t>2kaime</a:t>
            </a:r>
          </a:p>
          <a:p>
            <a:pPr marL="795338" lvl="1" indent="-342900">
              <a:buFont typeface="+mj-lt"/>
              <a:buAutoNum type="arabicPeriod"/>
            </a:pPr>
            <a:r>
              <a:rPr kumimoji="1" lang="ja-JP" altLang="en-US" b="1" dirty="0">
                <a:solidFill>
                  <a:schemeClr val="accent1"/>
                </a:solidFill>
              </a:rPr>
              <a:t>予約語も禁止</a:t>
            </a:r>
          </a:p>
          <a:p>
            <a:pPr marL="817563" lvl="2" indent="0">
              <a:buNone/>
            </a:pPr>
            <a:r>
              <a:rPr kumimoji="1" lang="ja-JP" altLang="en-US" dirty="0"/>
              <a:t>例）</a:t>
            </a:r>
            <a:r>
              <a:rPr kumimoji="1" lang="en-US" altLang="ja-JP" dirty="0"/>
              <a:t>public</a:t>
            </a:r>
            <a:r>
              <a:rPr kumimoji="1" lang="ja-JP" altLang="en-US" dirty="0"/>
              <a:t>、</a:t>
            </a:r>
            <a:r>
              <a:rPr kumimoji="1" lang="en-US" altLang="ja-JP" dirty="0"/>
              <a:t>static</a:t>
            </a:r>
          </a:p>
          <a:p>
            <a:pPr marL="96838" indent="0">
              <a:buNone/>
            </a:pPr>
            <a:endParaRPr kumimoji="1" lang="ja-JP" altLang="en-US" dirty="0"/>
          </a:p>
        </p:txBody>
      </p:sp>
    </p:spTree>
    <p:extLst>
      <p:ext uri="{BB962C8B-B14F-4D97-AF65-F5344CB8AC3E}">
        <p14:creationId xmlns:p14="http://schemas.microsoft.com/office/powerpoint/2010/main" val="1389535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7DFEAAF-F1C5-400C-BAFF-3D3F2E543EC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B422BF4-F7D4-4F39-B554-AB828A85924E}"/>
              </a:ext>
            </a:extLst>
          </p:cNvPr>
          <p:cNvSpPr>
            <a:spLocks noGrp="1"/>
          </p:cNvSpPr>
          <p:nvPr>
            <p:ph type="ctrTitle"/>
          </p:nvPr>
        </p:nvSpPr>
        <p:spPr/>
        <p:txBody>
          <a:bodyPr/>
          <a:lstStyle/>
          <a:p>
            <a:r>
              <a:rPr lang="ja-JP" altLang="ja-JP" dirty="0"/>
              <a:t>変数名の慣習</a:t>
            </a:r>
            <a:endParaRPr kumimoji="1" lang="ja-JP" altLang="en-US" dirty="0"/>
          </a:p>
        </p:txBody>
      </p:sp>
      <p:sp>
        <p:nvSpPr>
          <p:cNvPr id="4" name="スライド番号プレースホルダー 3">
            <a:extLst>
              <a:ext uri="{FF2B5EF4-FFF2-40B4-BE49-F238E27FC236}">
                <a16:creationId xmlns:a16="http://schemas.microsoft.com/office/drawing/2014/main" id="{B8F0E630-90F7-470B-9242-44548D2E8A44}"/>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23BCC0A4-DBE2-4C84-BDC2-543B3A071296}"/>
              </a:ext>
            </a:extLst>
          </p:cNvPr>
          <p:cNvSpPr>
            <a:spLocks noGrp="1"/>
          </p:cNvSpPr>
          <p:nvPr>
            <p:ph type="body" sz="quarter" idx="14"/>
          </p:nvPr>
        </p:nvSpPr>
        <p:spPr/>
        <p:txBody>
          <a:bodyPr/>
          <a:lstStyle/>
          <a:p>
            <a:pPr marL="96838" indent="0">
              <a:buNone/>
            </a:pPr>
            <a:r>
              <a:rPr kumimoji="1" lang="ja-JP" altLang="en-US" dirty="0"/>
              <a:t>命名規則に従えばどんな変数名をつけてもかまいませんが、それ以外にもルールがあります。このルールは守らなくてもコンパイルエラーにはなりませんが、</a:t>
            </a:r>
            <a:r>
              <a:rPr kumimoji="1" lang="ja-JP" altLang="en-US" b="1" dirty="0">
                <a:solidFill>
                  <a:srgbClr val="C00000"/>
                </a:solidFill>
              </a:rPr>
              <a:t>必ず守るようにしましょう</a:t>
            </a:r>
            <a:r>
              <a:rPr kumimoji="1" lang="ja-JP" altLang="en-US" dirty="0"/>
              <a:t>。このようなルールを</a:t>
            </a:r>
            <a:r>
              <a:rPr kumimoji="1" lang="ja-JP" altLang="en-US" b="1" dirty="0">
                <a:solidFill>
                  <a:srgbClr val="C00000"/>
                </a:solidFill>
              </a:rPr>
              <a:t>慣習</a:t>
            </a:r>
            <a:r>
              <a:rPr kumimoji="1" lang="ja-JP" altLang="en-US" dirty="0"/>
              <a:t>といいます。</a:t>
            </a:r>
          </a:p>
          <a:p>
            <a:pPr marL="96838" indent="0">
              <a:buNone/>
            </a:pPr>
            <a:endParaRPr kumimoji="1" lang="en-US" altLang="ja-JP" dirty="0"/>
          </a:p>
          <a:p>
            <a:pPr marL="795338" lvl="1" indent="-342900">
              <a:buFont typeface="+mj-lt"/>
              <a:buAutoNum type="arabicPeriod"/>
            </a:pPr>
            <a:r>
              <a:rPr kumimoji="1" lang="ja-JP" altLang="en-US" b="1" dirty="0">
                <a:solidFill>
                  <a:schemeClr val="accent1"/>
                </a:solidFill>
              </a:rPr>
              <a:t>基本的にアルファベットは小文字</a:t>
            </a:r>
          </a:p>
          <a:p>
            <a:pPr marL="817563" lvl="2" indent="0">
              <a:buNone/>
            </a:pPr>
            <a:r>
              <a:rPr kumimoji="1" lang="en-US" altLang="ja-JP" dirty="0">
                <a:solidFill>
                  <a:schemeClr val="tx2"/>
                </a:solidFill>
              </a:rPr>
              <a:t>×Name</a:t>
            </a:r>
            <a:r>
              <a:rPr kumimoji="1" lang="ja-JP" altLang="en-US" dirty="0">
                <a:solidFill>
                  <a:schemeClr val="tx2"/>
                </a:solidFill>
              </a:rPr>
              <a:t>、</a:t>
            </a:r>
            <a:r>
              <a:rPr kumimoji="1" lang="en-US" altLang="ja-JP" dirty="0">
                <a:solidFill>
                  <a:schemeClr val="tx2"/>
                </a:solidFill>
              </a:rPr>
              <a:t>TEL</a:t>
            </a:r>
            <a:r>
              <a:rPr kumimoji="1" lang="en-US" altLang="ja-JP" dirty="0"/>
              <a:t>		</a:t>
            </a:r>
            <a:r>
              <a:rPr kumimoji="1" lang="ja-JP" altLang="en-US" dirty="0"/>
              <a:t>　　　　</a:t>
            </a:r>
            <a:r>
              <a:rPr kumimoji="1" lang="en-US" altLang="ja-JP" dirty="0"/>
              <a:t>○name</a:t>
            </a:r>
            <a:r>
              <a:rPr kumimoji="1" lang="ja-JP" altLang="en-US" dirty="0"/>
              <a:t>、</a:t>
            </a:r>
            <a:r>
              <a:rPr kumimoji="1" lang="en-US" altLang="ja-JP" dirty="0" err="1"/>
              <a:t>tel</a:t>
            </a:r>
            <a:endParaRPr kumimoji="1" lang="en-US" altLang="ja-JP" dirty="0"/>
          </a:p>
          <a:p>
            <a:pPr marL="795338" lvl="1" indent="-342900">
              <a:buFont typeface="+mj-lt"/>
              <a:buAutoNum type="arabicPeriod"/>
            </a:pPr>
            <a:endParaRPr kumimoji="1" lang="en-US" altLang="ja-JP" b="1" dirty="0">
              <a:solidFill>
                <a:schemeClr val="accent1"/>
              </a:solidFill>
            </a:endParaRPr>
          </a:p>
          <a:p>
            <a:pPr marL="795338" lvl="1" indent="-342900">
              <a:buFont typeface="+mj-lt"/>
              <a:buAutoNum type="arabicPeriod"/>
            </a:pPr>
            <a:r>
              <a:rPr kumimoji="1" lang="ja-JP" altLang="en-US" b="1" dirty="0">
                <a:solidFill>
                  <a:schemeClr val="accent1"/>
                </a:solidFill>
              </a:rPr>
              <a:t>複数の単語をつなげる場合は</a:t>
            </a:r>
            <a:r>
              <a:rPr kumimoji="1" lang="en-US" altLang="ja-JP" b="1" dirty="0">
                <a:solidFill>
                  <a:schemeClr val="accent1"/>
                </a:solidFill>
              </a:rPr>
              <a:t>2</a:t>
            </a:r>
            <a:r>
              <a:rPr kumimoji="1" lang="ja-JP" altLang="en-US" b="1" dirty="0">
                <a:solidFill>
                  <a:schemeClr val="accent1"/>
                </a:solidFill>
              </a:rPr>
              <a:t>つ目以降の先頭だけ大文字</a:t>
            </a:r>
          </a:p>
          <a:p>
            <a:pPr marL="817563" lvl="2" indent="0">
              <a:buNone/>
            </a:pPr>
            <a:r>
              <a:rPr kumimoji="1" lang="en-US" altLang="ja-JP" dirty="0">
                <a:solidFill>
                  <a:schemeClr val="tx2"/>
                </a:solidFill>
              </a:rPr>
              <a:t>×</a:t>
            </a:r>
            <a:r>
              <a:rPr kumimoji="1" lang="en-US" altLang="ja-JP" dirty="0" err="1">
                <a:solidFill>
                  <a:schemeClr val="tx2"/>
                </a:solidFill>
              </a:rPr>
              <a:t>firstname</a:t>
            </a:r>
            <a:r>
              <a:rPr kumimoji="1" lang="ja-JP" altLang="en-US" dirty="0">
                <a:solidFill>
                  <a:schemeClr val="tx2"/>
                </a:solidFill>
              </a:rPr>
              <a:t>、</a:t>
            </a:r>
            <a:r>
              <a:rPr kumimoji="1" lang="en-US" altLang="ja-JP" dirty="0" err="1">
                <a:solidFill>
                  <a:schemeClr val="tx2"/>
                </a:solidFill>
              </a:rPr>
              <a:t>StepCount</a:t>
            </a:r>
            <a:r>
              <a:rPr kumimoji="1" lang="en-US" altLang="ja-JP" dirty="0"/>
              <a:t>	○</a:t>
            </a:r>
            <a:r>
              <a:rPr kumimoji="1" lang="en-US" altLang="ja-JP" dirty="0" err="1"/>
              <a:t>firstName</a:t>
            </a:r>
            <a:r>
              <a:rPr kumimoji="1" lang="ja-JP" altLang="en-US" dirty="0"/>
              <a:t>、</a:t>
            </a:r>
            <a:r>
              <a:rPr kumimoji="1" lang="en-US" altLang="ja-JP" dirty="0" err="1"/>
              <a:t>stepCount</a:t>
            </a:r>
            <a:endParaRPr kumimoji="1" lang="en-US" altLang="ja-JP" dirty="0"/>
          </a:p>
          <a:p>
            <a:pPr marL="795338" lvl="1" indent="-342900">
              <a:buFont typeface="+mj-lt"/>
              <a:buAutoNum type="arabicPeriod"/>
            </a:pPr>
            <a:endParaRPr kumimoji="1" lang="en-US" altLang="ja-JP" b="1" dirty="0">
              <a:solidFill>
                <a:schemeClr val="accent1"/>
              </a:solidFill>
            </a:endParaRPr>
          </a:p>
          <a:p>
            <a:pPr marL="795338" lvl="1" indent="-342900">
              <a:buFont typeface="+mj-lt"/>
              <a:buAutoNum type="arabicPeriod"/>
            </a:pPr>
            <a:r>
              <a:rPr kumimoji="1" lang="ja-JP" altLang="en-US" b="1" dirty="0">
                <a:solidFill>
                  <a:schemeClr val="accent1"/>
                </a:solidFill>
              </a:rPr>
              <a:t>箱の中身が分かりやすい名前</a:t>
            </a:r>
          </a:p>
          <a:p>
            <a:pPr marL="817563" lvl="2" indent="0">
              <a:buNone/>
            </a:pPr>
            <a:r>
              <a:rPr kumimoji="1" lang="ja-JP" altLang="en-US" dirty="0"/>
              <a:t>合計値の変数名の場合、</a:t>
            </a:r>
            <a:endParaRPr lang="en-US" altLang="ja-JP" dirty="0"/>
          </a:p>
          <a:p>
            <a:pPr marL="817563" lvl="2" indent="0">
              <a:buNone/>
            </a:pPr>
            <a:r>
              <a:rPr kumimoji="1" lang="en-US" altLang="ja-JP" dirty="0">
                <a:solidFill>
                  <a:schemeClr val="tx2"/>
                </a:solidFill>
              </a:rPr>
              <a:t>×a</a:t>
            </a:r>
            <a:r>
              <a:rPr kumimoji="1" lang="ja-JP" altLang="en-US" dirty="0">
                <a:solidFill>
                  <a:schemeClr val="tx2"/>
                </a:solidFill>
              </a:rPr>
              <a:t>、</a:t>
            </a:r>
            <a:r>
              <a:rPr kumimoji="1" lang="en-US" altLang="ja-JP" dirty="0">
                <a:solidFill>
                  <a:schemeClr val="tx2"/>
                </a:solidFill>
              </a:rPr>
              <a:t>data</a:t>
            </a:r>
            <a:r>
              <a:rPr kumimoji="1" lang="ja-JP" altLang="en-US" dirty="0">
                <a:solidFill>
                  <a:schemeClr val="tx2"/>
                </a:solidFill>
              </a:rPr>
              <a:t>　</a:t>
            </a:r>
            <a:r>
              <a:rPr kumimoji="1" lang="ja-JP" altLang="en-US" dirty="0"/>
              <a:t>			○</a:t>
            </a:r>
            <a:r>
              <a:rPr kumimoji="1" lang="en-US" altLang="ja-JP" dirty="0"/>
              <a:t>sum</a:t>
            </a:r>
            <a:r>
              <a:rPr kumimoji="1" lang="ja-JP" altLang="en-US" dirty="0"/>
              <a:t>、</a:t>
            </a:r>
            <a:r>
              <a:rPr kumimoji="1" lang="en-US" altLang="ja-JP" dirty="0"/>
              <a:t>total</a:t>
            </a:r>
            <a:r>
              <a:rPr kumimoji="1" lang="ja-JP" altLang="en-US" dirty="0"/>
              <a:t>など</a:t>
            </a:r>
          </a:p>
          <a:p>
            <a:pPr marL="96838" indent="0">
              <a:buNone/>
            </a:pPr>
            <a:endParaRPr kumimoji="1" lang="ja-JP" altLang="en-US" dirty="0"/>
          </a:p>
        </p:txBody>
      </p:sp>
    </p:spTree>
    <p:extLst>
      <p:ext uri="{BB962C8B-B14F-4D97-AF65-F5344CB8AC3E}">
        <p14:creationId xmlns:p14="http://schemas.microsoft.com/office/powerpoint/2010/main" val="3711062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変数の使い方</a:t>
            </a:r>
            <a:endParaRPr lang="ja-JP" altLang="en-US" dirty="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ja-JP" altLang="en-US" sz="1200" b="1" dirty="0"/>
              <a:t>変数は宣言→代入→参照の順で使う</a:t>
            </a:r>
            <a:endParaRPr kumimoji="1" lang="en-US" altLang="ja-JP" sz="1200" dirty="0"/>
          </a:p>
          <a:p>
            <a:pPr marL="387350" indent="-285750">
              <a:buFont typeface="Arial" panose="020B0604020202020204" pitchFamily="34" charset="0"/>
              <a:buChar char="•"/>
            </a:pPr>
            <a:r>
              <a:rPr lang="ja-JP" altLang="en-US" sz="1200" b="1" dirty="0"/>
              <a:t>変数を宣言するにはデータ型を決める必要がある</a:t>
            </a:r>
            <a:endParaRPr lang="en-US" altLang="ja-JP" sz="1200" dirty="0"/>
          </a:p>
          <a:p>
            <a:pPr marL="387350" indent="-285750">
              <a:buFont typeface="Arial" panose="020B0604020202020204" pitchFamily="34" charset="0"/>
              <a:buChar char="•"/>
            </a:pPr>
            <a:r>
              <a:rPr lang="ja-JP" altLang="en-US" sz="1200" b="1" dirty="0"/>
              <a:t>代表的なデータ型は</a:t>
            </a:r>
            <a:r>
              <a:rPr lang="en-US" altLang="ja-JP" sz="1200" b="1" dirty="0"/>
              <a:t>9</a:t>
            </a:r>
            <a:r>
              <a:rPr lang="ja-JP" altLang="en-US" sz="1200" b="1" dirty="0"/>
              <a:t>つある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1" name="テキスト プレースホルダー 4">
            <a:extLst>
              <a:ext uri="{FF2B5EF4-FFF2-40B4-BE49-F238E27FC236}">
                <a16:creationId xmlns:a16="http://schemas.microsoft.com/office/drawing/2014/main" id="{727FED7A-6B30-457B-BCA2-7211925CF3F0}"/>
              </a:ext>
            </a:extLst>
          </p:cNvPr>
          <p:cNvSpPr txBox="1">
            <a:spLocks/>
          </p:cNvSpPr>
          <p:nvPr/>
        </p:nvSpPr>
        <p:spPr>
          <a:xfrm>
            <a:off x="1120141" y="2267403"/>
            <a:ext cx="7071359" cy="2438740"/>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800" dirty="0"/>
              <a:t>public class Main {</a:t>
            </a:r>
          </a:p>
          <a:p>
            <a:pPr marL="96838" indent="0">
              <a:buFont typeface="Arial" panose="020B0604020202020204" pitchFamily="34" charset="0"/>
              <a:buNone/>
            </a:pPr>
            <a:r>
              <a:rPr lang="en-US" altLang="ja-JP" sz="1800" dirty="0"/>
              <a:t>    public static void main(String[] </a:t>
            </a:r>
            <a:r>
              <a:rPr lang="en-US" altLang="ja-JP" sz="1800" dirty="0" err="1"/>
              <a:t>args</a:t>
            </a:r>
            <a:r>
              <a:rPr lang="en-US" altLang="ja-JP" sz="1800" dirty="0"/>
              <a:t>) {</a:t>
            </a:r>
          </a:p>
          <a:p>
            <a:pPr marL="96838" indent="0">
              <a:buFont typeface="Arial" panose="020B0604020202020204" pitchFamily="34" charset="0"/>
              <a:buNone/>
            </a:pPr>
            <a:r>
              <a:rPr lang="en-US" altLang="ja-JP" sz="1800" b="1" dirty="0">
                <a:solidFill>
                  <a:schemeClr val="accent1"/>
                </a:solidFill>
              </a:rPr>
              <a:t>        int age;</a:t>
            </a:r>
          </a:p>
          <a:p>
            <a:pPr marL="96838" indent="0">
              <a:buFont typeface="Arial" panose="020B0604020202020204" pitchFamily="34" charset="0"/>
              <a:buNone/>
            </a:pPr>
            <a:r>
              <a:rPr lang="en-US" altLang="ja-JP" sz="1800" b="1" dirty="0">
                <a:solidFill>
                  <a:schemeClr val="accent1"/>
                </a:solidFill>
              </a:rPr>
              <a:t>        age = 30;</a:t>
            </a:r>
          </a:p>
          <a:p>
            <a:pPr marL="96838" indent="0">
              <a:buFont typeface="Arial" panose="020B0604020202020204" pitchFamily="34" charset="0"/>
              <a:buNone/>
            </a:pPr>
            <a:r>
              <a:rPr lang="en-US" altLang="ja-JP" sz="1800" b="1" dirty="0">
                <a:solidFill>
                  <a:schemeClr val="accent1"/>
                </a:solidFill>
              </a:rPr>
              <a:t>        </a:t>
            </a:r>
            <a:r>
              <a:rPr lang="en-US" altLang="ja-JP" sz="1800" b="1" dirty="0" err="1">
                <a:solidFill>
                  <a:schemeClr val="accent1"/>
                </a:solidFill>
              </a:rPr>
              <a:t>System.out.println</a:t>
            </a:r>
            <a:r>
              <a:rPr lang="en-US" altLang="ja-JP" sz="1800" b="1" dirty="0">
                <a:solidFill>
                  <a:schemeClr val="accent1"/>
                </a:solidFill>
              </a:rPr>
              <a:t>(age);</a:t>
            </a:r>
          </a:p>
          <a:p>
            <a:pPr marL="96838" indent="0">
              <a:buFont typeface="Arial" panose="020B0604020202020204" pitchFamily="34" charset="0"/>
              <a:buNone/>
            </a:pPr>
            <a:r>
              <a:rPr lang="en-US" altLang="ja-JP" sz="1800" dirty="0"/>
              <a:t>    }</a:t>
            </a:r>
          </a:p>
          <a:p>
            <a:pPr marL="96838" indent="0">
              <a:buFont typeface="Arial" panose="020B0604020202020204" pitchFamily="34" charset="0"/>
              <a:buNone/>
            </a:pPr>
            <a:r>
              <a:rPr lang="en-US" altLang="ja-JP" sz="1800" dirty="0"/>
              <a:t>}</a:t>
            </a:r>
          </a:p>
        </p:txBody>
      </p:sp>
      <p:sp>
        <p:nvSpPr>
          <p:cNvPr id="12" name="Google Shape;347;p39">
            <a:extLst>
              <a:ext uri="{FF2B5EF4-FFF2-40B4-BE49-F238E27FC236}">
                <a16:creationId xmlns:a16="http://schemas.microsoft.com/office/drawing/2014/main" id="{C7C38FB6-81BA-4646-844B-70012F004DE6}"/>
              </a:ext>
            </a:extLst>
          </p:cNvPr>
          <p:cNvSpPr/>
          <p:nvPr/>
        </p:nvSpPr>
        <p:spPr>
          <a:xfrm>
            <a:off x="5661042" y="2985084"/>
            <a:ext cx="762412" cy="287438"/>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dirty="0">
                <a:solidFill>
                  <a:schemeClr val="lt1"/>
                </a:solidFill>
                <a:cs typeface="Meiryo"/>
                <a:sym typeface="Meiryo"/>
              </a:rPr>
              <a:t>宣言</a:t>
            </a:r>
            <a:endParaRPr sz="1400" dirty="0"/>
          </a:p>
        </p:txBody>
      </p:sp>
      <p:sp>
        <p:nvSpPr>
          <p:cNvPr id="13" name="Google Shape;348;p39">
            <a:extLst>
              <a:ext uri="{FF2B5EF4-FFF2-40B4-BE49-F238E27FC236}">
                <a16:creationId xmlns:a16="http://schemas.microsoft.com/office/drawing/2014/main" id="{5EBFF754-E06D-4B60-9113-2FDC044E742E}"/>
              </a:ext>
            </a:extLst>
          </p:cNvPr>
          <p:cNvSpPr/>
          <p:nvPr/>
        </p:nvSpPr>
        <p:spPr>
          <a:xfrm>
            <a:off x="5661042" y="3304109"/>
            <a:ext cx="762412" cy="287438"/>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dirty="0">
                <a:solidFill>
                  <a:schemeClr val="lt1"/>
                </a:solidFill>
                <a:cs typeface="Meiryo"/>
                <a:sym typeface="Meiryo"/>
              </a:rPr>
              <a:t>代入</a:t>
            </a:r>
            <a:endParaRPr sz="1400" dirty="0"/>
          </a:p>
        </p:txBody>
      </p:sp>
      <p:sp>
        <p:nvSpPr>
          <p:cNvPr id="14" name="Google Shape;349;p39">
            <a:extLst>
              <a:ext uri="{FF2B5EF4-FFF2-40B4-BE49-F238E27FC236}">
                <a16:creationId xmlns:a16="http://schemas.microsoft.com/office/drawing/2014/main" id="{534844EC-F646-495D-9818-2CC378DA7354}"/>
              </a:ext>
            </a:extLst>
          </p:cNvPr>
          <p:cNvSpPr/>
          <p:nvPr/>
        </p:nvSpPr>
        <p:spPr>
          <a:xfrm>
            <a:off x="5661042" y="3621048"/>
            <a:ext cx="762412" cy="287438"/>
          </a:xfrm>
          <a:prstGeom prst="roundRect">
            <a:avLst>
              <a:gd name="adj" fmla="val 1666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cs typeface="Meiryo"/>
                <a:sym typeface="Meiryo"/>
              </a:rPr>
              <a:t>参照</a:t>
            </a:r>
            <a:endParaRPr sz="1400"/>
          </a:p>
        </p:txBody>
      </p:sp>
      <p:sp>
        <p:nvSpPr>
          <p:cNvPr id="15" name="フッター プレースホルダー 3">
            <a:extLst>
              <a:ext uri="{FF2B5EF4-FFF2-40B4-BE49-F238E27FC236}">
                <a16:creationId xmlns:a16="http://schemas.microsoft.com/office/drawing/2014/main" id="{483C9CCD-E5A9-4EED-B18D-DF26AA1200F6}"/>
              </a:ext>
            </a:extLst>
          </p:cNvPr>
          <p:cNvSpPr>
            <a:spLocks noGrp="1"/>
          </p:cNvSpPr>
          <p:nvPr>
            <p:ph type="ftr" sz="quarter" idx="11"/>
          </p:nvPr>
        </p:nvSpPr>
        <p:spPr>
          <a:xfrm>
            <a:off x="3028950" y="4866125"/>
            <a:ext cx="3086100" cy="254493"/>
          </a:xfrm>
        </p:spPr>
        <p:txBody>
          <a:bodyPr/>
          <a:lstStyle/>
          <a:p>
            <a:r>
              <a:rPr kumimoji="1" lang="en-US" altLang="ja-JP"/>
              <a:t>copyright ©ITCollege All Rights Reserved</a:t>
            </a:r>
            <a:endParaRPr kumimoji="1" lang="ja-JP" altLang="en-US" sz="1000"/>
          </a:p>
        </p:txBody>
      </p:sp>
      <p:sp>
        <p:nvSpPr>
          <p:cNvPr id="19" name="スライド番号プレースホルダー 2">
            <a:extLst>
              <a:ext uri="{FF2B5EF4-FFF2-40B4-BE49-F238E27FC236}">
                <a16:creationId xmlns:a16="http://schemas.microsoft.com/office/drawing/2014/main" id="{ADB64598-554D-43BC-BEC9-ED6935E30F60}"/>
              </a:ext>
            </a:extLst>
          </p:cNvPr>
          <p:cNvSpPr>
            <a:spLocks noGrp="1"/>
          </p:cNvSpPr>
          <p:nvPr>
            <p:ph type="sldNum" sz="quarter" idx="4"/>
          </p:nvPr>
        </p:nvSpPr>
        <p:spPr>
          <a:xfrm>
            <a:off x="218226" y="4862076"/>
            <a:ext cx="630348" cy="254494"/>
          </a:xfrm>
        </p:spPr>
        <p:txBody>
          <a:bodyPr/>
          <a:lstStyle/>
          <a:p>
            <a:fld id="{6EC4605C-D4BC-457C-A820-CB9DC8935472}" type="slidenum">
              <a:rPr kumimoji="1" lang="ja-JP" altLang="en-US" smtClean="0"/>
              <a:pPr/>
              <a:t>7</a:t>
            </a:fld>
            <a:endParaRPr kumimoji="1" lang="ja-JP" altLang="en-US" sz="1200"/>
          </a:p>
        </p:txBody>
      </p:sp>
    </p:spTree>
    <p:extLst>
      <p:ext uri="{BB962C8B-B14F-4D97-AF65-F5344CB8AC3E}">
        <p14:creationId xmlns:p14="http://schemas.microsoft.com/office/powerpoint/2010/main" val="1508725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D14615E-5310-40F3-9529-990CA1BEDFB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610E423-A142-4AA0-8F53-A880ECB84638}"/>
              </a:ext>
            </a:extLst>
          </p:cNvPr>
          <p:cNvSpPr>
            <a:spLocks noGrp="1"/>
          </p:cNvSpPr>
          <p:nvPr>
            <p:ph type="ctrTitle"/>
          </p:nvPr>
        </p:nvSpPr>
        <p:spPr/>
        <p:txBody>
          <a:bodyPr/>
          <a:lstStyle/>
          <a:p>
            <a:r>
              <a:rPr kumimoji="1" lang="ja-JP" altLang="en-US" dirty="0"/>
              <a:t>変数を使う順番</a:t>
            </a:r>
          </a:p>
        </p:txBody>
      </p:sp>
      <p:sp>
        <p:nvSpPr>
          <p:cNvPr id="4" name="スライド番号プレースホルダー 3">
            <a:extLst>
              <a:ext uri="{FF2B5EF4-FFF2-40B4-BE49-F238E27FC236}">
                <a16:creationId xmlns:a16="http://schemas.microsoft.com/office/drawing/2014/main" id="{D039C1BB-3DBE-4946-8D2B-00B6A3E7FD71}"/>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F46EF505-320C-46BD-B709-62F840190822}"/>
              </a:ext>
            </a:extLst>
          </p:cNvPr>
          <p:cNvSpPr>
            <a:spLocks noGrp="1"/>
          </p:cNvSpPr>
          <p:nvPr>
            <p:ph type="body" sz="quarter" idx="14"/>
          </p:nvPr>
        </p:nvSpPr>
        <p:spPr/>
        <p:txBody>
          <a:bodyPr/>
          <a:lstStyle/>
          <a:p>
            <a:pPr marL="96838" indent="0">
              <a:buNone/>
            </a:pPr>
            <a:r>
              <a:rPr kumimoji="1" lang="ja-JP" altLang="en-US" dirty="0"/>
              <a:t>変数は </a:t>
            </a:r>
            <a:r>
              <a:rPr kumimoji="1" lang="ja-JP" altLang="en-US" b="1" dirty="0">
                <a:solidFill>
                  <a:srgbClr val="C00000"/>
                </a:solidFill>
              </a:rPr>
              <a:t>宣言→代入→参照</a:t>
            </a:r>
            <a:r>
              <a:rPr kumimoji="1" lang="ja-JP" altLang="en-US" dirty="0"/>
              <a:t> の順番で使わなければなりません。</a:t>
            </a:r>
            <a:endParaRPr kumimoji="1" lang="en-US" altLang="ja-JP" dirty="0"/>
          </a:p>
          <a:p>
            <a:pPr marL="96838" indent="0">
              <a:buNone/>
            </a:pPr>
            <a:r>
              <a:rPr kumimoji="1" lang="ja-JP" altLang="en-US" dirty="0"/>
              <a:t>宣言や代入をしていないのに参照してしまうとコンパイルエラーになってしまいます。</a:t>
            </a:r>
            <a:endParaRPr kumimoji="1" lang="en-US" altLang="ja-JP" dirty="0"/>
          </a:p>
          <a:p>
            <a:pPr marL="96838" indent="0">
              <a:buNone/>
            </a:pPr>
            <a:r>
              <a:rPr kumimoji="1" lang="ja-JP" altLang="en-US" dirty="0"/>
              <a:t>では、それぞれの意味や書き方を説明しましょう。</a:t>
            </a:r>
          </a:p>
          <a:p>
            <a:pPr marL="795338" lvl="1" indent="-342900">
              <a:buFont typeface="+mj-lt"/>
              <a:buAutoNum type="arabicPeriod"/>
            </a:pPr>
            <a:endParaRPr kumimoji="1" lang="en-US" altLang="ja-JP" dirty="0"/>
          </a:p>
          <a:p>
            <a:pPr marL="795338" lvl="1" indent="-342900">
              <a:buFont typeface="+mj-lt"/>
              <a:buAutoNum type="arabicPeriod"/>
            </a:pPr>
            <a:r>
              <a:rPr kumimoji="1" lang="ja-JP" altLang="en-US" b="1" dirty="0">
                <a:solidFill>
                  <a:schemeClr val="accent1"/>
                </a:solidFill>
              </a:rPr>
              <a:t>宣言</a:t>
            </a:r>
          </a:p>
          <a:p>
            <a:pPr marL="817563" lvl="2" indent="0">
              <a:buNone/>
            </a:pPr>
            <a:r>
              <a:rPr kumimoji="1" lang="ja-JP" altLang="en-US" b="1" dirty="0"/>
              <a:t>　　意味　　　　箱を作ること</a:t>
            </a:r>
            <a:br>
              <a:rPr kumimoji="1" lang="ja-JP" altLang="en-US" b="1" dirty="0"/>
            </a:br>
            <a:r>
              <a:rPr kumimoji="1" lang="ja-JP" altLang="en-US" b="1" dirty="0"/>
              <a:t>　　書き方　　　データ型　変数名；</a:t>
            </a:r>
            <a:endParaRPr kumimoji="1" lang="en-US" altLang="ja-JP" b="1" dirty="0">
              <a:solidFill>
                <a:schemeClr val="accent1"/>
              </a:solidFill>
            </a:endParaRPr>
          </a:p>
          <a:p>
            <a:pPr marL="795338" lvl="1" indent="-342900">
              <a:buFont typeface="+mj-lt"/>
              <a:buAutoNum type="arabicPeriod"/>
            </a:pPr>
            <a:r>
              <a:rPr kumimoji="1" lang="ja-JP" altLang="en-US" b="1" dirty="0">
                <a:solidFill>
                  <a:schemeClr val="accent1"/>
                </a:solidFill>
              </a:rPr>
              <a:t>代入（箱にデータを入れること）</a:t>
            </a:r>
          </a:p>
          <a:p>
            <a:pPr marL="817563" lvl="2" indent="0">
              <a:buNone/>
            </a:pPr>
            <a:r>
              <a:rPr kumimoji="1" lang="ja-JP" altLang="en-US" b="1" dirty="0"/>
              <a:t>　　意味　　　　箱にデータを入れること</a:t>
            </a:r>
            <a:br>
              <a:rPr kumimoji="1" lang="ja-JP" altLang="en-US" b="1" dirty="0"/>
            </a:br>
            <a:r>
              <a:rPr kumimoji="1" lang="ja-JP" altLang="en-US" b="1" dirty="0"/>
              <a:t>　　書き方　　　変数名　＝　データ；</a:t>
            </a:r>
            <a:endParaRPr kumimoji="1" lang="en-US" altLang="ja-JP" b="1" dirty="0">
              <a:solidFill>
                <a:schemeClr val="accent1"/>
              </a:solidFill>
            </a:endParaRPr>
          </a:p>
          <a:p>
            <a:pPr marL="795338" lvl="1" indent="-342900">
              <a:buFont typeface="+mj-lt"/>
              <a:buAutoNum type="arabicPeriod"/>
            </a:pPr>
            <a:r>
              <a:rPr kumimoji="1" lang="ja-JP" altLang="en-US" b="1" dirty="0">
                <a:solidFill>
                  <a:schemeClr val="accent1"/>
                </a:solidFill>
              </a:rPr>
              <a:t>参照（箱の中のデータを使うこと）</a:t>
            </a:r>
          </a:p>
          <a:p>
            <a:pPr marL="817563" lvl="2" indent="0">
              <a:buNone/>
            </a:pPr>
            <a:r>
              <a:rPr kumimoji="1" lang="ja-JP" altLang="en-US" b="1" dirty="0"/>
              <a:t>　　意味　　　　箱の中のデータを使うこと</a:t>
            </a:r>
            <a:br>
              <a:rPr kumimoji="1" lang="ja-JP" altLang="en-US" b="1" dirty="0"/>
            </a:br>
            <a:r>
              <a:rPr kumimoji="1" lang="ja-JP" altLang="en-US" b="1" dirty="0"/>
              <a:t>　　書き方　　　変数名＋１、</a:t>
            </a:r>
            <a:r>
              <a:rPr kumimoji="1" lang="en-US" altLang="ja-JP" b="1" dirty="0" err="1"/>
              <a:t>System.out.println</a:t>
            </a:r>
            <a:r>
              <a:rPr kumimoji="1" lang="en-US" altLang="ja-JP" b="1" dirty="0"/>
              <a:t>(</a:t>
            </a:r>
            <a:r>
              <a:rPr kumimoji="1" lang="ja-JP" altLang="en-US" b="1" dirty="0"/>
              <a:t>変数名</a:t>
            </a:r>
            <a:r>
              <a:rPr kumimoji="1" lang="en-US" altLang="ja-JP" b="1" dirty="0"/>
              <a:t>);</a:t>
            </a:r>
            <a:r>
              <a:rPr kumimoji="1" lang="ja-JP" altLang="en-US" b="1" dirty="0"/>
              <a:t>　</a:t>
            </a:r>
            <a:r>
              <a:rPr kumimoji="1" lang="ja-JP" altLang="en-US" dirty="0"/>
              <a:t>など</a:t>
            </a:r>
            <a:endParaRPr kumimoji="1" lang="en-US" altLang="ja-JP" b="1" dirty="0">
              <a:solidFill>
                <a:schemeClr val="accent1"/>
              </a:solidFill>
            </a:endParaRPr>
          </a:p>
          <a:p>
            <a:pPr marL="96838" indent="0">
              <a:buNone/>
            </a:pPr>
            <a:endParaRPr kumimoji="1" lang="en-US" altLang="ja-JP" dirty="0"/>
          </a:p>
          <a:p>
            <a:pPr marL="96838" indent="0">
              <a:buNone/>
            </a:pPr>
            <a:r>
              <a:rPr kumimoji="1" lang="ja-JP" altLang="en-US" dirty="0"/>
              <a:t>宣言にでてきた、</a:t>
            </a:r>
            <a:r>
              <a:rPr kumimoji="1" lang="ja-JP" altLang="en-US" b="1" dirty="0">
                <a:solidFill>
                  <a:srgbClr val="C00000"/>
                </a:solidFill>
              </a:rPr>
              <a:t>データ型</a:t>
            </a:r>
            <a:r>
              <a:rPr kumimoji="1" lang="ja-JP" altLang="en-US" dirty="0"/>
              <a:t>については次のページで説明します。</a:t>
            </a:r>
          </a:p>
          <a:p>
            <a:pPr marL="96838" indent="0">
              <a:buNone/>
            </a:pPr>
            <a:endParaRPr kumimoji="1" lang="ja-JP" altLang="en-US" dirty="0"/>
          </a:p>
        </p:txBody>
      </p:sp>
    </p:spTree>
    <p:extLst>
      <p:ext uri="{BB962C8B-B14F-4D97-AF65-F5344CB8AC3E}">
        <p14:creationId xmlns:p14="http://schemas.microsoft.com/office/powerpoint/2010/main" val="3675222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950D49A-00AC-4DAB-9AAD-14570DB1AAE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74C6DF9-4F40-4E35-B127-AD76C03E164C}"/>
              </a:ext>
            </a:extLst>
          </p:cNvPr>
          <p:cNvSpPr>
            <a:spLocks noGrp="1"/>
          </p:cNvSpPr>
          <p:nvPr>
            <p:ph type="ctrTitle"/>
          </p:nvPr>
        </p:nvSpPr>
        <p:spPr/>
        <p:txBody>
          <a:bodyPr/>
          <a:lstStyle/>
          <a:p>
            <a:r>
              <a:rPr lang="ja-JP" altLang="ja-JP" dirty="0"/>
              <a:t>データ型とは</a:t>
            </a:r>
            <a:endParaRPr kumimoji="1" lang="ja-JP" altLang="en-US" dirty="0"/>
          </a:p>
        </p:txBody>
      </p:sp>
      <p:sp>
        <p:nvSpPr>
          <p:cNvPr id="4" name="スライド番号プレースホルダー 3">
            <a:extLst>
              <a:ext uri="{FF2B5EF4-FFF2-40B4-BE49-F238E27FC236}">
                <a16:creationId xmlns:a16="http://schemas.microsoft.com/office/drawing/2014/main" id="{A9C52D6C-730A-42A4-9089-C4AC6A78D104}"/>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3C1DD7FF-865D-416B-9120-CF864BAE9874}"/>
              </a:ext>
            </a:extLst>
          </p:cNvPr>
          <p:cNvSpPr>
            <a:spLocks noGrp="1"/>
          </p:cNvSpPr>
          <p:nvPr>
            <p:ph type="body" sz="quarter" idx="14"/>
          </p:nvPr>
        </p:nvSpPr>
        <p:spPr>
          <a:xfrm>
            <a:off x="462875" y="859491"/>
            <a:ext cx="8216900" cy="1152189"/>
          </a:xfrm>
        </p:spPr>
        <p:txBody>
          <a:bodyPr/>
          <a:lstStyle/>
          <a:p>
            <a:pPr marL="96838" indent="0">
              <a:buNone/>
            </a:pPr>
            <a:r>
              <a:rPr kumimoji="1" lang="ja-JP" altLang="en-US" dirty="0"/>
              <a:t>変数に入れることができる</a:t>
            </a:r>
            <a:r>
              <a:rPr kumimoji="1" lang="ja-JP" altLang="en-US" b="1" dirty="0">
                <a:solidFill>
                  <a:srgbClr val="C00000"/>
                </a:solidFill>
              </a:rPr>
              <a:t>データの種類</a:t>
            </a:r>
            <a:r>
              <a:rPr kumimoji="1" lang="ja-JP" altLang="en-US" dirty="0"/>
              <a:t>のことを</a:t>
            </a:r>
            <a:r>
              <a:rPr kumimoji="1" lang="ja-JP" altLang="en-US" b="1" dirty="0">
                <a:solidFill>
                  <a:srgbClr val="C00000"/>
                </a:solidFill>
              </a:rPr>
              <a:t>データ型</a:t>
            </a:r>
            <a:r>
              <a:rPr kumimoji="1" lang="ja-JP" altLang="en-US" dirty="0"/>
              <a:t>、または単に</a:t>
            </a:r>
            <a:r>
              <a:rPr kumimoji="1" lang="ja-JP" altLang="en-US" b="1" dirty="0">
                <a:solidFill>
                  <a:srgbClr val="C00000"/>
                </a:solidFill>
              </a:rPr>
              <a:t>型</a:t>
            </a:r>
            <a:r>
              <a:rPr kumimoji="1" lang="ja-JP" altLang="en-US" dirty="0"/>
              <a:t>といいます。</a:t>
            </a:r>
          </a:p>
          <a:p>
            <a:pPr marL="96838" indent="0">
              <a:buNone/>
            </a:pPr>
            <a:r>
              <a:rPr kumimoji="1" lang="ja-JP" altLang="en-US" dirty="0"/>
              <a:t>私たちが普段使う箱はハート型、丸、四角などいろいろな形がありますよね。</a:t>
            </a:r>
            <a:endParaRPr kumimoji="1" lang="en-US" altLang="ja-JP" dirty="0"/>
          </a:p>
          <a:p>
            <a:pPr marL="96838" indent="0">
              <a:buNone/>
            </a:pPr>
            <a:r>
              <a:rPr kumimoji="1" lang="ja-JP" altLang="en-US" dirty="0"/>
              <a:t>また、大きな箱も小さな箱もあります。</a:t>
            </a:r>
          </a:p>
          <a:p>
            <a:pPr marL="96838" indent="0">
              <a:buNone/>
            </a:pPr>
            <a:r>
              <a:rPr kumimoji="1" lang="ja-JP" altLang="en-US" dirty="0"/>
              <a:t>データ型も同じで、</a:t>
            </a:r>
            <a:r>
              <a:rPr kumimoji="1" lang="ja-JP" altLang="en-US" b="1" dirty="0">
                <a:solidFill>
                  <a:srgbClr val="C00000"/>
                </a:solidFill>
              </a:rPr>
              <a:t>データの形</a:t>
            </a:r>
            <a:r>
              <a:rPr kumimoji="1" lang="ja-JP" altLang="en-US" dirty="0"/>
              <a:t>や</a:t>
            </a:r>
            <a:r>
              <a:rPr kumimoji="1" lang="ja-JP" altLang="en-US" b="1" dirty="0">
                <a:solidFill>
                  <a:srgbClr val="C00000"/>
                </a:solidFill>
              </a:rPr>
              <a:t>データの大きさ</a:t>
            </a:r>
            <a:r>
              <a:rPr kumimoji="1" lang="ja-JP" altLang="en-US" dirty="0"/>
              <a:t>によって種類があるのです。</a:t>
            </a:r>
          </a:p>
          <a:p>
            <a:pPr marL="96838" indent="0">
              <a:buNone/>
            </a:pPr>
            <a:endParaRPr kumimoji="1" lang="ja-JP" altLang="en-US" dirty="0"/>
          </a:p>
        </p:txBody>
      </p:sp>
      <p:graphicFrame>
        <p:nvGraphicFramePr>
          <p:cNvPr id="6" name="Google Shape;367;p41">
            <a:extLst>
              <a:ext uri="{FF2B5EF4-FFF2-40B4-BE49-F238E27FC236}">
                <a16:creationId xmlns:a16="http://schemas.microsoft.com/office/drawing/2014/main" id="{631281BD-0237-40F4-91CF-FA5B941265D3}"/>
              </a:ext>
            </a:extLst>
          </p:cNvPr>
          <p:cNvGraphicFramePr/>
          <p:nvPr/>
        </p:nvGraphicFramePr>
        <p:xfrm>
          <a:off x="1280159" y="2042161"/>
          <a:ext cx="6720841" cy="1112550"/>
        </p:xfrm>
        <a:graphic>
          <a:graphicData uri="http://schemas.openxmlformats.org/drawingml/2006/table">
            <a:tbl>
              <a:tblPr firstRow="1" bandRow="1">
                <a:tableStyleId>{3B4B98B0-60AC-42C2-AFA5-B58CD77FA1E5}</a:tableStyleId>
              </a:tblPr>
              <a:tblGrid>
                <a:gridCol w="1736221">
                  <a:extLst>
                    <a:ext uri="{9D8B030D-6E8A-4147-A177-3AD203B41FA5}">
                      <a16:colId xmlns:a16="http://schemas.microsoft.com/office/drawing/2014/main" val="20000"/>
                    </a:ext>
                  </a:extLst>
                </a:gridCol>
                <a:gridCol w="498462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ja-JP" sz="1400" u="none" strike="noStrike" cap="none">
                          <a:solidFill>
                            <a:srgbClr val="3F3F3F"/>
                          </a:solidFill>
                          <a:sym typeface="Quattrocento Sans"/>
                        </a:rPr>
                        <a:t>データの形の例</a:t>
                      </a:r>
                      <a:endParaRPr sz="1400">
                        <a:latin typeface="+mn-lt"/>
                        <a:ea typeface="+mn-ea"/>
                        <a:cs typeface="Quattrocento Sans"/>
                        <a:sym typeface="Quattrocento Sans"/>
                      </a:endParaRPr>
                    </a:p>
                  </a:txBody>
                  <a:tcPr marL="91450" marR="91450" marT="45725" marB="45725"/>
                </a:tc>
                <a:tc>
                  <a:txBody>
                    <a:bodyPr/>
                    <a:lstStyle/>
                    <a:p>
                      <a:pPr marL="0" marR="0" lvl="0" indent="0" algn="l" rtl="0">
                        <a:spcBef>
                          <a:spcPts val="0"/>
                        </a:spcBef>
                        <a:spcAft>
                          <a:spcPts val="0"/>
                        </a:spcAft>
                        <a:buNone/>
                      </a:pPr>
                      <a:r>
                        <a:rPr lang="ja-JP" sz="1400" u="none" strike="noStrike" cap="none">
                          <a:solidFill>
                            <a:srgbClr val="3F3F3F"/>
                          </a:solidFill>
                          <a:sym typeface="Quattrocento Sans"/>
                        </a:rPr>
                        <a:t>整数、小数、文字　など</a:t>
                      </a:r>
                      <a:endParaRPr sz="1400">
                        <a:latin typeface="+mn-lt"/>
                        <a:ea typeface="+mn-ea"/>
                        <a:cs typeface="Quattrocento Sans"/>
                        <a:sym typeface="Quattrocento Sans"/>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ja-JP" sz="1400">
                          <a:solidFill>
                            <a:srgbClr val="3F3F3F"/>
                          </a:solidFill>
                          <a:sym typeface="Quattrocento Sans"/>
                        </a:rPr>
                        <a:t>小さいデータの例</a:t>
                      </a:r>
                      <a:endParaRPr sz="1400">
                        <a:latin typeface="+mn-lt"/>
                        <a:ea typeface="+mn-ea"/>
                        <a:cs typeface="Quattrocento Sans"/>
                        <a:sym typeface="Quattrocento Sans"/>
                      </a:endParaRPr>
                    </a:p>
                  </a:txBody>
                  <a:tcPr marL="91450" marR="91450" marT="45725" marB="45725"/>
                </a:tc>
                <a:tc>
                  <a:txBody>
                    <a:bodyPr/>
                    <a:lstStyle/>
                    <a:p>
                      <a:pPr marL="0" marR="0" lvl="0" indent="0" algn="l" rtl="0">
                        <a:spcBef>
                          <a:spcPts val="0"/>
                        </a:spcBef>
                        <a:spcAft>
                          <a:spcPts val="0"/>
                        </a:spcAft>
                        <a:buNone/>
                      </a:pPr>
                      <a:r>
                        <a:rPr lang="ja-JP" sz="1400">
                          <a:solidFill>
                            <a:srgbClr val="3F3F3F"/>
                          </a:solidFill>
                          <a:sym typeface="Quattrocento Sans"/>
                        </a:rPr>
                        <a:t>1、0.5など</a:t>
                      </a:r>
                      <a:endParaRPr sz="1400">
                        <a:solidFill>
                          <a:srgbClr val="3F3F3F"/>
                        </a:solidFill>
                        <a:latin typeface="+mn-lt"/>
                        <a:ea typeface="+mn-ea"/>
                        <a:cs typeface="Quattrocento Sans"/>
                        <a:sym typeface="Quattrocento Sans"/>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ja-JP" sz="1400">
                          <a:solidFill>
                            <a:srgbClr val="3F3F3F"/>
                          </a:solidFill>
                          <a:sym typeface="Quattrocento Sans"/>
                        </a:rPr>
                        <a:t>大きいデータの例</a:t>
                      </a:r>
                      <a:endParaRPr sz="1400">
                        <a:latin typeface="+mn-lt"/>
                        <a:ea typeface="+mn-ea"/>
                        <a:cs typeface="Quattrocento Sans"/>
                        <a:sym typeface="Quattrocento Sans"/>
                      </a:endParaRPr>
                    </a:p>
                  </a:txBody>
                  <a:tcPr marL="91450" marR="91450" marT="45725" marB="45725"/>
                </a:tc>
                <a:tc>
                  <a:txBody>
                    <a:bodyPr/>
                    <a:lstStyle/>
                    <a:p>
                      <a:pPr marL="0" marR="0" lvl="0" indent="0" algn="l" rtl="0">
                        <a:spcBef>
                          <a:spcPts val="0"/>
                        </a:spcBef>
                        <a:spcAft>
                          <a:spcPts val="0"/>
                        </a:spcAft>
                        <a:buNone/>
                      </a:pPr>
                      <a:r>
                        <a:rPr lang="ja-JP" sz="1400" dirty="0">
                          <a:solidFill>
                            <a:srgbClr val="3F3F3F"/>
                          </a:solidFill>
                          <a:sym typeface="Quattrocento Sans"/>
                        </a:rPr>
                        <a:t>1,000,000,000,000、3.141592653589793238462643　など</a:t>
                      </a:r>
                      <a:endParaRPr sz="1400" dirty="0">
                        <a:latin typeface="+mn-lt"/>
                        <a:ea typeface="+mn-ea"/>
                        <a:cs typeface="Quattrocento Sans"/>
                        <a:sym typeface="Quattrocento Sans"/>
                      </a:endParaRPr>
                    </a:p>
                  </a:txBody>
                  <a:tcPr marL="91450" marR="91450" marT="45725" marB="45725"/>
                </a:tc>
                <a:extLst>
                  <a:ext uri="{0D108BD9-81ED-4DB2-BD59-A6C34878D82A}">
                    <a16:rowId xmlns:a16="http://schemas.microsoft.com/office/drawing/2014/main" val="10002"/>
                  </a:ext>
                </a:extLst>
              </a:tr>
            </a:tbl>
          </a:graphicData>
        </a:graphic>
      </p:graphicFrame>
      <p:pic>
        <p:nvPicPr>
          <p:cNvPr id="7" name="Google Shape;364;p41">
            <a:extLst>
              <a:ext uri="{FF2B5EF4-FFF2-40B4-BE49-F238E27FC236}">
                <a16:creationId xmlns:a16="http://schemas.microsoft.com/office/drawing/2014/main" id="{E45271C7-AA74-43AE-A4E8-DE6603F047A6}"/>
              </a:ext>
            </a:extLst>
          </p:cNvPr>
          <p:cNvPicPr preferRelativeResize="0"/>
          <p:nvPr/>
        </p:nvPicPr>
        <p:blipFill rotWithShape="1">
          <a:blip r:embed="rId2">
            <a:alphaModFix/>
          </a:blip>
          <a:srcRect/>
          <a:stretch/>
        </p:blipFill>
        <p:spPr>
          <a:xfrm>
            <a:off x="1306826" y="3511322"/>
            <a:ext cx="1695450" cy="1112551"/>
          </a:xfrm>
          <a:prstGeom prst="rect">
            <a:avLst/>
          </a:prstGeom>
          <a:noFill/>
          <a:ln>
            <a:noFill/>
          </a:ln>
        </p:spPr>
      </p:pic>
      <p:pic>
        <p:nvPicPr>
          <p:cNvPr id="8" name="Google Shape;365;p41">
            <a:extLst>
              <a:ext uri="{FF2B5EF4-FFF2-40B4-BE49-F238E27FC236}">
                <a16:creationId xmlns:a16="http://schemas.microsoft.com/office/drawing/2014/main" id="{640D49C3-8B55-4FF1-AE83-D00762148637}"/>
              </a:ext>
            </a:extLst>
          </p:cNvPr>
          <p:cNvPicPr preferRelativeResize="0"/>
          <p:nvPr/>
        </p:nvPicPr>
        <p:blipFill rotWithShape="1">
          <a:blip r:embed="rId3">
            <a:alphaModFix/>
          </a:blip>
          <a:srcRect/>
          <a:stretch/>
        </p:blipFill>
        <p:spPr>
          <a:xfrm>
            <a:off x="3140255" y="3093742"/>
            <a:ext cx="1992630" cy="1833353"/>
          </a:xfrm>
          <a:prstGeom prst="rect">
            <a:avLst/>
          </a:prstGeom>
          <a:noFill/>
          <a:ln>
            <a:noFill/>
          </a:ln>
        </p:spPr>
      </p:pic>
      <p:pic>
        <p:nvPicPr>
          <p:cNvPr id="9" name="Google Shape;366;p41">
            <a:extLst>
              <a:ext uri="{FF2B5EF4-FFF2-40B4-BE49-F238E27FC236}">
                <a16:creationId xmlns:a16="http://schemas.microsoft.com/office/drawing/2014/main" id="{F251F0C4-D23F-4222-A6DB-D2308DA9E82F}"/>
              </a:ext>
            </a:extLst>
          </p:cNvPr>
          <p:cNvPicPr preferRelativeResize="0"/>
          <p:nvPr/>
        </p:nvPicPr>
        <p:blipFill rotWithShape="1">
          <a:blip r:embed="rId4">
            <a:alphaModFix/>
          </a:blip>
          <a:srcRect/>
          <a:stretch/>
        </p:blipFill>
        <p:spPr>
          <a:xfrm>
            <a:off x="6727370" y="3376748"/>
            <a:ext cx="1166949" cy="1477707"/>
          </a:xfrm>
          <a:prstGeom prst="rect">
            <a:avLst/>
          </a:prstGeom>
          <a:noFill/>
          <a:ln>
            <a:noFill/>
          </a:ln>
        </p:spPr>
      </p:pic>
      <p:sp>
        <p:nvSpPr>
          <p:cNvPr id="10" name="テキスト プレースホルダー 4">
            <a:extLst>
              <a:ext uri="{FF2B5EF4-FFF2-40B4-BE49-F238E27FC236}">
                <a16:creationId xmlns:a16="http://schemas.microsoft.com/office/drawing/2014/main" id="{1018A3A8-5D9C-4B49-A032-09F9DFF214C0}"/>
              </a:ext>
            </a:extLst>
          </p:cNvPr>
          <p:cNvSpPr txBox="1">
            <a:spLocks/>
          </p:cNvSpPr>
          <p:nvPr/>
        </p:nvSpPr>
        <p:spPr>
          <a:xfrm>
            <a:off x="2518793" y="3227814"/>
            <a:ext cx="1189576" cy="31225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形の違う箱</a:t>
            </a:r>
          </a:p>
        </p:txBody>
      </p:sp>
      <p:sp>
        <p:nvSpPr>
          <p:cNvPr id="11" name="テキスト プレースホルダー 4">
            <a:extLst>
              <a:ext uri="{FF2B5EF4-FFF2-40B4-BE49-F238E27FC236}">
                <a16:creationId xmlns:a16="http://schemas.microsoft.com/office/drawing/2014/main" id="{7591C81C-02B5-43A7-8112-44307C1AF5C3}"/>
              </a:ext>
            </a:extLst>
          </p:cNvPr>
          <p:cNvSpPr txBox="1">
            <a:spLocks/>
          </p:cNvSpPr>
          <p:nvPr/>
        </p:nvSpPr>
        <p:spPr>
          <a:xfrm>
            <a:off x="6413863" y="3227814"/>
            <a:ext cx="1816590" cy="31225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大きさ形の違う箱</a:t>
            </a:r>
          </a:p>
        </p:txBody>
      </p:sp>
    </p:spTree>
    <p:extLst>
      <p:ext uri="{BB962C8B-B14F-4D97-AF65-F5344CB8AC3E}">
        <p14:creationId xmlns:p14="http://schemas.microsoft.com/office/powerpoint/2010/main" val="4071748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CE075F4-234D-475F-B3D3-5CE47E2A16D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1605FE5-64C9-4BF4-9F3F-7B719FB78C85}"/>
              </a:ext>
            </a:extLst>
          </p:cNvPr>
          <p:cNvSpPr>
            <a:spLocks noGrp="1"/>
          </p:cNvSpPr>
          <p:nvPr>
            <p:ph type="ctrTitle"/>
          </p:nvPr>
        </p:nvSpPr>
        <p:spPr/>
        <p:txBody>
          <a:bodyPr/>
          <a:lstStyle/>
          <a:p>
            <a:r>
              <a:rPr lang="ja-JP" altLang="ja-JP" dirty="0"/>
              <a:t>代表的なデータ型</a:t>
            </a:r>
            <a:endParaRPr kumimoji="1" lang="ja-JP" altLang="en-US" dirty="0"/>
          </a:p>
        </p:txBody>
      </p:sp>
      <p:sp>
        <p:nvSpPr>
          <p:cNvPr id="4" name="スライド番号プレースホルダー 3">
            <a:extLst>
              <a:ext uri="{FF2B5EF4-FFF2-40B4-BE49-F238E27FC236}">
                <a16:creationId xmlns:a16="http://schemas.microsoft.com/office/drawing/2014/main" id="{E1E40CC4-4343-41AA-AC42-502B8CAE3F0D}"/>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C116B22A-AD6D-47DA-A67D-CEC3EDD5618A}"/>
              </a:ext>
            </a:extLst>
          </p:cNvPr>
          <p:cNvSpPr>
            <a:spLocks noGrp="1"/>
          </p:cNvSpPr>
          <p:nvPr>
            <p:ph type="body" sz="quarter" idx="14"/>
          </p:nvPr>
        </p:nvSpPr>
        <p:spPr>
          <a:xfrm>
            <a:off x="462875" y="859491"/>
            <a:ext cx="8216900" cy="329229"/>
          </a:xfrm>
        </p:spPr>
        <p:txBody>
          <a:bodyPr/>
          <a:lstStyle/>
          <a:p>
            <a:pPr marL="96838" indent="0">
              <a:buNone/>
            </a:pPr>
            <a:r>
              <a:rPr kumimoji="1" lang="ja-JP" altLang="en-US" dirty="0"/>
              <a:t>データ型はたくさん種類がありますが、代表的な型を９つ覚えましょう。</a:t>
            </a:r>
          </a:p>
        </p:txBody>
      </p:sp>
      <p:graphicFrame>
        <p:nvGraphicFramePr>
          <p:cNvPr id="6" name="Google Shape;376;p42">
            <a:extLst>
              <a:ext uri="{FF2B5EF4-FFF2-40B4-BE49-F238E27FC236}">
                <a16:creationId xmlns:a16="http://schemas.microsoft.com/office/drawing/2014/main" id="{297DB172-46A9-4949-8D1D-B1671A9C80CD}"/>
              </a:ext>
            </a:extLst>
          </p:cNvPr>
          <p:cNvGraphicFramePr/>
          <p:nvPr>
            <p:extLst>
              <p:ext uri="{D42A27DB-BD31-4B8C-83A1-F6EECF244321}">
                <p14:modId xmlns:p14="http://schemas.microsoft.com/office/powerpoint/2010/main" val="142932958"/>
              </p:ext>
            </p:extLst>
          </p:nvPr>
        </p:nvGraphicFramePr>
        <p:xfrm>
          <a:off x="1067100" y="1171148"/>
          <a:ext cx="5832650" cy="2590900"/>
        </p:xfrm>
        <a:graphic>
          <a:graphicData uri="http://schemas.openxmlformats.org/drawingml/2006/table">
            <a:tbl>
              <a:tblPr firstRow="1" bandRow="1">
                <a:tableStyleId>{5940675A-B579-460E-94D1-54222C63F5DA}</a:tableStyleId>
              </a:tblPr>
              <a:tblGrid>
                <a:gridCol w="936100">
                  <a:extLst>
                    <a:ext uri="{9D8B030D-6E8A-4147-A177-3AD203B41FA5}">
                      <a16:colId xmlns:a16="http://schemas.microsoft.com/office/drawing/2014/main" val="20000"/>
                    </a:ext>
                  </a:extLst>
                </a:gridCol>
                <a:gridCol w="1368150">
                  <a:extLst>
                    <a:ext uri="{9D8B030D-6E8A-4147-A177-3AD203B41FA5}">
                      <a16:colId xmlns:a16="http://schemas.microsoft.com/office/drawing/2014/main" val="20001"/>
                    </a:ext>
                  </a:extLst>
                </a:gridCol>
                <a:gridCol w="2376275">
                  <a:extLst>
                    <a:ext uri="{9D8B030D-6E8A-4147-A177-3AD203B41FA5}">
                      <a16:colId xmlns:a16="http://schemas.microsoft.com/office/drawing/2014/main" val="20002"/>
                    </a:ext>
                  </a:extLst>
                </a:gridCol>
                <a:gridCol w="1152125">
                  <a:extLst>
                    <a:ext uri="{9D8B030D-6E8A-4147-A177-3AD203B41FA5}">
                      <a16:colId xmlns:a16="http://schemas.microsoft.com/office/drawing/2014/main" val="20003"/>
                    </a:ext>
                  </a:extLst>
                </a:gridCol>
              </a:tblGrid>
              <a:tr h="200639">
                <a:tc>
                  <a:txBody>
                    <a:bodyPr/>
                    <a:lstStyle/>
                    <a:p>
                      <a:pPr marL="0" marR="0" lvl="0" indent="0" algn="ctr" rtl="0">
                        <a:spcBef>
                          <a:spcPts val="0"/>
                        </a:spcBef>
                        <a:spcAft>
                          <a:spcPts val="0"/>
                        </a:spcAft>
                        <a:buNone/>
                      </a:pPr>
                      <a:r>
                        <a:rPr lang="ja-JP" sz="1100" dirty="0">
                          <a:sym typeface="Quattrocento Sans"/>
                        </a:rPr>
                        <a:t>分類</a:t>
                      </a:r>
                      <a:endParaRPr sz="1100" dirty="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ym typeface="Quattrocento Sans"/>
                        </a:rPr>
                        <a:t>データの形</a:t>
                      </a:r>
                      <a:endParaRPr sz="110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ym typeface="Quattrocento Sans"/>
                        </a:rPr>
                        <a:t>型名</a:t>
                      </a:r>
                      <a:endParaRPr sz="110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ym typeface="Quattrocento Sans"/>
                        </a:rPr>
                        <a:t>大きさ</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0"/>
                  </a:ext>
                </a:extLst>
              </a:tr>
              <a:tr h="200639">
                <a:tc rowSpan="8">
                  <a:txBody>
                    <a:bodyPr/>
                    <a:lstStyle/>
                    <a:p>
                      <a:pPr marL="0" marR="0" lvl="0" indent="0" algn="l" rtl="0">
                        <a:spcBef>
                          <a:spcPts val="0"/>
                        </a:spcBef>
                        <a:spcAft>
                          <a:spcPts val="0"/>
                        </a:spcAft>
                        <a:buNone/>
                      </a:pPr>
                      <a:r>
                        <a:rPr lang="ja-JP" sz="1100" dirty="0">
                          <a:solidFill>
                            <a:srgbClr val="3F3F3F"/>
                          </a:solidFill>
                          <a:sym typeface="Quattrocento Sans"/>
                        </a:rPr>
                        <a:t>基本型</a:t>
                      </a:r>
                      <a:endParaRPr sz="1100" dirty="0">
                        <a:latin typeface="+mn-lt"/>
                        <a:ea typeface="+mn-ea"/>
                        <a:cs typeface="Quattrocento Sans"/>
                        <a:sym typeface="Quattrocento Sans"/>
                      </a:endParaRPr>
                    </a:p>
                  </a:txBody>
                  <a:tcPr marL="91450" marR="91450" marT="45725" marB="45725">
                    <a:solidFill>
                      <a:schemeClr val="bg1"/>
                    </a:solidFill>
                  </a:tcPr>
                </a:tc>
                <a:tc rowSpan="4">
                  <a:txBody>
                    <a:bodyPr/>
                    <a:lstStyle/>
                    <a:p>
                      <a:pPr marL="0" marR="0" lvl="0" indent="0" algn="l" rtl="0">
                        <a:spcBef>
                          <a:spcPts val="0"/>
                        </a:spcBef>
                        <a:spcAft>
                          <a:spcPts val="0"/>
                        </a:spcAft>
                        <a:buNone/>
                      </a:pPr>
                      <a:r>
                        <a:rPr lang="ja-JP" sz="1100" dirty="0">
                          <a:solidFill>
                            <a:srgbClr val="3F3F3F"/>
                          </a:solidFill>
                          <a:sym typeface="Quattrocento Sans"/>
                        </a:rPr>
                        <a:t>整数</a:t>
                      </a:r>
                      <a:endParaRPr sz="1100" dirty="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l" rtl="0">
                        <a:spcBef>
                          <a:spcPts val="0"/>
                        </a:spcBef>
                        <a:spcAft>
                          <a:spcPts val="0"/>
                        </a:spcAft>
                        <a:buNone/>
                      </a:pPr>
                      <a:r>
                        <a:rPr lang="ja-JP" sz="1100">
                          <a:solidFill>
                            <a:srgbClr val="3F3F3F"/>
                          </a:solidFill>
                          <a:sym typeface="Quattrocento Sans"/>
                        </a:rPr>
                        <a:t>long(ロング)</a:t>
                      </a:r>
                      <a:endParaRPr sz="110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8バイト</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1"/>
                  </a:ext>
                </a:extLst>
              </a:tr>
              <a:tr h="200639">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100">
                          <a:solidFill>
                            <a:srgbClr val="3F3F3F"/>
                          </a:solidFill>
                          <a:sym typeface="Quattrocento Sans"/>
                        </a:rPr>
                        <a:t>int(イント)</a:t>
                      </a:r>
                      <a:endParaRPr sz="110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4バイト</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2"/>
                  </a:ext>
                </a:extLst>
              </a:tr>
              <a:tr h="200639">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100">
                          <a:solidFill>
                            <a:srgbClr val="3F3F3F"/>
                          </a:solidFill>
                          <a:sym typeface="Quattrocento Sans"/>
                        </a:rPr>
                        <a:t>short(ショート)</a:t>
                      </a:r>
                      <a:endParaRPr sz="110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2バイト</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3"/>
                  </a:ext>
                </a:extLst>
              </a:tr>
              <a:tr h="200639">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100">
                          <a:solidFill>
                            <a:srgbClr val="3F3F3F"/>
                          </a:solidFill>
                          <a:sym typeface="Quattrocento Sans"/>
                        </a:rPr>
                        <a:t>byte(バイト)</a:t>
                      </a:r>
                      <a:endParaRPr sz="110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1バイト</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4"/>
                  </a:ext>
                </a:extLst>
              </a:tr>
              <a:tr h="200639">
                <a:tc vMerge="1">
                  <a:txBody>
                    <a:bodyPr/>
                    <a:lstStyle/>
                    <a:p>
                      <a:endParaRPr lang="ja-JP"/>
                    </a:p>
                  </a:txBody>
                  <a:tcPr/>
                </a:tc>
                <a:tc rowSpan="2">
                  <a:txBody>
                    <a:bodyPr/>
                    <a:lstStyle/>
                    <a:p>
                      <a:pPr marL="0" marR="0" lvl="0" indent="0" algn="l" rtl="0">
                        <a:spcBef>
                          <a:spcPts val="0"/>
                        </a:spcBef>
                        <a:spcAft>
                          <a:spcPts val="0"/>
                        </a:spcAft>
                        <a:buNone/>
                      </a:pPr>
                      <a:r>
                        <a:rPr lang="ja-JP" sz="1100" dirty="0">
                          <a:solidFill>
                            <a:srgbClr val="3F3F3F"/>
                          </a:solidFill>
                          <a:sym typeface="Quattrocento Sans"/>
                        </a:rPr>
                        <a:t>小数</a:t>
                      </a:r>
                      <a:endParaRPr sz="1100" dirty="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l" rtl="0">
                        <a:spcBef>
                          <a:spcPts val="0"/>
                        </a:spcBef>
                        <a:spcAft>
                          <a:spcPts val="0"/>
                        </a:spcAft>
                        <a:buNone/>
                      </a:pPr>
                      <a:r>
                        <a:rPr lang="ja-JP" sz="1100">
                          <a:solidFill>
                            <a:srgbClr val="3F3F3F"/>
                          </a:solidFill>
                          <a:sym typeface="Quattrocento Sans"/>
                        </a:rPr>
                        <a:t>double(ダブル)</a:t>
                      </a:r>
                      <a:endParaRPr sz="110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8バイト</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5"/>
                  </a:ext>
                </a:extLst>
              </a:tr>
              <a:tr h="200639">
                <a:tc vMerge="1">
                  <a:txBody>
                    <a:bodyPr/>
                    <a:lstStyle/>
                    <a:p>
                      <a:endParaRPr lang="ja-JP"/>
                    </a:p>
                  </a:txBody>
                  <a:tcPr/>
                </a:tc>
                <a:tc vMerge="1">
                  <a:txBody>
                    <a:bodyPr/>
                    <a:lstStyle/>
                    <a:p>
                      <a:endParaRPr lang="ja-JP"/>
                    </a:p>
                  </a:txBody>
                  <a:tcPr/>
                </a:tc>
                <a:tc>
                  <a:txBody>
                    <a:bodyPr/>
                    <a:lstStyle/>
                    <a:p>
                      <a:pPr marL="0" marR="0" lvl="0" indent="0" algn="l" rtl="0">
                        <a:spcBef>
                          <a:spcPts val="0"/>
                        </a:spcBef>
                        <a:spcAft>
                          <a:spcPts val="0"/>
                        </a:spcAft>
                        <a:buNone/>
                      </a:pPr>
                      <a:r>
                        <a:rPr lang="ja-JP" sz="1100" dirty="0">
                          <a:solidFill>
                            <a:srgbClr val="3F3F3F"/>
                          </a:solidFill>
                          <a:sym typeface="Quattrocento Sans"/>
                        </a:rPr>
                        <a:t>float(フロート)</a:t>
                      </a:r>
                      <a:endParaRPr sz="1100" dirty="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4バイト</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6"/>
                  </a:ext>
                </a:extLst>
              </a:tr>
              <a:tr h="200639">
                <a:tc vMerge="1">
                  <a:txBody>
                    <a:bodyPr/>
                    <a:lstStyle/>
                    <a:p>
                      <a:endParaRPr lang="ja-JP"/>
                    </a:p>
                  </a:txBody>
                  <a:tcPr/>
                </a:tc>
                <a:tc>
                  <a:txBody>
                    <a:bodyPr/>
                    <a:lstStyle/>
                    <a:p>
                      <a:pPr marL="0" marR="0" lvl="0" indent="0" algn="l" rtl="0">
                        <a:spcBef>
                          <a:spcPts val="0"/>
                        </a:spcBef>
                        <a:spcAft>
                          <a:spcPts val="0"/>
                        </a:spcAft>
                        <a:buNone/>
                      </a:pPr>
                      <a:r>
                        <a:rPr lang="ja-JP" sz="1100">
                          <a:solidFill>
                            <a:srgbClr val="3F3F3F"/>
                          </a:solidFill>
                          <a:sym typeface="Quattrocento Sans"/>
                        </a:rPr>
                        <a:t>真偽値</a:t>
                      </a:r>
                      <a:endParaRPr sz="110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l" rtl="0">
                        <a:spcBef>
                          <a:spcPts val="0"/>
                        </a:spcBef>
                        <a:spcAft>
                          <a:spcPts val="0"/>
                        </a:spcAft>
                        <a:buNone/>
                      </a:pPr>
                      <a:r>
                        <a:rPr lang="ja-JP" sz="1100" dirty="0">
                          <a:solidFill>
                            <a:srgbClr val="3F3F3F"/>
                          </a:solidFill>
                          <a:sym typeface="Quattrocento Sans"/>
                        </a:rPr>
                        <a:t>boolean(ブーリアン)</a:t>
                      </a:r>
                      <a:endParaRPr sz="1100" dirty="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7"/>
                  </a:ext>
                </a:extLst>
              </a:tr>
              <a:tr h="200639">
                <a:tc vMerge="1">
                  <a:txBody>
                    <a:bodyPr/>
                    <a:lstStyle/>
                    <a:p>
                      <a:endParaRPr lang="ja-JP"/>
                    </a:p>
                  </a:txBody>
                  <a:tcPr/>
                </a:tc>
                <a:tc>
                  <a:txBody>
                    <a:bodyPr/>
                    <a:lstStyle/>
                    <a:p>
                      <a:pPr marL="0" marR="0" lvl="0" indent="0" algn="l" rtl="0">
                        <a:spcBef>
                          <a:spcPts val="0"/>
                        </a:spcBef>
                        <a:spcAft>
                          <a:spcPts val="0"/>
                        </a:spcAft>
                        <a:buNone/>
                      </a:pPr>
                      <a:r>
                        <a:rPr lang="ja-JP" sz="1100">
                          <a:solidFill>
                            <a:srgbClr val="3F3F3F"/>
                          </a:solidFill>
                          <a:sym typeface="Quattrocento Sans"/>
                        </a:rPr>
                        <a:t>文字</a:t>
                      </a:r>
                      <a:endParaRPr sz="110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l" rtl="0">
                        <a:spcBef>
                          <a:spcPts val="0"/>
                        </a:spcBef>
                        <a:spcAft>
                          <a:spcPts val="0"/>
                        </a:spcAft>
                        <a:buNone/>
                      </a:pPr>
                      <a:r>
                        <a:rPr lang="ja-JP" sz="1100" dirty="0">
                          <a:solidFill>
                            <a:srgbClr val="3F3F3F"/>
                          </a:solidFill>
                          <a:sym typeface="Quattrocento Sans"/>
                        </a:rPr>
                        <a:t>char(キャラ)</a:t>
                      </a:r>
                      <a:endParaRPr sz="1100" dirty="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a:solidFill>
                            <a:srgbClr val="3F3F3F"/>
                          </a:solidFill>
                          <a:sym typeface="Quattrocento Sans"/>
                        </a:rPr>
                        <a:t>2バイト</a:t>
                      </a:r>
                      <a:endParaRPr sz="110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8"/>
                  </a:ext>
                </a:extLst>
              </a:tr>
              <a:tr h="200639">
                <a:tc>
                  <a:txBody>
                    <a:bodyPr/>
                    <a:lstStyle/>
                    <a:p>
                      <a:pPr marL="0" marR="0" lvl="0" indent="0" algn="l" rtl="0">
                        <a:spcBef>
                          <a:spcPts val="0"/>
                        </a:spcBef>
                        <a:spcAft>
                          <a:spcPts val="0"/>
                        </a:spcAft>
                        <a:buNone/>
                      </a:pPr>
                      <a:r>
                        <a:rPr lang="ja-JP" sz="1100">
                          <a:solidFill>
                            <a:srgbClr val="3F3F3F"/>
                          </a:solidFill>
                          <a:sym typeface="Quattrocento Sans"/>
                        </a:rPr>
                        <a:t>参照型</a:t>
                      </a:r>
                      <a:endParaRPr sz="110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l" rtl="0">
                        <a:spcBef>
                          <a:spcPts val="0"/>
                        </a:spcBef>
                        <a:spcAft>
                          <a:spcPts val="0"/>
                        </a:spcAft>
                        <a:buNone/>
                      </a:pPr>
                      <a:r>
                        <a:rPr lang="ja-JP" sz="1100">
                          <a:solidFill>
                            <a:srgbClr val="3F3F3F"/>
                          </a:solidFill>
                          <a:sym typeface="Quattrocento Sans"/>
                        </a:rPr>
                        <a:t>文字列</a:t>
                      </a:r>
                      <a:endParaRPr sz="1100">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l" rtl="0">
                        <a:spcBef>
                          <a:spcPts val="0"/>
                        </a:spcBef>
                        <a:spcAft>
                          <a:spcPts val="0"/>
                        </a:spcAft>
                        <a:buNone/>
                      </a:pPr>
                      <a:r>
                        <a:rPr lang="ja-JP" sz="1100" dirty="0">
                          <a:solidFill>
                            <a:srgbClr val="3F3F3F"/>
                          </a:solidFill>
                          <a:sym typeface="Quattrocento Sans"/>
                        </a:rPr>
                        <a:t>String(ストリング)</a:t>
                      </a:r>
                      <a:endParaRPr sz="1100" dirty="0">
                        <a:solidFill>
                          <a:srgbClr val="3F3F3F"/>
                        </a:solidFill>
                        <a:latin typeface="+mn-lt"/>
                        <a:ea typeface="+mn-ea"/>
                        <a:cs typeface="Quattrocento Sans"/>
                        <a:sym typeface="Quattrocento Sans"/>
                      </a:endParaRPr>
                    </a:p>
                  </a:txBody>
                  <a:tcPr marL="91450" marR="91450" marT="45725" marB="45725">
                    <a:solidFill>
                      <a:schemeClr val="bg1"/>
                    </a:solidFill>
                  </a:tcPr>
                </a:tc>
                <a:tc>
                  <a:txBody>
                    <a:bodyPr/>
                    <a:lstStyle/>
                    <a:p>
                      <a:pPr marL="0" marR="0" lvl="0" indent="0" algn="ctr" rtl="0">
                        <a:spcBef>
                          <a:spcPts val="0"/>
                        </a:spcBef>
                        <a:spcAft>
                          <a:spcPts val="0"/>
                        </a:spcAft>
                        <a:buNone/>
                      </a:pPr>
                      <a:r>
                        <a:rPr lang="ja-JP" sz="1100" dirty="0">
                          <a:solidFill>
                            <a:srgbClr val="3F3F3F"/>
                          </a:solidFill>
                          <a:sym typeface="Quattrocento Sans"/>
                        </a:rPr>
                        <a:t>－</a:t>
                      </a:r>
                      <a:endParaRPr sz="1100" dirty="0">
                        <a:latin typeface="+mn-lt"/>
                        <a:ea typeface="+mn-ea"/>
                        <a:cs typeface="Quattrocento Sans"/>
                        <a:sym typeface="Quattrocento Sans"/>
                      </a:endParaRPr>
                    </a:p>
                  </a:txBody>
                  <a:tcPr marL="91450" marR="91450" marT="45725" marB="45725">
                    <a:solidFill>
                      <a:schemeClr val="bg1"/>
                    </a:solidFill>
                  </a:tcPr>
                </a:tc>
                <a:extLst>
                  <a:ext uri="{0D108BD9-81ED-4DB2-BD59-A6C34878D82A}">
                    <a16:rowId xmlns:a16="http://schemas.microsoft.com/office/drawing/2014/main" val="10009"/>
                  </a:ext>
                </a:extLst>
              </a:tr>
            </a:tbl>
          </a:graphicData>
        </a:graphic>
      </p:graphicFrame>
      <p:sp>
        <p:nvSpPr>
          <p:cNvPr id="7" name="テキスト プレースホルダー 4">
            <a:extLst>
              <a:ext uri="{FF2B5EF4-FFF2-40B4-BE49-F238E27FC236}">
                <a16:creationId xmlns:a16="http://schemas.microsoft.com/office/drawing/2014/main" id="{1BB70643-3072-4F68-9F32-5E53C7C57439}"/>
              </a:ext>
            </a:extLst>
          </p:cNvPr>
          <p:cNvSpPr txBox="1">
            <a:spLocks/>
          </p:cNvSpPr>
          <p:nvPr/>
        </p:nvSpPr>
        <p:spPr>
          <a:xfrm>
            <a:off x="462875" y="3909090"/>
            <a:ext cx="8216900" cy="87627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b="1" dirty="0">
                <a:solidFill>
                  <a:srgbClr val="C00000"/>
                </a:solidFill>
              </a:rPr>
              <a:t>真偽値</a:t>
            </a:r>
            <a:r>
              <a:rPr lang="ja-JP" altLang="en-US" dirty="0"/>
              <a:t>は</a:t>
            </a:r>
            <a:r>
              <a:rPr lang="en-US" altLang="ja-JP" b="1" dirty="0">
                <a:solidFill>
                  <a:srgbClr val="C00000"/>
                </a:solidFill>
              </a:rPr>
              <a:t>true(</a:t>
            </a:r>
            <a:r>
              <a:rPr lang="ja-JP" altLang="en-US" b="1" dirty="0">
                <a:solidFill>
                  <a:srgbClr val="C00000"/>
                </a:solidFill>
              </a:rPr>
              <a:t>トゥルー</a:t>
            </a:r>
            <a:r>
              <a:rPr lang="en-US" altLang="ja-JP" b="1" dirty="0">
                <a:solidFill>
                  <a:srgbClr val="C00000"/>
                </a:solidFill>
              </a:rPr>
              <a:t>)</a:t>
            </a:r>
            <a:r>
              <a:rPr lang="ja-JP" altLang="en-US" dirty="0"/>
              <a:t>か</a:t>
            </a:r>
            <a:r>
              <a:rPr lang="en-US" altLang="ja-JP" b="1" dirty="0">
                <a:solidFill>
                  <a:srgbClr val="C00000"/>
                </a:solidFill>
              </a:rPr>
              <a:t>false(</a:t>
            </a:r>
            <a:r>
              <a:rPr lang="ja-JP" altLang="en-US" b="1" dirty="0">
                <a:solidFill>
                  <a:srgbClr val="C00000"/>
                </a:solidFill>
              </a:rPr>
              <a:t>フォールス</a:t>
            </a:r>
            <a:r>
              <a:rPr lang="en-US" altLang="ja-JP" b="1" dirty="0">
                <a:solidFill>
                  <a:srgbClr val="C00000"/>
                </a:solidFill>
              </a:rPr>
              <a:t>)</a:t>
            </a:r>
            <a:r>
              <a:rPr lang="ja-JP" altLang="en-US" dirty="0"/>
              <a:t>のどちらかしか値がありません。</a:t>
            </a:r>
          </a:p>
          <a:p>
            <a:pPr marL="96838" indent="0">
              <a:buFont typeface="Arial" panose="020B0604020202020204" pitchFamily="34" charset="0"/>
              <a:buNone/>
            </a:pPr>
            <a:r>
              <a:rPr lang="en-US" altLang="ja-JP" b="1" dirty="0">
                <a:solidFill>
                  <a:srgbClr val="C00000"/>
                </a:solidFill>
              </a:rPr>
              <a:t>char</a:t>
            </a:r>
            <a:r>
              <a:rPr lang="ja-JP" altLang="en-US" dirty="0"/>
              <a:t>は</a:t>
            </a:r>
            <a:r>
              <a:rPr lang="ja-JP" altLang="en-US" b="1" dirty="0">
                <a:solidFill>
                  <a:srgbClr val="C00000"/>
                </a:solidFill>
              </a:rPr>
              <a:t>文字数が必ず１</a:t>
            </a:r>
            <a:r>
              <a:rPr lang="ja-JP" altLang="en-US" dirty="0"/>
              <a:t>です。一方、</a:t>
            </a:r>
            <a:r>
              <a:rPr lang="en-US" altLang="ja-JP" b="1" dirty="0">
                <a:solidFill>
                  <a:srgbClr val="C00000"/>
                </a:solidFill>
              </a:rPr>
              <a:t>String</a:t>
            </a:r>
            <a:r>
              <a:rPr lang="ja-JP" altLang="en-US" dirty="0"/>
              <a:t>は</a:t>
            </a:r>
            <a:r>
              <a:rPr lang="ja-JP" altLang="en-US" b="1" dirty="0">
                <a:solidFill>
                  <a:srgbClr val="C00000"/>
                </a:solidFill>
              </a:rPr>
              <a:t>文字数が０以上何文字でもＯＫ</a:t>
            </a:r>
            <a:r>
              <a:rPr lang="ja-JP" altLang="en-US" dirty="0"/>
              <a:t>です。</a:t>
            </a:r>
          </a:p>
          <a:p>
            <a:pPr marL="96838" indent="0">
              <a:buFont typeface="Arial" panose="020B0604020202020204" pitchFamily="34" charset="0"/>
              <a:buNone/>
            </a:pPr>
            <a:r>
              <a:rPr lang="ja-JP" altLang="en-US" dirty="0"/>
              <a:t>このように</a:t>
            </a:r>
            <a:r>
              <a:rPr lang="en-US" altLang="ja-JP" dirty="0"/>
              <a:t>Java</a:t>
            </a:r>
            <a:r>
              <a:rPr lang="ja-JP" altLang="en-US" dirty="0"/>
              <a:t>では文字と文字列を厳密に使い分けます。</a:t>
            </a:r>
            <a:endParaRPr lang="en-US" altLang="ja-JP" dirty="0"/>
          </a:p>
        </p:txBody>
      </p:sp>
    </p:spTree>
    <p:extLst>
      <p:ext uri="{BB962C8B-B14F-4D97-AF65-F5344CB8AC3E}">
        <p14:creationId xmlns:p14="http://schemas.microsoft.com/office/powerpoint/2010/main" val="1273787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950D49A-00AC-4DAB-9AAD-14570DB1AAE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74C6DF9-4F40-4E35-B127-AD76C03E164C}"/>
              </a:ext>
            </a:extLst>
          </p:cNvPr>
          <p:cNvSpPr>
            <a:spLocks noGrp="1"/>
          </p:cNvSpPr>
          <p:nvPr>
            <p:ph type="ctrTitle"/>
          </p:nvPr>
        </p:nvSpPr>
        <p:spPr/>
        <p:txBody>
          <a:bodyPr/>
          <a:lstStyle/>
          <a:p>
            <a:r>
              <a:rPr lang="ja-JP" altLang="ja-JP" dirty="0"/>
              <a:t>データ型</a:t>
            </a:r>
            <a:r>
              <a:rPr lang="ja-JP" altLang="en-US" dirty="0"/>
              <a:t>の使い分け</a:t>
            </a:r>
            <a:endParaRPr kumimoji="1" lang="ja-JP" altLang="en-US" dirty="0"/>
          </a:p>
        </p:txBody>
      </p:sp>
      <p:sp>
        <p:nvSpPr>
          <p:cNvPr id="4" name="スライド番号プレースホルダー 3">
            <a:extLst>
              <a:ext uri="{FF2B5EF4-FFF2-40B4-BE49-F238E27FC236}">
                <a16:creationId xmlns:a16="http://schemas.microsoft.com/office/drawing/2014/main" id="{A9C52D6C-730A-42A4-9089-C4AC6A78D104}"/>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3C1DD7FF-865D-416B-9120-CF864BAE9874}"/>
              </a:ext>
            </a:extLst>
          </p:cNvPr>
          <p:cNvSpPr>
            <a:spLocks noGrp="1"/>
          </p:cNvSpPr>
          <p:nvPr>
            <p:ph type="body" sz="quarter" idx="14"/>
          </p:nvPr>
        </p:nvSpPr>
        <p:spPr>
          <a:xfrm>
            <a:off x="462875" y="859491"/>
            <a:ext cx="8216900" cy="3929485"/>
          </a:xfrm>
        </p:spPr>
        <p:txBody>
          <a:bodyPr/>
          <a:lstStyle/>
          <a:p>
            <a:pPr marL="96838" indent="0">
              <a:buNone/>
            </a:pPr>
            <a:r>
              <a:rPr kumimoji="1" lang="ja-JP" altLang="en-US" dirty="0"/>
              <a:t>整数型は</a:t>
            </a:r>
            <a:r>
              <a:rPr kumimoji="1" lang="en-US" altLang="ja-JP" dirty="0"/>
              <a:t>4</a:t>
            </a:r>
            <a:r>
              <a:rPr kumimoji="1" lang="ja-JP" altLang="en-US" dirty="0"/>
              <a:t>種類もありますが、具体的にはどの型を使えばいいのでしょうか。</a:t>
            </a:r>
          </a:p>
          <a:p>
            <a:pPr marL="96838" indent="0">
              <a:buNone/>
            </a:pPr>
            <a:r>
              <a:rPr lang="ja-JP" altLang="en-US" dirty="0"/>
              <a:t>整数は</a:t>
            </a:r>
            <a:r>
              <a:rPr lang="ja-JP" altLang="en-US" b="1" dirty="0">
                <a:solidFill>
                  <a:srgbClr val="C00000"/>
                </a:solidFill>
              </a:rPr>
              <a:t>基本的には</a:t>
            </a:r>
            <a:r>
              <a:rPr lang="en-US" altLang="ja-JP" b="1" dirty="0">
                <a:solidFill>
                  <a:srgbClr val="C00000"/>
                </a:solidFill>
              </a:rPr>
              <a:t>int</a:t>
            </a:r>
            <a:r>
              <a:rPr lang="ja-JP" altLang="en-US" b="1" dirty="0">
                <a:solidFill>
                  <a:srgbClr val="C00000"/>
                </a:solidFill>
              </a:rPr>
              <a:t>型</a:t>
            </a:r>
            <a:r>
              <a:rPr lang="ja-JP" altLang="en-US" dirty="0"/>
              <a:t>を使う、と覚えておきましょう。</a:t>
            </a:r>
            <a:endParaRPr lang="en-US" altLang="ja-JP" dirty="0"/>
          </a:p>
          <a:p>
            <a:pPr marL="96838" indent="0">
              <a:buNone/>
            </a:pPr>
            <a:r>
              <a:rPr lang="en-US" altLang="ja-JP" dirty="0"/>
              <a:t>int</a:t>
            </a:r>
            <a:r>
              <a:rPr lang="ja-JP" altLang="en-US" dirty="0"/>
              <a:t>型は約</a:t>
            </a:r>
            <a:r>
              <a:rPr lang="en-US" altLang="ja-JP" dirty="0"/>
              <a:t>21</a:t>
            </a:r>
            <a:r>
              <a:rPr lang="ja-JP" altLang="en-US" dirty="0"/>
              <a:t>億までの整数しか入れられません。それより大きな数を入れる可能性がある場合は</a:t>
            </a:r>
            <a:br>
              <a:rPr lang="en-US" altLang="ja-JP" dirty="0"/>
            </a:br>
            <a:r>
              <a:rPr lang="en-US" altLang="ja-JP" b="1" dirty="0">
                <a:solidFill>
                  <a:srgbClr val="C00000"/>
                </a:solidFill>
              </a:rPr>
              <a:t>long</a:t>
            </a:r>
            <a:r>
              <a:rPr lang="ja-JP" altLang="en-US" b="1" dirty="0">
                <a:solidFill>
                  <a:srgbClr val="C00000"/>
                </a:solidFill>
              </a:rPr>
              <a:t>型</a:t>
            </a:r>
            <a:r>
              <a:rPr lang="ja-JP" altLang="en-US" dirty="0"/>
              <a:t>を使いましょう。</a:t>
            </a:r>
          </a:p>
          <a:p>
            <a:pPr marL="96838" indent="0">
              <a:buNone/>
            </a:pPr>
            <a:endParaRPr lang="ja-JP" altLang="en-US" dirty="0"/>
          </a:p>
          <a:p>
            <a:pPr marL="96838" indent="0">
              <a:buNone/>
            </a:pPr>
            <a:r>
              <a:rPr lang="ja-JP" altLang="en-US" dirty="0"/>
              <a:t>小数型は</a:t>
            </a:r>
            <a:r>
              <a:rPr lang="en-US" altLang="ja-JP" dirty="0"/>
              <a:t>2</a:t>
            </a:r>
            <a:r>
              <a:rPr lang="ja-JP" altLang="en-US" dirty="0"/>
              <a:t>種類のうち、</a:t>
            </a:r>
            <a:r>
              <a:rPr lang="ja-JP" altLang="en-US" b="1" dirty="0">
                <a:solidFill>
                  <a:srgbClr val="C00000"/>
                </a:solidFill>
              </a:rPr>
              <a:t>基本的には</a:t>
            </a:r>
            <a:r>
              <a:rPr lang="en-US" altLang="ja-JP" b="1" dirty="0">
                <a:solidFill>
                  <a:srgbClr val="C00000"/>
                </a:solidFill>
              </a:rPr>
              <a:t>double</a:t>
            </a:r>
            <a:r>
              <a:rPr lang="ja-JP" altLang="en-US" b="1" dirty="0">
                <a:solidFill>
                  <a:srgbClr val="C00000"/>
                </a:solidFill>
              </a:rPr>
              <a:t>型</a:t>
            </a:r>
            <a:r>
              <a:rPr lang="ja-JP" altLang="en-US" dirty="0"/>
              <a:t>を使います。</a:t>
            </a:r>
          </a:p>
          <a:p>
            <a:pPr marL="96838" indent="0">
              <a:buNone/>
            </a:pPr>
            <a:endParaRPr lang="ja-JP" altLang="en-US" dirty="0"/>
          </a:p>
          <a:p>
            <a:pPr marL="96838" indent="0">
              <a:buNone/>
            </a:pPr>
            <a:r>
              <a:rPr lang="en-US" altLang="ja-JP" dirty="0"/>
              <a:t>byte</a:t>
            </a:r>
            <a:r>
              <a:rPr lang="ja-JP" altLang="en-US" dirty="0"/>
              <a:t>型、</a:t>
            </a:r>
            <a:r>
              <a:rPr lang="en-US" altLang="ja-JP" dirty="0"/>
              <a:t>short</a:t>
            </a:r>
            <a:r>
              <a:rPr lang="ja-JP" altLang="en-US" dirty="0"/>
              <a:t>型、</a:t>
            </a:r>
            <a:r>
              <a:rPr lang="en-US" altLang="ja-JP" dirty="0"/>
              <a:t>float</a:t>
            </a:r>
            <a:r>
              <a:rPr lang="ja-JP" altLang="en-US" dirty="0"/>
              <a:t>型は特別な理由がある場合以外は使いません。</a:t>
            </a:r>
          </a:p>
          <a:p>
            <a:pPr marL="96838" indent="0">
              <a:buNone/>
            </a:pPr>
            <a:endParaRPr lang="ja-JP" altLang="en-US" dirty="0"/>
          </a:p>
          <a:p>
            <a:pPr marL="96838" indent="0">
              <a:buNone/>
            </a:pPr>
            <a:r>
              <a:rPr lang="ja-JP" altLang="en-US" dirty="0"/>
              <a:t>複数の文字がある場合は</a:t>
            </a:r>
            <a:r>
              <a:rPr lang="en-US" altLang="ja-JP" dirty="0"/>
              <a:t>String</a:t>
            </a:r>
            <a:r>
              <a:rPr lang="ja-JP" altLang="en-US" dirty="0"/>
              <a:t>型でないといけませんが、</a:t>
            </a:r>
            <a:r>
              <a:rPr lang="en-US" altLang="ja-JP" dirty="0"/>
              <a:t>1</a:t>
            </a:r>
            <a:r>
              <a:rPr lang="ja-JP" altLang="en-US" dirty="0"/>
              <a:t>文字の場合は</a:t>
            </a:r>
            <a:r>
              <a:rPr lang="en-US" altLang="ja-JP" dirty="0"/>
              <a:t>String</a:t>
            </a:r>
            <a:r>
              <a:rPr lang="ja-JP" altLang="en-US" dirty="0"/>
              <a:t>型も</a:t>
            </a:r>
            <a:r>
              <a:rPr lang="en-US" altLang="ja-JP" dirty="0"/>
              <a:t>char</a:t>
            </a:r>
            <a:r>
              <a:rPr lang="ja-JP" altLang="en-US" dirty="0"/>
              <a:t>型も使うことができます。今は</a:t>
            </a:r>
            <a:r>
              <a:rPr lang="en-US" altLang="ja-JP" dirty="0"/>
              <a:t>1</a:t>
            </a:r>
            <a:r>
              <a:rPr lang="ja-JP" altLang="en-US" dirty="0"/>
              <a:t>文字でも</a:t>
            </a:r>
            <a:r>
              <a:rPr lang="en-US" altLang="ja-JP" b="1" dirty="0">
                <a:solidFill>
                  <a:srgbClr val="C00000"/>
                </a:solidFill>
              </a:rPr>
              <a:t>String</a:t>
            </a:r>
            <a:r>
              <a:rPr lang="ja-JP" altLang="en-US" b="1" dirty="0">
                <a:solidFill>
                  <a:srgbClr val="C00000"/>
                </a:solidFill>
              </a:rPr>
              <a:t>型</a:t>
            </a:r>
            <a:r>
              <a:rPr lang="ja-JP" altLang="en-US" dirty="0"/>
              <a:t>を使うと覚えておいた方がいいです。</a:t>
            </a:r>
            <a:r>
              <a:rPr lang="en-US" altLang="ja-JP" dirty="0"/>
              <a:t>Java</a:t>
            </a:r>
            <a:r>
              <a:rPr lang="ja-JP" altLang="en-US" dirty="0"/>
              <a:t>の学習が進んでいくとどのような場面で</a:t>
            </a:r>
            <a:r>
              <a:rPr lang="en-US" altLang="ja-JP" b="1" dirty="0">
                <a:solidFill>
                  <a:srgbClr val="C00000"/>
                </a:solidFill>
              </a:rPr>
              <a:t>char</a:t>
            </a:r>
            <a:r>
              <a:rPr lang="ja-JP" altLang="en-US" b="1" dirty="0">
                <a:solidFill>
                  <a:srgbClr val="C00000"/>
                </a:solidFill>
              </a:rPr>
              <a:t>型</a:t>
            </a:r>
            <a:r>
              <a:rPr lang="ja-JP" altLang="en-US" dirty="0"/>
              <a:t>を使えばいいかはわかってきます。</a:t>
            </a:r>
            <a:endParaRPr lang="en-US" altLang="ja-JP" dirty="0"/>
          </a:p>
        </p:txBody>
      </p:sp>
    </p:spTree>
    <p:extLst>
      <p:ext uri="{BB962C8B-B14F-4D97-AF65-F5344CB8AC3E}">
        <p14:creationId xmlns:p14="http://schemas.microsoft.com/office/powerpoint/2010/main" val="3297334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8E82A63-87CB-45F0-9849-0817778D659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A506605-B0B9-4B0D-8607-6103FC129341}"/>
              </a:ext>
            </a:extLst>
          </p:cNvPr>
          <p:cNvSpPr>
            <a:spLocks noGrp="1"/>
          </p:cNvSpPr>
          <p:nvPr>
            <p:ph type="ctrTitle"/>
          </p:nvPr>
        </p:nvSpPr>
        <p:spPr/>
        <p:txBody>
          <a:bodyPr/>
          <a:lstStyle/>
          <a:p>
            <a:r>
              <a:rPr kumimoji="1" lang="ja-JP" altLang="en-US" dirty="0"/>
              <a:t>変数の初期化と再代入</a:t>
            </a:r>
          </a:p>
        </p:txBody>
      </p:sp>
      <p:sp>
        <p:nvSpPr>
          <p:cNvPr id="4" name="スライド番号プレースホルダー 3">
            <a:extLst>
              <a:ext uri="{FF2B5EF4-FFF2-40B4-BE49-F238E27FC236}">
                <a16:creationId xmlns:a16="http://schemas.microsoft.com/office/drawing/2014/main" id="{476615BB-A801-46AC-8EB9-E20F973C7FBD}"/>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B70CD2A3-08F1-4371-A97B-69D3EEECE0B6}"/>
              </a:ext>
            </a:extLst>
          </p:cNvPr>
          <p:cNvSpPr>
            <a:spLocks noGrp="1"/>
          </p:cNvSpPr>
          <p:nvPr>
            <p:ph type="body" sz="quarter" idx="14"/>
          </p:nvPr>
        </p:nvSpPr>
        <p:spPr/>
        <p:txBody>
          <a:bodyPr/>
          <a:lstStyle/>
          <a:p>
            <a:pPr marL="96838" indent="0">
              <a:buNone/>
            </a:pPr>
            <a:r>
              <a:rPr kumimoji="1" lang="ja-JP" altLang="en-US" dirty="0"/>
              <a:t>変数の使い方は宣言、代入、参照の３つでした。</a:t>
            </a:r>
          </a:p>
          <a:p>
            <a:pPr marL="96838" indent="0">
              <a:buNone/>
            </a:pPr>
            <a:r>
              <a:rPr kumimoji="1" lang="ja-JP" altLang="en-US" dirty="0"/>
              <a:t>しかし、それ以外に以下のような使い方ができます。</a:t>
            </a:r>
          </a:p>
          <a:p>
            <a:pPr marL="795338" lvl="1" indent="-342900">
              <a:buFont typeface="+mj-lt"/>
              <a:buAutoNum type="arabicPeriod"/>
            </a:pPr>
            <a:endParaRPr kumimoji="1" lang="en-US" altLang="ja-JP" dirty="0"/>
          </a:p>
          <a:p>
            <a:pPr marL="795338" lvl="1" indent="-342900">
              <a:buFont typeface="+mj-lt"/>
              <a:buAutoNum type="arabicPeriod"/>
            </a:pPr>
            <a:r>
              <a:rPr kumimoji="1" lang="ja-JP" altLang="en-US" b="1" dirty="0">
                <a:solidFill>
                  <a:schemeClr val="accent1"/>
                </a:solidFill>
              </a:rPr>
              <a:t>初期化（宣言と代入を１行にまとめたもの）</a:t>
            </a:r>
          </a:p>
          <a:p>
            <a:pPr marL="817563" lvl="2" indent="0">
              <a:buNone/>
            </a:pPr>
            <a:r>
              <a:rPr kumimoji="1" lang="en-US" altLang="ja-JP" dirty="0"/>
              <a:t>int age;</a:t>
            </a:r>
            <a:br>
              <a:rPr kumimoji="1" lang="en-US" altLang="ja-JP" dirty="0"/>
            </a:br>
            <a:r>
              <a:rPr kumimoji="1" lang="en-US" altLang="ja-JP" dirty="0"/>
              <a:t>age = 22;</a:t>
            </a:r>
          </a:p>
          <a:p>
            <a:pPr marL="795338" lvl="1" indent="-342900">
              <a:buFont typeface="+mj-lt"/>
              <a:buAutoNum type="arabicPeriod"/>
            </a:pPr>
            <a:endParaRPr kumimoji="1" lang="en-US" altLang="ja-JP" b="1" dirty="0">
              <a:solidFill>
                <a:schemeClr val="accent1"/>
              </a:solidFill>
            </a:endParaRPr>
          </a:p>
          <a:p>
            <a:pPr marL="795338" lvl="1" indent="-342900">
              <a:buFont typeface="+mj-lt"/>
              <a:buAutoNum type="arabicPeriod"/>
            </a:pPr>
            <a:r>
              <a:rPr kumimoji="1" lang="ja-JP" altLang="en-US" b="1" dirty="0">
                <a:solidFill>
                  <a:schemeClr val="accent1"/>
                </a:solidFill>
              </a:rPr>
              <a:t>再代入（既にデータが入っている変数にさらに代入すること）</a:t>
            </a:r>
          </a:p>
          <a:p>
            <a:pPr marL="817563" lvl="2" indent="0">
              <a:buNone/>
            </a:pPr>
            <a:r>
              <a:rPr kumimoji="1" lang="en-US" altLang="ja-JP" dirty="0"/>
              <a:t>int num;</a:t>
            </a:r>
            <a:br>
              <a:rPr kumimoji="1" lang="en-US" altLang="ja-JP" dirty="0"/>
            </a:br>
            <a:r>
              <a:rPr kumimoji="1" lang="en-US" altLang="ja-JP" dirty="0"/>
              <a:t>num = 10;</a:t>
            </a:r>
            <a:br>
              <a:rPr kumimoji="1" lang="en-US" altLang="ja-JP" dirty="0"/>
            </a:br>
            <a:r>
              <a:rPr kumimoji="1" lang="en-US" altLang="ja-JP" dirty="0"/>
              <a:t> </a:t>
            </a:r>
            <a:r>
              <a:rPr kumimoji="1" lang="ja-JP" altLang="en-US" dirty="0"/>
              <a:t>　：</a:t>
            </a:r>
            <a:br>
              <a:rPr kumimoji="1" lang="ja-JP" altLang="en-US" dirty="0"/>
            </a:br>
            <a:r>
              <a:rPr kumimoji="1" lang="en-US" altLang="ja-JP" b="1" dirty="0">
                <a:solidFill>
                  <a:srgbClr val="C00000"/>
                </a:solidFill>
              </a:rPr>
              <a:t>num = 20;</a:t>
            </a:r>
          </a:p>
          <a:p>
            <a:pPr marL="96838" indent="0">
              <a:buNone/>
            </a:pPr>
            <a:endParaRPr kumimoji="1" lang="en-US" altLang="ja-JP" dirty="0"/>
          </a:p>
          <a:p>
            <a:pPr marL="96838" indent="0">
              <a:buNone/>
            </a:pPr>
            <a:r>
              <a:rPr kumimoji="1" lang="ja-JP" altLang="en-US" dirty="0"/>
              <a:t>再代入すると、</a:t>
            </a:r>
            <a:r>
              <a:rPr kumimoji="1" lang="ja-JP" altLang="en-US" b="1" dirty="0">
                <a:solidFill>
                  <a:srgbClr val="C00000"/>
                </a:solidFill>
              </a:rPr>
              <a:t>もともと入っていたデータは消えてしまう</a:t>
            </a:r>
            <a:r>
              <a:rPr kumimoji="1" lang="ja-JP" altLang="en-US" dirty="0"/>
              <a:t>ことに注意しましょう。</a:t>
            </a:r>
          </a:p>
          <a:p>
            <a:pPr marL="96838" indent="0">
              <a:buNone/>
            </a:pPr>
            <a:endParaRPr kumimoji="1" lang="ja-JP" altLang="en-US" dirty="0"/>
          </a:p>
        </p:txBody>
      </p:sp>
      <p:sp>
        <p:nvSpPr>
          <p:cNvPr id="6" name="Google Shape;385;p43">
            <a:extLst>
              <a:ext uri="{FF2B5EF4-FFF2-40B4-BE49-F238E27FC236}">
                <a16:creationId xmlns:a16="http://schemas.microsoft.com/office/drawing/2014/main" id="{E4998E1D-F552-42EC-8877-9BDAE4238C38}"/>
              </a:ext>
            </a:extLst>
          </p:cNvPr>
          <p:cNvSpPr/>
          <p:nvPr/>
        </p:nvSpPr>
        <p:spPr>
          <a:xfrm>
            <a:off x="2278380" y="1923678"/>
            <a:ext cx="388444" cy="532933"/>
          </a:xfrm>
          <a:prstGeom prst="rightBrace">
            <a:avLst>
              <a:gd name="adj1" fmla="val 8333"/>
              <a:gd name="adj2" fmla="val 50000"/>
            </a:avLst>
          </a:prstGeom>
          <a:noFill/>
          <a:ln w="12700" cap="flat" cmpd="sng">
            <a:solidFill>
              <a:srgbClr val="77777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7" name="Google Shape;386;p43">
            <a:extLst>
              <a:ext uri="{FF2B5EF4-FFF2-40B4-BE49-F238E27FC236}">
                <a16:creationId xmlns:a16="http://schemas.microsoft.com/office/drawing/2014/main" id="{7E5A696E-578D-4B92-8E2F-29C2483A1788}"/>
              </a:ext>
            </a:extLst>
          </p:cNvPr>
          <p:cNvSpPr txBox="1"/>
          <p:nvPr/>
        </p:nvSpPr>
        <p:spPr>
          <a:xfrm>
            <a:off x="2666824" y="2005478"/>
            <a:ext cx="201622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ja-JP" sz="1400" b="1" dirty="0">
                <a:solidFill>
                  <a:srgbClr val="C00000"/>
                </a:solidFill>
                <a:ea typeface="Meiryo"/>
                <a:cs typeface="Meiryo"/>
                <a:sym typeface="Meiryo"/>
              </a:rPr>
              <a:t>int age = 22;</a:t>
            </a:r>
            <a:endParaRPr sz="1400" b="1" dirty="0">
              <a:solidFill>
                <a:srgbClr val="C00000"/>
              </a:solidFill>
              <a:ea typeface="Meiryo"/>
              <a:cs typeface="Meiryo"/>
              <a:sym typeface="Meiryo"/>
            </a:endParaRPr>
          </a:p>
        </p:txBody>
      </p:sp>
    </p:spTree>
    <p:extLst>
      <p:ext uri="{BB962C8B-B14F-4D97-AF65-F5344CB8AC3E}">
        <p14:creationId xmlns:p14="http://schemas.microsoft.com/office/powerpoint/2010/main" val="2854077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コメント</a:t>
            </a:r>
            <a:endParaRPr lang="ja-JP" altLang="en-US" dirty="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ja-JP" altLang="en-US" sz="1200" b="1" dirty="0"/>
              <a:t>プログラムを読みやすくする工夫としてコメントがある</a:t>
            </a:r>
            <a:endParaRPr kumimoji="1" lang="en-US" altLang="ja-JP" sz="1200" dirty="0"/>
          </a:p>
          <a:p>
            <a:pPr marL="387350" indent="-285750">
              <a:buFont typeface="Arial" panose="020B0604020202020204" pitchFamily="34" charset="0"/>
              <a:buChar char="•"/>
            </a:pPr>
            <a:r>
              <a:rPr lang="ja-JP" altLang="en-US" sz="1200" dirty="0"/>
              <a:t>コメントは</a:t>
            </a:r>
            <a:r>
              <a:rPr lang="en-US" altLang="ja-JP" sz="1200" dirty="0"/>
              <a:t>2</a:t>
            </a:r>
            <a:r>
              <a:rPr lang="ja-JP" altLang="en-US" sz="1200" dirty="0"/>
              <a:t>種類の書き方がある</a:t>
            </a:r>
            <a:endParaRPr lang="en-US" altLang="ja-JP" sz="1200" dirty="0"/>
          </a:p>
          <a:p>
            <a:pPr marL="387350" indent="-285750">
              <a:buFont typeface="Arial" panose="020B0604020202020204" pitchFamily="34" charset="0"/>
              <a:buChar char="•"/>
            </a:pPr>
            <a:r>
              <a:rPr lang="ja-JP" altLang="en-US" sz="1200" b="1" dirty="0"/>
              <a:t>コメントがなくてもプログラムは問題なく動作するが必ずこまめにコメントを入れる</a:t>
            </a: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0" name="フッター プレースホルダー 3">
            <a:extLst>
              <a:ext uri="{FF2B5EF4-FFF2-40B4-BE49-F238E27FC236}">
                <a16:creationId xmlns:a16="http://schemas.microsoft.com/office/drawing/2014/main" id="{94CB60EB-1DD5-495F-BDEA-EBBEC93B3306}"/>
              </a:ext>
            </a:extLst>
          </p:cNvPr>
          <p:cNvSpPr>
            <a:spLocks noGrp="1"/>
          </p:cNvSpPr>
          <p:nvPr>
            <p:ph type="ftr" sz="quarter" idx="11"/>
          </p:nvPr>
        </p:nvSpPr>
        <p:spPr>
          <a:xfrm>
            <a:off x="3028950" y="4866125"/>
            <a:ext cx="3086100" cy="254493"/>
          </a:xfrm>
        </p:spPr>
        <p:txBody>
          <a:bodyPr/>
          <a:lstStyle/>
          <a:p>
            <a:r>
              <a:rPr kumimoji="1" lang="en-US" altLang="ja-JP"/>
              <a:t>copyright ©ITCollege All Rights Reserved</a:t>
            </a:r>
            <a:endParaRPr kumimoji="1" lang="ja-JP" altLang="en-US" sz="1000"/>
          </a:p>
        </p:txBody>
      </p:sp>
      <p:sp>
        <p:nvSpPr>
          <p:cNvPr id="15" name="スライド番号プレースホルダー 2">
            <a:extLst>
              <a:ext uri="{FF2B5EF4-FFF2-40B4-BE49-F238E27FC236}">
                <a16:creationId xmlns:a16="http://schemas.microsoft.com/office/drawing/2014/main" id="{40F92442-43D3-49B9-B9F8-78175D8264DC}"/>
              </a:ext>
            </a:extLst>
          </p:cNvPr>
          <p:cNvSpPr>
            <a:spLocks noGrp="1"/>
          </p:cNvSpPr>
          <p:nvPr>
            <p:ph type="sldNum" sz="quarter" idx="4"/>
          </p:nvPr>
        </p:nvSpPr>
        <p:spPr>
          <a:xfrm>
            <a:off x="218226" y="4862076"/>
            <a:ext cx="630348" cy="254494"/>
          </a:xfrm>
        </p:spPr>
        <p:txBody>
          <a:bodyPr/>
          <a:lstStyle/>
          <a:p>
            <a:fld id="{6EC4605C-D4BC-457C-A820-CB9DC8935472}" type="slidenum">
              <a:rPr kumimoji="1" lang="ja-JP" altLang="en-US" smtClean="0"/>
              <a:pPr/>
              <a:t>13</a:t>
            </a:fld>
            <a:endParaRPr kumimoji="1" lang="ja-JP" altLang="en-US" sz="1200"/>
          </a:p>
        </p:txBody>
      </p:sp>
      <p:sp>
        <p:nvSpPr>
          <p:cNvPr id="16" name="テキスト プレースホルダー 4">
            <a:extLst>
              <a:ext uri="{FF2B5EF4-FFF2-40B4-BE49-F238E27FC236}">
                <a16:creationId xmlns:a16="http://schemas.microsoft.com/office/drawing/2014/main" id="{5F665B7A-B879-4DB2-B8E4-44D6D5E1EE61}"/>
              </a:ext>
            </a:extLst>
          </p:cNvPr>
          <p:cNvSpPr>
            <a:spLocks noGrp="1"/>
          </p:cNvSpPr>
          <p:nvPr>
            <p:ph type="body" sz="quarter" idx="14"/>
          </p:nvPr>
        </p:nvSpPr>
        <p:spPr>
          <a:xfrm>
            <a:off x="462875" y="2197660"/>
            <a:ext cx="8216900" cy="2664416"/>
          </a:xfrm>
        </p:spPr>
        <p:txBody>
          <a:bodyPr/>
          <a:lstStyle/>
          <a:p>
            <a:pPr marL="96838" indent="0">
              <a:buNone/>
            </a:pPr>
            <a:r>
              <a:rPr lang="ja-JP" altLang="en-US" dirty="0"/>
              <a:t>ソースコードは</a:t>
            </a:r>
            <a:r>
              <a:rPr lang="ja-JP" altLang="en-US" b="1" dirty="0">
                <a:solidFill>
                  <a:srgbClr val="C00000"/>
                </a:solidFill>
              </a:rPr>
              <a:t>文字や記号ばかりでは分かりづらい</a:t>
            </a:r>
            <a:r>
              <a:rPr lang="ja-JP" altLang="en-US" dirty="0"/>
              <a:t>のでコメントを入れましょう。</a:t>
            </a:r>
          </a:p>
          <a:p>
            <a:pPr marL="96838" indent="0">
              <a:buNone/>
            </a:pPr>
            <a:r>
              <a:rPr kumimoji="1" lang="ja-JP" altLang="en-US" dirty="0"/>
              <a:t>コメントにはいくつかの種類があります。</a:t>
            </a:r>
          </a:p>
          <a:p>
            <a:pPr marL="795338" lvl="1" indent="-342900">
              <a:buFont typeface="+mj-lt"/>
              <a:buAutoNum type="arabicPeriod"/>
            </a:pPr>
            <a:endParaRPr kumimoji="1" lang="en-US" altLang="ja-JP" dirty="0"/>
          </a:p>
          <a:p>
            <a:pPr marL="795338" lvl="1" indent="-342900">
              <a:buFont typeface="+mj-lt"/>
              <a:buAutoNum type="arabicPeriod"/>
            </a:pPr>
            <a:r>
              <a:rPr kumimoji="1" lang="ja-JP" altLang="en-US" b="1" dirty="0">
                <a:solidFill>
                  <a:srgbClr val="C00000"/>
                </a:solidFill>
              </a:rPr>
              <a:t>複数行コメント</a:t>
            </a:r>
            <a:endParaRPr kumimoji="1" lang="en-US" altLang="ja-JP" b="1" dirty="0">
              <a:solidFill>
                <a:srgbClr val="C00000"/>
              </a:solidFill>
            </a:endParaRPr>
          </a:p>
          <a:p>
            <a:pPr marL="817563" lvl="2" indent="0">
              <a:buNone/>
            </a:pPr>
            <a:r>
              <a:rPr kumimoji="1" lang="en-US" altLang="ja-JP" b="1" dirty="0">
                <a:solidFill>
                  <a:schemeClr val="accent6"/>
                </a:solidFill>
              </a:rPr>
              <a:t>/*</a:t>
            </a:r>
            <a:r>
              <a:rPr kumimoji="1" lang="ja-JP" altLang="en-US" b="1" dirty="0">
                <a:solidFill>
                  <a:schemeClr val="accent6"/>
                </a:solidFill>
              </a:rPr>
              <a:t>　（ここは１行でも複数行でもＯＫ）　　　　　　*</a:t>
            </a:r>
            <a:r>
              <a:rPr kumimoji="1" lang="en-US" altLang="ja-JP" b="1" dirty="0">
                <a:solidFill>
                  <a:schemeClr val="accent6"/>
                </a:solidFill>
              </a:rPr>
              <a:t>/</a:t>
            </a:r>
          </a:p>
          <a:p>
            <a:pPr marL="795338" lvl="1" indent="-342900">
              <a:buFont typeface="+mj-lt"/>
              <a:buAutoNum type="arabicPeriod"/>
            </a:pPr>
            <a:r>
              <a:rPr kumimoji="1" lang="ja-JP" altLang="en-US" b="1" dirty="0">
                <a:solidFill>
                  <a:srgbClr val="C00000"/>
                </a:solidFill>
              </a:rPr>
              <a:t>単一行コメント</a:t>
            </a:r>
            <a:endParaRPr kumimoji="1" lang="en-US" altLang="ja-JP" b="1" dirty="0">
              <a:solidFill>
                <a:srgbClr val="C00000"/>
              </a:solidFill>
            </a:endParaRPr>
          </a:p>
          <a:p>
            <a:pPr marL="817563" lvl="2" indent="0">
              <a:buNone/>
            </a:pPr>
            <a:r>
              <a:rPr kumimoji="1" lang="en-US" altLang="ja-JP" b="1" dirty="0">
                <a:solidFill>
                  <a:schemeClr val="accent6"/>
                </a:solidFill>
              </a:rPr>
              <a:t>//</a:t>
            </a:r>
            <a:r>
              <a:rPr kumimoji="1" lang="ja-JP" altLang="en-US" b="1" dirty="0">
                <a:solidFill>
                  <a:schemeClr val="accent6"/>
                </a:solidFill>
              </a:rPr>
              <a:t>　（行末までコメント）</a:t>
            </a:r>
            <a:endParaRPr kumimoji="1" lang="en-US" altLang="ja-JP" b="1" dirty="0">
              <a:solidFill>
                <a:schemeClr val="accent6"/>
              </a:solidFill>
            </a:endParaRPr>
          </a:p>
          <a:p>
            <a:pPr marL="817563" lvl="2" indent="0">
              <a:buNone/>
            </a:pPr>
            <a:r>
              <a:rPr kumimoji="1" lang="en-US" altLang="ja-JP" dirty="0" err="1"/>
              <a:t>System.out.println</a:t>
            </a:r>
            <a:r>
              <a:rPr kumimoji="1" lang="en-US" altLang="ja-JP" dirty="0"/>
              <a:t>(“Hello”);</a:t>
            </a:r>
            <a:r>
              <a:rPr kumimoji="1" lang="ja-JP" altLang="en-US" dirty="0"/>
              <a:t>　</a:t>
            </a:r>
            <a:r>
              <a:rPr kumimoji="1" lang="en-US" altLang="ja-JP" b="1" dirty="0">
                <a:solidFill>
                  <a:schemeClr val="accent6"/>
                </a:solidFill>
              </a:rPr>
              <a:t>//</a:t>
            </a:r>
            <a:r>
              <a:rPr kumimoji="1" lang="ja-JP" altLang="en-US" b="1" dirty="0">
                <a:solidFill>
                  <a:schemeClr val="accent6"/>
                </a:solidFill>
              </a:rPr>
              <a:t>　（行の途中からでもＯＫ）</a:t>
            </a:r>
          </a:p>
          <a:p>
            <a:pPr marL="96838" indent="0">
              <a:buNone/>
            </a:pPr>
            <a:endParaRPr kumimoji="1" lang="en-US" altLang="ja-JP" dirty="0"/>
          </a:p>
          <a:p>
            <a:pPr marL="96838" indent="0">
              <a:buNone/>
            </a:pPr>
            <a:r>
              <a:rPr kumimoji="1" lang="ja-JP" altLang="en-US" dirty="0"/>
              <a:t>コメントがなくてもプログラムは動きますが</a:t>
            </a:r>
            <a:r>
              <a:rPr kumimoji="1" lang="ja-JP" altLang="en-US" b="1" dirty="0">
                <a:solidFill>
                  <a:srgbClr val="C00000"/>
                </a:solidFill>
              </a:rPr>
              <a:t>こまめに書くよう</a:t>
            </a:r>
            <a:r>
              <a:rPr kumimoji="1" lang="ja-JP" altLang="en-US" dirty="0"/>
              <a:t>にしましょう。</a:t>
            </a:r>
          </a:p>
          <a:p>
            <a:endParaRPr kumimoji="1" lang="ja-JP" altLang="en-US" dirty="0"/>
          </a:p>
        </p:txBody>
      </p:sp>
    </p:spTree>
    <p:extLst>
      <p:ext uri="{BB962C8B-B14F-4D97-AF65-F5344CB8AC3E}">
        <p14:creationId xmlns:p14="http://schemas.microsoft.com/office/powerpoint/2010/main" val="983783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24C9AF9-A75D-486F-899F-095938B20FA3}"/>
              </a:ext>
            </a:extLst>
          </p:cNvPr>
          <p:cNvSpPr>
            <a:spLocks noGrp="1"/>
          </p:cNvSpPr>
          <p:nvPr>
            <p:ph type="body" idx="1"/>
          </p:nvPr>
        </p:nvSpPr>
        <p:spPr/>
        <p:txBody>
          <a:bodyPr/>
          <a:lstStyle/>
          <a:p>
            <a:r>
              <a:rPr kumimoji="1" lang="ja-JP" altLang="en-US" dirty="0"/>
              <a:t>コメントのサンプル</a:t>
            </a:r>
          </a:p>
        </p:txBody>
      </p:sp>
      <p:sp>
        <p:nvSpPr>
          <p:cNvPr id="3" name="スライド番号プレースホルダー 2">
            <a:extLst>
              <a:ext uri="{FF2B5EF4-FFF2-40B4-BE49-F238E27FC236}">
                <a16:creationId xmlns:a16="http://schemas.microsoft.com/office/drawing/2014/main" id="{6AEC9757-2EB0-41F5-B365-F7F3003B9F7C}"/>
              </a:ext>
            </a:extLst>
          </p:cNvPr>
          <p:cNvSpPr>
            <a:spLocks noGrp="1"/>
          </p:cNvSpPr>
          <p:nvPr>
            <p:ph type="sldNum" sz="quarter" idx="12"/>
          </p:nvPr>
        </p:nvSpPr>
        <p:spPr/>
        <p:txBody>
          <a:bodyPr/>
          <a:lstStyle/>
          <a:p>
            <a:fld id="{00000000-1234-1234-1234-123412341234}" type="slidenum">
              <a:rPr lang="en" smtClean="0"/>
              <a:pPr/>
              <a:t>14</a:t>
            </a:fld>
            <a:endParaRPr lang="en" dirty="0">
              <a:latin typeface="+mn-ea"/>
            </a:endParaRPr>
          </a:p>
        </p:txBody>
      </p:sp>
      <p:sp>
        <p:nvSpPr>
          <p:cNvPr id="4" name="フッター プレースホルダー 3">
            <a:extLst>
              <a:ext uri="{FF2B5EF4-FFF2-40B4-BE49-F238E27FC236}">
                <a16:creationId xmlns:a16="http://schemas.microsoft.com/office/drawing/2014/main" id="{88109025-29F2-486C-AF57-CBD74396E07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5" name="タイトル 4">
            <a:extLst>
              <a:ext uri="{FF2B5EF4-FFF2-40B4-BE49-F238E27FC236}">
                <a16:creationId xmlns:a16="http://schemas.microsoft.com/office/drawing/2014/main" id="{993D368E-5FF5-4EAD-86B3-F77BF2A66B49}"/>
              </a:ext>
            </a:extLst>
          </p:cNvPr>
          <p:cNvSpPr>
            <a:spLocks noGrp="1"/>
          </p:cNvSpPr>
          <p:nvPr>
            <p:ph type="ctrTitle"/>
          </p:nvPr>
        </p:nvSpPr>
        <p:spPr/>
        <p:txBody>
          <a:bodyPr/>
          <a:lstStyle/>
          <a:p>
            <a:r>
              <a:rPr kumimoji="1" lang="ja-JP" altLang="en-US" dirty="0"/>
              <a:t>コメント</a:t>
            </a:r>
          </a:p>
        </p:txBody>
      </p:sp>
      <p:sp>
        <p:nvSpPr>
          <p:cNvPr id="6" name="テキスト プレースホルダー 5">
            <a:extLst>
              <a:ext uri="{FF2B5EF4-FFF2-40B4-BE49-F238E27FC236}">
                <a16:creationId xmlns:a16="http://schemas.microsoft.com/office/drawing/2014/main" id="{A2D0A690-CCF2-4775-9ADD-D7FB55D71D0A}"/>
              </a:ext>
            </a:extLst>
          </p:cNvPr>
          <p:cNvSpPr>
            <a:spLocks noGrp="1"/>
          </p:cNvSpPr>
          <p:nvPr>
            <p:ph type="body" sz="quarter" idx="14"/>
          </p:nvPr>
        </p:nvSpPr>
        <p:spPr/>
        <p:txBody>
          <a:bodyPr/>
          <a:lstStyle/>
          <a:p>
            <a:pPr marL="96838" indent="0">
              <a:buFont typeface="Arial" panose="020B0604020202020204" pitchFamily="34" charset="0"/>
              <a:buNone/>
            </a:pPr>
            <a:r>
              <a:rPr lang="en-US" altLang="ja-JP" sz="1400" dirty="0"/>
              <a:t>public class Main {</a:t>
            </a:r>
          </a:p>
          <a:p>
            <a:pPr marL="96838" indent="0">
              <a:buFont typeface="Arial" panose="020B0604020202020204" pitchFamily="34" charset="0"/>
              <a:buNone/>
            </a:pPr>
            <a:r>
              <a:rPr lang="en-US" altLang="ja-JP" sz="1400" dirty="0"/>
              <a:t>    public static void main(String[] </a:t>
            </a:r>
            <a:r>
              <a:rPr lang="en-US" altLang="ja-JP" sz="1400" dirty="0" err="1"/>
              <a:t>args</a:t>
            </a:r>
            <a:r>
              <a:rPr lang="en-US" altLang="ja-JP" sz="1400" dirty="0"/>
              <a:t>) {</a:t>
            </a:r>
          </a:p>
          <a:p>
            <a:pPr marL="96838" indent="0">
              <a:buFont typeface="Arial" panose="020B0604020202020204" pitchFamily="34" charset="0"/>
              <a:buNone/>
            </a:pPr>
            <a:r>
              <a:rPr lang="ja-JP" altLang="en-US" sz="1400" dirty="0"/>
              <a:t>        </a:t>
            </a:r>
            <a:r>
              <a:rPr lang="en-US" altLang="ja-JP" sz="1400" b="1" dirty="0">
                <a:solidFill>
                  <a:srgbClr val="C00000"/>
                </a:solidFill>
              </a:rPr>
              <a:t>//</a:t>
            </a:r>
            <a:r>
              <a:rPr lang="ja-JP" altLang="en-US" sz="1400" b="1" dirty="0">
                <a:solidFill>
                  <a:srgbClr val="C00000"/>
                </a:solidFill>
              </a:rPr>
              <a:t> </a:t>
            </a:r>
            <a:r>
              <a:rPr lang="en-US" altLang="ja-JP" sz="1400" b="1" dirty="0">
                <a:solidFill>
                  <a:srgbClr val="C00000"/>
                </a:solidFill>
              </a:rPr>
              <a:t>int</a:t>
            </a:r>
            <a:r>
              <a:rPr lang="ja-JP" altLang="en-US" sz="1400" b="1" dirty="0">
                <a:solidFill>
                  <a:srgbClr val="C00000"/>
                </a:solidFill>
              </a:rPr>
              <a:t>型の</a:t>
            </a:r>
            <a:r>
              <a:rPr lang="en-US" altLang="ja-JP" sz="1400" b="1" dirty="0">
                <a:solidFill>
                  <a:srgbClr val="C00000"/>
                </a:solidFill>
              </a:rPr>
              <a:t>age(</a:t>
            </a:r>
            <a:r>
              <a:rPr lang="ja-JP" altLang="en-US" sz="1400" b="1" dirty="0">
                <a:solidFill>
                  <a:srgbClr val="C00000"/>
                </a:solidFill>
              </a:rPr>
              <a:t>年齢</a:t>
            </a:r>
            <a:r>
              <a:rPr lang="en-US" altLang="ja-JP" sz="1400" b="1" dirty="0">
                <a:solidFill>
                  <a:srgbClr val="C00000"/>
                </a:solidFill>
              </a:rPr>
              <a:t>)</a:t>
            </a:r>
            <a:r>
              <a:rPr lang="ja-JP" altLang="en-US" sz="1400" b="1" dirty="0">
                <a:solidFill>
                  <a:srgbClr val="C00000"/>
                </a:solidFill>
              </a:rPr>
              <a:t>を宣言</a:t>
            </a:r>
            <a:endParaRPr lang="en-US" altLang="ja-JP" sz="1400" b="1" dirty="0">
              <a:solidFill>
                <a:srgbClr val="C00000"/>
              </a:solidFill>
            </a:endParaRPr>
          </a:p>
          <a:p>
            <a:pPr marL="96838" indent="0">
              <a:buFont typeface="Arial" panose="020B0604020202020204" pitchFamily="34" charset="0"/>
              <a:buNone/>
            </a:pPr>
            <a:r>
              <a:rPr lang="en-US" altLang="ja-JP" sz="1400" b="1" dirty="0">
                <a:solidFill>
                  <a:schemeClr val="accent1"/>
                </a:solidFill>
              </a:rPr>
              <a:t>        </a:t>
            </a:r>
            <a:r>
              <a:rPr lang="en-US" altLang="ja-JP" sz="1400" dirty="0"/>
              <a:t>int age;</a:t>
            </a:r>
          </a:p>
          <a:p>
            <a:pPr marL="96838" indent="0">
              <a:buFont typeface="Arial" panose="020B0604020202020204" pitchFamily="34" charset="0"/>
              <a:buNone/>
            </a:pPr>
            <a:endParaRPr lang="en-US" altLang="ja-JP" sz="1400" dirty="0"/>
          </a:p>
          <a:p>
            <a:pPr marL="96838" indent="0">
              <a:buFont typeface="Arial" panose="020B0604020202020204" pitchFamily="34" charset="0"/>
              <a:buNone/>
            </a:pPr>
            <a:r>
              <a:rPr lang="en-US" altLang="ja-JP" dirty="0"/>
              <a:t>        </a:t>
            </a:r>
            <a:r>
              <a:rPr lang="en-US" altLang="ja-JP" b="1" dirty="0">
                <a:solidFill>
                  <a:srgbClr val="C00000"/>
                </a:solidFill>
              </a:rPr>
              <a:t>// </a:t>
            </a:r>
            <a:r>
              <a:rPr lang="ja-JP" altLang="en-US" b="1" dirty="0">
                <a:solidFill>
                  <a:srgbClr val="C00000"/>
                </a:solidFill>
              </a:rPr>
              <a:t>年齢に</a:t>
            </a:r>
            <a:r>
              <a:rPr lang="en-US" altLang="ja-JP" b="1" dirty="0">
                <a:solidFill>
                  <a:srgbClr val="C00000"/>
                </a:solidFill>
              </a:rPr>
              <a:t>30</a:t>
            </a:r>
            <a:r>
              <a:rPr lang="ja-JP" altLang="en-US" b="1" dirty="0">
                <a:solidFill>
                  <a:srgbClr val="C00000"/>
                </a:solidFill>
              </a:rPr>
              <a:t>歳を代入</a:t>
            </a:r>
            <a:endParaRPr lang="en-US" altLang="ja-JP" sz="1400" b="1" dirty="0">
              <a:solidFill>
                <a:srgbClr val="C00000"/>
              </a:solidFill>
            </a:endParaRPr>
          </a:p>
          <a:p>
            <a:pPr marL="96838" indent="0">
              <a:buFont typeface="Arial" panose="020B0604020202020204" pitchFamily="34" charset="0"/>
              <a:buNone/>
            </a:pPr>
            <a:r>
              <a:rPr lang="en-US" altLang="ja-JP" sz="1400" dirty="0"/>
              <a:t>        age = 30;</a:t>
            </a:r>
          </a:p>
          <a:p>
            <a:pPr marL="96838" indent="0">
              <a:buFont typeface="Arial" panose="020B0604020202020204" pitchFamily="34" charset="0"/>
              <a:buNone/>
            </a:pPr>
            <a:endParaRPr lang="en-US" altLang="ja-JP" dirty="0"/>
          </a:p>
          <a:p>
            <a:pPr marL="96838" indent="0">
              <a:buFont typeface="Arial" panose="020B0604020202020204" pitchFamily="34" charset="0"/>
              <a:buNone/>
            </a:pPr>
            <a:r>
              <a:rPr lang="en-US" altLang="ja-JP" dirty="0"/>
              <a:t>        </a:t>
            </a:r>
            <a:r>
              <a:rPr lang="en-US" altLang="ja-JP" b="1" dirty="0">
                <a:solidFill>
                  <a:srgbClr val="C00000"/>
                </a:solidFill>
              </a:rPr>
              <a:t>// </a:t>
            </a:r>
            <a:r>
              <a:rPr lang="ja-JP" altLang="en-US" b="1" dirty="0">
                <a:solidFill>
                  <a:srgbClr val="C00000"/>
                </a:solidFill>
              </a:rPr>
              <a:t>年齢を画面表示</a:t>
            </a:r>
            <a:endParaRPr lang="en-US" altLang="ja-JP" sz="1400" b="1" dirty="0">
              <a:solidFill>
                <a:srgbClr val="C00000"/>
              </a:solidFill>
            </a:endParaRPr>
          </a:p>
          <a:p>
            <a:pPr marL="96838" indent="0">
              <a:buFont typeface="Arial" panose="020B0604020202020204" pitchFamily="34" charset="0"/>
              <a:buNone/>
            </a:pPr>
            <a:r>
              <a:rPr lang="en-US" altLang="ja-JP" sz="1400" dirty="0"/>
              <a:t>        </a:t>
            </a:r>
            <a:r>
              <a:rPr lang="en-US" altLang="ja-JP" sz="1400" dirty="0" err="1"/>
              <a:t>System.out.println</a:t>
            </a:r>
            <a:r>
              <a:rPr lang="en-US" altLang="ja-JP" sz="1400" dirty="0"/>
              <a:t>(age);</a:t>
            </a:r>
          </a:p>
          <a:p>
            <a:pPr marL="96838" indent="0">
              <a:buFont typeface="Arial" panose="020B0604020202020204" pitchFamily="34" charset="0"/>
              <a:buNone/>
            </a:pPr>
            <a:r>
              <a:rPr lang="en-US" altLang="ja-JP" sz="1400" dirty="0"/>
              <a:t>    }</a:t>
            </a:r>
          </a:p>
          <a:p>
            <a:pPr marL="96838" indent="0">
              <a:buFont typeface="Arial" panose="020B0604020202020204" pitchFamily="34" charset="0"/>
              <a:buNone/>
            </a:pPr>
            <a:r>
              <a:rPr lang="en-US" altLang="ja-JP" sz="1400" dirty="0"/>
              <a:t>}</a:t>
            </a:r>
            <a:endParaRPr kumimoji="1" lang="ja-JP" altLang="en-US" dirty="0"/>
          </a:p>
        </p:txBody>
      </p:sp>
      <p:sp>
        <p:nvSpPr>
          <p:cNvPr id="7" name="吹き出し: 角を丸めた四角形 6">
            <a:extLst>
              <a:ext uri="{FF2B5EF4-FFF2-40B4-BE49-F238E27FC236}">
                <a16:creationId xmlns:a16="http://schemas.microsoft.com/office/drawing/2014/main" id="{B3C768BB-00AC-4CF9-A714-0F946A1866A2}"/>
              </a:ext>
            </a:extLst>
          </p:cNvPr>
          <p:cNvSpPr/>
          <p:nvPr/>
        </p:nvSpPr>
        <p:spPr>
          <a:xfrm>
            <a:off x="3910619" y="1009537"/>
            <a:ext cx="2831144" cy="708570"/>
          </a:xfrm>
          <a:prstGeom prst="wedgeRoundRectCallout">
            <a:avLst>
              <a:gd name="adj1" fmla="val -138948"/>
              <a:gd name="adj2" fmla="val 92422"/>
              <a:gd name="adj3" fmla="val 16667"/>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400" dirty="0">
                <a:solidFill>
                  <a:schemeClr val="tx1"/>
                </a:solidFill>
              </a:rPr>
              <a:t>コメントも命令もインデントの位置を揃えましょう。</a:t>
            </a:r>
          </a:p>
        </p:txBody>
      </p:sp>
    </p:spTree>
    <p:extLst>
      <p:ext uri="{BB962C8B-B14F-4D97-AF65-F5344CB8AC3E}">
        <p14:creationId xmlns:p14="http://schemas.microsoft.com/office/powerpoint/2010/main" val="3520347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F81E6C4-7841-4153-9948-3830F64F1715}"/>
              </a:ext>
            </a:extLst>
          </p:cNvPr>
          <p:cNvSpPr>
            <a:spLocks noGrp="1"/>
          </p:cNvSpPr>
          <p:nvPr>
            <p:ph type="ctrTitle"/>
          </p:nvPr>
        </p:nvSpPr>
        <p:spPr/>
        <p:txBody>
          <a:bodyPr/>
          <a:lstStyle/>
          <a:p>
            <a:r>
              <a:rPr kumimoji="1" lang="ja-JP" altLang="en-US" dirty="0"/>
              <a:t>定数</a:t>
            </a:r>
            <a:endParaRPr lang="ja-JP" altLang="en-US" dirty="0"/>
          </a:p>
        </p:txBody>
      </p:sp>
      <p:sp>
        <p:nvSpPr>
          <p:cNvPr id="8" name="テキスト プレースホルダー 7">
            <a:extLst>
              <a:ext uri="{FF2B5EF4-FFF2-40B4-BE49-F238E27FC236}">
                <a16:creationId xmlns:a16="http://schemas.microsoft.com/office/drawing/2014/main" id="{DC47DB6E-DE5F-461B-8DA6-D7E7BFB3D9CA}"/>
              </a:ext>
            </a:extLst>
          </p:cNvPr>
          <p:cNvSpPr>
            <a:spLocks noGrp="1"/>
          </p:cNvSpPr>
          <p:nvPr>
            <p:ph type="body" sz="quarter" idx="15"/>
          </p:nvPr>
        </p:nvSpPr>
        <p:spPr>
          <a:xfrm>
            <a:off x="463549" y="1023815"/>
            <a:ext cx="7177471" cy="1118544"/>
          </a:xfrm>
        </p:spPr>
        <p:txBody>
          <a:bodyPr/>
          <a:lstStyle/>
          <a:p>
            <a:pPr marL="387350" indent="-285750">
              <a:buFont typeface="Arial" panose="020B0604020202020204" pitchFamily="34" charset="0"/>
              <a:buChar char="•"/>
            </a:pPr>
            <a:r>
              <a:rPr lang="en-US" altLang="ja-JP" sz="1200" b="1" dirty="0"/>
              <a:t>1</a:t>
            </a:r>
            <a:r>
              <a:rPr lang="ja-JP" altLang="en-US" sz="1200" b="1" dirty="0"/>
              <a:t>度代入すると再代入できない変数のことを定数と言う</a:t>
            </a:r>
          </a:p>
          <a:p>
            <a:pPr marL="387350" indent="-285750">
              <a:buFont typeface="Arial" panose="020B0604020202020204" pitchFamily="34" charset="0"/>
              <a:buChar char="•"/>
            </a:pPr>
            <a:r>
              <a:rPr lang="ja-JP" altLang="en-US" sz="1200" b="1" dirty="0"/>
              <a:t>定数は</a:t>
            </a:r>
            <a:r>
              <a:rPr lang="en-US" altLang="ja-JP" sz="1200" b="1" dirty="0"/>
              <a:t>『final』</a:t>
            </a:r>
            <a:r>
              <a:rPr lang="ja-JP" altLang="en-US" sz="1200" b="1" dirty="0"/>
              <a:t>という修飾子をつけて宣言する </a:t>
            </a:r>
          </a:p>
          <a:p>
            <a:pPr marL="387350" indent="-285750">
              <a:buFont typeface="Arial" panose="020B0604020202020204" pitchFamily="34" charset="0"/>
              <a:buChar char="•"/>
            </a:pPr>
            <a:r>
              <a:rPr lang="ja-JP" altLang="en-US" sz="1200" b="1" dirty="0"/>
              <a:t>定数名は全ての文字を大文字でつける慣習がある</a:t>
            </a:r>
          </a:p>
          <a:p>
            <a:pPr marL="387350" indent="-285750">
              <a:buFont typeface="Arial" panose="020B0604020202020204" pitchFamily="34" charset="0"/>
              <a:buChar char="•"/>
            </a:pPr>
            <a:endParaRPr lang="en-US" altLang="ja-JP" sz="1200" b="1" dirty="0"/>
          </a:p>
        </p:txBody>
      </p:sp>
      <p:sp>
        <p:nvSpPr>
          <p:cNvPr id="9" name="テキスト プレースホルダー 8">
            <a:extLst>
              <a:ext uri="{FF2B5EF4-FFF2-40B4-BE49-F238E27FC236}">
                <a16:creationId xmlns:a16="http://schemas.microsoft.com/office/drawing/2014/main" id="{3B4B4B26-E1BE-4F2F-85DB-B4EB50CCB2D1}"/>
              </a:ext>
            </a:extLst>
          </p:cNvPr>
          <p:cNvSpPr>
            <a:spLocks noGrp="1"/>
          </p:cNvSpPr>
          <p:nvPr>
            <p:ph type="body" sz="quarter" idx="16"/>
          </p:nvPr>
        </p:nvSpPr>
        <p:spPr/>
        <p:txBody>
          <a:bodyPr/>
          <a:lstStyle/>
          <a:p>
            <a:endParaRPr lang="ja-JP" altLang="en-US"/>
          </a:p>
        </p:txBody>
      </p:sp>
      <p:sp>
        <p:nvSpPr>
          <p:cNvPr id="10" name="フッター プレースホルダー 3">
            <a:extLst>
              <a:ext uri="{FF2B5EF4-FFF2-40B4-BE49-F238E27FC236}">
                <a16:creationId xmlns:a16="http://schemas.microsoft.com/office/drawing/2014/main" id="{94CB60EB-1DD5-495F-BDEA-EBBEC93B3306}"/>
              </a:ext>
            </a:extLst>
          </p:cNvPr>
          <p:cNvSpPr>
            <a:spLocks noGrp="1"/>
          </p:cNvSpPr>
          <p:nvPr>
            <p:ph type="ftr" sz="quarter" idx="11"/>
          </p:nvPr>
        </p:nvSpPr>
        <p:spPr>
          <a:xfrm>
            <a:off x="3028950" y="4866125"/>
            <a:ext cx="3086100" cy="254493"/>
          </a:xfrm>
        </p:spPr>
        <p:txBody>
          <a:bodyPr/>
          <a:lstStyle/>
          <a:p>
            <a:r>
              <a:rPr kumimoji="1" lang="en-US" altLang="ja-JP"/>
              <a:t>copyright ©ITCollege All Rights Reserved</a:t>
            </a:r>
            <a:endParaRPr kumimoji="1" lang="ja-JP" altLang="en-US" sz="1000"/>
          </a:p>
        </p:txBody>
      </p:sp>
      <p:sp>
        <p:nvSpPr>
          <p:cNvPr id="15" name="スライド番号プレースホルダー 2">
            <a:extLst>
              <a:ext uri="{FF2B5EF4-FFF2-40B4-BE49-F238E27FC236}">
                <a16:creationId xmlns:a16="http://schemas.microsoft.com/office/drawing/2014/main" id="{40F92442-43D3-49B9-B9F8-78175D8264DC}"/>
              </a:ext>
            </a:extLst>
          </p:cNvPr>
          <p:cNvSpPr>
            <a:spLocks noGrp="1"/>
          </p:cNvSpPr>
          <p:nvPr>
            <p:ph type="sldNum" sz="quarter" idx="4"/>
          </p:nvPr>
        </p:nvSpPr>
        <p:spPr>
          <a:xfrm>
            <a:off x="218226" y="4862076"/>
            <a:ext cx="630348" cy="254494"/>
          </a:xfrm>
        </p:spPr>
        <p:txBody>
          <a:bodyPr/>
          <a:lstStyle/>
          <a:p>
            <a:fld id="{6EC4605C-D4BC-457C-A820-CB9DC8935472}" type="slidenum">
              <a:rPr kumimoji="1" lang="ja-JP" altLang="en-US" smtClean="0"/>
              <a:pPr/>
              <a:t>15</a:t>
            </a:fld>
            <a:endParaRPr kumimoji="1" lang="ja-JP" altLang="en-US" sz="1200"/>
          </a:p>
        </p:txBody>
      </p:sp>
      <p:sp>
        <p:nvSpPr>
          <p:cNvPr id="16" name="テキスト プレースホルダー 4">
            <a:extLst>
              <a:ext uri="{FF2B5EF4-FFF2-40B4-BE49-F238E27FC236}">
                <a16:creationId xmlns:a16="http://schemas.microsoft.com/office/drawing/2014/main" id="{5F665B7A-B879-4DB2-B8E4-44D6D5E1EE61}"/>
              </a:ext>
            </a:extLst>
          </p:cNvPr>
          <p:cNvSpPr>
            <a:spLocks noGrp="1"/>
          </p:cNvSpPr>
          <p:nvPr>
            <p:ph type="body" sz="quarter" idx="14"/>
          </p:nvPr>
        </p:nvSpPr>
        <p:spPr>
          <a:xfrm>
            <a:off x="462875" y="2197660"/>
            <a:ext cx="8216900" cy="2664416"/>
          </a:xfrm>
        </p:spPr>
        <p:txBody>
          <a:bodyPr/>
          <a:lstStyle/>
          <a:p>
            <a:pPr marL="96838" indent="0">
              <a:buNone/>
            </a:pPr>
            <a:r>
              <a:rPr kumimoji="1" lang="ja-JP" altLang="en-US" dirty="0"/>
              <a:t>鶴の脚は２本、亀の脚は４本のというように変化しないデータを変数に入れておくと、後から誤って再代入してしまうかもしれません。</a:t>
            </a:r>
          </a:p>
          <a:p>
            <a:pPr marL="96838" indent="0">
              <a:buNone/>
            </a:pPr>
            <a:r>
              <a:rPr kumimoji="1" lang="ja-JP" altLang="en-US" dirty="0"/>
              <a:t>このような場合、</a:t>
            </a:r>
            <a:r>
              <a:rPr kumimoji="1" lang="en-US" altLang="ja-JP" dirty="0"/>
              <a:t>final</a:t>
            </a:r>
            <a:r>
              <a:rPr kumimoji="1" lang="ja-JP" altLang="en-US" dirty="0"/>
              <a:t>という単語（このような単語を修飾子といいます）を付けて宣言すると再代入できなくなります。</a:t>
            </a:r>
          </a:p>
          <a:p>
            <a:pPr marL="452438" lvl="1" indent="0">
              <a:buNone/>
            </a:pPr>
            <a:r>
              <a:rPr kumimoji="1" lang="en-US" altLang="ja-JP" b="1" dirty="0">
                <a:solidFill>
                  <a:schemeClr val="accent1"/>
                </a:solidFill>
              </a:rPr>
              <a:t>final</a:t>
            </a:r>
            <a:r>
              <a:rPr kumimoji="1" lang="ja-JP" altLang="en-US" b="1" dirty="0">
                <a:solidFill>
                  <a:schemeClr val="accent1"/>
                </a:solidFill>
              </a:rPr>
              <a:t>　型　定数名　＝　初期値；</a:t>
            </a:r>
          </a:p>
          <a:p>
            <a:pPr marL="96838" indent="0">
              <a:buNone/>
            </a:pPr>
            <a:r>
              <a:rPr kumimoji="1" lang="ja-JP" altLang="en-US" dirty="0"/>
              <a:t>このように</a:t>
            </a:r>
            <a:r>
              <a:rPr kumimoji="1" lang="en-US" altLang="ja-JP" dirty="0"/>
              <a:t>final</a:t>
            </a:r>
            <a:r>
              <a:rPr kumimoji="1" lang="ja-JP" altLang="en-US" dirty="0"/>
              <a:t>を付けた変数は</a:t>
            </a:r>
            <a:r>
              <a:rPr kumimoji="1" lang="ja-JP" altLang="en-US" b="1" dirty="0">
                <a:solidFill>
                  <a:srgbClr val="C00000"/>
                </a:solidFill>
              </a:rPr>
              <a:t>定数</a:t>
            </a:r>
            <a:r>
              <a:rPr kumimoji="1" lang="ja-JP" altLang="en-US" dirty="0"/>
              <a:t>と呼ばれます。定数にすると誤って再代入することを防げるほかに、あとから見たプログラマが「このデータは変化しない」ということを認識しやすくなる効果があります。</a:t>
            </a:r>
          </a:p>
          <a:p>
            <a:pPr marL="452438" lvl="1" indent="0">
              <a:buNone/>
            </a:pPr>
            <a:r>
              <a:rPr kumimoji="1" lang="en-US" altLang="ja-JP" b="1" dirty="0">
                <a:solidFill>
                  <a:schemeClr val="accent1"/>
                </a:solidFill>
              </a:rPr>
              <a:t>final int TSURU = 2;</a:t>
            </a:r>
          </a:p>
          <a:p>
            <a:pPr marL="452438" lvl="1" indent="0">
              <a:buNone/>
            </a:pPr>
            <a:r>
              <a:rPr kumimoji="1" lang="en-US" altLang="ja-JP" b="1" dirty="0">
                <a:solidFill>
                  <a:schemeClr val="accent1"/>
                </a:solidFill>
              </a:rPr>
              <a:t>final int KAME = 4;</a:t>
            </a:r>
          </a:p>
          <a:p>
            <a:pPr marL="96838" indent="0">
              <a:buNone/>
            </a:pPr>
            <a:r>
              <a:rPr kumimoji="1" lang="ja-JP" altLang="en-US" dirty="0"/>
              <a:t>定数は変数と区別するため、</a:t>
            </a:r>
            <a:r>
              <a:rPr kumimoji="1" lang="ja-JP" altLang="en-US" b="1" dirty="0">
                <a:solidFill>
                  <a:srgbClr val="C00000"/>
                </a:solidFill>
              </a:rPr>
              <a:t>全ての文字を大文字</a:t>
            </a:r>
            <a:r>
              <a:rPr kumimoji="1" lang="ja-JP" altLang="en-US" dirty="0"/>
              <a:t>で書く慣習があります。</a:t>
            </a:r>
          </a:p>
          <a:p>
            <a:pPr marL="96838" indent="0">
              <a:buNone/>
            </a:pPr>
            <a:endParaRPr kumimoji="1" lang="ja-JP" altLang="en-US" dirty="0"/>
          </a:p>
        </p:txBody>
      </p:sp>
    </p:spTree>
    <p:extLst>
      <p:ext uri="{BB962C8B-B14F-4D97-AF65-F5344CB8AC3E}">
        <p14:creationId xmlns:p14="http://schemas.microsoft.com/office/powerpoint/2010/main" val="2329683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2F43DD3-0418-42E8-9D03-3B480F20550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1C79983C-D8FC-4693-8551-08AD543141F3}"/>
              </a:ext>
            </a:extLst>
          </p:cNvPr>
          <p:cNvSpPr>
            <a:spLocks noGrp="1"/>
          </p:cNvSpPr>
          <p:nvPr>
            <p:ph type="ctrTitle"/>
          </p:nvPr>
        </p:nvSpPr>
        <p:spPr/>
        <p:txBody>
          <a:bodyPr/>
          <a:lstStyle/>
          <a:p>
            <a:r>
              <a:rPr kumimoji="1" lang="ja-JP" altLang="en-US" dirty="0"/>
              <a:t>キャメルケースとスネークケース</a:t>
            </a:r>
          </a:p>
        </p:txBody>
      </p:sp>
      <p:sp>
        <p:nvSpPr>
          <p:cNvPr id="4" name="スライド番号プレースホルダー 3">
            <a:extLst>
              <a:ext uri="{FF2B5EF4-FFF2-40B4-BE49-F238E27FC236}">
                <a16:creationId xmlns:a16="http://schemas.microsoft.com/office/drawing/2014/main" id="{856AB935-007C-47FA-829A-800E0CA2AEA3}"/>
              </a:ext>
            </a:extLst>
          </p:cNvPr>
          <p:cNvSpPr>
            <a:spLocks noGrp="1"/>
          </p:cNvSpPr>
          <p:nvPr>
            <p:ph type="sldNum" sz="quarter" idx="4"/>
          </p:nvPr>
        </p:nvSpPr>
        <p:spPr/>
        <p:txBody>
          <a:bodyPr/>
          <a:lstStyle/>
          <a:p>
            <a:fld id="{00000000-1234-1234-1234-123412341234}" type="slidenum">
              <a:rPr lang="en" smtClean="0"/>
              <a:pPr/>
              <a:t>16</a:t>
            </a:fld>
            <a:endParaRPr lang="en" dirty="0">
              <a:latin typeface="+mn-ea"/>
            </a:endParaRPr>
          </a:p>
        </p:txBody>
      </p:sp>
      <p:grpSp>
        <p:nvGrpSpPr>
          <p:cNvPr id="5" name="グループ化 4">
            <a:extLst>
              <a:ext uri="{FF2B5EF4-FFF2-40B4-BE49-F238E27FC236}">
                <a16:creationId xmlns:a16="http://schemas.microsoft.com/office/drawing/2014/main" id="{A44B4048-971D-4173-B9D4-DC3B6BE6B579}"/>
              </a:ext>
            </a:extLst>
          </p:cNvPr>
          <p:cNvGrpSpPr/>
          <p:nvPr/>
        </p:nvGrpSpPr>
        <p:grpSpPr>
          <a:xfrm>
            <a:off x="268873" y="786891"/>
            <a:ext cx="8411576" cy="4075185"/>
            <a:chOff x="268873" y="786891"/>
            <a:chExt cx="8411576" cy="4132541"/>
          </a:xfrm>
        </p:grpSpPr>
        <p:sp>
          <p:nvSpPr>
            <p:cNvPr id="6" name="四角形: 角を丸くする 5">
              <a:extLst>
                <a:ext uri="{FF2B5EF4-FFF2-40B4-BE49-F238E27FC236}">
                  <a16:creationId xmlns:a16="http://schemas.microsoft.com/office/drawing/2014/main" id="{86A4B4B3-72EC-42DF-9192-2E6EA70F2129}"/>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テキスト ボックス 6">
              <a:extLst>
                <a:ext uri="{FF2B5EF4-FFF2-40B4-BE49-F238E27FC236}">
                  <a16:creationId xmlns:a16="http://schemas.microsoft.com/office/drawing/2014/main" id="{6E402657-7E23-45B6-8B4D-D3962EEEABC8}"/>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8" name="図 7">
              <a:extLst>
                <a:ext uri="{FF2B5EF4-FFF2-40B4-BE49-F238E27FC236}">
                  <a16:creationId xmlns:a16="http://schemas.microsoft.com/office/drawing/2014/main" id="{28E59DE7-F016-4DD7-9C80-3CB25F8A7AC6}"/>
                </a:ext>
              </a:extLst>
            </p:cNvPr>
            <p:cNvPicPr>
              <a:picLocks noChangeAspect="1"/>
            </p:cNvPicPr>
            <p:nvPr/>
          </p:nvPicPr>
          <p:blipFill>
            <a:blip r:embed="rId3"/>
            <a:stretch>
              <a:fillRect/>
            </a:stretch>
          </p:blipFill>
          <p:spPr>
            <a:xfrm>
              <a:off x="268873" y="805343"/>
              <a:ext cx="728929" cy="728929"/>
            </a:xfrm>
            <a:prstGeom prst="rect">
              <a:avLst/>
            </a:prstGeom>
          </p:spPr>
        </p:pic>
        <p:sp>
          <p:nvSpPr>
            <p:cNvPr id="9" name="吹き出し: 円形 8">
              <a:extLst>
                <a:ext uri="{FF2B5EF4-FFF2-40B4-BE49-F238E27FC236}">
                  <a16:creationId xmlns:a16="http://schemas.microsoft.com/office/drawing/2014/main" id="{1A3B0D07-9639-402F-8EC7-806D5CDC95BD}"/>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プレースホルダー 4">
            <a:extLst>
              <a:ext uri="{FF2B5EF4-FFF2-40B4-BE49-F238E27FC236}">
                <a16:creationId xmlns:a16="http://schemas.microsoft.com/office/drawing/2014/main" id="{E8C31C95-B190-464F-BE66-43124F5ABA7D}"/>
              </a:ext>
            </a:extLst>
          </p:cNvPr>
          <p:cNvSpPr>
            <a:spLocks noGrp="1"/>
          </p:cNvSpPr>
          <p:nvPr>
            <p:ph type="body" sz="quarter" idx="14"/>
          </p:nvPr>
        </p:nvSpPr>
        <p:spPr>
          <a:xfrm>
            <a:off x="848574" y="1287600"/>
            <a:ext cx="7502204" cy="254495"/>
          </a:xfrm>
        </p:spPr>
        <p:txBody>
          <a:bodyPr/>
          <a:lstStyle/>
          <a:p>
            <a:pPr marL="96838" indent="0">
              <a:buNone/>
            </a:pPr>
            <a:r>
              <a:rPr kumimoji="1" lang="ja-JP" altLang="en-US" dirty="0"/>
              <a:t>変数は基本的に全部小文字、定数は全部大文字という慣習があります。</a:t>
            </a:r>
          </a:p>
          <a:p>
            <a:pPr marL="96838" indent="0">
              <a:buNone/>
            </a:pPr>
            <a:r>
              <a:rPr lang="ja-JP" altLang="en-US" dirty="0"/>
              <a:t>複数の単語からできている名前の場合、</a:t>
            </a:r>
            <a:br>
              <a:rPr lang="ja-JP" altLang="en-US" dirty="0"/>
            </a:br>
            <a:r>
              <a:rPr lang="ja-JP" altLang="en-US" dirty="0"/>
              <a:t>・変数の場合は</a:t>
            </a:r>
            <a:r>
              <a:rPr lang="ja-JP" altLang="en-US" b="1" dirty="0">
                <a:solidFill>
                  <a:srgbClr val="C00000"/>
                </a:solidFill>
              </a:rPr>
              <a:t>単語の切れ目のみ大文字</a:t>
            </a:r>
            <a:r>
              <a:rPr lang="ja-JP" altLang="en-US" dirty="0"/>
              <a:t>にします</a:t>
            </a:r>
            <a:r>
              <a:rPr lang="en-US" altLang="ja-JP" dirty="0"/>
              <a:t>(</a:t>
            </a:r>
            <a:r>
              <a:rPr lang="ja-JP" altLang="en-US" dirty="0"/>
              <a:t>キャメルケースと言います</a:t>
            </a:r>
            <a:r>
              <a:rPr lang="en-US" altLang="ja-JP" dirty="0"/>
              <a:t>)</a:t>
            </a:r>
            <a:r>
              <a:rPr lang="ja-JP" altLang="en-US" dirty="0"/>
              <a:t>。</a:t>
            </a:r>
            <a:br>
              <a:rPr lang="ja-JP" altLang="en-US" dirty="0"/>
            </a:br>
            <a:r>
              <a:rPr lang="ja-JP" altLang="en-US" dirty="0"/>
              <a:t>・定数の場合は</a:t>
            </a:r>
            <a:r>
              <a:rPr lang="ja-JP" altLang="en-US" b="1" dirty="0">
                <a:solidFill>
                  <a:srgbClr val="C00000"/>
                </a:solidFill>
              </a:rPr>
              <a:t>単語の切れ目に</a:t>
            </a:r>
            <a:r>
              <a:rPr lang="en-US" altLang="ja-JP" b="1" dirty="0">
                <a:solidFill>
                  <a:srgbClr val="C00000"/>
                </a:solidFill>
              </a:rPr>
              <a:t>_(</a:t>
            </a:r>
            <a:r>
              <a:rPr lang="ja-JP" altLang="en-US" b="1" dirty="0">
                <a:solidFill>
                  <a:srgbClr val="C00000"/>
                </a:solidFill>
              </a:rPr>
              <a:t>下線</a:t>
            </a:r>
            <a:r>
              <a:rPr lang="en-US" altLang="ja-JP" b="1" dirty="0">
                <a:solidFill>
                  <a:srgbClr val="C00000"/>
                </a:solidFill>
              </a:rPr>
              <a:t>)</a:t>
            </a:r>
            <a:r>
              <a:rPr lang="ja-JP" altLang="en-US" dirty="0"/>
              <a:t>を入れます</a:t>
            </a:r>
            <a:r>
              <a:rPr lang="en-US" altLang="ja-JP" dirty="0"/>
              <a:t>(</a:t>
            </a:r>
            <a:r>
              <a:rPr lang="ja-JP" altLang="en-US" dirty="0"/>
              <a:t>スネークケースと言います</a:t>
            </a:r>
            <a:r>
              <a:rPr lang="en-US" altLang="ja-JP" dirty="0"/>
              <a:t>)</a:t>
            </a:r>
            <a:r>
              <a:rPr lang="ja-JP" altLang="en-US" dirty="0"/>
              <a:t>。</a:t>
            </a:r>
            <a:endParaRPr kumimoji="1" lang="ja-JP" altLang="en-US" dirty="0"/>
          </a:p>
        </p:txBody>
      </p:sp>
      <p:sp>
        <p:nvSpPr>
          <p:cNvPr id="12" name="正方形/長方形 6">
            <a:extLst>
              <a:ext uri="{FF2B5EF4-FFF2-40B4-BE49-F238E27FC236}">
                <a16:creationId xmlns:a16="http://schemas.microsoft.com/office/drawing/2014/main" id="{21261815-3A92-4E4A-B684-0577ABF83618}"/>
              </a:ext>
            </a:extLst>
          </p:cNvPr>
          <p:cNvSpPr/>
          <p:nvPr/>
        </p:nvSpPr>
        <p:spPr>
          <a:xfrm>
            <a:off x="1384849" y="2822674"/>
            <a:ext cx="1431235" cy="384352"/>
          </a:xfrm>
          <a:custGeom>
            <a:avLst/>
            <a:gdLst>
              <a:gd name="connsiteX0" fmla="*/ 0 w 1431235"/>
              <a:gd name="connsiteY0" fmla="*/ 0 h 424069"/>
              <a:gd name="connsiteX1" fmla="*/ 1431235 w 1431235"/>
              <a:gd name="connsiteY1" fmla="*/ 0 h 424069"/>
              <a:gd name="connsiteX2" fmla="*/ 1431235 w 1431235"/>
              <a:gd name="connsiteY2" fmla="*/ 424069 h 424069"/>
              <a:gd name="connsiteX3" fmla="*/ 0 w 1431235"/>
              <a:gd name="connsiteY3" fmla="*/ 424069 h 424069"/>
              <a:gd name="connsiteX4" fmla="*/ 0 w 1431235"/>
              <a:gd name="connsiteY4" fmla="*/ 0 h 424069"/>
              <a:gd name="connsiteX0" fmla="*/ 0 w 1431235"/>
              <a:gd name="connsiteY0" fmla="*/ 291548 h 715617"/>
              <a:gd name="connsiteX1" fmla="*/ 735496 w 1431235"/>
              <a:gd name="connsiteY1" fmla="*/ 0 h 715617"/>
              <a:gd name="connsiteX2" fmla="*/ 1431235 w 1431235"/>
              <a:gd name="connsiteY2" fmla="*/ 291548 h 715617"/>
              <a:gd name="connsiteX3" fmla="*/ 1431235 w 1431235"/>
              <a:gd name="connsiteY3" fmla="*/ 715617 h 715617"/>
              <a:gd name="connsiteX4" fmla="*/ 0 w 1431235"/>
              <a:gd name="connsiteY4" fmla="*/ 715617 h 715617"/>
              <a:gd name="connsiteX5" fmla="*/ 0 w 1431235"/>
              <a:gd name="connsiteY5" fmla="*/ 291548 h 715617"/>
              <a:gd name="connsiteX0" fmla="*/ 0 w 1431235"/>
              <a:gd name="connsiteY0" fmla="*/ 291548 h 715617"/>
              <a:gd name="connsiteX1" fmla="*/ 735496 w 1431235"/>
              <a:gd name="connsiteY1" fmla="*/ 0 h 715617"/>
              <a:gd name="connsiteX2" fmla="*/ 1431235 w 1431235"/>
              <a:gd name="connsiteY2" fmla="*/ 291548 h 715617"/>
              <a:gd name="connsiteX3" fmla="*/ 1431235 w 1431235"/>
              <a:gd name="connsiteY3" fmla="*/ 715617 h 715617"/>
              <a:gd name="connsiteX4" fmla="*/ 0 w 1431235"/>
              <a:gd name="connsiteY4" fmla="*/ 715617 h 715617"/>
              <a:gd name="connsiteX5" fmla="*/ 0 w 1431235"/>
              <a:gd name="connsiteY5" fmla="*/ 291548 h 715617"/>
              <a:gd name="connsiteX0" fmla="*/ 0 w 1431235"/>
              <a:gd name="connsiteY0" fmla="*/ 294227 h 718296"/>
              <a:gd name="connsiteX1" fmla="*/ 430696 w 1431235"/>
              <a:gd name="connsiteY1" fmla="*/ 188209 h 718296"/>
              <a:gd name="connsiteX2" fmla="*/ 735496 w 1431235"/>
              <a:gd name="connsiteY2" fmla="*/ 2679 h 718296"/>
              <a:gd name="connsiteX3" fmla="*/ 1431235 w 1431235"/>
              <a:gd name="connsiteY3" fmla="*/ 294227 h 718296"/>
              <a:gd name="connsiteX4" fmla="*/ 1431235 w 1431235"/>
              <a:gd name="connsiteY4" fmla="*/ 718296 h 718296"/>
              <a:gd name="connsiteX5" fmla="*/ 0 w 1431235"/>
              <a:gd name="connsiteY5" fmla="*/ 718296 h 718296"/>
              <a:gd name="connsiteX6" fmla="*/ 0 w 1431235"/>
              <a:gd name="connsiteY6" fmla="*/ 294227 h 718296"/>
              <a:gd name="connsiteX0" fmla="*/ 0 w 1431235"/>
              <a:gd name="connsiteY0" fmla="*/ 291604 h 715673"/>
              <a:gd name="connsiteX1" fmla="*/ 430696 w 1431235"/>
              <a:gd name="connsiteY1" fmla="*/ 185586 h 715673"/>
              <a:gd name="connsiteX2" fmla="*/ 735496 w 1431235"/>
              <a:gd name="connsiteY2" fmla="*/ 56 h 715673"/>
              <a:gd name="connsiteX3" fmla="*/ 980661 w 1431235"/>
              <a:gd name="connsiteY3" fmla="*/ 192212 h 715673"/>
              <a:gd name="connsiteX4" fmla="*/ 1431235 w 1431235"/>
              <a:gd name="connsiteY4" fmla="*/ 291604 h 715673"/>
              <a:gd name="connsiteX5" fmla="*/ 1431235 w 1431235"/>
              <a:gd name="connsiteY5" fmla="*/ 715673 h 715673"/>
              <a:gd name="connsiteX6" fmla="*/ 0 w 1431235"/>
              <a:gd name="connsiteY6" fmla="*/ 715673 h 715673"/>
              <a:gd name="connsiteX7" fmla="*/ 0 w 1431235"/>
              <a:gd name="connsiteY7" fmla="*/ 291604 h 715673"/>
              <a:gd name="connsiteX0" fmla="*/ 0 w 1431235"/>
              <a:gd name="connsiteY0" fmla="*/ 298226 h 722295"/>
              <a:gd name="connsiteX1" fmla="*/ 430696 w 1431235"/>
              <a:gd name="connsiteY1" fmla="*/ 192208 h 722295"/>
              <a:gd name="connsiteX2" fmla="*/ 708991 w 1431235"/>
              <a:gd name="connsiteY2" fmla="*/ 52 h 722295"/>
              <a:gd name="connsiteX3" fmla="*/ 980661 w 1431235"/>
              <a:gd name="connsiteY3" fmla="*/ 198834 h 722295"/>
              <a:gd name="connsiteX4" fmla="*/ 1431235 w 1431235"/>
              <a:gd name="connsiteY4" fmla="*/ 298226 h 722295"/>
              <a:gd name="connsiteX5" fmla="*/ 1431235 w 1431235"/>
              <a:gd name="connsiteY5" fmla="*/ 722295 h 722295"/>
              <a:gd name="connsiteX6" fmla="*/ 0 w 1431235"/>
              <a:gd name="connsiteY6" fmla="*/ 722295 h 722295"/>
              <a:gd name="connsiteX7" fmla="*/ 0 w 1431235"/>
              <a:gd name="connsiteY7" fmla="*/ 298226 h 722295"/>
              <a:gd name="connsiteX0" fmla="*/ 0 w 1431235"/>
              <a:gd name="connsiteY0" fmla="*/ 650005 h 1074074"/>
              <a:gd name="connsiteX1" fmla="*/ 430696 w 1431235"/>
              <a:gd name="connsiteY1" fmla="*/ 543987 h 1074074"/>
              <a:gd name="connsiteX2" fmla="*/ 715617 w 1431235"/>
              <a:gd name="connsiteY2" fmla="*/ 17 h 1074074"/>
              <a:gd name="connsiteX3" fmla="*/ 980661 w 1431235"/>
              <a:gd name="connsiteY3" fmla="*/ 550613 h 1074074"/>
              <a:gd name="connsiteX4" fmla="*/ 1431235 w 1431235"/>
              <a:gd name="connsiteY4" fmla="*/ 650005 h 1074074"/>
              <a:gd name="connsiteX5" fmla="*/ 1431235 w 1431235"/>
              <a:gd name="connsiteY5" fmla="*/ 1074074 h 1074074"/>
              <a:gd name="connsiteX6" fmla="*/ 0 w 1431235"/>
              <a:gd name="connsiteY6" fmla="*/ 1074074 h 1074074"/>
              <a:gd name="connsiteX7" fmla="*/ 0 w 1431235"/>
              <a:gd name="connsiteY7" fmla="*/ 650005 h 1074074"/>
              <a:gd name="connsiteX0" fmla="*/ 0 w 1431235"/>
              <a:gd name="connsiteY0" fmla="*/ 650005 h 1074074"/>
              <a:gd name="connsiteX1" fmla="*/ 384313 w 1431235"/>
              <a:gd name="connsiteY1" fmla="*/ 432887 h 1074074"/>
              <a:gd name="connsiteX2" fmla="*/ 715617 w 1431235"/>
              <a:gd name="connsiteY2" fmla="*/ 17 h 1074074"/>
              <a:gd name="connsiteX3" fmla="*/ 980661 w 1431235"/>
              <a:gd name="connsiteY3" fmla="*/ 550613 h 1074074"/>
              <a:gd name="connsiteX4" fmla="*/ 1431235 w 1431235"/>
              <a:gd name="connsiteY4" fmla="*/ 650005 h 1074074"/>
              <a:gd name="connsiteX5" fmla="*/ 1431235 w 1431235"/>
              <a:gd name="connsiteY5" fmla="*/ 1074074 h 1074074"/>
              <a:gd name="connsiteX6" fmla="*/ 0 w 1431235"/>
              <a:gd name="connsiteY6" fmla="*/ 1074074 h 1074074"/>
              <a:gd name="connsiteX7" fmla="*/ 0 w 1431235"/>
              <a:gd name="connsiteY7" fmla="*/ 650005 h 1074074"/>
              <a:gd name="connsiteX0" fmla="*/ 0 w 1431235"/>
              <a:gd name="connsiteY0" fmla="*/ 650008 h 1074077"/>
              <a:gd name="connsiteX1" fmla="*/ 384313 w 1431235"/>
              <a:gd name="connsiteY1" fmla="*/ 432890 h 1074077"/>
              <a:gd name="connsiteX2" fmla="*/ 715617 w 1431235"/>
              <a:gd name="connsiteY2" fmla="*/ 20 h 1074077"/>
              <a:gd name="connsiteX3" fmla="*/ 1013792 w 1431235"/>
              <a:gd name="connsiteY3" fmla="*/ 420999 h 1074077"/>
              <a:gd name="connsiteX4" fmla="*/ 1431235 w 1431235"/>
              <a:gd name="connsiteY4" fmla="*/ 650008 h 1074077"/>
              <a:gd name="connsiteX5" fmla="*/ 1431235 w 1431235"/>
              <a:gd name="connsiteY5" fmla="*/ 1074077 h 1074077"/>
              <a:gd name="connsiteX6" fmla="*/ 0 w 1431235"/>
              <a:gd name="connsiteY6" fmla="*/ 1074077 h 1074077"/>
              <a:gd name="connsiteX7" fmla="*/ 0 w 1431235"/>
              <a:gd name="connsiteY7" fmla="*/ 650008 h 1074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1235" h="1074077">
                <a:moveTo>
                  <a:pt x="0" y="650008"/>
                </a:moveTo>
                <a:cubicBezTo>
                  <a:pt x="59635" y="553930"/>
                  <a:pt x="261730" y="481481"/>
                  <a:pt x="384313" y="432890"/>
                </a:cubicBezTo>
                <a:cubicBezTo>
                  <a:pt x="506896" y="384299"/>
                  <a:pt x="615121" y="3333"/>
                  <a:pt x="715617" y="20"/>
                </a:cubicBezTo>
                <a:cubicBezTo>
                  <a:pt x="816113" y="-3293"/>
                  <a:pt x="897835" y="372408"/>
                  <a:pt x="1013792" y="420999"/>
                </a:cubicBezTo>
                <a:cubicBezTo>
                  <a:pt x="1129749" y="469590"/>
                  <a:pt x="1364974" y="558347"/>
                  <a:pt x="1431235" y="650008"/>
                </a:cubicBezTo>
                <a:lnTo>
                  <a:pt x="1431235" y="1074077"/>
                </a:lnTo>
                <a:lnTo>
                  <a:pt x="0" y="1074077"/>
                </a:lnTo>
                <a:lnTo>
                  <a:pt x="0" y="650008"/>
                </a:lnTo>
                <a:close/>
              </a:path>
            </a:pathLst>
          </a:cu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3" name="テキスト ボックス 12">
            <a:extLst>
              <a:ext uri="{FF2B5EF4-FFF2-40B4-BE49-F238E27FC236}">
                <a16:creationId xmlns:a16="http://schemas.microsoft.com/office/drawing/2014/main" id="{D179DC97-B522-4D24-A0F0-3995E87C7073}"/>
              </a:ext>
            </a:extLst>
          </p:cNvPr>
          <p:cNvSpPr txBox="1"/>
          <p:nvPr/>
        </p:nvSpPr>
        <p:spPr>
          <a:xfrm>
            <a:off x="1371594" y="2219202"/>
            <a:ext cx="1431235" cy="422648"/>
          </a:xfrm>
          <a:prstGeom prst="rect">
            <a:avLst/>
          </a:prstGeom>
          <a:noFill/>
        </p:spPr>
        <p:txBody>
          <a:bodyPr wrap="square" rtlCol="0">
            <a:noAutofit/>
          </a:bodyPr>
          <a:lstStyle/>
          <a:p>
            <a:pPr algn="ctr"/>
            <a:r>
              <a:rPr kumimoji="1" lang="en-US" altLang="ja-JP" sz="2000" baseline="0" dirty="0" err="1">
                <a:solidFill>
                  <a:schemeClr val="tx1"/>
                </a:solidFill>
              </a:rPr>
              <a:t>firstName</a:t>
            </a:r>
            <a:endParaRPr kumimoji="1" lang="ja-JP" altLang="en-US" sz="2000" baseline="0" dirty="0">
              <a:solidFill>
                <a:schemeClr val="tx1"/>
              </a:solidFill>
            </a:endParaRPr>
          </a:p>
        </p:txBody>
      </p:sp>
      <p:pic>
        <p:nvPicPr>
          <p:cNvPr id="14" name="Picture 2" descr="ヒトコブラクダのイラスト">
            <a:extLst>
              <a:ext uri="{FF2B5EF4-FFF2-40B4-BE49-F238E27FC236}">
                <a16:creationId xmlns:a16="http://schemas.microsoft.com/office/drawing/2014/main" id="{17F51022-CFCE-4524-97ED-8E19A49ECC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009" y="3081842"/>
            <a:ext cx="1714500" cy="1714500"/>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a:extLst>
              <a:ext uri="{FF2B5EF4-FFF2-40B4-BE49-F238E27FC236}">
                <a16:creationId xmlns:a16="http://schemas.microsoft.com/office/drawing/2014/main" id="{FC451FAB-BD3C-4344-8542-6012CE5465CA}"/>
              </a:ext>
            </a:extLst>
          </p:cNvPr>
          <p:cNvSpPr txBox="1"/>
          <p:nvPr/>
        </p:nvSpPr>
        <p:spPr>
          <a:xfrm>
            <a:off x="5728249" y="2219202"/>
            <a:ext cx="1530627" cy="422648"/>
          </a:xfrm>
          <a:prstGeom prst="rect">
            <a:avLst/>
          </a:prstGeom>
          <a:noFill/>
        </p:spPr>
        <p:txBody>
          <a:bodyPr wrap="square" rtlCol="0">
            <a:noAutofit/>
          </a:bodyPr>
          <a:lstStyle/>
          <a:p>
            <a:pPr algn="ctr"/>
            <a:r>
              <a:rPr kumimoji="1" lang="en-US" altLang="ja-JP" sz="2000"/>
              <a:t>FIRST_NAME</a:t>
            </a:r>
            <a:endParaRPr kumimoji="1" lang="ja-JP" altLang="en-US" sz="2000" baseline="0" dirty="0">
              <a:solidFill>
                <a:schemeClr val="tx1"/>
              </a:solidFill>
            </a:endParaRPr>
          </a:p>
        </p:txBody>
      </p:sp>
      <p:sp>
        <p:nvSpPr>
          <p:cNvPr id="16" name="正方形/長方形 6">
            <a:extLst>
              <a:ext uri="{FF2B5EF4-FFF2-40B4-BE49-F238E27FC236}">
                <a16:creationId xmlns:a16="http://schemas.microsoft.com/office/drawing/2014/main" id="{A11CAB56-2B01-4378-974B-DE6251F44E0A}"/>
              </a:ext>
            </a:extLst>
          </p:cNvPr>
          <p:cNvSpPr/>
          <p:nvPr/>
        </p:nvSpPr>
        <p:spPr>
          <a:xfrm>
            <a:off x="5777947" y="2773606"/>
            <a:ext cx="1431235" cy="433421"/>
          </a:xfrm>
          <a:custGeom>
            <a:avLst/>
            <a:gdLst>
              <a:gd name="connsiteX0" fmla="*/ 0 w 1431235"/>
              <a:gd name="connsiteY0" fmla="*/ 0 h 424069"/>
              <a:gd name="connsiteX1" fmla="*/ 1431235 w 1431235"/>
              <a:gd name="connsiteY1" fmla="*/ 0 h 424069"/>
              <a:gd name="connsiteX2" fmla="*/ 1431235 w 1431235"/>
              <a:gd name="connsiteY2" fmla="*/ 424069 h 424069"/>
              <a:gd name="connsiteX3" fmla="*/ 0 w 1431235"/>
              <a:gd name="connsiteY3" fmla="*/ 424069 h 424069"/>
              <a:gd name="connsiteX4" fmla="*/ 0 w 1431235"/>
              <a:gd name="connsiteY4" fmla="*/ 0 h 424069"/>
              <a:gd name="connsiteX0" fmla="*/ 0 w 1431235"/>
              <a:gd name="connsiteY0" fmla="*/ 291548 h 715617"/>
              <a:gd name="connsiteX1" fmla="*/ 735496 w 1431235"/>
              <a:gd name="connsiteY1" fmla="*/ 0 h 715617"/>
              <a:gd name="connsiteX2" fmla="*/ 1431235 w 1431235"/>
              <a:gd name="connsiteY2" fmla="*/ 291548 h 715617"/>
              <a:gd name="connsiteX3" fmla="*/ 1431235 w 1431235"/>
              <a:gd name="connsiteY3" fmla="*/ 715617 h 715617"/>
              <a:gd name="connsiteX4" fmla="*/ 0 w 1431235"/>
              <a:gd name="connsiteY4" fmla="*/ 715617 h 715617"/>
              <a:gd name="connsiteX5" fmla="*/ 0 w 1431235"/>
              <a:gd name="connsiteY5" fmla="*/ 291548 h 715617"/>
              <a:gd name="connsiteX0" fmla="*/ 0 w 1431235"/>
              <a:gd name="connsiteY0" fmla="*/ 291548 h 715617"/>
              <a:gd name="connsiteX1" fmla="*/ 735496 w 1431235"/>
              <a:gd name="connsiteY1" fmla="*/ 0 h 715617"/>
              <a:gd name="connsiteX2" fmla="*/ 1431235 w 1431235"/>
              <a:gd name="connsiteY2" fmla="*/ 291548 h 715617"/>
              <a:gd name="connsiteX3" fmla="*/ 1431235 w 1431235"/>
              <a:gd name="connsiteY3" fmla="*/ 715617 h 715617"/>
              <a:gd name="connsiteX4" fmla="*/ 0 w 1431235"/>
              <a:gd name="connsiteY4" fmla="*/ 715617 h 715617"/>
              <a:gd name="connsiteX5" fmla="*/ 0 w 1431235"/>
              <a:gd name="connsiteY5" fmla="*/ 291548 h 715617"/>
              <a:gd name="connsiteX0" fmla="*/ 0 w 1431235"/>
              <a:gd name="connsiteY0" fmla="*/ 294227 h 718296"/>
              <a:gd name="connsiteX1" fmla="*/ 430696 w 1431235"/>
              <a:gd name="connsiteY1" fmla="*/ 188209 h 718296"/>
              <a:gd name="connsiteX2" fmla="*/ 735496 w 1431235"/>
              <a:gd name="connsiteY2" fmla="*/ 2679 h 718296"/>
              <a:gd name="connsiteX3" fmla="*/ 1431235 w 1431235"/>
              <a:gd name="connsiteY3" fmla="*/ 294227 h 718296"/>
              <a:gd name="connsiteX4" fmla="*/ 1431235 w 1431235"/>
              <a:gd name="connsiteY4" fmla="*/ 718296 h 718296"/>
              <a:gd name="connsiteX5" fmla="*/ 0 w 1431235"/>
              <a:gd name="connsiteY5" fmla="*/ 718296 h 718296"/>
              <a:gd name="connsiteX6" fmla="*/ 0 w 1431235"/>
              <a:gd name="connsiteY6" fmla="*/ 294227 h 718296"/>
              <a:gd name="connsiteX0" fmla="*/ 0 w 1431235"/>
              <a:gd name="connsiteY0" fmla="*/ 291604 h 715673"/>
              <a:gd name="connsiteX1" fmla="*/ 430696 w 1431235"/>
              <a:gd name="connsiteY1" fmla="*/ 185586 h 715673"/>
              <a:gd name="connsiteX2" fmla="*/ 735496 w 1431235"/>
              <a:gd name="connsiteY2" fmla="*/ 56 h 715673"/>
              <a:gd name="connsiteX3" fmla="*/ 980661 w 1431235"/>
              <a:gd name="connsiteY3" fmla="*/ 192212 h 715673"/>
              <a:gd name="connsiteX4" fmla="*/ 1431235 w 1431235"/>
              <a:gd name="connsiteY4" fmla="*/ 291604 h 715673"/>
              <a:gd name="connsiteX5" fmla="*/ 1431235 w 1431235"/>
              <a:gd name="connsiteY5" fmla="*/ 715673 h 715673"/>
              <a:gd name="connsiteX6" fmla="*/ 0 w 1431235"/>
              <a:gd name="connsiteY6" fmla="*/ 715673 h 715673"/>
              <a:gd name="connsiteX7" fmla="*/ 0 w 1431235"/>
              <a:gd name="connsiteY7" fmla="*/ 291604 h 715673"/>
              <a:gd name="connsiteX0" fmla="*/ 0 w 1431235"/>
              <a:gd name="connsiteY0" fmla="*/ 298226 h 722295"/>
              <a:gd name="connsiteX1" fmla="*/ 430696 w 1431235"/>
              <a:gd name="connsiteY1" fmla="*/ 192208 h 722295"/>
              <a:gd name="connsiteX2" fmla="*/ 708991 w 1431235"/>
              <a:gd name="connsiteY2" fmla="*/ 52 h 722295"/>
              <a:gd name="connsiteX3" fmla="*/ 980661 w 1431235"/>
              <a:gd name="connsiteY3" fmla="*/ 198834 h 722295"/>
              <a:gd name="connsiteX4" fmla="*/ 1431235 w 1431235"/>
              <a:gd name="connsiteY4" fmla="*/ 298226 h 722295"/>
              <a:gd name="connsiteX5" fmla="*/ 1431235 w 1431235"/>
              <a:gd name="connsiteY5" fmla="*/ 722295 h 722295"/>
              <a:gd name="connsiteX6" fmla="*/ 0 w 1431235"/>
              <a:gd name="connsiteY6" fmla="*/ 722295 h 722295"/>
              <a:gd name="connsiteX7" fmla="*/ 0 w 1431235"/>
              <a:gd name="connsiteY7" fmla="*/ 298226 h 722295"/>
              <a:gd name="connsiteX0" fmla="*/ 0 w 1431235"/>
              <a:gd name="connsiteY0" fmla="*/ 650005 h 1074074"/>
              <a:gd name="connsiteX1" fmla="*/ 430696 w 1431235"/>
              <a:gd name="connsiteY1" fmla="*/ 543987 h 1074074"/>
              <a:gd name="connsiteX2" fmla="*/ 715617 w 1431235"/>
              <a:gd name="connsiteY2" fmla="*/ 17 h 1074074"/>
              <a:gd name="connsiteX3" fmla="*/ 980661 w 1431235"/>
              <a:gd name="connsiteY3" fmla="*/ 550613 h 1074074"/>
              <a:gd name="connsiteX4" fmla="*/ 1431235 w 1431235"/>
              <a:gd name="connsiteY4" fmla="*/ 650005 h 1074074"/>
              <a:gd name="connsiteX5" fmla="*/ 1431235 w 1431235"/>
              <a:gd name="connsiteY5" fmla="*/ 1074074 h 1074074"/>
              <a:gd name="connsiteX6" fmla="*/ 0 w 1431235"/>
              <a:gd name="connsiteY6" fmla="*/ 1074074 h 1074074"/>
              <a:gd name="connsiteX7" fmla="*/ 0 w 1431235"/>
              <a:gd name="connsiteY7" fmla="*/ 650005 h 1074074"/>
              <a:gd name="connsiteX0" fmla="*/ 0 w 1431235"/>
              <a:gd name="connsiteY0" fmla="*/ 650005 h 1074074"/>
              <a:gd name="connsiteX1" fmla="*/ 384313 w 1431235"/>
              <a:gd name="connsiteY1" fmla="*/ 432887 h 1074074"/>
              <a:gd name="connsiteX2" fmla="*/ 715617 w 1431235"/>
              <a:gd name="connsiteY2" fmla="*/ 17 h 1074074"/>
              <a:gd name="connsiteX3" fmla="*/ 980661 w 1431235"/>
              <a:gd name="connsiteY3" fmla="*/ 550613 h 1074074"/>
              <a:gd name="connsiteX4" fmla="*/ 1431235 w 1431235"/>
              <a:gd name="connsiteY4" fmla="*/ 650005 h 1074074"/>
              <a:gd name="connsiteX5" fmla="*/ 1431235 w 1431235"/>
              <a:gd name="connsiteY5" fmla="*/ 1074074 h 1074074"/>
              <a:gd name="connsiteX6" fmla="*/ 0 w 1431235"/>
              <a:gd name="connsiteY6" fmla="*/ 1074074 h 1074074"/>
              <a:gd name="connsiteX7" fmla="*/ 0 w 1431235"/>
              <a:gd name="connsiteY7" fmla="*/ 650005 h 1074074"/>
              <a:gd name="connsiteX0" fmla="*/ 0 w 1431235"/>
              <a:gd name="connsiteY0" fmla="*/ 650008 h 1074077"/>
              <a:gd name="connsiteX1" fmla="*/ 384313 w 1431235"/>
              <a:gd name="connsiteY1" fmla="*/ 432890 h 1074077"/>
              <a:gd name="connsiteX2" fmla="*/ 715617 w 1431235"/>
              <a:gd name="connsiteY2" fmla="*/ 20 h 1074077"/>
              <a:gd name="connsiteX3" fmla="*/ 1013792 w 1431235"/>
              <a:gd name="connsiteY3" fmla="*/ 420999 h 1074077"/>
              <a:gd name="connsiteX4" fmla="*/ 1431235 w 1431235"/>
              <a:gd name="connsiteY4" fmla="*/ 650008 h 1074077"/>
              <a:gd name="connsiteX5" fmla="*/ 1431235 w 1431235"/>
              <a:gd name="connsiteY5" fmla="*/ 1074077 h 1074077"/>
              <a:gd name="connsiteX6" fmla="*/ 0 w 1431235"/>
              <a:gd name="connsiteY6" fmla="*/ 1074077 h 1074077"/>
              <a:gd name="connsiteX7" fmla="*/ 0 w 1431235"/>
              <a:gd name="connsiteY7" fmla="*/ 650008 h 1074077"/>
              <a:gd name="connsiteX0" fmla="*/ 0 w 1431235"/>
              <a:gd name="connsiteY0" fmla="*/ 763488 h 1187557"/>
              <a:gd name="connsiteX1" fmla="*/ 390939 w 1431235"/>
              <a:gd name="connsiteY1" fmla="*/ 9387 h 1187557"/>
              <a:gd name="connsiteX2" fmla="*/ 715617 w 1431235"/>
              <a:gd name="connsiteY2" fmla="*/ 113500 h 1187557"/>
              <a:gd name="connsiteX3" fmla="*/ 1013792 w 1431235"/>
              <a:gd name="connsiteY3" fmla="*/ 534479 h 1187557"/>
              <a:gd name="connsiteX4" fmla="*/ 1431235 w 1431235"/>
              <a:gd name="connsiteY4" fmla="*/ 763488 h 1187557"/>
              <a:gd name="connsiteX5" fmla="*/ 1431235 w 1431235"/>
              <a:gd name="connsiteY5" fmla="*/ 1187557 h 1187557"/>
              <a:gd name="connsiteX6" fmla="*/ 0 w 1431235"/>
              <a:gd name="connsiteY6" fmla="*/ 1187557 h 1187557"/>
              <a:gd name="connsiteX7" fmla="*/ 0 w 1431235"/>
              <a:gd name="connsiteY7" fmla="*/ 763488 h 1187557"/>
              <a:gd name="connsiteX0" fmla="*/ 0 w 1431235"/>
              <a:gd name="connsiteY0" fmla="*/ 756820 h 1180889"/>
              <a:gd name="connsiteX1" fmla="*/ 390939 w 1431235"/>
              <a:gd name="connsiteY1" fmla="*/ 2719 h 1180889"/>
              <a:gd name="connsiteX2" fmla="*/ 735495 w 1431235"/>
              <a:gd name="connsiteY2" fmla="*/ 569748 h 1180889"/>
              <a:gd name="connsiteX3" fmla="*/ 1013792 w 1431235"/>
              <a:gd name="connsiteY3" fmla="*/ 527811 h 1180889"/>
              <a:gd name="connsiteX4" fmla="*/ 1431235 w 1431235"/>
              <a:gd name="connsiteY4" fmla="*/ 756820 h 1180889"/>
              <a:gd name="connsiteX5" fmla="*/ 1431235 w 1431235"/>
              <a:gd name="connsiteY5" fmla="*/ 1180889 h 1180889"/>
              <a:gd name="connsiteX6" fmla="*/ 0 w 1431235"/>
              <a:gd name="connsiteY6" fmla="*/ 1180889 h 1180889"/>
              <a:gd name="connsiteX7" fmla="*/ 0 w 1431235"/>
              <a:gd name="connsiteY7" fmla="*/ 756820 h 1180889"/>
              <a:gd name="connsiteX0" fmla="*/ 0 w 1431235"/>
              <a:gd name="connsiteY0" fmla="*/ 787132 h 1211201"/>
              <a:gd name="connsiteX1" fmla="*/ 390939 w 1431235"/>
              <a:gd name="connsiteY1" fmla="*/ 33031 h 1211201"/>
              <a:gd name="connsiteX2" fmla="*/ 735495 w 1431235"/>
              <a:gd name="connsiteY2" fmla="*/ 600060 h 1211201"/>
              <a:gd name="connsiteX3" fmla="*/ 1033670 w 1431235"/>
              <a:gd name="connsiteY3" fmla="*/ 2621 h 1211201"/>
              <a:gd name="connsiteX4" fmla="*/ 1431235 w 1431235"/>
              <a:gd name="connsiteY4" fmla="*/ 787132 h 1211201"/>
              <a:gd name="connsiteX5" fmla="*/ 1431235 w 1431235"/>
              <a:gd name="connsiteY5" fmla="*/ 1211201 h 1211201"/>
              <a:gd name="connsiteX6" fmla="*/ 0 w 1431235"/>
              <a:gd name="connsiteY6" fmla="*/ 1211201 h 1211201"/>
              <a:gd name="connsiteX7" fmla="*/ 0 w 1431235"/>
              <a:gd name="connsiteY7" fmla="*/ 787132 h 1211201"/>
              <a:gd name="connsiteX0" fmla="*/ 0 w 1431235"/>
              <a:gd name="connsiteY0" fmla="*/ 787132 h 1211201"/>
              <a:gd name="connsiteX1" fmla="*/ 390939 w 1431235"/>
              <a:gd name="connsiteY1" fmla="*/ 33031 h 1211201"/>
              <a:gd name="connsiteX2" fmla="*/ 722243 w 1431235"/>
              <a:gd name="connsiteY2" fmla="*/ 600060 h 1211201"/>
              <a:gd name="connsiteX3" fmla="*/ 1033670 w 1431235"/>
              <a:gd name="connsiteY3" fmla="*/ 2621 h 1211201"/>
              <a:gd name="connsiteX4" fmla="*/ 1431235 w 1431235"/>
              <a:gd name="connsiteY4" fmla="*/ 787132 h 1211201"/>
              <a:gd name="connsiteX5" fmla="*/ 1431235 w 1431235"/>
              <a:gd name="connsiteY5" fmla="*/ 1211201 h 1211201"/>
              <a:gd name="connsiteX6" fmla="*/ 0 w 1431235"/>
              <a:gd name="connsiteY6" fmla="*/ 1211201 h 1211201"/>
              <a:gd name="connsiteX7" fmla="*/ 0 w 1431235"/>
              <a:gd name="connsiteY7" fmla="*/ 787132 h 1211201"/>
              <a:gd name="connsiteX0" fmla="*/ 0 w 1431235"/>
              <a:gd name="connsiteY0" fmla="*/ 787132 h 1211201"/>
              <a:gd name="connsiteX1" fmla="*/ 390939 w 1431235"/>
              <a:gd name="connsiteY1" fmla="*/ 33031 h 1211201"/>
              <a:gd name="connsiteX2" fmla="*/ 722243 w 1431235"/>
              <a:gd name="connsiteY2" fmla="*/ 600060 h 1211201"/>
              <a:gd name="connsiteX3" fmla="*/ 1033670 w 1431235"/>
              <a:gd name="connsiteY3" fmla="*/ 2621 h 1211201"/>
              <a:gd name="connsiteX4" fmla="*/ 1431235 w 1431235"/>
              <a:gd name="connsiteY4" fmla="*/ 787131 h 1211201"/>
              <a:gd name="connsiteX5" fmla="*/ 1431235 w 1431235"/>
              <a:gd name="connsiteY5" fmla="*/ 1211201 h 1211201"/>
              <a:gd name="connsiteX6" fmla="*/ 0 w 1431235"/>
              <a:gd name="connsiteY6" fmla="*/ 1211201 h 1211201"/>
              <a:gd name="connsiteX7" fmla="*/ 0 w 1431235"/>
              <a:gd name="connsiteY7" fmla="*/ 787132 h 1211201"/>
              <a:gd name="connsiteX0" fmla="*/ 0 w 1431235"/>
              <a:gd name="connsiteY0" fmla="*/ 787132 h 1211201"/>
              <a:gd name="connsiteX1" fmla="*/ 390939 w 1431235"/>
              <a:gd name="connsiteY1" fmla="*/ 33031 h 1211201"/>
              <a:gd name="connsiteX2" fmla="*/ 722243 w 1431235"/>
              <a:gd name="connsiteY2" fmla="*/ 600060 h 1211201"/>
              <a:gd name="connsiteX3" fmla="*/ 1033670 w 1431235"/>
              <a:gd name="connsiteY3" fmla="*/ 2621 h 1211201"/>
              <a:gd name="connsiteX4" fmla="*/ 1431235 w 1431235"/>
              <a:gd name="connsiteY4" fmla="*/ 842680 h 1211201"/>
              <a:gd name="connsiteX5" fmla="*/ 1431235 w 1431235"/>
              <a:gd name="connsiteY5" fmla="*/ 1211201 h 1211201"/>
              <a:gd name="connsiteX6" fmla="*/ 0 w 1431235"/>
              <a:gd name="connsiteY6" fmla="*/ 1211201 h 1211201"/>
              <a:gd name="connsiteX7" fmla="*/ 0 w 1431235"/>
              <a:gd name="connsiteY7" fmla="*/ 787132 h 1211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1235" h="1211201">
                <a:moveTo>
                  <a:pt x="0" y="787132"/>
                </a:moveTo>
                <a:cubicBezTo>
                  <a:pt x="59635" y="691054"/>
                  <a:pt x="268356" y="81622"/>
                  <a:pt x="390939" y="33031"/>
                </a:cubicBezTo>
                <a:cubicBezTo>
                  <a:pt x="513522" y="-15560"/>
                  <a:pt x="621747" y="603373"/>
                  <a:pt x="722243" y="600060"/>
                </a:cubicBezTo>
                <a:cubicBezTo>
                  <a:pt x="822739" y="596747"/>
                  <a:pt x="917713" y="-45970"/>
                  <a:pt x="1033670" y="2621"/>
                </a:cubicBezTo>
                <a:cubicBezTo>
                  <a:pt x="1149627" y="51212"/>
                  <a:pt x="1364974" y="751019"/>
                  <a:pt x="1431235" y="842680"/>
                </a:cubicBezTo>
                <a:lnTo>
                  <a:pt x="1431235" y="1211201"/>
                </a:lnTo>
                <a:lnTo>
                  <a:pt x="0" y="1211201"/>
                </a:lnTo>
                <a:lnTo>
                  <a:pt x="0" y="787132"/>
                </a:lnTo>
                <a:close/>
              </a:path>
            </a:pathLst>
          </a:cu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pic>
        <p:nvPicPr>
          <p:cNvPr id="17" name="Picture 6" descr="年賀状のイラスト「緑へびさん・巳年」">
            <a:extLst>
              <a:ext uri="{FF2B5EF4-FFF2-40B4-BE49-F238E27FC236}">
                <a16:creationId xmlns:a16="http://schemas.microsoft.com/office/drawing/2014/main" id="{34FB898E-24D5-4C25-9CC8-F7C4C6A20D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9731" y="3256196"/>
            <a:ext cx="1807665" cy="1365791"/>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プレースホルダー 4">
            <a:extLst>
              <a:ext uri="{FF2B5EF4-FFF2-40B4-BE49-F238E27FC236}">
                <a16:creationId xmlns:a16="http://schemas.microsoft.com/office/drawing/2014/main" id="{8791EBD2-419F-42F5-B730-ADC0BCC91DFC}"/>
              </a:ext>
            </a:extLst>
          </p:cNvPr>
          <p:cNvSpPr txBox="1">
            <a:spLocks/>
          </p:cNvSpPr>
          <p:nvPr/>
        </p:nvSpPr>
        <p:spPr>
          <a:xfrm>
            <a:off x="2724013" y="3604426"/>
            <a:ext cx="1941984" cy="31225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キャメル＝ラクダ</a:t>
            </a:r>
          </a:p>
        </p:txBody>
      </p:sp>
      <p:sp>
        <p:nvSpPr>
          <p:cNvPr id="19" name="テキスト プレースホルダー 4">
            <a:extLst>
              <a:ext uri="{FF2B5EF4-FFF2-40B4-BE49-F238E27FC236}">
                <a16:creationId xmlns:a16="http://schemas.microsoft.com/office/drawing/2014/main" id="{16E893FE-0329-4CC6-86A8-CE10F146CCCC}"/>
              </a:ext>
            </a:extLst>
          </p:cNvPr>
          <p:cNvSpPr txBox="1">
            <a:spLocks/>
          </p:cNvSpPr>
          <p:nvPr/>
        </p:nvSpPr>
        <p:spPr>
          <a:xfrm>
            <a:off x="6426404" y="3579669"/>
            <a:ext cx="1941984" cy="312256"/>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スネーク＝ヘビ</a:t>
            </a:r>
          </a:p>
        </p:txBody>
      </p:sp>
    </p:spTree>
    <p:extLst>
      <p:ext uri="{BB962C8B-B14F-4D97-AF65-F5344CB8AC3E}">
        <p14:creationId xmlns:p14="http://schemas.microsoft.com/office/powerpoint/2010/main" val="237955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962035A-0E7F-4C66-8652-8C3DB9AB4B7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C2600F4-4C41-40A4-B127-4C95273C2234}"/>
              </a:ext>
            </a:extLst>
          </p:cNvPr>
          <p:cNvSpPr>
            <a:spLocks noGrp="1"/>
          </p:cNvSpPr>
          <p:nvPr>
            <p:ph type="ctrTitle"/>
          </p:nvPr>
        </p:nvSpPr>
        <p:spPr/>
        <p:txBody>
          <a:bodyPr/>
          <a:lstStyle/>
          <a:p>
            <a:r>
              <a:rPr lang="ja-JP" altLang="en-US" dirty="0"/>
              <a:t>変数</a:t>
            </a:r>
            <a:r>
              <a:rPr kumimoji="1" lang="ja-JP" altLang="en-US" dirty="0"/>
              <a:t>のまとめ</a:t>
            </a:r>
          </a:p>
        </p:txBody>
      </p:sp>
      <p:sp>
        <p:nvSpPr>
          <p:cNvPr id="4" name="スライド番号プレースホルダー 3">
            <a:extLst>
              <a:ext uri="{FF2B5EF4-FFF2-40B4-BE49-F238E27FC236}">
                <a16:creationId xmlns:a16="http://schemas.microsoft.com/office/drawing/2014/main" id="{92AD4B0F-7A36-4228-8DE5-B91FBCD3E5D1}"/>
              </a:ext>
            </a:extLst>
          </p:cNvPr>
          <p:cNvSpPr>
            <a:spLocks noGrp="1"/>
          </p:cNvSpPr>
          <p:nvPr>
            <p:ph type="sldNum" sz="quarter" idx="4"/>
          </p:nvPr>
        </p:nvSpPr>
        <p:spPr/>
        <p:txBody>
          <a:bodyPr/>
          <a:lstStyle/>
          <a:p>
            <a:fld id="{00000000-1234-1234-1234-123412341234}" type="slidenum">
              <a:rPr lang="en" smtClean="0"/>
              <a:pPr/>
              <a:t>17</a:t>
            </a:fld>
            <a:endParaRPr lang="en" dirty="0"/>
          </a:p>
        </p:txBody>
      </p:sp>
      <p:sp>
        <p:nvSpPr>
          <p:cNvPr id="5" name="テキスト プレースホルダー 4">
            <a:extLst>
              <a:ext uri="{FF2B5EF4-FFF2-40B4-BE49-F238E27FC236}">
                <a16:creationId xmlns:a16="http://schemas.microsoft.com/office/drawing/2014/main" id="{B8045AC5-6FD9-48E8-8FFD-CD130F3B1311}"/>
              </a:ext>
            </a:extLst>
          </p:cNvPr>
          <p:cNvSpPr>
            <a:spLocks noGrp="1"/>
          </p:cNvSpPr>
          <p:nvPr>
            <p:ph type="body" sz="quarter" idx="14"/>
          </p:nvPr>
        </p:nvSpPr>
        <p:spPr/>
        <p:txBody>
          <a:bodyPr/>
          <a:lstStyle/>
          <a:p>
            <a:r>
              <a:rPr kumimoji="1" lang="ja-JP" altLang="en-US" dirty="0"/>
              <a:t>変数とはどんなもの？</a:t>
            </a:r>
            <a:endParaRPr kumimoji="1" lang="en-US" altLang="ja-JP" dirty="0"/>
          </a:p>
          <a:p>
            <a:pPr marL="452438" lvl="1" indent="0">
              <a:buNone/>
            </a:pPr>
            <a:endParaRPr kumimoji="1" lang="en-US" altLang="ja-JP" dirty="0"/>
          </a:p>
          <a:p>
            <a:r>
              <a:rPr lang="ja-JP" altLang="en-US" dirty="0"/>
              <a:t>変数名の命名規則と慣習って何？</a:t>
            </a:r>
            <a:endParaRPr lang="en-US" altLang="ja-JP" dirty="0"/>
          </a:p>
          <a:p>
            <a:endParaRPr lang="en-US" altLang="ja-JP" dirty="0"/>
          </a:p>
          <a:p>
            <a:r>
              <a:rPr lang="ja-JP" altLang="en-US" dirty="0"/>
              <a:t>変数の基本的な使い方は何？</a:t>
            </a:r>
            <a:endParaRPr lang="en-US" altLang="ja-JP" dirty="0"/>
          </a:p>
          <a:p>
            <a:endParaRPr lang="en-US" altLang="ja-JP" dirty="0"/>
          </a:p>
          <a:p>
            <a:r>
              <a:rPr lang="ja-JP" altLang="en-US" dirty="0"/>
              <a:t>変数の基本的な以外の使い方は？</a:t>
            </a:r>
            <a:endParaRPr lang="en-US" altLang="ja-JP" dirty="0"/>
          </a:p>
          <a:p>
            <a:endParaRPr lang="en-US" altLang="ja-JP" dirty="0"/>
          </a:p>
          <a:p>
            <a:r>
              <a:rPr lang="ja-JP" altLang="en-US" dirty="0"/>
              <a:t>データ型</a:t>
            </a:r>
            <a:r>
              <a:rPr lang="en-US" altLang="ja-JP" dirty="0"/>
              <a:t>9</a:t>
            </a:r>
            <a:r>
              <a:rPr lang="ja-JP" altLang="en-US" dirty="0"/>
              <a:t>種類を全部言えますか？</a:t>
            </a:r>
          </a:p>
          <a:p>
            <a:endParaRPr lang="en-US" altLang="ja-JP" dirty="0"/>
          </a:p>
          <a:p>
            <a:r>
              <a:rPr lang="ja-JP" altLang="en-US" dirty="0"/>
              <a:t>定数とはどんなもの？</a:t>
            </a:r>
            <a:endParaRPr lang="en-US" altLang="ja-JP" dirty="0"/>
          </a:p>
          <a:p>
            <a:endParaRPr lang="en-US" altLang="ja-JP" dirty="0"/>
          </a:p>
        </p:txBody>
      </p:sp>
    </p:spTree>
    <p:extLst>
      <p:ext uri="{BB962C8B-B14F-4D97-AF65-F5344CB8AC3E}">
        <p14:creationId xmlns:p14="http://schemas.microsoft.com/office/powerpoint/2010/main" val="1398339670"/>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solidFill>
            <a:schemeClr val="tx2"/>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1563</TotalTime>
  <Words>1822</Words>
  <Application>Microsoft Office PowerPoint</Application>
  <PresentationFormat>画面に合わせる (16:9)</PresentationFormat>
  <Paragraphs>248</Paragraphs>
  <Slides>18</Slides>
  <Notes>2</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18</vt:i4>
      </vt:variant>
    </vt:vector>
  </HeadingPairs>
  <TitlesOfParts>
    <vt:vector size="28" baseType="lpstr">
      <vt:lpstr>BIZ UDゴシック</vt:lpstr>
      <vt:lpstr>MyricaM M</vt:lpstr>
      <vt:lpstr>Gill Sans Ultra Bold</vt:lpstr>
      <vt:lpstr>Arial</vt:lpstr>
      <vt:lpstr>Meiryo</vt:lpstr>
      <vt:lpstr>Montserrat</vt:lpstr>
      <vt:lpstr>Quattrocento Sans</vt:lpstr>
      <vt:lpstr>HGP創英角ﾎﾟｯﾌﾟ体</vt:lpstr>
      <vt:lpstr>游ゴシック</vt:lpstr>
      <vt:lpstr>template</vt:lpstr>
      <vt:lpstr>改訂履歴</vt:lpstr>
      <vt:lpstr>変数と型</vt:lpstr>
      <vt:lpstr>テキストの ゴール</vt:lpstr>
      <vt:lpstr>テキストの 流れ</vt:lpstr>
      <vt:lpstr>変数</vt:lpstr>
      <vt:lpstr>変数名の命名規則</vt:lpstr>
      <vt:lpstr>変数名の慣習</vt:lpstr>
      <vt:lpstr>変数の使い方</vt:lpstr>
      <vt:lpstr>変数を使う順番</vt:lpstr>
      <vt:lpstr>データ型とは</vt:lpstr>
      <vt:lpstr>代表的なデータ型</vt:lpstr>
      <vt:lpstr>データ型の使い分け</vt:lpstr>
      <vt:lpstr>変数の初期化と再代入</vt:lpstr>
      <vt:lpstr>コメント</vt:lpstr>
      <vt:lpstr>コメント</vt:lpstr>
      <vt:lpstr>定数</vt:lpstr>
      <vt:lpstr>キャメルケースとスネークケース</vt:lpstr>
      <vt:lpstr>変数のまとめ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27</cp:revision>
  <dcterms:created xsi:type="dcterms:W3CDTF">2020-11-26T07:05:51Z</dcterms:created>
  <dcterms:modified xsi:type="dcterms:W3CDTF">2025-03-19T07:52:07Z</dcterms:modified>
</cp:coreProperties>
</file>