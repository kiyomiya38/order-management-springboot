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15"/>
  </p:notesMasterIdLst>
  <p:handoutMasterIdLst>
    <p:handoutMasterId r:id="rId16"/>
  </p:handoutMasterIdLst>
  <p:sldIdLst>
    <p:sldId id="382" r:id="rId2"/>
    <p:sldId id="256" r:id="rId3"/>
    <p:sldId id="360" r:id="rId4"/>
    <p:sldId id="361" r:id="rId5"/>
    <p:sldId id="431" r:id="rId6"/>
    <p:sldId id="418" r:id="rId7"/>
    <p:sldId id="430" r:id="rId8"/>
    <p:sldId id="432" r:id="rId9"/>
    <p:sldId id="434" r:id="rId10"/>
    <p:sldId id="426" r:id="rId11"/>
    <p:sldId id="435" r:id="rId12"/>
    <p:sldId id="433" r:id="rId13"/>
    <p:sldId id="375" r:id="rId14"/>
  </p:sldIdLst>
  <p:sldSz cx="9144000" cy="5143500" type="screen16x9"/>
  <p:notesSz cx="6858000" cy="9144000"/>
  <p:embeddedFontLst>
    <p:embeddedFont>
      <p:font typeface="MyricaM M" panose="020B0600070205080204" charset="-128"/>
      <p:regular r:id="rId17"/>
    </p:embeddedFont>
    <p:embeddedFont>
      <p:font typeface="BIZ UDゴシック" panose="020B0400000000000000" pitchFamily="49" charset="-128"/>
      <p:regular r:id="rId18"/>
      <p:bold r:id="rId19"/>
    </p:embeddedFont>
    <p:embeddedFont>
      <p:font typeface="Gill Sans Ultra Bold" panose="020B0A02020104020203" pitchFamily="34" charset="0"/>
      <p:regular r:id="rId20"/>
    </p:embeddedFont>
    <p:embeddedFont>
      <p:font typeface="HGP創英角ﾎﾟｯﾌﾟ体" panose="040B0A00000000000000" pitchFamily="50" charset="-128"/>
      <p:regular r:id="rId21"/>
    </p:embeddedFont>
    <p:embeddedFont>
      <p:font typeface="Montserrat" panose="00000500000000000000" pitchFamily="2" charset="0"/>
      <p:regular r:id="rId22"/>
      <p:bold r:id="rId23"/>
      <p:italic r:id="rId24"/>
      <p:boldItalic r:id="rId25"/>
    </p:embeddedFont>
    <p:embeddedFont>
      <p:font typeface="游ゴシック" panose="020B0400000000000000" pitchFamily="50" charset="-128"/>
      <p:regular r:id="rId26"/>
      <p:bold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10000"/>
    <a:srgbClr val="00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6D7-0E7C-4FB1-9FB9-09461CD41768}" v="821" dt="2023-03-23T23:58:00.257"/>
  </p1510:revLst>
</p1510:revInfo>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49" autoAdjust="0"/>
    <p:restoredTop sz="95728"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AE171C9D-A8B3-4AB5-91C0-52B3AD443501}"/>
    <pc:docChg chg="undo custSel addSld delSld modSld">
      <pc:chgData name="鈴木 秀規" userId="f68c5fd9-22d5-4c0a-9833-7fb0f5135313" providerId="ADAL" clId="{AE171C9D-A8B3-4AB5-91C0-52B3AD443501}" dt="2021-01-28T09:16:44.910" v="513"/>
      <pc:docMkLst>
        <pc:docMk/>
      </pc:docMkLst>
      <pc:sldChg chg="modSp mod">
        <pc:chgData name="鈴木 秀規" userId="f68c5fd9-22d5-4c0a-9833-7fb0f5135313" providerId="ADAL" clId="{AE171C9D-A8B3-4AB5-91C0-52B3AD443501}" dt="2021-01-28T08:23:28.407" v="25" actId="20577"/>
        <pc:sldMkLst>
          <pc:docMk/>
          <pc:sldMk cId="0" sldId="256"/>
        </pc:sldMkLst>
        <pc:spChg chg="mod">
          <ac:chgData name="鈴木 秀規" userId="f68c5fd9-22d5-4c0a-9833-7fb0f5135313" providerId="ADAL" clId="{AE171C9D-A8B3-4AB5-91C0-52B3AD443501}" dt="2021-01-28T08:23:28.407" v="25" actId="20577"/>
          <ac:spMkLst>
            <pc:docMk/>
            <pc:sldMk cId="0" sldId="256"/>
            <ac:spMk id="56" creationId="{00000000-0000-0000-0000-000000000000}"/>
          </ac:spMkLst>
        </pc:spChg>
      </pc:sldChg>
      <pc:sldChg chg="modSp mod">
        <pc:chgData name="鈴木 秀規" userId="f68c5fd9-22d5-4c0a-9833-7fb0f5135313" providerId="ADAL" clId="{AE171C9D-A8B3-4AB5-91C0-52B3AD443501}" dt="2021-01-28T08:24:17.040" v="33" actId="20577"/>
        <pc:sldMkLst>
          <pc:docMk/>
          <pc:sldMk cId="2397736379" sldId="363"/>
        </pc:sldMkLst>
        <pc:spChg chg="mod">
          <ac:chgData name="鈴木 秀規" userId="f68c5fd9-22d5-4c0a-9833-7fb0f5135313" providerId="ADAL" clId="{AE171C9D-A8B3-4AB5-91C0-52B3AD443501}" dt="2021-01-28T08:23:54.400" v="27"/>
          <ac:spMkLst>
            <pc:docMk/>
            <pc:sldMk cId="2397736379" sldId="363"/>
            <ac:spMk id="7" creationId="{9630AD22-E64D-4A96-B059-2AF9F6580C25}"/>
          </ac:spMkLst>
        </pc:spChg>
        <pc:spChg chg="mod">
          <ac:chgData name="鈴木 秀規" userId="f68c5fd9-22d5-4c0a-9833-7fb0f5135313" providerId="ADAL" clId="{AE171C9D-A8B3-4AB5-91C0-52B3AD443501}" dt="2021-01-28T08:24:17.040" v="33" actId="20577"/>
          <ac:spMkLst>
            <pc:docMk/>
            <pc:sldMk cId="2397736379" sldId="363"/>
            <ac:spMk id="8" creationId="{787CF02A-01AB-4517-BA3E-25572FA82648}"/>
          </ac:spMkLst>
        </pc:spChg>
      </pc:sldChg>
      <pc:sldChg chg="del">
        <pc:chgData name="鈴木 秀規" userId="f68c5fd9-22d5-4c0a-9833-7fb0f5135313" providerId="ADAL" clId="{AE171C9D-A8B3-4AB5-91C0-52B3AD443501}" dt="2021-01-28T08:23:42.589" v="26" actId="2696"/>
        <pc:sldMkLst>
          <pc:docMk/>
          <pc:sldMk cId="2018664081" sldId="364"/>
        </pc:sldMkLst>
      </pc:sldChg>
      <pc:sldChg chg="addSp modSp new mod">
        <pc:chgData name="鈴木 秀規" userId="f68c5fd9-22d5-4c0a-9833-7fb0f5135313" providerId="ADAL" clId="{AE171C9D-A8B3-4AB5-91C0-52B3AD443501}" dt="2021-01-28T08:27:29.780" v="75" actId="14100"/>
        <pc:sldMkLst>
          <pc:docMk/>
          <pc:sldMk cId="4093317005" sldId="364"/>
        </pc:sldMkLst>
        <pc:spChg chg="mod">
          <ac:chgData name="鈴木 秀規" userId="f68c5fd9-22d5-4c0a-9833-7fb0f5135313" providerId="ADAL" clId="{AE171C9D-A8B3-4AB5-91C0-52B3AD443501}" dt="2021-01-28T08:24:28.680" v="35"/>
          <ac:spMkLst>
            <pc:docMk/>
            <pc:sldMk cId="4093317005" sldId="364"/>
            <ac:spMk id="3" creationId="{08BB3CCB-9DC9-46CD-97FE-8693508D3845}"/>
          </ac:spMkLst>
        </pc:spChg>
        <pc:spChg chg="mod">
          <ac:chgData name="鈴木 秀規" userId="f68c5fd9-22d5-4c0a-9833-7fb0f5135313" providerId="ADAL" clId="{AE171C9D-A8B3-4AB5-91C0-52B3AD443501}" dt="2021-01-28T08:27:00.139" v="73" actId="14100"/>
          <ac:spMkLst>
            <pc:docMk/>
            <pc:sldMk cId="4093317005" sldId="364"/>
            <ac:spMk id="5" creationId="{EA794FCE-9C81-4322-8340-1034381E58A6}"/>
          </ac:spMkLst>
        </pc:spChg>
        <pc:spChg chg="add mod">
          <ac:chgData name="鈴木 秀規" userId="f68c5fd9-22d5-4c0a-9833-7fb0f5135313" providerId="ADAL" clId="{AE171C9D-A8B3-4AB5-91C0-52B3AD443501}" dt="2021-01-28T08:27:22.975" v="74" actId="207"/>
          <ac:spMkLst>
            <pc:docMk/>
            <pc:sldMk cId="4093317005" sldId="364"/>
            <ac:spMk id="7" creationId="{DF295B52-B56B-40AA-9B23-22243EE5B8EC}"/>
          </ac:spMkLst>
        </pc:spChg>
        <pc:spChg chg="add mod">
          <ac:chgData name="鈴木 秀規" userId="f68c5fd9-22d5-4c0a-9833-7fb0f5135313" providerId="ADAL" clId="{AE171C9D-A8B3-4AB5-91C0-52B3AD443501}" dt="2021-01-28T08:25:23.354" v="49" actId="2711"/>
          <ac:spMkLst>
            <pc:docMk/>
            <pc:sldMk cId="4093317005" sldId="364"/>
            <ac:spMk id="9" creationId="{EB779C2B-17EA-4846-B814-BD78AC31AAD2}"/>
          </ac:spMkLst>
        </pc:spChg>
        <pc:spChg chg="add mod">
          <ac:chgData name="鈴木 秀規" userId="f68c5fd9-22d5-4c0a-9833-7fb0f5135313" providerId="ADAL" clId="{AE171C9D-A8B3-4AB5-91C0-52B3AD443501}" dt="2021-01-28T08:27:29.780" v="75" actId="14100"/>
          <ac:spMkLst>
            <pc:docMk/>
            <pc:sldMk cId="4093317005" sldId="364"/>
            <ac:spMk id="10" creationId="{7B49838F-1C68-4127-94F2-D1289173D96C}"/>
          </ac:spMkLst>
        </pc:spChg>
        <pc:spChg chg="add mod">
          <ac:chgData name="鈴木 秀規" userId="f68c5fd9-22d5-4c0a-9833-7fb0f5135313" providerId="ADAL" clId="{AE171C9D-A8B3-4AB5-91C0-52B3AD443501}" dt="2021-01-28T08:25:33.024" v="51" actId="1076"/>
          <ac:spMkLst>
            <pc:docMk/>
            <pc:sldMk cId="4093317005" sldId="364"/>
            <ac:spMk id="11" creationId="{DB887FAB-7878-46C7-9D5D-CA2B3FD50494}"/>
          </ac:spMkLst>
        </pc:spChg>
        <pc:spChg chg="add mod">
          <ac:chgData name="鈴木 秀規" userId="f68c5fd9-22d5-4c0a-9833-7fb0f5135313" providerId="ADAL" clId="{AE171C9D-A8B3-4AB5-91C0-52B3AD443501}" dt="2021-01-28T08:25:57.738" v="58" actId="1076"/>
          <ac:spMkLst>
            <pc:docMk/>
            <pc:sldMk cId="4093317005" sldId="364"/>
            <ac:spMk id="14" creationId="{744644A8-1BF0-4578-A327-434DB8785A92}"/>
          </ac:spMkLst>
        </pc:spChg>
        <pc:spChg chg="add mod">
          <ac:chgData name="鈴木 秀規" userId="f68c5fd9-22d5-4c0a-9833-7fb0f5135313" providerId="ADAL" clId="{AE171C9D-A8B3-4AB5-91C0-52B3AD443501}" dt="2021-01-28T08:25:42.334" v="53" actId="1076"/>
          <ac:spMkLst>
            <pc:docMk/>
            <pc:sldMk cId="4093317005" sldId="364"/>
            <ac:spMk id="15" creationId="{C006D28C-D802-4BBA-B0A4-874A4EF5FDCA}"/>
          </ac:spMkLst>
        </pc:spChg>
        <pc:picChg chg="add mod">
          <ac:chgData name="鈴木 秀規" userId="f68c5fd9-22d5-4c0a-9833-7fb0f5135313" providerId="ADAL" clId="{AE171C9D-A8B3-4AB5-91C0-52B3AD443501}" dt="2021-01-28T08:25:37.601" v="52" actId="1076"/>
          <ac:picMkLst>
            <pc:docMk/>
            <pc:sldMk cId="4093317005" sldId="364"/>
            <ac:picMk id="6" creationId="{92186FF4-8991-43D4-A39C-36A6B263CD59}"/>
          </ac:picMkLst>
        </pc:picChg>
        <pc:picChg chg="add mod">
          <ac:chgData name="鈴木 秀規" userId="f68c5fd9-22d5-4c0a-9833-7fb0f5135313" providerId="ADAL" clId="{AE171C9D-A8B3-4AB5-91C0-52B3AD443501}" dt="2021-01-28T08:25:16.200" v="47" actId="14100"/>
          <ac:picMkLst>
            <pc:docMk/>
            <pc:sldMk cId="4093317005" sldId="364"/>
            <ac:picMk id="8" creationId="{6E5F9F94-9ED3-4391-85BC-8478C06E0056}"/>
          </ac:picMkLst>
        </pc:picChg>
        <pc:cxnChg chg="add mod">
          <ac:chgData name="鈴木 秀規" userId="f68c5fd9-22d5-4c0a-9833-7fb0f5135313" providerId="ADAL" clId="{AE171C9D-A8B3-4AB5-91C0-52B3AD443501}" dt="2021-01-28T08:27:29.780" v="75" actId="14100"/>
          <ac:cxnSpMkLst>
            <pc:docMk/>
            <pc:sldMk cId="4093317005" sldId="364"/>
            <ac:cxnSpMk id="12" creationId="{75F81B37-4E9D-44E0-82C7-0C6E7D938AC7}"/>
          </ac:cxnSpMkLst>
        </pc:cxnChg>
        <pc:cxnChg chg="add mod">
          <ac:chgData name="鈴木 秀規" userId="f68c5fd9-22d5-4c0a-9833-7fb0f5135313" providerId="ADAL" clId="{AE171C9D-A8B3-4AB5-91C0-52B3AD443501}" dt="2021-01-28T08:27:29.780" v="75" actId="14100"/>
          <ac:cxnSpMkLst>
            <pc:docMk/>
            <pc:sldMk cId="4093317005" sldId="364"/>
            <ac:cxnSpMk id="13" creationId="{0155E00A-BB51-4B1B-9724-83BC5A24DE25}"/>
          </ac:cxnSpMkLst>
        </pc:cxnChg>
      </pc:sldChg>
      <pc:sldChg chg="del">
        <pc:chgData name="鈴木 秀規" userId="f68c5fd9-22d5-4c0a-9833-7fb0f5135313" providerId="ADAL" clId="{AE171C9D-A8B3-4AB5-91C0-52B3AD443501}" dt="2021-01-28T08:23:42.589" v="26" actId="2696"/>
        <pc:sldMkLst>
          <pc:docMk/>
          <pc:sldMk cId="2019205359" sldId="365"/>
        </pc:sldMkLst>
      </pc:sldChg>
      <pc:sldChg chg="addSp modSp new mod">
        <pc:chgData name="鈴木 秀規" userId="f68c5fd9-22d5-4c0a-9833-7fb0f5135313" providerId="ADAL" clId="{AE171C9D-A8B3-4AB5-91C0-52B3AD443501}" dt="2021-01-28T08:32:50.695" v="168" actId="20577"/>
        <pc:sldMkLst>
          <pc:docMk/>
          <pc:sldMk cId="4051364436" sldId="365"/>
        </pc:sldMkLst>
        <pc:spChg chg="mod">
          <ac:chgData name="鈴木 秀規" userId="f68c5fd9-22d5-4c0a-9833-7fb0f5135313" providerId="ADAL" clId="{AE171C9D-A8B3-4AB5-91C0-52B3AD443501}" dt="2021-01-28T08:27:52.077" v="77"/>
          <ac:spMkLst>
            <pc:docMk/>
            <pc:sldMk cId="4051364436" sldId="365"/>
            <ac:spMk id="3" creationId="{DD1D9F20-25A0-486F-A436-575C206BDE31}"/>
          </ac:spMkLst>
        </pc:spChg>
        <pc:spChg chg="mod">
          <ac:chgData name="鈴木 秀規" userId="f68c5fd9-22d5-4c0a-9833-7fb0f5135313" providerId="ADAL" clId="{AE171C9D-A8B3-4AB5-91C0-52B3AD443501}" dt="2021-01-28T08:28:58.067" v="81" actId="14100"/>
          <ac:spMkLst>
            <pc:docMk/>
            <pc:sldMk cId="4051364436" sldId="365"/>
            <ac:spMk id="5" creationId="{20F1DB10-15F2-4E10-8642-58A7054567CD}"/>
          </ac:spMkLst>
        </pc:spChg>
        <pc:spChg chg="add mod">
          <ac:chgData name="鈴木 秀規" userId="f68c5fd9-22d5-4c0a-9833-7fb0f5135313" providerId="ADAL" clId="{AE171C9D-A8B3-4AB5-91C0-52B3AD443501}" dt="2021-01-28T08:31:27.282" v="117" actId="1036"/>
          <ac:spMkLst>
            <pc:docMk/>
            <pc:sldMk cId="4051364436" sldId="365"/>
            <ac:spMk id="6" creationId="{BD581E50-0CEB-437C-A8A6-7962098F3A91}"/>
          </ac:spMkLst>
        </pc:spChg>
        <pc:spChg chg="add mod">
          <ac:chgData name="鈴木 秀規" userId="f68c5fd9-22d5-4c0a-9833-7fb0f5135313" providerId="ADAL" clId="{AE171C9D-A8B3-4AB5-91C0-52B3AD443501}" dt="2021-01-28T08:31:17.203" v="105" actId="1076"/>
          <ac:spMkLst>
            <pc:docMk/>
            <pc:sldMk cId="4051364436" sldId="365"/>
            <ac:spMk id="7" creationId="{1101D08C-D10E-4BF3-8927-62F604D6885E}"/>
          </ac:spMkLst>
        </pc:spChg>
        <pc:spChg chg="add mod">
          <ac:chgData name="鈴木 秀規" userId="f68c5fd9-22d5-4c0a-9833-7fb0f5135313" providerId="ADAL" clId="{AE171C9D-A8B3-4AB5-91C0-52B3AD443501}" dt="2021-01-28T08:31:10.433" v="104" actId="1076"/>
          <ac:spMkLst>
            <pc:docMk/>
            <pc:sldMk cId="4051364436" sldId="365"/>
            <ac:spMk id="35" creationId="{FD7FEC79-1C75-471F-BAF7-FBC820361873}"/>
          </ac:spMkLst>
        </pc:spChg>
        <pc:spChg chg="add mod">
          <ac:chgData name="鈴木 秀規" userId="f68c5fd9-22d5-4c0a-9833-7fb0f5135313" providerId="ADAL" clId="{AE171C9D-A8B3-4AB5-91C0-52B3AD443501}" dt="2021-01-28T08:32:18.162" v="132" actId="1076"/>
          <ac:spMkLst>
            <pc:docMk/>
            <pc:sldMk cId="4051364436" sldId="365"/>
            <ac:spMk id="36" creationId="{61EFC22A-6F63-4605-9AC6-F19A6586E90A}"/>
          </ac:spMkLst>
        </pc:spChg>
        <pc:spChg chg="add mod">
          <ac:chgData name="鈴木 秀規" userId="f68c5fd9-22d5-4c0a-9833-7fb0f5135313" providerId="ADAL" clId="{AE171C9D-A8B3-4AB5-91C0-52B3AD443501}" dt="2021-01-28T08:32:37.121" v="158" actId="20577"/>
          <ac:spMkLst>
            <pc:docMk/>
            <pc:sldMk cId="4051364436" sldId="365"/>
            <ac:spMk id="37" creationId="{45C65D7E-5EB6-498D-BE4D-2B8A984FF9F1}"/>
          </ac:spMkLst>
        </pc:spChg>
        <pc:spChg chg="add mod">
          <ac:chgData name="鈴木 秀規" userId="f68c5fd9-22d5-4c0a-9833-7fb0f5135313" providerId="ADAL" clId="{AE171C9D-A8B3-4AB5-91C0-52B3AD443501}" dt="2021-01-28T08:32:50.695" v="168" actId="20577"/>
          <ac:spMkLst>
            <pc:docMk/>
            <pc:sldMk cId="4051364436" sldId="365"/>
            <ac:spMk id="38" creationId="{F2F8161B-5FB5-467A-B046-A20AC91BCAE8}"/>
          </ac:spMkLst>
        </pc:spChg>
        <pc:picChg chg="add mod">
          <ac:chgData name="鈴木 秀規" userId="f68c5fd9-22d5-4c0a-9833-7fb0f5135313" providerId="ADAL" clId="{AE171C9D-A8B3-4AB5-91C0-52B3AD443501}" dt="2021-01-28T08:31:17.203" v="105" actId="1076"/>
          <ac:picMkLst>
            <pc:docMk/>
            <pc:sldMk cId="4051364436" sldId="365"/>
            <ac:picMk id="8" creationId="{6757AE74-C9D7-4B3F-85E6-368DFA1CE95C}"/>
          </ac:picMkLst>
        </pc:picChg>
        <pc:picChg chg="add mod">
          <ac:chgData name="鈴木 秀規" userId="f68c5fd9-22d5-4c0a-9833-7fb0f5135313" providerId="ADAL" clId="{AE171C9D-A8B3-4AB5-91C0-52B3AD443501}" dt="2021-01-28T08:31:17.203" v="105" actId="1076"/>
          <ac:picMkLst>
            <pc:docMk/>
            <pc:sldMk cId="4051364436" sldId="365"/>
            <ac:picMk id="9" creationId="{3745FD0D-65AA-460F-9C42-28AB3BDCAC03}"/>
          </ac:picMkLst>
        </pc:picChg>
        <pc:picChg chg="add mod">
          <ac:chgData name="鈴木 秀規" userId="f68c5fd9-22d5-4c0a-9833-7fb0f5135313" providerId="ADAL" clId="{AE171C9D-A8B3-4AB5-91C0-52B3AD443501}" dt="2021-01-28T08:31:17.203" v="105" actId="1076"/>
          <ac:picMkLst>
            <pc:docMk/>
            <pc:sldMk cId="4051364436" sldId="365"/>
            <ac:picMk id="10" creationId="{A1F0C1C9-0791-46B3-9D91-332B02FFE5B1}"/>
          </ac:picMkLst>
        </pc:picChg>
        <pc:picChg chg="add mod">
          <ac:chgData name="鈴木 秀規" userId="f68c5fd9-22d5-4c0a-9833-7fb0f5135313" providerId="ADAL" clId="{AE171C9D-A8B3-4AB5-91C0-52B3AD443501}" dt="2021-01-28T08:31:17.203" v="105" actId="1076"/>
          <ac:picMkLst>
            <pc:docMk/>
            <pc:sldMk cId="4051364436" sldId="365"/>
            <ac:picMk id="11" creationId="{0327CD05-24F9-475A-9144-D36F9157CF73}"/>
          </ac:picMkLst>
        </pc:picChg>
        <pc:picChg chg="add mod">
          <ac:chgData name="鈴木 秀規" userId="f68c5fd9-22d5-4c0a-9833-7fb0f5135313" providerId="ADAL" clId="{AE171C9D-A8B3-4AB5-91C0-52B3AD443501}" dt="2021-01-28T08:31:17.203" v="105" actId="1076"/>
          <ac:picMkLst>
            <pc:docMk/>
            <pc:sldMk cId="4051364436" sldId="365"/>
            <ac:picMk id="12" creationId="{28FA140F-8A89-4721-9DC1-BE4F62536C01}"/>
          </ac:picMkLst>
        </pc:picChg>
        <pc:picChg chg="add mod">
          <ac:chgData name="鈴木 秀規" userId="f68c5fd9-22d5-4c0a-9833-7fb0f5135313" providerId="ADAL" clId="{AE171C9D-A8B3-4AB5-91C0-52B3AD443501}" dt="2021-01-28T08:31:17.203" v="105" actId="1076"/>
          <ac:picMkLst>
            <pc:docMk/>
            <pc:sldMk cId="4051364436" sldId="365"/>
            <ac:picMk id="13" creationId="{3E1FAE9A-DB2B-4996-B5E5-C917043E1CA8}"/>
          </ac:picMkLst>
        </pc:picChg>
        <pc:picChg chg="add mod">
          <ac:chgData name="鈴木 秀規" userId="f68c5fd9-22d5-4c0a-9833-7fb0f5135313" providerId="ADAL" clId="{AE171C9D-A8B3-4AB5-91C0-52B3AD443501}" dt="2021-01-28T08:31:17.203" v="105" actId="1076"/>
          <ac:picMkLst>
            <pc:docMk/>
            <pc:sldMk cId="4051364436" sldId="365"/>
            <ac:picMk id="14" creationId="{E3017BFF-2C37-43B5-B417-1BB9AEDA9F61}"/>
          </ac:picMkLst>
        </pc:picChg>
        <pc:picChg chg="add mod">
          <ac:chgData name="鈴木 秀規" userId="f68c5fd9-22d5-4c0a-9833-7fb0f5135313" providerId="ADAL" clId="{AE171C9D-A8B3-4AB5-91C0-52B3AD443501}" dt="2021-01-28T08:31:17.203" v="105" actId="1076"/>
          <ac:picMkLst>
            <pc:docMk/>
            <pc:sldMk cId="4051364436" sldId="365"/>
            <ac:picMk id="15" creationId="{0F095995-DCD2-4DEF-90DF-7D8FF89A5B01}"/>
          </ac:picMkLst>
        </pc:picChg>
        <pc:picChg chg="add mod">
          <ac:chgData name="鈴木 秀規" userId="f68c5fd9-22d5-4c0a-9833-7fb0f5135313" providerId="ADAL" clId="{AE171C9D-A8B3-4AB5-91C0-52B3AD443501}" dt="2021-01-28T08:31:17.203" v="105" actId="1076"/>
          <ac:picMkLst>
            <pc:docMk/>
            <pc:sldMk cId="4051364436" sldId="365"/>
            <ac:picMk id="23" creationId="{09120199-5C7D-4DBE-A86F-8D198A552E1B}"/>
          </ac:picMkLst>
        </pc:picChg>
        <pc:picChg chg="add mod">
          <ac:chgData name="鈴木 秀規" userId="f68c5fd9-22d5-4c0a-9833-7fb0f5135313" providerId="ADAL" clId="{AE171C9D-A8B3-4AB5-91C0-52B3AD443501}" dt="2021-01-28T08:31:17.203" v="105" actId="1076"/>
          <ac:picMkLst>
            <pc:docMk/>
            <pc:sldMk cId="4051364436" sldId="365"/>
            <ac:picMk id="24" creationId="{5ECCD504-5DE8-4222-864B-09576B70E18A}"/>
          </ac:picMkLst>
        </pc:picChg>
        <pc:cxnChg chg="add mod">
          <ac:chgData name="鈴木 秀規" userId="f68c5fd9-22d5-4c0a-9833-7fb0f5135313" providerId="ADAL" clId="{AE171C9D-A8B3-4AB5-91C0-52B3AD443501}" dt="2021-01-28T08:31:17.203" v="105" actId="1076"/>
          <ac:cxnSpMkLst>
            <pc:docMk/>
            <pc:sldMk cId="4051364436" sldId="365"/>
            <ac:cxnSpMk id="16" creationId="{2F50AB69-F748-4E43-A45E-B718F9D29062}"/>
          </ac:cxnSpMkLst>
        </pc:cxnChg>
        <pc:cxnChg chg="add mod">
          <ac:chgData name="鈴木 秀規" userId="f68c5fd9-22d5-4c0a-9833-7fb0f5135313" providerId="ADAL" clId="{AE171C9D-A8B3-4AB5-91C0-52B3AD443501}" dt="2021-01-28T08:31:17.203" v="105" actId="1076"/>
          <ac:cxnSpMkLst>
            <pc:docMk/>
            <pc:sldMk cId="4051364436" sldId="365"/>
            <ac:cxnSpMk id="17" creationId="{D657242E-F336-4D35-BDCB-333089551ADB}"/>
          </ac:cxnSpMkLst>
        </pc:cxnChg>
        <pc:cxnChg chg="add mod">
          <ac:chgData name="鈴木 秀規" userId="f68c5fd9-22d5-4c0a-9833-7fb0f5135313" providerId="ADAL" clId="{AE171C9D-A8B3-4AB5-91C0-52B3AD443501}" dt="2021-01-28T08:31:17.203" v="105" actId="1076"/>
          <ac:cxnSpMkLst>
            <pc:docMk/>
            <pc:sldMk cId="4051364436" sldId="365"/>
            <ac:cxnSpMk id="18" creationId="{F4B069B6-C343-4ABE-87A3-F79AA8BC7CAB}"/>
          </ac:cxnSpMkLst>
        </pc:cxnChg>
        <pc:cxnChg chg="add mod">
          <ac:chgData name="鈴木 秀規" userId="f68c5fd9-22d5-4c0a-9833-7fb0f5135313" providerId="ADAL" clId="{AE171C9D-A8B3-4AB5-91C0-52B3AD443501}" dt="2021-01-28T08:31:17.203" v="105" actId="1076"/>
          <ac:cxnSpMkLst>
            <pc:docMk/>
            <pc:sldMk cId="4051364436" sldId="365"/>
            <ac:cxnSpMk id="19" creationId="{6AD8403C-1012-43CA-A795-8AE2B416ADF3}"/>
          </ac:cxnSpMkLst>
        </pc:cxnChg>
        <pc:cxnChg chg="add mod">
          <ac:chgData name="鈴木 秀規" userId="f68c5fd9-22d5-4c0a-9833-7fb0f5135313" providerId="ADAL" clId="{AE171C9D-A8B3-4AB5-91C0-52B3AD443501}" dt="2021-01-28T08:31:17.203" v="105" actId="1076"/>
          <ac:cxnSpMkLst>
            <pc:docMk/>
            <pc:sldMk cId="4051364436" sldId="365"/>
            <ac:cxnSpMk id="20" creationId="{1753FEB8-BE3F-407B-8638-13B110795583}"/>
          </ac:cxnSpMkLst>
        </pc:cxnChg>
        <pc:cxnChg chg="add mod">
          <ac:chgData name="鈴木 秀規" userId="f68c5fd9-22d5-4c0a-9833-7fb0f5135313" providerId="ADAL" clId="{AE171C9D-A8B3-4AB5-91C0-52B3AD443501}" dt="2021-01-28T08:31:17.203" v="105" actId="1076"/>
          <ac:cxnSpMkLst>
            <pc:docMk/>
            <pc:sldMk cId="4051364436" sldId="365"/>
            <ac:cxnSpMk id="21" creationId="{C42B87AE-8EFC-4EE8-B657-3253402C7EDB}"/>
          </ac:cxnSpMkLst>
        </pc:cxnChg>
        <pc:cxnChg chg="add mod">
          <ac:chgData name="鈴木 秀規" userId="f68c5fd9-22d5-4c0a-9833-7fb0f5135313" providerId="ADAL" clId="{AE171C9D-A8B3-4AB5-91C0-52B3AD443501}" dt="2021-01-28T08:31:17.203" v="105" actId="1076"/>
          <ac:cxnSpMkLst>
            <pc:docMk/>
            <pc:sldMk cId="4051364436" sldId="365"/>
            <ac:cxnSpMk id="22" creationId="{6E85E05B-3728-4DFD-AF70-EA2FADB88713}"/>
          </ac:cxnSpMkLst>
        </pc:cxnChg>
      </pc:sldChg>
      <pc:sldChg chg="addSp modSp new mod">
        <pc:chgData name="鈴木 秀規" userId="f68c5fd9-22d5-4c0a-9833-7fb0f5135313" providerId="ADAL" clId="{AE171C9D-A8B3-4AB5-91C0-52B3AD443501}" dt="2021-01-28T08:34:57.216" v="193" actId="166"/>
        <pc:sldMkLst>
          <pc:docMk/>
          <pc:sldMk cId="402670913" sldId="366"/>
        </pc:sldMkLst>
        <pc:spChg chg="mod">
          <ac:chgData name="鈴木 秀規" userId="f68c5fd9-22d5-4c0a-9833-7fb0f5135313" providerId="ADAL" clId="{AE171C9D-A8B3-4AB5-91C0-52B3AD443501}" dt="2021-01-28T08:33:10.839" v="170"/>
          <ac:spMkLst>
            <pc:docMk/>
            <pc:sldMk cId="402670913" sldId="366"/>
            <ac:spMk id="3" creationId="{DEB75B83-B7B8-4FBB-A218-09F9A032C67D}"/>
          </ac:spMkLst>
        </pc:spChg>
        <pc:spChg chg="mod">
          <ac:chgData name="鈴木 秀規" userId="f68c5fd9-22d5-4c0a-9833-7fb0f5135313" providerId="ADAL" clId="{AE171C9D-A8B3-4AB5-91C0-52B3AD443501}" dt="2021-01-28T08:33:36.055" v="173" actId="14100"/>
          <ac:spMkLst>
            <pc:docMk/>
            <pc:sldMk cId="402670913" sldId="366"/>
            <ac:spMk id="5" creationId="{563CBA67-6F60-45E0-8BAE-1F37AB6818B7}"/>
          </ac:spMkLst>
        </pc:spChg>
        <pc:spChg chg="add mod">
          <ac:chgData name="鈴木 秀規" userId="f68c5fd9-22d5-4c0a-9833-7fb0f5135313" providerId="ADAL" clId="{AE171C9D-A8B3-4AB5-91C0-52B3AD443501}" dt="2021-01-28T08:34:06.862" v="182" actId="14100"/>
          <ac:spMkLst>
            <pc:docMk/>
            <pc:sldMk cId="402670913" sldId="366"/>
            <ac:spMk id="11" creationId="{CAAC33A6-05AA-4E00-ACE6-D76FD47D81FA}"/>
          </ac:spMkLst>
        </pc:spChg>
        <pc:spChg chg="add mod">
          <ac:chgData name="鈴木 秀規" userId="f68c5fd9-22d5-4c0a-9833-7fb0f5135313" providerId="ADAL" clId="{AE171C9D-A8B3-4AB5-91C0-52B3AD443501}" dt="2021-01-28T08:34:42.224" v="189" actId="14100"/>
          <ac:spMkLst>
            <pc:docMk/>
            <pc:sldMk cId="402670913" sldId="366"/>
            <ac:spMk id="12" creationId="{71C9FC6C-BF02-4FED-8561-3CF01E7E71CE}"/>
          </ac:spMkLst>
        </pc:spChg>
        <pc:spChg chg="add mod">
          <ac:chgData name="鈴木 秀規" userId="f68c5fd9-22d5-4c0a-9833-7fb0f5135313" providerId="ADAL" clId="{AE171C9D-A8B3-4AB5-91C0-52B3AD443501}" dt="2021-01-28T08:34:36.424" v="188" actId="1076"/>
          <ac:spMkLst>
            <pc:docMk/>
            <pc:sldMk cId="402670913" sldId="366"/>
            <ac:spMk id="13" creationId="{CB683AC9-9B5D-429C-AA0D-F25F4E7E948B}"/>
          </ac:spMkLst>
        </pc:spChg>
        <pc:spChg chg="add mod">
          <ac:chgData name="鈴木 秀規" userId="f68c5fd9-22d5-4c0a-9833-7fb0f5135313" providerId="ADAL" clId="{AE171C9D-A8B3-4AB5-91C0-52B3AD443501}" dt="2021-01-28T08:34:36.424" v="188" actId="1076"/>
          <ac:spMkLst>
            <pc:docMk/>
            <pc:sldMk cId="402670913" sldId="366"/>
            <ac:spMk id="15" creationId="{85CE7E34-D585-477B-AFD7-60492883D43A}"/>
          </ac:spMkLst>
        </pc:spChg>
        <pc:picChg chg="add mod ord">
          <ac:chgData name="鈴木 秀規" userId="f68c5fd9-22d5-4c0a-9833-7fb0f5135313" providerId="ADAL" clId="{AE171C9D-A8B3-4AB5-91C0-52B3AD443501}" dt="2021-01-28T08:34:57.216" v="193" actId="166"/>
          <ac:picMkLst>
            <pc:docMk/>
            <pc:sldMk cId="402670913" sldId="366"/>
            <ac:picMk id="6" creationId="{73BFAB86-C714-4EC4-B0EC-DE3BA952A103}"/>
          </ac:picMkLst>
        </pc:picChg>
        <pc:picChg chg="add mod ord">
          <ac:chgData name="鈴木 秀規" userId="f68c5fd9-22d5-4c0a-9833-7fb0f5135313" providerId="ADAL" clId="{AE171C9D-A8B3-4AB5-91C0-52B3AD443501}" dt="2021-01-28T08:34:57.216" v="193" actId="166"/>
          <ac:picMkLst>
            <pc:docMk/>
            <pc:sldMk cId="402670913" sldId="366"/>
            <ac:picMk id="7" creationId="{E394ECFE-B68E-4DF3-89F6-42FC8DC0520A}"/>
          </ac:picMkLst>
        </pc:picChg>
        <pc:picChg chg="add mod ord">
          <ac:chgData name="鈴木 秀規" userId="f68c5fd9-22d5-4c0a-9833-7fb0f5135313" providerId="ADAL" clId="{AE171C9D-A8B3-4AB5-91C0-52B3AD443501}" dt="2021-01-28T08:34:57.216" v="193" actId="166"/>
          <ac:picMkLst>
            <pc:docMk/>
            <pc:sldMk cId="402670913" sldId="366"/>
            <ac:picMk id="8" creationId="{D08BE0A6-7B0B-421D-9137-4AC4751F6B81}"/>
          </ac:picMkLst>
        </pc:picChg>
        <pc:picChg chg="add mod">
          <ac:chgData name="鈴木 秀規" userId="f68c5fd9-22d5-4c0a-9833-7fb0f5135313" providerId="ADAL" clId="{AE171C9D-A8B3-4AB5-91C0-52B3AD443501}" dt="2021-01-28T08:34:45.527" v="190" actId="1076"/>
          <ac:picMkLst>
            <pc:docMk/>
            <pc:sldMk cId="402670913" sldId="366"/>
            <ac:picMk id="14" creationId="{8E8263F5-A3DF-4B7D-988C-3E0546F266AC}"/>
          </ac:picMkLst>
        </pc:picChg>
        <pc:cxnChg chg="add mod ord">
          <ac:chgData name="鈴木 秀規" userId="f68c5fd9-22d5-4c0a-9833-7fb0f5135313" providerId="ADAL" clId="{AE171C9D-A8B3-4AB5-91C0-52B3AD443501}" dt="2021-01-28T08:34:57.216" v="193" actId="166"/>
          <ac:cxnSpMkLst>
            <pc:docMk/>
            <pc:sldMk cId="402670913" sldId="366"/>
            <ac:cxnSpMk id="9" creationId="{4F5EF88B-A41C-4C51-BB64-0646E2128409}"/>
          </ac:cxnSpMkLst>
        </pc:cxnChg>
        <pc:cxnChg chg="add mod ord">
          <ac:chgData name="鈴木 秀規" userId="f68c5fd9-22d5-4c0a-9833-7fb0f5135313" providerId="ADAL" clId="{AE171C9D-A8B3-4AB5-91C0-52B3AD443501}" dt="2021-01-28T08:34:57.216" v="193" actId="166"/>
          <ac:cxnSpMkLst>
            <pc:docMk/>
            <pc:sldMk cId="402670913" sldId="366"/>
            <ac:cxnSpMk id="10" creationId="{BD307F70-5B1F-4999-B0E3-53E5903D01C2}"/>
          </ac:cxnSpMkLst>
        </pc:cxnChg>
      </pc:sldChg>
      <pc:sldChg chg="del">
        <pc:chgData name="鈴木 秀規" userId="f68c5fd9-22d5-4c0a-9833-7fb0f5135313" providerId="ADAL" clId="{AE171C9D-A8B3-4AB5-91C0-52B3AD443501}" dt="2021-01-28T08:23:42.589" v="26" actId="2696"/>
        <pc:sldMkLst>
          <pc:docMk/>
          <pc:sldMk cId="1083425996" sldId="366"/>
        </pc:sldMkLst>
      </pc:sldChg>
      <pc:sldChg chg="del">
        <pc:chgData name="鈴木 秀規" userId="f68c5fd9-22d5-4c0a-9833-7fb0f5135313" providerId="ADAL" clId="{AE171C9D-A8B3-4AB5-91C0-52B3AD443501}" dt="2021-01-28T08:23:42.589" v="26" actId="2696"/>
        <pc:sldMkLst>
          <pc:docMk/>
          <pc:sldMk cId="2277428888" sldId="367"/>
        </pc:sldMkLst>
      </pc:sldChg>
      <pc:sldChg chg="addSp modSp new mod">
        <pc:chgData name="鈴木 秀規" userId="f68c5fd9-22d5-4c0a-9833-7fb0f5135313" providerId="ADAL" clId="{AE171C9D-A8B3-4AB5-91C0-52B3AD443501}" dt="2021-01-28T08:47:07.035" v="260" actId="207"/>
        <pc:sldMkLst>
          <pc:docMk/>
          <pc:sldMk cId="2692777715" sldId="367"/>
        </pc:sldMkLst>
        <pc:spChg chg="mod">
          <ac:chgData name="鈴木 秀規" userId="f68c5fd9-22d5-4c0a-9833-7fb0f5135313" providerId="ADAL" clId="{AE171C9D-A8B3-4AB5-91C0-52B3AD443501}" dt="2021-01-28T08:35:14.872" v="195"/>
          <ac:spMkLst>
            <pc:docMk/>
            <pc:sldMk cId="2692777715" sldId="367"/>
            <ac:spMk id="3" creationId="{77AF2515-0CCD-491D-BBD0-7CEB66F76CDE}"/>
          </ac:spMkLst>
        </pc:spChg>
        <pc:spChg chg="mod">
          <ac:chgData name="鈴木 秀規" userId="f68c5fd9-22d5-4c0a-9833-7fb0f5135313" providerId="ADAL" clId="{AE171C9D-A8B3-4AB5-91C0-52B3AD443501}" dt="2021-01-28T08:35:33.041" v="198" actId="14100"/>
          <ac:spMkLst>
            <pc:docMk/>
            <pc:sldMk cId="2692777715" sldId="367"/>
            <ac:spMk id="5" creationId="{1200EAAA-17B5-4866-BD6E-8841C66E380F}"/>
          </ac:spMkLst>
        </pc:spChg>
        <pc:spChg chg="add mod">
          <ac:chgData name="鈴木 秀規" userId="f68c5fd9-22d5-4c0a-9833-7fb0f5135313" providerId="ADAL" clId="{AE171C9D-A8B3-4AB5-91C0-52B3AD443501}" dt="2021-01-28T08:47:07.035" v="260" actId="207"/>
          <ac:spMkLst>
            <pc:docMk/>
            <pc:sldMk cId="2692777715" sldId="367"/>
            <ac:spMk id="7" creationId="{992AE1FA-00BB-48AC-8259-561C9174834A}"/>
          </ac:spMkLst>
        </pc:spChg>
        <pc:spChg chg="add mod">
          <ac:chgData name="鈴木 秀規" userId="f68c5fd9-22d5-4c0a-9833-7fb0f5135313" providerId="ADAL" clId="{AE171C9D-A8B3-4AB5-91C0-52B3AD443501}" dt="2021-01-28T08:37:04.916" v="210" actId="14100"/>
          <ac:spMkLst>
            <pc:docMk/>
            <pc:sldMk cId="2692777715" sldId="367"/>
            <ac:spMk id="8" creationId="{E191ED05-471D-4BF6-A4F6-AE5E253D0FA8}"/>
          </ac:spMkLst>
        </pc:spChg>
        <pc:picChg chg="add mod">
          <ac:chgData name="鈴木 秀規" userId="f68c5fd9-22d5-4c0a-9833-7fb0f5135313" providerId="ADAL" clId="{AE171C9D-A8B3-4AB5-91C0-52B3AD443501}" dt="2021-01-28T08:37:12.006" v="212" actId="14100"/>
          <ac:picMkLst>
            <pc:docMk/>
            <pc:sldMk cId="2692777715" sldId="367"/>
            <ac:picMk id="6" creationId="{2567EFA5-09BD-4029-876E-7B0E54694513}"/>
          </ac:picMkLst>
        </pc:picChg>
      </pc:sldChg>
      <pc:sldChg chg="del">
        <pc:chgData name="鈴木 秀規" userId="f68c5fd9-22d5-4c0a-9833-7fb0f5135313" providerId="ADAL" clId="{AE171C9D-A8B3-4AB5-91C0-52B3AD443501}" dt="2021-01-28T08:23:42.589" v="26" actId="2696"/>
        <pc:sldMkLst>
          <pc:docMk/>
          <pc:sldMk cId="368796728" sldId="368"/>
        </pc:sldMkLst>
      </pc:sldChg>
      <pc:sldChg chg="addSp modSp new mod">
        <pc:chgData name="鈴木 秀規" userId="f68c5fd9-22d5-4c0a-9833-7fb0f5135313" providerId="ADAL" clId="{AE171C9D-A8B3-4AB5-91C0-52B3AD443501}" dt="2021-01-28T08:47:03.399" v="259" actId="207"/>
        <pc:sldMkLst>
          <pc:docMk/>
          <pc:sldMk cId="1806057471" sldId="368"/>
        </pc:sldMkLst>
        <pc:spChg chg="mod">
          <ac:chgData name="鈴木 秀規" userId="f68c5fd9-22d5-4c0a-9833-7fb0f5135313" providerId="ADAL" clId="{AE171C9D-A8B3-4AB5-91C0-52B3AD443501}" dt="2021-01-28T08:41:00.423" v="231"/>
          <ac:spMkLst>
            <pc:docMk/>
            <pc:sldMk cId="1806057471" sldId="368"/>
            <ac:spMk id="3" creationId="{E0F44F00-DAFA-4C2C-8BDD-64FABF9806D8}"/>
          </ac:spMkLst>
        </pc:spChg>
        <pc:spChg chg="mod">
          <ac:chgData name="鈴木 秀規" userId="f68c5fd9-22d5-4c0a-9833-7fb0f5135313" providerId="ADAL" clId="{AE171C9D-A8B3-4AB5-91C0-52B3AD443501}" dt="2021-01-28T08:38:18.779" v="217" actId="14100"/>
          <ac:spMkLst>
            <pc:docMk/>
            <pc:sldMk cId="1806057471" sldId="368"/>
            <ac:spMk id="5" creationId="{99210BDB-90C9-4A9E-A4DF-7E3EE303809B}"/>
          </ac:spMkLst>
        </pc:spChg>
        <pc:spChg chg="add mod">
          <ac:chgData name="鈴木 秀規" userId="f68c5fd9-22d5-4c0a-9833-7fb0f5135313" providerId="ADAL" clId="{AE171C9D-A8B3-4AB5-91C0-52B3AD443501}" dt="2021-01-28T08:47:03.399" v="259" actId="207"/>
          <ac:spMkLst>
            <pc:docMk/>
            <pc:sldMk cId="1806057471" sldId="368"/>
            <ac:spMk id="6" creationId="{AB716B78-847B-48E8-B695-2A096A360E87}"/>
          </ac:spMkLst>
        </pc:spChg>
        <pc:spChg chg="add mod">
          <ac:chgData name="鈴木 秀規" userId="f68c5fd9-22d5-4c0a-9833-7fb0f5135313" providerId="ADAL" clId="{AE171C9D-A8B3-4AB5-91C0-52B3AD443501}" dt="2021-01-28T08:40:44.614" v="229" actId="14100"/>
          <ac:spMkLst>
            <pc:docMk/>
            <pc:sldMk cId="1806057471" sldId="368"/>
            <ac:spMk id="7" creationId="{318E1983-FBCA-4054-B9D4-B6E8A0700ABD}"/>
          </ac:spMkLst>
        </pc:spChg>
        <pc:picChg chg="add mod">
          <ac:chgData name="鈴木 秀規" userId="f68c5fd9-22d5-4c0a-9833-7fb0f5135313" providerId="ADAL" clId="{AE171C9D-A8B3-4AB5-91C0-52B3AD443501}" dt="2021-01-28T08:38:26.456" v="218"/>
          <ac:picMkLst>
            <pc:docMk/>
            <pc:sldMk cId="1806057471" sldId="368"/>
            <ac:picMk id="8" creationId="{2B5FA88E-1503-465D-B418-EEBFDFC3A4E3}"/>
          </ac:picMkLst>
        </pc:picChg>
      </pc:sldChg>
      <pc:sldChg chg="addSp modSp new mod">
        <pc:chgData name="鈴木 秀規" userId="f68c5fd9-22d5-4c0a-9833-7fb0f5135313" providerId="ADAL" clId="{AE171C9D-A8B3-4AB5-91C0-52B3AD443501}" dt="2021-01-28T08:46:57.266" v="258" actId="207"/>
        <pc:sldMkLst>
          <pc:docMk/>
          <pc:sldMk cId="167090370" sldId="369"/>
        </pc:sldMkLst>
        <pc:spChg chg="mod">
          <ac:chgData name="鈴木 秀規" userId="f68c5fd9-22d5-4c0a-9833-7fb0f5135313" providerId="ADAL" clId="{AE171C9D-A8B3-4AB5-91C0-52B3AD443501}" dt="2021-01-28T08:42:33.826" v="237"/>
          <ac:spMkLst>
            <pc:docMk/>
            <pc:sldMk cId="167090370" sldId="369"/>
            <ac:spMk id="3" creationId="{C0CF25BB-97D8-49D8-8FEC-F3B1E05625EF}"/>
          </ac:spMkLst>
        </pc:spChg>
        <pc:spChg chg="mod">
          <ac:chgData name="鈴木 秀規" userId="f68c5fd9-22d5-4c0a-9833-7fb0f5135313" providerId="ADAL" clId="{AE171C9D-A8B3-4AB5-91C0-52B3AD443501}" dt="2021-01-28T08:42:27.377" v="236"/>
          <ac:spMkLst>
            <pc:docMk/>
            <pc:sldMk cId="167090370" sldId="369"/>
            <ac:spMk id="5" creationId="{C9BCC8F6-7E15-49CA-8743-3E5498B6B5EB}"/>
          </ac:spMkLst>
        </pc:spChg>
        <pc:spChg chg="add mod">
          <ac:chgData name="鈴木 秀規" userId="f68c5fd9-22d5-4c0a-9833-7fb0f5135313" providerId="ADAL" clId="{AE171C9D-A8B3-4AB5-91C0-52B3AD443501}" dt="2021-01-28T08:46:57.266" v="258" actId="207"/>
          <ac:spMkLst>
            <pc:docMk/>
            <pc:sldMk cId="167090370" sldId="369"/>
            <ac:spMk id="6" creationId="{F9FEF840-8576-4ACC-9BA4-A8F33D6B15FA}"/>
          </ac:spMkLst>
        </pc:spChg>
        <pc:spChg chg="add mod">
          <ac:chgData name="鈴木 秀規" userId="f68c5fd9-22d5-4c0a-9833-7fb0f5135313" providerId="ADAL" clId="{AE171C9D-A8B3-4AB5-91C0-52B3AD443501}" dt="2021-01-28T08:45:24.818" v="250" actId="115"/>
          <ac:spMkLst>
            <pc:docMk/>
            <pc:sldMk cId="167090370" sldId="369"/>
            <ac:spMk id="7" creationId="{F00D1BD6-0D51-4A53-A1C6-EC617C53FB9F}"/>
          </ac:spMkLst>
        </pc:spChg>
        <pc:picChg chg="add mod">
          <ac:chgData name="鈴木 秀規" userId="f68c5fd9-22d5-4c0a-9833-7fb0f5135313" providerId="ADAL" clId="{AE171C9D-A8B3-4AB5-91C0-52B3AD443501}" dt="2021-01-28T08:42:05.819" v="233"/>
          <ac:picMkLst>
            <pc:docMk/>
            <pc:sldMk cId="167090370" sldId="369"/>
            <ac:picMk id="8" creationId="{81C30A9C-95CB-4555-8BCA-EC35828AB32C}"/>
          </ac:picMkLst>
        </pc:picChg>
      </pc:sldChg>
      <pc:sldChg chg="del">
        <pc:chgData name="鈴木 秀規" userId="f68c5fd9-22d5-4c0a-9833-7fb0f5135313" providerId="ADAL" clId="{AE171C9D-A8B3-4AB5-91C0-52B3AD443501}" dt="2021-01-28T08:23:42.589" v="26" actId="2696"/>
        <pc:sldMkLst>
          <pc:docMk/>
          <pc:sldMk cId="1615278593" sldId="369"/>
        </pc:sldMkLst>
      </pc:sldChg>
      <pc:sldChg chg="addSp delSp modSp new mod">
        <pc:chgData name="鈴木 秀規" userId="f68c5fd9-22d5-4c0a-9833-7fb0f5135313" providerId="ADAL" clId="{AE171C9D-A8B3-4AB5-91C0-52B3AD443501}" dt="2021-01-28T08:49:01.738" v="279" actId="403"/>
        <pc:sldMkLst>
          <pc:docMk/>
          <pc:sldMk cId="95388061" sldId="370"/>
        </pc:sldMkLst>
        <pc:spChg chg="mod">
          <ac:chgData name="鈴木 秀規" userId="f68c5fd9-22d5-4c0a-9833-7fb0f5135313" providerId="ADAL" clId="{AE171C9D-A8B3-4AB5-91C0-52B3AD443501}" dt="2021-01-28T08:46:19.459" v="252"/>
          <ac:spMkLst>
            <pc:docMk/>
            <pc:sldMk cId="95388061" sldId="370"/>
            <ac:spMk id="3" creationId="{41A3CA38-7A81-4B93-AD9D-5EAFFBEF4BC8}"/>
          </ac:spMkLst>
        </pc:spChg>
        <pc:spChg chg="mod">
          <ac:chgData name="鈴木 秀規" userId="f68c5fd9-22d5-4c0a-9833-7fb0f5135313" providerId="ADAL" clId="{AE171C9D-A8B3-4AB5-91C0-52B3AD443501}" dt="2021-01-28T08:46:30.942" v="255" actId="14100"/>
          <ac:spMkLst>
            <pc:docMk/>
            <pc:sldMk cId="95388061" sldId="370"/>
            <ac:spMk id="5" creationId="{A797BDB9-D421-4C44-82DC-45A93556DA54}"/>
          </ac:spMkLst>
        </pc:spChg>
        <pc:spChg chg="add del">
          <ac:chgData name="鈴木 秀規" userId="f68c5fd9-22d5-4c0a-9833-7fb0f5135313" providerId="ADAL" clId="{AE171C9D-A8B3-4AB5-91C0-52B3AD443501}" dt="2021-01-28T08:46:48.419" v="257" actId="22"/>
          <ac:spMkLst>
            <pc:docMk/>
            <pc:sldMk cId="95388061" sldId="370"/>
            <ac:spMk id="7" creationId="{73FBEDA8-9D71-42B1-AC52-A14BEDEFBA3B}"/>
          </ac:spMkLst>
        </pc:spChg>
        <pc:spChg chg="add mod">
          <ac:chgData name="鈴木 秀規" userId="f68c5fd9-22d5-4c0a-9833-7fb0f5135313" providerId="ADAL" clId="{AE171C9D-A8B3-4AB5-91C0-52B3AD443501}" dt="2021-01-28T08:48:38.286" v="274" actId="207"/>
          <ac:spMkLst>
            <pc:docMk/>
            <pc:sldMk cId="95388061" sldId="370"/>
            <ac:spMk id="8" creationId="{21E0FF6F-8012-4390-915C-A06A275C8A67}"/>
          </ac:spMkLst>
        </pc:spChg>
        <pc:spChg chg="add mod">
          <ac:chgData name="鈴木 秀規" userId="f68c5fd9-22d5-4c0a-9833-7fb0f5135313" providerId="ADAL" clId="{AE171C9D-A8B3-4AB5-91C0-52B3AD443501}" dt="2021-01-28T08:49:01.738" v="279" actId="403"/>
          <ac:spMkLst>
            <pc:docMk/>
            <pc:sldMk cId="95388061" sldId="370"/>
            <ac:spMk id="9" creationId="{67B04C7C-CC9F-4726-8232-6616CEA4B022}"/>
          </ac:spMkLst>
        </pc:spChg>
      </pc:sldChg>
      <pc:sldChg chg="del">
        <pc:chgData name="鈴木 秀規" userId="f68c5fd9-22d5-4c0a-9833-7fb0f5135313" providerId="ADAL" clId="{AE171C9D-A8B3-4AB5-91C0-52B3AD443501}" dt="2021-01-28T08:23:42.589" v="26" actId="2696"/>
        <pc:sldMkLst>
          <pc:docMk/>
          <pc:sldMk cId="639239015" sldId="370"/>
        </pc:sldMkLst>
      </pc:sldChg>
      <pc:sldChg chg="modSp new mod">
        <pc:chgData name="鈴木 秀規" userId="f68c5fd9-22d5-4c0a-9833-7fb0f5135313" providerId="ADAL" clId="{AE171C9D-A8B3-4AB5-91C0-52B3AD443501}" dt="2021-01-28T08:54:54.355" v="291" actId="20577"/>
        <pc:sldMkLst>
          <pc:docMk/>
          <pc:sldMk cId="853967147" sldId="371"/>
        </pc:sldMkLst>
        <pc:spChg chg="mod">
          <ac:chgData name="鈴木 秀規" userId="f68c5fd9-22d5-4c0a-9833-7fb0f5135313" providerId="ADAL" clId="{AE171C9D-A8B3-4AB5-91C0-52B3AD443501}" dt="2021-01-28T08:54:03.130" v="281"/>
          <ac:spMkLst>
            <pc:docMk/>
            <pc:sldMk cId="853967147" sldId="371"/>
            <ac:spMk id="3" creationId="{AF42E5F5-F9D0-4554-B67F-148FD8EC3105}"/>
          </ac:spMkLst>
        </pc:spChg>
        <pc:spChg chg="mod">
          <ac:chgData name="鈴木 秀規" userId="f68c5fd9-22d5-4c0a-9833-7fb0f5135313" providerId="ADAL" clId="{AE171C9D-A8B3-4AB5-91C0-52B3AD443501}" dt="2021-01-28T08:54:54.355" v="291" actId="20577"/>
          <ac:spMkLst>
            <pc:docMk/>
            <pc:sldMk cId="853967147" sldId="371"/>
            <ac:spMk id="5" creationId="{2DFC0F04-3729-49EE-A700-AC4FE7495084}"/>
          </ac:spMkLst>
        </pc:spChg>
      </pc:sldChg>
      <pc:sldChg chg="del">
        <pc:chgData name="鈴木 秀規" userId="f68c5fd9-22d5-4c0a-9833-7fb0f5135313" providerId="ADAL" clId="{AE171C9D-A8B3-4AB5-91C0-52B3AD443501}" dt="2021-01-28T08:23:42.589" v="26" actId="2696"/>
        <pc:sldMkLst>
          <pc:docMk/>
          <pc:sldMk cId="4233707676" sldId="371"/>
        </pc:sldMkLst>
      </pc:sldChg>
      <pc:sldChg chg="addSp modSp new mod">
        <pc:chgData name="鈴木 秀規" userId="f68c5fd9-22d5-4c0a-9833-7fb0f5135313" providerId="ADAL" clId="{AE171C9D-A8B3-4AB5-91C0-52B3AD443501}" dt="2021-01-28T08:56:38.127" v="307" actId="1076"/>
        <pc:sldMkLst>
          <pc:docMk/>
          <pc:sldMk cId="193662145" sldId="372"/>
        </pc:sldMkLst>
        <pc:spChg chg="mod">
          <ac:chgData name="鈴木 秀規" userId="f68c5fd9-22d5-4c0a-9833-7fb0f5135313" providerId="ADAL" clId="{AE171C9D-A8B3-4AB5-91C0-52B3AD443501}" dt="2021-01-28T08:55:37.203" v="293"/>
          <ac:spMkLst>
            <pc:docMk/>
            <pc:sldMk cId="193662145" sldId="372"/>
            <ac:spMk id="3" creationId="{E76CAEB3-49D5-46F4-A9FE-CF97174D3CA3}"/>
          </ac:spMkLst>
        </pc:spChg>
        <pc:spChg chg="mod">
          <ac:chgData name="鈴木 秀規" userId="f68c5fd9-22d5-4c0a-9833-7fb0f5135313" providerId="ADAL" clId="{AE171C9D-A8B3-4AB5-91C0-52B3AD443501}" dt="2021-01-28T08:55:55.078" v="297" actId="14100"/>
          <ac:spMkLst>
            <pc:docMk/>
            <pc:sldMk cId="193662145" sldId="372"/>
            <ac:spMk id="5" creationId="{6D7F57BB-892D-4732-A951-E66AC83B7744}"/>
          </ac:spMkLst>
        </pc:spChg>
        <pc:graphicFrameChg chg="add mod modGraphic">
          <ac:chgData name="鈴木 秀規" userId="f68c5fd9-22d5-4c0a-9833-7fb0f5135313" providerId="ADAL" clId="{AE171C9D-A8B3-4AB5-91C0-52B3AD443501}" dt="2021-01-28T08:56:38.127" v="307" actId="1076"/>
          <ac:graphicFrameMkLst>
            <pc:docMk/>
            <pc:sldMk cId="193662145" sldId="372"/>
            <ac:graphicFrameMk id="6" creationId="{E68C0511-571B-443B-A12B-7AEF1DC35017}"/>
          </ac:graphicFrameMkLst>
        </pc:graphicFrameChg>
      </pc:sldChg>
      <pc:sldChg chg="del">
        <pc:chgData name="鈴木 秀規" userId="f68c5fd9-22d5-4c0a-9833-7fb0f5135313" providerId="ADAL" clId="{AE171C9D-A8B3-4AB5-91C0-52B3AD443501}" dt="2021-01-28T08:23:42.589" v="26" actId="2696"/>
        <pc:sldMkLst>
          <pc:docMk/>
          <pc:sldMk cId="2732402478" sldId="372"/>
        </pc:sldMkLst>
      </pc:sldChg>
      <pc:sldChg chg="del">
        <pc:chgData name="鈴木 秀規" userId="f68c5fd9-22d5-4c0a-9833-7fb0f5135313" providerId="ADAL" clId="{AE171C9D-A8B3-4AB5-91C0-52B3AD443501}" dt="2021-01-28T08:23:42.589" v="26" actId="2696"/>
        <pc:sldMkLst>
          <pc:docMk/>
          <pc:sldMk cId="1848207789" sldId="373"/>
        </pc:sldMkLst>
      </pc:sldChg>
      <pc:sldChg chg="modSp new mod">
        <pc:chgData name="鈴木 秀規" userId="f68c5fd9-22d5-4c0a-9833-7fb0f5135313" providerId="ADAL" clId="{AE171C9D-A8B3-4AB5-91C0-52B3AD443501}" dt="2021-01-28T08:57:19.003" v="316" actId="20577"/>
        <pc:sldMkLst>
          <pc:docMk/>
          <pc:sldMk cId="3119782308" sldId="373"/>
        </pc:sldMkLst>
        <pc:spChg chg="mod">
          <ac:chgData name="鈴木 秀規" userId="f68c5fd9-22d5-4c0a-9833-7fb0f5135313" providerId="ADAL" clId="{AE171C9D-A8B3-4AB5-91C0-52B3AD443501}" dt="2021-01-28T08:56:49.043" v="309"/>
          <ac:spMkLst>
            <pc:docMk/>
            <pc:sldMk cId="3119782308" sldId="373"/>
            <ac:spMk id="3" creationId="{8FBD40A1-B451-47DB-8D4F-7857B7B5653E}"/>
          </ac:spMkLst>
        </pc:spChg>
        <pc:spChg chg="mod">
          <ac:chgData name="鈴木 秀規" userId="f68c5fd9-22d5-4c0a-9833-7fb0f5135313" providerId="ADAL" clId="{AE171C9D-A8B3-4AB5-91C0-52B3AD443501}" dt="2021-01-28T08:57:19.003" v="316" actId="20577"/>
          <ac:spMkLst>
            <pc:docMk/>
            <pc:sldMk cId="3119782308" sldId="373"/>
            <ac:spMk id="5" creationId="{018A7818-795C-4FD1-B23D-EAC49475BFF4}"/>
          </ac:spMkLst>
        </pc:spChg>
      </pc:sldChg>
      <pc:sldChg chg="del">
        <pc:chgData name="鈴木 秀規" userId="f68c5fd9-22d5-4c0a-9833-7fb0f5135313" providerId="ADAL" clId="{AE171C9D-A8B3-4AB5-91C0-52B3AD443501}" dt="2021-01-28T08:23:42.589" v="26" actId="2696"/>
        <pc:sldMkLst>
          <pc:docMk/>
          <pc:sldMk cId="949514721" sldId="374"/>
        </pc:sldMkLst>
      </pc:sldChg>
      <pc:sldChg chg="addSp modSp new mod">
        <pc:chgData name="鈴木 秀規" userId="f68c5fd9-22d5-4c0a-9833-7fb0f5135313" providerId="ADAL" clId="{AE171C9D-A8B3-4AB5-91C0-52B3AD443501}" dt="2021-01-28T08:58:29.788" v="328" actId="1076"/>
        <pc:sldMkLst>
          <pc:docMk/>
          <pc:sldMk cId="4094264785" sldId="374"/>
        </pc:sldMkLst>
        <pc:spChg chg="mod">
          <ac:chgData name="鈴木 秀規" userId="f68c5fd9-22d5-4c0a-9833-7fb0f5135313" providerId="ADAL" clId="{AE171C9D-A8B3-4AB5-91C0-52B3AD443501}" dt="2021-01-28T08:57:56.186" v="318"/>
          <ac:spMkLst>
            <pc:docMk/>
            <pc:sldMk cId="4094264785" sldId="374"/>
            <ac:spMk id="3" creationId="{979359D2-AA93-488C-BF59-583AB51307FB}"/>
          </ac:spMkLst>
        </pc:spChg>
        <pc:spChg chg="mod">
          <ac:chgData name="鈴木 秀規" userId="f68c5fd9-22d5-4c0a-9833-7fb0f5135313" providerId="ADAL" clId="{AE171C9D-A8B3-4AB5-91C0-52B3AD443501}" dt="2021-01-28T08:58:07.913" v="321" actId="14100"/>
          <ac:spMkLst>
            <pc:docMk/>
            <pc:sldMk cId="4094264785" sldId="374"/>
            <ac:spMk id="5" creationId="{0C2CAB17-F534-44C9-96A3-14FEC3C582C3}"/>
          </ac:spMkLst>
        </pc:spChg>
        <pc:spChg chg="add mod">
          <ac:chgData name="鈴木 秀規" userId="f68c5fd9-22d5-4c0a-9833-7fb0f5135313" providerId="ADAL" clId="{AE171C9D-A8B3-4AB5-91C0-52B3AD443501}" dt="2021-01-28T08:58:29.788" v="328" actId="1076"/>
          <ac:spMkLst>
            <pc:docMk/>
            <pc:sldMk cId="4094264785" sldId="374"/>
            <ac:spMk id="6" creationId="{4DDCF655-29CA-4C92-872A-D5013C9AA280}"/>
          </ac:spMkLst>
        </pc:spChg>
        <pc:spChg chg="add mod">
          <ac:chgData name="鈴木 秀規" userId="f68c5fd9-22d5-4c0a-9833-7fb0f5135313" providerId="ADAL" clId="{AE171C9D-A8B3-4AB5-91C0-52B3AD443501}" dt="2021-01-28T08:58:29.788" v="328" actId="1076"/>
          <ac:spMkLst>
            <pc:docMk/>
            <pc:sldMk cId="4094264785" sldId="374"/>
            <ac:spMk id="7" creationId="{5C2BB362-C6B9-44D2-90C8-09FD7AB4AC8A}"/>
          </ac:spMkLst>
        </pc:spChg>
        <pc:spChg chg="add mod">
          <ac:chgData name="鈴木 秀規" userId="f68c5fd9-22d5-4c0a-9833-7fb0f5135313" providerId="ADAL" clId="{AE171C9D-A8B3-4AB5-91C0-52B3AD443501}" dt="2021-01-28T08:58:29.788" v="328" actId="1076"/>
          <ac:spMkLst>
            <pc:docMk/>
            <pc:sldMk cId="4094264785" sldId="374"/>
            <ac:spMk id="8" creationId="{CE86CC2E-1E41-49CA-B34B-CF2E7BEE9CB9}"/>
          </ac:spMkLst>
        </pc:spChg>
      </pc:sldChg>
      <pc:sldChg chg="del">
        <pc:chgData name="鈴木 秀規" userId="f68c5fd9-22d5-4c0a-9833-7fb0f5135313" providerId="ADAL" clId="{AE171C9D-A8B3-4AB5-91C0-52B3AD443501}" dt="2021-01-28T08:23:42.589" v="26" actId="2696"/>
        <pc:sldMkLst>
          <pc:docMk/>
          <pc:sldMk cId="420561561" sldId="375"/>
        </pc:sldMkLst>
      </pc:sldChg>
      <pc:sldChg chg="addSp modSp new mod">
        <pc:chgData name="鈴木 秀規" userId="f68c5fd9-22d5-4c0a-9833-7fb0f5135313" providerId="ADAL" clId="{AE171C9D-A8B3-4AB5-91C0-52B3AD443501}" dt="2021-01-28T09:02:31.895" v="352" actId="14100"/>
        <pc:sldMkLst>
          <pc:docMk/>
          <pc:sldMk cId="1155857800" sldId="375"/>
        </pc:sldMkLst>
        <pc:spChg chg="mod">
          <ac:chgData name="鈴木 秀規" userId="f68c5fd9-22d5-4c0a-9833-7fb0f5135313" providerId="ADAL" clId="{AE171C9D-A8B3-4AB5-91C0-52B3AD443501}" dt="2021-01-28T09:00:55.370" v="330"/>
          <ac:spMkLst>
            <pc:docMk/>
            <pc:sldMk cId="1155857800" sldId="375"/>
            <ac:spMk id="3" creationId="{4BF1C48F-1D23-4F10-BF6E-83490E6C205E}"/>
          </ac:spMkLst>
        </pc:spChg>
        <pc:spChg chg="mod">
          <ac:chgData name="鈴木 秀規" userId="f68c5fd9-22d5-4c0a-9833-7fb0f5135313" providerId="ADAL" clId="{AE171C9D-A8B3-4AB5-91C0-52B3AD443501}" dt="2021-01-28T09:01:08.339" v="335" actId="14100"/>
          <ac:spMkLst>
            <pc:docMk/>
            <pc:sldMk cId="1155857800" sldId="375"/>
            <ac:spMk id="5" creationId="{A245D60A-AEFB-4A28-95C4-6A74FCB912E5}"/>
          </ac:spMkLst>
        </pc:spChg>
        <pc:spChg chg="add mod">
          <ac:chgData name="鈴木 秀規" userId="f68c5fd9-22d5-4c0a-9833-7fb0f5135313" providerId="ADAL" clId="{AE171C9D-A8B3-4AB5-91C0-52B3AD443501}" dt="2021-01-28T09:01:51.924" v="347" actId="14100"/>
          <ac:spMkLst>
            <pc:docMk/>
            <pc:sldMk cId="1155857800" sldId="375"/>
            <ac:spMk id="6" creationId="{95819D2C-6F3A-4C2F-A0F2-4F79EB8F42A8}"/>
          </ac:spMkLst>
        </pc:spChg>
        <pc:spChg chg="add mod">
          <ac:chgData name="鈴木 秀規" userId="f68c5fd9-22d5-4c0a-9833-7fb0f5135313" providerId="ADAL" clId="{AE171C9D-A8B3-4AB5-91C0-52B3AD443501}" dt="2021-01-28T09:02:31.895" v="352" actId="14100"/>
          <ac:spMkLst>
            <pc:docMk/>
            <pc:sldMk cId="1155857800" sldId="375"/>
            <ac:spMk id="7" creationId="{BBCDBBF3-AB3C-4B48-9945-FF16E18B256F}"/>
          </ac:spMkLst>
        </pc:spChg>
      </pc:sldChg>
      <pc:sldChg chg="del">
        <pc:chgData name="鈴木 秀規" userId="f68c5fd9-22d5-4c0a-9833-7fb0f5135313" providerId="ADAL" clId="{AE171C9D-A8B3-4AB5-91C0-52B3AD443501}" dt="2021-01-28T08:23:42.589" v="26" actId="2696"/>
        <pc:sldMkLst>
          <pc:docMk/>
          <pc:sldMk cId="1996051249" sldId="376"/>
        </pc:sldMkLst>
      </pc:sldChg>
      <pc:sldChg chg="addSp modSp new mod">
        <pc:chgData name="鈴木 秀規" userId="f68c5fd9-22d5-4c0a-9833-7fb0f5135313" providerId="ADAL" clId="{AE171C9D-A8B3-4AB5-91C0-52B3AD443501}" dt="2021-01-28T09:03:57.978" v="367" actId="14100"/>
        <pc:sldMkLst>
          <pc:docMk/>
          <pc:sldMk cId="2003241689" sldId="376"/>
        </pc:sldMkLst>
        <pc:spChg chg="mod">
          <ac:chgData name="鈴木 秀規" userId="f68c5fd9-22d5-4c0a-9833-7fb0f5135313" providerId="ADAL" clId="{AE171C9D-A8B3-4AB5-91C0-52B3AD443501}" dt="2021-01-28T09:02:45.116" v="354"/>
          <ac:spMkLst>
            <pc:docMk/>
            <pc:sldMk cId="2003241689" sldId="376"/>
            <ac:spMk id="3" creationId="{E4682568-1295-478A-92AE-7F84AF8BE51C}"/>
          </ac:spMkLst>
        </pc:spChg>
        <pc:spChg chg="mod">
          <ac:chgData name="鈴木 秀規" userId="f68c5fd9-22d5-4c0a-9833-7fb0f5135313" providerId="ADAL" clId="{AE171C9D-A8B3-4AB5-91C0-52B3AD443501}" dt="2021-01-28T09:02:54.761" v="357" actId="14100"/>
          <ac:spMkLst>
            <pc:docMk/>
            <pc:sldMk cId="2003241689" sldId="376"/>
            <ac:spMk id="5" creationId="{7874FB13-0033-4D65-9C4D-DABA47369DA4}"/>
          </ac:spMkLst>
        </pc:spChg>
        <pc:spChg chg="add mod">
          <ac:chgData name="鈴木 秀規" userId="f68c5fd9-22d5-4c0a-9833-7fb0f5135313" providerId="ADAL" clId="{AE171C9D-A8B3-4AB5-91C0-52B3AD443501}" dt="2021-01-28T09:03:36.246" v="364" actId="2711"/>
          <ac:spMkLst>
            <pc:docMk/>
            <pc:sldMk cId="2003241689" sldId="376"/>
            <ac:spMk id="6" creationId="{E0CEA451-5366-4ABF-AF2C-DD94507D7541}"/>
          </ac:spMkLst>
        </pc:spChg>
        <pc:spChg chg="add mod">
          <ac:chgData name="鈴木 秀規" userId="f68c5fd9-22d5-4c0a-9833-7fb0f5135313" providerId="ADAL" clId="{AE171C9D-A8B3-4AB5-91C0-52B3AD443501}" dt="2021-01-28T09:03:36.246" v="364" actId="2711"/>
          <ac:spMkLst>
            <pc:docMk/>
            <pc:sldMk cId="2003241689" sldId="376"/>
            <ac:spMk id="7" creationId="{069BADC0-893D-498B-8216-F9ED79BC3FC3}"/>
          </ac:spMkLst>
        </pc:spChg>
        <pc:spChg chg="add mod">
          <ac:chgData name="鈴木 秀規" userId="f68c5fd9-22d5-4c0a-9833-7fb0f5135313" providerId="ADAL" clId="{AE171C9D-A8B3-4AB5-91C0-52B3AD443501}" dt="2021-01-28T09:03:36.246" v="364" actId="2711"/>
          <ac:spMkLst>
            <pc:docMk/>
            <pc:sldMk cId="2003241689" sldId="376"/>
            <ac:spMk id="8" creationId="{9E501490-B036-4BD2-B832-C7CEBEA251A1}"/>
          </ac:spMkLst>
        </pc:spChg>
        <pc:spChg chg="add mod">
          <ac:chgData name="鈴木 秀規" userId="f68c5fd9-22d5-4c0a-9833-7fb0f5135313" providerId="ADAL" clId="{AE171C9D-A8B3-4AB5-91C0-52B3AD443501}" dt="2021-01-28T09:03:52.800" v="366" actId="14100"/>
          <ac:spMkLst>
            <pc:docMk/>
            <pc:sldMk cId="2003241689" sldId="376"/>
            <ac:spMk id="9" creationId="{ED7ADC8C-D7C8-497B-95F1-B64E7F57A2A6}"/>
          </ac:spMkLst>
        </pc:spChg>
        <pc:spChg chg="add mod">
          <ac:chgData name="鈴木 秀規" userId="f68c5fd9-22d5-4c0a-9833-7fb0f5135313" providerId="ADAL" clId="{AE171C9D-A8B3-4AB5-91C0-52B3AD443501}" dt="2021-01-28T09:03:57.978" v="367" actId="14100"/>
          <ac:spMkLst>
            <pc:docMk/>
            <pc:sldMk cId="2003241689" sldId="376"/>
            <ac:spMk id="10" creationId="{54DE6F70-0E7D-42E1-8A6A-C826956AF346}"/>
          </ac:spMkLst>
        </pc:spChg>
        <pc:spChg chg="add mod">
          <ac:chgData name="鈴木 秀規" userId="f68c5fd9-22d5-4c0a-9833-7fb0f5135313" providerId="ADAL" clId="{AE171C9D-A8B3-4AB5-91C0-52B3AD443501}" dt="2021-01-28T09:03:36.246" v="364" actId="2711"/>
          <ac:spMkLst>
            <pc:docMk/>
            <pc:sldMk cId="2003241689" sldId="376"/>
            <ac:spMk id="11" creationId="{DC8A545F-291D-4CEF-B1FE-B53DDD12205E}"/>
          </ac:spMkLst>
        </pc:spChg>
        <pc:spChg chg="add mod">
          <ac:chgData name="鈴木 秀規" userId="f68c5fd9-22d5-4c0a-9833-7fb0f5135313" providerId="ADAL" clId="{AE171C9D-A8B3-4AB5-91C0-52B3AD443501}" dt="2021-01-28T09:03:36.246" v="364" actId="2711"/>
          <ac:spMkLst>
            <pc:docMk/>
            <pc:sldMk cId="2003241689" sldId="376"/>
            <ac:spMk id="12" creationId="{D0EB1E79-CEB5-472C-A83F-14E2367031FE}"/>
          </ac:spMkLst>
        </pc:spChg>
        <pc:spChg chg="add mod">
          <ac:chgData name="鈴木 秀規" userId="f68c5fd9-22d5-4c0a-9833-7fb0f5135313" providerId="ADAL" clId="{AE171C9D-A8B3-4AB5-91C0-52B3AD443501}" dt="2021-01-28T09:03:36.246" v="364" actId="2711"/>
          <ac:spMkLst>
            <pc:docMk/>
            <pc:sldMk cId="2003241689" sldId="376"/>
            <ac:spMk id="13" creationId="{C5621F42-019C-4CA8-9B08-6D212CEDE0AF}"/>
          </ac:spMkLst>
        </pc:spChg>
        <pc:spChg chg="add mod">
          <ac:chgData name="鈴木 秀規" userId="f68c5fd9-22d5-4c0a-9833-7fb0f5135313" providerId="ADAL" clId="{AE171C9D-A8B3-4AB5-91C0-52B3AD443501}" dt="2021-01-28T09:03:36.246" v="364" actId="2711"/>
          <ac:spMkLst>
            <pc:docMk/>
            <pc:sldMk cId="2003241689" sldId="376"/>
            <ac:spMk id="14" creationId="{45233C8B-FAF5-48E3-A8A0-DB5ECA0DB093}"/>
          </ac:spMkLst>
        </pc:spChg>
        <pc:spChg chg="add mod">
          <ac:chgData name="鈴木 秀規" userId="f68c5fd9-22d5-4c0a-9833-7fb0f5135313" providerId="ADAL" clId="{AE171C9D-A8B3-4AB5-91C0-52B3AD443501}" dt="2021-01-28T09:03:46.484" v="365" actId="207"/>
          <ac:spMkLst>
            <pc:docMk/>
            <pc:sldMk cId="2003241689" sldId="376"/>
            <ac:spMk id="15" creationId="{06FBD471-513F-460C-855B-4E4FBEFEFEF2}"/>
          </ac:spMkLst>
        </pc:spChg>
        <pc:spChg chg="add mod">
          <ac:chgData name="鈴木 秀規" userId="f68c5fd9-22d5-4c0a-9833-7fb0f5135313" providerId="ADAL" clId="{AE171C9D-A8B3-4AB5-91C0-52B3AD443501}" dt="2021-01-28T09:03:46.484" v="365" actId="207"/>
          <ac:spMkLst>
            <pc:docMk/>
            <pc:sldMk cId="2003241689" sldId="376"/>
            <ac:spMk id="16" creationId="{5CCDC4DB-AAB7-4910-82F0-CE9C82E02D90}"/>
          </ac:spMkLst>
        </pc:spChg>
        <pc:spChg chg="add mod">
          <ac:chgData name="鈴木 秀規" userId="f68c5fd9-22d5-4c0a-9833-7fb0f5135313" providerId="ADAL" clId="{AE171C9D-A8B3-4AB5-91C0-52B3AD443501}" dt="2021-01-28T09:03:46.484" v="365" actId="207"/>
          <ac:spMkLst>
            <pc:docMk/>
            <pc:sldMk cId="2003241689" sldId="376"/>
            <ac:spMk id="17" creationId="{078697B7-F848-46FF-A6EA-57A825DDB638}"/>
          </ac:spMkLst>
        </pc:spChg>
        <pc:spChg chg="add mod">
          <ac:chgData name="鈴木 秀規" userId="f68c5fd9-22d5-4c0a-9833-7fb0f5135313" providerId="ADAL" clId="{AE171C9D-A8B3-4AB5-91C0-52B3AD443501}" dt="2021-01-28T09:03:36.246" v="364" actId="2711"/>
          <ac:spMkLst>
            <pc:docMk/>
            <pc:sldMk cId="2003241689" sldId="376"/>
            <ac:spMk id="18" creationId="{B6CF7752-F728-49E4-925A-9FA36F68C2CE}"/>
          </ac:spMkLst>
        </pc:spChg>
      </pc:sldChg>
      <pc:sldChg chg="addSp modSp new mod">
        <pc:chgData name="鈴木 秀規" userId="f68c5fd9-22d5-4c0a-9833-7fb0f5135313" providerId="ADAL" clId="{AE171C9D-A8B3-4AB5-91C0-52B3AD443501}" dt="2021-01-28T09:04:58.722" v="377" actId="2711"/>
        <pc:sldMkLst>
          <pc:docMk/>
          <pc:sldMk cId="156709775" sldId="377"/>
        </pc:sldMkLst>
        <pc:spChg chg="mod">
          <ac:chgData name="鈴木 秀規" userId="f68c5fd9-22d5-4c0a-9833-7fb0f5135313" providerId="ADAL" clId="{AE171C9D-A8B3-4AB5-91C0-52B3AD443501}" dt="2021-01-28T09:04:13.302" v="369"/>
          <ac:spMkLst>
            <pc:docMk/>
            <pc:sldMk cId="156709775" sldId="377"/>
            <ac:spMk id="3" creationId="{5401838A-E061-4A4D-BB55-65687E6E46C8}"/>
          </ac:spMkLst>
        </pc:spChg>
        <pc:spChg chg="mod">
          <ac:chgData name="鈴木 秀規" userId="f68c5fd9-22d5-4c0a-9833-7fb0f5135313" providerId="ADAL" clId="{AE171C9D-A8B3-4AB5-91C0-52B3AD443501}" dt="2021-01-28T09:04:27.592" v="372" actId="14100"/>
          <ac:spMkLst>
            <pc:docMk/>
            <pc:sldMk cId="156709775" sldId="377"/>
            <ac:spMk id="5" creationId="{66725D84-5746-4911-ADD1-DAB0568797E6}"/>
          </ac:spMkLst>
        </pc:spChg>
        <pc:spChg chg="add mod">
          <ac:chgData name="鈴木 秀規" userId="f68c5fd9-22d5-4c0a-9833-7fb0f5135313" providerId="ADAL" clId="{AE171C9D-A8B3-4AB5-91C0-52B3AD443501}" dt="2021-01-28T09:04:58.722" v="377" actId="2711"/>
          <ac:spMkLst>
            <pc:docMk/>
            <pc:sldMk cId="156709775" sldId="377"/>
            <ac:spMk id="10" creationId="{54054970-B28B-48D8-AF30-D9FEC354E0E9}"/>
          </ac:spMkLst>
        </pc:spChg>
        <pc:spChg chg="add mod">
          <ac:chgData name="鈴木 秀規" userId="f68c5fd9-22d5-4c0a-9833-7fb0f5135313" providerId="ADAL" clId="{AE171C9D-A8B3-4AB5-91C0-52B3AD443501}" dt="2021-01-28T09:04:58.722" v="377" actId="2711"/>
          <ac:spMkLst>
            <pc:docMk/>
            <pc:sldMk cId="156709775" sldId="377"/>
            <ac:spMk id="11" creationId="{6A6EEA7D-E2B1-4097-BDFC-3D35E0AF506C}"/>
          </ac:spMkLst>
        </pc:spChg>
        <pc:spChg chg="add mod">
          <ac:chgData name="鈴木 秀規" userId="f68c5fd9-22d5-4c0a-9833-7fb0f5135313" providerId="ADAL" clId="{AE171C9D-A8B3-4AB5-91C0-52B3AD443501}" dt="2021-01-28T09:04:58.722" v="377" actId="2711"/>
          <ac:spMkLst>
            <pc:docMk/>
            <pc:sldMk cId="156709775" sldId="377"/>
            <ac:spMk id="12" creationId="{76A2137A-DF78-47C6-9DFF-B0679D1E8418}"/>
          </ac:spMkLst>
        </pc:spChg>
        <pc:picChg chg="add mod">
          <ac:chgData name="鈴木 秀規" userId="f68c5fd9-22d5-4c0a-9833-7fb0f5135313" providerId="ADAL" clId="{AE171C9D-A8B3-4AB5-91C0-52B3AD443501}" dt="2021-01-28T09:04:38.940" v="374" actId="1076"/>
          <ac:picMkLst>
            <pc:docMk/>
            <pc:sldMk cId="156709775" sldId="377"/>
            <ac:picMk id="6" creationId="{F6FCFE43-A9F9-4BBA-9C74-D18910D615E9}"/>
          </ac:picMkLst>
        </pc:picChg>
        <pc:picChg chg="add mod">
          <ac:chgData name="鈴木 秀規" userId="f68c5fd9-22d5-4c0a-9833-7fb0f5135313" providerId="ADAL" clId="{AE171C9D-A8B3-4AB5-91C0-52B3AD443501}" dt="2021-01-28T09:04:38.940" v="374" actId="1076"/>
          <ac:picMkLst>
            <pc:docMk/>
            <pc:sldMk cId="156709775" sldId="377"/>
            <ac:picMk id="7" creationId="{02629BC7-352E-418B-990D-D34CA7AA0043}"/>
          </ac:picMkLst>
        </pc:picChg>
        <pc:picChg chg="add mod">
          <ac:chgData name="鈴木 秀規" userId="f68c5fd9-22d5-4c0a-9833-7fb0f5135313" providerId="ADAL" clId="{AE171C9D-A8B3-4AB5-91C0-52B3AD443501}" dt="2021-01-28T09:04:38.940" v="374" actId="1076"/>
          <ac:picMkLst>
            <pc:docMk/>
            <pc:sldMk cId="156709775" sldId="377"/>
            <ac:picMk id="8" creationId="{3BB846BF-99D7-4CD4-9777-265CFB6E5D30}"/>
          </ac:picMkLst>
        </pc:picChg>
        <pc:picChg chg="add mod">
          <ac:chgData name="鈴木 秀規" userId="f68c5fd9-22d5-4c0a-9833-7fb0f5135313" providerId="ADAL" clId="{AE171C9D-A8B3-4AB5-91C0-52B3AD443501}" dt="2021-01-28T09:04:44.274" v="375" actId="1076"/>
          <ac:picMkLst>
            <pc:docMk/>
            <pc:sldMk cId="156709775" sldId="377"/>
            <ac:picMk id="9" creationId="{2D5B8E67-14EA-4594-8CD3-8DBE5AE09A8E}"/>
          </ac:picMkLst>
        </pc:picChg>
        <pc:picChg chg="add mod">
          <ac:chgData name="鈴木 秀規" userId="f68c5fd9-22d5-4c0a-9833-7fb0f5135313" providerId="ADAL" clId="{AE171C9D-A8B3-4AB5-91C0-52B3AD443501}" dt="2021-01-28T09:04:44.274" v="375" actId="1076"/>
          <ac:picMkLst>
            <pc:docMk/>
            <pc:sldMk cId="156709775" sldId="377"/>
            <ac:picMk id="16" creationId="{A357833A-765C-45DE-9C17-AEB30756D492}"/>
          </ac:picMkLst>
        </pc:picChg>
        <pc:picChg chg="add mod">
          <ac:chgData name="鈴木 秀規" userId="f68c5fd9-22d5-4c0a-9833-7fb0f5135313" providerId="ADAL" clId="{AE171C9D-A8B3-4AB5-91C0-52B3AD443501}" dt="2021-01-28T09:04:44.274" v="375" actId="1076"/>
          <ac:picMkLst>
            <pc:docMk/>
            <pc:sldMk cId="156709775" sldId="377"/>
            <ac:picMk id="17" creationId="{72F9336A-E609-404F-97AC-64224C3EA06A}"/>
          </ac:picMkLst>
        </pc:picChg>
        <pc:cxnChg chg="add mod">
          <ac:chgData name="鈴木 秀規" userId="f68c5fd9-22d5-4c0a-9833-7fb0f5135313" providerId="ADAL" clId="{AE171C9D-A8B3-4AB5-91C0-52B3AD443501}" dt="2021-01-28T09:04:44.274" v="375" actId="1076"/>
          <ac:cxnSpMkLst>
            <pc:docMk/>
            <pc:sldMk cId="156709775" sldId="377"/>
            <ac:cxnSpMk id="13" creationId="{F587428A-4F1F-49AE-A885-2A5F2079DD79}"/>
          </ac:cxnSpMkLst>
        </pc:cxnChg>
        <pc:cxnChg chg="add mod">
          <ac:chgData name="鈴木 秀規" userId="f68c5fd9-22d5-4c0a-9833-7fb0f5135313" providerId="ADAL" clId="{AE171C9D-A8B3-4AB5-91C0-52B3AD443501}" dt="2021-01-28T09:04:44.274" v="375" actId="1076"/>
          <ac:cxnSpMkLst>
            <pc:docMk/>
            <pc:sldMk cId="156709775" sldId="377"/>
            <ac:cxnSpMk id="14" creationId="{120221B7-5B2C-4B4C-99B3-EC62053BAC57}"/>
          </ac:cxnSpMkLst>
        </pc:cxnChg>
        <pc:cxnChg chg="add mod">
          <ac:chgData name="鈴木 秀規" userId="f68c5fd9-22d5-4c0a-9833-7fb0f5135313" providerId="ADAL" clId="{AE171C9D-A8B3-4AB5-91C0-52B3AD443501}" dt="2021-01-28T09:04:44.274" v="375" actId="1076"/>
          <ac:cxnSpMkLst>
            <pc:docMk/>
            <pc:sldMk cId="156709775" sldId="377"/>
            <ac:cxnSpMk id="15" creationId="{0A02DFF5-109F-499C-BD8C-C3064660340F}"/>
          </ac:cxnSpMkLst>
        </pc:cxnChg>
      </pc:sldChg>
      <pc:sldChg chg="del">
        <pc:chgData name="鈴木 秀規" userId="f68c5fd9-22d5-4c0a-9833-7fb0f5135313" providerId="ADAL" clId="{AE171C9D-A8B3-4AB5-91C0-52B3AD443501}" dt="2021-01-28T08:23:42.589" v="26" actId="2696"/>
        <pc:sldMkLst>
          <pc:docMk/>
          <pc:sldMk cId="3493943848" sldId="377"/>
        </pc:sldMkLst>
      </pc:sldChg>
      <pc:sldChg chg="del">
        <pc:chgData name="鈴木 秀規" userId="f68c5fd9-22d5-4c0a-9833-7fb0f5135313" providerId="ADAL" clId="{AE171C9D-A8B3-4AB5-91C0-52B3AD443501}" dt="2021-01-28T08:23:42.589" v="26" actId="2696"/>
        <pc:sldMkLst>
          <pc:docMk/>
          <pc:sldMk cId="3488235805" sldId="378"/>
        </pc:sldMkLst>
      </pc:sldChg>
      <pc:sldChg chg="addSp delSp modSp new mod">
        <pc:chgData name="鈴木 秀規" userId="f68c5fd9-22d5-4c0a-9833-7fb0f5135313" providerId="ADAL" clId="{AE171C9D-A8B3-4AB5-91C0-52B3AD443501}" dt="2021-01-28T09:08:08.892" v="418" actId="207"/>
        <pc:sldMkLst>
          <pc:docMk/>
          <pc:sldMk cId="4226280389" sldId="378"/>
        </pc:sldMkLst>
        <pc:spChg chg="mod">
          <ac:chgData name="鈴木 秀規" userId="f68c5fd9-22d5-4c0a-9833-7fb0f5135313" providerId="ADAL" clId="{AE171C9D-A8B3-4AB5-91C0-52B3AD443501}" dt="2021-01-28T09:05:23.693" v="379"/>
          <ac:spMkLst>
            <pc:docMk/>
            <pc:sldMk cId="4226280389" sldId="378"/>
            <ac:spMk id="3" creationId="{3DB11A7F-4861-415A-8EF5-B13845B979BB}"/>
          </ac:spMkLst>
        </pc:spChg>
        <pc:spChg chg="mod">
          <ac:chgData name="鈴木 秀規" userId="f68c5fd9-22d5-4c0a-9833-7fb0f5135313" providerId="ADAL" clId="{AE171C9D-A8B3-4AB5-91C0-52B3AD443501}" dt="2021-01-28T09:05:43.589" v="384" actId="113"/>
          <ac:spMkLst>
            <pc:docMk/>
            <pc:sldMk cId="4226280389" sldId="378"/>
            <ac:spMk id="5" creationId="{F109021C-31B2-4C35-8FA5-D85760F72C35}"/>
          </ac:spMkLst>
        </pc:spChg>
        <pc:spChg chg="add mod">
          <ac:chgData name="鈴木 秀規" userId="f68c5fd9-22d5-4c0a-9833-7fb0f5135313" providerId="ADAL" clId="{AE171C9D-A8B3-4AB5-91C0-52B3AD443501}" dt="2021-01-28T09:06:21.557" v="391" actId="14100"/>
          <ac:spMkLst>
            <pc:docMk/>
            <pc:sldMk cId="4226280389" sldId="378"/>
            <ac:spMk id="6" creationId="{47748407-37AF-4E05-8377-82E023146AE6}"/>
          </ac:spMkLst>
        </pc:spChg>
        <pc:spChg chg="add del mod">
          <ac:chgData name="鈴木 秀規" userId="f68c5fd9-22d5-4c0a-9833-7fb0f5135313" providerId="ADAL" clId="{AE171C9D-A8B3-4AB5-91C0-52B3AD443501}" dt="2021-01-28T09:06:28.261" v="393" actId="478"/>
          <ac:spMkLst>
            <pc:docMk/>
            <pc:sldMk cId="4226280389" sldId="378"/>
            <ac:spMk id="7" creationId="{5D7C18B2-107D-41E4-8965-FAFD63F39698}"/>
          </ac:spMkLst>
        </pc:spChg>
        <pc:spChg chg="add mod">
          <ac:chgData name="鈴木 秀規" userId="f68c5fd9-22d5-4c0a-9833-7fb0f5135313" providerId="ADAL" clId="{AE171C9D-A8B3-4AB5-91C0-52B3AD443501}" dt="2021-01-28T09:06:56.283" v="399" actId="207"/>
          <ac:spMkLst>
            <pc:docMk/>
            <pc:sldMk cId="4226280389" sldId="378"/>
            <ac:spMk id="8" creationId="{41D4D3DB-7F7B-42B8-B16B-83BCBD35D8C2}"/>
          </ac:spMkLst>
        </pc:spChg>
        <pc:spChg chg="add mod">
          <ac:chgData name="鈴木 秀規" userId="f68c5fd9-22d5-4c0a-9833-7fb0f5135313" providerId="ADAL" clId="{AE171C9D-A8B3-4AB5-91C0-52B3AD443501}" dt="2021-01-28T09:07:21.737" v="407" actId="1076"/>
          <ac:spMkLst>
            <pc:docMk/>
            <pc:sldMk cId="4226280389" sldId="378"/>
            <ac:spMk id="9" creationId="{17C2C203-0B47-44BC-86E2-094C1DC9AD85}"/>
          </ac:spMkLst>
        </pc:spChg>
        <pc:spChg chg="add mod">
          <ac:chgData name="鈴木 秀規" userId="f68c5fd9-22d5-4c0a-9833-7fb0f5135313" providerId="ADAL" clId="{AE171C9D-A8B3-4AB5-91C0-52B3AD443501}" dt="2021-01-28T09:07:36.262" v="410" actId="14100"/>
          <ac:spMkLst>
            <pc:docMk/>
            <pc:sldMk cId="4226280389" sldId="378"/>
            <ac:spMk id="10" creationId="{202C18EF-6A13-457D-AF97-7C2533B5B32B}"/>
          </ac:spMkLst>
        </pc:spChg>
        <pc:spChg chg="add mod">
          <ac:chgData name="鈴木 秀規" userId="f68c5fd9-22d5-4c0a-9833-7fb0f5135313" providerId="ADAL" clId="{AE171C9D-A8B3-4AB5-91C0-52B3AD443501}" dt="2021-01-28T09:08:08.892" v="418" actId="207"/>
          <ac:spMkLst>
            <pc:docMk/>
            <pc:sldMk cId="4226280389" sldId="378"/>
            <ac:spMk id="14" creationId="{9648B3C7-6E71-4957-B3BE-854366D6D56C}"/>
          </ac:spMkLst>
        </pc:spChg>
        <pc:cxnChg chg="add mod">
          <ac:chgData name="鈴木 秀規" userId="f68c5fd9-22d5-4c0a-9833-7fb0f5135313" providerId="ADAL" clId="{AE171C9D-A8B3-4AB5-91C0-52B3AD443501}" dt="2021-01-28T09:08:05.175" v="417" actId="14100"/>
          <ac:cxnSpMkLst>
            <pc:docMk/>
            <pc:sldMk cId="4226280389" sldId="378"/>
            <ac:cxnSpMk id="11" creationId="{5E87E17D-A5F0-432E-8E96-89F2966E0183}"/>
          </ac:cxnSpMkLst>
        </pc:cxnChg>
      </pc:sldChg>
      <pc:sldChg chg="addSp modSp new mod">
        <pc:chgData name="鈴木 秀規" userId="f68c5fd9-22d5-4c0a-9833-7fb0f5135313" providerId="ADAL" clId="{AE171C9D-A8B3-4AB5-91C0-52B3AD443501}" dt="2021-01-28T09:09:47.470" v="432" actId="207"/>
        <pc:sldMkLst>
          <pc:docMk/>
          <pc:sldMk cId="687387428" sldId="379"/>
        </pc:sldMkLst>
        <pc:spChg chg="mod">
          <ac:chgData name="鈴木 秀規" userId="f68c5fd9-22d5-4c0a-9833-7fb0f5135313" providerId="ADAL" clId="{AE171C9D-A8B3-4AB5-91C0-52B3AD443501}" dt="2021-01-28T09:08:23.547" v="420"/>
          <ac:spMkLst>
            <pc:docMk/>
            <pc:sldMk cId="687387428" sldId="379"/>
            <ac:spMk id="3" creationId="{DDD6E265-8645-41BB-B3C3-86F83FC86AA0}"/>
          </ac:spMkLst>
        </pc:spChg>
        <pc:spChg chg="mod">
          <ac:chgData name="鈴木 秀規" userId="f68c5fd9-22d5-4c0a-9833-7fb0f5135313" providerId="ADAL" clId="{AE171C9D-A8B3-4AB5-91C0-52B3AD443501}" dt="2021-01-28T09:08:36.679" v="423" actId="14100"/>
          <ac:spMkLst>
            <pc:docMk/>
            <pc:sldMk cId="687387428" sldId="379"/>
            <ac:spMk id="5" creationId="{CFFB7B23-2078-4831-B2C9-3619DE2E350D}"/>
          </ac:spMkLst>
        </pc:spChg>
        <pc:spChg chg="add mod">
          <ac:chgData name="鈴木 秀規" userId="f68c5fd9-22d5-4c0a-9833-7fb0f5135313" providerId="ADAL" clId="{AE171C9D-A8B3-4AB5-91C0-52B3AD443501}" dt="2021-01-28T09:09:03.905" v="428" actId="14100"/>
          <ac:spMkLst>
            <pc:docMk/>
            <pc:sldMk cId="687387428" sldId="379"/>
            <ac:spMk id="6" creationId="{A5BB5D39-EC36-4B8B-A27D-52DBBD213A04}"/>
          </ac:spMkLst>
        </pc:spChg>
        <pc:spChg chg="add mod">
          <ac:chgData name="鈴木 秀規" userId="f68c5fd9-22d5-4c0a-9833-7fb0f5135313" providerId="ADAL" clId="{AE171C9D-A8B3-4AB5-91C0-52B3AD443501}" dt="2021-01-28T09:09:47.470" v="432" actId="207"/>
          <ac:spMkLst>
            <pc:docMk/>
            <pc:sldMk cId="687387428" sldId="379"/>
            <ac:spMk id="7" creationId="{991EBFC0-0FCA-4958-9FEA-A87AAA733828}"/>
          </ac:spMkLst>
        </pc:spChg>
      </pc:sldChg>
      <pc:sldChg chg="del">
        <pc:chgData name="鈴木 秀規" userId="f68c5fd9-22d5-4c0a-9833-7fb0f5135313" providerId="ADAL" clId="{AE171C9D-A8B3-4AB5-91C0-52B3AD443501}" dt="2021-01-28T08:23:42.589" v="26" actId="2696"/>
        <pc:sldMkLst>
          <pc:docMk/>
          <pc:sldMk cId="2796318075" sldId="379"/>
        </pc:sldMkLst>
      </pc:sldChg>
      <pc:sldChg chg="addSp modSp new mod">
        <pc:chgData name="鈴木 秀規" userId="f68c5fd9-22d5-4c0a-9833-7fb0f5135313" providerId="ADAL" clId="{AE171C9D-A8B3-4AB5-91C0-52B3AD443501}" dt="2021-01-28T09:12:08.581" v="470" actId="1076"/>
        <pc:sldMkLst>
          <pc:docMk/>
          <pc:sldMk cId="1295816778" sldId="380"/>
        </pc:sldMkLst>
        <pc:spChg chg="mod">
          <ac:chgData name="鈴木 秀規" userId="f68c5fd9-22d5-4c0a-9833-7fb0f5135313" providerId="ADAL" clId="{AE171C9D-A8B3-4AB5-91C0-52B3AD443501}" dt="2021-01-28T09:10:00.502" v="434"/>
          <ac:spMkLst>
            <pc:docMk/>
            <pc:sldMk cId="1295816778" sldId="380"/>
            <ac:spMk id="3" creationId="{9D9060F4-D23A-4002-9C27-7D636EF9922B}"/>
          </ac:spMkLst>
        </pc:spChg>
        <pc:spChg chg="mod">
          <ac:chgData name="鈴木 秀規" userId="f68c5fd9-22d5-4c0a-9833-7fb0f5135313" providerId="ADAL" clId="{AE171C9D-A8B3-4AB5-91C0-52B3AD443501}" dt="2021-01-28T09:10:24.070" v="445" actId="14100"/>
          <ac:spMkLst>
            <pc:docMk/>
            <pc:sldMk cId="1295816778" sldId="380"/>
            <ac:spMk id="5" creationId="{D12DA5E9-F3F5-4F7C-AB62-3360BA0BE6B8}"/>
          </ac:spMkLst>
        </pc:spChg>
        <pc:spChg chg="add mod">
          <ac:chgData name="鈴木 秀規" userId="f68c5fd9-22d5-4c0a-9833-7fb0f5135313" providerId="ADAL" clId="{AE171C9D-A8B3-4AB5-91C0-52B3AD443501}" dt="2021-01-28T09:10:55.099" v="451" actId="1076"/>
          <ac:spMkLst>
            <pc:docMk/>
            <pc:sldMk cId="1295816778" sldId="380"/>
            <ac:spMk id="6" creationId="{2FE73017-FDCB-40C6-854F-8FB441553F0B}"/>
          </ac:spMkLst>
        </pc:spChg>
        <pc:picChg chg="add mod">
          <ac:chgData name="鈴木 秀規" userId="f68c5fd9-22d5-4c0a-9833-7fb0f5135313" providerId="ADAL" clId="{AE171C9D-A8B3-4AB5-91C0-52B3AD443501}" dt="2021-01-28T09:12:08.581" v="470" actId="1076"/>
          <ac:picMkLst>
            <pc:docMk/>
            <pc:sldMk cId="1295816778" sldId="380"/>
            <ac:picMk id="7" creationId="{FB62679B-3CB4-4F1B-BD49-886651EEA2A4}"/>
          </ac:picMkLst>
        </pc:picChg>
      </pc:sldChg>
      <pc:sldChg chg="del">
        <pc:chgData name="鈴木 秀規" userId="f68c5fd9-22d5-4c0a-9833-7fb0f5135313" providerId="ADAL" clId="{AE171C9D-A8B3-4AB5-91C0-52B3AD443501}" dt="2021-01-28T08:23:42.589" v="26" actId="2696"/>
        <pc:sldMkLst>
          <pc:docMk/>
          <pc:sldMk cId="3487842613" sldId="380"/>
        </pc:sldMkLst>
      </pc:sldChg>
      <pc:sldChg chg="addSp modSp new mod">
        <pc:chgData name="鈴木 秀規" userId="f68c5fd9-22d5-4c0a-9833-7fb0f5135313" providerId="ADAL" clId="{AE171C9D-A8B3-4AB5-91C0-52B3AD443501}" dt="2021-01-28T09:12:45.129" v="477" actId="208"/>
        <pc:sldMkLst>
          <pc:docMk/>
          <pc:sldMk cId="1094552731" sldId="381"/>
        </pc:sldMkLst>
        <pc:spChg chg="mod">
          <ac:chgData name="鈴木 秀規" userId="f68c5fd9-22d5-4c0a-9833-7fb0f5135313" providerId="ADAL" clId="{AE171C9D-A8B3-4AB5-91C0-52B3AD443501}" dt="2021-01-28T09:11:17.507" v="457"/>
          <ac:spMkLst>
            <pc:docMk/>
            <pc:sldMk cId="1094552731" sldId="381"/>
            <ac:spMk id="3" creationId="{C6019B33-9938-44D3-8169-546A1659375A}"/>
          </ac:spMkLst>
        </pc:spChg>
        <pc:spChg chg="mod">
          <ac:chgData name="鈴木 秀規" userId="f68c5fd9-22d5-4c0a-9833-7fb0f5135313" providerId="ADAL" clId="{AE171C9D-A8B3-4AB5-91C0-52B3AD443501}" dt="2021-01-28T09:11:47.098" v="468" actId="14100"/>
          <ac:spMkLst>
            <pc:docMk/>
            <pc:sldMk cId="1094552731" sldId="381"/>
            <ac:spMk id="5" creationId="{2CC54A8B-99C7-4AB1-B5AD-00E148ACA1ED}"/>
          </ac:spMkLst>
        </pc:spChg>
        <pc:spChg chg="add mod">
          <ac:chgData name="鈴木 秀規" userId="f68c5fd9-22d5-4c0a-9833-7fb0f5135313" providerId="ADAL" clId="{AE171C9D-A8B3-4AB5-91C0-52B3AD443501}" dt="2021-01-28T09:12:03.621" v="469"/>
          <ac:spMkLst>
            <pc:docMk/>
            <pc:sldMk cId="1094552731" sldId="381"/>
            <ac:spMk id="6" creationId="{A30415AB-1285-4ABC-911C-B77ECA899127}"/>
          </ac:spMkLst>
        </pc:spChg>
        <pc:spChg chg="add mod">
          <ac:chgData name="鈴木 秀規" userId="f68c5fd9-22d5-4c0a-9833-7fb0f5135313" providerId="ADAL" clId="{AE171C9D-A8B3-4AB5-91C0-52B3AD443501}" dt="2021-01-28T09:12:23.351" v="473" actId="1076"/>
          <ac:spMkLst>
            <pc:docMk/>
            <pc:sldMk cId="1094552731" sldId="381"/>
            <ac:spMk id="8" creationId="{4EF15A16-1479-46B7-A531-AC7F379A8D09}"/>
          </ac:spMkLst>
        </pc:spChg>
        <pc:picChg chg="add mod">
          <ac:chgData name="鈴木 秀規" userId="f68c5fd9-22d5-4c0a-9833-7fb0f5135313" providerId="ADAL" clId="{AE171C9D-A8B3-4AB5-91C0-52B3AD443501}" dt="2021-01-28T09:12:11.036" v="471"/>
          <ac:picMkLst>
            <pc:docMk/>
            <pc:sldMk cId="1094552731" sldId="381"/>
            <ac:picMk id="7" creationId="{C36A14EA-A8AF-456E-94D3-533EFB48325F}"/>
          </ac:picMkLst>
        </pc:picChg>
        <pc:cxnChg chg="add mod">
          <ac:chgData name="鈴木 秀規" userId="f68c5fd9-22d5-4c0a-9833-7fb0f5135313" providerId="ADAL" clId="{AE171C9D-A8B3-4AB5-91C0-52B3AD443501}" dt="2021-01-28T09:12:45.129" v="477" actId="208"/>
          <ac:cxnSpMkLst>
            <pc:docMk/>
            <pc:sldMk cId="1094552731" sldId="381"/>
            <ac:cxnSpMk id="9" creationId="{5D963DF2-EDA9-42D9-9A2B-0D20586112D7}"/>
          </ac:cxnSpMkLst>
        </pc:cxnChg>
      </pc:sldChg>
      <pc:sldChg chg="del">
        <pc:chgData name="鈴木 秀規" userId="f68c5fd9-22d5-4c0a-9833-7fb0f5135313" providerId="ADAL" clId="{AE171C9D-A8B3-4AB5-91C0-52B3AD443501}" dt="2021-01-28T08:23:42.589" v="26" actId="2696"/>
        <pc:sldMkLst>
          <pc:docMk/>
          <pc:sldMk cId="1329678765" sldId="381"/>
        </pc:sldMkLst>
      </pc:sldChg>
      <pc:sldChg chg="del">
        <pc:chgData name="鈴木 秀規" userId="f68c5fd9-22d5-4c0a-9833-7fb0f5135313" providerId="ADAL" clId="{AE171C9D-A8B3-4AB5-91C0-52B3AD443501}" dt="2021-01-28T08:23:42.589" v="26" actId="2696"/>
        <pc:sldMkLst>
          <pc:docMk/>
          <pc:sldMk cId="1241536557" sldId="382"/>
        </pc:sldMkLst>
      </pc:sldChg>
      <pc:sldChg chg="addSp delSp modSp new mod">
        <pc:chgData name="鈴木 秀規" userId="f68c5fd9-22d5-4c0a-9833-7fb0f5135313" providerId="ADAL" clId="{AE171C9D-A8B3-4AB5-91C0-52B3AD443501}" dt="2021-01-28T09:14:11.366" v="501" actId="207"/>
        <pc:sldMkLst>
          <pc:docMk/>
          <pc:sldMk cId="3093851719" sldId="382"/>
        </pc:sldMkLst>
        <pc:spChg chg="mod">
          <ac:chgData name="鈴木 秀規" userId="f68c5fd9-22d5-4c0a-9833-7fb0f5135313" providerId="ADAL" clId="{AE171C9D-A8B3-4AB5-91C0-52B3AD443501}" dt="2021-01-28T09:13:01.717" v="479"/>
          <ac:spMkLst>
            <pc:docMk/>
            <pc:sldMk cId="3093851719" sldId="382"/>
            <ac:spMk id="3" creationId="{26542F04-7E49-4413-944A-94701047AC1D}"/>
          </ac:spMkLst>
        </pc:spChg>
        <pc:spChg chg="mod">
          <ac:chgData name="鈴木 秀規" userId="f68c5fd9-22d5-4c0a-9833-7fb0f5135313" providerId="ADAL" clId="{AE171C9D-A8B3-4AB5-91C0-52B3AD443501}" dt="2021-01-28T09:13:36.974" v="494" actId="207"/>
          <ac:spMkLst>
            <pc:docMk/>
            <pc:sldMk cId="3093851719" sldId="382"/>
            <ac:spMk id="5" creationId="{0908EEDD-676A-4B95-8E3D-23A91832AABE}"/>
          </ac:spMkLst>
        </pc:spChg>
        <pc:spChg chg="add del mod">
          <ac:chgData name="鈴木 秀規" userId="f68c5fd9-22d5-4c0a-9833-7fb0f5135313" providerId="ADAL" clId="{AE171C9D-A8B3-4AB5-91C0-52B3AD443501}" dt="2021-01-28T09:13:43.369" v="496"/>
          <ac:spMkLst>
            <pc:docMk/>
            <pc:sldMk cId="3093851719" sldId="382"/>
            <ac:spMk id="6" creationId="{06D85A39-A703-4BB4-9491-63D91E66F632}"/>
          </ac:spMkLst>
        </pc:spChg>
        <pc:spChg chg="add mod">
          <ac:chgData name="鈴木 秀規" userId="f68c5fd9-22d5-4c0a-9833-7fb0f5135313" providerId="ADAL" clId="{AE171C9D-A8B3-4AB5-91C0-52B3AD443501}" dt="2021-01-28T09:13:52.951" v="497"/>
          <ac:spMkLst>
            <pc:docMk/>
            <pc:sldMk cId="3093851719" sldId="382"/>
            <ac:spMk id="7" creationId="{CFF372B6-D1BD-4393-9D86-97422850ADD9}"/>
          </ac:spMkLst>
        </pc:spChg>
        <pc:spChg chg="add mod">
          <ac:chgData name="鈴木 秀規" userId="f68c5fd9-22d5-4c0a-9833-7fb0f5135313" providerId="ADAL" clId="{AE171C9D-A8B3-4AB5-91C0-52B3AD443501}" dt="2021-01-28T09:13:52.951" v="497"/>
          <ac:spMkLst>
            <pc:docMk/>
            <pc:sldMk cId="3093851719" sldId="382"/>
            <ac:spMk id="9" creationId="{E2074F30-F94F-4322-8528-49C0C53758CD}"/>
          </ac:spMkLst>
        </pc:spChg>
        <pc:spChg chg="add mod">
          <ac:chgData name="鈴木 秀規" userId="f68c5fd9-22d5-4c0a-9833-7fb0f5135313" providerId="ADAL" clId="{AE171C9D-A8B3-4AB5-91C0-52B3AD443501}" dt="2021-01-28T09:14:11.366" v="501" actId="207"/>
          <ac:spMkLst>
            <pc:docMk/>
            <pc:sldMk cId="3093851719" sldId="382"/>
            <ac:spMk id="11" creationId="{B194C144-DE0A-4F55-B5A6-92622E4A50E0}"/>
          </ac:spMkLst>
        </pc:spChg>
        <pc:picChg chg="add mod">
          <ac:chgData name="鈴木 秀規" userId="f68c5fd9-22d5-4c0a-9833-7fb0f5135313" providerId="ADAL" clId="{AE171C9D-A8B3-4AB5-91C0-52B3AD443501}" dt="2021-01-28T09:13:52.951" v="497"/>
          <ac:picMkLst>
            <pc:docMk/>
            <pc:sldMk cId="3093851719" sldId="382"/>
            <ac:picMk id="8" creationId="{67962541-D3A1-4BDB-BC88-F9AD3A19BEFC}"/>
          </ac:picMkLst>
        </pc:picChg>
        <pc:cxnChg chg="add mod">
          <ac:chgData name="鈴木 秀規" userId="f68c5fd9-22d5-4c0a-9833-7fb0f5135313" providerId="ADAL" clId="{AE171C9D-A8B3-4AB5-91C0-52B3AD443501}" dt="2021-01-28T09:13:52.951" v="497"/>
          <ac:cxnSpMkLst>
            <pc:docMk/>
            <pc:sldMk cId="3093851719" sldId="382"/>
            <ac:cxnSpMk id="10" creationId="{71292176-528F-4478-8BEF-F51568A0B80A}"/>
          </ac:cxnSpMkLst>
        </pc:cxnChg>
      </pc:sldChg>
      <pc:sldChg chg="modSp new mod">
        <pc:chgData name="鈴木 秀規" userId="f68c5fd9-22d5-4c0a-9833-7fb0f5135313" providerId="ADAL" clId="{AE171C9D-A8B3-4AB5-91C0-52B3AD443501}" dt="2021-01-28T09:15:17.959" v="509" actId="207"/>
        <pc:sldMkLst>
          <pc:docMk/>
          <pc:sldMk cId="248645521" sldId="383"/>
        </pc:sldMkLst>
        <pc:spChg chg="mod">
          <ac:chgData name="鈴木 秀規" userId="f68c5fd9-22d5-4c0a-9833-7fb0f5135313" providerId="ADAL" clId="{AE171C9D-A8B3-4AB5-91C0-52B3AD443501}" dt="2021-01-28T09:14:54.085" v="503"/>
          <ac:spMkLst>
            <pc:docMk/>
            <pc:sldMk cId="248645521" sldId="383"/>
            <ac:spMk id="3" creationId="{670B7E8D-23B9-4268-A58B-887164FF0E1D}"/>
          </ac:spMkLst>
        </pc:spChg>
        <pc:spChg chg="mod">
          <ac:chgData name="鈴木 秀規" userId="f68c5fd9-22d5-4c0a-9833-7fb0f5135313" providerId="ADAL" clId="{AE171C9D-A8B3-4AB5-91C0-52B3AD443501}" dt="2021-01-28T09:15:17.959" v="509" actId="207"/>
          <ac:spMkLst>
            <pc:docMk/>
            <pc:sldMk cId="248645521" sldId="383"/>
            <ac:spMk id="5" creationId="{18D844A5-7317-4367-ACA5-E591D0F8613A}"/>
          </ac:spMkLst>
        </pc:spChg>
      </pc:sldChg>
      <pc:sldChg chg="del">
        <pc:chgData name="鈴木 秀規" userId="f68c5fd9-22d5-4c0a-9833-7fb0f5135313" providerId="ADAL" clId="{AE171C9D-A8B3-4AB5-91C0-52B3AD443501}" dt="2021-01-28T08:23:42.589" v="26" actId="2696"/>
        <pc:sldMkLst>
          <pc:docMk/>
          <pc:sldMk cId="370086342" sldId="383"/>
        </pc:sldMkLst>
      </pc:sldChg>
      <pc:sldChg chg="modSp new mod">
        <pc:chgData name="鈴木 秀規" userId="f68c5fd9-22d5-4c0a-9833-7fb0f5135313" providerId="ADAL" clId="{AE171C9D-A8B3-4AB5-91C0-52B3AD443501}" dt="2021-01-28T09:16:44.910" v="513"/>
        <pc:sldMkLst>
          <pc:docMk/>
          <pc:sldMk cId="7551430" sldId="384"/>
        </pc:sldMkLst>
        <pc:spChg chg="mod">
          <ac:chgData name="鈴木 秀規" userId="f68c5fd9-22d5-4c0a-9833-7fb0f5135313" providerId="ADAL" clId="{AE171C9D-A8B3-4AB5-91C0-52B3AD443501}" dt="2021-01-28T09:16:32.144" v="511"/>
          <ac:spMkLst>
            <pc:docMk/>
            <pc:sldMk cId="7551430" sldId="384"/>
            <ac:spMk id="3" creationId="{F03498AB-4692-4037-8A47-948C7AADF903}"/>
          </ac:spMkLst>
        </pc:spChg>
        <pc:spChg chg="mod">
          <ac:chgData name="鈴木 秀規" userId="f68c5fd9-22d5-4c0a-9833-7fb0f5135313" providerId="ADAL" clId="{AE171C9D-A8B3-4AB5-91C0-52B3AD443501}" dt="2021-01-28T09:16:44.910" v="513"/>
          <ac:spMkLst>
            <pc:docMk/>
            <pc:sldMk cId="7551430" sldId="384"/>
            <ac:spMk id="5" creationId="{6A3899EF-4253-40DE-94E2-2C6A2507B6E7}"/>
          </ac:spMkLst>
        </pc:spChg>
      </pc:sldChg>
      <pc:sldChg chg="del">
        <pc:chgData name="鈴木 秀規" userId="f68c5fd9-22d5-4c0a-9833-7fb0f5135313" providerId="ADAL" clId="{AE171C9D-A8B3-4AB5-91C0-52B3AD443501}" dt="2021-01-28T08:23:42.589" v="26" actId="2696"/>
        <pc:sldMkLst>
          <pc:docMk/>
          <pc:sldMk cId="2606702251" sldId="384"/>
        </pc:sldMkLst>
      </pc:sldChg>
      <pc:sldChg chg="del">
        <pc:chgData name="鈴木 秀規" userId="f68c5fd9-22d5-4c0a-9833-7fb0f5135313" providerId="ADAL" clId="{AE171C9D-A8B3-4AB5-91C0-52B3AD443501}" dt="2021-01-28T08:23:42.589" v="26" actId="2696"/>
        <pc:sldMkLst>
          <pc:docMk/>
          <pc:sldMk cId="687702862" sldId="385"/>
        </pc:sldMkLst>
      </pc:sldChg>
      <pc:sldChg chg="del">
        <pc:chgData name="鈴木 秀規" userId="f68c5fd9-22d5-4c0a-9833-7fb0f5135313" providerId="ADAL" clId="{AE171C9D-A8B3-4AB5-91C0-52B3AD443501}" dt="2021-01-28T08:23:42.589" v="26" actId="2696"/>
        <pc:sldMkLst>
          <pc:docMk/>
          <pc:sldMk cId="1556991625" sldId="386"/>
        </pc:sldMkLst>
      </pc:sldChg>
      <pc:sldChg chg="del">
        <pc:chgData name="鈴木 秀規" userId="f68c5fd9-22d5-4c0a-9833-7fb0f5135313" providerId="ADAL" clId="{AE171C9D-A8B3-4AB5-91C0-52B3AD443501}" dt="2021-01-28T08:23:42.589" v="26" actId="2696"/>
        <pc:sldMkLst>
          <pc:docMk/>
          <pc:sldMk cId="3227213484" sldId="387"/>
        </pc:sldMkLst>
      </pc:sldChg>
      <pc:sldChg chg="del">
        <pc:chgData name="鈴木 秀規" userId="f68c5fd9-22d5-4c0a-9833-7fb0f5135313" providerId="ADAL" clId="{AE171C9D-A8B3-4AB5-91C0-52B3AD443501}" dt="2021-01-28T08:23:42.589" v="26" actId="2696"/>
        <pc:sldMkLst>
          <pc:docMk/>
          <pc:sldMk cId="2658651072" sldId="388"/>
        </pc:sldMkLst>
      </pc:sldChg>
      <pc:sldChg chg="del">
        <pc:chgData name="鈴木 秀規" userId="f68c5fd9-22d5-4c0a-9833-7fb0f5135313" providerId="ADAL" clId="{AE171C9D-A8B3-4AB5-91C0-52B3AD443501}" dt="2021-01-28T08:23:42.589" v="26" actId="2696"/>
        <pc:sldMkLst>
          <pc:docMk/>
          <pc:sldMk cId="91634463" sldId="389"/>
        </pc:sldMkLst>
      </pc:sldChg>
      <pc:sldChg chg="del">
        <pc:chgData name="鈴木 秀規" userId="f68c5fd9-22d5-4c0a-9833-7fb0f5135313" providerId="ADAL" clId="{AE171C9D-A8B3-4AB5-91C0-52B3AD443501}" dt="2021-01-28T08:23:42.589" v="26" actId="2696"/>
        <pc:sldMkLst>
          <pc:docMk/>
          <pc:sldMk cId="2320300325" sldId="390"/>
        </pc:sldMkLst>
      </pc:sldChg>
      <pc:sldChg chg="del">
        <pc:chgData name="鈴木 秀規" userId="f68c5fd9-22d5-4c0a-9833-7fb0f5135313" providerId="ADAL" clId="{AE171C9D-A8B3-4AB5-91C0-52B3AD443501}" dt="2021-01-28T08:23:42.589" v="26" actId="2696"/>
        <pc:sldMkLst>
          <pc:docMk/>
          <pc:sldMk cId="1037775335" sldId="391"/>
        </pc:sldMkLst>
      </pc:sldChg>
      <pc:sldChg chg="del">
        <pc:chgData name="鈴木 秀規" userId="f68c5fd9-22d5-4c0a-9833-7fb0f5135313" providerId="ADAL" clId="{AE171C9D-A8B3-4AB5-91C0-52B3AD443501}" dt="2021-01-28T08:23:42.589" v="26" actId="2696"/>
        <pc:sldMkLst>
          <pc:docMk/>
          <pc:sldMk cId="1989164865" sldId="392"/>
        </pc:sldMkLst>
      </pc:sldChg>
      <pc:sldChg chg="del">
        <pc:chgData name="鈴木 秀規" userId="f68c5fd9-22d5-4c0a-9833-7fb0f5135313" providerId="ADAL" clId="{AE171C9D-A8B3-4AB5-91C0-52B3AD443501}" dt="2021-01-28T08:23:42.589" v="26" actId="2696"/>
        <pc:sldMkLst>
          <pc:docMk/>
          <pc:sldMk cId="3817722397" sldId="393"/>
        </pc:sldMkLst>
      </pc:sldChg>
      <pc:sldChg chg="del">
        <pc:chgData name="鈴木 秀規" userId="f68c5fd9-22d5-4c0a-9833-7fb0f5135313" providerId="ADAL" clId="{AE171C9D-A8B3-4AB5-91C0-52B3AD443501}" dt="2021-01-28T08:23:42.589" v="26" actId="2696"/>
        <pc:sldMkLst>
          <pc:docMk/>
          <pc:sldMk cId="2635548106" sldId="394"/>
        </pc:sldMkLst>
      </pc:sldChg>
      <pc:sldChg chg="del">
        <pc:chgData name="鈴木 秀規" userId="f68c5fd9-22d5-4c0a-9833-7fb0f5135313" providerId="ADAL" clId="{AE171C9D-A8B3-4AB5-91C0-52B3AD443501}" dt="2021-01-28T08:23:42.589" v="26" actId="2696"/>
        <pc:sldMkLst>
          <pc:docMk/>
          <pc:sldMk cId="436757555" sldId="395"/>
        </pc:sldMkLst>
      </pc:sldChg>
      <pc:sldChg chg="del">
        <pc:chgData name="鈴木 秀規" userId="f68c5fd9-22d5-4c0a-9833-7fb0f5135313" providerId="ADAL" clId="{AE171C9D-A8B3-4AB5-91C0-52B3AD443501}" dt="2021-01-28T08:23:42.589" v="26" actId="2696"/>
        <pc:sldMkLst>
          <pc:docMk/>
          <pc:sldMk cId="3553494220" sldId="396"/>
        </pc:sldMkLst>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松本 　諒" userId="fac9f236-0781-4e61-8b73-684b662c3ab5" providerId="ADAL" clId="{8EAD2888-228B-4793-8536-E78DB24A380D}"/>
    <pc:docChg chg="undo custSel addSld delSld modSld sldOrd">
      <pc:chgData name="松本 　諒" userId="fac9f236-0781-4e61-8b73-684b662c3ab5" providerId="ADAL" clId="{8EAD2888-228B-4793-8536-E78DB24A380D}" dt="2023-03-16T08:37:42.364" v="41595" actId="20577"/>
      <pc:docMkLst>
        <pc:docMk/>
      </pc:docMkLst>
      <pc:sldChg chg="modSp mod">
        <pc:chgData name="松本 　諒" userId="fac9f236-0781-4e61-8b73-684b662c3ab5" providerId="ADAL" clId="{8EAD2888-228B-4793-8536-E78DB24A380D}" dt="2023-03-09T06:19:23.621" v="20"/>
        <pc:sldMkLst>
          <pc:docMk/>
          <pc:sldMk cId="0" sldId="256"/>
        </pc:sldMkLst>
        <pc:spChg chg="mod">
          <ac:chgData name="松本 　諒" userId="fac9f236-0781-4e61-8b73-684b662c3ab5" providerId="ADAL" clId="{8EAD2888-228B-4793-8536-E78DB24A380D}" dt="2023-03-09T06:19:23.621" v="20"/>
          <ac:spMkLst>
            <pc:docMk/>
            <pc:sldMk cId="0" sldId="256"/>
            <ac:spMk id="56" creationId="{00000000-0000-0000-0000-000000000000}"/>
          </ac:spMkLst>
        </pc:spChg>
      </pc:sldChg>
      <pc:sldChg chg="modSp mod">
        <pc:chgData name="松本 　諒" userId="fac9f236-0781-4e61-8b73-684b662c3ab5" providerId="ADAL" clId="{8EAD2888-228B-4793-8536-E78DB24A380D}" dt="2023-03-09T06:19:58.778" v="21" actId="20577"/>
        <pc:sldMkLst>
          <pc:docMk/>
          <pc:sldMk cId="1668843990" sldId="360"/>
        </pc:sldMkLst>
        <pc:spChg chg="mod">
          <ac:chgData name="松本 　諒" userId="fac9f236-0781-4e61-8b73-684b662c3ab5" providerId="ADAL" clId="{8EAD2888-228B-4793-8536-E78DB24A380D}" dt="2023-03-09T06:19:58.778" v="21" actId="20577"/>
          <ac:spMkLst>
            <pc:docMk/>
            <pc:sldMk cId="1668843990" sldId="360"/>
            <ac:spMk id="9" creationId="{A4832727-EA7F-44D6-A9F2-E4AE0246960A}"/>
          </ac:spMkLst>
        </pc:spChg>
      </pc:sldChg>
      <pc:sldChg chg="modSp mod">
        <pc:chgData name="松本 　諒" userId="fac9f236-0781-4e61-8b73-684b662c3ab5" providerId="ADAL" clId="{8EAD2888-228B-4793-8536-E78DB24A380D}" dt="2023-03-09T06:20:17.140" v="33" actId="20577"/>
        <pc:sldMkLst>
          <pc:docMk/>
          <pc:sldMk cId="267129399" sldId="361"/>
        </pc:sldMkLst>
        <pc:spChg chg="mod">
          <ac:chgData name="松本 　諒" userId="fac9f236-0781-4e61-8b73-684b662c3ab5" providerId="ADAL" clId="{8EAD2888-228B-4793-8536-E78DB24A380D}" dt="2023-03-09T06:20:17.140" v="33" actId="20577"/>
          <ac:spMkLst>
            <pc:docMk/>
            <pc:sldMk cId="267129399" sldId="361"/>
            <ac:spMk id="6" creationId="{D0F3BEAC-A5EA-4EE4-95C7-0AEC1107FD29}"/>
          </ac:spMkLst>
        </pc:spChg>
      </pc:sldChg>
      <pc:sldChg chg="addSp delSp modSp mod">
        <pc:chgData name="松本 　諒" userId="fac9f236-0781-4e61-8b73-684b662c3ab5" providerId="ADAL" clId="{8EAD2888-228B-4793-8536-E78DB24A380D}" dt="2023-03-16T08:37:42.364" v="41595" actId="20577"/>
        <pc:sldMkLst>
          <pc:docMk/>
          <pc:sldMk cId="2397736379" sldId="363"/>
        </pc:sldMkLst>
        <pc:spChg chg="add mod">
          <ac:chgData name="松本 　諒" userId="fac9f236-0781-4e61-8b73-684b662c3ab5" providerId="ADAL" clId="{8EAD2888-228B-4793-8536-E78DB24A380D}" dt="2023-03-09T06:52:10.642" v="2979" actId="1035"/>
          <ac:spMkLst>
            <pc:docMk/>
            <pc:sldMk cId="2397736379" sldId="363"/>
            <ac:spMk id="2" creationId="{87E9525B-B41F-1FB8-D7FA-0659B27EA68F}"/>
          </ac:spMkLst>
        </pc:spChg>
        <pc:spChg chg="add mod">
          <ac:chgData name="松本 　諒" userId="fac9f236-0781-4e61-8b73-684b662c3ab5" providerId="ADAL" clId="{8EAD2888-228B-4793-8536-E78DB24A380D}" dt="2023-03-09T06:52:10.642" v="2979" actId="1035"/>
          <ac:spMkLst>
            <pc:docMk/>
            <pc:sldMk cId="2397736379" sldId="363"/>
            <ac:spMk id="3" creationId="{9C094484-FD19-8B51-5D07-66B90CBFDD05}"/>
          </ac:spMkLst>
        </pc:spChg>
        <pc:spChg chg="mod">
          <ac:chgData name="松本 　諒" userId="fac9f236-0781-4e61-8b73-684b662c3ab5" providerId="ADAL" clId="{8EAD2888-228B-4793-8536-E78DB24A380D}" dt="2023-03-09T06:47:56.135" v="2219" actId="1076"/>
          <ac:spMkLst>
            <pc:docMk/>
            <pc:sldMk cId="2397736379" sldId="363"/>
            <ac:spMk id="4" creationId="{DE764CD8-0B12-484E-890C-8A5A26296D13}"/>
          </ac:spMkLst>
        </pc:spChg>
        <pc:spChg chg="add mod">
          <ac:chgData name="松本 　諒" userId="fac9f236-0781-4e61-8b73-684b662c3ab5" providerId="ADAL" clId="{8EAD2888-228B-4793-8536-E78DB24A380D}" dt="2023-03-10T00:37:42.924" v="6060"/>
          <ac:spMkLst>
            <pc:docMk/>
            <pc:sldMk cId="2397736379" sldId="363"/>
            <ac:spMk id="6" creationId="{F593EA31-3A8F-C963-329E-2ED4C2DFA0D8}"/>
          </ac:spMkLst>
        </pc:spChg>
        <pc:spChg chg="mod">
          <ac:chgData name="松本 　諒" userId="fac9f236-0781-4e61-8b73-684b662c3ab5" providerId="ADAL" clId="{8EAD2888-228B-4793-8536-E78DB24A380D}" dt="2023-03-09T06:31:05.012" v="1103"/>
          <ac:spMkLst>
            <pc:docMk/>
            <pc:sldMk cId="2397736379" sldId="363"/>
            <ac:spMk id="7" creationId="{9630AD22-E64D-4A96-B059-2AF9F6580C25}"/>
          </ac:spMkLst>
        </pc:spChg>
        <pc:spChg chg="mod">
          <ac:chgData name="松本 　諒" userId="fac9f236-0781-4e61-8b73-684b662c3ab5" providerId="ADAL" clId="{8EAD2888-228B-4793-8536-E78DB24A380D}" dt="2023-03-16T08:37:42.364" v="41595" actId="20577"/>
          <ac:spMkLst>
            <pc:docMk/>
            <pc:sldMk cId="2397736379" sldId="363"/>
            <ac:spMk id="8" creationId="{787CF02A-01AB-4517-BA3E-25572FA82648}"/>
          </ac:spMkLst>
        </pc:spChg>
        <pc:spChg chg="add del mod">
          <ac:chgData name="松本 　諒" userId="fac9f236-0781-4e61-8b73-684b662c3ab5" providerId="ADAL" clId="{8EAD2888-228B-4793-8536-E78DB24A380D}" dt="2023-03-09T06:55:38.783" v="3558" actId="478"/>
          <ac:spMkLst>
            <pc:docMk/>
            <pc:sldMk cId="2397736379" sldId="363"/>
            <ac:spMk id="9" creationId="{1F5A2DF4-3D17-16DF-AD2A-04E54C2E4C2D}"/>
          </ac:spMkLst>
        </pc:spChg>
        <pc:spChg chg="add del mod">
          <ac:chgData name="松本 　諒" userId="fac9f236-0781-4e61-8b73-684b662c3ab5" providerId="ADAL" clId="{8EAD2888-228B-4793-8536-E78DB24A380D}" dt="2023-03-09T06:55:37.045" v="3557" actId="478"/>
          <ac:spMkLst>
            <pc:docMk/>
            <pc:sldMk cId="2397736379" sldId="363"/>
            <ac:spMk id="10" creationId="{550639FF-2DF9-27DF-3F94-F48D9D9AF22B}"/>
          </ac:spMkLst>
        </pc:spChg>
        <pc:spChg chg="add del mod">
          <ac:chgData name="松本 　諒" userId="fac9f236-0781-4e61-8b73-684b662c3ab5" providerId="ADAL" clId="{8EAD2888-228B-4793-8536-E78DB24A380D}" dt="2023-03-09T06:55:34.991" v="3556" actId="478"/>
          <ac:spMkLst>
            <pc:docMk/>
            <pc:sldMk cId="2397736379" sldId="363"/>
            <ac:spMk id="11" creationId="{663F3F59-C41F-5EF2-02BF-0BB5758E7F08}"/>
          </ac:spMkLst>
        </pc:spChg>
        <pc:spChg chg="add del mod">
          <ac:chgData name="松本 　諒" userId="fac9f236-0781-4e61-8b73-684b662c3ab5" providerId="ADAL" clId="{8EAD2888-228B-4793-8536-E78DB24A380D}" dt="2023-03-09T06:55:28.174" v="3555" actId="478"/>
          <ac:spMkLst>
            <pc:docMk/>
            <pc:sldMk cId="2397736379" sldId="363"/>
            <ac:spMk id="13" creationId="{23C3A791-0C1D-EED2-C77E-433555EA1B00}"/>
          </ac:spMkLst>
        </pc:spChg>
        <pc:spChg chg="del">
          <ac:chgData name="松本 　諒" userId="fac9f236-0781-4e61-8b73-684b662c3ab5" providerId="ADAL" clId="{8EAD2888-228B-4793-8536-E78DB24A380D}" dt="2023-03-09T06:32:15.093" v="1472" actId="478"/>
          <ac:spMkLst>
            <pc:docMk/>
            <pc:sldMk cId="2397736379" sldId="363"/>
            <ac:spMk id="21" creationId="{1889BCCB-990D-4639-885E-A7EE7961DBC3}"/>
          </ac:spMkLst>
        </pc:spChg>
        <pc:spChg chg="del">
          <ac:chgData name="松本 　諒" userId="fac9f236-0781-4e61-8b73-684b662c3ab5" providerId="ADAL" clId="{8EAD2888-228B-4793-8536-E78DB24A380D}" dt="2023-03-09T06:32:36.792" v="1484" actId="478"/>
          <ac:spMkLst>
            <pc:docMk/>
            <pc:sldMk cId="2397736379" sldId="363"/>
            <ac:spMk id="38" creationId="{A12A5E6F-C7E4-4697-8546-165EC56E6566}"/>
          </ac:spMkLst>
        </pc:spChg>
        <pc:spChg chg="del">
          <ac:chgData name="松本 　諒" userId="fac9f236-0781-4e61-8b73-684b662c3ab5" providerId="ADAL" clId="{8EAD2888-228B-4793-8536-E78DB24A380D}" dt="2023-03-09T06:32:36.792" v="1484" actId="478"/>
          <ac:spMkLst>
            <pc:docMk/>
            <pc:sldMk cId="2397736379" sldId="363"/>
            <ac:spMk id="39" creationId="{33B10C27-85A5-4045-BE92-A3CB7BEEF598}"/>
          </ac:spMkLst>
        </pc:spChg>
        <pc:spChg chg="del">
          <ac:chgData name="松本 　諒" userId="fac9f236-0781-4e61-8b73-684b662c3ab5" providerId="ADAL" clId="{8EAD2888-228B-4793-8536-E78DB24A380D}" dt="2023-03-09T06:32:36.792" v="1484" actId="478"/>
          <ac:spMkLst>
            <pc:docMk/>
            <pc:sldMk cId="2397736379" sldId="363"/>
            <ac:spMk id="40" creationId="{79454491-126E-4B94-9DD9-E12D0EDE2BD4}"/>
          </ac:spMkLst>
        </pc:spChg>
        <pc:spChg chg="del">
          <ac:chgData name="松本 　諒" userId="fac9f236-0781-4e61-8b73-684b662c3ab5" providerId="ADAL" clId="{8EAD2888-228B-4793-8536-E78DB24A380D}" dt="2023-03-09T06:32:16.544" v="1474" actId="478"/>
          <ac:spMkLst>
            <pc:docMk/>
            <pc:sldMk cId="2397736379" sldId="363"/>
            <ac:spMk id="42" creationId="{B8E329CD-11D2-425E-A56E-D1D5961C83A4}"/>
          </ac:spMkLst>
        </pc:spChg>
        <pc:spChg chg="del">
          <ac:chgData name="松本 　諒" userId="fac9f236-0781-4e61-8b73-684b662c3ab5" providerId="ADAL" clId="{8EAD2888-228B-4793-8536-E78DB24A380D}" dt="2023-03-09T06:32:36.792" v="1484" actId="478"/>
          <ac:spMkLst>
            <pc:docMk/>
            <pc:sldMk cId="2397736379" sldId="363"/>
            <ac:spMk id="43" creationId="{ACF0ABE5-E88F-4576-9C8A-CD6B2C663A5E}"/>
          </ac:spMkLst>
        </pc:spChg>
        <pc:spChg chg="del">
          <ac:chgData name="松本 　諒" userId="fac9f236-0781-4e61-8b73-684b662c3ab5" providerId="ADAL" clId="{8EAD2888-228B-4793-8536-E78DB24A380D}" dt="2023-03-09T06:33:58.936" v="1779" actId="478"/>
          <ac:spMkLst>
            <pc:docMk/>
            <pc:sldMk cId="2397736379" sldId="363"/>
            <ac:spMk id="52" creationId="{7EB6D7CE-CBC4-4308-9CCC-7A819BF54889}"/>
          </ac:spMkLst>
        </pc:spChg>
        <pc:spChg chg="del">
          <ac:chgData name="松本 　諒" userId="fac9f236-0781-4e61-8b73-684b662c3ab5" providerId="ADAL" clId="{8EAD2888-228B-4793-8536-E78DB24A380D}" dt="2023-03-09T06:32:17.642" v="1476" actId="478"/>
          <ac:spMkLst>
            <pc:docMk/>
            <pc:sldMk cId="2397736379" sldId="363"/>
            <ac:spMk id="53" creationId="{73644BA9-FB53-4587-A9BD-E4D432E0988A}"/>
          </ac:spMkLst>
        </pc:spChg>
        <pc:spChg chg="del">
          <ac:chgData name="松本 　諒" userId="fac9f236-0781-4e61-8b73-684b662c3ab5" providerId="ADAL" clId="{8EAD2888-228B-4793-8536-E78DB24A380D}" dt="2023-03-09T06:32:18.942" v="1478" actId="478"/>
          <ac:spMkLst>
            <pc:docMk/>
            <pc:sldMk cId="2397736379" sldId="363"/>
            <ac:spMk id="54" creationId="{889142B7-1EB4-449B-A511-A629C25D4563}"/>
          </ac:spMkLst>
        </pc:spChg>
        <pc:spChg chg="del">
          <ac:chgData name="松本 　諒" userId="fac9f236-0781-4e61-8b73-684b662c3ab5" providerId="ADAL" clId="{8EAD2888-228B-4793-8536-E78DB24A380D}" dt="2023-03-09T06:32:36.792" v="1484" actId="478"/>
          <ac:spMkLst>
            <pc:docMk/>
            <pc:sldMk cId="2397736379" sldId="363"/>
            <ac:spMk id="55" creationId="{BB93BF00-412E-4F2F-A787-7FBBC161F643}"/>
          </ac:spMkLst>
        </pc:spChg>
        <pc:picChg chg="del">
          <ac:chgData name="松本 　諒" userId="fac9f236-0781-4e61-8b73-684b662c3ab5" providerId="ADAL" clId="{8EAD2888-228B-4793-8536-E78DB24A380D}" dt="2023-03-09T06:32:13.932" v="1471" actId="478"/>
          <ac:picMkLst>
            <pc:docMk/>
            <pc:sldMk cId="2397736379" sldId="363"/>
            <ac:picMk id="12" creationId="{79F2C055-8E27-4C47-B85E-F2D2DE5BCDBE}"/>
          </ac:picMkLst>
        </pc:picChg>
        <pc:picChg chg="del">
          <ac:chgData name="松本 　諒" userId="fac9f236-0781-4e61-8b73-684b662c3ab5" providerId="ADAL" clId="{8EAD2888-228B-4793-8536-E78DB24A380D}" dt="2023-03-09T06:32:15.724" v="1473" actId="478"/>
          <ac:picMkLst>
            <pc:docMk/>
            <pc:sldMk cId="2397736379" sldId="363"/>
            <ac:picMk id="26" creationId="{1E6E6203-0386-40FF-81FE-33DB0B5C9459}"/>
          </ac:picMkLst>
        </pc:picChg>
        <pc:picChg chg="del">
          <ac:chgData name="松本 　諒" userId="fac9f236-0781-4e61-8b73-684b662c3ab5" providerId="ADAL" clId="{8EAD2888-228B-4793-8536-E78DB24A380D}" dt="2023-03-09T06:32:17.028" v="1475" actId="478"/>
          <ac:picMkLst>
            <pc:docMk/>
            <pc:sldMk cId="2397736379" sldId="363"/>
            <ac:picMk id="27" creationId="{947102E5-98AB-4B70-8256-4751CE75D79C}"/>
          </ac:picMkLst>
        </pc:picChg>
        <pc:picChg chg="del">
          <ac:chgData name="松本 　諒" userId="fac9f236-0781-4e61-8b73-684b662c3ab5" providerId="ADAL" clId="{8EAD2888-228B-4793-8536-E78DB24A380D}" dt="2023-03-09T06:32:18.374" v="1477" actId="478"/>
          <ac:picMkLst>
            <pc:docMk/>
            <pc:sldMk cId="2397736379" sldId="363"/>
            <ac:picMk id="28" creationId="{E3209CC3-8F39-46B4-8D3C-9F2F7CEE6674}"/>
          </ac:picMkLst>
        </pc:picChg>
        <pc:cxnChg chg="del mod">
          <ac:chgData name="松本 　諒" userId="fac9f236-0781-4e61-8b73-684b662c3ab5" providerId="ADAL" clId="{8EAD2888-228B-4793-8536-E78DB24A380D}" dt="2023-03-09T06:32:28.532" v="1483" actId="478"/>
          <ac:cxnSpMkLst>
            <pc:docMk/>
            <pc:sldMk cId="2397736379" sldId="363"/>
            <ac:cxnSpMk id="14" creationId="{950480D0-DAC2-4DE5-8F83-87BFD1D43A49}"/>
          </ac:cxnSpMkLst>
        </pc:cxnChg>
        <pc:cxnChg chg="del">
          <ac:chgData name="松本 　諒" userId="fac9f236-0781-4e61-8b73-684b662c3ab5" providerId="ADAL" clId="{8EAD2888-228B-4793-8536-E78DB24A380D}" dt="2023-03-09T06:32:26.644" v="1482" actId="478"/>
          <ac:cxnSpMkLst>
            <pc:docMk/>
            <pc:sldMk cId="2397736379" sldId="363"/>
            <ac:cxnSpMk id="32" creationId="{0C65CE4B-D8B5-472F-80EC-740967773953}"/>
          </ac:cxnSpMkLst>
        </pc:cxnChg>
        <pc:cxnChg chg="del mod">
          <ac:chgData name="松本 　諒" userId="fac9f236-0781-4e61-8b73-684b662c3ab5" providerId="ADAL" clId="{8EAD2888-228B-4793-8536-E78DB24A380D}" dt="2023-03-09T06:32:21.904" v="1480" actId="478"/>
          <ac:cxnSpMkLst>
            <pc:docMk/>
            <pc:sldMk cId="2397736379" sldId="363"/>
            <ac:cxnSpMk id="35" creationId="{8766A406-84AB-4B8C-B6BB-BB243DEAD5F3}"/>
          </ac:cxnSpMkLst>
        </pc:cxnChg>
        <pc:cxnChg chg="del mod">
          <ac:chgData name="松本 　諒" userId="fac9f236-0781-4e61-8b73-684b662c3ab5" providerId="ADAL" clId="{8EAD2888-228B-4793-8536-E78DB24A380D}" dt="2023-03-09T06:32:24.045" v="1481" actId="478"/>
          <ac:cxnSpMkLst>
            <pc:docMk/>
            <pc:sldMk cId="2397736379" sldId="363"/>
            <ac:cxnSpMk id="41" creationId="{FB0F01A2-CE69-482A-9C45-481265751D0A}"/>
          </ac:cxnSpMkLst>
        </pc:cxnChg>
      </pc:sldChg>
      <pc:sldChg chg="addSp delSp modSp mod">
        <pc:chgData name="松本 　諒" userId="fac9f236-0781-4e61-8b73-684b662c3ab5" providerId="ADAL" clId="{8EAD2888-228B-4793-8536-E78DB24A380D}" dt="2023-03-15T08:15:12.523" v="32363"/>
        <pc:sldMkLst>
          <pc:docMk/>
          <pc:sldMk cId="3448193778" sldId="364"/>
        </pc:sldMkLst>
        <pc:spChg chg="mod">
          <ac:chgData name="松本 　諒" userId="fac9f236-0781-4e61-8b73-684b662c3ab5" providerId="ADAL" clId="{8EAD2888-228B-4793-8536-E78DB24A380D}" dt="2023-03-09T07:04:57.849" v="3617"/>
          <ac:spMkLst>
            <pc:docMk/>
            <pc:sldMk cId="3448193778" sldId="364"/>
            <ac:spMk id="3" creationId="{8F8098DF-8ADA-4D88-933C-1AD9E04BDC85}"/>
          </ac:spMkLst>
        </pc:spChg>
        <pc:spChg chg="mod">
          <ac:chgData name="松本 　諒" userId="fac9f236-0781-4e61-8b73-684b662c3ab5" providerId="ADAL" clId="{8EAD2888-228B-4793-8536-E78DB24A380D}" dt="2023-03-15T08:15:12.523" v="32363"/>
          <ac:spMkLst>
            <pc:docMk/>
            <pc:sldMk cId="3448193778" sldId="364"/>
            <ac:spMk id="5" creationId="{BC30EE85-D366-4D0C-AD9C-32B3E1EBBE04}"/>
          </ac:spMkLst>
        </pc:spChg>
        <pc:spChg chg="del">
          <ac:chgData name="松本 　諒" userId="fac9f236-0781-4e61-8b73-684b662c3ab5" providerId="ADAL" clId="{8EAD2888-228B-4793-8536-E78DB24A380D}" dt="2023-03-09T07:05:05.524" v="3618" actId="478"/>
          <ac:spMkLst>
            <pc:docMk/>
            <pc:sldMk cId="3448193778" sldId="364"/>
            <ac:spMk id="6" creationId="{2D11B78B-DA03-4161-A355-F7531FF466A4}"/>
          </ac:spMkLst>
        </pc:spChg>
        <pc:graphicFrameChg chg="add del mod">
          <ac:chgData name="松本 　諒" userId="fac9f236-0781-4e61-8b73-684b662c3ab5" providerId="ADAL" clId="{8EAD2888-228B-4793-8536-E78DB24A380D}" dt="2023-03-09T07:09:17.218" v="4296" actId="478"/>
          <ac:graphicFrameMkLst>
            <pc:docMk/>
            <pc:sldMk cId="3448193778" sldId="364"/>
            <ac:graphicFrameMk id="7" creationId="{1D934FB2-4865-18B6-A1C5-70B657344227}"/>
          </ac:graphicFrameMkLst>
        </pc:graphicFrameChg>
        <pc:graphicFrameChg chg="add del mod">
          <ac:chgData name="松本 　諒" userId="fac9f236-0781-4e61-8b73-684b662c3ab5" providerId="ADAL" clId="{8EAD2888-228B-4793-8536-E78DB24A380D}" dt="2023-03-09T07:09:27.035" v="4299" actId="478"/>
          <ac:graphicFrameMkLst>
            <pc:docMk/>
            <pc:sldMk cId="3448193778" sldId="364"/>
            <ac:graphicFrameMk id="8" creationId="{CADAA361-5035-F549-2DB4-57133918E10A}"/>
          </ac:graphicFrameMkLst>
        </pc:graphicFrameChg>
        <pc:graphicFrameChg chg="add mod modGraphic">
          <ac:chgData name="松本 　諒" userId="fac9f236-0781-4e61-8b73-684b662c3ab5" providerId="ADAL" clId="{8EAD2888-228B-4793-8536-E78DB24A380D}" dt="2023-03-09T07:15:50.854" v="4587" actId="1036"/>
          <ac:graphicFrameMkLst>
            <pc:docMk/>
            <pc:sldMk cId="3448193778" sldId="364"/>
            <ac:graphicFrameMk id="9" creationId="{527A0887-C9CD-F91C-8849-43CF42082400}"/>
          </ac:graphicFrameMkLst>
        </pc:graphicFrameChg>
      </pc:sldChg>
      <pc:sldChg chg="del">
        <pc:chgData name="松本 　諒" userId="fac9f236-0781-4e61-8b73-684b662c3ab5" providerId="ADAL" clId="{8EAD2888-228B-4793-8536-E78DB24A380D}" dt="2023-03-09T07:31:48.421" v="6050" actId="47"/>
        <pc:sldMkLst>
          <pc:docMk/>
          <pc:sldMk cId="2764796011" sldId="365"/>
        </pc:sldMkLst>
      </pc:sldChg>
      <pc:sldChg chg="del">
        <pc:chgData name="松本 　諒" userId="fac9f236-0781-4e61-8b73-684b662c3ab5" providerId="ADAL" clId="{8EAD2888-228B-4793-8536-E78DB24A380D}" dt="2023-03-09T07:31:48.421" v="6050" actId="47"/>
        <pc:sldMkLst>
          <pc:docMk/>
          <pc:sldMk cId="3569274236" sldId="366"/>
        </pc:sldMkLst>
      </pc:sldChg>
      <pc:sldChg chg="del">
        <pc:chgData name="松本 　諒" userId="fac9f236-0781-4e61-8b73-684b662c3ab5" providerId="ADAL" clId="{8EAD2888-228B-4793-8536-E78DB24A380D}" dt="2023-03-09T07:31:48.421" v="6050" actId="47"/>
        <pc:sldMkLst>
          <pc:docMk/>
          <pc:sldMk cId="758940328" sldId="367"/>
        </pc:sldMkLst>
      </pc:sldChg>
      <pc:sldChg chg="del">
        <pc:chgData name="松本 　諒" userId="fac9f236-0781-4e61-8b73-684b662c3ab5" providerId="ADAL" clId="{8EAD2888-228B-4793-8536-E78DB24A380D}" dt="2023-03-09T07:31:48.421" v="6050" actId="47"/>
        <pc:sldMkLst>
          <pc:docMk/>
          <pc:sldMk cId="3377241062" sldId="368"/>
        </pc:sldMkLst>
      </pc:sldChg>
      <pc:sldChg chg="del">
        <pc:chgData name="松本 　諒" userId="fac9f236-0781-4e61-8b73-684b662c3ab5" providerId="ADAL" clId="{8EAD2888-228B-4793-8536-E78DB24A380D}" dt="2023-03-09T07:31:48.421" v="6050" actId="47"/>
        <pc:sldMkLst>
          <pc:docMk/>
          <pc:sldMk cId="2755247261" sldId="372"/>
        </pc:sldMkLst>
      </pc:sldChg>
      <pc:sldChg chg="del">
        <pc:chgData name="松本 　諒" userId="fac9f236-0781-4e61-8b73-684b662c3ab5" providerId="ADAL" clId="{8EAD2888-228B-4793-8536-E78DB24A380D}" dt="2023-03-09T07:31:48.421" v="6050" actId="47"/>
        <pc:sldMkLst>
          <pc:docMk/>
          <pc:sldMk cId="3266521402" sldId="373"/>
        </pc:sldMkLst>
      </pc:sldChg>
      <pc:sldChg chg="addSp delSp del">
        <pc:chgData name="松本 　諒" userId="fac9f236-0781-4e61-8b73-684b662c3ab5" providerId="ADAL" clId="{8EAD2888-228B-4793-8536-E78DB24A380D}" dt="2023-03-09T07:31:48.421" v="6050" actId="47"/>
        <pc:sldMkLst>
          <pc:docMk/>
          <pc:sldMk cId="600041152" sldId="374"/>
        </pc:sldMkLst>
        <pc:graphicFrameChg chg="add del">
          <ac:chgData name="松本 　諒" userId="fac9f236-0781-4e61-8b73-684b662c3ab5" providerId="ADAL" clId="{8EAD2888-228B-4793-8536-E78DB24A380D}" dt="2023-03-09T07:09:57.281" v="4302"/>
          <ac:graphicFrameMkLst>
            <pc:docMk/>
            <pc:sldMk cId="600041152" sldId="374"/>
            <ac:graphicFrameMk id="12" creationId="{5783DA58-806E-4B98-1C43-84787EED0A7A}"/>
          </ac:graphicFrameMkLst>
        </pc:graphicFrameChg>
      </pc:sldChg>
      <pc:sldChg chg="modSp mod">
        <pc:chgData name="松本 　諒" userId="fac9f236-0781-4e61-8b73-684b662c3ab5" providerId="ADAL" clId="{8EAD2888-228B-4793-8536-E78DB24A380D}" dt="2023-03-15T04:57:22.651" v="30660"/>
        <pc:sldMkLst>
          <pc:docMk/>
          <pc:sldMk cId="3468853419" sldId="375"/>
        </pc:sldMkLst>
        <pc:spChg chg="mod">
          <ac:chgData name="松本 　諒" userId="fac9f236-0781-4e61-8b73-684b662c3ab5" providerId="ADAL" clId="{8EAD2888-228B-4793-8536-E78DB24A380D}" dt="2023-03-15T04:44:37.063" v="28955"/>
          <ac:spMkLst>
            <pc:docMk/>
            <pc:sldMk cId="3468853419" sldId="375"/>
            <ac:spMk id="3" creationId="{F23371FD-525E-44E7-83E7-C8F4D338FEE6}"/>
          </ac:spMkLst>
        </pc:spChg>
        <pc:spChg chg="mod">
          <ac:chgData name="松本 　諒" userId="fac9f236-0781-4e61-8b73-684b662c3ab5" providerId="ADAL" clId="{8EAD2888-228B-4793-8536-E78DB24A380D}" dt="2023-03-15T04:57:22.651" v="30660"/>
          <ac:spMkLst>
            <pc:docMk/>
            <pc:sldMk cId="3468853419" sldId="375"/>
            <ac:spMk id="5" creationId="{C7EB46D5-0F1B-41B7-AB74-4D289065364B}"/>
          </ac:spMkLst>
        </pc:spChg>
      </pc:sldChg>
      <pc:sldChg chg="del">
        <pc:chgData name="松本 　諒" userId="fac9f236-0781-4e61-8b73-684b662c3ab5" providerId="ADAL" clId="{8EAD2888-228B-4793-8536-E78DB24A380D}" dt="2023-03-09T07:31:48.421" v="6050" actId="47"/>
        <pc:sldMkLst>
          <pc:docMk/>
          <pc:sldMk cId="1498739204" sldId="376"/>
        </pc:sldMkLst>
      </pc:sldChg>
      <pc:sldChg chg="modSp mod">
        <pc:chgData name="松本 　諒" userId="fac9f236-0781-4e61-8b73-684b662c3ab5" providerId="ADAL" clId="{8EAD2888-228B-4793-8536-E78DB24A380D}" dt="2023-03-16T08:37:29.853" v="41594" actId="20577"/>
        <pc:sldMkLst>
          <pc:docMk/>
          <pc:sldMk cId="3787880761" sldId="388"/>
        </pc:sldMkLst>
        <pc:spChg chg="mod">
          <ac:chgData name="松本 　諒" userId="fac9f236-0781-4e61-8b73-684b662c3ab5" providerId="ADAL" clId="{8EAD2888-228B-4793-8536-E78DB24A380D}" dt="2023-03-09T06:22:24.951" v="63"/>
          <ac:spMkLst>
            <pc:docMk/>
            <pc:sldMk cId="3787880761" sldId="388"/>
            <ac:spMk id="3" creationId="{1C79983C-D8FC-4693-8551-08AD543141F3}"/>
          </ac:spMkLst>
        </pc:spChg>
        <pc:spChg chg="mod">
          <ac:chgData name="松本 　諒" userId="fac9f236-0781-4e61-8b73-684b662c3ab5" providerId="ADAL" clId="{8EAD2888-228B-4793-8536-E78DB24A380D}" dt="2023-03-16T08:37:29.853" v="41594" actId="20577"/>
          <ac:spMkLst>
            <pc:docMk/>
            <pc:sldMk cId="3787880761" sldId="388"/>
            <ac:spMk id="5" creationId="{CAE2789C-177E-49B6-BB4D-AA4767707291}"/>
          </ac:spMkLst>
        </pc:spChg>
        <pc:spChg chg="mod">
          <ac:chgData name="松本 　諒" userId="fac9f236-0781-4e61-8b73-684b662c3ab5" providerId="ADAL" clId="{8EAD2888-228B-4793-8536-E78DB24A380D}" dt="2023-03-15T08:14:32.954" v="32315"/>
          <ac:spMkLst>
            <pc:docMk/>
            <pc:sldMk cId="3787880761" sldId="388"/>
            <ac:spMk id="6" creationId="{B0A725D4-41F6-4C87-A1CC-DF4294CC5C35}"/>
          </ac:spMkLst>
        </pc:spChg>
      </pc:sldChg>
      <pc:sldChg chg="add del ord">
        <pc:chgData name="松本 　諒" userId="fac9f236-0781-4e61-8b73-684b662c3ab5" providerId="ADAL" clId="{8EAD2888-228B-4793-8536-E78DB24A380D}" dt="2023-03-09T06:34:31.522" v="1791" actId="47"/>
        <pc:sldMkLst>
          <pc:docMk/>
          <pc:sldMk cId="2671201686" sldId="389"/>
        </pc:sldMkLst>
      </pc:sldChg>
      <pc:sldChg chg="addSp delSp modSp add mod ord modShow modNotesTx">
        <pc:chgData name="松本 　諒" userId="fac9f236-0781-4e61-8b73-684b662c3ab5" providerId="ADAL" clId="{8EAD2888-228B-4793-8536-E78DB24A380D}" dt="2023-03-16T05:42:14.096" v="40246"/>
        <pc:sldMkLst>
          <pc:docMk/>
          <pc:sldMk cId="237955507" sldId="415"/>
        </pc:sldMkLst>
        <pc:spChg chg="mod">
          <ac:chgData name="松本 　諒" userId="fac9f236-0781-4e61-8b73-684b662c3ab5" providerId="ADAL" clId="{8EAD2888-228B-4793-8536-E78DB24A380D}" dt="2023-03-09T07:18:15.159" v="4705"/>
          <ac:spMkLst>
            <pc:docMk/>
            <pc:sldMk cId="237955507" sldId="415"/>
            <ac:spMk id="3" creationId="{1C79983C-D8FC-4693-8551-08AD543141F3}"/>
          </ac:spMkLst>
        </pc:spChg>
        <pc:spChg chg="add del mod ord">
          <ac:chgData name="松本 　諒" userId="fac9f236-0781-4e61-8b73-684b662c3ab5" providerId="ADAL" clId="{8EAD2888-228B-4793-8536-E78DB24A380D}" dt="2023-03-09T07:22:09.719" v="4961" actId="478"/>
          <ac:spMkLst>
            <pc:docMk/>
            <pc:sldMk cId="237955507" sldId="415"/>
            <ac:spMk id="10" creationId="{1FD2CA18-1460-A006-2789-5B3A87045094}"/>
          </ac:spMkLst>
        </pc:spChg>
        <pc:spChg chg="mod ord">
          <ac:chgData name="松本 　諒" userId="fac9f236-0781-4e61-8b73-684b662c3ab5" providerId="ADAL" clId="{8EAD2888-228B-4793-8536-E78DB24A380D}" dt="2023-03-15T08:25:18.507" v="32436"/>
          <ac:spMkLst>
            <pc:docMk/>
            <pc:sldMk cId="237955507" sldId="415"/>
            <ac:spMk id="11" creationId="{E8C31C95-B190-464F-BE66-43124F5ABA7D}"/>
          </ac:spMkLst>
        </pc:spChg>
        <pc:spChg chg="del">
          <ac:chgData name="松本 　諒" userId="fac9f236-0781-4e61-8b73-684b662c3ab5" providerId="ADAL" clId="{8EAD2888-228B-4793-8536-E78DB24A380D}" dt="2023-03-09T07:18:58.457" v="4861" actId="478"/>
          <ac:spMkLst>
            <pc:docMk/>
            <pc:sldMk cId="237955507" sldId="415"/>
            <ac:spMk id="12" creationId="{21261815-3A92-4E4A-B684-0577ABF83618}"/>
          </ac:spMkLst>
        </pc:spChg>
        <pc:spChg chg="del">
          <ac:chgData name="松本 　諒" userId="fac9f236-0781-4e61-8b73-684b662c3ab5" providerId="ADAL" clId="{8EAD2888-228B-4793-8536-E78DB24A380D}" dt="2023-03-09T07:18:58.457" v="4861" actId="478"/>
          <ac:spMkLst>
            <pc:docMk/>
            <pc:sldMk cId="237955507" sldId="415"/>
            <ac:spMk id="13" creationId="{D179DC97-B522-4D24-A0F0-3995E87C7073}"/>
          </ac:spMkLst>
        </pc:spChg>
        <pc:spChg chg="del">
          <ac:chgData name="松本 　諒" userId="fac9f236-0781-4e61-8b73-684b662c3ab5" providerId="ADAL" clId="{8EAD2888-228B-4793-8536-E78DB24A380D}" dt="2023-03-09T07:18:58.457" v="4861" actId="478"/>
          <ac:spMkLst>
            <pc:docMk/>
            <pc:sldMk cId="237955507" sldId="415"/>
            <ac:spMk id="15" creationId="{FC451FAB-BD3C-4344-8542-6012CE5465CA}"/>
          </ac:spMkLst>
        </pc:spChg>
        <pc:spChg chg="del">
          <ac:chgData name="松本 　諒" userId="fac9f236-0781-4e61-8b73-684b662c3ab5" providerId="ADAL" clId="{8EAD2888-228B-4793-8536-E78DB24A380D}" dt="2023-03-09T07:18:58.457" v="4861" actId="478"/>
          <ac:spMkLst>
            <pc:docMk/>
            <pc:sldMk cId="237955507" sldId="415"/>
            <ac:spMk id="16" creationId="{A11CAB56-2B01-4378-974B-DE6251F44E0A}"/>
          </ac:spMkLst>
        </pc:spChg>
        <pc:spChg chg="del">
          <ac:chgData name="松本 　諒" userId="fac9f236-0781-4e61-8b73-684b662c3ab5" providerId="ADAL" clId="{8EAD2888-228B-4793-8536-E78DB24A380D}" dt="2023-03-09T07:19:02.006" v="4862" actId="478"/>
          <ac:spMkLst>
            <pc:docMk/>
            <pc:sldMk cId="237955507" sldId="415"/>
            <ac:spMk id="18" creationId="{8791EBD2-419F-42F5-B730-ADC0BCC91DFC}"/>
          </ac:spMkLst>
        </pc:spChg>
        <pc:spChg chg="del">
          <ac:chgData name="松本 　諒" userId="fac9f236-0781-4e61-8b73-684b662c3ab5" providerId="ADAL" clId="{8EAD2888-228B-4793-8536-E78DB24A380D}" dt="2023-03-09T07:19:02.006" v="4862" actId="478"/>
          <ac:spMkLst>
            <pc:docMk/>
            <pc:sldMk cId="237955507" sldId="415"/>
            <ac:spMk id="19" creationId="{16E893FE-0329-4CC6-86A8-CE10F146CCCC}"/>
          </ac:spMkLst>
        </pc:spChg>
        <pc:picChg chg="del">
          <ac:chgData name="松本 　諒" userId="fac9f236-0781-4e61-8b73-684b662c3ab5" providerId="ADAL" clId="{8EAD2888-228B-4793-8536-E78DB24A380D}" dt="2023-03-09T07:19:04.043" v="4863" actId="478"/>
          <ac:picMkLst>
            <pc:docMk/>
            <pc:sldMk cId="237955507" sldId="415"/>
            <ac:picMk id="14" creationId="{17F51022-CFCE-4524-97ED-8E19A49ECC45}"/>
          </ac:picMkLst>
        </pc:picChg>
        <pc:picChg chg="del">
          <ac:chgData name="松本 　諒" userId="fac9f236-0781-4e61-8b73-684b662c3ab5" providerId="ADAL" clId="{8EAD2888-228B-4793-8536-E78DB24A380D}" dt="2023-03-09T07:19:02.006" v="4862" actId="478"/>
          <ac:picMkLst>
            <pc:docMk/>
            <pc:sldMk cId="237955507" sldId="415"/>
            <ac:picMk id="17" creationId="{34FB898E-24D5-4C25-9CC8-F7C4C6A20DCC}"/>
          </ac:picMkLst>
        </pc:picChg>
      </pc:sldChg>
      <pc:sldChg chg="modSp new mod">
        <pc:chgData name="松本 　諒" userId="fac9f236-0781-4e61-8b73-684b662c3ab5" providerId="ADAL" clId="{8EAD2888-228B-4793-8536-E78DB24A380D}" dt="2023-03-16T02:22:49.245" v="38292"/>
        <pc:sldMkLst>
          <pc:docMk/>
          <pc:sldMk cId="1370311326" sldId="416"/>
        </pc:sldMkLst>
        <pc:spChg chg="mod">
          <ac:chgData name="松本 　諒" userId="fac9f236-0781-4e61-8b73-684b662c3ab5" providerId="ADAL" clId="{8EAD2888-228B-4793-8536-E78DB24A380D}" dt="2023-03-10T01:10:04.165" v="6097"/>
          <ac:spMkLst>
            <pc:docMk/>
            <pc:sldMk cId="1370311326" sldId="416"/>
            <ac:spMk id="3" creationId="{A7D8F7D8-E292-85DA-0E32-13F4F4378AE4}"/>
          </ac:spMkLst>
        </pc:spChg>
        <pc:spChg chg="mod">
          <ac:chgData name="松本 　諒" userId="fac9f236-0781-4e61-8b73-684b662c3ab5" providerId="ADAL" clId="{8EAD2888-228B-4793-8536-E78DB24A380D}" dt="2023-03-16T00:49:44.274" v="33703" actId="20577"/>
          <ac:spMkLst>
            <pc:docMk/>
            <pc:sldMk cId="1370311326" sldId="416"/>
            <ac:spMk id="5" creationId="{68BB833E-E627-8ACC-7A5A-37AD26193BCB}"/>
          </ac:spMkLst>
        </pc:spChg>
        <pc:spChg chg="mod">
          <ac:chgData name="松本 　諒" userId="fac9f236-0781-4e61-8b73-684b662c3ab5" providerId="ADAL" clId="{8EAD2888-228B-4793-8536-E78DB24A380D}" dt="2023-03-16T02:22:49.245" v="38292"/>
          <ac:spMkLst>
            <pc:docMk/>
            <pc:sldMk cId="1370311326" sldId="416"/>
            <ac:spMk id="6" creationId="{F1AA2C06-BA96-685D-FC6C-D02968E4761D}"/>
          </ac:spMkLst>
        </pc:spChg>
      </pc:sldChg>
      <pc:sldChg chg="addSp delSp modSp new mod ord modClrScheme chgLayout">
        <pc:chgData name="松本 　諒" userId="fac9f236-0781-4e61-8b73-684b662c3ab5" providerId="ADAL" clId="{8EAD2888-228B-4793-8536-E78DB24A380D}" dt="2023-03-16T02:21:55.532" v="38274" actId="20577"/>
        <pc:sldMkLst>
          <pc:docMk/>
          <pc:sldMk cId="1829091298" sldId="417"/>
        </pc:sldMkLst>
        <pc:spChg chg="mod ord">
          <ac:chgData name="松本 　諒" userId="fac9f236-0781-4e61-8b73-684b662c3ab5" providerId="ADAL" clId="{8EAD2888-228B-4793-8536-E78DB24A380D}" dt="2023-03-10T04:03:19.940" v="8045" actId="700"/>
          <ac:spMkLst>
            <pc:docMk/>
            <pc:sldMk cId="1829091298" sldId="417"/>
            <ac:spMk id="2" creationId="{BD5CF4FC-1826-23B2-5F53-B84F3E0BF6D6}"/>
          </ac:spMkLst>
        </pc:spChg>
        <pc:spChg chg="mod ord">
          <ac:chgData name="松本 　諒" userId="fac9f236-0781-4e61-8b73-684b662c3ab5" providerId="ADAL" clId="{8EAD2888-228B-4793-8536-E78DB24A380D}" dt="2023-03-14T07:41:01.280" v="17259"/>
          <ac:spMkLst>
            <pc:docMk/>
            <pc:sldMk cId="1829091298" sldId="417"/>
            <ac:spMk id="3" creationId="{D03E48AF-B707-F72B-C2B0-96E9E8E83A3F}"/>
          </ac:spMkLst>
        </pc:spChg>
        <pc:spChg chg="mod ord">
          <ac:chgData name="松本 　諒" userId="fac9f236-0781-4e61-8b73-684b662c3ab5" providerId="ADAL" clId="{8EAD2888-228B-4793-8536-E78DB24A380D}" dt="2023-03-10T04:03:19.940" v="8045" actId="700"/>
          <ac:spMkLst>
            <pc:docMk/>
            <pc:sldMk cId="1829091298" sldId="417"/>
            <ac:spMk id="4" creationId="{A5C1B933-9ABA-A0C6-2249-6F70DA16D551}"/>
          </ac:spMkLst>
        </pc:spChg>
        <pc:spChg chg="add del mod ord">
          <ac:chgData name="松本 　諒" userId="fac9f236-0781-4e61-8b73-684b662c3ab5" providerId="ADAL" clId="{8EAD2888-228B-4793-8536-E78DB24A380D}" dt="2023-03-16T02:21:55.532" v="38274" actId="20577"/>
          <ac:spMkLst>
            <pc:docMk/>
            <pc:sldMk cId="1829091298" sldId="417"/>
            <ac:spMk id="5" creationId="{79B8AE38-C362-AE66-72BA-447D61E84586}"/>
          </ac:spMkLst>
        </pc:spChg>
        <pc:spChg chg="add del mod">
          <ac:chgData name="松本 　諒" userId="fac9f236-0781-4e61-8b73-684b662c3ab5" providerId="ADAL" clId="{8EAD2888-228B-4793-8536-E78DB24A380D}" dt="2023-03-16T02:21:45.832" v="38273"/>
          <ac:spMkLst>
            <pc:docMk/>
            <pc:sldMk cId="1829091298" sldId="417"/>
            <ac:spMk id="6" creationId="{3D176CA9-DA88-9F9F-4BF0-7059925DA19B}"/>
          </ac:spMkLst>
        </pc:spChg>
        <pc:spChg chg="add del">
          <ac:chgData name="松本 　諒" userId="fac9f236-0781-4e61-8b73-684b662c3ab5" providerId="ADAL" clId="{8EAD2888-228B-4793-8536-E78DB24A380D}" dt="2023-03-10T04:03:19.940" v="8045" actId="700"/>
          <ac:spMkLst>
            <pc:docMk/>
            <pc:sldMk cId="1829091298" sldId="417"/>
            <ac:spMk id="7" creationId="{8AFD93C8-428D-D642-4FF0-4A2DF7970803}"/>
          </ac:spMkLst>
        </pc:spChg>
        <pc:spChg chg="add del mod ord">
          <ac:chgData name="松本 　諒" userId="fac9f236-0781-4e61-8b73-684b662c3ab5" providerId="ADAL" clId="{8EAD2888-228B-4793-8536-E78DB24A380D}" dt="2023-03-10T04:03:19.940" v="8045" actId="700"/>
          <ac:spMkLst>
            <pc:docMk/>
            <pc:sldMk cId="1829091298" sldId="417"/>
            <ac:spMk id="8" creationId="{DDB31B78-8D32-A189-5A2E-445AEFAE29E2}"/>
          </ac:spMkLst>
        </pc:spChg>
      </pc:sldChg>
      <pc:sldChg chg="addSp delSp modSp new mod">
        <pc:chgData name="松本 　諒" userId="fac9f236-0781-4e61-8b73-684b662c3ab5" providerId="ADAL" clId="{8EAD2888-228B-4793-8536-E78DB24A380D}" dt="2023-03-16T00:55:00.894" v="34500"/>
        <pc:sldMkLst>
          <pc:docMk/>
          <pc:sldMk cId="1497445555" sldId="418"/>
        </pc:sldMkLst>
        <pc:spChg chg="mod">
          <ac:chgData name="松本 　諒" userId="fac9f236-0781-4e61-8b73-684b662c3ab5" providerId="ADAL" clId="{8EAD2888-228B-4793-8536-E78DB24A380D}" dt="2023-03-10T01:11:29.625" v="6157"/>
          <ac:spMkLst>
            <pc:docMk/>
            <pc:sldMk cId="1497445555" sldId="418"/>
            <ac:spMk id="3" creationId="{8375BA6A-A2BB-1E3B-AE97-BC1BD9D9080A}"/>
          </ac:spMkLst>
        </pc:spChg>
        <pc:spChg chg="mod">
          <ac:chgData name="松本 　諒" userId="fac9f236-0781-4e61-8b73-684b662c3ab5" providerId="ADAL" clId="{8EAD2888-228B-4793-8536-E78DB24A380D}" dt="2023-03-16T00:55:00.894" v="34500"/>
          <ac:spMkLst>
            <pc:docMk/>
            <pc:sldMk cId="1497445555" sldId="418"/>
            <ac:spMk id="5" creationId="{0FF9F114-6CC4-BC18-41AF-A21574B9E533}"/>
          </ac:spMkLst>
        </pc:spChg>
        <pc:spChg chg="mod">
          <ac:chgData name="松本 　諒" userId="fac9f236-0781-4e61-8b73-684b662c3ab5" providerId="ADAL" clId="{8EAD2888-228B-4793-8536-E78DB24A380D}" dt="2023-03-15T05:08:46.856" v="32192"/>
          <ac:spMkLst>
            <pc:docMk/>
            <pc:sldMk cId="1497445555" sldId="418"/>
            <ac:spMk id="6" creationId="{B23DC420-0021-5377-A8E4-85D654C57CFE}"/>
          </ac:spMkLst>
        </pc:spChg>
        <pc:spChg chg="add del mod">
          <ac:chgData name="松本 　諒" userId="fac9f236-0781-4e61-8b73-684b662c3ab5" providerId="ADAL" clId="{8EAD2888-228B-4793-8536-E78DB24A380D}" dt="2023-03-15T00:56:57.324" v="24935" actId="21"/>
          <ac:spMkLst>
            <pc:docMk/>
            <pc:sldMk cId="1497445555" sldId="418"/>
            <ac:spMk id="8" creationId="{0F34F420-9A88-1BE5-500E-E7CDA2F558A2}"/>
          </ac:spMkLst>
        </pc:spChg>
      </pc:sldChg>
      <pc:sldChg chg="addSp delSp modSp new mod modClrScheme chgLayout">
        <pc:chgData name="松本 　諒" userId="fac9f236-0781-4e61-8b73-684b662c3ab5" providerId="ADAL" clId="{8EAD2888-228B-4793-8536-E78DB24A380D}" dt="2023-03-13T07:05:14.989" v="12503"/>
        <pc:sldMkLst>
          <pc:docMk/>
          <pc:sldMk cId="2841895380" sldId="419"/>
        </pc:sldMkLst>
        <pc:spChg chg="mod ord">
          <ac:chgData name="松本 　諒" userId="fac9f236-0781-4e61-8b73-684b662c3ab5" providerId="ADAL" clId="{8EAD2888-228B-4793-8536-E78DB24A380D}" dt="2023-03-10T04:03:55.497" v="8048" actId="700"/>
          <ac:spMkLst>
            <pc:docMk/>
            <pc:sldMk cId="2841895380" sldId="419"/>
            <ac:spMk id="2" creationId="{FB8052E6-0FD0-5966-FB6F-22B53C7649A4}"/>
          </ac:spMkLst>
        </pc:spChg>
        <pc:spChg chg="del mod ord">
          <ac:chgData name="松本 　諒" userId="fac9f236-0781-4e61-8b73-684b662c3ab5" providerId="ADAL" clId="{8EAD2888-228B-4793-8536-E78DB24A380D}" dt="2023-03-10T04:03:34.978" v="8047" actId="700"/>
          <ac:spMkLst>
            <pc:docMk/>
            <pc:sldMk cId="2841895380" sldId="419"/>
            <ac:spMk id="3" creationId="{8961A812-EA63-9132-608B-622F94CAD983}"/>
          </ac:spMkLst>
        </pc:spChg>
        <pc:spChg chg="mod ord">
          <ac:chgData name="松本 　諒" userId="fac9f236-0781-4e61-8b73-684b662c3ab5" providerId="ADAL" clId="{8EAD2888-228B-4793-8536-E78DB24A380D}" dt="2023-03-10T04:03:55.497" v="8048" actId="700"/>
          <ac:spMkLst>
            <pc:docMk/>
            <pc:sldMk cId="2841895380" sldId="419"/>
            <ac:spMk id="4" creationId="{8070C261-598A-9D0D-CC90-14060248D39E}"/>
          </ac:spMkLst>
        </pc:spChg>
        <pc:spChg chg="del mod ord">
          <ac:chgData name="松本 　諒" userId="fac9f236-0781-4e61-8b73-684b662c3ab5" providerId="ADAL" clId="{8EAD2888-228B-4793-8536-E78DB24A380D}" dt="2023-03-10T04:03:34.978" v="8047" actId="700"/>
          <ac:spMkLst>
            <pc:docMk/>
            <pc:sldMk cId="2841895380" sldId="419"/>
            <ac:spMk id="5" creationId="{F188DEA9-40B3-C245-81EB-DF803177107E}"/>
          </ac:spMkLst>
        </pc:spChg>
        <pc:spChg chg="del mod ord">
          <ac:chgData name="松本 　諒" userId="fac9f236-0781-4e61-8b73-684b662c3ab5" providerId="ADAL" clId="{8EAD2888-228B-4793-8536-E78DB24A380D}" dt="2023-03-10T04:03:34.978" v="8047" actId="700"/>
          <ac:spMkLst>
            <pc:docMk/>
            <pc:sldMk cId="2841895380" sldId="419"/>
            <ac:spMk id="6" creationId="{94303354-BD5A-D45E-71FE-07A550515E88}"/>
          </ac:spMkLst>
        </pc:spChg>
        <pc:spChg chg="del">
          <ac:chgData name="松本 　諒" userId="fac9f236-0781-4e61-8b73-684b662c3ab5" providerId="ADAL" clId="{8EAD2888-228B-4793-8536-E78DB24A380D}" dt="2023-03-10T04:03:34.978" v="8047" actId="700"/>
          <ac:spMkLst>
            <pc:docMk/>
            <pc:sldMk cId="2841895380" sldId="419"/>
            <ac:spMk id="7" creationId="{FD3B65FE-BFB2-4C35-31E7-F606E7A054FF}"/>
          </ac:spMkLst>
        </pc:spChg>
        <pc:spChg chg="add del mod ord">
          <ac:chgData name="松本 　諒" userId="fac9f236-0781-4e61-8b73-684b662c3ab5" providerId="ADAL" clId="{8EAD2888-228B-4793-8536-E78DB24A380D}" dt="2023-03-10T04:03:55.497" v="8048" actId="700"/>
          <ac:spMkLst>
            <pc:docMk/>
            <pc:sldMk cId="2841895380" sldId="419"/>
            <ac:spMk id="8" creationId="{822589C1-92CC-BADD-0A84-EF0171164C26}"/>
          </ac:spMkLst>
        </pc:spChg>
        <pc:spChg chg="add del mod ord">
          <ac:chgData name="松本 　諒" userId="fac9f236-0781-4e61-8b73-684b662c3ab5" providerId="ADAL" clId="{8EAD2888-228B-4793-8536-E78DB24A380D}" dt="2023-03-10T04:03:55.497" v="8048" actId="700"/>
          <ac:spMkLst>
            <pc:docMk/>
            <pc:sldMk cId="2841895380" sldId="419"/>
            <ac:spMk id="9" creationId="{A0FEA223-FBFF-0042-CBE2-8EDA11FB923D}"/>
          </ac:spMkLst>
        </pc:spChg>
        <pc:spChg chg="add del mod ord">
          <ac:chgData name="松本 　諒" userId="fac9f236-0781-4e61-8b73-684b662c3ab5" providerId="ADAL" clId="{8EAD2888-228B-4793-8536-E78DB24A380D}" dt="2023-03-10T04:03:55.497" v="8048" actId="700"/>
          <ac:spMkLst>
            <pc:docMk/>
            <pc:sldMk cId="2841895380" sldId="419"/>
            <ac:spMk id="10" creationId="{CC8BBB20-2E04-474A-9955-3E090CFA83F0}"/>
          </ac:spMkLst>
        </pc:spChg>
        <pc:spChg chg="add mod ord">
          <ac:chgData name="松本 　諒" userId="fac9f236-0781-4e61-8b73-684b662c3ab5" providerId="ADAL" clId="{8EAD2888-228B-4793-8536-E78DB24A380D}" dt="2023-03-10T04:04:00.860" v="8088"/>
          <ac:spMkLst>
            <pc:docMk/>
            <pc:sldMk cId="2841895380" sldId="419"/>
            <ac:spMk id="11" creationId="{6385D206-361F-92BF-7768-1F21312B134D}"/>
          </ac:spMkLst>
        </pc:spChg>
        <pc:spChg chg="add mod ord">
          <ac:chgData name="松本 　諒" userId="fac9f236-0781-4e61-8b73-684b662c3ab5" providerId="ADAL" clId="{8EAD2888-228B-4793-8536-E78DB24A380D}" dt="2023-03-13T07:05:14.989" v="12503"/>
          <ac:spMkLst>
            <pc:docMk/>
            <pc:sldMk cId="2841895380" sldId="419"/>
            <ac:spMk id="12" creationId="{322CBECE-93E9-1923-A7D5-61CB718C7D7F}"/>
          </ac:spMkLst>
        </pc:spChg>
      </pc:sldChg>
      <pc:sldChg chg="addSp modSp new mod">
        <pc:chgData name="松本 　諒" userId="fac9f236-0781-4e61-8b73-684b662c3ab5" providerId="ADAL" clId="{8EAD2888-228B-4793-8536-E78DB24A380D}" dt="2023-03-14T01:17:36.459" v="15098" actId="14100"/>
        <pc:sldMkLst>
          <pc:docMk/>
          <pc:sldMk cId="1167498846" sldId="420"/>
        </pc:sldMkLst>
        <pc:spChg chg="mod">
          <ac:chgData name="松本 　諒" userId="fac9f236-0781-4e61-8b73-684b662c3ab5" providerId="ADAL" clId="{8EAD2888-228B-4793-8536-E78DB24A380D}" dt="2023-03-10T07:18:27.171" v="9665"/>
          <ac:spMkLst>
            <pc:docMk/>
            <pc:sldMk cId="1167498846" sldId="420"/>
            <ac:spMk id="3" creationId="{609CB6F3-88B9-DFB7-84F7-807EC6B78AC8}"/>
          </ac:spMkLst>
        </pc:spChg>
        <pc:spChg chg="mod">
          <ac:chgData name="松本 　諒" userId="fac9f236-0781-4e61-8b73-684b662c3ab5" providerId="ADAL" clId="{8EAD2888-228B-4793-8536-E78DB24A380D}" dt="2023-03-14T01:14:10.427" v="14581"/>
          <ac:spMkLst>
            <pc:docMk/>
            <pc:sldMk cId="1167498846" sldId="420"/>
            <ac:spMk id="5" creationId="{D4387FE2-08E3-AB61-0A69-C614B4DA2F13}"/>
          </ac:spMkLst>
        </pc:spChg>
        <pc:spChg chg="add mod">
          <ac:chgData name="松本 　諒" userId="fac9f236-0781-4e61-8b73-684b662c3ab5" providerId="ADAL" clId="{8EAD2888-228B-4793-8536-E78DB24A380D}" dt="2023-03-14T01:17:20.426" v="15094" actId="1076"/>
          <ac:spMkLst>
            <pc:docMk/>
            <pc:sldMk cId="1167498846" sldId="420"/>
            <ac:spMk id="6" creationId="{2CC97C4E-486A-9BC2-ED67-3022797C60AA}"/>
          </ac:spMkLst>
        </pc:spChg>
        <pc:spChg chg="add mod">
          <ac:chgData name="松本 　諒" userId="fac9f236-0781-4e61-8b73-684b662c3ab5" providerId="ADAL" clId="{8EAD2888-228B-4793-8536-E78DB24A380D}" dt="2023-03-14T01:17:36.459" v="15098" actId="14100"/>
          <ac:spMkLst>
            <pc:docMk/>
            <pc:sldMk cId="1167498846" sldId="420"/>
            <ac:spMk id="7" creationId="{F3842EE7-3A0F-F2F4-E83F-9475E1377996}"/>
          </ac:spMkLst>
        </pc:spChg>
      </pc:sldChg>
      <pc:sldChg chg="addSp modSp new mod">
        <pc:chgData name="松本 　諒" userId="fac9f236-0781-4e61-8b73-684b662c3ab5" providerId="ADAL" clId="{8EAD2888-228B-4793-8536-E78DB24A380D}" dt="2023-03-14T01:15:30.643" v="15092" actId="1035"/>
        <pc:sldMkLst>
          <pc:docMk/>
          <pc:sldMk cId="789615910" sldId="421"/>
        </pc:sldMkLst>
        <pc:spChg chg="mod">
          <ac:chgData name="松本 　諒" userId="fac9f236-0781-4e61-8b73-684b662c3ab5" providerId="ADAL" clId="{8EAD2888-228B-4793-8536-E78DB24A380D}" dt="2023-03-14T01:14:37.895" v="14648"/>
          <ac:spMkLst>
            <pc:docMk/>
            <pc:sldMk cId="789615910" sldId="421"/>
            <ac:spMk id="3" creationId="{4F075925-F6DB-C7DF-67C1-3F883A6782A6}"/>
          </ac:spMkLst>
        </pc:spChg>
        <pc:spChg chg="mod">
          <ac:chgData name="松本 　諒" userId="fac9f236-0781-4e61-8b73-684b662c3ab5" providerId="ADAL" clId="{8EAD2888-228B-4793-8536-E78DB24A380D}" dt="2023-03-14T01:15:24.356" v="15076"/>
          <ac:spMkLst>
            <pc:docMk/>
            <pc:sldMk cId="789615910" sldId="421"/>
            <ac:spMk id="5" creationId="{783959F9-EEB3-6C2B-B468-30A53F3FBF68}"/>
          </ac:spMkLst>
        </pc:spChg>
        <pc:graphicFrameChg chg="add mod modGraphic">
          <ac:chgData name="松本 　諒" userId="fac9f236-0781-4e61-8b73-684b662c3ab5" providerId="ADAL" clId="{8EAD2888-228B-4793-8536-E78DB24A380D}" dt="2023-03-14T01:15:30.643" v="15092" actId="1035"/>
          <ac:graphicFrameMkLst>
            <pc:docMk/>
            <pc:sldMk cId="789615910" sldId="421"/>
            <ac:graphicFrameMk id="6" creationId="{8748AE59-38D8-5B01-2EA1-50B3EE868FE0}"/>
          </ac:graphicFrameMkLst>
        </pc:graphicFrameChg>
      </pc:sldChg>
      <pc:sldChg chg="addSp modSp new del mod">
        <pc:chgData name="松本 　諒" userId="fac9f236-0781-4e61-8b73-684b662c3ab5" providerId="ADAL" clId="{8EAD2888-228B-4793-8536-E78DB24A380D}" dt="2023-03-16T00:53:55.064" v="34354" actId="47"/>
        <pc:sldMkLst>
          <pc:docMk/>
          <pc:sldMk cId="4137180441" sldId="422"/>
        </pc:sldMkLst>
        <pc:spChg chg="mod">
          <ac:chgData name="松本 　諒" userId="fac9f236-0781-4e61-8b73-684b662c3ab5" providerId="ADAL" clId="{8EAD2888-228B-4793-8536-E78DB24A380D}" dt="2023-03-14T01:22:11.032" v="15163"/>
          <ac:spMkLst>
            <pc:docMk/>
            <pc:sldMk cId="4137180441" sldId="422"/>
            <ac:spMk id="3" creationId="{2A7A0A82-4980-27DE-7EE0-0D4282CB2252}"/>
          </ac:spMkLst>
        </pc:spChg>
        <pc:spChg chg="mod">
          <ac:chgData name="松本 　諒" userId="fac9f236-0781-4e61-8b73-684b662c3ab5" providerId="ADAL" clId="{8EAD2888-228B-4793-8536-E78DB24A380D}" dt="2023-03-14T02:02:09.403" v="16413"/>
          <ac:spMkLst>
            <pc:docMk/>
            <pc:sldMk cId="4137180441" sldId="422"/>
            <ac:spMk id="5" creationId="{D9E8C60C-3FDB-C962-E12F-C3547650209C}"/>
          </ac:spMkLst>
        </pc:spChg>
        <pc:spChg chg="add mod">
          <ac:chgData name="松本 　諒" userId="fac9f236-0781-4e61-8b73-684b662c3ab5" providerId="ADAL" clId="{8EAD2888-228B-4793-8536-E78DB24A380D}" dt="2023-03-14T03:40:53.977" v="17193"/>
          <ac:spMkLst>
            <pc:docMk/>
            <pc:sldMk cId="4137180441" sldId="422"/>
            <ac:spMk id="6" creationId="{657731A7-3394-2F76-6EA0-8D810C4308C2}"/>
          </ac:spMkLst>
        </pc:spChg>
        <pc:spChg chg="add mod">
          <ac:chgData name="松本 　諒" userId="fac9f236-0781-4e61-8b73-684b662c3ab5" providerId="ADAL" clId="{8EAD2888-228B-4793-8536-E78DB24A380D}" dt="2023-03-14T07:36:58.929" v="17194" actId="14100"/>
          <ac:spMkLst>
            <pc:docMk/>
            <pc:sldMk cId="4137180441" sldId="422"/>
            <ac:spMk id="7" creationId="{5B084079-05C9-A5C5-7397-D0D9CC919E66}"/>
          </ac:spMkLst>
        </pc:spChg>
      </pc:sldChg>
      <pc:sldChg chg="addSp delSp modSp new mod modClrScheme chgLayout">
        <pc:chgData name="松本 　諒" userId="fac9f236-0781-4e61-8b73-684b662c3ab5" providerId="ADAL" clId="{8EAD2888-228B-4793-8536-E78DB24A380D}" dt="2023-03-15T00:45:16.504" v="23917" actId="20577"/>
        <pc:sldMkLst>
          <pc:docMk/>
          <pc:sldMk cId="3213449728" sldId="423"/>
        </pc:sldMkLst>
        <pc:spChg chg="mod ord">
          <ac:chgData name="松本 　諒" userId="fac9f236-0781-4e61-8b73-684b662c3ab5" providerId="ADAL" clId="{8EAD2888-228B-4793-8536-E78DB24A380D}" dt="2023-03-14T08:28:03.128" v="19497" actId="700"/>
          <ac:spMkLst>
            <pc:docMk/>
            <pc:sldMk cId="3213449728" sldId="423"/>
            <ac:spMk id="2" creationId="{C9DC2E26-35FA-F32F-9492-81165FE61482}"/>
          </ac:spMkLst>
        </pc:spChg>
        <pc:spChg chg="del mod ord">
          <ac:chgData name="松本 　諒" userId="fac9f236-0781-4e61-8b73-684b662c3ab5" providerId="ADAL" clId="{8EAD2888-228B-4793-8536-E78DB24A380D}" dt="2023-03-14T08:27:58.837" v="19496" actId="700"/>
          <ac:spMkLst>
            <pc:docMk/>
            <pc:sldMk cId="3213449728" sldId="423"/>
            <ac:spMk id="3" creationId="{0BF5856D-17C4-2C12-370F-03F223BEBCF7}"/>
          </ac:spMkLst>
        </pc:spChg>
        <pc:spChg chg="mod ord">
          <ac:chgData name="松本 　諒" userId="fac9f236-0781-4e61-8b73-684b662c3ab5" providerId="ADAL" clId="{8EAD2888-228B-4793-8536-E78DB24A380D}" dt="2023-03-14T08:28:03.128" v="19497" actId="700"/>
          <ac:spMkLst>
            <pc:docMk/>
            <pc:sldMk cId="3213449728" sldId="423"/>
            <ac:spMk id="4" creationId="{797FE922-192A-2E7C-3968-0E4CA95A0189}"/>
          </ac:spMkLst>
        </pc:spChg>
        <pc:spChg chg="del mod ord">
          <ac:chgData name="松本 　諒" userId="fac9f236-0781-4e61-8b73-684b662c3ab5" providerId="ADAL" clId="{8EAD2888-228B-4793-8536-E78DB24A380D}" dt="2023-03-14T08:27:58.837" v="19496" actId="700"/>
          <ac:spMkLst>
            <pc:docMk/>
            <pc:sldMk cId="3213449728" sldId="423"/>
            <ac:spMk id="5" creationId="{D628F61E-E928-DFF5-84A0-969324191275}"/>
          </ac:spMkLst>
        </pc:spChg>
        <pc:spChg chg="del mod ord">
          <ac:chgData name="松本 　諒" userId="fac9f236-0781-4e61-8b73-684b662c3ab5" providerId="ADAL" clId="{8EAD2888-228B-4793-8536-E78DB24A380D}" dt="2023-03-14T08:27:58.837" v="19496" actId="700"/>
          <ac:spMkLst>
            <pc:docMk/>
            <pc:sldMk cId="3213449728" sldId="423"/>
            <ac:spMk id="6" creationId="{C1BA3CD0-5010-CD94-2DEF-C4609E050605}"/>
          </ac:spMkLst>
        </pc:spChg>
        <pc:spChg chg="del">
          <ac:chgData name="松本 　諒" userId="fac9f236-0781-4e61-8b73-684b662c3ab5" providerId="ADAL" clId="{8EAD2888-228B-4793-8536-E78DB24A380D}" dt="2023-03-14T08:27:58.837" v="19496" actId="700"/>
          <ac:spMkLst>
            <pc:docMk/>
            <pc:sldMk cId="3213449728" sldId="423"/>
            <ac:spMk id="7" creationId="{1A937AC0-F05D-8629-F501-62F113EBFC48}"/>
          </ac:spMkLst>
        </pc:spChg>
        <pc:spChg chg="add del mod ord">
          <ac:chgData name="松本 　諒" userId="fac9f236-0781-4e61-8b73-684b662c3ab5" providerId="ADAL" clId="{8EAD2888-228B-4793-8536-E78DB24A380D}" dt="2023-03-14T08:28:03.128" v="19497" actId="700"/>
          <ac:spMkLst>
            <pc:docMk/>
            <pc:sldMk cId="3213449728" sldId="423"/>
            <ac:spMk id="8" creationId="{D70B5E51-69FD-801D-A194-2D4ED56ED8DB}"/>
          </ac:spMkLst>
        </pc:spChg>
        <pc:spChg chg="add del mod ord">
          <ac:chgData name="松本 　諒" userId="fac9f236-0781-4e61-8b73-684b662c3ab5" providerId="ADAL" clId="{8EAD2888-228B-4793-8536-E78DB24A380D}" dt="2023-03-14T08:28:03.128" v="19497" actId="700"/>
          <ac:spMkLst>
            <pc:docMk/>
            <pc:sldMk cId="3213449728" sldId="423"/>
            <ac:spMk id="9" creationId="{EE54A636-00D1-1F41-811E-83D7BAAA79CB}"/>
          </ac:spMkLst>
        </pc:spChg>
        <pc:spChg chg="add del mod ord">
          <ac:chgData name="松本 　諒" userId="fac9f236-0781-4e61-8b73-684b662c3ab5" providerId="ADAL" clId="{8EAD2888-228B-4793-8536-E78DB24A380D}" dt="2023-03-14T08:28:03.128" v="19497" actId="700"/>
          <ac:spMkLst>
            <pc:docMk/>
            <pc:sldMk cId="3213449728" sldId="423"/>
            <ac:spMk id="10" creationId="{A796BD7D-ABAF-4498-7745-0E72BF57097C}"/>
          </ac:spMkLst>
        </pc:spChg>
        <pc:spChg chg="add mod ord">
          <ac:chgData name="松本 　諒" userId="fac9f236-0781-4e61-8b73-684b662c3ab5" providerId="ADAL" clId="{8EAD2888-228B-4793-8536-E78DB24A380D}" dt="2023-03-14T08:28:11.311" v="19545"/>
          <ac:spMkLst>
            <pc:docMk/>
            <pc:sldMk cId="3213449728" sldId="423"/>
            <ac:spMk id="11" creationId="{C1F6188B-6CAF-37B5-0ADF-DA3B69584AAE}"/>
          </ac:spMkLst>
        </pc:spChg>
        <pc:spChg chg="add mod ord">
          <ac:chgData name="松本 　諒" userId="fac9f236-0781-4e61-8b73-684b662c3ab5" providerId="ADAL" clId="{8EAD2888-228B-4793-8536-E78DB24A380D}" dt="2023-03-14T08:49:34.294" v="20946"/>
          <ac:spMkLst>
            <pc:docMk/>
            <pc:sldMk cId="3213449728" sldId="423"/>
            <ac:spMk id="12" creationId="{23431364-7E73-286E-D5D8-822FE947D285}"/>
          </ac:spMkLst>
        </pc:spChg>
        <pc:spChg chg="add mod">
          <ac:chgData name="松本 　諒" userId="fac9f236-0781-4e61-8b73-684b662c3ab5" providerId="ADAL" clId="{8EAD2888-228B-4793-8536-E78DB24A380D}" dt="2023-03-15T00:45:16.504" v="23917" actId="20577"/>
          <ac:spMkLst>
            <pc:docMk/>
            <pc:sldMk cId="3213449728" sldId="423"/>
            <ac:spMk id="13" creationId="{E3ED5A45-1611-0DD7-BCB2-B658CDAE1A88}"/>
          </ac:spMkLst>
        </pc:spChg>
      </pc:sldChg>
      <pc:sldChg chg="modSp new mod">
        <pc:chgData name="松本 　諒" userId="fac9f236-0781-4e61-8b73-684b662c3ab5" providerId="ADAL" clId="{8EAD2888-228B-4793-8536-E78DB24A380D}" dt="2023-03-15T00:20:22.464" v="23251"/>
        <pc:sldMkLst>
          <pc:docMk/>
          <pc:sldMk cId="2833440049" sldId="424"/>
        </pc:sldMkLst>
        <pc:spChg chg="mod">
          <ac:chgData name="松本 　諒" userId="fac9f236-0781-4e61-8b73-684b662c3ab5" providerId="ADAL" clId="{8EAD2888-228B-4793-8536-E78DB24A380D}" dt="2023-03-14T08:51:33.232" v="21043"/>
          <ac:spMkLst>
            <pc:docMk/>
            <pc:sldMk cId="2833440049" sldId="424"/>
            <ac:spMk id="3" creationId="{474F9C33-435E-144A-71C9-A5FA397824BB}"/>
          </ac:spMkLst>
        </pc:spChg>
        <pc:spChg chg="mod">
          <ac:chgData name="松本 　諒" userId="fac9f236-0781-4e61-8b73-684b662c3ab5" providerId="ADAL" clId="{8EAD2888-228B-4793-8536-E78DB24A380D}" dt="2023-03-15T00:20:22.464" v="23251"/>
          <ac:spMkLst>
            <pc:docMk/>
            <pc:sldMk cId="2833440049" sldId="424"/>
            <ac:spMk id="5" creationId="{BBA08AD7-E9E5-D426-4D9E-C4D5CE80E9F8}"/>
          </ac:spMkLst>
        </pc:spChg>
      </pc:sldChg>
      <pc:sldChg chg="addSp modSp new mod">
        <pc:chgData name="松本 　諒" userId="fac9f236-0781-4e61-8b73-684b662c3ab5" providerId="ADAL" clId="{8EAD2888-228B-4793-8536-E78DB24A380D}" dt="2023-03-15T00:45:07.184" v="23914" actId="20577"/>
        <pc:sldMkLst>
          <pc:docMk/>
          <pc:sldMk cId="656925631" sldId="425"/>
        </pc:sldMkLst>
        <pc:spChg chg="mod">
          <ac:chgData name="松本 　諒" userId="fac9f236-0781-4e61-8b73-684b662c3ab5" providerId="ADAL" clId="{8EAD2888-228B-4793-8536-E78DB24A380D}" dt="2023-03-14T09:05:44.136" v="22283" actId="20577"/>
          <ac:spMkLst>
            <pc:docMk/>
            <pc:sldMk cId="656925631" sldId="425"/>
            <ac:spMk id="3" creationId="{C866513C-4AA7-681C-3EBD-30683FF52791}"/>
          </ac:spMkLst>
        </pc:spChg>
        <pc:spChg chg="mod">
          <ac:chgData name="松本 　諒" userId="fac9f236-0781-4e61-8b73-684b662c3ab5" providerId="ADAL" clId="{8EAD2888-228B-4793-8536-E78DB24A380D}" dt="2023-03-15T00:18:05.925" v="23091" actId="20577"/>
          <ac:spMkLst>
            <pc:docMk/>
            <pc:sldMk cId="656925631" sldId="425"/>
            <ac:spMk id="5" creationId="{AA64657D-9A57-9A11-D447-5D92116FA378}"/>
          </ac:spMkLst>
        </pc:spChg>
        <pc:spChg chg="add mod">
          <ac:chgData name="松本 　諒" userId="fac9f236-0781-4e61-8b73-684b662c3ab5" providerId="ADAL" clId="{8EAD2888-228B-4793-8536-E78DB24A380D}" dt="2023-03-15T00:45:07.184" v="23914" actId="20577"/>
          <ac:spMkLst>
            <pc:docMk/>
            <pc:sldMk cId="656925631" sldId="425"/>
            <ac:spMk id="6" creationId="{FC7A0B24-BA67-C35D-870B-4F50CA12C9ED}"/>
          </ac:spMkLst>
        </pc:spChg>
      </pc:sldChg>
      <pc:sldChg chg="new del">
        <pc:chgData name="松本 　諒" userId="fac9f236-0781-4e61-8b73-684b662c3ab5" providerId="ADAL" clId="{8EAD2888-228B-4793-8536-E78DB24A380D}" dt="2023-03-14T09:05:30.421" v="22260" actId="47"/>
        <pc:sldMkLst>
          <pc:docMk/>
          <pc:sldMk cId="3946778322" sldId="425"/>
        </pc:sldMkLst>
      </pc:sldChg>
      <pc:sldChg chg="addSp delSp modSp new mod modClrScheme chgLayout">
        <pc:chgData name="松本 　諒" userId="fac9f236-0781-4e61-8b73-684b662c3ab5" providerId="ADAL" clId="{8EAD2888-228B-4793-8536-E78DB24A380D}" dt="2023-03-16T02:28:12.399" v="38345" actId="1036"/>
        <pc:sldMkLst>
          <pc:docMk/>
          <pc:sldMk cId="2279248226" sldId="426"/>
        </pc:sldMkLst>
        <pc:spChg chg="mod ord">
          <ac:chgData name="松本 　諒" userId="fac9f236-0781-4e61-8b73-684b662c3ab5" providerId="ADAL" clId="{8EAD2888-228B-4793-8536-E78DB24A380D}" dt="2023-03-15T00:56:51.429" v="24934" actId="700"/>
          <ac:spMkLst>
            <pc:docMk/>
            <pc:sldMk cId="2279248226" sldId="426"/>
            <ac:spMk id="2" creationId="{92293530-8E2F-3F94-6DD5-4BFC0911D6F6}"/>
          </ac:spMkLst>
        </pc:spChg>
        <pc:spChg chg="del mod ord">
          <ac:chgData name="松本 　諒" userId="fac9f236-0781-4e61-8b73-684b662c3ab5" providerId="ADAL" clId="{8EAD2888-228B-4793-8536-E78DB24A380D}" dt="2023-03-15T00:56:51.429" v="24934" actId="700"/>
          <ac:spMkLst>
            <pc:docMk/>
            <pc:sldMk cId="2279248226" sldId="426"/>
            <ac:spMk id="3" creationId="{3CCD1B2D-14B2-BBD6-096A-98462B34B62A}"/>
          </ac:spMkLst>
        </pc:spChg>
        <pc:spChg chg="mod ord">
          <ac:chgData name="松本 　諒" userId="fac9f236-0781-4e61-8b73-684b662c3ab5" providerId="ADAL" clId="{8EAD2888-228B-4793-8536-E78DB24A380D}" dt="2023-03-15T00:56:51.429" v="24934" actId="700"/>
          <ac:spMkLst>
            <pc:docMk/>
            <pc:sldMk cId="2279248226" sldId="426"/>
            <ac:spMk id="4" creationId="{51833D72-89EA-093F-ED37-474F48F4D8A4}"/>
          </ac:spMkLst>
        </pc:spChg>
        <pc:spChg chg="del mod ord">
          <ac:chgData name="松本 　諒" userId="fac9f236-0781-4e61-8b73-684b662c3ab5" providerId="ADAL" clId="{8EAD2888-228B-4793-8536-E78DB24A380D}" dt="2023-03-15T00:56:51.429" v="24934" actId="700"/>
          <ac:spMkLst>
            <pc:docMk/>
            <pc:sldMk cId="2279248226" sldId="426"/>
            <ac:spMk id="5" creationId="{2F174D8B-B4FB-1BD3-0945-C32681E0AF0A}"/>
          </ac:spMkLst>
        </pc:spChg>
        <pc:spChg chg="del">
          <ac:chgData name="松本 　諒" userId="fac9f236-0781-4e61-8b73-684b662c3ab5" providerId="ADAL" clId="{8EAD2888-228B-4793-8536-E78DB24A380D}" dt="2023-03-15T00:56:51.429" v="24934" actId="700"/>
          <ac:spMkLst>
            <pc:docMk/>
            <pc:sldMk cId="2279248226" sldId="426"/>
            <ac:spMk id="6" creationId="{19A7CB1B-EDDD-979F-6178-75CD1D8AEE38}"/>
          </ac:spMkLst>
        </pc:spChg>
        <pc:spChg chg="del">
          <ac:chgData name="松本 　諒" userId="fac9f236-0781-4e61-8b73-684b662c3ab5" providerId="ADAL" clId="{8EAD2888-228B-4793-8536-E78DB24A380D}" dt="2023-03-15T00:56:51.429" v="24934" actId="700"/>
          <ac:spMkLst>
            <pc:docMk/>
            <pc:sldMk cId="2279248226" sldId="426"/>
            <ac:spMk id="7" creationId="{ADC88B45-35A7-3A90-FD00-E8574A8067C6}"/>
          </ac:spMkLst>
        </pc:spChg>
        <pc:spChg chg="add mod ord">
          <ac:chgData name="松本 　諒" userId="fac9f236-0781-4e61-8b73-684b662c3ab5" providerId="ADAL" clId="{8EAD2888-228B-4793-8536-E78DB24A380D}" dt="2023-03-16T02:15:27.011" v="37991"/>
          <ac:spMkLst>
            <pc:docMk/>
            <pc:sldMk cId="2279248226" sldId="426"/>
            <ac:spMk id="8" creationId="{F7D5E78D-FEC6-9F9F-C94C-DAD1C2DB3C73}"/>
          </ac:spMkLst>
        </pc:spChg>
        <pc:spChg chg="add mod ord">
          <ac:chgData name="松本 　諒" userId="fac9f236-0781-4e61-8b73-684b662c3ab5" providerId="ADAL" clId="{8EAD2888-228B-4793-8536-E78DB24A380D}" dt="2023-03-16T02:15:50.969" v="38141"/>
          <ac:spMkLst>
            <pc:docMk/>
            <pc:sldMk cId="2279248226" sldId="426"/>
            <ac:spMk id="9" creationId="{A439B221-7CE4-A274-43B9-2DCEC6127F1A}"/>
          </ac:spMkLst>
        </pc:spChg>
        <pc:spChg chg="add mod">
          <ac:chgData name="松本 　諒" userId="fac9f236-0781-4e61-8b73-684b662c3ab5" providerId="ADAL" clId="{8EAD2888-228B-4793-8536-E78DB24A380D}" dt="2023-03-16T02:28:12.399" v="38345" actId="1036"/>
          <ac:spMkLst>
            <pc:docMk/>
            <pc:sldMk cId="2279248226" sldId="426"/>
            <ac:spMk id="10" creationId="{28FD8C26-B0E2-5C7A-DF5C-9C14F2C39E0B}"/>
          </ac:spMkLst>
        </pc:spChg>
        <pc:spChg chg="add mod">
          <ac:chgData name="松本 　諒" userId="fac9f236-0781-4e61-8b73-684b662c3ab5" providerId="ADAL" clId="{8EAD2888-228B-4793-8536-E78DB24A380D}" dt="2023-03-16T02:28:12.399" v="38345" actId="1036"/>
          <ac:spMkLst>
            <pc:docMk/>
            <pc:sldMk cId="2279248226" sldId="426"/>
            <ac:spMk id="11" creationId="{F9B42EF5-0F88-0A72-66C5-36C98AE13C17}"/>
          </ac:spMkLst>
        </pc:spChg>
      </pc:sldChg>
      <pc:sldChg chg="addSp modSp new mod ord">
        <pc:chgData name="松本 　諒" userId="fac9f236-0781-4e61-8b73-684b662c3ab5" providerId="ADAL" clId="{8EAD2888-228B-4793-8536-E78DB24A380D}" dt="2023-03-16T02:15:00.244" v="37964" actId="14100"/>
        <pc:sldMkLst>
          <pc:docMk/>
          <pc:sldMk cId="670061701" sldId="427"/>
        </pc:sldMkLst>
        <pc:spChg chg="mod">
          <ac:chgData name="松本 　諒" userId="fac9f236-0781-4e61-8b73-684b662c3ab5" providerId="ADAL" clId="{8EAD2888-228B-4793-8536-E78DB24A380D}" dt="2023-03-16T02:11:56.583" v="36612"/>
          <ac:spMkLst>
            <pc:docMk/>
            <pc:sldMk cId="670061701" sldId="427"/>
            <ac:spMk id="3" creationId="{04D31388-E260-19DF-F2CB-EA53828CA298}"/>
          </ac:spMkLst>
        </pc:spChg>
        <pc:spChg chg="mod">
          <ac:chgData name="松本 　諒" userId="fac9f236-0781-4e61-8b73-684b662c3ab5" providerId="ADAL" clId="{8EAD2888-228B-4793-8536-E78DB24A380D}" dt="2023-03-16T02:14:54.914" v="37963"/>
          <ac:spMkLst>
            <pc:docMk/>
            <pc:sldMk cId="670061701" sldId="427"/>
            <ac:spMk id="5" creationId="{495F9781-8ED2-3FA5-89D8-8E1241C242CB}"/>
          </ac:spMkLst>
        </pc:spChg>
        <pc:graphicFrameChg chg="add mod modGraphic">
          <ac:chgData name="松本 　諒" userId="fac9f236-0781-4e61-8b73-684b662c3ab5" providerId="ADAL" clId="{8EAD2888-228B-4793-8536-E78DB24A380D}" dt="2023-03-16T02:15:00.244" v="37964" actId="14100"/>
          <ac:graphicFrameMkLst>
            <pc:docMk/>
            <pc:sldMk cId="670061701" sldId="427"/>
            <ac:graphicFrameMk id="6" creationId="{29F0C4C2-26FC-345B-4337-08932E539896}"/>
          </ac:graphicFrameMkLst>
        </pc:graphicFrameChg>
      </pc:sldChg>
      <pc:sldChg chg="addSp modSp add mod modShow">
        <pc:chgData name="松本 　諒" userId="fac9f236-0781-4e61-8b73-684b662c3ab5" providerId="ADAL" clId="{8EAD2888-228B-4793-8536-E78DB24A380D}" dt="2023-03-15T08:23:17.598" v="32377" actId="1076"/>
        <pc:sldMkLst>
          <pc:docMk/>
          <pc:sldMk cId="2189049342" sldId="428"/>
        </pc:sldMkLst>
        <pc:spChg chg="mod">
          <ac:chgData name="松本 　諒" userId="fac9f236-0781-4e61-8b73-684b662c3ab5" providerId="ADAL" clId="{8EAD2888-228B-4793-8536-E78DB24A380D}" dt="2023-03-15T08:21:03.955" v="32367"/>
          <ac:spMkLst>
            <pc:docMk/>
            <pc:sldMk cId="2189049342" sldId="428"/>
            <ac:spMk id="3" creationId="{1C79983C-D8FC-4693-8551-08AD543141F3}"/>
          </ac:spMkLst>
        </pc:spChg>
        <pc:spChg chg="add mod">
          <ac:chgData name="松本 　諒" userId="fac9f236-0781-4e61-8b73-684b662c3ab5" providerId="ADAL" clId="{8EAD2888-228B-4793-8536-E78DB24A380D}" dt="2023-03-15T08:23:17.598" v="32377" actId="1076"/>
          <ac:spMkLst>
            <pc:docMk/>
            <pc:sldMk cId="2189049342" sldId="428"/>
            <ac:spMk id="10" creationId="{741FA005-DC1F-D7CC-4130-5A64042F2929}"/>
          </ac:spMkLst>
        </pc:spChg>
        <pc:spChg chg="mod">
          <ac:chgData name="松本 　諒" userId="fac9f236-0781-4e61-8b73-684b662c3ab5" providerId="ADAL" clId="{8EAD2888-228B-4793-8536-E78DB24A380D}" dt="2023-03-15T08:21:11.874" v="32368"/>
          <ac:spMkLst>
            <pc:docMk/>
            <pc:sldMk cId="2189049342" sldId="428"/>
            <ac:spMk id="11" creationId="{E8C31C95-B190-464F-BE66-43124F5ABA7D}"/>
          </ac:spMkLst>
        </pc:spChg>
        <pc:spChg chg="add mod">
          <ac:chgData name="松本 　諒" userId="fac9f236-0781-4e61-8b73-684b662c3ab5" providerId="ADAL" clId="{8EAD2888-228B-4793-8536-E78DB24A380D}" dt="2023-03-15T08:23:07.715" v="32374" actId="1076"/>
          <ac:spMkLst>
            <pc:docMk/>
            <pc:sldMk cId="2189049342" sldId="428"/>
            <ac:spMk id="12" creationId="{4530A44E-C645-6E7B-47B1-A040C5E1DD01}"/>
          </ac:spMkLst>
        </pc:spChg>
      </pc:sldChg>
      <pc:sldChg chg="addSp delSp modSp new del mod chgLayout">
        <pc:chgData name="松本 　諒" userId="fac9f236-0781-4e61-8b73-684b662c3ab5" providerId="ADAL" clId="{8EAD2888-228B-4793-8536-E78DB24A380D}" dt="2023-03-16T00:54:08.664" v="34357" actId="47"/>
        <pc:sldMkLst>
          <pc:docMk/>
          <pc:sldMk cId="4174912731" sldId="429"/>
        </pc:sldMkLst>
        <pc:spChg chg="mod ord">
          <ac:chgData name="松本 　諒" userId="fac9f236-0781-4e61-8b73-684b662c3ab5" providerId="ADAL" clId="{8EAD2888-228B-4793-8536-E78DB24A380D}" dt="2023-03-16T00:54:06.276" v="34356" actId="700"/>
          <ac:spMkLst>
            <pc:docMk/>
            <pc:sldMk cId="4174912731" sldId="429"/>
            <ac:spMk id="2" creationId="{75A7E1EC-93A8-E0DE-0097-31EE5CDBD031}"/>
          </ac:spMkLst>
        </pc:spChg>
        <pc:spChg chg="del">
          <ac:chgData name="松本 　諒" userId="fac9f236-0781-4e61-8b73-684b662c3ab5" providerId="ADAL" clId="{8EAD2888-228B-4793-8536-E78DB24A380D}" dt="2023-03-16T00:54:06.276" v="34356" actId="700"/>
          <ac:spMkLst>
            <pc:docMk/>
            <pc:sldMk cId="4174912731" sldId="429"/>
            <ac:spMk id="3" creationId="{D572B71A-E167-C2ED-8D77-E29C5CA9F13E}"/>
          </ac:spMkLst>
        </pc:spChg>
        <pc:spChg chg="mod ord">
          <ac:chgData name="松本 　諒" userId="fac9f236-0781-4e61-8b73-684b662c3ab5" providerId="ADAL" clId="{8EAD2888-228B-4793-8536-E78DB24A380D}" dt="2023-03-16T00:54:06.276" v="34356" actId="700"/>
          <ac:spMkLst>
            <pc:docMk/>
            <pc:sldMk cId="4174912731" sldId="429"/>
            <ac:spMk id="4" creationId="{95C67B24-0E77-AEC8-7925-347C290C3BF3}"/>
          </ac:spMkLst>
        </pc:spChg>
        <pc:spChg chg="del">
          <ac:chgData name="松本 　諒" userId="fac9f236-0781-4e61-8b73-684b662c3ab5" providerId="ADAL" clId="{8EAD2888-228B-4793-8536-E78DB24A380D}" dt="2023-03-16T00:54:06.276" v="34356" actId="700"/>
          <ac:spMkLst>
            <pc:docMk/>
            <pc:sldMk cId="4174912731" sldId="429"/>
            <ac:spMk id="5" creationId="{2311916F-A77D-4752-B289-8B268B59807A}"/>
          </ac:spMkLst>
        </pc:spChg>
        <pc:spChg chg="del">
          <ac:chgData name="松本 　諒" userId="fac9f236-0781-4e61-8b73-684b662c3ab5" providerId="ADAL" clId="{8EAD2888-228B-4793-8536-E78DB24A380D}" dt="2023-03-16T00:54:06.276" v="34356" actId="700"/>
          <ac:spMkLst>
            <pc:docMk/>
            <pc:sldMk cId="4174912731" sldId="429"/>
            <ac:spMk id="6" creationId="{F20AA55F-D2F8-48DE-9F0D-A98D028912DA}"/>
          </ac:spMkLst>
        </pc:spChg>
        <pc:spChg chg="del">
          <ac:chgData name="松本 　諒" userId="fac9f236-0781-4e61-8b73-684b662c3ab5" providerId="ADAL" clId="{8EAD2888-228B-4793-8536-E78DB24A380D}" dt="2023-03-16T00:54:06.276" v="34356" actId="700"/>
          <ac:spMkLst>
            <pc:docMk/>
            <pc:sldMk cId="4174912731" sldId="429"/>
            <ac:spMk id="7" creationId="{3C60BFFB-F4F6-7744-3D89-F0C7BBAA24E4}"/>
          </ac:spMkLst>
        </pc:spChg>
        <pc:spChg chg="add mod ord">
          <ac:chgData name="松本 　諒" userId="fac9f236-0781-4e61-8b73-684b662c3ab5" providerId="ADAL" clId="{8EAD2888-228B-4793-8536-E78DB24A380D}" dt="2023-03-16T00:54:06.276" v="34356" actId="700"/>
          <ac:spMkLst>
            <pc:docMk/>
            <pc:sldMk cId="4174912731" sldId="429"/>
            <ac:spMk id="8" creationId="{F3ED185B-7DE8-72DB-AB70-0B3B0FA70D48}"/>
          </ac:spMkLst>
        </pc:spChg>
        <pc:spChg chg="add mod ord">
          <ac:chgData name="松本 　諒" userId="fac9f236-0781-4e61-8b73-684b662c3ab5" providerId="ADAL" clId="{8EAD2888-228B-4793-8536-E78DB24A380D}" dt="2023-03-16T00:54:06.276" v="34356" actId="700"/>
          <ac:spMkLst>
            <pc:docMk/>
            <pc:sldMk cId="4174912731" sldId="429"/>
            <ac:spMk id="9" creationId="{53A93A3B-5D38-8763-DBFD-F28EB450A7CF}"/>
          </ac:spMkLst>
        </pc:spChg>
        <pc:spChg chg="add mod ord">
          <ac:chgData name="松本 　諒" userId="fac9f236-0781-4e61-8b73-684b662c3ab5" providerId="ADAL" clId="{8EAD2888-228B-4793-8536-E78DB24A380D}" dt="2023-03-16T00:54:06.276" v="34356" actId="700"/>
          <ac:spMkLst>
            <pc:docMk/>
            <pc:sldMk cId="4174912731" sldId="429"/>
            <ac:spMk id="10" creationId="{F9870DC2-D2B8-FDB0-303F-EFE863FD5B84}"/>
          </ac:spMkLst>
        </pc:spChg>
        <pc:spChg chg="add mod ord">
          <ac:chgData name="松本 　諒" userId="fac9f236-0781-4e61-8b73-684b662c3ab5" providerId="ADAL" clId="{8EAD2888-228B-4793-8536-E78DB24A380D}" dt="2023-03-16T00:54:06.276" v="34356" actId="700"/>
          <ac:spMkLst>
            <pc:docMk/>
            <pc:sldMk cId="4174912731" sldId="429"/>
            <ac:spMk id="11" creationId="{47D1DF08-ED74-A1B1-0E6E-7C3E3F49E086}"/>
          </ac:spMkLst>
        </pc:spChg>
      </pc:sldChg>
      <pc:sldChg chg="modSp add mod ord">
        <pc:chgData name="松本 　諒" userId="fac9f236-0781-4e61-8b73-684b662c3ab5" providerId="ADAL" clId="{8EAD2888-228B-4793-8536-E78DB24A380D}" dt="2023-03-16T05:49:14.806" v="41593"/>
        <pc:sldMkLst>
          <pc:docMk/>
          <pc:sldMk cId="4267431609" sldId="429"/>
        </pc:sldMkLst>
        <pc:spChg chg="mod">
          <ac:chgData name="松本 　諒" userId="fac9f236-0781-4e61-8b73-684b662c3ab5" providerId="ADAL" clId="{8EAD2888-228B-4793-8536-E78DB24A380D}" dt="2023-03-16T04:20:43.599" v="38347" actId="20577"/>
          <ac:spMkLst>
            <pc:docMk/>
            <pc:sldMk cId="4267431609" sldId="429"/>
            <ac:spMk id="3" creationId="{1C79983C-D8FC-4693-8551-08AD543141F3}"/>
          </ac:spMkLst>
        </pc:spChg>
        <pc:spChg chg="mod">
          <ac:chgData name="松本 　諒" userId="fac9f236-0781-4e61-8b73-684b662c3ab5" providerId="ADAL" clId="{8EAD2888-228B-4793-8536-E78DB24A380D}" dt="2023-03-16T05:49:14.806" v="41593"/>
          <ac:spMkLst>
            <pc:docMk/>
            <pc:sldMk cId="4267431609" sldId="429"/>
            <ac:spMk id="11" creationId="{E8C31C95-B190-464F-BE66-43124F5ABA7D}"/>
          </ac:spMkLst>
        </pc:spChg>
      </pc:sldChg>
      <pc:sldChg chg="addSp delSp modSp new mod modClrScheme chgLayout">
        <pc:chgData name="松本 　諒" userId="fac9f236-0781-4e61-8b73-684b662c3ab5" providerId="ADAL" clId="{8EAD2888-228B-4793-8536-E78DB24A380D}" dt="2023-03-16T02:13:59.411" v="37556" actId="113"/>
        <pc:sldMkLst>
          <pc:docMk/>
          <pc:sldMk cId="3910870502" sldId="430"/>
        </pc:sldMkLst>
        <pc:spChg chg="mod ord">
          <ac:chgData name="松本 　諒" userId="fac9f236-0781-4e61-8b73-684b662c3ab5" providerId="ADAL" clId="{8EAD2888-228B-4793-8536-E78DB24A380D}" dt="2023-03-16T00:55:23.106" v="34502" actId="700"/>
          <ac:spMkLst>
            <pc:docMk/>
            <pc:sldMk cId="3910870502" sldId="430"/>
            <ac:spMk id="2" creationId="{85FBEDD1-F485-E35B-E280-77F58F8816F6}"/>
          </ac:spMkLst>
        </pc:spChg>
        <pc:spChg chg="del mod ord">
          <ac:chgData name="松本 　諒" userId="fac9f236-0781-4e61-8b73-684b662c3ab5" providerId="ADAL" clId="{8EAD2888-228B-4793-8536-E78DB24A380D}" dt="2023-03-16T00:55:23.106" v="34502" actId="700"/>
          <ac:spMkLst>
            <pc:docMk/>
            <pc:sldMk cId="3910870502" sldId="430"/>
            <ac:spMk id="3" creationId="{825957C5-1FB8-9B09-1C54-90ACDB5B9157}"/>
          </ac:spMkLst>
        </pc:spChg>
        <pc:spChg chg="mod ord">
          <ac:chgData name="松本 　諒" userId="fac9f236-0781-4e61-8b73-684b662c3ab5" providerId="ADAL" clId="{8EAD2888-228B-4793-8536-E78DB24A380D}" dt="2023-03-16T00:55:23.106" v="34502" actId="700"/>
          <ac:spMkLst>
            <pc:docMk/>
            <pc:sldMk cId="3910870502" sldId="430"/>
            <ac:spMk id="4" creationId="{B5DBEAD1-EBCB-A4C9-1B94-A1DAA9D46901}"/>
          </ac:spMkLst>
        </pc:spChg>
        <pc:spChg chg="del mod ord">
          <ac:chgData name="松本 　諒" userId="fac9f236-0781-4e61-8b73-684b662c3ab5" providerId="ADAL" clId="{8EAD2888-228B-4793-8536-E78DB24A380D}" dt="2023-03-16T00:55:23.106" v="34502" actId="700"/>
          <ac:spMkLst>
            <pc:docMk/>
            <pc:sldMk cId="3910870502" sldId="430"/>
            <ac:spMk id="5" creationId="{3CAFEB80-B8B1-3755-5740-AB127B8DC0ED}"/>
          </ac:spMkLst>
        </pc:spChg>
        <pc:spChg chg="del">
          <ac:chgData name="松本 　諒" userId="fac9f236-0781-4e61-8b73-684b662c3ab5" providerId="ADAL" clId="{8EAD2888-228B-4793-8536-E78DB24A380D}" dt="2023-03-16T00:55:23.106" v="34502" actId="700"/>
          <ac:spMkLst>
            <pc:docMk/>
            <pc:sldMk cId="3910870502" sldId="430"/>
            <ac:spMk id="6" creationId="{F75E596D-3521-827B-ED17-EF58076DD80B}"/>
          </ac:spMkLst>
        </pc:spChg>
        <pc:spChg chg="del">
          <ac:chgData name="松本 　諒" userId="fac9f236-0781-4e61-8b73-684b662c3ab5" providerId="ADAL" clId="{8EAD2888-228B-4793-8536-E78DB24A380D}" dt="2023-03-16T00:55:23.106" v="34502" actId="700"/>
          <ac:spMkLst>
            <pc:docMk/>
            <pc:sldMk cId="3910870502" sldId="430"/>
            <ac:spMk id="7" creationId="{BE8C19B8-39C2-BD26-40A2-BC4979176238}"/>
          </ac:spMkLst>
        </pc:spChg>
        <pc:spChg chg="add mod ord">
          <ac:chgData name="松本 　諒" userId="fac9f236-0781-4e61-8b73-684b662c3ab5" providerId="ADAL" clId="{8EAD2888-228B-4793-8536-E78DB24A380D}" dt="2023-03-16T02:10:42.650" v="36389"/>
          <ac:spMkLst>
            <pc:docMk/>
            <pc:sldMk cId="3910870502" sldId="430"/>
            <ac:spMk id="8" creationId="{5FAFF106-EAED-5919-1390-AA7EE12006D3}"/>
          </ac:spMkLst>
        </pc:spChg>
        <pc:spChg chg="add mod ord">
          <ac:chgData name="松本 　諒" userId="fac9f236-0781-4e61-8b73-684b662c3ab5" providerId="ADAL" clId="{8EAD2888-228B-4793-8536-E78DB24A380D}" dt="2023-03-16T02:13:59.411" v="37556" actId="113"/>
          <ac:spMkLst>
            <pc:docMk/>
            <pc:sldMk cId="3910870502" sldId="430"/>
            <ac:spMk id="9" creationId="{F6932535-47C4-6A49-3A40-23F267F8B822}"/>
          </ac:spMkLst>
        </pc:spChg>
        <pc:spChg chg="add mod">
          <ac:chgData name="松本 　諒" userId="fac9f236-0781-4e61-8b73-684b662c3ab5" providerId="ADAL" clId="{8EAD2888-228B-4793-8536-E78DB24A380D}" dt="2023-03-16T02:10:35.140" v="36357" actId="14100"/>
          <ac:spMkLst>
            <pc:docMk/>
            <pc:sldMk cId="3910870502" sldId="430"/>
            <ac:spMk id="10" creationId="{118B8091-3AF9-C762-5061-9EA56CD38D04}"/>
          </ac:spMkLst>
        </pc:spChg>
      </pc:sldChg>
    </pc:docChg>
  </pc:docChgLst>
  <pc:docChgLst>
    <pc:chgData name="鈴木 秀規" userId="f68c5fd9-22d5-4c0a-9833-7fb0f5135313" providerId="ADAL" clId="{C48D08EA-87AE-42E8-BBEE-EAFFD27F622E}"/>
    <pc:docChg chg="undo custSel addSld delSld modSld">
      <pc:chgData name="鈴木 秀規" userId="f68c5fd9-22d5-4c0a-9833-7fb0f5135313" providerId="ADAL" clId="{C48D08EA-87AE-42E8-BBEE-EAFFD27F622E}" dt="2021-01-29T02:13:33.664" v="359" actId="403"/>
      <pc:docMkLst>
        <pc:docMk/>
      </pc:docMkLst>
      <pc:sldChg chg="modSp mod">
        <pc:chgData name="鈴木 秀規" userId="f68c5fd9-22d5-4c0a-9833-7fb0f5135313" providerId="ADAL" clId="{C48D08EA-87AE-42E8-BBEE-EAFFD27F622E}" dt="2021-01-29T01:42:00.706" v="19" actId="20577"/>
        <pc:sldMkLst>
          <pc:docMk/>
          <pc:sldMk cId="0" sldId="256"/>
        </pc:sldMkLst>
        <pc:spChg chg="mod">
          <ac:chgData name="鈴木 秀規" userId="f68c5fd9-22d5-4c0a-9833-7fb0f5135313" providerId="ADAL" clId="{C48D08EA-87AE-42E8-BBEE-EAFFD27F622E}" dt="2021-01-29T01:42:00.706" v="19" actId="20577"/>
          <ac:spMkLst>
            <pc:docMk/>
            <pc:sldMk cId="0" sldId="256"/>
            <ac:spMk id="56" creationId="{00000000-0000-0000-0000-000000000000}"/>
          </ac:spMkLst>
        </pc:spChg>
      </pc:sldChg>
      <pc:sldChg chg="addSp delSp modSp mod">
        <pc:chgData name="鈴木 秀規" userId="f68c5fd9-22d5-4c0a-9833-7fb0f5135313" providerId="ADAL" clId="{C48D08EA-87AE-42E8-BBEE-EAFFD27F622E}" dt="2021-01-29T01:44:30.942" v="40" actId="12"/>
        <pc:sldMkLst>
          <pc:docMk/>
          <pc:sldMk cId="2397736379" sldId="363"/>
        </pc:sldMkLst>
        <pc:spChg chg="mod">
          <ac:chgData name="鈴木 秀規" userId="f68c5fd9-22d5-4c0a-9833-7fb0f5135313" providerId="ADAL" clId="{C48D08EA-87AE-42E8-BBEE-EAFFD27F622E}" dt="2021-01-29T01:42:36.385" v="21"/>
          <ac:spMkLst>
            <pc:docMk/>
            <pc:sldMk cId="2397736379" sldId="363"/>
            <ac:spMk id="7" creationId="{9630AD22-E64D-4A96-B059-2AF9F6580C25}"/>
          </ac:spMkLst>
        </pc:spChg>
        <pc:spChg chg="mod">
          <ac:chgData name="鈴木 秀規" userId="f68c5fd9-22d5-4c0a-9833-7fb0f5135313" providerId="ADAL" clId="{C48D08EA-87AE-42E8-BBEE-EAFFD27F622E}" dt="2021-01-29T01:43:13.936" v="32" actId="12"/>
          <ac:spMkLst>
            <pc:docMk/>
            <pc:sldMk cId="2397736379" sldId="363"/>
            <ac:spMk id="8" creationId="{787CF02A-01AB-4517-BA3E-25572FA82648}"/>
          </ac:spMkLst>
        </pc:spChg>
        <pc:spChg chg="del">
          <ac:chgData name="鈴木 秀規" userId="f68c5fd9-22d5-4c0a-9833-7fb0f5135313" providerId="ADAL" clId="{C48D08EA-87AE-42E8-BBEE-EAFFD27F622E}" dt="2021-01-29T01:42:40.720" v="22" actId="478"/>
          <ac:spMkLst>
            <pc:docMk/>
            <pc:sldMk cId="2397736379" sldId="363"/>
            <ac:spMk id="10" creationId="{911442F2-F4B8-4099-A8A6-599A6EDD893E}"/>
          </ac:spMkLst>
        </pc:spChg>
        <pc:spChg chg="del">
          <ac:chgData name="鈴木 秀規" userId="f68c5fd9-22d5-4c0a-9833-7fb0f5135313" providerId="ADAL" clId="{C48D08EA-87AE-42E8-BBEE-EAFFD27F622E}" dt="2021-01-29T01:42:40.720" v="22" actId="478"/>
          <ac:spMkLst>
            <pc:docMk/>
            <pc:sldMk cId="2397736379" sldId="363"/>
            <ac:spMk id="13" creationId="{23E592F8-E3F8-4B51-85D4-196586C25C17}"/>
          </ac:spMkLst>
        </pc:spChg>
        <pc:spChg chg="del">
          <ac:chgData name="鈴木 秀規" userId="f68c5fd9-22d5-4c0a-9833-7fb0f5135313" providerId="ADAL" clId="{C48D08EA-87AE-42E8-BBEE-EAFFD27F622E}" dt="2021-01-29T01:42:40.720" v="22" actId="478"/>
          <ac:spMkLst>
            <pc:docMk/>
            <pc:sldMk cId="2397736379" sldId="363"/>
            <ac:spMk id="15" creationId="{E93D3E84-AF14-45FD-A18C-1157A824A4F2}"/>
          </ac:spMkLst>
        </pc:spChg>
        <pc:spChg chg="del">
          <ac:chgData name="鈴木 秀規" userId="f68c5fd9-22d5-4c0a-9833-7fb0f5135313" providerId="ADAL" clId="{C48D08EA-87AE-42E8-BBEE-EAFFD27F622E}" dt="2021-01-29T01:42:40.720" v="22" actId="478"/>
          <ac:spMkLst>
            <pc:docMk/>
            <pc:sldMk cId="2397736379" sldId="363"/>
            <ac:spMk id="16" creationId="{72D53803-E65D-438C-ADC1-E600E85FFC40}"/>
          </ac:spMkLst>
        </pc:spChg>
        <pc:spChg chg="del">
          <ac:chgData name="鈴木 秀規" userId="f68c5fd9-22d5-4c0a-9833-7fb0f5135313" providerId="ADAL" clId="{C48D08EA-87AE-42E8-BBEE-EAFFD27F622E}" dt="2021-01-29T01:42:40.720" v="22" actId="478"/>
          <ac:spMkLst>
            <pc:docMk/>
            <pc:sldMk cId="2397736379" sldId="363"/>
            <ac:spMk id="17" creationId="{E68CE154-3E64-4D25-BE5B-BDCDB382FBBC}"/>
          </ac:spMkLst>
        </pc:spChg>
        <pc:spChg chg="del">
          <ac:chgData name="鈴木 秀規" userId="f68c5fd9-22d5-4c0a-9833-7fb0f5135313" providerId="ADAL" clId="{C48D08EA-87AE-42E8-BBEE-EAFFD27F622E}" dt="2021-01-29T01:42:40.720" v="22" actId="478"/>
          <ac:spMkLst>
            <pc:docMk/>
            <pc:sldMk cId="2397736379" sldId="363"/>
            <ac:spMk id="18" creationId="{8A195237-21F3-4DFB-95FE-39AC02A46D75}"/>
          </ac:spMkLst>
        </pc:spChg>
        <pc:spChg chg="del">
          <ac:chgData name="鈴木 秀規" userId="f68c5fd9-22d5-4c0a-9833-7fb0f5135313" providerId="ADAL" clId="{C48D08EA-87AE-42E8-BBEE-EAFFD27F622E}" dt="2021-01-29T01:42:40.720" v="22" actId="478"/>
          <ac:spMkLst>
            <pc:docMk/>
            <pc:sldMk cId="2397736379" sldId="363"/>
            <ac:spMk id="20" creationId="{D20D5368-51BF-4D9C-9BF0-657E18487D90}"/>
          </ac:spMkLst>
        </pc:spChg>
        <pc:spChg chg="del">
          <ac:chgData name="鈴木 秀規" userId="f68c5fd9-22d5-4c0a-9833-7fb0f5135313" providerId="ADAL" clId="{C48D08EA-87AE-42E8-BBEE-EAFFD27F622E}" dt="2021-01-29T01:42:40.720" v="22" actId="478"/>
          <ac:spMkLst>
            <pc:docMk/>
            <pc:sldMk cId="2397736379" sldId="363"/>
            <ac:spMk id="21" creationId="{D2C1CCFA-0795-496F-B2DD-3DADD560165B}"/>
          </ac:spMkLst>
        </pc:spChg>
        <pc:spChg chg="add mod">
          <ac:chgData name="鈴木 秀規" userId="f68c5fd9-22d5-4c0a-9833-7fb0f5135313" providerId="ADAL" clId="{C48D08EA-87AE-42E8-BBEE-EAFFD27F622E}" dt="2021-01-29T01:44:18.993" v="38" actId="1076"/>
          <ac:spMkLst>
            <pc:docMk/>
            <pc:sldMk cId="2397736379" sldId="363"/>
            <ac:spMk id="25" creationId="{6F73D290-1A37-4666-AE4E-056CFDBF2963}"/>
          </ac:spMkLst>
        </pc:spChg>
        <pc:spChg chg="add mod">
          <ac:chgData name="鈴木 秀規" userId="f68c5fd9-22d5-4c0a-9833-7fb0f5135313" providerId="ADAL" clId="{C48D08EA-87AE-42E8-BBEE-EAFFD27F622E}" dt="2021-01-29T01:44:30.942" v="40" actId="12"/>
          <ac:spMkLst>
            <pc:docMk/>
            <pc:sldMk cId="2397736379" sldId="363"/>
            <ac:spMk id="26" creationId="{D8B69E42-1911-4122-BBB0-EB93A222E3E7}"/>
          </ac:spMkLst>
        </pc:spChg>
        <pc:picChg chg="del">
          <ac:chgData name="鈴木 秀規" userId="f68c5fd9-22d5-4c0a-9833-7fb0f5135313" providerId="ADAL" clId="{C48D08EA-87AE-42E8-BBEE-EAFFD27F622E}" dt="2021-01-29T01:42:40.720" v="22" actId="478"/>
          <ac:picMkLst>
            <pc:docMk/>
            <pc:sldMk cId="2397736379" sldId="363"/>
            <ac:picMk id="11" creationId="{D2DDAA77-A5AC-429F-86FF-4F0146721908}"/>
          </ac:picMkLst>
        </pc:picChg>
        <pc:picChg chg="del">
          <ac:chgData name="鈴木 秀規" userId="f68c5fd9-22d5-4c0a-9833-7fb0f5135313" providerId="ADAL" clId="{C48D08EA-87AE-42E8-BBEE-EAFFD27F622E}" dt="2021-01-29T01:42:40.720" v="22" actId="478"/>
          <ac:picMkLst>
            <pc:docMk/>
            <pc:sldMk cId="2397736379" sldId="363"/>
            <ac:picMk id="12" creationId="{2199B8D1-CAE6-4898-BB1D-07D67193F2D1}"/>
          </ac:picMkLst>
        </pc:picChg>
        <pc:picChg chg="del">
          <ac:chgData name="鈴木 秀規" userId="f68c5fd9-22d5-4c0a-9833-7fb0f5135313" providerId="ADAL" clId="{C48D08EA-87AE-42E8-BBEE-EAFFD27F622E}" dt="2021-01-29T01:42:40.720" v="22" actId="478"/>
          <ac:picMkLst>
            <pc:docMk/>
            <pc:sldMk cId="2397736379" sldId="363"/>
            <ac:picMk id="14" creationId="{7BDAE766-1B33-4F9F-A358-B6E02E845A73}"/>
          </ac:picMkLst>
        </pc:picChg>
        <pc:picChg chg="add mod">
          <ac:chgData name="鈴木 秀規" userId="f68c5fd9-22d5-4c0a-9833-7fb0f5135313" providerId="ADAL" clId="{C48D08EA-87AE-42E8-BBEE-EAFFD27F622E}" dt="2021-01-29T01:44:18.993" v="38" actId="1076"/>
          <ac:picMkLst>
            <pc:docMk/>
            <pc:sldMk cId="2397736379" sldId="363"/>
            <ac:picMk id="22" creationId="{EBCFE6B6-3674-4542-897A-054F57AF9940}"/>
          </ac:picMkLst>
        </pc:picChg>
        <pc:picChg chg="add mod">
          <ac:chgData name="鈴木 秀規" userId="f68c5fd9-22d5-4c0a-9833-7fb0f5135313" providerId="ADAL" clId="{C48D08EA-87AE-42E8-BBEE-EAFFD27F622E}" dt="2021-01-29T01:44:18.993" v="38" actId="1076"/>
          <ac:picMkLst>
            <pc:docMk/>
            <pc:sldMk cId="2397736379" sldId="363"/>
            <ac:picMk id="23" creationId="{50430609-0E30-4E04-A0AB-4BEFD5706BAC}"/>
          </ac:picMkLst>
        </pc:picChg>
        <pc:cxnChg chg="del mod">
          <ac:chgData name="鈴木 秀規" userId="f68c5fd9-22d5-4c0a-9833-7fb0f5135313" providerId="ADAL" clId="{C48D08EA-87AE-42E8-BBEE-EAFFD27F622E}" dt="2021-01-29T01:42:40.720" v="22" actId="478"/>
          <ac:cxnSpMkLst>
            <pc:docMk/>
            <pc:sldMk cId="2397736379" sldId="363"/>
            <ac:cxnSpMk id="19" creationId="{16079599-50A7-49A6-83C1-B3323B66C70B}"/>
          </ac:cxnSpMkLst>
        </pc:cxnChg>
        <pc:cxnChg chg="add mod">
          <ac:chgData name="鈴木 秀規" userId="f68c5fd9-22d5-4c0a-9833-7fb0f5135313" providerId="ADAL" clId="{C48D08EA-87AE-42E8-BBEE-EAFFD27F622E}" dt="2021-01-29T01:44:18.993" v="38" actId="1076"/>
          <ac:cxnSpMkLst>
            <pc:docMk/>
            <pc:sldMk cId="2397736379" sldId="363"/>
            <ac:cxnSpMk id="24" creationId="{2971CE02-4FF4-45F7-8B9C-E59D75CEAF1D}"/>
          </ac:cxnSpMkLst>
        </pc:cxnChg>
      </pc:sldChg>
      <pc:sldChg chg="addSp modSp new mod">
        <pc:chgData name="鈴木 秀規" userId="f68c5fd9-22d5-4c0a-9833-7fb0f5135313" providerId="ADAL" clId="{C48D08EA-87AE-42E8-BBEE-EAFFD27F622E}" dt="2021-01-29T01:48:10.263" v="72" actId="207"/>
        <pc:sldMkLst>
          <pc:docMk/>
          <pc:sldMk cId="1491796703" sldId="364"/>
        </pc:sldMkLst>
        <pc:spChg chg="mod">
          <ac:chgData name="鈴木 秀規" userId="f68c5fd9-22d5-4c0a-9833-7fb0f5135313" providerId="ADAL" clId="{C48D08EA-87AE-42E8-BBEE-EAFFD27F622E}" dt="2021-01-29T01:44:44.348" v="42"/>
          <ac:spMkLst>
            <pc:docMk/>
            <pc:sldMk cId="1491796703" sldId="364"/>
            <ac:spMk id="3" creationId="{7792D0C0-CA82-473E-95FC-0F27B3EAC620}"/>
          </ac:spMkLst>
        </pc:spChg>
        <pc:spChg chg="mod">
          <ac:chgData name="鈴木 秀規" userId="f68c5fd9-22d5-4c0a-9833-7fb0f5135313" providerId="ADAL" clId="{C48D08EA-87AE-42E8-BBEE-EAFFD27F622E}" dt="2021-01-29T01:45:07.217" v="46" actId="14100"/>
          <ac:spMkLst>
            <pc:docMk/>
            <pc:sldMk cId="1491796703" sldId="364"/>
            <ac:spMk id="5" creationId="{0E555CD9-10A0-4852-932D-CCBC906DD192}"/>
          </ac:spMkLst>
        </pc:spChg>
        <pc:spChg chg="add mod">
          <ac:chgData name="鈴木 秀規" userId="f68c5fd9-22d5-4c0a-9833-7fb0f5135313" providerId="ADAL" clId="{C48D08EA-87AE-42E8-BBEE-EAFFD27F622E}" dt="2021-01-29T01:46:03.669" v="59" actId="14100"/>
          <ac:spMkLst>
            <pc:docMk/>
            <pc:sldMk cId="1491796703" sldId="364"/>
            <ac:spMk id="7" creationId="{131FE02A-70CC-40DF-9182-018F6982F20F}"/>
          </ac:spMkLst>
        </pc:spChg>
        <pc:spChg chg="add mod">
          <ac:chgData name="鈴木 秀規" userId="f68c5fd9-22d5-4c0a-9833-7fb0f5135313" providerId="ADAL" clId="{C48D08EA-87AE-42E8-BBEE-EAFFD27F622E}" dt="2021-01-29T01:48:10.263" v="72" actId="207"/>
          <ac:spMkLst>
            <pc:docMk/>
            <pc:sldMk cId="1491796703" sldId="364"/>
            <ac:spMk id="8" creationId="{48831A36-9810-407D-ADD4-926B54DA7678}"/>
          </ac:spMkLst>
        </pc:spChg>
        <pc:graphicFrameChg chg="add mod modGraphic">
          <ac:chgData name="鈴木 秀規" userId="f68c5fd9-22d5-4c0a-9833-7fb0f5135313" providerId="ADAL" clId="{C48D08EA-87AE-42E8-BBEE-EAFFD27F622E}" dt="2021-01-29T01:45:55.199" v="56" actId="12385"/>
          <ac:graphicFrameMkLst>
            <pc:docMk/>
            <pc:sldMk cId="1491796703" sldId="364"/>
            <ac:graphicFrameMk id="6" creationId="{DDCE8367-7279-4C22-95C0-573968E8B81E}"/>
          </ac:graphicFrameMkLst>
        </pc:graphicFrameChg>
      </pc:sldChg>
      <pc:sldChg chg="del">
        <pc:chgData name="鈴木 秀規" userId="f68c5fd9-22d5-4c0a-9833-7fb0f5135313" providerId="ADAL" clId="{C48D08EA-87AE-42E8-BBEE-EAFFD27F622E}" dt="2021-01-29T01:42:20.133" v="20" actId="2696"/>
        <pc:sldMkLst>
          <pc:docMk/>
          <pc:sldMk cId="3552865651" sldId="364"/>
        </pc:sldMkLst>
      </pc:sldChg>
      <pc:sldChg chg="del">
        <pc:chgData name="鈴木 秀規" userId="f68c5fd9-22d5-4c0a-9833-7fb0f5135313" providerId="ADAL" clId="{C48D08EA-87AE-42E8-BBEE-EAFFD27F622E}" dt="2021-01-29T01:42:20.133" v="20" actId="2696"/>
        <pc:sldMkLst>
          <pc:docMk/>
          <pc:sldMk cId="478947157" sldId="365"/>
        </pc:sldMkLst>
      </pc:sldChg>
      <pc:sldChg chg="addSp modSp new mod">
        <pc:chgData name="鈴木 秀規" userId="f68c5fd9-22d5-4c0a-9833-7fb0f5135313" providerId="ADAL" clId="{C48D08EA-87AE-42E8-BBEE-EAFFD27F622E}" dt="2021-01-29T01:51:01.956" v="111" actId="207"/>
        <pc:sldMkLst>
          <pc:docMk/>
          <pc:sldMk cId="2862888682" sldId="365"/>
        </pc:sldMkLst>
        <pc:spChg chg="mod">
          <ac:chgData name="鈴木 秀規" userId="f68c5fd9-22d5-4c0a-9833-7fb0f5135313" providerId="ADAL" clId="{C48D08EA-87AE-42E8-BBEE-EAFFD27F622E}" dt="2021-01-29T01:48:22.105" v="74"/>
          <ac:spMkLst>
            <pc:docMk/>
            <pc:sldMk cId="2862888682" sldId="365"/>
            <ac:spMk id="3" creationId="{1360C785-92EB-490D-A206-5FE9C8C4ACBF}"/>
          </ac:spMkLst>
        </pc:spChg>
        <pc:spChg chg="mod">
          <ac:chgData name="鈴木 秀規" userId="f68c5fd9-22d5-4c0a-9833-7fb0f5135313" providerId="ADAL" clId="{C48D08EA-87AE-42E8-BBEE-EAFFD27F622E}" dt="2021-01-29T01:48:43.788" v="78" actId="14100"/>
          <ac:spMkLst>
            <pc:docMk/>
            <pc:sldMk cId="2862888682" sldId="365"/>
            <ac:spMk id="5" creationId="{E2A04A57-AF9A-4B40-94FD-2A99CAF0FF6A}"/>
          </ac:spMkLst>
        </pc:spChg>
        <pc:spChg chg="add mod">
          <ac:chgData name="鈴木 秀規" userId="f68c5fd9-22d5-4c0a-9833-7fb0f5135313" providerId="ADAL" clId="{C48D08EA-87AE-42E8-BBEE-EAFFD27F622E}" dt="2021-01-29T01:51:01.956" v="111" actId="207"/>
          <ac:spMkLst>
            <pc:docMk/>
            <pc:sldMk cId="2862888682" sldId="365"/>
            <ac:spMk id="6" creationId="{52355757-E974-491E-8854-A7999A0DC253}"/>
          </ac:spMkLst>
        </pc:spChg>
      </pc:sldChg>
      <pc:sldChg chg="modSp add mod">
        <pc:chgData name="鈴木 秀規" userId="f68c5fd9-22d5-4c0a-9833-7fb0f5135313" providerId="ADAL" clId="{C48D08EA-87AE-42E8-BBEE-EAFFD27F622E}" dt="2021-01-29T01:51:55.876" v="116" actId="14100"/>
        <pc:sldMkLst>
          <pc:docMk/>
          <pc:sldMk cId="805013935" sldId="366"/>
        </pc:sldMkLst>
        <pc:spChg chg="mod">
          <ac:chgData name="鈴木 秀規" userId="f68c5fd9-22d5-4c0a-9833-7fb0f5135313" providerId="ADAL" clId="{C48D08EA-87AE-42E8-BBEE-EAFFD27F622E}" dt="2021-01-29T01:51:55.876" v="116" actId="14100"/>
          <ac:spMkLst>
            <pc:docMk/>
            <pc:sldMk cId="805013935" sldId="366"/>
            <ac:spMk id="6" creationId="{52355757-E974-491E-8854-A7999A0DC253}"/>
          </ac:spMkLst>
        </pc:spChg>
      </pc:sldChg>
      <pc:sldChg chg="del">
        <pc:chgData name="鈴木 秀規" userId="f68c5fd9-22d5-4c0a-9833-7fb0f5135313" providerId="ADAL" clId="{C48D08EA-87AE-42E8-BBEE-EAFFD27F622E}" dt="2021-01-29T01:42:20.133" v="20" actId="2696"/>
        <pc:sldMkLst>
          <pc:docMk/>
          <pc:sldMk cId="1806702686" sldId="366"/>
        </pc:sldMkLst>
      </pc:sldChg>
      <pc:sldChg chg="addSp modSp new mod">
        <pc:chgData name="鈴木 秀規" userId="f68c5fd9-22d5-4c0a-9833-7fb0f5135313" providerId="ADAL" clId="{C48D08EA-87AE-42E8-BBEE-EAFFD27F622E}" dt="2021-01-29T01:55:14.503" v="147" actId="1035"/>
        <pc:sldMkLst>
          <pc:docMk/>
          <pc:sldMk cId="1837428979" sldId="367"/>
        </pc:sldMkLst>
        <pc:spChg chg="mod">
          <ac:chgData name="鈴木 秀規" userId="f68c5fd9-22d5-4c0a-9833-7fb0f5135313" providerId="ADAL" clId="{C48D08EA-87AE-42E8-BBEE-EAFFD27F622E}" dt="2021-01-29T01:52:13.256" v="118"/>
          <ac:spMkLst>
            <pc:docMk/>
            <pc:sldMk cId="1837428979" sldId="367"/>
            <ac:spMk id="3" creationId="{978495FD-E0C5-42E9-A314-83ACF573D4BE}"/>
          </ac:spMkLst>
        </pc:spChg>
        <pc:spChg chg="mod">
          <ac:chgData name="鈴木 秀規" userId="f68c5fd9-22d5-4c0a-9833-7fb0f5135313" providerId="ADAL" clId="{C48D08EA-87AE-42E8-BBEE-EAFFD27F622E}" dt="2021-01-29T01:53:56.217" v="128" actId="14100"/>
          <ac:spMkLst>
            <pc:docMk/>
            <pc:sldMk cId="1837428979" sldId="367"/>
            <ac:spMk id="5" creationId="{8CEA63F3-D054-42AC-90C1-5FA6170C17B2}"/>
          </ac:spMkLst>
        </pc:spChg>
        <pc:spChg chg="add mod">
          <ac:chgData name="鈴木 秀規" userId="f68c5fd9-22d5-4c0a-9833-7fb0f5135313" providerId="ADAL" clId="{C48D08EA-87AE-42E8-BBEE-EAFFD27F622E}" dt="2021-01-29T01:55:08.905" v="144" actId="1035"/>
          <ac:spMkLst>
            <pc:docMk/>
            <pc:sldMk cId="1837428979" sldId="367"/>
            <ac:spMk id="6" creationId="{FAA5C2C9-5976-4AE6-ACBA-782CDA112D8D}"/>
          </ac:spMkLst>
        </pc:spChg>
        <pc:spChg chg="add mod">
          <ac:chgData name="鈴木 秀規" userId="f68c5fd9-22d5-4c0a-9833-7fb0f5135313" providerId="ADAL" clId="{C48D08EA-87AE-42E8-BBEE-EAFFD27F622E}" dt="2021-01-29T01:54:41.630" v="135" actId="2711"/>
          <ac:spMkLst>
            <pc:docMk/>
            <pc:sldMk cId="1837428979" sldId="367"/>
            <ac:spMk id="7" creationId="{0EB9DE99-767C-4362-8484-92D83744470B}"/>
          </ac:spMkLst>
        </pc:spChg>
        <pc:spChg chg="add mod">
          <ac:chgData name="鈴木 秀規" userId="f68c5fd9-22d5-4c0a-9833-7fb0f5135313" providerId="ADAL" clId="{C48D08EA-87AE-42E8-BBEE-EAFFD27F622E}" dt="2021-01-29T01:55:14.503" v="147" actId="1035"/>
          <ac:spMkLst>
            <pc:docMk/>
            <pc:sldMk cId="1837428979" sldId="367"/>
            <ac:spMk id="8" creationId="{D2126064-D7FB-447A-B0FF-145ED0B54FFD}"/>
          </ac:spMkLst>
        </pc:spChg>
      </pc:sldChg>
      <pc:sldChg chg="del">
        <pc:chgData name="鈴木 秀規" userId="f68c5fd9-22d5-4c0a-9833-7fb0f5135313" providerId="ADAL" clId="{C48D08EA-87AE-42E8-BBEE-EAFFD27F622E}" dt="2021-01-29T01:42:20.133" v="20" actId="2696"/>
        <pc:sldMkLst>
          <pc:docMk/>
          <pc:sldMk cId="2356507688" sldId="367"/>
        </pc:sldMkLst>
      </pc:sldChg>
      <pc:sldChg chg="addSp modSp new mod">
        <pc:chgData name="鈴木 秀規" userId="f68c5fd9-22d5-4c0a-9833-7fb0f5135313" providerId="ADAL" clId="{C48D08EA-87AE-42E8-BBEE-EAFFD27F622E}" dt="2021-01-29T01:58:19" v="220" actId="693"/>
        <pc:sldMkLst>
          <pc:docMk/>
          <pc:sldMk cId="1713287924" sldId="368"/>
        </pc:sldMkLst>
        <pc:spChg chg="mod">
          <ac:chgData name="鈴木 秀規" userId="f68c5fd9-22d5-4c0a-9833-7fb0f5135313" providerId="ADAL" clId="{C48D08EA-87AE-42E8-BBEE-EAFFD27F622E}" dt="2021-01-29T01:55:26.247" v="149"/>
          <ac:spMkLst>
            <pc:docMk/>
            <pc:sldMk cId="1713287924" sldId="368"/>
            <ac:spMk id="3" creationId="{9661A668-DD37-439B-ACDF-417309CE2BED}"/>
          </ac:spMkLst>
        </pc:spChg>
        <pc:spChg chg="mod">
          <ac:chgData name="鈴木 秀規" userId="f68c5fd9-22d5-4c0a-9833-7fb0f5135313" providerId="ADAL" clId="{C48D08EA-87AE-42E8-BBEE-EAFFD27F622E}" dt="2021-01-29T01:55:33.864" v="151"/>
          <ac:spMkLst>
            <pc:docMk/>
            <pc:sldMk cId="1713287924" sldId="368"/>
            <ac:spMk id="5" creationId="{5A15B9D0-4F4E-42B4-B01F-A2116727B752}"/>
          </ac:spMkLst>
        </pc:spChg>
        <pc:spChg chg="add mod">
          <ac:chgData name="鈴木 秀規" userId="f68c5fd9-22d5-4c0a-9833-7fb0f5135313" providerId="ADAL" clId="{C48D08EA-87AE-42E8-BBEE-EAFFD27F622E}" dt="2021-01-29T01:57:33.062" v="212" actId="14100"/>
          <ac:spMkLst>
            <pc:docMk/>
            <pc:sldMk cId="1713287924" sldId="368"/>
            <ac:spMk id="6" creationId="{27D288CC-DC7B-43CB-BE82-65B8A8FC66A8}"/>
          </ac:spMkLst>
        </pc:spChg>
        <pc:spChg chg="add mod">
          <ac:chgData name="鈴木 秀規" userId="f68c5fd9-22d5-4c0a-9833-7fb0f5135313" providerId="ADAL" clId="{C48D08EA-87AE-42E8-BBEE-EAFFD27F622E}" dt="2021-01-29T01:57:27.684" v="210" actId="571"/>
          <ac:spMkLst>
            <pc:docMk/>
            <pc:sldMk cId="1713287924" sldId="368"/>
            <ac:spMk id="7" creationId="{5A3F6696-A796-46DB-B92C-6A1E50DDCD7B}"/>
          </ac:spMkLst>
        </pc:spChg>
        <pc:spChg chg="add mod">
          <ac:chgData name="鈴木 秀規" userId="f68c5fd9-22d5-4c0a-9833-7fb0f5135313" providerId="ADAL" clId="{C48D08EA-87AE-42E8-BBEE-EAFFD27F622E}" dt="2021-01-29T01:57:41.822" v="214"/>
          <ac:spMkLst>
            <pc:docMk/>
            <pc:sldMk cId="1713287924" sldId="368"/>
            <ac:spMk id="8" creationId="{2BAC002D-400A-4640-82BC-83F23DA52987}"/>
          </ac:spMkLst>
        </pc:spChg>
        <pc:cxnChg chg="add mod">
          <ac:chgData name="鈴木 秀規" userId="f68c5fd9-22d5-4c0a-9833-7fb0f5135313" providerId="ADAL" clId="{C48D08EA-87AE-42E8-BBEE-EAFFD27F622E}" dt="2021-01-29T01:58:19" v="220" actId="693"/>
          <ac:cxnSpMkLst>
            <pc:docMk/>
            <pc:sldMk cId="1713287924" sldId="368"/>
            <ac:cxnSpMk id="10" creationId="{EEE9455F-E370-4E54-8FE3-1C29FE245664}"/>
          </ac:cxnSpMkLst>
        </pc:cxnChg>
      </pc:sldChg>
      <pc:sldChg chg="del">
        <pc:chgData name="鈴木 秀規" userId="f68c5fd9-22d5-4c0a-9833-7fb0f5135313" providerId="ADAL" clId="{C48D08EA-87AE-42E8-BBEE-EAFFD27F622E}" dt="2021-01-29T01:42:20.133" v="20" actId="2696"/>
        <pc:sldMkLst>
          <pc:docMk/>
          <pc:sldMk cId="3408830695" sldId="368"/>
        </pc:sldMkLst>
      </pc:sldChg>
      <pc:sldChg chg="addSp delSp modSp new mod">
        <pc:chgData name="鈴木 秀規" userId="f68c5fd9-22d5-4c0a-9833-7fb0f5135313" providerId="ADAL" clId="{C48D08EA-87AE-42E8-BBEE-EAFFD27F622E}" dt="2021-01-29T02:01:13.217" v="245" actId="1076"/>
        <pc:sldMkLst>
          <pc:docMk/>
          <pc:sldMk cId="2427838374" sldId="369"/>
        </pc:sldMkLst>
        <pc:spChg chg="mod">
          <ac:chgData name="鈴木 秀規" userId="f68c5fd9-22d5-4c0a-9833-7fb0f5135313" providerId="ADAL" clId="{C48D08EA-87AE-42E8-BBEE-EAFFD27F622E}" dt="2021-01-29T01:59:08.178" v="222"/>
          <ac:spMkLst>
            <pc:docMk/>
            <pc:sldMk cId="2427838374" sldId="369"/>
            <ac:spMk id="3" creationId="{5F3CF279-F6DF-412A-A369-C8AF3B4BD74C}"/>
          </ac:spMkLst>
        </pc:spChg>
        <pc:spChg chg="mod">
          <ac:chgData name="鈴木 秀規" userId="f68c5fd9-22d5-4c0a-9833-7fb0f5135313" providerId="ADAL" clId="{C48D08EA-87AE-42E8-BBEE-EAFFD27F622E}" dt="2021-01-29T01:59:25.087" v="225" actId="14100"/>
          <ac:spMkLst>
            <pc:docMk/>
            <pc:sldMk cId="2427838374" sldId="369"/>
            <ac:spMk id="5" creationId="{823413F9-1D7B-4446-A19F-D31D713846D2}"/>
          </ac:spMkLst>
        </pc:spChg>
        <pc:spChg chg="add mod">
          <ac:chgData name="鈴木 秀規" userId="f68c5fd9-22d5-4c0a-9833-7fb0f5135313" providerId="ADAL" clId="{C48D08EA-87AE-42E8-BBEE-EAFFD27F622E}" dt="2021-01-29T02:01:13.217" v="245" actId="1076"/>
          <ac:spMkLst>
            <pc:docMk/>
            <pc:sldMk cId="2427838374" sldId="369"/>
            <ac:spMk id="6" creationId="{F9089E6D-8895-4170-B5FD-8ABE44ECFA95}"/>
          </ac:spMkLst>
        </pc:spChg>
        <pc:spChg chg="add del mod">
          <ac:chgData name="鈴木 秀規" userId="f68c5fd9-22d5-4c0a-9833-7fb0f5135313" providerId="ADAL" clId="{C48D08EA-87AE-42E8-BBEE-EAFFD27F622E}" dt="2021-01-29T02:00:59.330" v="241" actId="478"/>
          <ac:spMkLst>
            <pc:docMk/>
            <pc:sldMk cId="2427838374" sldId="369"/>
            <ac:spMk id="7" creationId="{9AB81213-5131-41F9-B159-D81949CE8D9C}"/>
          </ac:spMkLst>
        </pc:spChg>
        <pc:spChg chg="add del mod">
          <ac:chgData name="鈴木 秀規" userId="f68c5fd9-22d5-4c0a-9833-7fb0f5135313" providerId="ADAL" clId="{C48D08EA-87AE-42E8-BBEE-EAFFD27F622E}" dt="2021-01-29T02:00:56.148" v="240"/>
          <ac:spMkLst>
            <pc:docMk/>
            <pc:sldMk cId="2427838374" sldId="369"/>
            <ac:spMk id="8" creationId="{820E8CA3-4EF3-4DA6-96DC-6AE5B7E82D17}"/>
          </ac:spMkLst>
        </pc:spChg>
        <pc:spChg chg="add del mod">
          <ac:chgData name="鈴木 秀規" userId="f68c5fd9-22d5-4c0a-9833-7fb0f5135313" providerId="ADAL" clId="{C48D08EA-87AE-42E8-BBEE-EAFFD27F622E}" dt="2021-01-29T02:00:56.148" v="240"/>
          <ac:spMkLst>
            <pc:docMk/>
            <pc:sldMk cId="2427838374" sldId="369"/>
            <ac:spMk id="9" creationId="{D8971F1A-05AB-43A4-A200-3B0EFC173A3A}"/>
          </ac:spMkLst>
        </pc:spChg>
      </pc:sldChg>
      <pc:sldChg chg="del">
        <pc:chgData name="鈴木 秀規" userId="f68c5fd9-22d5-4c0a-9833-7fb0f5135313" providerId="ADAL" clId="{C48D08EA-87AE-42E8-BBEE-EAFFD27F622E}" dt="2021-01-29T01:42:20.133" v="20" actId="2696"/>
        <pc:sldMkLst>
          <pc:docMk/>
          <pc:sldMk cId="2975628319" sldId="369"/>
        </pc:sldMkLst>
      </pc:sldChg>
      <pc:sldChg chg="addSp modSp new mod">
        <pc:chgData name="鈴木 秀規" userId="f68c5fd9-22d5-4c0a-9833-7fb0f5135313" providerId="ADAL" clId="{C48D08EA-87AE-42E8-BBEE-EAFFD27F622E}" dt="2021-01-29T02:03:38.403" v="272" actId="207"/>
        <pc:sldMkLst>
          <pc:docMk/>
          <pc:sldMk cId="1375847763" sldId="370"/>
        </pc:sldMkLst>
        <pc:spChg chg="mod">
          <ac:chgData name="鈴木 秀規" userId="f68c5fd9-22d5-4c0a-9833-7fb0f5135313" providerId="ADAL" clId="{C48D08EA-87AE-42E8-BBEE-EAFFD27F622E}" dt="2021-01-29T02:01:36.101" v="247"/>
          <ac:spMkLst>
            <pc:docMk/>
            <pc:sldMk cId="1375847763" sldId="370"/>
            <ac:spMk id="3" creationId="{257599A0-BD8E-43B6-893F-D3BD14BA35D3}"/>
          </ac:spMkLst>
        </pc:spChg>
        <pc:spChg chg="mod">
          <ac:chgData name="鈴木 秀規" userId="f68c5fd9-22d5-4c0a-9833-7fb0f5135313" providerId="ADAL" clId="{C48D08EA-87AE-42E8-BBEE-EAFFD27F622E}" dt="2021-01-29T02:01:55.592" v="251" actId="14100"/>
          <ac:spMkLst>
            <pc:docMk/>
            <pc:sldMk cId="1375847763" sldId="370"/>
            <ac:spMk id="5" creationId="{54EA06F8-723C-4C46-95CE-E7F36487A76B}"/>
          </ac:spMkLst>
        </pc:spChg>
        <pc:spChg chg="add mod">
          <ac:chgData name="鈴木 秀規" userId="f68c5fd9-22d5-4c0a-9833-7fb0f5135313" providerId="ADAL" clId="{C48D08EA-87AE-42E8-BBEE-EAFFD27F622E}" dt="2021-01-29T02:03:26.436" v="268" actId="207"/>
          <ac:spMkLst>
            <pc:docMk/>
            <pc:sldMk cId="1375847763" sldId="370"/>
            <ac:spMk id="6" creationId="{EDC03A83-EF88-45D1-9AA5-7EFBD979ACE9}"/>
          </ac:spMkLst>
        </pc:spChg>
        <pc:spChg chg="add mod">
          <ac:chgData name="鈴木 秀規" userId="f68c5fd9-22d5-4c0a-9833-7fb0f5135313" providerId="ADAL" clId="{C48D08EA-87AE-42E8-BBEE-EAFFD27F622E}" dt="2021-01-29T02:03:38.403" v="272" actId="207"/>
          <ac:spMkLst>
            <pc:docMk/>
            <pc:sldMk cId="1375847763" sldId="370"/>
            <ac:spMk id="7" creationId="{8D2A60D8-5FC3-4EE1-8F58-4DDBB91C99FE}"/>
          </ac:spMkLst>
        </pc:spChg>
      </pc:sldChg>
      <pc:sldChg chg="del">
        <pc:chgData name="鈴木 秀規" userId="f68c5fd9-22d5-4c0a-9833-7fb0f5135313" providerId="ADAL" clId="{C48D08EA-87AE-42E8-BBEE-EAFFD27F622E}" dt="2021-01-29T01:42:20.133" v="20" actId="2696"/>
        <pc:sldMkLst>
          <pc:docMk/>
          <pc:sldMk cId="3073446168" sldId="370"/>
        </pc:sldMkLst>
      </pc:sldChg>
      <pc:sldChg chg="modSp new mod">
        <pc:chgData name="鈴木 秀規" userId="f68c5fd9-22d5-4c0a-9833-7fb0f5135313" providerId="ADAL" clId="{C48D08EA-87AE-42E8-BBEE-EAFFD27F622E}" dt="2021-01-29T02:05:13.104" v="295" actId="207"/>
        <pc:sldMkLst>
          <pc:docMk/>
          <pc:sldMk cId="88774120" sldId="371"/>
        </pc:sldMkLst>
        <pc:spChg chg="mod">
          <ac:chgData name="鈴木 秀規" userId="f68c5fd9-22d5-4c0a-9833-7fb0f5135313" providerId="ADAL" clId="{C48D08EA-87AE-42E8-BBEE-EAFFD27F622E}" dt="2021-01-29T02:03:53.582" v="274"/>
          <ac:spMkLst>
            <pc:docMk/>
            <pc:sldMk cId="88774120" sldId="371"/>
            <ac:spMk id="3" creationId="{BACB9769-04E3-428B-8379-D0ACEE653078}"/>
          </ac:spMkLst>
        </pc:spChg>
        <pc:spChg chg="mod">
          <ac:chgData name="鈴木 秀規" userId="f68c5fd9-22d5-4c0a-9833-7fb0f5135313" providerId="ADAL" clId="{C48D08EA-87AE-42E8-BBEE-EAFFD27F622E}" dt="2021-01-29T02:05:13.104" v="295" actId="207"/>
          <ac:spMkLst>
            <pc:docMk/>
            <pc:sldMk cId="88774120" sldId="371"/>
            <ac:spMk id="5" creationId="{DA849902-FDBE-46E8-B518-154E3E8604A2}"/>
          </ac:spMkLst>
        </pc:spChg>
      </pc:sldChg>
      <pc:sldChg chg="del">
        <pc:chgData name="鈴木 秀規" userId="f68c5fd9-22d5-4c0a-9833-7fb0f5135313" providerId="ADAL" clId="{C48D08EA-87AE-42E8-BBEE-EAFFD27F622E}" dt="2021-01-29T01:42:20.133" v="20" actId="2696"/>
        <pc:sldMkLst>
          <pc:docMk/>
          <pc:sldMk cId="1539385395" sldId="371"/>
        </pc:sldMkLst>
      </pc:sldChg>
      <pc:sldChg chg="del">
        <pc:chgData name="鈴木 秀規" userId="f68c5fd9-22d5-4c0a-9833-7fb0f5135313" providerId="ADAL" clId="{C48D08EA-87AE-42E8-BBEE-EAFFD27F622E}" dt="2021-01-29T01:42:20.133" v="20" actId="2696"/>
        <pc:sldMkLst>
          <pc:docMk/>
          <pc:sldMk cId="246066953" sldId="372"/>
        </pc:sldMkLst>
      </pc:sldChg>
      <pc:sldChg chg="addSp delSp modSp new mod">
        <pc:chgData name="鈴木 秀規" userId="f68c5fd9-22d5-4c0a-9833-7fb0f5135313" providerId="ADAL" clId="{C48D08EA-87AE-42E8-BBEE-EAFFD27F622E}" dt="2021-01-29T02:08:14.840" v="321" actId="207"/>
        <pc:sldMkLst>
          <pc:docMk/>
          <pc:sldMk cId="1789203375" sldId="372"/>
        </pc:sldMkLst>
        <pc:spChg chg="mod">
          <ac:chgData name="鈴木 秀規" userId="f68c5fd9-22d5-4c0a-9833-7fb0f5135313" providerId="ADAL" clId="{C48D08EA-87AE-42E8-BBEE-EAFFD27F622E}" dt="2021-01-29T02:05:41.688" v="297"/>
          <ac:spMkLst>
            <pc:docMk/>
            <pc:sldMk cId="1789203375" sldId="372"/>
            <ac:spMk id="3" creationId="{B99B4DE4-67BC-4A7A-ADCF-37CD1D992E62}"/>
          </ac:spMkLst>
        </pc:spChg>
        <pc:spChg chg="mod">
          <ac:chgData name="鈴木 秀規" userId="f68c5fd9-22d5-4c0a-9833-7fb0f5135313" providerId="ADAL" clId="{C48D08EA-87AE-42E8-BBEE-EAFFD27F622E}" dt="2021-01-29T02:05:55.383" v="301" actId="14100"/>
          <ac:spMkLst>
            <pc:docMk/>
            <pc:sldMk cId="1789203375" sldId="372"/>
            <ac:spMk id="5" creationId="{6787D70C-FE95-4CAB-8B0F-363F2A30CB34}"/>
          </ac:spMkLst>
        </pc:spChg>
        <pc:spChg chg="add del mod">
          <ac:chgData name="鈴木 秀規" userId="f68c5fd9-22d5-4c0a-9833-7fb0f5135313" providerId="ADAL" clId="{C48D08EA-87AE-42E8-BBEE-EAFFD27F622E}" dt="2021-01-29T02:06:32.498" v="305" actId="478"/>
          <ac:spMkLst>
            <pc:docMk/>
            <pc:sldMk cId="1789203375" sldId="372"/>
            <ac:spMk id="6" creationId="{8416AC4B-B52B-43D7-B6BD-92A2BEA738E5}"/>
          </ac:spMkLst>
        </pc:spChg>
        <pc:spChg chg="add mod">
          <ac:chgData name="鈴木 秀規" userId="f68c5fd9-22d5-4c0a-9833-7fb0f5135313" providerId="ADAL" clId="{C48D08EA-87AE-42E8-BBEE-EAFFD27F622E}" dt="2021-01-29T02:07:46.481" v="318" actId="404"/>
          <ac:spMkLst>
            <pc:docMk/>
            <pc:sldMk cId="1789203375" sldId="372"/>
            <ac:spMk id="7" creationId="{0FC30C39-EBE8-47E3-AA9D-4A7EEC4F3583}"/>
          </ac:spMkLst>
        </pc:spChg>
        <pc:spChg chg="add mod">
          <ac:chgData name="鈴木 秀規" userId="f68c5fd9-22d5-4c0a-9833-7fb0f5135313" providerId="ADAL" clId="{C48D08EA-87AE-42E8-BBEE-EAFFD27F622E}" dt="2021-01-29T02:08:14.840" v="321" actId="207"/>
          <ac:spMkLst>
            <pc:docMk/>
            <pc:sldMk cId="1789203375" sldId="372"/>
            <ac:spMk id="8" creationId="{85232EF7-B812-4733-96CD-E0C14B596787}"/>
          </ac:spMkLst>
        </pc:spChg>
      </pc:sldChg>
      <pc:sldChg chg="modSp new mod">
        <pc:chgData name="鈴木 秀規" userId="f68c5fd9-22d5-4c0a-9833-7fb0f5135313" providerId="ADAL" clId="{C48D08EA-87AE-42E8-BBEE-EAFFD27F622E}" dt="2021-01-29T02:11:38.441" v="342" actId="207"/>
        <pc:sldMkLst>
          <pc:docMk/>
          <pc:sldMk cId="2979480215" sldId="373"/>
        </pc:sldMkLst>
        <pc:spChg chg="mod">
          <ac:chgData name="鈴木 秀規" userId="f68c5fd9-22d5-4c0a-9833-7fb0f5135313" providerId="ADAL" clId="{C48D08EA-87AE-42E8-BBEE-EAFFD27F622E}" dt="2021-01-29T02:08:43.068" v="325"/>
          <ac:spMkLst>
            <pc:docMk/>
            <pc:sldMk cId="2979480215" sldId="373"/>
            <ac:spMk id="3" creationId="{890D4FF1-CE17-468D-A94B-0EA4BDC9102B}"/>
          </ac:spMkLst>
        </pc:spChg>
        <pc:spChg chg="mod">
          <ac:chgData name="鈴木 秀規" userId="f68c5fd9-22d5-4c0a-9833-7fb0f5135313" providerId="ADAL" clId="{C48D08EA-87AE-42E8-BBEE-EAFFD27F622E}" dt="2021-01-29T02:11:38.441" v="342" actId="207"/>
          <ac:spMkLst>
            <pc:docMk/>
            <pc:sldMk cId="2979480215" sldId="373"/>
            <ac:spMk id="5" creationId="{133F1DED-CA16-4302-9912-4B561EF34336}"/>
          </ac:spMkLst>
        </pc:spChg>
      </pc:sldChg>
      <pc:sldChg chg="del">
        <pc:chgData name="鈴木 秀規" userId="f68c5fd9-22d5-4c0a-9833-7fb0f5135313" providerId="ADAL" clId="{C48D08EA-87AE-42E8-BBEE-EAFFD27F622E}" dt="2021-01-29T01:42:20.133" v="20" actId="2696"/>
        <pc:sldMkLst>
          <pc:docMk/>
          <pc:sldMk cId="4083622006" sldId="373"/>
        </pc:sldMkLst>
      </pc:sldChg>
      <pc:sldChg chg="del">
        <pc:chgData name="鈴木 秀規" userId="f68c5fd9-22d5-4c0a-9833-7fb0f5135313" providerId="ADAL" clId="{C48D08EA-87AE-42E8-BBEE-EAFFD27F622E}" dt="2021-01-29T01:42:20.133" v="20" actId="2696"/>
        <pc:sldMkLst>
          <pc:docMk/>
          <pc:sldMk cId="2781282954" sldId="374"/>
        </pc:sldMkLst>
      </pc:sldChg>
      <pc:sldChg chg="modSp new mod">
        <pc:chgData name="鈴木 秀規" userId="f68c5fd9-22d5-4c0a-9833-7fb0f5135313" providerId="ADAL" clId="{C48D08EA-87AE-42E8-BBEE-EAFFD27F622E}" dt="2021-01-29T02:13:33.664" v="359" actId="403"/>
        <pc:sldMkLst>
          <pc:docMk/>
          <pc:sldMk cId="3198692090" sldId="374"/>
        </pc:sldMkLst>
        <pc:spChg chg="mod">
          <ac:chgData name="鈴木 秀規" userId="f68c5fd9-22d5-4c0a-9833-7fb0f5135313" providerId="ADAL" clId="{C48D08EA-87AE-42E8-BBEE-EAFFD27F622E}" dt="2021-01-29T02:12:33.205" v="344"/>
          <ac:spMkLst>
            <pc:docMk/>
            <pc:sldMk cId="3198692090" sldId="374"/>
            <ac:spMk id="3" creationId="{0CBA9451-9B8C-49D7-B8FB-5032ADFEDA5C}"/>
          </ac:spMkLst>
        </pc:spChg>
        <pc:spChg chg="mod">
          <ac:chgData name="鈴木 秀規" userId="f68c5fd9-22d5-4c0a-9833-7fb0f5135313" providerId="ADAL" clId="{C48D08EA-87AE-42E8-BBEE-EAFFD27F622E}" dt="2021-01-29T02:13:33.664" v="359" actId="403"/>
          <ac:spMkLst>
            <pc:docMk/>
            <pc:sldMk cId="3198692090" sldId="374"/>
            <ac:spMk id="5" creationId="{7F65644E-FBC6-4A1E-B850-1C7A92F05619}"/>
          </ac:spMkLst>
        </pc:spChg>
      </pc:sldChg>
      <pc:sldChg chg="del">
        <pc:chgData name="鈴木 秀規" userId="f68c5fd9-22d5-4c0a-9833-7fb0f5135313" providerId="ADAL" clId="{C48D08EA-87AE-42E8-BBEE-EAFFD27F622E}" dt="2021-01-29T01:42:20.133" v="20" actId="2696"/>
        <pc:sldMkLst>
          <pc:docMk/>
          <pc:sldMk cId="4224040465" sldId="375"/>
        </pc:sldMkLst>
      </pc:sldChg>
      <pc:sldChg chg="del">
        <pc:chgData name="鈴木 秀規" userId="f68c5fd9-22d5-4c0a-9833-7fb0f5135313" providerId="ADAL" clId="{C48D08EA-87AE-42E8-BBEE-EAFFD27F622E}" dt="2021-01-29T01:42:20.133" v="20" actId="2696"/>
        <pc:sldMkLst>
          <pc:docMk/>
          <pc:sldMk cId="3538855573" sldId="376"/>
        </pc:sldMkLst>
      </pc:sldChg>
      <pc:sldChg chg="del">
        <pc:chgData name="鈴木 秀規" userId="f68c5fd9-22d5-4c0a-9833-7fb0f5135313" providerId="ADAL" clId="{C48D08EA-87AE-42E8-BBEE-EAFFD27F622E}" dt="2021-01-29T01:42:20.133" v="20" actId="2696"/>
        <pc:sldMkLst>
          <pc:docMk/>
          <pc:sldMk cId="3864834617" sldId="377"/>
        </pc:sldMkLst>
      </pc:sldChg>
      <pc:sldChg chg="del">
        <pc:chgData name="鈴木 秀規" userId="f68c5fd9-22d5-4c0a-9833-7fb0f5135313" providerId="ADAL" clId="{C48D08EA-87AE-42E8-BBEE-EAFFD27F622E}" dt="2021-01-29T01:42:20.133" v="20" actId="2696"/>
        <pc:sldMkLst>
          <pc:docMk/>
          <pc:sldMk cId="2148979236" sldId="378"/>
        </pc:sldMkLst>
      </pc:sldChg>
      <pc:sldChg chg="del">
        <pc:chgData name="鈴木 秀規" userId="f68c5fd9-22d5-4c0a-9833-7fb0f5135313" providerId="ADAL" clId="{C48D08EA-87AE-42E8-BBEE-EAFFD27F622E}" dt="2021-01-29T01:42:20.133" v="20" actId="2696"/>
        <pc:sldMkLst>
          <pc:docMk/>
          <pc:sldMk cId="1522789995" sldId="379"/>
        </pc:sldMkLst>
      </pc:sldChg>
      <pc:sldChg chg="del">
        <pc:chgData name="鈴木 秀規" userId="f68c5fd9-22d5-4c0a-9833-7fb0f5135313" providerId="ADAL" clId="{C48D08EA-87AE-42E8-BBEE-EAFFD27F622E}" dt="2021-01-29T01:42:20.133" v="20" actId="2696"/>
        <pc:sldMkLst>
          <pc:docMk/>
          <pc:sldMk cId="3157073252" sldId="380"/>
        </pc:sldMkLst>
      </pc:sldChg>
      <pc:sldChg chg="del">
        <pc:chgData name="鈴木 秀規" userId="f68c5fd9-22d5-4c0a-9833-7fb0f5135313" providerId="ADAL" clId="{C48D08EA-87AE-42E8-BBEE-EAFFD27F622E}" dt="2021-01-29T01:42:20.133" v="20" actId="2696"/>
        <pc:sldMkLst>
          <pc:docMk/>
          <pc:sldMk cId="3693878349" sldId="381"/>
        </pc:sldMkLst>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f68c5fd9-22d5-4c0a-9833-7fb0f5135313" providerId="ADAL" clId="{1E1EFADE-4A0B-47B8-8EF8-2E15F0F63983}"/>
    <pc:docChg chg="undo custSel addSld delSld modSld">
      <pc:chgData name="鈴木 秀規" userId="f68c5fd9-22d5-4c0a-9833-7fb0f5135313" providerId="ADAL" clId="{1E1EFADE-4A0B-47B8-8EF8-2E15F0F63983}" dt="2021-01-29T01:40:32.688" v="690" actId="207"/>
      <pc:docMkLst>
        <pc:docMk/>
      </pc:docMkLst>
      <pc:sldChg chg="modSp mod">
        <pc:chgData name="鈴木 秀規" userId="f68c5fd9-22d5-4c0a-9833-7fb0f5135313" providerId="ADAL" clId="{1E1EFADE-4A0B-47B8-8EF8-2E15F0F63983}" dt="2021-01-29T00:11:07.964" v="26" actId="20577"/>
        <pc:sldMkLst>
          <pc:docMk/>
          <pc:sldMk cId="0" sldId="256"/>
        </pc:sldMkLst>
        <pc:spChg chg="mod">
          <ac:chgData name="鈴木 秀規" userId="f68c5fd9-22d5-4c0a-9833-7fb0f5135313" providerId="ADAL" clId="{1E1EFADE-4A0B-47B8-8EF8-2E15F0F63983}" dt="2021-01-29T00:11:07.964" v="26" actId="20577"/>
          <ac:spMkLst>
            <pc:docMk/>
            <pc:sldMk cId="0" sldId="256"/>
            <ac:spMk id="56" creationId="{00000000-0000-0000-0000-000000000000}"/>
          </ac:spMkLst>
        </pc:spChg>
      </pc:sldChg>
      <pc:sldChg chg="addSp delSp modSp mod chgLayout">
        <pc:chgData name="鈴木 秀規" userId="f68c5fd9-22d5-4c0a-9833-7fb0f5135313" providerId="ADAL" clId="{1E1EFADE-4A0B-47B8-8EF8-2E15F0F63983}" dt="2021-01-29T00:15:27.767" v="67" actId="2711"/>
        <pc:sldMkLst>
          <pc:docMk/>
          <pc:sldMk cId="2397736379" sldId="363"/>
        </pc:sldMkLst>
        <pc:spChg chg="add del mod">
          <ac:chgData name="鈴木 秀規" userId="f68c5fd9-22d5-4c0a-9833-7fb0f5135313" providerId="ADAL" clId="{1E1EFADE-4A0B-47B8-8EF8-2E15F0F63983}" dt="2021-01-29T00:12:33.077" v="30" actId="6264"/>
          <ac:spMkLst>
            <pc:docMk/>
            <pc:sldMk cId="2397736379" sldId="363"/>
            <ac:spMk id="2" creationId="{086544AC-6F2D-452C-86AF-7D6A0FE64739}"/>
          </ac:spMkLst>
        </pc:spChg>
        <pc:spChg chg="add del mod">
          <ac:chgData name="鈴木 秀規" userId="f68c5fd9-22d5-4c0a-9833-7fb0f5135313" providerId="ADAL" clId="{1E1EFADE-4A0B-47B8-8EF8-2E15F0F63983}" dt="2021-01-29T00:12:33.077" v="30" actId="6264"/>
          <ac:spMkLst>
            <pc:docMk/>
            <pc:sldMk cId="2397736379" sldId="363"/>
            <ac:spMk id="3" creationId="{0AAE972C-8306-4668-8679-58F910537D90}"/>
          </ac:spMkLst>
        </pc:spChg>
        <pc:spChg chg="mod ord">
          <ac:chgData name="鈴木 秀規" userId="f68c5fd9-22d5-4c0a-9833-7fb0f5135313" providerId="ADAL" clId="{1E1EFADE-4A0B-47B8-8EF8-2E15F0F63983}" dt="2021-01-29T00:13:14.803" v="39" actId="1076"/>
          <ac:spMkLst>
            <pc:docMk/>
            <pc:sldMk cId="2397736379" sldId="363"/>
            <ac:spMk id="4" creationId="{DE764CD8-0B12-484E-890C-8A5A26296D13}"/>
          </ac:spMkLst>
        </pc:spChg>
        <pc:spChg chg="mod ord">
          <ac:chgData name="鈴木 秀規" userId="f68c5fd9-22d5-4c0a-9833-7fb0f5135313" providerId="ADAL" clId="{1E1EFADE-4A0B-47B8-8EF8-2E15F0F63983}" dt="2021-01-29T00:13:07.251" v="37" actId="1076"/>
          <ac:spMkLst>
            <pc:docMk/>
            <pc:sldMk cId="2397736379" sldId="363"/>
            <ac:spMk id="5" creationId="{433B62C4-B6B9-4622-B802-69C25D6F2A49}"/>
          </ac:spMkLst>
        </pc:spChg>
        <pc:spChg chg="add del mod">
          <ac:chgData name="鈴木 秀規" userId="f68c5fd9-22d5-4c0a-9833-7fb0f5135313" providerId="ADAL" clId="{1E1EFADE-4A0B-47B8-8EF8-2E15F0F63983}" dt="2021-01-29T00:12:33.077" v="30" actId="6264"/>
          <ac:spMkLst>
            <pc:docMk/>
            <pc:sldMk cId="2397736379" sldId="363"/>
            <ac:spMk id="6" creationId="{064D4E1C-BCD9-47F4-BA6D-7856B8880AAF}"/>
          </ac:spMkLst>
        </pc:spChg>
        <pc:spChg chg="mod ord">
          <ac:chgData name="鈴木 秀規" userId="f68c5fd9-22d5-4c0a-9833-7fb0f5135313" providerId="ADAL" clId="{1E1EFADE-4A0B-47B8-8EF8-2E15F0F63983}" dt="2021-01-29T00:12:33.077" v="30" actId="6264"/>
          <ac:spMkLst>
            <pc:docMk/>
            <pc:sldMk cId="2397736379" sldId="363"/>
            <ac:spMk id="7" creationId="{9630AD22-E64D-4A96-B059-2AF9F6580C25}"/>
          </ac:spMkLst>
        </pc:spChg>
        <pc:spChg chg="mod ord">
          <ac:chgData name="鈴木 秀規" userId="f68c5fd9-22d5-4c0a-9833-7fb0f5135313" providerId="ADAL" clId="{1E1EFADE-4A0B-47B8-8EF8-2E15F0F63983}" dt="2021-01-29T00:12:42.244" v="34" actId="14100"/>
          <ac:spMkLst>
            <pc:docMk/>
            <pc:sldMk cId="2397736379" sldId="363"/>
            <ac:spMk id="8" creationId="{787CF02A-01AB-4517-BA3E-25572FA82648}"/>
          </ac:spMkLst>
        </pc:spChg>
        <pc:spChg chg="add del mod">
          <ac:chgData name="鈴木 秀規" userId="f68c5fd9-22d5-4c0a-9833-7fb0f5135313" providerId="ADAL" clId="{1E1EFADE-4A0B-47B8-8EF8-2E15F0F63983}" dt="2021-01-29T00:12:33.077" v="30" actId="6264"/>
          <ac:spMkLst>
            <pc:docMk/>
            <pc:sldMk cId="2397736379" sldId="363"/>
            <ac:spMk id="9" creationId="{AE78809C-402B-4897-A97B-02ED57AE97BA}"/>
          </ac:spMkLst>
        </pc:spChg>
        <pc:spChg chg="add mod">
          <ac:chgData name="鈴木 秀規" userId="f68c5fd9-22d5-4c0a-9833-7fb0f5135313" providerId="ADAL" clId="{1E1EFADE-4A0B-47B8-8EF8-2E15F0F63983}" dt="2021-01-29T00:13:40.265" v="43" actId="2711"/>
          <ac:spMkLst>
            <pc:docMk/>
            <pc:sldMk cId="2397736379" sldId="363"/>
            <ac:spMk id="10" creationId="{911442F2-F4B8-4099-A8A6-599A6EDD893E}"/>
          </ac:spMkLst>
        </pc:spChg>
        <pc:spChg chg="add mod">
          <ac:chgData name="鈴木 秀規" userId="f68c5fd9-22d5-4c0a-9833-7fb0f5135313" providerId="ADAL" clId="{1E1EFADE-4A0B-47B8-8EF8-2E15F0F63983}" dt="2021-01-29T00:14:19.435" v="51" actId="1076"/>
          <ac:spMkLst>
            <pc:docMk/>
            <pc:sldMk cId="2397736379" sldId="363"/>
            <ac:spMk id="13" creationId="{23E592F8-E3F8-4B51-85D4-196586C25C17}"/>
          </ac:spMkLst>
        </pc:spChg>
        <pc:spChg chg="add mod">
          <ac:chgData name="鈴木 秀規" userId="f68c5fd9-22d5-4c0a-9833-7fb0f5135313" providerId="ADAL" clId="{1E1EFADE-4A0B-47B8-8EF8-2E15F0F63983}" dt="2021-01-29T00:13:40.265" v="43" actId="2711"/>
          <ac:spMkLst>
            <pc:docMk/>
            <pc:sldMk cId="2397736379" sldId="363"/>
            <ac:spMk id="15" creationId="{E93D3E84-AF14-45FD-A18C-1157A824A4F2}"/>
          </ac:spMkLst>
        </pc:spChg>
        <pc:spChg chg="add mod">
          <ac:chgData name="鈴木 秀規" userId="f68c5fd9-22d5-4c0a-9833-7fb0f5135313" providerId="ADAL" clId="{1E1EFADE-4A0B-47B8-8EF8-2E15F0F63983}" dt="2021-01-29T00:14:41.458" v="58" actId="1038"/>
          <ac:spMkLst>
            <pc:docMk/>
            <pc:sldMk cId="2397736379" sldId="363"/>
            <ac:spMk id="16" creationId="{72D53803-E65D-438C-ADC1-E600E85FFC40}"/>
          </ac:spMkLst>
        </pc:spChg>
        <pc:spChg chg="add mod">
          <ac:chgData name="鈴木 秀規" userId="f68c5fd9-22d5-4c0a-9833-7fb0f5135313" providerId="ADAL" clId="{1E1EFADE-4A0B-47B8-8EF8-2E15F0F63983}" dt="2021-01-29T00:15:15.402" v="65" actId="2711"/>
          <ac:spMkLst>
            <pc:docMk/>
            <pc:sldMk cId="2397736379" sldId="363"/>
            <ac:spMk id="17" creationId="{E68CE154-3E64-4D25-BE5B-BDCDB382FBBC}"/>
          </ac:spMkLst>
        </pc:spChg>
        <pc:spChg chg="add mod">
          <ac:chgData name="鈴木 秀規" userId="f68c5fd9-22d5-4c0a-9833-7fb0f5135313" providerId="ADAL" clId="{1E1EFADE-4A0B-47B8-8EF8-2E15F0F63983}" dt="2021-01-29T00:15:27.767" v="67" actId="2711"/>
          <ac:spMkLst>
            <pc:docMk/>
            <pc:sldMk cId="2397736379" sldId="363"/>
            <ac:spMk id="18" creationId="{8A195237-21F3-4DFB-95FE-39AC02A46D75}"/>
          </ac:spMkLst>
        </pc:spChg>
        <pc:spChg chg="add mod">
          <ac:chgData name="鈴木 秀規" userId="f68c5fd9-22d5-4c0a-9833-7fb0f5135313" providerId="ADAL" clId="{1E1EFADE-4A0B-47B8-8EF8-2E15F0F63983}" dt="2021-01-29T00:14:09.110" v="47" actId="1076"/>
          <ac:spMkLst>
            <pc:docMk/>
            <pc:sldMk cId="2397736379" sldId="363"/>
            <ac:spMk id="20" creationId="{D20D5368-51BF-4D9C-9BF0-657E18487D90}"/>
          </ac:spMkLst>
        </pc:spChg>
        <pc:spChg chg="add mod">
          <ac:chgData name="鈴木 秀規" userId="f68c5fd9-22d5-4c0a-9833-7fb0f5135313" providerId="ADAL" clId="{1E1EFADE-4A0B-47B8-8EF8-2E15F0F63983}" dt="2021-01-29T00:14:03.197" v="46" actId="207"/>
          <ac:spMkLst>
            <pc:docMk/>
            <pc:sldMk cId="2397736379" sldId="363"/>
            <ac:spMk id="21" creationId="{D2C1CCFA-0795-496F-B2DD-3DADD560165B}"/>
          </ac:spMkLst>
        </pc:spChg>
        <pc:picChg chg="add mod">
          <ac:chgData name="鈴木 秀規" userId="f68c5fd9-22d5-4c0a-9833-7fb0f5135313" providerId="ADAL" clId="{1E1EFADE-4A0B-47B8-8EF8-2E15F0F63983}" dt="2021-01-29T00:13:28.248" v="41" actId="1076"/>
          <ac:picMkLst>
            <pc:docMk/>
            <pc:sldMk cId="2397736379" sldId="363"/>
            <ac:picMk id="11" creationId="{D2DDAA77-A5AC-429F-86FF-4F0146721908}"/>
          </ac:picMkLst>
        </pc:picChg>
        <pc:picChg chg="add mod">
          <ac:chgData name="鈴木 秀規" userId="f68c5fd9-22d5-4c0a-9833-7fb0f5135313" providerId="ADAL" clId="{1E1EFADE-4A0B-47B8-8EF8-2E15F0F63983}" dt="2021-01-29T00:13:28.248" v="41" actId="1076"/>
          <ac:picMkLst>
            <pc:docMk/>
            <pc:sldMk cId="2397736379" sldId="363"/>
            <ac:picMk id="12" creationId="{2199B8D1-CAE6-4898-BB1D-07D67193F2D1}"/>
          </ac:picMkLst>
        </pc:picChg>
        <pc:picChg chg="add mod">
          <ac:chgData name="鈴木 秀規" userId="f68c5fd9-22d5-4c0a-9833-7fb0f5135313" providerId="ADAL" clId="{1E1EFADE-4A0B-47B8-8EF8-2E15F0F63983}" dt="2021-01-29T00:15:01.627" v="62" actId="1076"/>
          <ac:picMkLst>
            <pc:docMk/>
            <pc:sldMk cId="2397736379" sldId="363"/>
            <ac:picMk id="14" creationId="{7BDAE766-1B33-4F9F-A358-B6E02E845A73}"/>
          </ac:picMkLst>
        </pc:picChg>
        <pc:cxnChg chg="add mod">
          <ac:chgData name="鈴木 秀規" userId="f68c5fd9-22d5-4c0a-9833-7fb0f5135313" providerId="ADAL" clId="{1E1EFADE-4A0B-47B8-8EF8-2E15F0F63983}" dt="2021-01-29T00:14:49.865" v="60" actId="14100"/>
          <ac:cxnSpMkLst>
            <pc:docMk/>
            <pc:sldMk cId="2397736379" sldId="363"/>
            <ac:cxnSpMk id="19" creationId="{16079599-50A7-49A6-83C1-B3323B66C70B}"/>
          </ac:cxnSpMkLst>
        </pc:cxnChg>
      </pc:sldChg>
      <pc:sldChg chg="addSp modSp new mod">
        <pc:chgData name="鈴木 秀規" userId="f68c5fd9-22d5-4c0a-9833-7fb0f5135313" providerId="ADAL" clId="{1E1EFADE-4A0B-47B8-8EF8-2E15F0F63983}" dt="2021-01-29T00:17:54.169" v="88" actId="207"/>
        <pc:sldMkLst>
          <pc:docMk/>
          <pc:sldMk cId="3552865651" sldId="364"/>
        </pc:sldMkLst>
        <pc:spChg chg="mod">
          <ac:chgData name="鈴木 秀規" userId="f68c5fd9-22d5-4c0a-9833-7fb0f5135313" providerId="ADAL" clId="{1E1EFADE-4A0B-47B8-8EF8-2E15F0F63983}" dt="2021-01-29T00:15:46.890" v="69"/>
          <ac:spMkLst>
            <pc:docMk/>
            <pc:sldMk cId="3552865651" sldId="364"/>
            <ac:spMk id="3" creationId="{FC52C045-AF5D-4177-9686-6E3B1C56B3F2}"/>
          </ac:spMkLst>
        </pc:spChg>
        <pc:spChg chg="mod">
          <ac:chgData name="鈴木 秀規" userId="f68c5fd9-22d5-4c0a-9833-7fb0f5135313" providerId="ADAL" clId="{1E1EFADE-4A0B-47B8-8EF8-2E15F0F63983}" dt="2021-01-29T00:16:16.284" v="72" actId="14100"/>
          <ac:spMkLst>
            <pc:docMk/>
            <pc:sldMk cId="3552865651" sldId="364"/>
            <ac:spMk id="5" creationId="{38478430-D2D2-43E8-A544-59DBCE7B0C19}"/>
          </ac:spMkLst>
        </pc:spChg>
        <pc:spChg chg="add mod">
          <ac:chgData name="鈴木 秀規" userId="f68c5fd9-22d5-4c0a-9833-7fb0f5135313" providerId="ADAL" clId="{1E1EFADE-4A0B-47B8-8EF8-2E15F0F63983}" dt="2021-01-29T00:16:49.748" v="80" actId="1076"/>
          <ac:spMkLst>
            <pc:docMk/>
            <pc:sldMk cId="3552865651" sldId="364"/>
            <ac:spMk id="7" creationId="{C159160E-4B2B-478E-90BA-A131502546F4}"/>
          </ac:spMkLst>
        </pc:spChg>
        <pc:spChg chg="add mod">
          <ac:chgData name="鈴木 秀規" userId="f68c5fd9-22d5-4c0a-9833-7fb0f5135313" providerId="ADAL" clId="{1E1EFADE-4A0B-47B8-8EF8-2E15F0F63983}" dt="2021-01-29T00:17:11.352" v="81" actId="1076"/>
          <ac:spMkLst>
            <pc:docMk/>
            <pc:sldMk cId="3552865651" sldId="364"/>
            <ac:spMk id="8" creationId="{A32681F3-C3D9-4D89-B637-8B2D707EFF92}"/>
          </ac:spMkLst>
        </pc:spChg>
        <pc:spChg chg="add mod">
          <ac:chgData name="鈴木 秀規" userId="f68c5fd9-22d5-4c0a-9833-7fb0f5135313" providerId="ADAL" clId="{1E1EFADE-4A0B-47B8-8EF8-2E15F0F63983}" dt="2021-01-29T00:16:37.970" v="76" actId="2711"/>
          <ac:spMkLst>
            <pc:docMk/>
            <pc:sldMk cId="3552865651" sldId="364"/>
            <ac:spMk id="9" creationId="{DF4D1573-B46C-4F53-8B4F-50B71C8695D0}"/>
          </ac:spMkLst>
        </pc:spChg>
        <pc:spChg chg="add mod">
          <ac:chgData name="鈴木 秀規" userId="f68c5fd9-22d5-4c0a-9833-7fb0f5135313" providerId="ADAL" clId="{1E1EFADE-4A0B-47B8-8EF8-2E15F0F63983}" dt="2021-01-29T00:16:43.799" v="78" actId="1076"/>
          <ac:spMkLst>
            <pc:docMk/>
            <pc:sldMk cId="3552865651" sldId="364"/>
            <ac:spMk id="10" creationId="{A2715024-2A30-4871-83CE-5E1B628AB951}"/>
          </ac:spMkLst>
        </pc:spChg>
        <pc:spChg chg="add mod">
          <ac:chgData name="鈴木 秀規" userId="f68c5fd9-22d5-4c0a-9833-7fb0f5135313" providerId="ADAL" clId="{1E1EFADE-4A0B-47B8-8EF8-2E15F0F63983}" dt="2021-01-29T00:16:37.970" v="76" actId="2711"/>
          <ac:spMkLst>
            <pc:docMk/>
            <pc:sldMk cId="3552865651" sldId="364"/>
            <ac:spMk id="11" creationId="{957EF89D-824F-4299-9510-836CB7D8B8AB}"/>
          </ac:spMkLst>
        </pc:spChg>
        <pc:spChg chg="add mod">
          <ac:chgData name="鈴木 秀規" userId="f68c5fd9-22d5-4c0a-9833-7fb0f5135313" providerId="ADAL" clId="{1E1EFADE-4A0B-47B8-8EF8-2E15F0F63983}" dt="2021-01-29T00:17:15.476" v="82" actId="1076"/>
          <ac:spMkLst>
            <pc:docMk/>
            <pc:sldMk cId="3552865651" sldId="364"/>
            <ac:spMk id="12" creationId="{0C196E43-D0B6-4405-BA52-3FF0A595B5BB}"/>
          </ac:spMkLst>
        </pc:spChg>
        <pc:spChg chg="add mod">
          <ac:chgData name="鈴木 秀規" userId="f68c5fd9-22d5-4c0a-9833-7fb0f5135313" providerId="ADAL" clId="{1E1EFADE-4A0B-47B8-8EF8-2E15F0F63983}" dt="2021-01-29T00:17:54.169" v="88" actId="207"/>
          <ac:spMkLst>
            <pc:docMk/>
            <pc:sldMk cId="3552865651" sldId="364"/>
            <ac:spMk id="13" creationId="{D010DC61-83FD-4AC6-A2F6-5A72C825C88E}"/>
          </ac:spMkLst>
        </pc:spChg>
        <pc:picChg chg="add mod">
          <ac:chgData name="鈴木 秀規" userId="f68c5fd9-22d5-4c0a-9833-7fb0f5135313" providerId="ADAL" clId="{1E1EFADE-4A0B-47B8-8EF8-2E15F0F63983}" dt="2021-01-29T00:16:41.263" v="77" actId="1076"/>
          <ac:picMkLst>
            <pc:docMk/>
            <pc:sldMk cId="3552865651" sldId="364"/>
            <ac:picMk id="6" creationId="{B9D08F32-181C-403D-BEFE-EE927CE95728}"/>
          </ac:picMkLst>
        </pc:picChg>
      </pc:sldChg>
      <pc:sldChg chg="del">
        <pc:chgData name="鈴木 秀規" userId="f68c5fd9-22d5-4c0a-9833-7fb0f5135313" providerId="ADAL" clId="{1E1EFADE-4A0B-47B8-8EF8-2E15F0F63983}" dt="2021-01-29T00:11:30.439" v="27" actId="2696"/>
        <pc:sldMkLst>
          <pc:docMk/>
          <pc:sldMk cId="4093317005" sldId="364"/>
        </pc:sldMkLst>
      </pc:sldChg>
      <pc:sldChg chg="addSp delSp modSp new mod">
        <pc:chgData name="鈴木 秀規" userId="f68c5fd9-22d5-4c0a-9833-7fb0f5135313" providerId="ADAL" clId="{1E1EFADE-4A0B-47B8-8EF8-2E15F0F63983}" dt="2021-01-29T00:21:18.916" v="118" actId="1076"/>
        <pc:sldMkLst>
          <pc:docMk/>
          <pc:sldMk cId="478947157" sldId="365"/>
        </pc:sldMkLst>
        <pc:spChg chg="mod">
          <ac:chgData name="鈴木 秀規" userId="f68c5fd9-22d5-4c0a-9833-7fb0f5135313" providerId="ADAL" clId="{1E1EFADE-4A0B-47B8-8EF8-2E15F0F63983}" dt="2021-01-29T00:18:08.592" v="90"/>
          <ac:spMkLst>
            <pc:docMk/>
            <pc:sldMk cId="478947157" sldId="365"/>
            <ac:spMk id="3" creationId="{55A91000-E304-4E3B-B21E-A9B2535AC37F}"/>
          </ac:spMkLst>
        </pc:spChg>
        <pc:spChg chg="mod">
          <ac:chgData name="鈴木 秀規" userId="f68c5fd9-22d5-4c0a-9833-7fb0f5135313" providerId="ADAL" clId="{1E1EFADE-4A0B-47B8-8EF8-2E15F0F63983}" dt="2021-01-29T00:18:35.633" v="95" actId="14100"/>
          <ac:spMkLst>
            <pc:docMk/>
            <pc:sldMk cId="478947157" sldId="365"/>
            <ac:spMk id="5" creationId="{492852D1-6D33-4A32-AC28-D16FBBFBFB33}"/>
          </ac:spMkLst>
        </pc:spChg>
        <pc:spChg chg="add mod">
          <ac:chgData name="鈴木 秀規" userId="f68c5fd9-22d5-4c0a-9833-7fb0f5135313" providerId="ADAL" clId="{1E1EFADE-4A0B-47B8-8EF8-2E15F0F63983}" dt="2021-01-29T00:20:36.025" v="111" actId="1076"/>
          <ac:spMkLst>
            <pc:docMk/>
            <pc:sldMk cId="478947157" sldId="365"/>
            <ac:spMk id="6" creationId="{2857B8C7-D270-4718-905A-870624CA1351}"/>
          </ac:spMkLst>
        </pc:spChg>
        <pc:spChg chg="add del mod">
          <ac:chgData name="鈴木 秀規" userId="f68c5fd9-22d5-4c0a-9833-7fb0f5135313" providerId="ADAL" clId="{1E1EFADE-4A0B-47B8-8EF8-2E15F0F63983}" dt="2021-01-29T00:20:11.616" v="108" actId="478"/>
          <ac:spMkLst>
            <pc:docMk/>
            <pc:sldMk cId="478947157" sldId="365"/>
            <ac:spMk id="8" creationId="{94F2CBA2-D710-4703-B40E-4BB158BAD515}"/>
          </ac:spMkLst>
        </pc:spChg>
        <pc:spChg chg="add del mod">
          <ac:chgData name="鈴木 秀規" userId="f68c5fd9-22d5-4c0a-9833-7fb0f5135313" providerId="ADAL" clId="{1E1EFADE-4A0B-47B8-8EF8-2E15F0F63983}" dt="2021-01-29T00:20:11.616" v="108" actId="478"/>
          <ac:spMkLst>
            <pc:docMk/>
            <pc:sldMk cId="478947157" sldId="365"/>
            <ac:spMk id="9" creationId="{B217B3F4-D28A-4EDC-9BD0-D842EABEF1C8}"/>
          </ac:spMkLst>
        </pc:spChg>
        <pc:spChg chg="add mod">
          <ac:chgData name="鈴木 秀規" userId="f68c5fd9-22d5-4c0a-9833-7fb0f5135313" providerId="ADAL" clId="{1E1EFADE-4A0B-47B8-8EF8-2E15F0F63983}" dt="2021-01-29T00:20:36.025" v="111" actId="1076"/>
          <ac:spMkLst>
            <pc:docMk/>
            <pc:sldMk cId="478947157" sldId="365"/>
            <ac:spMk id="10" creationId="{E7DC8134-5B93-4206-9644-7BB0C6A04CC7}"/>
          </ac:spMkLst>
        </pc:spChg>
        <pc:spChg chg="add mod">
          <ac:chgData name="鈴木 秀規" userId="f68c5fd9-22d5-4c0a-9833-7fb0f5135313" providerId="ADAL" clId="{1E1EFADE-4A0B-47B8-8EF8-2E15F0F63983}" dt="2021-01-29T00:20:36.025" v="111" actId="1076"/>
          <ac:spMkLst>
            <pc:docMk/>
            <pc:sldMk cId="478947157" sldId="365"/>
            <ac:spMk id="11" creationId="{FDB29A7C-90B5-4225-8E07-4CBB61C64EEB}"/>
          </ac:spMkLst>
        </pc:spChg>
        <pc:spChg chg="add mod">
          <ac:chgData name="鈴木 秀規" userId="f68c5fd9-22d5-4c0a-9833-7fb0f5135313" providerId="ADAL" clId="{1E1EFADE-4A0B-47B8-8EF8-2E15F0F63983}" dt="2021-01-29T00:20:36.025" v="111" actId="1076"/>
          <ac:spMkLst>
            <pc:docMk/>
            <pc:sldMk cId="478947157" sldId="365"/>
            <ac:spMk id="12" creationId="{29D7918E-DF3D-4424-BD97-339EE186D0D2}"/>
          </ac:spMkLst>
        </pc:spChg>
        <pc:spChg chg="add mod">
          <ac:chgData name="鈴木 秀規" userId="f68c5fd9-22d5-4c0a-9833-7fb0f5135313" providerId="ADAL" clId="{1E1EFADE-4A0B-47B8-8EF8-2E15F0F63983}" dt="2021-01-29T00:20:36.025" v="111" actId="1076"/>
          <ac:spMkLst>
            <pc:docMk/>
            <pc:sldMk cId="478947157" sldId="365"/>
            <ac:spMk id="13" creationId="{8C91B8B2-EE5B-4682-848C-1AF71B2202B8}"/>
          </ac:spMkLst>
        </pc:spChg>
        <pc:spChg chg="add del mod">
          <ac:chgData name="鈴木 秀規" userId="f68c5fd9-22d5-4c0a-9833-7fb0f5135313" providerId="ADAL" clId="{1E1EFADE-4A0B-47B8-8EF8-2E15F0F63983}" dt="2021-01-29T00:20:11.616" v="108" actId="478"/>
          <ac:spMkLst>
            <pc:docMk/>
            <pc:sldMk cId="478947157" sldId="365"/>
            <ac:spMk id="14" creationId="{9E924238-8A8A-41A6-BD83-E6A64B48686F}"/>
          </ac:spMkLst>
        </pc:spChg>
        <pc:spChg chg="add del mod">
          <ac:chgData name="鈴木 秀規" userId="f68c5fd9-22d5-4c0a-9833-7fb0f5135313" providerId="ADAL" clId="{1E1EFADE-4A0B-47B8-8EF8-2E15F0F63983}" dt="2021-01-29T00:20:11.616" v="108" actId="478"/>
          <ac:spMkLst>
            <pc:docMk/>
            <pc:sldMk cId="478947157" sldId="365"/>
            <ac:spMk id="15" creationId="{7A9B927C-A2B4-4E58-B018-5A920F9C2D77}"/>
          </ac:spMkLst>
        </pc:spChg>
        <pc:spChg chg="add mod">
          <ac:chgData name="鈴木 秀規" userId="f68c5fd9-22d5-4c0a-9833-7fb0f5135313" providerId="ADAL" clId="{1E1EFADE-4A0B-47B8-8EF8-2E15F0F63983}" dt="2021-01-29T00:20:44.452" v="112" actId="1076"/>
          <ac:spMkLst>
            <pc:docMk/>
            <pc:sldMk cId="478947157" sldId="365"/>
            <ac:spMk id="17" creationId="{BDAFCB0D-0C14-4215-8A3C-3040003AA548}"/>
          </ac:spMkLst>
        </pc:spChg>
        <pc:spChg chg="add mod">
          <ac:chgData name="鈴木 秀規" userId="f68c5fd9-22d5-4c0a-9833-7fb0f5135313" providerId="ADAL" clId="{1E1EFADE-4A0B-47B8-8EF8-2E15F0F63983}" dt="2021-01-29T00:20:36.025" v="111" actId="1076"/>
          <ac:spMkLst>
            <pc:docMk/>
            <pc:sldMk cId="478947157" sldId="365"/>
            <ac:spMk id="18" creationId="{088D3CDF-989C-498A-B80E-3CB4B496F3C5}"/>
          </ac:spMkLst>
        </pc:spChg>
        <pc:spChg chg="add mod">
          <ac:chgData name="鈴木 秀規" userId="f68c5fd9-22d5-4c0a-9833-7fb0f5135313" providerId="ADAL" clId="{1E1EFADE-4A0B-47B8-8EF8-2E15F0F63983}" dt="2021-01-29T00:20:24.172" v="110" actId="1076"/>
          <ac:spMkLst>
            <pc:docMk/>
            <pc:sldMk cId="478947157" sldId="365"/>
            <ac:spMk id="19" creationId="{D25713F8-6146-49E0-A735-09721CFA4A98}"/>
          </ac:spMkLst>
        </pc:spChg>
        <pc:spChg chg="add mod">
          <ac:chgData name="鈴木 秀規" userId="f68c5fd9-22d5-4c0a-9833-7fb0f5135313" providerId="ADAL" clId="{1E1EFADE-4A0B-47B8-8EF8-2E15F0F63983}" dt="2021-01-29T00:20:24.172" v="110" actId="1076"/>
          <ac:spMkLst>
            <pc:docMk/>
            <pc:sldMk cId="478947157" sldId="365"/>
            <ac:spMk id="20" creationId="{4C0EC915-C419-46B7-96B5-711718CC2C84}"/>
          </ac:spMkLst>
        </pc:spChg>
        <pc:spChg chg="add mod">
          <ac:chgData name="鈴木 秀規" userId="f68c5fd9-22d5-4c0a-9833-7fb0f5135313" providerId="ADAL" clId="{1E1EFADE-4A0B-47B8-8EF8-2E15F0F63983}" dt="2021-01-29T00:20:24.172" v="110" actId="1076"/>
          <ac:spMkLst>
            <pc:docMk/>
            <pc:sldMk cId="478947157" sldId="365"/>
            <ac:spMk id="21" creationId="{F6044186-11D9-49E3-9DD6-DC282A53ADBF}"/>
          </ac:spMkLst>
        </pc:spChg>
        <pc:spChg chg="add mod">
          <ac:chgData name="鈴木 秀規" userId="f68c5fd9-22d5-4c0a-9833-7fb0f5135313" providerId="ADAL" clId="{1E1EFADE-4A0B-47B8-8EF8-2E15F0F63983}" dt="2021-01-29T00:20:24.172" v="110" actId="1076"/>
          <ac:spMkLst>
            <pc:docMk/>
            <pc:sldMk cId="478947157" sldId="365"/>
            <ac:spMk id="22" creationId="{11EEBDF1-14AF-48ED-835F-0F7CA0C73440}"/>
          </ac:spMkLst>
        </pc:spChg>
        <pc:spChg chg="add mod">
          <ac:chgData name="鈴木 秀規" userId="f68c5fd9-22d5-4c0a-9833-7fb0f5135313" providerId="ADAL" clId="{1E1EFADE-4A0B-47B8-8EF8-2E15F0F63983}" dt="2021-01-29T00:21:14.039" v="117" actId="1076"/>
          <ac:spMkLst>
            <pc:docMk/>
            <pc:sldMk cId="478947157" sldId="365"/>
            <ac:spMk id="23" creationId="{8CB1395C-7EBE-4320-87AD-7BBB3C16ECF5}"/>
          </ac:spMkLst>
        </pc:spChg>
        <pc:spChg chg="add mod">
          <ac:chgData name="鈴木 秀規" userId="f68c5fd9-22d5-4c0a-9833-7fb0f5135313" providerId="ADAL" clId="{1E1EFADE-4A0B-47B8-8EF8-2E15F0F63983}" dt="2021-01-29T00:21:10.475" v="115" actId="1076"/>
          <ac:spMkLst>
            <pc:docMk/>
            <pc:sldMk cId="478947157" sldId="365"/>
            <ac:spMk id="24" creationId="{E0265E26-824B-486F-B55D-71F36465C974}"/>
          </ac:spMkLst>
        </pc:spChg>
        <pc:picChg chg="add mod">
          <ac:chgData name="鈴木 秀規" userId="f68c5fd9-22d5-4c0a-9833-7fb0f5135313" providerId="ADAL" clId="{1E1EFADE-4A0B-47B8-8EF8-2E15F0F63983}" dt="2021-01-29T00:20:36.025" v="111" actId="1076"/>
          <ac:picMkLst>
            <pc:docMk/>
            <pc:sldMk cId="478947157" sldId="365"/>
            <ac:picMk id="7" creationId="{A4793A49-F322-4ECE-8EED-B8A304F4B1ED}"/>
          </ac:picMkLst>
        </pc:picChg>
        <pc:picChg chg="add mod">
          <ac:chgData name="鈴木 秀規" userId="f68c5fd9-22d5-4c0a-9833-7fb0f5135313" providerId="ADAL" clId="{1E1EFADE-4A0B-47B8-8EF8-2E15F0F63983}" dt="2021-01-29T00:21:18.916" v="118" actId="1076"/>
          <ac:picMkLst>
            <pc:docMk/>
            <pc:sldMk cId="478947157" sldId="365"/>
            <ac:picMk id="25" creationId="{4A40F5CB-6A01-4FC4-9AA4-7EFD7846DA36}"/>
          </ac:picMkLst>
        </pc:picChg>
        <pc:cxnChg chg="add del mod">
          <ac:chgData name="鈴木 秀規" userId="f68c5fd9-22d5-4c0a-9833-7fb0f5135313" providerId="ADAL" clId="{1E1EFADE-4A0B-47B8-8EF8-2E15F0F63983}" dt="2021-01-29T00:20:11.616" v="108" actId="478"/>
          <ac:cxnSpMkLst>
            <pc:docMk/>
            <pc:sldMk cId="478947157" sldId="365"/>
            <ac:cxnSpMk id="16" creationId="{233AC4A5-1530-4DE3-BF91-A16E54620E23}"/>
          </ac:cxnSpMkLst>
        </pc:cxnChg>
        <pc:cxnChg chg="add mod">
          <ac:chgData name="鈴木 秀規" userId="f68c5fd9-22d5-4c0a-9833-7fb0f5135313" providerId="ADAL" clId="{1E1EFADE-4A0B-47B8-8EF8-2E15F0F63983}" dt="2021-01-29T00:21:18.916" v="118" actId="1076"/>
          <ac:cxnSpMkLst>
            <pc:docMk/>
            <pc:sldMk cId="478947157" sldId="365"/>
            <ac:cxnSpMk id="26" creationId="{B74B2C69-099F-40FB-A841-1A1F497335F0}"/>
          </ac:cxnSpMkLst>
        </pc:cxnChg>
      </pc:sldChg>
      <pc:sldChg chg="del">
        <pc:chgData name="鈴木 秀規" userId="f68c5fd9-22d5-4c0a-9833-7fb0f5135313" providerId="ADAL" clId="{1E1EFADE-4A0B-47B8-8EF8-2E15F0F63983}" dt="2021-01-29T00:11:30.439" v="27" actId="2696"/>
        <pc:sldMkLst>
          <pc:docMk/>
          <pc:sldMk cId="4051364436" sldId="365"/>
        </pc:sldMkLst>
      </pc:sldChg>
      <pc:sldChg chg="del">
        <pc:chgData name="鈴木 秀規" userId="f68c5fd9-22d5-4c0a-9833-7fb0f5135313" providerId="ADAL" clId="{1E1EFADE-4A0B-47B8-8EF8-2E15F0F63983}" dt="2021-01-29T00:11:30.439" v="27" actId="2696"/>
        <pc:sldMkLst>
          <pc:docMk/>
          <pc:sldMk cId="402670913" sldId="366"/>
        </pc:sldMkLst>
      </pc:sldChg>
      <pc:sldChg chg="addSp modSp new mod">
        <pc:chgData name="鈴木 秀規" userId="f68c5fd9-22d5-4c0a-9833-7fb0f5135313" providerId="ADAL" clId="{1E1EFADE-4A0B-47B8-8EF8-2E15F0F63983}" dt="2021-01-29T00:24:02.675" v="142" actId="1076"/>
        <pc:sldMkLst>
          <pc:docMk/>
          <pc:sldMk cId="1806702686" sldId="366"/>
        </pc:sldMkLst>
        <pc:spChg chg="mod">
          <ac:chgData name="鈴木 秀規" userId="f68c5fd9-22d5-4c0a-9833-7fb0f5135313" providerId="ADAL" clId="{1E1EFADE-4A0B-47B8-8EF8-2E15F0F63983}" dt="2021-01-29T00:21:49.332" v="120"/>
          <ac:spMkLst>
            <pc:docMk/>
            <pc:sldMk cId="1806702686" sldId="366"/>
            <ac:spMk id="3" creationId="{478D5FEB-5EE5-415B-924C-7E522D578338}"/>
          </ac:spMkLst>
        </pc:spChg>
        <pc:spChg chg="mod">
          <ac:chgData name="鈴木 秀規" userId="f68c5fd9-22d5-4c0a-9833-7fb0f5135313" providerId="ADAL" clId="{1E1EFADE-4A0B-47B8-8EF8-2E15F0F63983}" dt="2021-01-29T00:21:59.962" v="123" actId="14100"/>
          <ac:spMkLst>
            <pc:docMk/>
            <pc:sldMk cId="1806702686" sldId="366"/>
            <ac:spMk id="5" creationId="{91E750B5-0B27-4A32-9B71-66D6F1EEDD23}"/>
          </ac:spMkLst>
        </pc:spChg>
        <pc:spChg chg="add mod">
          <ac:chgData name="鈴木 秀規" userId="f68c5fd9-22d5-4c0a-9833-7fb0f5135313" providerId="ADAL" clId="{1E1EFADE-4A0B-47B8-8EF8-2E15F0F63983}" dt="2021-01-29T00:22:43.055" v="128" actId="14100"/>
          <ac:spMkLst>
            <pc:docMk/>
            <pc:sldMk cId="1806702686" sldId="366"/>
            <ac:spMk id="6" creationId="{946AA50B-FE07-4E8F-8FDA-3A5F47202D23}"/>
          </ac:spMkLst>
        </pc:spChg>
        <pc:spChg chg="add mod">
          <ac:chgData name="鈴木 秀規" userId="f68c5fd9-22d5-4c0a-9833-7fb0f5135313" providerId="ADAL" clId="{1E1EFADE-4A0B-47B8-8EF8-2E15F0F63983}" dt="2021-01-29T00:23:47.497" v="138" actId="207"/>
          <ac:spMkLst>
            <pc:docMk/>
            <pc:sldMk cId="1806702686" sldId="366"/>
            <ac:spMk id="7" creationId="{9A2EEBBE-CBB4-459D-B99F-4E7092FE48A6}"/>
          </ac:spMkLst>
        </pc:spChg>
        <pc:spChg chg="add mod">
          <ac:chgData name="鈴木 秀規" userId="f68c5fd9-22d5-4c0a-9833-7fb0f5135313" providerId="ADAL" clId="{1E1EFADE-4A0B-47B8-8EF8-2E15F0F63983}" dt="2021-01-29T00:23:56.399" v="140" actId="208"/>
          <ac:spMkLst>
            <pc:docMk/>
            <pc:sldMk cId="1806702686" sldId="366"/>
            <ac:spMk id="8" creationId="{202270CD-5579-4447-9B39-D6DE540299FE}"/>
          </ac:spMkLst>
        </pc:spChg>
        <pc:spChg chg="add mod">
          <ac:chgData name="鈴木 秀規" userId="f68c5fd9-22d5-4c0a-9833-7fb0f5135313" providerId="ADAL" clId="{1E1EFADE-4A0B-47B8-8EF8-2E15F0F63983}" dt="2021-01-29T00:23:47.497" v="138" actId="207"/>
          <ac:spMkLst>
            <pc:docMk/>
            <pc:sldMk cId="1806702686" sldId="366"/>
            <ac:spMk id="9" creationId="{F7C3B88A-B02A-4601-B9DB-74D8E9938E79}"/>
          </ac:spMkLst>
        </pc:spChg>
        <pc:spChg chg="add mod">
          <ac:chgData name="鈴木 秀規" userId="f68c5fd9-22d5-4c0a-9833-7fb0f5135313" providerId="ADAL" clId="{1E1EFADE-4A0B-47B8-8EF8-2E15F0F63983}" dt="2021-01-29T00:23:56.399" v="140" actId="208"/>
          <ac:spMkLst>
            <pc:docMk/>
            <pc:sldMk cId="1806702686" sldId="366"/>
            <ac:spMk id="10" creationId="{99193524-9B19-46D9-8F43-E02C1ACCD91D}"/>
          </ac:spMkLst>
        </pc:spChg>
        <pc:spChg chg="add mod">
          <ac:chgData name="鈴木 秀規" userId="f68c5fd9-22d5-4c0a-9833-7fb0f5135313" providerId="ADAL" clId="{1E1EFADE-4A0B-47B8-8EF8-2E15F0F63983}" dt="2021-01-29T00:24:00.781" v="141" actId="14100"/>
          <ac:spMkLst>
            <pc:docMk/>
            <pc:sldMk cId="1806702686" sldId="366"/>
            <ac:spMk id="11" creationId="{19500425-6D4D-4CBE-AE0D-89C85F1F9887}"/>
          </ac:spMkLst>
        </pc:spChg>
        <pc:picChg chg="add mod">
          <ac:chgData name="鈴木 秀規" userId="f68c5fd9-22d5-4c0a-9833-7fb0f5135313" providerId="ADAL" clId="{1E1EFADE-4A0B-47B8-8EF8-2E15F0F63983}" dt="2021-01-29T00:24:02.675" v="142" actId="1076"/>
          <ac:picMkLst>
            <pc:docMk/>
            <pc:sldMk cId="1806702686" sldId="366"/>
            <ac:picMk id="12" creationId="{F67D739C-D20B-4873-B1B4-A9B89C0D28E0}"/>
          </ac:picMkLst>
        </pc:picChg>
        <pc:cxnChg chg="add mod">
          <ac:chgData name="鈴木 秀規" userId="f68c5fd9-22d5-4c0a-9833-7fb0f5135313" providerId="ADAL" clId="{1E1EFADE-4A0B-47B8-8EF8-2E15F0F63983}" dt="2021-01-29T00:24:00.781" v="141" actId="14100"/>
          <ac:cxnSpMkLst>
            <pc:docMk/>
            <pc:sldMk cId="1806702686" sldId="366"/>
            <ac:cxnSpMk id="13" creationId="{DD752717-DB6F-4730-A497-ADC757BB4030}"/>
          </ac:cxnSpMkLst>
        </pc:cxnChg>
        <pc:cxnChg chg="add mod">
          <ac:chgData name="鈴木 秀規" userId="f68c5fd9-22d5-4c0a-9833-7fb0f5135313" providerId="ADAL" clId="{1E1EFADE-4A0B-47B8-8EF8-2E15F0F63983}" dt="2021-01-29T00:24:00.781" v="141" actId="14100"/>
          <ac:cxnSpMkLst>
            <pc:docMk/>
            <pc:sldMk cId="1806702686" sldId="366"/>
            <ac:cxnSpMk id="14" creationId="{4ED2DF65-5E86-4838-82AF-A9A1ACFAD0AF}"/>
          </ac:cxnSpMkLst>
        </pc:cxnChg>
      </pc:sldChg>
      <pc:sldChg chg="addSp delSp modSp new mod">
        <pc:chgData name="鈴木 秀規" userId="f68c5fd9-22d5-4c0a-9833-7fb0f5135313" providerId="ADAL" clId="{1E1EFADE-4A0B-47B8-8EF8-2E15F0F63983}" dt="2021-01-29T00:26:53.462" v="166" actId="1076"/>
        <pc:sldMkLst>
          <pc:docMk/>
          <pc:sldMk cId="2356507688" sldId="367"/>
        </pc:sldMkLst>
        <pc:spChg chg="mod">
          <ac:chgData name="鈴木 秀規" userId="f68c5fd9-22d5-4c0a-9833-7fb0f5135313" providerId="ADAL" clId="{1E1EFADE-4A0B-47B8-8EF8-2E15F0F63983}" dt="2021-01-29T00:24:28.545" v="144"/>
          <ac:spMkLst>
            <pc:docMk/>
            <pc:sldMk cId="2356507688" sldId="367"/>
            <ac:spMk id="3" creationId="{0DE09D4B-8ECC-485D-854D-A36CE5482C07}"/>
          </ac:spMkLst>
        </pc:spChg>
        <pc:spChg chg="mod">
          <ac:chgData name="鈴木 秀規" userId="f68c5fd9-22d5-4c0a-9833-7fb0f5135313" providerId="ADAL" clId="{1E1EFADE-4A0B-47B8-8EF8-2E15F0F63983}" dt="2021-01-29T00:24:39.921" v="147" actId="14100"/>
          <ac:spMkLst>
            <pc:docMk/>
            <pc:sldMk cId="2356507688" sldId="367"/>
            <ac:spMk id="5" creationId="{51231486-4CBE-4132-965E-C9524B3FA99D}"/>
          </ac:spMkLst>
        </pc:spChg>
        <pc:spChg chg="add mod">
          <ac:chgData name="鈴木 秀規" userId="f68c5fd9-22d5-4c0a-9833-7fb0f5135313" providerId="ADAL" clId="{1E1EFADE-4A0B-47B8-8EF8-2E15F0F63983}" dt="2021-01-29T00:24:50.811" v="148"/>
          <ac:spMkLst>
            <pc:docMk/>
            <pc:sldMk cId="2356507688" sldId="367"/>
            <ac:spMk id="6" creationId="{46BCE499-E819-4F5B-AF05-DA6F9D7AD143}"/>
          </ac:spMkLst>
        </pc:spChg>
        <pc:spChg chg="add mod">
          <ac:chgData name="鈴木 秀規" userId="f68c5fd9-22d5-4c0a-9833-7fb0f5135313" providerId="ADAL" clId="{1E1EFADE-4A0B-47B8-8EF8-2E15F0F63983}" dt="2021-01-29T00:25:00.828" v="149"/>
          <ac:spMkLst>
            <pc:docMk/>
            <pc:sldMk cId="2356507688" sldId="367"/>
            <ac:spMk id="7" creationId="{3DB0F0C6-20BD-43A2-AA00-5B25B82B4EB5}"/>
          </ac:spMkLst>
        </pc:spChg>
        <pc:spChg chg="add del mod">
          <ac:chgData name="鈴木 秀規" userId="f68c5fd9-22d5-4c0a-9833-7fb0f5135313" providerId="ADAL" clId="{1E1EFADE-4A0B-47B8-8EF8-2E15F0F63983}" dt="2021-01-29T00:25:14.082" v="152" actId="478"/>
          <ac:spMkLst>
            <pc:docMk/>
            <pc:sldMk cId="2356507688" sldId="367"/>
            <ac:spMk id="8" creationId="{F665F38A-60DE-4380-906F-F34E040AEAF4}"/>
          </ac:spMkLst>
        </pc:spChg>
        <pc:spChg chg="add mod">
          <ac:chgData name="鈴木 秀規" userId="f68c5fd9-22d5-4c0a-9833-7fb0f5135313" providerId="ADAL" clId="{1E1EFADE-4A0B-47B8-8EF8-2E15F0F63983}" dt="2021-01-29T00:25:00.828" v="149"/>
          <ac:spMkLst>
            <pc:docMk/>
            <pc:sldMk cId="2356507688" sldId="367"/>
            <ac:spMk id="9" creationId="{032B6714-2A1A-4B36-B8AE-B51C0E205C20}"/>
          </ac:spMkLst>
        </pc:spChg>
        <pc:spChg chg="add del mod">
          <ac:chgData name="鈴木 秀規" userId="f68c5fd9-22d5-4c0a-9833-7fb0f5135313" providerId="ADAL" clId="{1E1EFADE-4A0B-47B8-8EF8-2E15F0F63983}" dt="2021-01-29T00:25:14.082" v="152" actId="478"/>
          <ac:spMkLst>
            <pc:docMk/>
            <pc:sldMk cId="2356507688" sldId="367"/>
            <ac:spMk id="10" creationId="{602B420D-5A58-4266-94BB-6603D0434598}"/>
          </ac:spMkLst>
        </pc:spChg>
        <pc:spChg chg="add mod">
          <ac:chgData name="鈴木 秀規" userId="f68c5fd9-22d5-4c0a-9833-7fb0f5135313" providerId="ADAL" clId="{1E1EFADE-4A0B-47B8-8EF8-2E15F0F63983}" dt="2021-01-29T00:26:50.141" v="165" actId="14100"/>
          <ac:spMkLst>
            <pc:docMk/>
            <pc:sldMk cId="2356507688" sldId="367"/>
            <ac:spMk id="17" creationId="{470B463F-E13A-4FDF-B207-7C5A728B470F}"/>
          </ac:spMkLst>
        </pc:spChg>
        <pc:spChg chg="add mod">
          <ac:chgData name="鈴木 秀規" userId="f68c5fd9-22d5-4c0a-9833-7fb0f5135313" providerId="ADAL" clId="{1E1EFADE-4A0B-47B8-8EF8-2E15F0F63983}" dt="2021-01-29T00:26:53.462" v="166" actId="1076"/>
          <ac:spMkLst>
            <pc:docMk/>
            <pc:sldMk cId="2356507688" sldId="367"/>
            <ac:spMk id="18" creationId="{320C75C0-F5F8-446F-BF74-5B4E73387296}"/>
          </ac:spMkLst>
        </pc:spChg>
        <pc:picChg chg="add mod">
          <ac:chgData name="鈴木 秀規" userId="f68c5fd9-22d5-4c0a-9833-7fb0f5135313" providerId="ADAL" clId="{1E1EFADE-4A0B-47B8-8EF8-2E15F0F63983}" dt="2021-01-29T00:25:23.056" v="155" actId="1076"/>
          <ac:picMkLst>
            <pc:docMk/>
            <pc:sldMk cId="2356507688" sldId="367"/>
            <ac:picMk id="12" creationId="{C70641FD-7903-4900-8E39-CA553D7F3823}"/>
          </ac:picMkLst>
        </pc:picChg>
        <pc:picChg chg="add mod">
          <ac:chgData name="鈴木 秀規" userId="f68c5fd9-22d5-4c0a-9833-7fb0f5135313" providerId="ADAL" clId="{1E1EFADE-4A0B-47B8-8EF8-2E15F0F63983}" dt="2021-01-29T00:25:27.741" v="157" actId="1076"/>
          <ac:picMkLst>
            <pc:docMk/>
            <pc:sldMk cId="2356507688" sldId="367"/>
            <ac:picMk id="13" creationId="{60B6B710-DB15-4C3C-BCB7-3FAC5F21BC0F}"/>
          </ac:picMkLst>
        </pc:picChg>
        <pc:cxnChg chg="add del mod">
          <ac:chgData name="鈴木 秀規" userId="f68c5fd9-22d5-4c0a-9833-7fb0f5135313" providerId="ADAL" clId="{1E1EFADE-4A0B-47B8-8EF8-2E15F0F63983}" dt="2021-01-29T00:25:11.148" v="151" actId="478"/>
          <ac:cxnSpMkLst>
            <pc:docMk/>
            <pc:sldMk cId="2356507688" sldId="367"/>
            <ac:cxnSpMk id="11" creationId="{5A1B983F-586B-467D-9534-5D27D97D3B7C}"/>
          </ac:cxnSpMkLst>
        </pc:cxnChg>
        <pc:cxnChg chg="add mod">
          <ac:chgData name="鈴木 秀規" userId="f68c5fd9-22d5-4c0a-9833-7fb0f5135313" providerId="ADAL" clId="{1E1EFADE-4A0B-47B8-8EF8-2E15F0F63983}" dt="2021-01-29T00:26:21.303" v="160" actId="14100"/>
          <ac:cxnSpMkLst>
            <pc:docMk/>
            <pc:sldMk cId="2356507688" sldId="367"/>
            <ac:cxnSpMk id="14" creationId="{B9F2AB8E-1FFD-4B85-8EB7-1D06FFA6A247}"/>
          </ac:cxnSpMkLst>
        </pc:cxnChg>
      </pc:sldChg>
      <pc:sldChg chg="del">
        <pc:chgData name="鈴木 秀規" userId="f68c5fd9-22d5-4c0a-9833-7fb0f5135313" providerId="ADAL" clId="{1E1EFADE-4A0B-47B8-8EF8-2E15F0F63983}" dt="2021-01-29T00:11:30.439" v="27" actId="2696"/>
        <pc:sldMkLst>
          <pc:docMk/>
          <pc:sldMk cId="2692777715" sldId="367"/>
        </pc:sldMkLst>
      </pc:sldChg>
      <pc:sldChg chg="del">
        <pc:chgData name="鈴木 秀規" userId="f68c5fd9-22d5-4c0a-9833-7fb0f5135313" providerId="ADAL" clId="{1E1EFADE-4A0B-47B8-8EF8-2E15F0F63983}" dt="2021-01-29T00:11:30.439" v="27" actId="2696"/>
        <pc:sldMkLst>
          <pc:docMk/>
          <pc:sldMk cId="1806057471" sldId="368"/>
        </pc:sldMkLst>
      </pc:sldChg>
      <pc:sldChg chg="addSp modSp new mod">
        <pc:chgData name="鈴木 秀規" userId="f68c5fd9-22d5-4c0a-9833-7fb0f5135313" providerId="ADAL" clId="{1E1EFADE-4A0B-47B8-8EF8-2E15F0F63983}" dt="2021-01-29T00:29:06.235" v="178" actId="2711"/>
        <pc:sldMkLst>
          <pc:docMk/>
          <pc:sldMk cId="3408830695" sldId="368"/>
        </pc:sldMkLst>
        <pc:spChg chg="mod">
          <ac:chgData name="鈴木 秀規" userId="f68c5fd9-22d5-4c0a-9833-7fb0f5135313" providerId="ADAL" clId="{1E1EFADE-4A0B-47B8-8EF8-2E15F0F63983}" dt="2021-01-29T00:27:09.349" v="168"/>
          <ac:spMkLst>
            <pc:docMk/>
            <pc:sldMk cId="3408830695" sldId="368"/>
            <ac:spMk id="3" creationId="{5002EC92-ECB0-4095-B87E-7353CFD451D2}"/>
          </ac:spMkLst>
        </pc:spChg>
        <pc:spChg chg="mod">
          <ac:chgData name="鈴木 秀規" userId="f68c5fd9-22d5-4c0a-9833-7fb0f5135313" providerId="ADAL" clId="{1E1EFADE-4A0B-47B8-8EF8-2E15F0F63983}" dt="2021-01-29T00:27:22.242" v="170"/>
          <ac:spMkLst>
            <pc:docMk/>
            <pc:sldMk cId="3408830695" sldId="368"/>
            <ac:spMk id="5" creationId="{9CDC0925-A0B8-49EF-9C8F-7D47661320B2}"/>
          </ac:spMkLst>
        </pc:spChg>
        <pc:spChg chg="add mod">
          <ac:chgData name="鈴木 秀規" userId="f68c5fd9-22d5-4c0a-9833-7fb0f5135313" providerId="ADAL" clId="{1E1EFADE-4A0B-47B8-8EF8-2E15F0F63983}" dt="2021-01-29T00:28:04.022" v="172"/>
          <ac:spMkLst>
            <pc:docMk/>
            <pc:sldMk cId="3408830695" sldId="368"/>
            <ac:spMk id="6" creationId="{C199E4C4-F474-45E4-A38F-D73B24A85B3D}"/>
          </ac:spMkLst>
        </pc:spChg>
        <pc:spChg chg="add mod">
          <ac:chgData name="鈴木 秀規" userId="f68c5fd9-22d5-4c0a-9833-7fb0f5135313" providerId="ADAL" clId="{1E1EFADE-4A0B-47B8-8EF8-2E15F0F63983}" dt="2021-01-29T00:28:37.537" v="174" actId="1076"/>
          <ac:spMkLst>
            <pc:docMk/>
            <pc:sldMk cId="3408830695" sldId="368"/>
            <ac:spMk id="7" creationId="{684AACA2-9E41-4BA9-8A44-B8AE4109B60B}"/>
          </ac:spMkLst>
        </pc:spChg>
        <pc:spChg chg="add mod">
          <ac:chgData name="鈴木 秀規" userId="f68c5fd9-22d5-4c0a-9833-7fb0f5135313" providerId="ADAL" clId="{1E1EFADE-4A0B-47B8-8EF8-2E15F0F63983}" dt="2021-01-29T00:28:37.537" v="174" actId="1076"/>
          <ac:spMkLst>
            <pc:docMk/>
            <pc:sldMk cId="3408830695" sldId="368"/>
            <ac:spMk id="8" creationId="{B9084E7E-BA6E-4FB6-AA7C-B29BBC5F994B}"/>
          </ac:spMkLst>
        </pc:spChg>
        <pc:spChg chg="add mod">
          <ac:chgData name="鈴木 秀規" userId="f68c5fd9-22d5-4c0a-9833-7fb0f5135313" providerId="ADAL" clId="{1E1EFADE-4A0B-47B8-8EF8-2E15F0F63983}" dt="2021-01-29T00:28:37.537" v="174" actId="1076"/>
          <ac:spMkLst>
            <pc:docMk/>
            <pc:sldMk cId="3408830695" sldId="368"/>
            <ac:spMk id="9" creationId="{612AE2C2-DF1A-4293-8451-3E407649007F}"/>
          </ac:spMkLst>
        </pc:spChg>
        <pc:spChg chg="add mod">
          <ac:chgData name="鈴木 秀規" userId="f68c5fd9-22d5-4c0a-9833-7fb0f5135313" providerId="ADAL" clId="{1E1EFADE-4A0B-47B8-8EF8-2E15F0F63983}" dt="2021-01-29T00:28:37.537" v="174" actId="1076"/>
          <ac:spMkLst>
            <pc:docMk/>
            <pc:sldMk cId="3408830695" sldId="368"/>
            <ac:spMk id="10" creationId="{A9D0696B-B52B-4F23-A957-3875CAC47AE4}"/>
          </ac:spMkLst>
        </pc:spChg>
        <pc:spChg chg="add mod">
          <ac:chgData name="鈴木 秀規" userId="f68c5fd9-22d5-4c0a-9833-7fb0f5135313" providerId="ADAL" clId="{1E1EFADE-4A0B-47B8-8EF8-2E15F0F63983}" dt="2021-01-29T00:28:29.667" v="173"/>
          <ac:spMkLst>
            <pc:docMk/>
            <pc:sldMk cId="3408830695" sldId="368"/>
            <ac:spMk id="11" creationId="{66C77213-170E-4095-8AE4-1FC8D21DF5CC}"/>
          </ac:spMkLst>
        </pc:spChg>
        <pc:spChg chg="add mod">
          <ac:chgData name="鈴木 秀規" userId="f68c5fd9-22d5-4c0a-9833-7fb0f5135313" providerId="ADAL" clId="{1E1EFADE-4A0B-47B8-8EF8-2E15F0F63983}" dt="2021-01-29T00:29:06.235" v="178" actId="2711"/>
          <ac:spMkLst>
            <pc:docMk/>
            <pc:sldMk cId="3408830695" sldId="368"/>
            <ac:spMk id="17" creationId="{77850B7C-3631-4CE8-8A23-17E422245A56}"/>
          </ac:spMkLst>
        </pc:spChg>
        <pc:picChg chg="add mod">
          <ac:chgData name="鈴木 秀規" userId="f68c5fd9-22d5-4c0a-9833-7fb0f5135313" providerId="ADAL" clId="{1E1EFADE-4A0B-47B8-8EF8-2E15F0F63983}" dt="2021-01-29T00:28:29.667" v="173"/>
          <ac:picMkLst>
            <pc:docMk/>
            <pc:sldMk cId="3408830695" sldId="368"/>
            <ac:picMk id="12" creationId="{B20C8027-4969-418A-A683-31AD9ADF4C1F}"/>
          </ac:picMkLst>
        </pc:picChg>
        <pc:cxnChg chg="add mod">
          <ac:chgData name="鈴木 秀規" userId="f68c5fd9-22d5-4c0a-9833-7fb0f5135313" providerId="ADAL" clId="{1E1EFADE-4A0B-47B8-8EF8-2E15F0F63983}" dt="2021-01-29T00:28:37.537" v="174" actId="1076"/>
          <ac:cxnSpMkLst>
            <pc:docMk/>
            <pc:sldMk cId="3408830695" sldId="368"/>
            <ac:cxnSpMk id="13" creationId="{C91DFC57-AEAC-4B79-9E83-9DBA2D653386}"/>
          </ac:cxnSpMkLst>
        </pc:cxnChg>
        <pc:cxnChg chg="add mod">
          <ac:chgData name="鈴木 秀規" userId="f68c5fd9-22d5-4c0a-9833-7fb0f5135313" providerId="ADAL" clId="{1E1EFADE-4A0B-47B8-8EF8-2E15F0F63983}" dt="2021-01-29T00:28:37.537" v="174" actId="1076"/>
          <ac:cxnSpMkLst>
            <pc:docMk/>
            <pc:sldMk cId="3408830695" sldId="368"/>
            <ac:cxnSpMk id="14" creationId="{BEAC50D5-109F-4C9E-8A58-1E09C0F915DC}"/>
          </ac:cxnSpMkLst>
        </pc:cxnChg>
      </pc:sldChg>
      <pc:sldChg chg="del">
        <pc:chgData name="鈴木 秀規" userId="f68c5fd9-22d5-4c0a-9833-7fb0f5135313" providerId="ADAL" clId="{1E1EFADE-4A0B-47B8-8EF8-2E15F0F63983}" dt="2021-01-29T00:11:30.439" v="27" actId="2696"/>
        <pc:sldMkLst>
          <pc:docMk/>
          <pc:sldMk cId="167090370" sldId="369"/>
        </pc:sldMkLst>
      </pc:sldChg>
      <pc:sldChg chg="addSp modSp new mod">
        <pc:chgData name="鈴木 秀規" userId="f68c5fd9-22d5-4c0a-9833-7fb0f5135313" providerId="ADAL" clId="{1E1EFADE-4A0B-47B8-8EF8-2E15F0F63983}" dt="2021-01-29T00:31:14.826" v="196" actId="1076"/>
        <pc:sldMkLst>
          <pc:docMk/>
          <pc:sldMk cId="2975628319" sldId="369"/>
        </pc:sldMkLst>
        <pc:spChg chg="mod">
          <ac:chgData name="鈴木 秀規" userId="f68c5fd9-22d5-4c0a-9833-7fb0f5135313" providerId="ADAL" clId="{1E1EFADE-4A0B-47B8-8EF8-2E15F0F63983}" dt="2021-01-29T00:29:37.243" v="180"/>
          <ac:spMkLst>
            <pc:docMk/>
            <pc:sldMk cId="2975628319" sldId="369"/>
            <ac:spMk id="3" creationId="{11C7B0E6-254D-450A-8B22-DB7F224B9997}"/>
          </ac:spMkLst>
        </pc:spChg>
        <pc:spChg chg="mod">
          <ac:chgData name="鈴木 秀規" userId="f68c5fd9-22d5-4c0a-9833-7fb0f5135313" providerId="ADAL" clId="{1E1EFADE-4A0B-47B8-8EF8-2E15F0F63983}" dt="2021-01-29T00:29:51.901" v="184" actId="14100"/>
          <ac:spMkLst>
            <pc:docMk/>
            <pc:sldMk cId="2975628319" sldId="369"/>
            <ac:spMk id="5" creationId="{0E4B8641-2D26-4EAE-BE48-46B87CC5C967}"/>
          </ac:spMkLst>
        </pc:spChg>
        <pc:spChg chg="add mod">
          <ac:chgData name="鈴木 秀規" userId="f68c5fd9-22d5-4c0a-9833-7fb0f5135313" providerId="ADAL" clId="{1E1EFADE-4A0B-47B8-8EF8-2E15F0F63983}" dt="2021-01-29T00:31:14.826" v="196" actId="1076"/>
          <ac:spMkLst>
            <pc:docMk/>
            <pc:sldMk cId="2975628319" sldId="369"/>
            <ac:spMk id="6" creationId="{5D70D932-7707-4BA7-B6B5-F5C2C40FA71B}"/>
          </ac:spMkLst>
        </pc:spChg>
        <pc:spChg chg="add mod">
          <ac:chgData name="鈴木 秀規" userId="f68c5fd9-22d5-4c0a-9833-7fb0f5135313" providerId="ADAL" clId="{1E1EFADE-4A0B-47B8-8EF8-2E15F0F63983}" dt="2021-01-29T00:31:14.826" v="196" actId="1076"/>
          <ac:spMkLst>
            <pc:docMk/>
            <pc:sldMk cId="2975628319" sldId="369"/>
            <ac:spMk id="7" creationId="{4D5905BD-9D68-4848-83C6-B81F0E749708}"/>
          </ac:spMkLst>
        </pc:spChg>
      </pc:sldChg>
      <pc:sldChg chg="del">
        <pc:chgData name="鈴木 秀規" userId="f68c5fd9-22d5-4c0a-9833-7fb0f5135313" providerId="ADAL" clId="{1E1EFADE-4A0B-47B8-8EF8-2E15F0F63983}" dt="2021-01-29T00:11:30.439" v="27" actId="2696"/>
        <pc:sldMkLst>
          <pc:docMk/>
          <pc:sldMk cId="95388061" sldId="370"/>
        </pc:sldMkLst>
      </pc:sldChg>
      <pc:sldChg chg="addSp delSp modSp new mod">
        <pc:chgData name="鈴木 秀規" userId="f68c5fd9-22d5-4c0a-9833-7fb0f5135313" providerId="ADAL" clId="{1E1EFADE-4A0B-47B8-8EF8-2E15F0F63983}" dt="2021-01-29T00:38:17.434" v="317" actId="1076"/>
        <pc:sldMkLst>
          <pc:docMk/>
          <pc:sldMk cId="3073446168" sldId="370"/>
        </pc:sldMkLst>
        <pc:spChg chg="mod">
          <ac:chgData name="鈴木 秀規" userId="f68c5fd9-22d5-4c0a-9833-7fb0f5135313" providerId="ADAL" clId="{1E1EFADE-4A0B-47B8-8EF8-2E15F0F63983}" dt="2021-01-29T00:31:57.124" v="198"/>
          <ac:spMkLst>
            <pc:docMk/>
            <pc:sldMk cId="3073446168" sldId="370"/>
            <ac:spMk id="3" creationId="{8928170B-299F-43CA-B096-212503F24494}"/>
          </ac:spMkLst>
        </pc:spChg>
        <pc:spChg chg="mod">
          <ac:chgData name="鈴木 秀規" userId="f68c5fd9-22d5-4c0a-9833-7fb0f5135313" providerId="ADAL" clId="{1E1EFADE-4A0B-47B8-8EF8-2E15F0F63983}" dt="2021-01-29T00:32:16.061" v="201" actId="14100"/>
          <ac:spMkLst>
            <pc:docMk/>
            <pc:sldMk cId="3073446168" sldId="370"/>
            <ac:spMk id="5" creationId="{017D2A7A-839D-429B-BC25-FFEC4EF05E6B}"/>
          </ac:spMkLst>
        </pc:spChg>
        <pc:spChg chg="add mod">
          <ac:chgData name="鈴木 秀規" userId="f68c5fd9-22d5-4c0a-9833-7fb0f5135313" providerId="ADAL" clId="{1E1EFADE-4A0B-47B8-8EF8-2E15F0F63983}" dt="2021-01-29T00:33:14.549" v="208" actId="14100"/>
          <ac:spMkLst>
            <pc:docMk/>
            <pc:sldMk cId="3073446168" sldId="370"/>
            <ac:spMk id="6" creationId="{F19FE679-1845-4BF9-8935-2EC6E24B1D35}"/>
          </ac:spMkLst>
        </pc:spChg>
        <pc:spChg chg="add mod">
          <ac:chgData name="鈴木 秀規" userId="f68c5fd9-22d5-4c0a-9833-7fb0f5135313" providerId="ADAL" clId="{1E1EFADE-4A0B-47B8-8EF8-2E15F0F63983}" dt="2021-01-29T00:33:36.377" v="211" actId="1076"/>
          <ac:spMkLst>
            <pc:docMk/>
            <pc:sldMk cId="3073446168" sldId="370"/>
            <ac:spMk id="7" creationId="{4CB2807D-BA86-43CE-BE24-C22A484FF75B}"/>
          </ac:spMkLst>
        </pc:spChg>
        <pc:spChg chg="add mod">
          <ac:chgData name="鈴木 秀規" userId="f68c5fd9-22d5-4c0a-9833-7fb0f5135313" providerId="ADAL" clId="{1E1EFADE-4A0B-47B8-8EF8-2E15F0F63983}" dt="2021-01-29T00:33:36.377" v="211" actId="1076"/>
          <ac:spMkLst>
            <pc:docMk/>
            <pc:sldMk cId="3073446168" sldId="370"/>
            <ac:spMk id="8" creationId="{10D600DA-6874-4913-A1B1-270865584FD0}"/>
          </ac:spMkLst>
        </pc:spChg>
        <pc:spChg chg="add mod ord">
          <ac:chgData name="鈴木 秀規" userId="f68c5fd9-22d5-4c0a-9833-7fb0f5135313" providerId="ADAL" clId="{1E1EFADE-4A0B-47B8-8EF8-2E15F0F63983}" dt="2021-01-29T00:36:18.814" v="239" actId="1076"/>
          <ac:spMkLst>
            <pc:docMk/>
            <pc:sldMk cId="3073446168" sldId="370"/>
            <ac:spMk id="9" creationId="{7DD721DE-4909-4A5B-A925-FE0C78E59C9C}"/>
          </ac:spMkLst>
        </pc:spChg>
        <pc:spChg chg="add mod">
          <ac:chgData name="鈴木 秀規" userId="f68c5fd9-22d5-4c0a-9833-7fb0f5135313" providerId="ADAL" clId="{1E1EFADE-4A0B-47B8-8EF8-2E15F0F63983}" dt="2021-01-29T00:34:32.213" v="225" actId="1076"/>
          <ac:spMkLst>
            <pc:docMk/>
            <pc:sldMk cId="3073446168" sldId="370"/>
            <ac:spMk id="11" creationId="{A68EA743-B3D5-4228-920E-1591DDA12E3B}"/>
          </ac:spMkLst>
        </pc:spChg>
        <pc:spChg chg="add mod">
          <ac:chgData name="鈴木 秀規" userId="f68c5fd9-22d5-4c0a-9833-7fb0f5135313" providerId="ADAL" clId="{1E1EFADE-4A0B-47B8-8EF8-2E15F0F63983}" dt="2021-01-29T00:35:18.184" v="234" actId="14100"/>
          <ac:spMkLst>
            <pc:docMk/>
            <pc:sldMk cId="3073446168" sldId="370"/>
            <ac:spMk id="15" creationId="{09A4077E-6C3B-48A1-8BD4-549510DEA0CF}"/>
          </ac:spMkLst>
        </pc:spChg>
        <pc:spChg chg="add mod">
          <ac:chgData name="鈴木 秀規" userId="f68c5fd9-22d5-4c0a-9833-7fb0f5135313" providerId="ADAL" clId="{1E1EFADE-4A0B-47B8-8EF8-2E15F0F63983}" dt="2021-01-29T00:36:58.101" v="259" actId="20577"/>
          <ac:spMkLst>
            <pc:docMk/>
            <pc:sldMk cId="3073446168" sldId="370"/>
            <ac:spMk id="17" creationId="{E7421695-51FC-461A-B83F-F1004AF86A1B}"/>
          </ac:spMkLst>
        </pc:spChg>
        <pc:spChg chg="add mod">
          <ac:chgData name="鈴木 秀規" userId="f68c5fd9-22d5-4c0a-9833-7fb0f5135313" providerId="ADAL" clId="{1E1EFADE-4A0B-47B8-8EF8-2E15F0F63983}" dt="2021-01-29T00:37:06.328" v="261" actId="1076"/>
          <ac:spMkLst>
            <pc:docMk/>
            <pc:sldMk cId="3073446168" sldId="370"/>
            <ac:spMk id="18" creationId="{352D9822-B9AA-4465-9CC5-15B7CA8E90B5}"/>
          </ac:spMkLst>
        </pc:spChg>
        <pc:spChg chg="add del mod">
          <ac:chgData name="鈴木 秀規" userId="f68c5fd9-22d5-4c0a-9833-7fb0f5135313" providerId="ADAL" clId="{1E1EFADE-4A0B-47B8-8EF8-2E15F0F63983}" dt="2021-01-29T00:37:29.152" v="266"/>
          <ac:spMkLst>
            <pc:docMk/>
            <pc:sldMk cId="3073446168" sldId="370"/>
            <ac:spMk id="22" creationId="{25680C18-2D75-4DA4-B2D0-0F1FB35E4569}"/>
          </ac:spMkLst>
        </pc:spChg>
        <pc:spChg chg="add mod">
          <ac:chgData name="鈴木 秀規" userId="f68c5fd9-22d5-4c0a-9833-7fb0f5135313" providerId="ADAL" clId="{1E1EFADE-4A0B-47B8-8EF8-2E15F0F63983}" dt="2021-01-29T00:38:17.434" v="317" actId="1076"/>
          <ac:spMkLst>
            <pc:docMk/>
            <pc:sldMk cId="3073446168" sldId="370"/>
            <ac:spMk id="23" creationId="{C46DA2E4-1ED3-46D3-A289-D27DC1D5D1AD}"/>
          </ac:spMkLst>
        </pc:spChg>
        <pc:picChg chg="add mod ord">
          <ac:chgData name="鈴木 秀規" userId="f68c5fd9-22d5-4c0a-9833-7fb0f5135313" providerId="ADAL" clId="{1E1EFADE-4A0B-47B8-8EF8-2E15F0F63983}" dt="2021-01-29T00:36:10.360" v="237" actId="1076"/>
          <ac:picMkLst>
            <pc:docMk/>
            <pc:sldMk cId="3073446168" sldId="370"/>
            <ac:picMk id="10" creationId="{A80FE6E2-D221-4EBC-AD12-C5FE5D3CFC20}"/>
          </ac:picMkLst>
        </pc:picChg>
        <pc:picChg chg="add mod">
          <ac:chgData name="鈴木 秀規" userId="f68c5fd9-22d5-4c0a-9833-7fb0f5135313" providerId="ADAL" clId="{1E1EFADE-4A0B-47B8-8EF8-2E15F0F63983}" dt="2021-01-29T00:36:34.375" v="241" actId="1076"/>
          <ac:picMkLst>
            <pc:docMk/>
            <pc:sldMk cId="3073446168" sldId="370"/>
            <ac:picMk id="16" creationId="{2237D39A-7C2B-4B69-8480-840DABA1498C}"/>
          </ac:picMkLst>
        </pc:picChg>
        <pc:cxnChg chg="add mod">
          <ac:chgData name="鈴木 秀規" userId="f68c5fd9-22d5-4c0a-9833-7fb0f5135313" providerId="ADAL" clId="{1E1EFADE-4A0B-47B8-8EF8-2E15F0F63983}" dt="2021-01-29T00:34:53.851" v="229" actId="14100"/>
          <ac:cxnSpMkLst>
            <pc:docMk/>
            <pc:sldMk cId="3073446168" sldId="370"/>
            <ac:cxnSpMk id="12" creationId="{43FD7EC9-36C4-479B-BB1A-43108A31706F}"/>
          </ac:cxnSpMkLst>
        </pc:cxnChg>
        <pc:cxnChg chg="add mod">
          <ac:chgData name="鈴木 秀規" userId="f68c5fd9-22d5-4c0a-9833-7fb0f5135313" providerId="ADAL" clId="{1E1EFADE-4A0B-47B8-8EF8-2E15F0F63983}" dt="2021-01-29T00:37:15.541" v="264" actId="14100"/>
          <ac:cxnSpMkLst>
            <pc:docMk/>
            <pc:sldMk cId="3073446168" sldId="370"/>
            <ac:cxnSpMk id="19" creationId="{3E8DEDEC-50A5-44A1-8D62-8FD7B73EF21B}"/>
          </ac:cxnSpMkLst>
        </pc:cxnChg>
      </pc:sldChg>
      <pc:sldChg chg="del">
        <pc:chgData name="鈴木 秀規" userId="f68c5fd9-22d5-4c0a-9833-7fb0f5135313" providerId="ADAL" clId="{1E1EFADE-4A0B-47B8-8EF8-2E15F0F63983}" dt="2021-01-29T00:11:30.439" v="27" actId="2696"/>
        <pc:sldMkLst>
          <pc:docMk/>
          <pc:sldMk cId="853967147" sldId="371"/>
        </pc:sldMkLst>
      </pc:sldChg>
      <pc:sldChg chg="addSp modSp new mod">
        <pc:chgData name="鈴木 秀規" userId="f68c5fd9-22d5-4c0a-9833-7fb0f5135313" providerId="ADAL" clId="{1E1EFADE-4A0B-47B8-8EF8-2E15F0F63983}" dt="2021-01-29T00:40:29.979" v="342" actId="207"/>
        <pc:sldMkLst>
          <pc:docMk/>
          <pc:sldMk cId="1539385395" sldId="371"/>
        </pc:sldMkLst>
        <pc:spChg chg="mod">
          <ac:chgData name="鈴木 秀規" userId="f68c5fd9-22d5-4c0a-9833-7fb0f5135313" providerId="ADAL" clId="{1E1EFADE-4A0B-47B8-8EF8-2E15F0F63983}" dt="2021-01-29T00:38:35.296" v="319"/>
          <ac:spMkLst>
            <pc:docMk/>
            <pc:sldMk cId="1539385395" sldId="371"/>
            <ac:spMk id="3" creationId="{35492F31-2E8E-4E6E-9D2D-57CD34DFD451}"/>
          </ac:spMkLst>
        </pc:spChg>
        <pc:spChg chg="mod">
          <ac:chgData name="鈴木 秀規" userId="f68c5fd9-22d5-4c0a-9833-7fb0f5135313" providerId="ADAL" clId="{1E1EFADE-4A0B-47B8-8EF8-2E15F0F63983}" dt="2021-01-29T00:39:44.175" v="332" actId="20577"/>
          <ac:spMkLst>
            <pc:docMk/>
            <pc:sldMk cId="1539385395" sldId="371"/>
            <ac:spMk id="5" creationId="{040C932B-92A8-42D9-A58D-5864E59F180E}"/>
          </ac:spMkLst>
        </pc:spChg>
        <pc:spChg chg="add mod">
          <ac:chgData name="鈴木 秀規" userId="f68c5fd9-22d5-4c0a-9833-7fb0f5135313" providerId="ADAL" clId="{1E1EFADE-4A0B-47B8-8EF8-2E15F0F63983}" dt="2021-01-29T00:40:29.979" v="342" actId="207"/>
          <ac:spMkLst>
            <pc:docMk/>
            <pc:sldMk cId="1539385395" sldId="371"/>
            <ac:spMk id="6" creationId="{195E4A04-E536-47DC-B362-E15527D48178}"/>
          </ac:spMkLst>
        </pc:spChg>
        <pc:spChg chg="add mod">
          <ac:chgData name="鈴木 秀規" userId="f68c5fd9-22d5-4c0a-9833-7fb0f5135313" providerId="ADAL" clId="{1E1EFADE-4A0B-47B8-8EF8-2E15F0F63983}" dt="2021-01-29T00:40:16.912" v="340" actId="207"/>
          <ac:spMkLst>
            <pc:docMk/>
            <pc:sldMk cId="1539385395" sldId="371"/>
            <ac:spMk id="7" creationId="{C9F61678-5188-49FB-8B4B-E010C538D503}"/>
          </ac:spMkLst>
        </pc:spChg>
      </pc:sldChg>
      <pc:sldChg chg="del">
        <pc:chgData name="鈴木 秀規" userId="f68c5fd9-22d5-4c0a-9833-7fb0f5135313" providerId="ADAL" clId="{1E1EFADE-4A0B-47B8-8EF8-2E15F0F63983}" dt="2021-01-29T00:11:30.439" v="27" actId="2696"/>
        <pc:sldMkLst>
          <pc:docMk/>
          <pc:sldMk cId="193662145" sldId="372"/>
        </pc:sldMkLst>
      </pc:sldChg>
      <pc:sldChg chg="modSp new mod">
        <pc:chgData name="鈴木 秀規" userId="f68c5fd9-22d5-4c0a-9833-7fb0f5135313" providerId="ADAL" clId="{1E1EFADE-4A0B-47B8-8EF8-2E15F0F63983}" dt="2021-01-29T00:43:14.174" v="363" actId="20577"/>
        <pc:sldMkLst>
          <pc:docMk/>
          <pc:sldMk cId="246066953" sldId="372"/>
        </pc:sldMkLst>
        <pc:spChg chg="mod">
          <ac:chgData name="鈴木 秀規" userId="f68c5fd9-22d5-4c0a-9833-7fb0f5135313" providerId="ADAL" clId="{1E1EFADE-4A0B-47B8-8EF8-2E15F0F63983}" dt="2021-01-29T00:41:10.716" v="344"/>
          <ac:spMkLst>
            <pc:docMk/>
            <pc:sldMk cId="246066953" sldId="372"/>
            <ac:spMk id="3" creationId="{4A5311DD-D1AE-4581-BCDC-28EA63DA8C66}"/>
          </ac:spMkLst>
        </pc:spChg>
        <pc:spChg chg="mod">
          <ac:chgData name="鈴木 秀規" userId="f68c5fd9-22d5-4c0a-9833-7fb0f5135313" providerId="ADAL" clId="{1E1EFADE-4A0B-47B8-8EF8-2E15F0F63983}" dt="2021-01-29T00:43:14.174" v="363" actId="20577"/>
          <ac:spMkLst>
            <pc:docMk/>
            <pc:sldMk cId="246066953" sldId="372"/>
            <ac:spMk id="5" creationId="{C7BF8EB5-F4C0-4DBD-AD94-86BA96E96FC9}"/>
          </ac:spMkLst>
        </pc:spChg>
      </pc:sldChg>
      <pc:sldChg chg="del">
        <pc:chgData name="鈴木 秀規" userId="f68c5fd9-22d5-4c0a-9833-7fb0f5135313" providerId="ADAL" clId="{1E1EFADE-4A0B-47B8-8EF8-2E15F0F63983}" dt="2021-01-29T00:11:30.439" v="27" actId="2696"/>
        <pc:sldMkLst>
          <pc:docMk/>
          <pc:sldMk cId="3119782308" sldId="373"/>
        </pc:sldMkLst>
      </pc:sldChg>
      <pc:sldChg chg="addSp modSp new mod">
        <pc:chgData name="鈴木 秀規" userId="f68c5fd9-22d5-4c0a-9833-7fb0f5135313" providerId="ADAL" clId="{1E1EFADE-4A0B-47B8-8EF8-2E15F0F63983}" dt="2021-01-29T00:46:51.414" v="416" actId="1076"/>
        <pc:sldMkLst>
          <pc:docMk/>
          <pc:sldMk cId="4083622006" sldId="373"/>
        </pc:sldMkLst>
        <pc:spChg chg="mod">
          <ac:chgData name="鈴木 秀規" userId="f68c5fd9-22d5-4c0a-9833-7fb0f5135313" providerId="ADAL" clId="{1E1EFADE-4A0B-47B8-8EF8-2E15F0F63983}" dt="2021-01-29T00:43:26.237" v="365"/>
          <ac:spMkLst>
            <pc:docMk/>
            <pc:sldMk cId="4083622006" sldId="373"/>
            <ac:spMk id="3" creationId="{F21EF2BC-ACDB-4D26-A58E-3F69FB7B51A6}"/>
          </ac:spMkLst>
        </pc:spChg>
        <pc:spChg chg="mod">
          <ac:chgData name="鈴木 秀規" userId="f68c5fd9-22d5-4c0a-9833-7fb0f5135313" providerId="ADAL" clId="{1E1EFADE-4A0B-47B8-8EF8-2E15F0F63983}" dt="2021-01-29T00:43:49.809" v="381" actId="20577"/>
          <ac:spMkLst>
            <pc:docMk/>
            <pc:sldMk cId="4083622006" sldId="373"/>
            <ac:spMk id="5" creationId="{08AB8E15-1470-4368-AEA8-A657AFDBA915}"/>
          </ac:spMkLst>
        </pc:spChg>
        <pc:spChg chg="add mod">
          <ac:chgData name="鈴木 秀規" userId="f68c5fd9-22d5-4c0a-9833-7fb0f5135313" providerId="ADAL" clId="{1E1EFADE-4A0B-47B8-8EF8-2E15F0F63983}" dt="2021-01-29T00:46:37.865" v="412" actId="1076"/>
          <ac:spMkLst>
            <pc:docMk/>
            <pc:sldMk cId="4083622006" sldId="373"/>
            <ac:spMk id="6" creationId="{E2AC2086-AA04-447D-9465-2095E883D066}"/>
          </ac:spMkLst>
        </pc:spChg>
        <pc:spChg chg="add mod">
          <ac:chgData name="鈴木 秀規" userId="f68c5fd9-22d5-4c0a-9833-7fb0f5135313" providerId="ADAL" clId="{1E1EFADE-4A0B-47B8-8EF8-2E15F0F63983}" dt="2021-01-29T00:46:19.243" v="408" actId="1076"/>
          <ac:spMkLst>
            <pc:docMk/>
            <pc:sldMk cId="4083622006" sldId="373"/>
            <ac:spMk id="7" creationId="{562E9016-E9F0-4156-9DE1-2CC13EB323D8}"/>
          </ac:spMkLst>
        </pc:spChg>
        <pc:spChg chg="add mod">
          <ac:chgData name="鈴木 秀規" userId="f68c5fd9-22d5-4c0a-9833-7fb0f5135313" providerId="ADAL" clId="{1E1EFADE-4A0B-47B8-8EF8-2E15F0F63983}" dt="2021-01-29T00:46:19.243" v="408" actId="1076"/>
          <ac:spMkLst>
            <pc:docMk/>
            <pc:sldMk cId="4083622006" sldId="373"/>
            <ac:spMk id="8" creationId="{ABE3379B-C467-4CB9-8985-D62E00F34271}"/>
          </ac:spMkLst>
        </pc:spChg>
        <pc:spChg chg="add mod">
          <ac:chgData name="鈴木 秀規" userId="f68c5fd9-22d5-4c0a-9833-7fb0f5135313" providerId="ADAL" clId="{1E1EFADE-4A0B-47B8-8EF8-2E15F0F63983}" dt="2021-01-29T00:45:48.905" v="402" actId="1076"/>
          <ac:spMkLst>
            <pc:docMk/>
            <pc:sldMk cId="4083622006" sldId="373"/>
            <ac:spMk id="10" creationId="{E0BA7A6A-FD58-43AB-8181-20311D803686}"/>
          </ac:spMkLst>
        </pc:spChg>
        <pc:spChg chg="add mod">
          <ac:chgData name="鈴木 秀規" userId="f68c5fd9-22d5-4c0a-9833-7fb0f5135313" providerId="ADAL" clId="{1E1EFADE-4A0B-47B8-8EF8-2E15F0F63983}" dt="2021-01-29T00:46:51.414" v="416" actId="1076"/>
          <ac:spMkLst>
            <pc:docMk/>
            <pc:sldMk cId="4083622006" sldId="373"/>
            <ac:spMk id="17" creationId="{15D6BA6B-6A6A-4565-9C23-E0DCA4829241}"/>
          </ac:spMkLst>
        </pc:spChg>
        <pc:picChg chg="add mod ord">
          <ac:chgData name="鈴木 秀規" userId="f68c5fd9-22d5-4c0a-9833-7fb0f5135313" providerId="ADAL" clId="{1E1EFADE-4A0B-47B8-8EF8-2E15F0F63983}" dt="2021-01-29T00:45:58.142" v="403" actId="166"/>
          <ac:picMkLst>
            <pc:docMk/>
            <pc:sldMk cId="4083622006" sldId="373"/>
            <ac:picMk id="9" creationId="{DF4077C8-F3E5-4561-98AD-28F370FA61AE}"/>
          </ac:picMkLst>
        </pc:picChg>
        <pc:cxnChg chg="add mod">
          <ac:chgData name="鈴木 秀規" userId="f68c5fd9-22d5-4c0a-9833-7fb0f5135313" providerId="ADAL" clId="{1E1EFADE-4A0B-47B8-8EF8-2E15F0F63983}" dt="2021-01-29T00:46:21.196" v="409" actId="14100"/>
          <ac:cxnSpMkLst>
            <pc:docMk/>
            <pc:sldMk cId="4083622006" sldId="373"/>
            <ac:cxnSpMk id="11" creationId="{63FADA74-AFE4-436A-8041-104A159CA0DE}"/>
          </ac:cxnSpMkLst>
        </pc:cxnChg>
      </pc:sldChg>
      <pc:sldChg chg="addSp modSp new mod">
        <pc:chgData name="鈴木 秀規" userId="f68c5fd9-22d5-4c0a-9833-7fb0f5135313" providerId="ADAL" clId="{1E1EFADE-4A0B-47B8-8EF8-2E15F0F63983}" dt="2021-01-29T00:48:57.582" v="436" actId="207"/>
        <pc:sldMkLst>
          <pc:docMk/>
          <pc:sldMk cId="2781282954" sldId="374"/>
        </pc:sldMkLst>
        <pc:spChg chg="mod">
          <ac:chgData name="鈴木 秀規" userId="f68c5fd9-22d5-4c0a-9833-7fb0f5135313" providerId="ADAL" clId="{1E1EFADE-4A0B-47B8-8EF8-2E15F0F63983}" dt="2021-01-29T00:47:04.055" v="418"/>
          <ac:spMkLst>
            <pc:docMk/>
            <pc:sldMk cId="2781282954" sldId="374"/>
            <ac:spMk id="3" creationId="{FC2892DB-D72F-492C-B449-90F96BA5973A}"/>
          </ac:spMkLst>
        </pc:spChg>
        <pc:spChg chg="mod">
          <ac:chgData name="鈴木 秀規" userId="f68c5fd9-22d5-4c0a-9833-7fb0f5135313" providerId="ADAL" clId="{1E1EFADE-4A0B-47B8-8EF8-2E15F0F63983}" dt="2021-01-29T00:47:17.927" v="421" actId="20577"/>
          <ac:spMkLst>
            <pc:docMk/>
            <pc:sldMk cId="2781282954" sldId="374"/>
            <ac:spMk id="5" creationId="{BDC9C904-5D31-41FC-8B13-9BE5C512630D}"/>
          </ac:spMkLst>
        </pc:spChg>
        <pc:spChg chg="add mod">
          <ac:chgData name="鈴木 秀規" userId="f68c5fd9-22d5-4c0a-9833-7fb0f5135313" providerId="ADAL" clId="{1E1EFADE-4A0B-47B8-8EF8-2E15F0F63983}" dt="2021-01-29T00:48:18.932" v="431" actId="14100"/>
          <ac:spMkLst>
            <pc:docMk/>
            <pc:sldMk cId="2781282954" sldId="374"/>
            <ac:spMk id="6" creationId="{8C66F86B-53DB-41C4-ABBF-025E60039E3A}"/>
          </ac:spMkLst>
        </pc:spChg>
        <pc:spChg chg="add mod">
          <ac:chgData name="鈴木 秀規" userId="f68c5fd9-22d5-4c0a-9833-7fb0f5135313" providerId="ADAL" clId="{1E1EFADE-4A0B-47B8-8EF8-2E15F0F63983}" dt="2021-01-29T00:48:57.582" v="436" actId="207"/>
          <ac:spMkLst>
            <pc:docMk/>
            <pc:sldMk cId="2781282954" sldId="374"/>
            <ac:spMk id="7" creationId="{DD33C7F7-AAF0-4232-A95F-84031FE4AE56}"/>
          </ac:spMkLst>
        </pc:spChg>
      </pc:sldChg>
      <pc:sldChg chg="del">
        <pc:chgData name="鈴木 秀規" userId="f68c5fd9-22d5-4c0a-9833-7fb0f5135313" providerId="ADAL" clId="{1E1EFADE-4A0B-47B8-8EF8-2E15F0F63983}" dt="2021-01-29T00:11:30.439" v="27" actId="2696"/>
        <pc:sldMkLst>
          <pc:docMk/>
          <pc:sldMk cId="4094264785" sldId="374"/>
        </pc:sldMkLst>
      </pc:sldChg>
      <pc:sldChg chg="del">
        <pc:chgData name="鈴木 秀規" userId="f68c5fd9-22d5-4c0a-9833-7fb0f5135313" providerId="ADAL" clId="{1E1EFADE-4A0B-47B8-8EF8-2E15F0F63983}" dt="2021-01-29T00:11:30.439" v="27" actId="2696"/>
        <pc:sldMkLst>
          <pc:docMk/>
          <pc:sldMk cId="1155857800" sldId="375"/>
        </pc:sldMkLst>
      </pc:sldChg>
      <pc:sldChg chg="modSp new mod">
        <pc:chgData name="鈴木 秀規" userId="f68c5fd9-22d5-4c0a-9833-7fb0f5135313" providerId="ADAL" clId="{1E1EFADE-4A0B-47B8-8EF8-2E15F0F63983}" dt="2021-01-29T00:51:21.464" v="482" actId="20577"/>
        <pc:sldMkLst>
          <pc:docMk/>
          <pc:sldMk cId="4224040465" sldId="375"/>
        </pc:sldMkLst>
        <pc:spChg chg="mod">
          <ac:chgData name="鈴木 秀規" userId="f68c5fd9-22d5-4c0a-9833-7fb0f5135313" providerId="ADAL" clId="{1E1EFADE-4A0B-47B8-8EF8-2E15F0F63983}" dt="2021-01-29T00:49:15.791" v="438"/>
          <ac:spMkLst>
            <pc:docMk/>
            <pc:sldMk cId="4224040465" sldId="375"/>
            <ac:spMk id="3" creationId="{EEEBA06C-5CD2-484F-9A98-6DEECAEA740D}"/>
          </ac:spMkLst>
        </pc:spChg>
        <pc:spChg chg="mod">
          <ac:chgData name="鈴木 秀規" userId="f68c5fd9-22d5-4c0a-9833-7fb0f5135313" providerId="ADAL" clId="{1E1EFADE-4A0B-47B8-8EF8-2E15F0F63983}" dt="2021-01-29T00:51:21.464" v="482" actId="20577"/>
          <ac:spMkLst>
            <pc:docMk/>
            <pc:sldMk cId="4224040465" sldId="375"/>
            <ac:spMk id="5" creationId="{3B0BE475-13B7-4FD9-80F3-A4AD35C5F7BA}"/>
          </ac:spMkLst>
        </pc:spChg>
      </pc:sldChg>
      <pc:sldChg chg="del">
        <pc:chgData name="鈴木 秀規" userId="f68c5fd9-22d5-4c0a-9833-7fb0f5135313" providerId="ADAL" clId="{1E1EFADE-4A0B-47B8-8EF8-2E15F0F63983}" dt="2021-01-29T00:11:30.439" v="27" actId="2696"/>
        <pc:sldMkLst>
          <pc:docMk/>
          <pc:sldMk cId="2003241689" sldId="376"/>
        </pc:sldMkLst>
      </pc:sldChg>
      <pc:sldChg chg="addSp modSp new mod">
        <pc:chgData name="鈴木 秀規" userId="f68c5fd9-22d5-4c0a-9833-7fb0f5135313" providerId="ADAL" clId="{1E1EFADE-4A0B-47B8-8EF8-2E15F0F63983}" dt="2021-01-29T01:28:23.635" v="573" actId="113"/>
        <pc:sldMkLst>
          <pc:docMk/>
          <pc:sldMk cId="3538855573" sldId="376"/>
        </pc:sldMkLst>
        <pc:spChg chg="mod">
          <ac:chgData name="鈴木 秀規" userId="f68c5fd9-22d5-4c0a-9833-7fb0f5135313" providerId="ADAL" clId="{1E1EFADE-4A0B-47B8-8EF8-2E15F0F63983}" dt="2021-01-29T00:51:34.495" v="484"/>
          <ac:spMkLst>
            <pc:docMk/>
            <pc:sldMk cId="3538855573" sldId="376"/>
            <ac:spMk id="3" creationId="{9795DA74-CAD5-4B93-B279-D0D71DC9441E}"/>
          </ac:spMkLst>
        </pc:spChg>
        <pc:spChg chg="mod">
          <ac:chgData name="鈴木 秀規" userId="f68c5fd9-22d5-4c0a-9833-7fb0f5135313" providerId="ADAL" clId="{1E1EFADE-4A0B-47B8-8EF8-2E15F0F63983}" dt="2021-01-29T00:51:49.926" v="488" actId="14100"/>
          <ac:spMkLst>
            <pc:docMk/>
            <pc:sldMk cId="3538855573" sldId="376"/>
            <ac:spMk id="5" creationId="{586A08B6-18B2-4C56-BE32-ACE3FEB82851}"/>
          </ac:spMkLst>
        </pc:spChg>
        <pc:spChg chg="add mod">
          <ac:chgData name="鈴木 秀規" userId="f68c5fd9-22d5-4c0a-9833-7fb0f5135313" providerId="ADAL" clId="{1E1EFADE-4A0B-47B8-8EF8-2E15F0F63983}" dt="2021-01-29T01:28:23.635" v="573" actId="113"/>
          <ac:spMkLst>
            <pc:docMk/>
            <pc:sldMk cId="3538855573" sldId="376"/>
            <ac:spMk id="6" creationId="{C2E863CB-E594-44F0-8462-E663F348DA19}"/>
          </ac:spMkLst>
        </pc:spChg>
        <pc:spChg chg="add mod">
          <ac:chgData name="鈴木 秀規" userId="f68c5fd9-22d5-4c0a-9833-7fb0f5135313" providerId="ADAL" clId="{1E1EFADE-4A0B-47B8-8EF8-2E15F0F63983}" dt="2021-01-29T01:28:23.635" v="573" actId="113"/>
          <ac:spMkLst>
            <pc:docMk/>
            <pc:sldMk cId="3538855573" sldId="376"/>
            <ac:spMk id="7" creationId="{34EF60CC-078A-43FC-9E46-B4753FA49BB6}"/>
          </ac:spMkLst>
        </pc:spChg>
        <pc:spChg chg="add mod">
          <ac:chgData name="鈴木 秀規" userId="f68c5fd9-22d5-4c0a-9833-7fb0f5135313" providerId="ADAL" clId="{1E1EFADE-4A0B-47B8-8EF8-2E15F0F63983}" dt="2021-01-29T01:22:49.908" v="506" actId="1035"/>
          <ac:spMkLst>
            <pc:docMk/>
            <pc:sldMk cId="3538855573" sldId="376"/>
            <ac:spMk id="8" creationId="{370B556E-A8C0-45EA-824C-7CBD4272B44A}"/>
          </ac:spMkLst>
        </pc:spChg>
        <pc:spChg chg="add mod">
          <ac:chgData name="鈴木 秀規" userId="f68c5fd9-22d5-4c0a-9833-7fb0f5135313" providerId="ADAL" clId="{1E1EFADE-4A0B-47B8-8EF8-2E15F0F63983}" dt="2021-01-29T01:23:06.346" v="522" actId="1036"/>
          <ac:spMkLst>
            <pc:docMk/>
            <pc:sldMk cId="3538855573" sldId="376"/>
            <ac:spMk id="9" creationId="{FF72E8B0-61A0-41AB-B46E-5C9262C087BB}"/>
          </ac:spMkLst>
        </pc:spChg>
        <pc:spChg chg="add mod">
          <ac:chgData name="鈴木 秀規" userId="f68c5fd9-22d5-4c0a-9833-7fb0f5135313" providerId="ADAL" clId="{1E1EFADE-4A0B-47B8-8EF8-2E15F0F63983}" dt="2021-01-29T01:23:24.182" v="527" actId="1035"/>
          <ac:spMkLst>
            <pc:docMk/>
            <pc:sldMk cId="3538855573" sldId="376"/>
            <ac:spMk id="10" creationId="{FF6645CC-B7BF-4581-B747-5B1FB92F1344}"/>
          </ac:spMkLst>
        </pc:spChg>
        <pc:spChg chg="add mod">
          <ac:chgData name="鈴木 秀規" userId="f68c5fd9-22d5-4c0a-9833-7fb0f5135313" providerId="ADAL" clId="{1E1EFADE-4A0B-47B8-8EF8-2E15F0F63983}" dt="2021-01-29T01:23:41.112" v="532" actId="14100"/>
          <ac:spMkLst>
            <pc:docMk/>
            <pc:sldMk cId="3538855573" sldId="376"/>
            <ac:spMk id="11" creationId="{16C6C4A7-3C0A-408E-B656-F26C28D9D447}"/>
          </ac:spMkLst>
        </pc:spChg>
        <pc:cxnChg chg="add mod">
          <ac:chgData name="鈴木 秀規" userId="f68c5fd9-22d5-4c0a-9833-7fb0f5135313" providerId="ADAL" clId="{1E1EFADE-4A0B-47B8-8EF8-2E15F0F63983}" dt="2021-01-29T01:24:05.045" v="535" actId="208"/>
          <ac:cxnSpMkLst>
            <pc:docMk/>
            <pc:sldMk cId="3538855573" sldId="376"/>
            <ac:cxnSpMk id="13" creationId="{ACFE229B-A65E-4658-A0B5-22883AB5AA15}"/>
          </ac:cxnSpMkLst>
        </pc:cxnChg>
        <pc:cxnChg chg="add mod">
          <ac:chgData name="鈴木 秀規" userId="f68c5fd9-22d5-4c0a-9833-7fb0f5135313" providerId="ADAL" clId="{1E1EFADE-4A0B-47B8-8EF8-2E15F0F63983}" dt="2021-01-29T01:24:27.875" v="538" actId="1582"/>
          <ac:cxnSpMkLst>
            <pc:docMk/>
            <pc:sldMk cId="3538855573" sldId="376"/>
            <ac:cxnSpMk id="15" creationId="{03CDE00F-E256-4A5A-89B9-AC67844B27FD}"/>
          </ac:cxnSpMkLst>
        </pc:cxnChg>
      </pc:sldChg>
      <pc:sldChg chg="del">
        <pc:chgData name="鈴木 秀規" userId="f68c5fd9-22d5-4c0a-9833-7fb0f5135313" providerId="ADAL" clId="{1E1EFADE-4A0B-47B8-8EF8-2E15F0F63983}" dt="2021-01-29T00:11:30.439" v="27" actId="2696"/>
        <pc:sldMkLst>
          <pc:docMk/>
          <pc:sldMk cId="156709775" sldId="377"/>
        </pc:sldMkLst>
      </pc:sldChg>
      <pc:sldChg chg="addSp modSp new mod">
        <pc:chgData name="鈴木 秀規" userId="f68c5fd9-22d5-4c0a-9833-7fb0f5135313" providerId="ADAL" clId="{1E1EFADE-4A0B-47B8-8EF8-2E15F0F63983}" dt="2021-01-29T01:26:51.694" v="567" actId="1076"/>
        <pc:sldMkLst>
          <pc:docMk/>
          <pc:sldMk cId="3864834617" sldId="377"/>
        </pc:sldMkLst>
        <pc:spChg chg="mod">
          <ac:chgData name="鈴木 秀規" userId="f68c5fd9-22d5-4c0a-9833-7fb0f5135313" providerId="ADAL" clId="{1E1EFADE-4A0B-47B8-8EF8-2E15F0F63983}" dt="2021-01-29T01:24:46.904" v="540"/>
          <ac:spMkLst>
            <pc:docMk/>
            <pc:sldMk cId="3864834617" sldId="377"/>
            <ac:spMk id="3" creationId="{5FC908F1-3CA6-4749-AB73-4E0F9FDACCE6}"/>
          </ac:spMkLst>
        </pc:spChg>
        <pc:spChg chg="mod">
          <ac:chgData name="鈴木 秀規" userId="f68c5fd9-22d5-4c0a-9833-7fb0f5135313" providerId="ADAL" clId="{1E1EFADE-4A0B-47B8-8EF8-2E15F0F63983}" dt="2021-01-29T01:26:24.913" v="562" actId="207"/>
          <ac:spMkLst>
            <pc:docMk/>
            <pc:sldMk cId="3864834617" sldId="377"/>
            <ac:spMk id="5" creationId="{6B3A2C87-6FE9-4895-A119-D260DD4D7A1B}"/>
          </ac:spMkLst>
        </pc:spChg>
        <pc:spChg chg="add mod">
          <ac:chgData name="鈴木 秀規" userId="f68c5fd9-22d5-4c0a-9833-7fb0f5135313" providerId="ADAL" clId="{1E1EFADE-4A0B-47B8-8EF8-2E15F0F63983}" dt="2021-01-29T01:26:51.694" v="567" actId="1076"/>
          <ac:spMkLst>
            <pc:docMk/>
            <pc:sldMk cId="3864834617" sldId="377"/>
            <ac:spMk id="6" creationId="{C9B127B3-0188-4427-B2B2-503F806D8A50}"/>
          </ac:spMkLst>
        </pc:spChg>
        <pc:spChg chg="add mod">
          <ac:chgData name="鈴木 秀規" userId="f68c5fd9-22d5-4c0a-9833-7fb0f5135313" providerId="ADAL" clId="{1E1EFADE-4A0B-47B8-8EF8-2E15F0F63983}" dt="2021-01-29T01:26:48.190" v="566" actId="1076"/>
          <ac:spMkLst>
            <pc:docMk/>
            <pc:sldMk cId="3864834617" sldId="377"/>
            <ac:spMk id="7" creationId="{9DE8C91E-1B75-4A17-9563-1E97102B648E}"/>
          </ac:spMkLst>
        </pc:spChg>
      </pc:sldChg>
      <pc:sldChg chg="addSp modSp new mod">
        <pc:chgData name="鈴木 秀規" userId="f68c5fd9-22d5-4c0a-9833-7fb0f5135313" providerId="ADAL" clId="{1E1EFADE-4A0B-47B8-8EF8-2E15F0F63983}" dt="2021-01-29T01:30:19.140" v="599" actId="14100"/>
        <pc:sldMkLst>
          <pc:docMk/>
          <pc:sldMk cId="2148979236" sldId="378"/>
        </pc:sldMkLst>
        <pc:spChg chg="mod">
          <ac:chgData name="鈴木 秀規" userId="f68c5fd9-22d5-4c0a-9833-7fb0f5135313" providerId="ADAL" clId="{1E1EFADE-4A0B-47B8-8EF8-2E15F0F63983}" dt="2021-01-29T01:27:56.919" v="569"/>
          <ac:spMkLst>
            <pc:docMk/>
            <pc:sldMk cId="2148979236" sldId="378"/>
            <ac:spMk id="3" creationId="{788D51D2-24DD-4DC2-BB19-DB05A02F27EE}"/>
          </ac:spMkLst>
        </pc:spChg>
        <pc:spChg chg="mod">
          <ac:chgData name="鈴木 秀規" userId="f68c5fd9-22d5-4c0a-9833-7fb0f5135313" providerId="ADAL" clId="{1E1EFADE-4A0B-47B8-8EF8-2E15F0F63983}" dt="2021-01-29T01:28:16.592" v="572" actId="14100"/>
          <ac:spMkLst>
            <pc:docMk/>
            <pc:sldMk cId="2148979236" sldId="378"/>
            <ac:spMk id="5" creationId="{58D32313-7879-47C7-BFBF-C9125D0447B6}"/>
          </ac:spMkLst>
        </pc:spChg>
        <pc:spChg chg="add mod">
          <ac:chgData name="鈴木 秀規" userId="f68c5fd9-22d5-4c0a-9833-7fb0f5135313" providerId="ADAL" clId="{1E1EFADE-4A0B-47B8-8EF8-2E15F0F63983}" dt="2021-01-29T01:29:20.146" v="581" actId="14100"/>
          <ac:spMkLst>
            <pc:docMk/>
            <pc:sldMk cId="2148979236" sldId="378"/>
            <ac:spMk id="6" creationId="{7E5937BB-02E9-444C-BB60-5B9D39B085CF}"/>
          </ac:spMkLst>
        </pc:spChg>
        <pc:spChg chg="add mod">
          <ac:chgData name="鈴木 秀規" userId="f68c5fd9-22d5-4c0a-9833-7fb0f5135313" providerId="ADAL" clId="{1E1EFADE-4A0B-47B8-8EF8-2E15F0F63983}" dt="2021-01-29T01:30:08.696" v="598" actId="207"/>
          <ac:spMkLst>
            <pc:docMk/>
            <pc:sldMk cId="2148979236" sldId="378"/>
            <ac:spMk id="7" creationId="{8D2C7143-A461-4E9E-89AD-0E47C7AADDD2}"/>
          </ac:spMkLst>
        </pc:spChg>
        <pc:spChg chg="add mod">
          <ac:chgData name="鈴木 秀規" userId="f68c5fd9-22d5-4c0a-9833-7fb0f5135313" providerId="ADAL" clId="{1E1EFADE-4A0B-47B8-8EF8-2E15F0F63983}" dt="2021-01-29T01:30:19.140" v="599" actId="14100"/>
          <ac:spMkLst>
            <pc:docMk/>
            <pc:sldMk cId="2148979236" sldId="378"/>
            <ac:spMk id="8" creationId="{1F3DC4C2-8CFD-43BC-B2AE-DC992FAAF3BB}"/>
          </ac:spMkLst>
        </pc:spChg>
      </pc:sldChg>
      <pc:sldChg chg="del">
        <pc:chgData name="鈴木 秀規" userId="f68c5fd9-22d5-4c0a-9833-7fb0f5135313" providerId="ADAL" clId="{1E1EFADE-4A0B-47B8-8EF8-2E15F0F63983}" dt="2021-01-29T00:11:30.439" v="27" actId="2696"/>
        <pc:sldMkLst>
          <pc:docMk/>
          <pc:sldMk cId="4226280389" sldId="378"/>
        </pc:sldMkLst>
      </pc:sldChg>
      <pc:sldChg chg="del">
        <pc:chgData name="鈴木 秀規" userId="f68c5fd9-22d5-4c0a-9833-7fb0f5135313" providerId="ADAL" clId="{1E1EFADE-4A0B-47B8-8EF8-2E15F0F63983}" dt="2021-01-29T00:11:30.439" v="27" actId="2696"/>
        <pc:sldMkLst>
          <pc:docMk/>
          <pc:sldMk cId="687387428" sldId="379"/>
        </pc:sldMkLst>
      </pc:sldChg>
      <pc:sldChg chg="addSp modSp new mod">
        <pc:chgData name="鈴木 秀規" userId="f68c5fd9-22d5-4c0a-9833-7fb0f5135313" providerId="ADAL" clId="{1E1EFADE-4A0B-47B8-8EF8-2E15F0F63983}" dt="2021-01-29T01:32:38.398" v="623"/>
        <pc:sldMkLst>
          <pc:docMk/>
          <pc:sldMk cId="1522789995" sldId="379"/>
        </pc:sldMkLst>
        <pc:spChg chg="mod">
          <ac:chgData name="鈴木 秀規" userId="f68c5fd9-22d5-4c0a-9833-7fb0f5135313" providerId="ADAL" clId="{1E1EFADE-4A0B-47B8-8EF8-2E15F0F63983}" dt="2021-01-29T01:30:37.349" v="601"/>
          <ac:spMkLst>
            <pc:docMk/>
            <pc:sldMk cId="1522789995" sldId="379"/>
            <ac:spMk id="3" creationId="{04B14AED-343E-40B0-A4BC-729E82A9F10E}"/>
          </ac:spMkLst>
        </pc:spChg>
        <pc:spChg chg="mod">
          <ac:chgData name="鈴木 秀規" userId="f68c5fd9-22d5-4c0a-9833-7fb0f5135313" providerId="ADAL" clId="{1E1EFADE-4A0B-47B8-8EF8-2E15F0F63983}" dt="2021-01-29T01:30:56.618" v="604" actId="14100"/>
          <ac:spMkLst>
            <pc:docMk/>
            <pc:sldMk cId="1522789995" sldId="379"/>
            <ac:spMk id="5" creationId="{4D82A19B-11CC-476B-A084-E9D266DCCF99}"/>
          </ac:spMkLst>
        </pc:spChg>
        <pc:spChg chg="add mod">
          <ac:chgData name="鈴木 秀規" userId="f68c5fd9-22d5-4c0a-9833-7fb0f5135313" providerId="ADAL" clId="{1E1EFADE-4A0B-47B8-8EF8-2E15F0F63983}" dt="2021-01-29T01:31:45.055" v="609" actId="1076"/>
          <ac:spMkLst>
            <pc:docMk/>
            <pc:sldMk cId="1522789995" sldId="379"/>
            <ac:spMk id="13" creationId="{942FC57E-0FC2-4A6B-9F60-41DCADFC40A9}"/>
          </ac:spMkLst>
        </pc:spChg>
        <pc:spChg chg="add mod">
          <ac:chgData name="鈴木 秀規" userId="f68c5fd9-22d5-4c0a-9833-7fb0f5135313" providerId="ADAL" clId="{1E1EFADE-4A0B-47B8-8EF8-2E15F0F63983}" dt="2021-01-29T01:31:49.296" v="610" actId="1076"/>
          <ac:spMkLst>
            <pc:docMk/>
            <pc:sldMk cId="1522789995" sldId="379"/>
            <ac:spMk id="14" creationId="{F69A5210-906C-4694-AD6E-DAADF838F47A}"/>
          </ac:spMkLst>
        </pc:spChg>
        <pc:spChg chg="add mod">
          <ac:chgData name="鈴木 秀規" userId="f68c5fd9-22d5-4c0a-9833-7fb0f5135313" providerId="ADAL" clId="{1E1EFADE-4A0B-47B8-8EF8-2E15F0F63983}" dt="2021-01-29T01:31:52.960" v="611" actId="1076"/>
          <ac:spMkLst>
            <pc:docMk/>
            <pc:sldMk cId="1522789995" sldId="379"/>
            <ac:spMk id="15" creationId="{762712C4-BC2F-4282-B22F-E5CE54681559}"/>
          </ac:spMkLst>
        </pc:spChg>
        <pc:spChg chg="add mod">
          <ac:chgData name="鈴木 秀規" userId="f68c5fd9-22d5-4c0a-9833-7fb0f5135313" providerId="ADAL" clId="{1E1EFADE-4A0B-47B8-8EF8-2E15F0F63983}" dt="2021-01-29T01:32:20.799" v="619" actId="1076"/>
          <ac:spMkLst>
            <pc:docMk/>
            <pc:sldMk cId="1522789995" sldId="379"/>
            <ac:spMk id="16" creationId="{DE3FBAE5-8A35-440E-BC89-CE2828832936}"/>
          </ac:spMkLst>
        </pc:spChg>
        <pc:spChg chg="add mod">
          <ac:chgData name="鈴木 秀規" userId="f68c5fd9-22d5-4c0a-9833-7fb0f5135313" providerId="ADAL" clId="{1E1EFADE-4A0B-47B8-8EF8-2E15F0F63983}" dt="2021-01-29T01:32:11.303" v="616" actId="1076"/>
          <ac:spMkLst>
            <pc:docMk/>
            <pc:sldMk cId="1522789995" sldId="379"/>
            <ac:spMk id="17" creationId="{D259DEEE-A991-4AA8-ADC8-09C916640E1B}"/>
          </ac:spMkLst>
        </pc:spChg>
        <pc:spChg chg="add mod">
          <ac:chgData name="鈴木 秀規" userId="f68c5fd9-22d5-4c0a-9833-7fb0f5135313" providerId="ADAL" clId="{1E1EFADE-4A0B-47B8-8EF8-2E15F0F63983}" dt="2021-01-29T01:32:16.581" v="618" actId="1076"/>
          <ac:spMkLst>
            <pc:docMk/>
            <pc:sldMk cId="1522789995" sldId="379"/>
            <ac:spMk id="18" creationId="{68A74AF8-2900-430E-B204-614735D97CBB}"/>
          </ac:spMkLst>
        </pc:spChg>
        <pc:spChg chg="add mod">
          <ac:chgData name="鈴木 秀規" userId="f68c5fd9-22d5-4c0a-9833-7fb0f5135313" providerId="ADAL" clId="{1E1EFADE-4A0B-47B8-8EF8-2E15F0F63983}" dt="2021-01-29T01:32:38.398" v="623"/>
          <ac:spMkLst>
            <pc:docMk/>
            <pc:sldMk cId="1522789995" sldId="379"/>
            <ac:spMk id="25" creationId="{B80B0339-DE18-4B43-A984-DE50986C9340}"/>
          </ac:spMkLst>
        </pc:spChg>
        <pc:picChg chg="add mod">
          <ac:chgData name="鈴木 秀規" userId="f68c5fd9-22d5-4c0a-9833-7fb0f5135313" providerId="ADAL" clId="{1E1EFADE-4A0B-47B8-8EF8-2E15F0F63983}" dt="2021-01-29T01:31:56.654" v="612" actId="1076"/>
          <ac:picMkLst>
            <pc:docMk/>
            <pc:sldMk cId="1522789995" sldId="379"/>
            <ac:picMk id="6" creationId="{2A849C32-692A-4772-B21D-88A2ACB6D4A5}"/>
          </ac:picMkLst>
        </pc:picChg>
        <pc:picChg chg="add mod">
          <ac:chgData name="鈴木 秀規" userId="f68c5fd9-22d5-4c0a-9833-7fb0f5135313" providerId="ADAL" clId="{1E1EFADE-4A0B-47B8-8EF8-2E15F0F63983}" dt="2021-01-29T01:31:45.055" v="609" actId="1076"/>
          <ac:picMkLst>
            <pc:docMk/>
            <pc:sldMk cId="1522789995" sldId="379"/>
            <ac:picMk id="7" creationId="{5B8D53DE-5E89-492C-AB3F-992EDF533246}"/>
          </ac:picMkLst>
        </pc:picChg>
        <pc:picChg chg="add mod">
          <ac:chgData name="鈴木 秀規" userId="f68c5fd9-22d5-4c0a-9833-7fb0f5135313" providerId="ADAL" clId="{1E1EFADE-4A0B-47B8-8EF8-2E15F0F63983}" dt="2021-01-29T01:31:45.055" v="609" actId="1076"/>
          <ac:picMkLst>
            <pc:docMk/>
            <pc:sldMk cId="1522789995" sldId="379"/>
            <ac:picMk id="8" creationId="{6886DC06-D860-429F-AF57-23F706114EF2}"/>
          </ac:picMkLst>
        </pc:picChg>
        <pc:picChg chg="add mod">
          <ac:chgData name="鈴木 秀規" userId="f68c5fd9-22d5-4c0a-9833-7fb0f5135313" providerId="ADAL" clId="{1E1EFADE-4A0B-47B8-8EF8-2E15F0F63983}" dt="2021-01-29T01:31:45.055" v="609" actId="1076"/>
          <ac:picMkLst>
            <pc:docMk/>
            <pc:sldMk cId="1522789995" sldId="379"/>
            <ac:picMk id="9" creationId="{E7973784-610E-4D2C-90D5-65D99D3BEAD7}"/>
          </ac:picMkLst>
        </pc:picChg>
        <pc:cxnChg chg="add mod">
          <ac:chgData name="鈴木 秀規" userId="f68c5fd9-22d5-4c0a-9833-7fb0f5135313" providerId="ADAL" clId="{1E1EFADE-4A0B-47B8-8EF8-2E15F0F63983}" dt="2021-01-29T01:31:56.654" v="612" actId="1076"/>
          <ac:cxnSpMkLst>
            <pc:docMk/>
            <pc:sldMk cId="1522789995" sldId="379"/>
            <ac:cxnSpMk id="10" creationId="{9FD8A83F-0C7B-4386-9431-8CBC5A6D624A}"/>
          </ac:cxnSpMkLst>
        </pc:cxnChg>
        <pc:cxnChg chg="add mod">
          <ac:chgData name="鈴木 秀規" userId="f68c5fd9-22d5-4c0a-9833-7fb0f5135313" providerId="ADAL" clId="{1E1EFADE-4A0B-47B8-8EF8-2E15F0F63983}" dt="2021-01-29T01:31:56.654" v="612" actId="1076"/>
          <ac:cxnSpMkLst>
            <pc:docMk/>
            <pc:sldMk cId="1522789995" sldId="379"/>
            <ac:cxnSpMk id="11" creationId="{03496B72-C39A-4F65-937D-ADFDADC91199}"/>
          </ac:cxnSpMkLst>
        </pc:cxnChg>
        <pc:cxnChg chg="add mod">
          <ac:chgData name="鈴木 秀規" userId="f68c5fd9-22d5-4c0a-9833-7fb0f5135313" providerId="ADAL" clId="{1E1EFADE-4A0B-47B8-8EF8-2E15F0F63983}" dt="2021-01-29T01:31:56.654" v="612" actId="1076"/>
          <ac:cxnSpMkLst>
            <pc:docMk/>
            <pc:sldMk cId="1522789995" sldId="379"/>
            <ac:cxnSpMk id="12" creationId="{FD33321A-A1F1-4A21-9655-8480DD7F1288}"/>
          </ac:cxnSpMkLst>
        </pc:cxnChg>
      </pc:sldChg>
      <pc:sldChg chg="del">
        <pc:chgData name="鈴木 秀規" userId="f68c5fd9-22d5-4c0a-9833-7fb0f5135313" providerId="ADAL" clId="{1E1EFADE-4A0B-47B8-8EF8-2E15F0F63983}" dt="2021-01-29T00:11:30.439" v="27" actId="2696"/>
        <pc:sldMkLst>
          <pc:docMk/>
          <pc:sldMk cId="1295816778" sldId="380"/>
        </pc:sldMkLst>
      </pc:sldChg>
      <pc:sldChg chg="addSp modSp new mod">
        <pc:chgData name="鈴木 秀規" userId="f68c5fd9-22d5-4c0a-9833-7fb0f5135313" providerId="ADAL" clId="{1E1EFADE-4A0B-47B8-8EF8-2E15F0F63983}" dt="2021-01-29T01:38:44.510" v="671" actId="207"/>
        <pc:sldMkLst>
          <pc:docMk/>
          <pc:sldMk cId="3157073252" sldId="380"/>
        </pc:sldMkLst>
        <pc:spChg chg="mod">
          <ac:chgData name="鈴木 秀規" userId="f68c5fd9-22d5-4c0a-9833-7fb0f5135313" providerId="ADAL" clId="{1E1EFADE-4A0B-47B8-8EF8-2E15F0F63983}" dt="2021-01-29T01:32:55.606" v="625"/>
          <ac:spMkLst>
            <pc:docMk/>
            <pc:sldMk cId="3157073252" sldId="380"/>
            <ac:spMk id="3" creationId="{26A2C7A4-585F-42BD-BB49-B81AA12576C7}"/>
          </ac:spMkLst>
        </pc:spChg>
        <pc:spChg chg="mod">
          <ac:chgData name="鈴木 秀規" userId="f68c5fd9-22d5-4c0a-9833-7fb0f5135313" providerId="ADAL" clId="{1E1EFADE-4A0B-47B8-8EF8-2E15F0F63983}" dt="2021-01-29T01:34:26.445" v="629" actId="14100"/>
          <ac:spMkLst>
            <pc:docMk/>
            <pc:sldMk cId="3157073252" sldId="380"/>
            <ac:spMk id="5" creationId="{C2FAA142-CEE0-4D0B-B85B-5F9B477E6726}"/>
          </ac:spMkLst>
        </pc:spChg>
        <pc:spChg chg="add mod">
          <ac:chgData name="鈴木 秀規" userId="f68c5fd9-22d5-4c0a-9833-7fb0f5135313" providerId="ADAL" clId="{1E1EFADE-4A0B-47B8-8EF8-2E15F0F63983}" dt="2021-01-29T01:36:22.602" v="639" actId="20577"/>
          <ac:spMkLst>
            <pc:docMk/>
            <pc:sldMk cId="3157073252" sldId="380"/>
            <ac:spMk id="13" creationId="{D0595172-2769-43DE-A2C2-94996B5F1E88}"/>
          </ac:spMkLst>
        </pc:spChg>
        <pc:spChg chg="add mod">
          <ac:chgData name="鈴木 秀規" userId="f68c5fd9-22d5-4c0a-9833-7fb0f5135313" providerId="ADAL" clId="{1E1EFADE-4A0B-47B8-8EF8-2E15F0F63983}" dt="2021-01-29T01:36:25.495" v="640" actId="20577"/>
          <ac:spMkLst>
            <pc:docMk/>
            <pc:sldMk cId="3157073252" sldId="380"/>
            <ac:spMk id="14" creationId="{7200324B-7306-4747-B0EE-19EC9A436340}"/>
          </ac:spMkLst>
        </pc:spChg>
        <pc:spChg chg="add mod">
          <ac:chgData name="鈴木 秀規" userId="f68c5fd9-22d5-4c0a-9833-7fb0f5135313" providerId="ADAL" clId="{1E1EFADE-4A0B-47B8-8EF8-2E15F0F63983}" dt="2021-01-29T01:36:30.401" v="641" actId="20577"/>
          <ac:spMkLst>
            <pc:docMk/>
            <pc:sldMk cId="3157073252" sldId="380"/>
            <ac:spMk id="15" creationId="{F93E6F49-0FA4-45D6-AC25-2EE73AE0CA77}"/>
          </ac:spMkLst>
        </pc:spChg>
        <pc:spChg chg="add mod">
          <ac:chgData name="鈴木 秀規" userId="f68c5fd9-22d5-4c0a-9833-7fb0f5135313" providerId="ADAL" clId="{1E1EFADE-4A0B-47B8-8EF8-2E15F0F63983}" dt="2021-01-29T01:35:07.532" v="630"/>
          <ac:spMkLst>
            <pc:docMk/>
            <pc:sldMk cId="3157073252" sldId="380"/>
            <ac:spMk id="16" creationId="{B463895B-AE89-43EC-A968-4281BD9962F3}"/>
          </ac:spMkLst>
        </pc:spChg>
        <pc:spChg chg="add mod">
          <ac:chgData name="鈴木 秀規" userId="f68c5fd9-22d5-4c0a-9833-7fb0f5135313" providerId="ADAL" clId="{1E1EFADE-4A0B-47B8-8EF8-2E15F0F63983}" dt="2021-01-29T01:35:07.532" v="630"/>
          <ac:spMkLst>
            <pc:docMk/>
            <pc:sldMk cId="3157073252" sldId="380"/>
            <ac:spMk id="17" creationId="{090DD37D-7CDD-47E3-8444-E2254EFDBD2E}"/>
          </ac:spMkLst>
        </pc:spChg>
        <pc:spChg chg="add mod">
          <ac:chgData name="鈴木 秀規" userId="f68c5fd9-22d5-4c0a-9833-7fb0f5135313" providerId="ADAL" clId="{1E1EFADE-4A0B-47B8-8EF8-2E15F0F63983}" dt="2021-01-29T01:35:07.532" v="630"/>
          <ac:spMkLst>
            <pc:docMk/>
            <pc:sldMk cId="3157073252" sldId="380"/>
            <ac:spMk id="18" creationId="{FABF4ED0-41B7-4565-9892-8451B641DE4C}"/>
          </ac:spMkLst>
        </pc:spChg>
        <pc:spChg chg="add mod">
          <ac:chgData name="鈴木 秀規" userId="f68c5fd9-22d5-4c0a-9833-7fb0f5135313" providerId="ADAL" clId="{1E1EFADE-4A0B-47B8-8EF8-2E15F0F63983}" dt="2021-01-29T01:36:13.186" v="638" actId="14100"/>
          <ac:spMkLst>
            <pc:docMk/>
            <pc:sldMk cId="3157073252" sldId="380"/>
            <ac:spMk id="23" creationId="{C0DF2BD5-DE84-431F-89AE-08BF547400A9}"/>
          </ac:spMkLst>
        </pc:spChg>
        <pc:spChg chg="add mod">
          <ac:chgData name="鈴木 秀規" userId="f68c5fd9-22d5-4c0a-9833-7fb0f5135313" providerId="ADAL" clId="{1E1EFADE-4A0B-47B8-8EF8-2E15F0F63983}" dt="2021-01-29T01:37:31.322" v="653" actId="1076"/>
          <ac:spMkLst>
            <pc:docMk/>
            <pc:sldMk cId="3157073252" sldId="380"/>
            <ac:spMk id="24" creationId="{36A059BB-03B2-4594-B5A8-FBD4EEBF99A6}"/>
          </ac:spMkLst>
        </pc:spChg>
        <pc:spChg chg="add mod">
          <ac:chgData name="鈴木 秀規" userId="f68c5fd9-22d5-4c0a-9833-7fb0f5135313" providerId="ADAL" clId="{1E1EFADE-4A0B-47B8-8EF8-2E15F0F63983}" dt="2021-01-29T01:38:44.510" v="671" actId="207"/>
          <ac:spMkLst>
            <pc:docMk/>
            <pc:sldMk cId="3157073252" sldId="380"/>
            <ac:spMk id="29" creationId="{3BC98EFC-4B0D-4C39-AEB8-43529F519F78}"/>
          </ac:spMkLst>
        </pc:spChg>
        <pc:spChg chg="add mod">
          <ac:chgData name="鈴木 秀規" userId="f68c5fd9-22d5-4c0a-9833-7fb0f5135313" providerId="ADAL" clId="{1E1EFADE-4A0B-47B8-8EF8-2E15F0F63983}" dt="2021-01-29T01:38:21.644" v="666" actId="14100"/>
          <ac:spMkLst>
            <pc:docMk/>
            <pc:sldMk cId="3157073252" sldId="380"/>
            <ac:spMk id="30" creationId="{E81DC852-DA8C-4A04-8DB3-EF648B498E05}"/>
          </ac:spMkLst>
        </pc:spChg>
        <pc:picChg chg="add mod">
          <ac:chgData name="鈴木 秀規" userId="f68c5fd9-22d5-4c0a-9833-7fb0f5135313" providerId="ADAL" clId="{1E1EFADE-4A0B-47B8-8EF8-2E15F0F63983}" dt="2021-01-29T01:35:46.377" v="632" actId="1076"/>
          <ac:picMkLst>
            <pc:docMk/>
            <pc:sldMk cId="3157073252" sldId="380"/>
            <ac:picMk id="6" creationId="{52E4BB51-51E0-4750-900F-52D204DBC981}"/>
          </ac:picMkLst>
        </pc:picChg>
        <pc:picChg chg="add mod">
          <ac:chgData name="鈴木 秀規" userId="f68c5fd9-22d5-4c0a-9833-7fb0f5135313" providerId="ADAL" clId="{1E1EFADE-4A0B-47B8-8EF8-2E15F0F63983}" dt="2021-01-29T01:35:16.474" v="631" actId="1076"/>
          <ac:picMkLst>
            <pc:docMk/>
            <pc:sldMk cId="3157073252" sldId="380"/>
            <ac:picMk id="7" creationId="{79C8835B-185C-42B3-B6AD-4C0F91BDCDAC}"/>
          </ac:picMkLst>
        </pc:picChg>
        <pc:picChg chg="add mod">
          <ac:chgData name="鈴木 秀規" userId="f68c5fd9-22d5-4c0a-9833-7fb0f5135313" providerId="ADAL" clId="{1E1EFADE-4A0B-47B8-8EF8-2E15F0F63983}" dt="2021-01-29T01:35:07.532" v="630"/>
          <ac:picMkLst>
            <pc:docMk/>
            <pc:sldMk cId="3157073252" sldId="380"/>
            <ac:picMk id="8" creationId="{E71AB80C-D78C-4FEE-B8AB-A84D0C4B86CA}"/>
          </ac:picMkLst>
        </pc:picChg>
        <pc:picChg chg="add mod">
          <ac:chgData name="鈴木 秀規" userId="f68c5fd9-22d5-4c0a-9833-7fb0f5135313" providerId="ADAL" clId="{1E1EFADE-4A0B-47B8-8EF8-2E15F0F63983}" dt="2021-01-29T01:35:07.532" v="630"/>
          <ac:picMkLst>
            <pc:docMk/>
            <pc:sldMk cId="3157073252" sldId="380"/>
            <ac:picMk id="9" creationId="{D4B0B635-23DD-499E-BE8F-6306533ACB5F}"/>
          </ac:picMkLst>
        </pc:picChg>
        <pc:cxnChg chg="add mod">
          <ac:chgData name="鈴木 秀規" userId="f68c5fd9-22d5-4c0a-9833-7fb0f5135313" providerId="ADAL" clId="{1E1EFADE-4A0B-47B8-8EF8-2E15F0F63983}" dt="2021-01-29T01:35:46.377" v="632" actId="1076"/>
          <ac:cxnSpMkLst>
            <pc:docMk/>
            <pc:sldMk cId="3157073252" sldId="380"/>
            <ac:cxnSpMk id="10" creationId="{4143D2CB-3498-4BD1-A424-5B86192F18C9}"/>
          </ac:cxnSpMkLst>
        </pc:cxnChg>
        <pc:cxnChg chg="add mod">
          <ac:chgData name="鈴木 秀規" userId="f68c5fd9-22d5-4c0a-9833-7fb0f5135313" providerId="ADAL" clId="{1E1EFADE-4A0B-47B8-8EF8-2E15F0F63983}" dt="2021-01-29T01:35:46.377" v="632" actId="1076"/>
          <ac:cxnSpMkLst>
            <pc:docMk/>
            <pc:sldMk cId="3157073252" sldId="380"/>
            <ac:cxnSpMk id="11" creationId="{2486108F-1E2D-4254-BA54-8976C5C43691}"/>
          </ac:cxnSpMkLst>
        </pc:cxnChg>
        <pc:cxnChg chg="add mod">
          <ac:chgData name="鈴木 秀規" userId="f68c5fd9-22d5-4c0a-9833-7fb0f5135313" providerId="ADAL" clId="{1E1EFADE-4A0B-47B8-8EF8-2E15F0F63983}" dt="2021-01-29T01:35:46.377" v="632" actId="1076"/>
          <ac:cxnSpMkLst>
            <pc:docMk/>
            <pc:sldMk cId="3157073252" sldId="380"/>
            <ac:cxnSpMk id="12" creationId="{09A01396-16C3-4941-8DBB-855F823E2F76}"/>
          </ac:cxnSpMkLst>
        </pc:cxnChg>
        <pc:cxnChg chg="add mod">
          <ac:chgData name="鈴木 秀規" userId="f68c5fd9-22d5-4c0a-9833-7fb0f5135313" providerId="ADAL" clId="{1E1EFADE-4A0B-47B8-8EF8-2E15F0F63983}" dt="2021-01-29T01:37:23.515" v="652" actId="14100"/>
          <ac:cxnSpMkLst>
            <pc:docMk/>
            <pc:sldMk cId="3157073252" sldId="380"/>
            <ac:cxnSpMk id="25" creationId="{EE6A11BA-A89E-4537-866B-E7C3C52F89B8}"/>
          </ac:cxnSpMkLst>
        </pc:cxnChg>
      </pc:sldChg>
      <pc:sldChg chg="del">
        <pc:chgData name="鈴木 秀規" userId="f68c5fd9-22d5-4c0a-9833-7fb0f5135313" providerId="ADAL" clId="{1E1EFADE-4A0B-47B8-8EF8-2E15F0F63983}" dt="2021-01-29T00:11:30.439" v="27" actId="2696"/>
        <pc:sldMkLst>
          <pc:docMk/>
          <pc:sldMk cId="1094552731" sldId="381"/>
        </pc:sldMkLst>
      </pc:sldChg>
      <pc:sldChg chg="modSp new mod">
        <pc:chgData name="鈴木 秀規" userId="f68c5fd9-22d5-4c0a-9833-7fb0f5135313" providerId="ADAL" clId="{1E1EFADE-4A0B-47B8-8EF8-2E15F0F63983}" dt="2021-01-29T01:40:32.688" v="690" actId="207"/>
        <pc:sldMkLst>
          <pc:docMk/>
          <pc:sldMk cId="3693878349" sldId="381"/>
        </pc:sldMkLst>
        <pc:spChg chg="mod">
          <ac:chgData name="鈴木 秀規" userId="f68c5fd9-22d5-4c0a-9833-7fb0f5135313" providerId="ADAL" clId="{1E1EFADE-4A0B-47B8-8EF8-2E15F0F63983}" dt="2021-01-29T01:39:34.266" v="673"/>
          <ac:spMkLst>
            <pc:docMk/>
            <pc:sldMk cId="3693878349" sldId="381"/>
            <ac:spMk id="3" creationId="{715AA506-91D5-4D88-9A4D-8AE60D368292}"/>
          </ac:spMkLst>
        </pc:spChg>
        <pc:spChg chg="mod">
          <ac:chgData name="鈴木 秀規" userId="f68c5fd9-22d5-4c0a-9833-7fb0f5135313" providerId="ADAL" clId="{1E1EFADE-4A0B-47B8-8EF8-2E15F0F63983}" dt="2021-01-29T01:40:32.688" v="690" actId="207"/>
          <ac:spMkLst>
            <pc:docMk/>
            <pc:sldMk cId="3693878349" sldId="381"/>
            <ac:spMk id="5" creationId="{AD3928C4-C2BF-49D4-A2FF-CDBD28F19883}"/>
          </ac:spMkLst>
        </pc:spChg>
      </pc:sldChg>
      <pc:sldChg chg="del">
        <pc:chgData name="鈴木 秀規" userId="f68c5fd9-22d5-4c0a-9833-7fb0f5135313" providerId="ADAL" clId="{1E1EFADE-4A0B-47B8-8EF8-2E15F0F63983}" dt="2021-01-29T00:11:30.439" v="27" actId="2696"/>
        <pc:sldMkLst>
          <pc:docMk/>
          <pc:sldMk cId="3093851719" sldId="382"/>
        </pc:sldMkLst>
      </pc:sldChg>
      <pc:sldChg chg="del">
        <pc:chgData name="鈴木 秀規" userId="f68c5fd9-22d5-4c0a-9833-7fb0f5135313" providerId="ADAL" clId="{1E1EFADE-4A0B-47B8-8EF8-2E15F0F63983}" dt="2021-01-29T00:11:30.439" v="27" actId="2696"/>
        <pc:sldMkLst>
          <pc:docMk/>
          <pc:sldMk cId="248645521" sldId="383"/>
        </pc:sldMkLst>
      </pc:sldChg>
      <pc:sldChg chg="del">
        <pc:chgData name="鈴木 秀規" userId="f68c5fd9-22d5-4c0a-9833-7fb0f5135313" providerId="ADAL" clId="{1E1EFADE-4A0B-47B8-8EF8-2E15F0F63983}" dt="2021-01-29T00:11:30.439" v="27" actId="2696"/>
        <pc:sldMkLst>
          <pc:docMk/>
          <pc:sldMk cId="7551430" sldId="384"/>
        </pc:sldMkLst>
      </pc:sldChg>
    </pc:docChg>
  </pc:docChgLst>
  <pc:docChgLst>
    <pc:chgData name="松本 　諒" userId="fac9f236-0781-4e61-8b73-684b662c3ab5" providerId="ADAL" clId="{5597D6D7-0E7C-4FB1-9FB9-09461CD41768}"/>
    <pc:docChg chg="undo custSel addSld modSld">
      <pc:chgData name="松本 　諒" userId="fac9f236-0781-4e61-8b73-684b662c3ab5" providerId="ADAL" clId="{5597D6D7-0E7C-4FB1-9FB9-09461CD41768}" dt="2023-03-23T23:59:35.049" v="4143" actId="5793"/>
      <pc:docMkLst>
        <pc:docMk/>
      </pc:docMkLst>
      <pc:sldChg chg="modSp mod">
        <pc:chgData name="松本 　諒" userId="fac9f236-0781-4e61-8b73-684b662c3ab5" providerId="ADAL" clId="{5597D6D7-0E7C-4FB1-9FB9-09461CD41768}" dt="2023-03-23T23:58:00.257" v="4126"/>
        <pc:sldMkLst>
          <pc:docMk/>
          <pc:sldMk cId="1668843990" sldId="360"/>
        </pc:sldMkLst>
        <pc:spChg chg="mod">
          <ac:chgData name="松本 　諒" userId="fac9f236-0781-4e61-8b73-684b662c3ab5" providerId="ADAL" clId="{5597D6D7-0E7C-4FB1-9FB9-09461CD41768}" dt="2023-03-23T23:56:46.414" v="3973" actId="20577"/>
          <ac:spMkLst>
            <pc:docMk/>
            <pc:sldMk cId="1668843990" sldId="360"/>
            <ac:spMk id="7" creationId="{F3941853-6FD3-4122-A071-E1BCBCDF59D4}"/>
          </ac:spMkLst>
        </pc:spChg>
        <pc:spChg chg="mod">
          <ac:chgData name="松本 　諒" userId="fac9f236-0781-4e61-8b73-684b662c3ab5" providerId="ADAL" clId="{5597D6D7-0E7C-4FB1-9FB9-09461CD41768}" dt="2023-03-23T23:58:00.257" v="4126"/>
          <ac:spMkLst>
            <pc:docMk/>
            <pc:sldMk cId="1668843990" sldId="360"/>
            <ac:spMk id="9" creationId="{A4832727-EA7F-44D6-A9F2-E4AE0246960A}"/>
          </ac:spMkLst>
        </pc:spChg>
      </pc:sldChg>
      <pc:sldChg chg="modSp mod">
        <pc:chgData name="松本 　諒" userId="fac9f236-0781-4e61-8b73-684b662c3ab5" providerId="ADAL" clId="{5597D6D7-0E7C-4FB1-9FB9-09461CD41768}" dt="2023-03-23T23:59:35.049" v="4143" actId="5793"/>
        <pc:sldMkLst>
          <pc:docMk/>
          <pc:sldMk cId="267129399" sldId="361"/>
        </pc:sldMkLst>
        <pc:spChg chg="mod">
          <ac:chgData name="松本 　諒" userId="fac9f236-0781-4e61-8b73-684b662c3ab5" providerId="ADAL" clId="{5597D6D7-0E7C-4FB1-9FB9-09461CD41768}" dt="2023-03-23T23:59:35.049" v="4143" actId="5793"/>
          <ac:spMkLst>
            <pc:docMk/>
            <pc:sldMk cId="267129399" sldId="361"/>
            <ac:spMk id="6" creationId="{D0F3BEAC-A5EA-4EE4-95C7-0AEC1107FD29}"/>
          </ac:spMkLst>
        </pc:spChg>
      </pc:sldChg>
      <pc:sldChg chg="delSp modSp mod">
        <pc:chgData name="松本 　諒" userId="fac9f236-0781-4e61-8b73-684b662c3ab5" providerId="ADAL" clId="{5597D6D7-0E7C-4FB1-9FB9-09461CD41768}" dt="2023-03-23T03:43:46.054" v="106" actId="20577"/>
        <pc:sldMkLst>
          <pc:docMk/>
          <pc:sldMk cId="2297697325" sldId="432"/>
        </pc:sldMkLst>
        <pc:spChg chg="mod">
          <ac:chgData name="松本 　諒" userId="fac9f236-0781-4e61-8b73-684b662c3ab5" providerId="ADAL" clId="{5597D6D7-0E7C-4FB1-9FB9-09461CD41768}" dt="2023-03-23T03:43:46.054" v="106" actId="20577"/>
          <ac:spMkLst>
            <pc:docMk/>
            <pc:sldMk cId="2297697325" sldId="432"/>
            <ac:spMk id="5" creationId="{91B90E57-9F8E-ABB4-4FB2-BE2F76DC2118}"/>
          </ac:spMkLst>
        </pc:spChg>
        <pc:graphicFrameChg chg="del">
          <ac:chgData name="松本 　諒" userId="fac9f236-0781-4e61-8b73-684b662c3ab5" providerId="ADAL" clId="{5597D6D7-0E7C-4FB1-9FB9-09461CD41768}" dt="2023-03-23T03:43:11.734" v="98" actId="21"/>
          <ac:graphicFrameMkLst>
            <pc:docMk/>
            <pc:sldMk cId="2297697325" sldId="432"/>
            <ac:graphicFrameMk id="6" creationId="{F9280181-BF81-C018-70FB-81EBE7A9C6C5}"/>
          </ac:graphicFrameMkLst>
        </pc:graphicFrameChg>
      </pc:sldChg>
      <pc:sldChg chg="addSp modSp new mod">
        <pc:chgData name="松本 　諒" userId="fac9f236-0781-4e61-8b73-684b662c3ab5" providerId="ADAL" clId="{5597D6D7-0E7C-4FB1-9FB9-09461CD41768}" dt="2023-03-23T06:09:15.558" v="2500" actId="1036"/>
        <pc:sldMkLst>
          <pc:docMk/>
          <pc:sldMk cId="1806726187" sldId="434"/>
        </pc:sldMkLst>
        <pc:spChg chg="mod">
          <ac:chgData name="松本 　諒" userId="fac9f236-0781-4e61-8b73-684b662c3ab5" providerId="ADAL" clId="{5597D6D7-0E7C-4FB1-9FB9-09461CD41768}" dt="2023-03-23T02:13:40.733" v="97"/>
          <ac:spMkLst>
            <pc:docMk/>
            <pc:sldMk cId="1806726187" sldId="434"/>
            <ac:spMk id="3" creationId="{4E4459F3-17B9-AA4A-6B9C-FE76F762E24F}"/>
          </ac:spMkLst>
        </pc:spChg>
        <pc:spChg chg="mod">
          <ac:chgData name="松本 　諒" userId="fac9f236-0781-4e61-8b73-684b662c3ab5" providerId="ADAL" clId="{5597D6D7-0E7C-4FB1-9FB9-09461CD41768}" dt="2023-03-23T06:08:57.697" v="2494" actId="1035"/>
          <ac:spMkLst>
            <pc:docMk/>
            <pc:sldMk cId="1806726187" sldId="434"/>
            <ac:spMk id="5" creationId="{09A8BFC0-AFDC-7DB0-F43E-52CEE08C5711}"/>
          </ac:spMkLst>
        </pc:spChg>
        <pc:spChg chg="add mod">
          <ac:chgData name="松本 　諒" userId="fac9f236-0781-4e61-8b73-684b662c3ab5" providerId="ADAL" clId="{5597D6D7-0E7C-4FB1-9FB9-09461CD41768}" dt="2023-03-23T06:09:15.558" v="2500" actId="1036"/>
          <ac:spMkLst>
            <pc:docMk/>
            <pc:sldMk cId="1806726187" sldId="434"/>
            <ac:spMk id="8" creationId="{265192C7-37AC-CD91-FCA8-D773032CDDB0}"/>
          </ac:spMkLst>
        </pc:spChg>
        <pc:graphicFrameChg chg="add mod ord modGraphic">
          <ac:chgData name="松本 　諒" userId="fac9f236-0781-4e61-8b73-684b662c3ab5" providerId="ADAL" clId="{5597D6D7-0E7C-4FB1-9FB9-09461CD41768}" dt="2023-03-23T06:08:16.601" v="2484" actId="14100"/>
          <ac:graphicFrameMkLst>
            <pc:docMk/>
            <pc:sldMk cId="1806726187" sldId="434"/>
            <ac:graphicFrameMk id="6" creationId="{BA850AA5-0370-6253-F16C-4A1FB8527C5F}"/>
          </ac:graphicFrameMkLst>
        </pc:graphicFrameChg>
        <pc:graphicFrameChg chg="add mod modGraphic">
          <ac:chgData name="松本 　諒" userId="fac9f236-0781-4e61-8b73-684b662c3ab5" providerId="ADAL" clId="{5597D6D7-0E7C-4FB1-9FB9-09461CD41768}" dt="2023-03-23T06:08:57.697" v="2494" actId="1035"/>
          <ac:graphicFrameMkLst>
            <pc:docMk/>
            <pc:sldMk cId="1806726187" sldId="434"/>
            <ac:graphicFrameMk id="7" creationId="{CA123B46-5ACB-79FB-78C9-AE79426B4A4E}"/>
          </ac:graphicFrameMkLst>
        </pc:graphicFrameChg>
      </pc:sldChg>
      <pc:sldChg chg="addSp delSp modSp new mod">
        <pc:chgData name="松本 　諒" userId="fac9f236-0781-4e61-8b73-684b662c3ab5" providerId="ADAL" clId="{5597D6D7-0E7C-4FB1-9FB9-09461CD41768}" dt="2023-03-23T07:01:42.626" v="3972" actId="1035"/>
        <pc:sldMkLst>
          <pc:docMk/>
          <pc:sldMk cId="1681545897" sldId="435"/>
        </pc:sldMkLst>
        <pc:spChg chg="mod">
          <ac:chgData name="松本 　諒" userId="fac9f236-0781-4e61-8b73-684b662c3ab5" providerId="ADAL" clId="{5597D6D7-0E7C-4FB1-9FB9-09461CD41768}" dt="2023-03-23T06:13:27.193" v="2594"/>
          <ac:spMkLst>
            <pc:docMk/>
            <pc:sldMk cId="1681545897" sldId="435"/>
            <ac:spMk id="3" creationId="{B38D617D-A745-CFD3-A7CE-950C283090D2}"/>
          </ac:spMkLst>
        </pc:spChg>
        <pc:spChg chg="mod">
          <ac:chgData name="松本 　諒" userId="fac9f236-0781-4e61-8b73-684b662c3ab5" providerId="ADAL" clId="{5597D6D7-0E7C-4FB1-9FB9-09461CD41768}" dt="2023-03-23T07:01:32.071" v="3963"/>
          <ac:spMkLst>
            <pc:docMk/>
            <pc:sldMk cId="1681545897" sldId="435"/>
            <ac:spMk id="5" creationId="{EA50F904-7CE0-CE6B-DF48-F83A45A3774F}"/>
          </ac:spMkLst>
        </pc:spChg>
        <pc:spChg chg="add mod">
          <ac:chgData name="松本 　諒" userId="fac9f236-0781-4e61-8b73-684b662c3ab5" providerId="ADAL" clId="{5597D6D7-0E7C-4FB1-9FB9-09461CD41768}" dt="2023-03-23T07:01:42.626" v="3972" actId="1035"/>
          <ac:spMkLst>
            <pc:docMk/>
            <pc:sldMk cId="1681545897" sldId="435"/>
            <ac:spMk id="6" creationId="{A07C8AC3-A2FD-43A3-F5FB-04C582DB46CC}"/>
          </ac:spMkLst>
        </pc:spChg>
        <pc:spChg chg="add del">
          <ac:chgData name="松本 　諒" userId="fac9f236-0781-4e61-8b73-684b662c3ab5" providerId="ADAL" clId="{5597D6D7-0E7C-4FB1-9FB9-09461CD41768}" dt="2023-03-23T06:40:00.269" v="2601" actId="478"/>
          <ac:spMkLst>
            <pc:docMk/>
            <pc:sldMk cId="1681545897" sldId="435"/>
            <ac:spMk id="7" creationId="{BC488050-D568-8162-1ABC-6BC6FD69A284}"/>
          </ac:spMkLst>
        </pc:spChg>
        <pc:spChg chg="add mod">
          <ac:chgData name="松本 　諒" userId="fac9f236-0781-4e61-8b73-684b662c3ab5" providerId="ADAL" clId="{5597D6D7-0E7C-4FB1-9FB9-09461CD41768}" dt="2023-03-23T07:01:42.626" v="3972" actId="1035"/>
          <ac:spMkLst>
            <pc:docMk/>
            <pc:sldMk cId="1681545897" sldId="435"/>
            <ac:spMk id="8" creationId="{38CD067A-8498-5D35-0E80-4F25A300C1CC}"/>
          </ac:spMkLst>
        </pc:spChg>
        <pc:spChg chg="add mod">
          <ac:chgData name="松本 　諒" userId="fac9f236-0781-4e61-8b73-684b662c3ab5" providerId="ADAL" clId="{5597D6D7-0E7C-4FB1-9FB9-09461CD41768}" dt="2023-03-23T07:01:42.626" v="3972" actId="1035"/>
          <ac:spMkLst>
            <pc:docMk/>
            <pc:sldMk cId="1681545897" sldId="435"/>
            <ac:spMk id="9" creationId="{2C8B8601-CD64-1163-8944-C22FEF5F261C}"/>
          </ac:spMkLst>
        </pc:spChg>
        <pc:spChg chg="add mod">
          <ac:chgData name="松本 　諒" userId="fac9f236-0781-4e61-8b73-684b662c3ab5" providerId="ADAL" clId="{5597D6D7-0E7C-4FB1-9FB9-09461CD41768}" dt="2023-03-23T07:01:42.626" v="3972" actId="1035"/>
          <ac:spMkLst>
            <pc:docMk/>
            <pc:sldMk cId="1681545897" sldId="435"/>
            <ac:spMk id="10" creationId="{9DE7D827-5784-4D73-E0D7-39A2FA2A3123}"/>
          </ac:spMkLst>
        </pc:spChg>
      </pc:sldChg>
    </pc:docChg>
  </pc:docChgLst>
  <pc:docChgLst>
    <pc:chgData name="菊地 燈" userId="da1cf00e-85b3-4cd7-9f88-eb38295f0f42" providerId="ADAL" clId="{FA16C93C-7231-4956-ADB6-5ED0F04359AC}"/>
    <pc:docChg chg="undo custSel modSld">
      <pc:chgData name="菊地 燈" userId="da1cf00e-85b3-4cd7-9f88-eb38295f0f42" providerId="ADAL" clId="{FA16C93C-7231-4956-ADB6-5ED0F04359AC}" dt="2022-04-04T04:48:51.482" v="31"/>
      <pc:docMkLst>
        <pc:docMk/>
      </pc:docMkLst>
      <pc:sldChg chg="modSp mod">
        <pc:chgData name="菊地 燈" userId="da1cf00e-85b3-4cd7-9f88-eb38295f0f42" providerId="ADAL" clId="{FA16C93C-7231-4956-ADB6-5ED0F04359AC}" dt="2022-04-04T04:48:51.482" v="31"/>
        <pc:sldMkLst>
          <pc:docMk/>
          <pc:sldMk cId="3266521402" sldId="373"/>
        </pc:sldMkLst>
        <pc:spChg chg="mod">
          <ac:chgData name="菊地 燈" userId="da1cf00e-85b3-4cd7-9f88-eb38295f0f42" providerId="ADAL" clId="{FA16C93C-7231-4956-ADB6-5ED0F04359AC}" dt="2022-04-04T04:48:51.482" v="31"/>
          <ac:spMkLst>
            <pc:docMk/>
            <pc:sldMk cId="3266521402" sldId="373"/>
            <ac:spMk id="12" creationId="{5169CDA8-ABA5-4379-A67F-D10079352A3C}"/>
          </ac:spMkLst>
        </pc:spChg>
      </pc:sldChg>
    </pc:docChg>
  </pc:docChgLst>
  <pc:docChgLst>
    <pc:chgData name="鈴木 秀規" userId="f68c5fd9-22d5-4c0a-9833-7fb0f5135313" providerId="ADAL" clId="{F575BF5D-9AAF-4582-948B-24FD2BFE6BEB}"/>
    <pc:docChg chg="undo custSel addSld delSld modSld">
      <pc:chgData name="鈴木 秀規" userId="f68c5fd9-22d5-4c0a-9833-7fb0f5135313" providerId="ADAL" clId="{F575BF5D-9AAF-4582-948B-24FD2BFE6BEB}" dt="2021-01-29T04:31:07.658" v="563" actId="12"/>
      <pc:docMkLst>
        <pc:docMk/>
      </pc:docMkLst>
      <pc:sldChg chg="modSp mod">
        <pc:chgData name="鈴木 秀規" userId="f68c5fd9-22d5-4c0a-9833-7fb0f5135313" providerId="ADAL" clId="{F575BF5D-9AAF-4582-948B-24FD2BFE6BEB}" dt="2021-01-29T03:53:09.400" v="17" actId="20577"/>
        <pc:sldMkLst>
          <pc:docMk/>
          <pc:sldMk cId="0" sldId="256"/>
        </pc:sldMkLst>
        <pc:spChg chg="mod">
          <ac:chgData name="鈴木 秀規" userId="f68c5fd9-22d5-4c0a-9833-7fb0f5135313" providerId="ADAL" clId="{F575BF5D-9AAF-4582-948B-24FD2BFE6BEB}" dt="2021-01-29T03:53:09.400" v="17" actId="20577"/>
          <ac:spMkLst>
            <pc:docMk/>
            <pc:sldMk cId="0" sldId="256"/>
            <ac:spMk id="56" creationId="{00000000-0000-0000-0000-000000000000}"/>
          </ac:spMkLst>
        </pc:spChg>
      </pc:sldChg>
      <pc:sldChg chg="addSp delSp modSp mod">
        <pc:chgData name="鈴木 秀規" userId="f68c5fd9-22d5-4c0a-9833-7fb0f5135313" providerId="ADAL" clId="{F575BF5D-9AAF-4582-948B-24FD2BFE6BEB}" dt="2021-01-29T03:57:52.873" v="187" actId="1076"/>
        <pc:sldMkLst>
          <pc:docMk/>
          <pc:sldMk cId="2397736379" sldId="363"/>
        </pc:sldMkLst>
        <pc:spChg chg="mod">
          <ac:chgData name="鈴木 秀規" userId="f68c5fd9-22d5-4c0a-9833-7fb0f5135313" providerId="ADAL" clId="{F575BF5D-9AAF-4582-948B-24FD2BFE6BEB}" dt="2021-01-29T03:53:38.253" v="18"/>
          <ac:spMkLst>
            <pc:docMk/>
            <pc:sldMk cId="2397736379" sldId="363"/>
            <ac:spMk id="7" creationId="{9630AD22-E64D-4A96-B059-2AF9F6580C25}"/>
          </ac:spMkLst>
        </pc:spChg>
        <pc:spChg chg="mod">
          <ac:chgData name="鈴木 秀規" userId="f68c5fd9-22d5-4c0a-9833-7fb0f5135313" providerId="ADAL" clId="{F575BF5D-9AAF-4582-948B-24FD2BFE6BEB}" dt="2021-01-29T03:54:14.140" v="23" actId="14100"/>
          <ac:spMkLst>
            <pc:docMk/>
            <pc:sldMk cId="2397736379" sldId="363"/>
            <ac:spMk id="8" creationId="{787CF02A-01AB-4517-BA3E-25572FA82648}"/>
          </ac:spMkLst>
        </pc:spChg>
        <pc:spChg chg="del">
          <ac:chgData name="鈴木 秀規" userId="f68c5fd9-22d5-4c0a-9833-7fb0f5135313" providerId="ADAL" clId="{F575BF5D-9AAF-4582-948B-24FD2BFE6BEB}" dt="2021-01-29T03:53:51.006" v="20" actId="478"/>
          <ac:spMkLst>
            <pc:docMk/>
            <pc:sldMk cId="2397736379" sldId="363"/>
            <ac:spMk id="13" creationId="{C4AF9A3A-8E4D-4361-A0C9-F0B17B39BF47}"/>
          </ac:spMkLst>
        </pc:spChg>
        <pc:spChg chg="add mod">
          <ac:chgData name="鈴木 秀規" userId="f68c5fd9-22d5-4c0a-9833-7fb0f5135313" providerId="ADAL" clId="{F575BF5D-9AAF-4582-948B-24FD2BFE6BEB}" dt="2021-01-29T03:57:31.891" v="185" actId="1036"/>
          <ac:spMkLst>
            <pc:docMk/>
            <pc:sldMk cId="2397736379" sldId="363"/>
            <ac:spMk id="20" creationId="{6A1F2DC2-FEFB-4B55-B9A8-804C2356BC0A}"/>
          </ac:spMkLst>
        </pc:spChg>
        <pc:spChg chg="add mod">
          <ac:chgData name="鈴木 秀規" userId="f68c5fd9-22d5-4c0a-9833-7fb0f5135313" providerId="ADAL" clId="{F575BF5D-9AAF-4582-948B-24FD2BFE6BEB}" dt="2021-01-29T03:57:26.033" v="180" actId="1037"/>
          <ac:spMkLst>
            <pc:docMk/>
            <pc:sldMk cId="2397736379" sldId="363"/>
            <ac:spMk id="24" creationId="{61AABCE4-8C06-4464-A1FE-C5479533A73A}"/>
          </ac:spMkLst>
        </pc:spChg>
        <pc:spChg chg="add mod">
          <ac:chgData name="鈴木 秀規" userId="f68c5fd9-22d5-4c0a-9833-7fb0f5135313" providerId="ADAL" clId="{F575BF5D-9AAF-4582-948B-24FD2BFE6BEB}" dt="2021-01-29T03:56:54.594" v="109" actId="1036"/>
          <ac:spMkLst>
            <pc:docMk/>
            <pc:sldMk cId="2397736379" sldId="363"/>
            <ac:spMk id="25" creationId="{677A1649-EFA4-4EA5-8C5D-068AF05E4B79}"/>
          </ac:spMkLst>
        </pc:spChg>
        <pc:spChg chg="add mod">
          <ac:chgData name="鈴木 秀規" userId="f68c5fd9-22d5-4c0a-9833-7fb0f5135313" providerId="ADAL" clId="{F575BF5D-9AAF-4582-948B-24FD2BFE6BEB}" dt="2021-01-29T03:57:52.873" v="187" actId="1076"/>
          <ac:spMkLst>
            <pc:docMk/>
            <pc:sldMk cId="2397736379" sldId="363"/>
            <ac:spMk id="26" creationId="{253EF062-A8F9-4BBC-BDA6-D5B078E1987D}"/>
          </ac:spMkLst>
        </pc:spChg>
        <pc:spChg chg="add mod">
          <ac:chgData name="鈴木 秀規" userId="f68c5fd9-22d5-4c0a-9833-7fb0f5135313" providerId="ADAL" clId="{F575BF5D-9AAF-4582-948B-24FD2BFE6BEB}" dt="2021-01-29T03:57:40.399" v="186" actId="1076"/>
          <ac:spMkLst>
            <pc:docMk/>
            <pc:sldMk cId="2397736379" sldId="363"/>
            <ac:spMk id="27" creationId="{6A1432DB-78A9-4BE3-A629-23DE9FE630BF}"/>
          </ac:spMkLst>
        </pc:spChg>
        <pc:spChg chg="add mod">
          <ac:chgData name="鈴木 秀規" userId="f68c5fd9-22d5-4c0a-9833-7fb0f5135313" providerId="ADAL" clId="{F575BF5D-9AAF-4582-948B-24FD2BFE6BEB}" dt="2021-01-29T03:54:57.394" v="32" actId="1076"/>
          <ac:spMkLst>
            <pc:docMk/>
            <pc:sldMk cId="2397736379" sldId="363"/>
            <ac:spMk id="28" creationId="{08A8B2D8-85EE-40F4-B59A-3B08250F23C2}"/>
          </ac:spMkLst>
        </pc:spChg>
        <pc:picChg chg="add mod">
          <ac:chgData name="鈴木 秀規" userId="f68c5fd9-22d5-4c0a-9833-7fb0f5135313" providerId="ADAL" clId="{F575BF5D-9AAF-4582-948B-24FD2BFE6BEB}" dt="2021-01-29T03:56:48.472" v="98" actId="1037"/>
          <ac:picMkLst>
            <pc:docMk/>
            <pc:sldMk cId="2397736379" sldId="363"/>
            <ac:picMk id="9" creationId="{5D4595B8-BA8B-4104-A32F-708AA3722776}"/>
          </ac:picMkLst>
        </pc:picChg>
        <pc:picChg chg="add mod">
          <ac:chgData name="鈴木 秀規" userId="f68c5fd9-22d5-4c0a-9833-7fb0f5135313" providerId="ADAL" clId="{F575BF5D-9AAF-4582-948B-24FD2BFE6BEB}" dt="2021-01-29T03:54:50.950" v="30" actId="1076"/>
          <ac:picMkLst>
            <pc:docMk/>
            <pc:sldMk cId="2397736379" sldId="363"/>
            <ac:picMk id="10" creationId="{9C10110C-4318-4828-9309-07270703879C}"/>
          </ac:picMkLst>
        </pc:picChg>
        <pc:picChg chg="del">
          <ac:chgData name="鈴木 秀規" userId="f68c5fd9-22d5-4c0a-9833-7fb0f5135313" providerId="ADAL" clId="{F575BF5D-9AAF-4582-948B-24FD2BFE6BEB}" dt="2021-01-29T03:53:51.006" v="20" actId="478"/>
          <ac:picMkLst>
            <pc:docMk/>
            <pc:sldMk cId="2397736379" sldId="363"/>
            <ac:picMk id="11" creationId="{F9049B9F-DE3A-4846-B27B-333755B11A36}"/>
          </ac:picMkLst>
        </pc:picChg>
        <pc:picChg chg="del">
          <ac:chgData name="鈴木 秀規" userId="f68c5fd9-22d5-4c0a-9833-7fb0f5135313" providerId="ADAL" clId="{F575BF5D-9AAF-4582-948B-24FD2BFE6BEB}" dt="2021-01-29T03:53:51.006" v="20" actId="478"/>
          <ac:picMkLst>
            <pc:docMk/>
            <pc:sldMk cId="2397736379" sldId="363"/>
            <ac:picMk id="12" creationId="{4794F4AC-6B8F-4B15-AB6F-B06FD356050F}"/>
          </ac:picMkLst>
        </pc:picChg>
        <pc:picChg chg="add mod">
          <ac:chgData name="鈴木 秀規" userId="f68c5fd9-22d5-4c0a-9833-7fb0f5135313" providerId="ADAL" clId="{F575BF5D-9AAF-4582-948B-24FD2BFE6BEB}" dt="2021-01-29T03:56:54.594" v="109" actId="1036"/>
          <ac:picMkLst>
            <pc:docMk/>
            <pc:sldMk cId="2397736379" sldId="363"/>
            <ac:picMk id="14" creationId="{43CCCDA8-5505-4805-9C7F-C752E5EBE1F2}"/>
          </ac:picMkLst>
        </pc:picChg>
        <pc:picChg chg="add mod">
          <ac:chgData name="鈴木 秀規" userId="f68c5fd9-22d5-4c0a-9833-7fb0f5135313" providerId="ADAL" clId="{F575BF5D-9AAF-4582-948B-24FD2BFE6BEB}" dt="2021-01-29T03:56:54.594" v="109" actId="1036"/>
          <ac:picMkLst>
            <pc:docMk/>
            <pc:sldMk cId="2397736379" sldId="363"/>
            <ac:picMk id="17" creationId="{B36B4205-DF15-42AC-A2A3-723FFAEE6AEC}"/>
          </ac:picMkLst>
        </pc:picChg>
        <pc:picChg chg="add mod">
          <ac:chgData name="鈴木 秀規" userId="f68c5fd9-22d5-4c0a-9833-7fb0f5135313" providerId="ADAL" clId="{F575BF5D-9AAF-4582-948B-24FD2BFE6BEB}" dt="2021-01-29T03:55:00.868" v="33" actId="1076"/>
          <ac:picMkLst>
            <pc:docMk/>
            <pc:sldMk cId="2397736379" sldId="363"/>
            <ac:picMk id="18" creationId="{17935D42-2E25-4D1B-B497-6E4A51F12C93}"/>
          </ac:picMkLst>
        </pc:picChg>
        <pc:picChg chg="add mod">
          <ac:chgData name="鈴木 秀規" userId="f68c5fd9-22d5-4c0a-9833-7fb0f5135313" providerId="ADAL" clId="{F575BF5D-9AAF-4582-948B-24FD2BFE6BEB}" dt="2021-01-29T03:57:01.593" v="126" actId="1036"/>
          <ac:picMkLst>
            <pc:docMk/>
            <pc:sldMk cId="2397736379" sldId="363"/>
            <ac:picMk id="23" creationId="{46268FDB-CE61-4EF9-86B3-DF2D58C588E0}"/>
          </ac:picMkLst>
        </pc:picChg>
        <pc:cxnChg chg="add mod">
          <ac:chgData name="鈴木 秀規" userId="f68c5fd9-22d5-4c0a-9833-7fb0f5135313" providerId="ADAL" clId="{F575BF5D-9AAF-4582-948B-24FD2BFE6BEB}" dt="2021-01-29T03:56:54.594" v="109" actId="1036"/>
          <ac:cxnSpMkLst>
            <pc:docMk/>
            <pc:sldMk cId="2397736379" sldId="363"/>
            <ac:cxnSpMk id="15" creationId="{7C29249F-F388-4808-BA65-4C232F1BAE0E}"/>
          </ac:cxnSpMkLst>
        </pc:cxnChg>
        <pc:cxnChg chg="add mod">
          <ac:chgData name="鈴木 秀規" userId="f68c5fd9-22d5-4c0a-9833-7fb0f5135313" providerId="ADAL" clId="{F575BF5D-9AAF-4582-948B-24FD2BFE6BEB}" dt="2021-01-29T03:56:54.594" v="109" actId="1036"/>
          <ac:cxnSpMkLst>
            <pc:docMk/>
            <pc:sldMk cId="2397736379" sldId="363"/>
            <ac:cxnSpMk id="16" creationId="{337FCC9E-C631-4412-B174-1C6680E7F517}"/>
          </ac:cxnSpMkLst>
        </pc:cxnChg>
        <pc:cxnChg chg="add mod">
          <ac:chgData name="鈴木 秀規" userId="f68c5fd9-22d5-4c0a-9833-7fb0f5135313" providerId="ADAL" clId="{F575BF5D-9AAF-4582-948B-24FD2BFE6BEB}" dt="2021-01-29T03:57:01.593" v="126" actId="1036"/>
          <ac:cxnSpMkLst>
            <pc:docMk/>
            <pc:sldMk cId="2397736379" sldId="363"/>
            <ac:cxnSpMk id="19" creationId="{8C0777B4-17C4-482E-A9A7-55B472CCB402}"/>
          </ac:cxnSpMkLst>
        </pc:cxnChg>
        <pc:cxnChg chg="add mod">
          <ac:chgData name="鈴木 秀規" userId="f68c5fd9-22d5-4c0a-9833-7fb0f5135313" providerId="ADAL" clId="{F575BF5D-9AAF-4582-948B-24FD2BFE6BEB}" dt="2021-01-29T03:56:54.594" v="109" actId="1036"/>
          <ac:cxnSpMkLst>
            <pc:docMk/>
            <pc:sldMk cId="2397736379" sldId="363"/>
            <ac:cxnSpMk id="21" creationId="{360F1E30-C410-4664-A44C-D76CDE558B86}"/>
          </ac:cxnSpMkLst>
        </pc:cxnChg>
        <pc:cxnChg chg="add mod">
          <ac:chgData name="鈴木 秀規" userId="f68c5fd9-22d5-4c0a-9833-7fb0f5135313" providerId="ADAL" clId="{F575BF5D-9AAF-4582-948B-24FD2BFE6BEB}" dt="2021-01-29T03:55:00.868" v="33" actId="1076"/>
          <ac:cxnSpMkLst>
            <pc:docMk/>
            <pc:sldMk cId="2397736379" sldId="363"/>
            <ac:cxnSpMk id="22" creationId="{D8D0C633-EA00-468C-BF8F-D1BE99765D8F}"/>
          </ac:cxnSpMkLst>
        </pc:cxnChg>
      </pc:sldChg>
      <pc:sldChg chg="del">
        <pc:chgData name="鈴木 秀規" userId="f68c5fd9-22d5-4c0a-9833-7fb0f5135313" providerId="ADAL" clId="{F575BF5D-9AAF-4582-948B-24FD2BFE6BEB}" dt="2021-01-29T03:53:45.227" v="19" actId="2696"/>
        <pc:sldMkLst>
          <pc:docMk/>
          <pc:sldMk cId="1780867631" sldId="364"/>
        </pc:sldMkLst>
      </pc:sldChg>
      <pc:sldChg chg="addSp modSp new mod">
        <pc:chgData name="鈴木 秀規" userId="f68c5fd9-22d5-4c0a-9833-7fb0f5135313" providerId="ADAL" clId="{F575BF5D-9AAF-4582-948B-24FD2BFE6BEB}" dt="2021-01-29T04:00:27.336" v="250" actId="1036"/>
        <pc:sldMkLst>
          <pc:docMk/>
          <pc:sldMk cId="1835643292" sldId="364"/>
        </pc:sldMkLst>
        <pc:spChg chg="mod">
          <ac:chgData name="鈴木 秀規" userId="f68c5fd9-22d5-4c0a-9833-7fb0f5135313" providerId="ADAL" clId="{F575BF5D-9AAF-4582-948B-24FD2BFE6BEB}" dt="2021-01-29T03:58:06.499" v="189"/>
          <ac:spMkLst>
            <pc:docMk/>
            <pc:sldMk cId="1835643292" sldId="364"/>
            <ac:spMk id="3" creationId="{06EF8FDA-99E5-46E1-96FB-8B2F2813B31F}"/>
          </ac:spMkLst>
        </pc:spChg>
        <pc:spChg chg="mod">
          <ac:chgData name="鈴木 秀規" userId="f68c5fd9-22d5-4c0a-9833-7fb0f5135313" providerId="ADAL" clId="{F575BF5D-9AAF-4582-948B-24FD2BFE6BEB}" dt="2021-01-29T03:58:14.786" v="191"/>
          <ac:spMkLst>
            <pc:docMk/>
            <pc:sldMk cId="1835643292" sldId="364"/>
            <ac:spMk id="5" creationId="{09D91883-349E-4379-B8C7-570CD62FCA31}"/>
          </ac:spMkLst>
        </pc:spChg>
        <pc:spChg chg="add mod">
          <ac:chgData name="鈴木 秀規" userId="f68c5fd9-22d5-4c0a-9833-7fb0f5135313" providerId="ADAL" clId="{F575BF5D-9AAF-4582-948B-24FD2BFE6BEB}" dt="2021-01-29T04:00:19.869" v="247" actId="207"/>
          <ac:spMkLst>
            <pc:docMk/>
            <pc:sldMk cId="1835643292" sldId="364"/>
            <ac:spMk id="9" creationId="{7B05CDF5-A4E6-4BB3-97AA-9D5FB3E5EB9F}"/>
          </ac:spMkLst>
        </pc:spChg>
        <pc:spChg chg="add mod">
          <ac:chgData name="鈴木 秀規" userId="f68c5fd9-22d5-4c0a-9833-7fb0f5135313" providerId="ADAL" clId="{F575BF5D-9AAF-4582-948B-24FD2BFE6BEB}" dt="2021-01-29T04:00:19.869" v="247" actId="207"/>
          <ac:spMkLst>
            <pc:docMk/>
            <pc:sldMk cId="1835643292" sldId="364"/>
            <ac:spMk id="10" creationId="{061A445F-942A-48C3-ADAC-419889055630}"/>
          </ac:spMkLst>
        </pc:spChg>
        <pc:spChg chg="add mod">
          <ac:chgData name="鈴木 秀規" userId="f68c5fd9-22d5-4c0a-9833-7fb0f5135313" providerId="ADAL" clId="{F575BF5D-9AAF-4582-948B-24FD2BFE6BEB}" dt="2021-01-29T04:00:15.037" v="246" actId="207"/>
          <ac:spMkLst>
            <pc:docMk/>
            <pc:sldMk cId="1835643292" sldId="364"/>
            <ac:spMk id="13" creationId="{B1EAB290-EBD3-43CC-8A86-3583A7A02F59}"/>
          </ac:spMkLst>
        </pc:spChg>
        <pc:spChg chg="add mod">
          <ac:chgData name="鈴木 秀規" userId="f68c5fd9-22d5-4c0a-9833-7fb0f5135313" providerId="ADAL" clId="{F575BF5D-9AAF-4582-948B-24FD2BFE6BEB}" dt="2021-01-29T04:00:27.336" v="250" actId="1036"/>
          <ac:spMkLst>
            <pc:docMk/>
            <pc:sldMk cId="1835643292" sldId="364"/>
            <ac:spMk id="14" creationId="{E89F0D49-DCFC-4238-874F-9EB95E96CFF9}"/>
          </ac:spMkLst>
        </pc:spChg>
        <pc:spChg chg="add mod">
          <ac:chgData name="鈴木 秀規" userId="f68c5fd9-22d5-4c0a-9833-7fb0f5135313" providerId="ADAL" clId="{F575BF5D-9AAF-4582-948B-24FD2BFE6BEB}" dt="2021-01-29T04:00:19.869" v="247" actId="207"/>
          <ac:spMkLst>
            <pc:docMk/>
            <pc:sldMk cId="1835643292" sldId="364"/>
            <ac:spMk id="15" creationId="{7302AFCA-DE7B-4A6C-B043-3F42F1209AD9}"/>
          </ac:spMkLst>
        </pc:spChg>
        <pc:picChg chg="add mod">
          <ac:chgData name="鈴木 秀規" userId="f68c5fd9-22d5-4c0a-9833-7fb0f5135313" providerId="ADAL" clId="{F575BF5D-9AAF-4582-948B-24FD2BFE6BEB}" dt="2021-01-29T04:00:07.352" v="244" actId="1035"/>
          <ac:picMkLst>
            <pc:docMk/>
            <pc:sldMk cId="1835643292" sldId="364"/>
            <ac:picMk id="6" creationId="{74A68859-B0EF-42BC-8488-AACBB2EBCAE5}"/>
          </ac:picMkLst>
        </pc:picChg>
        <pc:picChg chg="add mod">
          <ac:chgData name="鈴木 秀規" userId="f68c5fd9-22d5-4c0a-9833-7fb0f5135313" providerId="ADAL" clId="{F575BF5D-9AAF-4582-948B-24FD2BFE6BEB}" dt="2021-01-29T04:00:07.352" v="244" actId="1035"/>
          <ac:picMkLst>
            <pc:docMk/>
            <pc:sldMk cId="1835643292" sldId="364"/>
            <ac:picMk id="7" creationId="{FFF1A7B1-508D-4A90-897D-3AEF77EDC208}"/>
          </ac:picMkLst>
        </pc:picChg>
        <pc:picChg chg="add mod">
          <ac:chgData name="鈴木 秀規" userId="f68c5fd9-22d5-4c0a-9833-7fb0f5135313" providerId="ADAL" clId="{F575BF5D-9AAF-4582-948B-24FD2BFE6BEB}" dt="2021-01-29T04:00:07.352" v="244" actId="1035"/>
          <ac:picMkLst>
            <pc:docMk/>
            <pc:sldMk cId="1835643292" sldId="364"/>
            <ac:picMk id="11" creationId="{C584244A-1702-48E7-AB5A-AC04C5558AC6}"/>
          </ac:picMkLst>
        </pc:picChg>
        <pc:picChg chg="add mod">
          <ac:chgData name="鈴木 秀規" userId="f68c5fd9-22d5-4c0a-9833-7fb0f5135313" providerId="ADAL" clId="{F575BF5D-9AAF-4582-948B-24FD2BFE6BEB}" dt="2021-01-29T04:00:27.336" v="250" actId="1036"/>
          <ac:picMkLst>
            <pc:docMk/>
            <pc:sldMk cId="1835643292" sldId="364"/>
            <ac:picMk id="12" creationId="{D21C9FCE-1C6B-47AD-8163-16B600D72E4B}"/>
          </ac:picMkLst>
        </pc:picChg>
        <pc:picChg chg="add mod">
          <ac:chgData name="鈴木 秀規" userId="f68c5fd9-22d5-4c0a-9833-7fb0f5135313" providerId="ADAL" clId="{F575BF5D-9AAF-4582-948B-24FD2BFE6BEB}" dt="2021-01-29T04:00:07.352" v="244" actId="1035"/>
          <ac:picMkLst>
            <pc:docMk/>
            <pc:sldMk cId="1835643292" sldId="364"/>
            <ac:picMk id="18" creationId="{D92ABB49-C22A-484B-BA3A-DD0255A1967B}"/>
          </ac:picMkLst>
        </pc:picChg>
        <pc:picChg chg="add mod">
          <ac:chgData name="鈴木 秀規" userId="f68c5fd9-22d5-4c0a-9833-7fb0f5135313" providerId="ADAL" clId="{F575BF5D-9AAF-4582-948B-24FD2BFE6BEB}" dt="2021-01-29T04:00:07.352" v="244" actId="1035"/>
          <ac:picMkLst>
            <pc:docMk/>
            <pc:sldMk cId="1835643292" sldId="364"/>
            <ac:picMk id="19" creationId="{833D0E5C-1A69-4D0C-924F-FB9DA81E7623}"/>
          </ac:picMkLst>
        </pc:picChg>
        <pc:cxnChg chg="add mod">
          <ac:chgData name="鈴木 秀規" userId="f68c5fd9-22d5-4c0a-9833-7fb0f5135313" providerId="ADAL" clId="{F575BF5D-9AAF-4582-948B-24FD2BFE6BEB}" dt="2021-01-29T04:00:07.352" v="244" actId="1035"/>
          <ac:cxnSpMkLst>
            <pc:docMk/>
            <pc:sldMk cId="1835643292" sldId="364"/>
            <ac:cxnSpMk id="8" creationId="{B6ECDDAE-0B9A-4E1C-9082-8BA927633D5F}"/>
          </ac:cxnSpMkLst>
        </pc:cxnChg>
        <pc:cxnChg chg="add mod">
          <ac:chgData name="鈴木 秀規" userId="f68c5fd9-22d5-4c0a-9833-7fb0f5135313" providerId="ADAL" clId="{F575BF5D-9AAF-4582-948B-24FD2BFE6BEB}" dt="2021-01-29T04:00:07.352" v="244" actId="1035"/>
          <ac:cxnSpMkLst>
            <pc:docMk/>
            <pc:sldMk cId="1835643292" sldId="364"/>
            <ac:cxnSpMk id="16" creationId="{6ADC0FCC-7CFF-478E-A3E2-4C6704FBE753}"/>
          </ac:cxnSpMkLst>
        </pc:cxnChg>
        <pc:cxnChg chg="add mod">
          <ac:chgData name="鈴木 秀規" userId="f68c5fd9-22d5-4c0a-9833-7fb0f5135313" providerId="ADAL" clId="{F575BF5D-9AAF-4582-948B-24FD2BFE6BEB}" dt="2021-01-29T04:00:27.336" v="250" actId="1036"/>
          <ac:cxnSpMkLst>
            <pc:docMk/>
            <pc:sldMk cId="1835643292" sldId="364"/>
            <ac:cxnSpMk id="17" creationId="{F9DDC079-CC82-4D22-9B06-9C0284214E27}"/>
          </ac:cxnSpMkLst>
        </pc:cxnChg>
      </pc:sldChg>
      <pc:sldChg chg="addSp modSp new mod">
        <pc:chgData name="鈴木 秀規" userId="f68c5fd9-22d5-4c0a-9833-7fb0f5135313" providerId="ADAL" clId="{F575BF5D-9AAF-4582-948B-24FD2BFE6BEB}" dt="2021-01-29T04:01:32.930" v="264" actId="207"/>
        <pc:sldMkLst>
          <pc:docMk/>
          <pc:sldMk cId="1277167566" sldId="365"/>
        </pc:sldMkLst>
        <pc:spChg chg="mod">
          <ac:chgData name="鈴木 秀規" userId="f68c5fd9-22d5-4c0a-9833-7fb0f5135313" providerId="ADAL" clId="{F575BF5D-9AAF-4582-948B-24FD2BFE6BEB}" dt="2021-01-29T04:00:44.314" v="252"/>
          <ac:spMkLst>
            <pc:docMk/>
            <pc:sldMk cId="1277167566" sldId="365"/>
            <ac:spMk id="3" creationId="{1F1E3EE4-E367-4019-8666-AC013DECCA39}"/>
          </ac:spMkLst>
        </pc:spChg>
        <pc:spChg chg="mod">
          <ac:chgData name="鈴木 秀規" userId="f68c5fd9-22d5-4c0a-9833-7fb0f5135313" providerId="ADAL" clId="{F575BF5D-9AAF-4582-948B-24FD2BFE6BEB}" dt="2021-01-29T04:01:32.930" v="264" actId="207"/>
          <ac:spMkLst>
            <pc:docMk/>
            <pc:sldMk cId="1277167566" sldId="365"/>
            <ac:spMk id="5" creationId="{6994C8CA-0BE1-4319-A8F8-EA45D6CAEB97}"/>
          </ac:spMkLst>
        </pc:spChg>
        <pc:spChg chg="add mod">
          <ac:chgData name="鈴木 秀規" userId="f68c5fd9-22d5-4c0a-9833-7fb0f5135313" providerId="ADAL" clId="{F575BF5D-9AAF-4582-948B-24FD2BFE6BEB}" dt="2021-01-29T04:01:07.222" v="257" actId="1076"/>
          <ac:spMkLst>
            <pc:docMk/>
            <pc:sldMk cId="1277167566" sldId="365"/>
            <ac:spMk id="8" creationId="{AF06CAC8-3477-46A8-92CE-3FCE1A9C4118}"/>
          </ac:spMkLst>
        </pc:spChg>
        <pc:picChg chg="add mod">
          <ac:chgData name="鈴木 秀規" userId="f68c5fd9-22d5-4c0a-9833-7fb0f5135313" providerId="ADAL" clId="{F575BF5D-9AAF-4582-948B-24FD2BFE6BEB}" dt="2021-01-29T04:01:07.222" v="257" actId="1076"/>
          <ac:picMkLst>
            <pc:docMk/>
            <pc:sldMk cId="1277167566" sldId="365"/>
            <ac:picMk id="6" creationId="{238C6003-B98F-42C0-A4C4-299E97BC232B}"/>
          </ac:picMkLst>
        </pc:picChg>
        <pc:picChg chg="add mod">
          <ac:chgData name="鈴木 秀規" userId="f68c5fd9-22d5-4c0a-9833-7fb0f5135313" providerId="ADAL" clId="{F575BF5D-9AAF-4582-948B-24FD2BFE6BEB}" dt="2021-01-29T04:01:07.222" v="257" actId="1076"/>
          <ac:picMkLst>
            <pc:docMk/>
            <pc:sldMk cId="1277167566" sldId="365"/>
            <ac:picMk id="7" creationId="{1A06B121-EDB1-4B0A-B3A2-1CA0E06FC10A}"/>
          </ac:picMkLst>
        </pc:picChg>
      </pc:sldChg>
      <pc:sldChg chg="del">
        <pc:chgData name="鈴木 秀規" userId="f68c5fd9-22d5-4c0a-9833-7fb0f5135313" providerId="ADAL" clId="{F575BF5D-9AAF-4582-948B-24FD2BFE6BEB}" dt="2021-01-29T03:53:45.227" v="19" actId="2696"/>
        <pc:sldMkLst>
          <pc:docMk/>
          <pc:sldMk cId="3777598103" sldId="365"/>
        </pc:sldMkLst>
      </pc:sldChg>
      <pc:sldChg chg="del">
        <pc:chgData name="鈴木 秀規" userId="f68c5fd9-22d5-4c0a-9833-7fb0f5135313" providerId="ADAL" clId="{F575BF5D-9AAF-4582-948B-24FD2BFE6BEB}" dt="2021-01-29T03:53:45.227" v="19" actId="2696"/>
        <pc:sldMkLst>
          <pc:docMk/>
          <pc:sldMk cId="2854614525" sldId="366"/>
        </pc:sldMkLst>
      </pc:sldChg>
      <pc:sldChg chg="addSp modSp new mod">
        <pc:chgData name="鈴木 秀規" userId="f68c5fd9-22d5-4c0a-9833-7fb0f5135313" providerId="ADAL" clId="{F575BF5D-9AAF-4582-948B-24FD2BFE6BEB}" dt="2021-01-29T04:04:26.657" v="289" actId="1076"/>
        <pc:sldMkLst>
          <pc:docMk/>
          <pc:sldMk cId="3202997917" sldId="366"/>
        </pc:sldMkLst>
        <pc:spChg chg="mod">
          <ac:chgData name="鈴木 秀規" userId="f68c5fd9-22d5-4c0a-9833-7fb0f5135313" providerId="ADAL" clId="{F575BF5D-9AAF-4582-948B-24FD2BFE6BEB}" dt="2021-01-29T04:03:14.964" v="266"/>
          <ac:spMkLst>
            <pc:docMk/>
            <pc:sldMk cId="3202997917" sldId="366"/>
            <ac:spMk id="3" creationId="{84CB9A3C-E606-4B3E-BB9D-AD20A42EB867}"/>
          </ac:spMkLst>
        </pc:spChg>
        <pc:spChg chg="mod">
          <ac:chgData name="鈴木 秀規" userId="f68c5fd9-22d5-4c0a-9833-7fb0f5135313" providerId="ADAL" clId="{F575BF5D-9AAF-4582-948B-24FD2BFE6BEB}" dt="2021-01-29T04:04:14.397" v="285" actId="207"/>
          <ac:spMkLst>
            <pc:docMk/>
            <pc:sldMk cId="3202997917" sldId="366"/>
            <ac:spMk id="5" creationId="{BBD7BA7D-5971-4D72-9993-A03A70C1A4E8}"/>
          </ac:spMkLst>
        </pc:spChg>
        <pc:picChg chg="add mod">
          <ac:chgData name="鈴木 秀規" userId="f68c5fd9-22d5-4c0a-9833-7fb0f5135313" providerId="ADAL" clId="{F575BF5D-9AAF-4582-948B-24FD2BFE6BEB}" dt="2021-01-29T04:04:26.657" v="289" actId="1076"/>
          <ac:picMkLst>
            <pc:docMk/>
            <pc:sldMk cId="3202997917" sldId="366"/>
            <ac:picMk id="6" creationId="{0044A0DD-6747-475C-A8CC-67C415036C65}"/>
          </ac:picMkLst>
        </pc:picChg>
      </pc:sldChg>
      <pc:sldChg chg="modSp new mod">
        <pc:chgData name="鈴木 秀規" userId="f68c5fd9-22d5-4c0a-9833-7fb0f5135313" providerId="ADAL" clId="{F575BF5D-9AAF-4582-948B-24FD2BFE6BEB}" dt="2021-01-29T04:06:02.943" v="311" actId="12"/>
        <pc:sldMkLst>
          <pc:docMk/>
          <pc:sldMk cId="1111243588" sldId="367"/>
        </pc:sldMkLst>
        <pc:spChg chg="mod">
          <ac:chgData name="鈴木 秀規" userId="f68c5fd9-22d5-4c0a-9833-7fb0f5135313" providerId="ADAL" clId="{F575BF5D-9AAF-4582-948B-24FD2BFE6BEB}" dt="2021-01-29T04:04:53.642" v="291"/>
          <ac:spMkLst>
            <pc:docMk/>
            <pc:sldMk cId="1111243588" sldId="367"/>
            <ac:spMk id="3" creationId="{3532F861-E7B1-4B2B-97BD-6DE98627E1F1}"/>
          </ac:spMkLst>
        </pc:spChg>
        <pc:spChg chg="mod">
          <ac:chgData name="鈴木 秀規" userId="f68c5fd9-22d5-4c0a-9833-7fb0f5135313" providerId="ADAL" clId="{F575BF5D-9AAF-4582-948B-24FD2BFE6BEB}" dt="2021-01-29T04:06:02.943" v="311" actId="12"/>
          <ac:spMkLst>
            <pc:docMk/>
            <pc:sldMk cId="1111243588" sldId="367"/>
            <ac:spMk id="5" creationId="{1395E66A-BAA2-4267-A007-E01128823ECA}"/>
          </ac:spMkLst>
        </pc:spChg>
      </pc:sldChg>
      <pc:sldChg chg="del">
        <pc:chgData name="鈴木 秀規" userId="f68c5fd9-22d5-4c0a-9833-7fb0f5135313" providerId="ADAL" clId="{F575BF5D-9AAF-4582-948B-24FD2BFE6BEB}" dt="2021-01-29T03:53:45.227" v="19" actId="2696"/>
        <pc:sldMkLst>
          <pc:docMk/>
          <pc:sldMk cId="2453149005" sldId="367"/>
        </pc:sldMkLst>
      </pc:sldChg>
      <pc:sldChg chg="modSp new mod">
        <pc:chgData name="鈴木 秀規" userId="f68c5fd9-22d5-4c0a-9833-7fb0f5135313" providerId="ADAL" clId="{F575BF5D-9AAF-4582-948B-24FD2BFE6BEB}" dt="2021-01-29T04:09:38.411" v="323" actId="20577"/>
        <pc:sldMkLst>
          <pc:docMk/>
          <pc:sldMk cId="456779390" sldId="368"/>
        </pc:sldMkLst>
        <pc:spChg chg="mod">
          <ac:chgData name="鈴木 秀規" userId="f68c5fd9-22d5-4c0a-9833-7fb0f5135313" providerId="ADAL" clId="{F575BF5D-9AAF-4582-948B-24FD2BFE6BEB}" dt="2021-01-29T04:08:37.280" v="313"/>
          <ac:spMkLst>
            <pc:docMk/>
            <pc:sldMk cId="456779390" sldId="368"/>
            <ac:spMk id="3" creationId="{4189AC14-084C-4852-A4AD-81F5A902D092}"/>
          </ac:spMkLst>
        </pc:spChg>
        <pc:spChg chg="mod">
          <ac:chgData name="鈴木 秀規" userId="f68c5fd9-22d5-4c0a-9833-7fb0f5135313" providerId="ADAL" clId="{F575BF5D-9AAF-4582-948B-24FD2BFE6BEB}" dt="2021-01-29T04:09:38.411" v="323" actId="20577"/>
          <ac:spMkLst>
            <pc:docMk/>
            <pc:sldMk cId="456779390" sldId="368"/>
            <ac:spMk id="5" creationId="{FAF1A558-FF89-4EE5-8096-45D587714621}"/>
          </ac:spMkLst>
        </pc:spChg>
      </pc:sldChg>
      <pc:sldChg chg="del">
        <pc:chgData name="鈴木 秀規" userId="f68c5fd9-22d5-4c0a-9833-7fb0f5135313" providerId="ADAL" clId="{F575BF5D-9AAF-4582-948B-24FD2BFE6BEB}" dt="2021-01-29T03:53:45.227" v="19" actId="2696"/>
        <pc:sldMkLst>
          <pc:docMk/>
          <pc:sldMk cId="2090493252" sldId="368"/>
        </pc:sldMkLst>
      </pc:sldChg>
      <pc:sldChg chg="addSp modSp new del mod">
        <pc:chgData name="鈴木 秀規" userId="f68c5fd9-22d5-4c0a-9833-7fb0f5135313" providerId="ADAL" clId="{F575BF5D-9AAF-4582-948B-24FD2BFE6BEB}" dt="2021-01-29T04:16:21.766" v="432" actId="2696"/>
        <pc:sldMkLst>
          <pc:docMk/>
          <pc:sldMk cId="108376523" sldId="369"/>
        </pc:sldMkLst>
        <pc:spChg chg="mod">
          <ac:chgData name="鈴木 秀規" userId="f68c5fd9-22d5-4c0a-9833-7fb0f5135313" providerId="ADAL" clId="{F575BF5D-9AAF-4582-948B-24FD2BFE6BEB}" dt="2021-01-29T04:09:51.266" v="325"/>
          <ac:spMkLst>
            <pc:docMk/>
            <pc:sldMk cId="108376523" sldId="369"/>
            <ac:spMk id="3" creationId="{07B7EB16-27E1-4752-8A64-68D7E922DC06}"/>
          </ac:spMkLst>
        </pc:spChg>
        <pc:spChg chg="mod">
          <ac:chgData name="鈴木 秀規" userId="f68c5fd9-22d5-4c0a-9833-7fb0f5135313" providerId="ADAL" clId="{F575BF5D-9AAF-4582-948B-24FD2BFE6BEB}" dt="2021-01-29T04:10:09.837" v="328" actId="14100"/>
          <ac:spMkLst>
            <pc:docMk/>
            <pc:sldMk cId="108376523" sldId="369"/>
            <ac:spMk id="5" creationId="{71E29695-2D44-4290-87C6-573F744A95BA}"/>
          </ac:spMkLst>
        </pc:spChg>
        <pc:spChg chg="add mod">
          <ac:chgData name="鈴木 秀規" userId="f68c5fd9-22d5-4c0a-9833-7fb0f5135313" providerId="ADAL" clId="{F575BF5D-9AAF-4582-948B-24FD2BFE6BEB}" dt="2021-01-29T04:14:26.868" v="377" actId="14100"/>
          <ac:spMkLst>
            <pc:docMk/>
            <pc:sldMk cId="108376523" sldId="369"/>
            <ac:spMk id="6" creationId="{4BED9817-3563-49D2-92A2-D911F3A5C48B}"/>
          </ac:spMkLst>
        </pc:spChg>
        <pc:spChg chg="add mod">
          <ac:chgData name="鈴木 秀規" userId="f68c5fd9-22d5-4c0a-9833-7fb0f5135313" providerId="ADAL" clId="{F575BF5D-9AAF-4582-948B-24FD2BFE6BEB}" dt="2021-01-29T04:13:00.824" v="366" actId="14100"/>
          <ac:spMkLst>
            <pc:docMk/>
            <pc:sldMk cId="108376523" sldId="369"/>
            <ac:spMk id="7" creationId="{A02CE9B6-FCE5-4ABA-A722-7C024D06DC20}"/>
          </ac:spMkLst>
        </pc:spChg>
        <pc:spChg chg="add mod">
          <ac:chgData name="鈴木 秀規" userId="f68c5fd9-22d5-4c0a-9833-7fb0f5135313" providerId="ADAL" clId="{F575BF5D-9AAF-4582-948B-24FD2BFE6BEB}" dt="2021-01-29T04:13:08.777" v="368" actId="14100"/>
          <ac:spMkLst>
            <pc:docMk/>
            <pc:sldMk cId="108376523" sldId="369"/>
            <ac:spMk id="8" creationId="{776AC007-C5E9-481E-8D1C-5BF1AEC1EBA0}"/>
          </ac:spMkLst>
        </pc:spChg>
      </pc:sldChg>
      <pc:sldChg chg="del">
        <pc:chgData name="鈴木 秀規" userId="f68c5fd9-22d5-4c0a-9833-7fb0f5135313" providerId="ADAL" clId="{F575BF5D-9AAF-4582-948B-24FD2BFE6BEB}" dt="2021-01-29T03:53:45.227" v="19" actId="2696"/>
        <pc:sldMkLst>
          <pc:docMk/>
          <pc:sldMk cId="1828494026" sldId="369"/>
        </pc:sldMkLst>
      </pc:sldChg>
      <pc:sldChg chg="addSp modSp new add del mod">
        <pc:chgData name="鈴木 秀規" userId="f68c5fd9-22d5-4c0a-9833-7fb0f5135313" providerId="ADAL" clId="{F575BF5D-9AAF-4582-948B-24FD2BFE6BEB}" dt="2021-01-29T04:16:30.594" v="434" actId="2696"/>
        <pc:sldMkLst>
          <pc:docMk/>
          <pc:sldMk cId="626248736" sldId="370"/>
        </pc:sldMkLst>
        <pc:spChg chg="mod">
          <ac:chgData name="鈴木 秀規" userId="f68c5fd9-22d5-4c0a-9833-7fb0f5135313" providerId="ADAL" clId="{F575BF5D-9AAF-4582-948B-24FD2BFE6BEB}" dt="2021-01-29T04:14:23.169" v="376"/>
          <ac:spMkLst>
            <pc:docMk/>
            <pc:sldMk cId="626248736" sldId="370"/>
            <ac:spMk id="3" creationId="{CC9F3572-63AE-4507-8DBD-68D54706735C}"/>
          </ac:spMkLst>
        </pc:spChg>
        <pc:spChg chg="mod">
          <ac:chgData name="鈴木 秀規" userId="f68c5fd9-22d5-4c0a-9833-7fb0f5135313" providerId="ADAL" clId="{F575BF5D-9AAF-4582-948B-24FD2BFE6BEB}" dt="2021-01-29T04:14:19.187" v="375" actId="14100"/>
          <ac:spMkLst>
            <pc:docMk/>
            <pc:sldMk cId="626248736" sldId="370"/>
            <ac:spMk id="5" creationId="{40A7AB8E-C31C-4632-93DE-B085A6C87B3F}"/>
          </ac:spMkLst>
        </pc:spChg>
        <pc:spChg chg="add mod">
          <ac:chgData name="鈴木 秀規" userId="f68c5fd9-22d5-4c0a-9833-7fb0f5135313" providerId="ADAL" clId="{F575BF5D-9AAF-4582-948B-24FD2BFE6BEB}" dt="2021-01-29T04:16:18.382" v="431" actId="1076"/>
          <ac:spMkLst>
            <pc:docMk/>
            <pc:sldMk cId="626248736" sldId="370"/>
            <ac:spMk id="6" creationId="{B4D44712-3924-4D02-B8CE-80C40F83BE37}"/>
          </ac:spMkLst>
        </pc:spChg>
        <pc:spChg chg="add mod">
          <ac:chgData name="鈴木 秀規" userId="f68c5fd9-22d5-4c0a-9833-7fb0f5135313" providerId="ADAL" clId="{F575BF5D-9AAF-4582-948B-24FD2BFE6BEB}" dt="2021-01-29T04:16:18.382" v="431" actId="1076"/>
          <ac:spMkLst>
            <pc:docMk/>
            <pc:sldMk cId="626248736" sldId="370"/>
            <ac:spMk id="7" creationId="{B9E4A589-99ED-4E4B-9E3D-FE43FDF20147}"/>
          </ac:spMkLst>
        </pc:spChg>
        <pc:spChg chg="add mod">
          <ac:chgData name="鈴木 秀規" userId="f68c5fd9-22d5-4c0a-9833-7fb0f5135313" providerId="ADAL" clId="{F575BF5D-9AAF-4582-948B-24FD2BFE6BEB}" dt="2021-01-29T04:16:18.382" v="431" actId="1076"/>
          <ac:spMkLst>
            <pc:docMk/>
            <pc:sldMk cId="626248736" sldId="370"/>
            <ac:spMk id="8" creationId="{E6A16668-7D2E-4A55-9DF5-E63E6934B6BF}"/>
          </ac:spMkLst>
        </pc:spChg>
      </pc:sldChg>
      <pc:sldChg chg="del">
        <pc:chgData name="鈴木 秀規" userId="f68c5fd9-22d5-4c0a-9833-7fb0f5135313" providerId="ADAL" clId="{F575BF5D-9AAF-4582-948B-24FD2BFE6BEB}" dt="2021-01-29T03:53:45.227" v="19" actId="2696"/>
        <pc:sldMkLst>
          <pc:docMk/>
          <pc:sldMk cId="1301075000" sldId="370"/>
        </pc:sldMkLst>
      </pc:sldChg>
      <pc:sldChg chg="del">
        <pc:chgData name="鈴木 秀規" userId="f68c5fd9-22d5-4c0a-9833-7fb0f5135313" providerId="ADAL" clId="{F575BF5D-9AAF-4582-948B-24FD2BFE6BEB}" dt="2021-01-29T03:53:45.227" v="19" actId="2696"/>
        <pc:sldMkLst>
          <pc:docMk/>
          <pc:sldMk cId="1939820756" sldId="371"/>
        </pc:sldMkLst>
      </pc:sldChg>
      <pc:sldChg chg="addSp modSp add mod">
        <pc:chgData name="鈴木 秀規" userId="f68c5fd9-22d5-4c0a-9833-7fb0f5135313" providerId="ADAL" clId="{F575BF5D-9AAF-4582-948B-24FD2BFE6BEB}" dt="2021-01-29T04:18:08.322" v="470" actId="1037"/>
        <pc:sldMkLst>
          <pc:docMk/>
          <pc:sldMk cId="2430396932" sldId="371"/>
        </pc:sldMkLst>
        <pc:spChg chg="mod">
          <ac:chgData name="鈴木 秀規" userId="f68c5fd9-22d5-4c0a-9833-7fb0f5135313" providerId="ADAL" clId="{F575BF5D-9AAF-4582-948B-24FD2BFE6BEB}" dt="2021-01-29T04:16:56.059" v="438" actId="207"/>
          <ac:spMkLst>
            <pc:docMk/>
            <pc:sldMk cId="2430396932" sldId="371"/>
            <ac:spMk id="5" creationId="{40A7AB8E-C31C-4632-93DE-B085A6C87B3F}"/>
          </ac:spMkLst>
        </pc:spChg>
        <pc:spChg chg="mod">
          <ac:chgData name="鈴木 秀規" userId="f68c5fd9-22d5-4c0a-9833-7fb0f5135313" providerId="ADAL" clId="{F575BF5D-9AAF-4582-948B-24FD2BFE6BEB}" dt="2021-01-29T04:17:09.661" v="443" actId="1076"/>
          <ac:spMkLst>
            <pc:docMk/>
            <pc:sldMk cId="2430396932" sldId="371"/>
            <ac:spMk id="7" creationId="{B9E4A589-99ED-4E4B-9E3D-FE43FDF20147}"/>
          </ac:spMkLst>
        </pc:spChg>
        <pc:spChg chg="add mod">
          <ac:chgData name="鈴木 秀規" userId="f68c5fd9-22d5-4c0a-9833-7fb0f5135313" providerId="ADAL" clId="{F575BF5D-9AAF-4582-948B-24FD2BFE6BEB}" dt="2021-01-29T04:18:03.879" v="469" actId="207"/>
          <ac:spMkLst>
            <pc:docMk/>
            <pc:sldMk cId="2430396932" sldId="371"/>
            <ac:spMk id="9" creationId="{7069D539-FAB0-424C-B1F8-7C9469D6F7CE}"/>
          </ac:spMkLst>
        </pc:spChg>
        <pc:spChg chg="add mod">
          <ac:chgData name="鈴木 秀規" userId="f68c5fd9-22d5-4c0a-9833-7fb0f5135313" providerId="ADAL" clId="{F575BF5D-9AAF-4582-948B-24FD2BFE6BEB}" dt="2021-01-29T04:17:46.516" v="454" actId="14100"/>
          <ac:spMkLst>
            <pc:docMk/>
            <pc:sldMk cId="2430396932" sldId="371"/>
            <ac:spMk id="10" creationId="{C08BA81F-012B-49D9-9621-6D7150662906}"/>
          </ac:spMkLst>
        </pc:spChg>
        <pc:spChg chg="add mod">
          <ac:chgData name="鈴木 秀規" userId="f68c5fd9-22d5-4c0a-9833-7fb0f5135313" providerId="ADAL" clId="{F575BF5D-9AAF-4582-948B-24FD2BFE6BEB}" dt="2021-01-29T04:18:08.322" v="470" actId="1037"/>
          <ac:spMkLst>
            <pc:docMk/>
            <pc:sldMk cId="2430396932" sldId="371"/>
            <ac:spMk id="11" creationId="{58313332-362A-42E0-A7DF-1682283099C1}"/>
          </ac:spMkLst>
        </pc:spChg>
      </pc:sldChg>
      <pc:sldChg chg="addSp modSp new mod">
        <pc:chgData name="鈴木 秀規" userId="f68c5fd9-22d5-4c0a-9833-7fb0f5135313" providerId="ADAL" clId="{F575BF5D-9AAF-4582-948B-24FD2BFE6BEB}" dt="2021-01-29T04:26:44.882" v="502" actId="207"/>
        <pc:sldMkLst>
          <pc:docMk/>
          <pc:sldMk cId="2092557008" sldId="372"/>
        </pc:sldMkLst>
        <pc:spChg chg="mod">
          <ac:chgData name="鈴木 秀規" userId="f68c5fd9-22d5-4c0a-9833-7fb0f5135313" providerId="ADAL" clId="{F575BF5D-9AAF-4582-948B-24FD2BFE6BEB}" dt="2021-01-29T04:18:37.638" v="472"/>
          <ac:spMkLst>
            <pc:docMk/>
            <pc:sldMk cId="2092557008" sldId="372"/>
            <ac:spMk id="3" creationId="{9C12B630-5626-4346-8946-72FBF2065713}"/>
          </ac:spMkLst>
        </pc:spChg>
        <pc:spChg chg="mod">
          <ac:chgData name="鈴木 秀規" userId="f68c5fd9-22d5-4c0a-9833-7fb0f5135313" providerId="ADAL" clId="{F575BF5D-9AAF-4582-948B-24FD2BFE6BEB}" dt="2021-01-29T04:26:44.882" v="502" actId="207"/>
          <ac:spMkLst>
            <pc:docMk/>
            <pc:sldMk cId="2092557008" sldId="372"/>
            <ac:spMk id="5" creationId="{A2F9C608-6A87-46A5-A1F9-4A1E5C7619D6}"/>
          </ac:spMkLst>
        </pc:spChg>
        <pc:spChg chg="add mod">
          <ac:chgData name="鈴木 秀規" userId="f68c5fd9-22d5-4c0a-9833-7fb0f5135313" providerId="ADAL" clId="{F575BF5D-9AAF-4582-948B-24FD2BFE6BEB}" dt="2021-01-29T04:26:39.910" v="501" actId="207"/>
          <ac:spMkLst>
            <pc:docMk/>
            <pc:sldMk cId="2092557008" sldId="372"/>
            <ac:spMk id="6" creationId="{17E26B0D-4309-4529-8CD2-2FE5CF4FAC6E}"/>
          </ac:spMkLst>
        </pc:spChg>
        <pc:spChg chg="add mod">
          <ac:chgData name="鈴木 秀規" userId="f68c5fd9-22d5-4c0a-9833-7fb0f5135313" providerId="ADAL" clId="{F575BF5D-9AAF-4582-948B-24FD2BFE6BEB}" dt="2021-01-29T04:26:05.844" v="494" actId="1076"/>
          <ac:spMkLst>
            <pc:docMk/>
            <pc:sldMk cId="2092557008" sldId="372"/>
            <ac:spMk id="7" creationId="{5305D873-7A4A-46FC-8C8D-53578AB2C64C}"/>
          </ac:spMkLst>
        </pc:spChg>
        <pc:spChg chg="add mod">
          <ac:chgData name="鈴木 秀規" userId="f68c5fd9-22d5-4c0a-9833-7fb0f5135313" providerId="ADAL" clId="{F575BF5D-9AAF-4582-948B-24FD2BFE6BEB}" dt="2021-01-29T04:26:20.660" v="498" actId="207"/>
          <ac:spMkLst>
            <pc:docMk/>
            <pc:sldMk cId="2092557008" sldId="372"/>
            <ac:spMk id="8" creationId="{0DAF38C4-7040-482D-935A-69A3EAAC76CE}"/>
          </ac:spMkLst>
        </pc:spChg>
      </pc:sldChg>
      <pc:sldChg chg="del">
        <pc:chgData name="鈴木 秀規" userId="f68c5fd9-22d5-4c0a-9833-7fb0f5135313" providerId="ADAL" clId="{F575BF5D-9AAF-4582-948B-24FD2BFE6BEB}" dt="2021-01-29T03:53:45.227" v="19" actId="2696"/>
        <pc:sldMkLst>
          <pc:docMk/>
          <pc:sldMk cId="3679262217" sldId="372"/>
        </pc:sldMkLst>
      </pc:sldChg>
      <pc:sldChg chg="del">
        <pc:chgData name="鈴木 秀規" userId="f68c5fd9-22d5-4c0a-9833-7fb0f5135313" providerId="ADAL" clId="{F575BF5D-9AAF-4582-948B-24FD2BFE6BEB}" dt="2021-01-29T03:53:45.227" v="19" actId="2696"/>
        <pc:sldMkLst>
          <pc:docMk/>
          <pc:sldMk cId="295493128" sldId="373"/>
        </pc:sldMkLst>
      </pc:sldChg>
      <pc:sldChg chg="modSp new mod">
        <pc:chgData name="鈴木 秀規" userId="f68c5fd9-22d5-4c0a-9833-7fb0f5135313" providerId="ADAL" clId="{F575BF5D-9AAF-4582-948B-24FD2BFE6BEB}" dt="2021-01-29T04:29:03.150" v="530" actId="207"/>
        <pc:sldMkLst>
          <pc:docMk/>
          <pc:sldMk cId="360899116" sldId="373"/>
        </pc:sldMkLst>
        <pc:spChg chg="mod">
          <ac:chgData name="鈴木 秀規" userId="f68c5fd9-22d5-4c0a-9833-7fb0f5135313" providerId="ADAL" clId="{F575BF5D-9AAF-4582-948B-24FD2BFE6BEB}" dt="2021-01-29T04:26:57.530" v="504"/>
          <ac:spMkLst>
            <pc:docMk/>
            <pc:sldMk cId="360899116" sldId="373"/>
            <ac:spMk id="3" creationId="{7D8E6E7E-E819-4301-AB90-D1B730D07DB8}"/>
          </ac:spMkLst>
        </pc:spChg>
        <pc:spChg chg="mod">
          <ac:chgData name="鈴木 秀規" userId="f68c5fd9-22d5-4c0a-9833-7fb0f5135313" providerId="ADAL" clId="{F575BF5D-9AAF-4582-948B-24FD2BFE6BEB}" dt="2021-01-29T04:29:03.150" v="530" actId="207"/>
          <ac:spMkLst>
            <pc:docMk/>
            <pc:sldMk cId="360899116" sldId="373"/>
            <ac:spMk id="5" creationId="{EE252208-B370-41F9-B76C-E8E90FE44219}"/>
          </ac:spMkLst>
        </pc:spChg>
      </pc:sldChg>
      <pc:sldChg chg="modSp new mod">
        <pc:chgData name="鈴木 秀規" userId="f68c5fd9-22d5-4c0a-9833-7fb0f5135313" providerId="ADAL" clId="{F575BF5D-9AAF-4582-948B-24FD2BFE6BEB}" dt="2021-01-29T04:30:09.066" v="548" actId="207"/>
        <pc:sldMkLst>
          <pc:docMk/>
          <pc:sldMk cId="1052588155" sldId="374"/>
        </pc:sldMkLst>
        <pc:spChg chg="mod">
          <ac:chgData name="鈴木 秀規" userId="f68c5fd9-22d5-4c0a-9833-7fb0f5135313" providerId="ADAL" clId="{F575BF5D-9AAF-4582-948B-24FD2BFE6BEB}" dt="2021-01-29T04:29:15.980" v="532"/>
          <ac:spMkLst>
            <pc:docMk/>
            <pc:sldMk cId="1052588155" sldId="374"/>
            <ac:spMk id="3" creationId="{1719FC50-025D-41A0-B13D-8813F7A3D89E}"/>
          </ac:spMkLst>
        </pc:spChg>
        <pc:spChg chg="mod">
          <ac:chgData name="鈴木 秀規" userId="f68c5fd9-22d5-4c0a-9833-7fb0f5135313" providerId="ADAL" clId="{F575BF5D-9AAF-4582-948B-24FD2BFE6BEB}" dt="2021-01-29T04:30:09.066" v="548" actId="207"/>
          <ac:spMkLst>
            <pc:docMk/>
            <pc:sldMk cId="1052588155" sldId="374"/>
            <ac:spMk id="5" creationId="{2244E8A3-F648-4B7C-BD0C-260FE6A1C10D}"/>
          </ac:spMkLst>
        </pc:spChg>
      </pc:sldChg>
      <pc:sldChg chg="del">
        <pc:chgData name="鈴木 秀規" userId="f68c5fd9-22d5-4c0a-9833-7fb0f5135313" providerId="ADAL" clId="{F575BF5D-9AAF-4582-948B-24FD2BFE6BEB}" dt="2021-01-29T03:53:45.227" v="19" actId="2696"/>
        <pc:sldMkLst>
          <pc:docMk/>
          <pc:sldMk cId="1376688274" sldId="374"/>
        </pc:sldMkLst>
      </pc:sldChg>
      <pc:sldChg chg="modSp new mod">
        <pc:chgData name="鈴木 秀規" userId="f68c5fd9-22d5-4c0a-9833-7fb0f5135313" providerId="ADAL" clId="{F575BF5D-9AAF-4582-948B-24FD2BFE6BEB}" dt="2021-01-29T04:31:07.658" v="563" actId="12"/>
        <pc:sldMkLst>
          <pc:docMk/>
          <pc:sldMk cId="31669137" sldId="375"/>
        </pc:sldMkLst>
        <pc:spChg chg="mod">
          <ac:chgData name="鈴木 秀規" userId="f68c5fd9-22d5-4c0a-9833-7fb0f5135313" providerId="ADAL" clId="{F575BF5D-9AAF-4582-948B-24FD2BFE6BEB}" dt="2021-01-29T04:30:22.070" v="550"/>
          <ac:spMkLst>
            <pc:docMk/>
            <pc:sldMk cId="31669137" sldId="375"/>
            <ac:spMk id="3" creationId="{330077B5-BD01-4783-B4AA-22BEF0D1C698}"/>
          </ac:spMkLst>
        </pc:spChg>
        <pc:spChg chg="mod">
          <ac:chgData name="鈴木 秀規" userId="f68c5fd9-22d5-4c0a-9833-7fb0f5135313" providerId="ADAL" clId="{F575BF5D-9AAF-4582-948B-24FD2BFE6BEB}" dt="2021-01-29T04:31:07.658" v="563" actId="12"/>
          <ac:spMkLst>
            <pc:docMk/>
            <pc:sldMk cId="31669137" sldId="375"/>
            <ac:spMk id="5" creationId="{B1D8D607-F4E5-4397-820F-736FF41DC082}"/>
          </ac:spMkLst>
        </pc:spChg>
      </pc:sldChg>
      <pc:sldChg chg="del">
        <pc:chgData name="鈴木 秀規" userId="f68c5fd9-22d5-4c0a-9833-7fb0f5135313" providerId="ADAL" clId="{F575BF5D-9AAF-4582-948B-24FD2BFE6BEB}" dt="2021-01-29T03:53:45.227" v="19" actId="2696"/>
        <pc:sldMkLst>
          <pc:docMk/>
          <pc:sldMk cId="1089892823" sldId="375"/>
        </pc:sldMkLst>
      </pc:sldChg>
      <pc:sldChg chg="del">
        <pc:chgData name="鈴木 秀規" userId="f68c5fd9-22d5-4c0a-9833-7fb0f5135313" providerId="ADAL" clId="{F575BF5D-9AAF-4582-948B-24FD2BFE6BEB}" dt="2021-01-29T03:53:45.227" v="19" actId="2696"/>
        <pc:sldMkLst>
          <pc:docMk/>
          <pc:sldMk cId="2589480947" sldId="376"/>
        </pc:sldMkLst>
      </pc:sldChg>
      <pc:sldChg chg="del">
        <pc:chgData name="鈴木 秀規" userId="f68c5fd9-22d5-4c0a-9833-7fb0f5135313" providerId="ADAL" clId="{F575BF5D-9AAF-4582-948B-24FD2BFE6BEB}" dt="2021-01-29T03:53:45.227" v="19" actId="2696"/>
        <pc:sldMkLst>
          <pc:docMk/>
          <pc:sldMk cId="546674919" sldId="377"/>
        </pc:sldMkLst>
      </pc:sldChg>
      <pc:sldChg chg="del">
        <pc:chgData name="鈴木 秀規" userId="f68c5fd9-22d5-4c0a-9833-7fb0f5135313" providerId="ADAL" clId="{F575BF5D-9AAF-4582-948B-24FD2BFE6BEB}" dt="2021-01-29T03:53:45.227" v="19" actId="2696"/>
        <pc:sldMkLst>
          <pc:docMk/>
          <pc:sldMk cId="1244196573" sldId="378"/>
        </pc:sldMkLst>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松本 　諒" userId="fac9f236-0781-4e61-8b73-684b662c3ab5" providerId="ADAL" clId="{5D8D0616-050E-44D6-8157-8D150C39D80E}"/>
    <pc:docChg chg="modSld">
      <pc:chgData name="松本 　諒" userId="fac9f236-0781-4e61-8b73-684b662c3ab5" providerId="ADAL" clId="{5D8D0616-050E-44D6-8157-8D150C39D80E}" dt="2021-12-17T00:47:34.077" v="1"/>
      <pc:docMkLst>
        <pc:docMk/>
      </pc:docMkLst>
      <pc:sldChg chg="addSp delSp mod">
        <pc:chgData name="松本 　諒" userId="fac9f236-0781-4e61-8b73-684b662c3ab5" providerId="ADAL" clId="{5D8D0616-050E-44D6-8157-8D150C39D80E}" dt="2021-12-17T00:47:34.077" v="1"/>
        <pc:sldMkLst>
          <pc:docMk/>
          <pc:sldMk cId="0" sldId="256"/>
        </pc:sldMkLst>
        <pc:inkChg chg="add del">
          <ac:chgData name="松本 　諒" userId="fac9f236-0781-4e61-8b73-684b662c3ab5" providerId="ADAL" clId="{5D8D0616-050E-44D6-8157-8D150C39D80E}" dt="2021-12-17T00:47:34.077" v="1"/>
          <ac:inkMkLst>
            <pc:docMk/>
            <pc:sldMk cId="0" sldId="256"/>
            <ac:inkMk id="2" creationId="{A30E35BC-10D1-4E6A-B7CB-08142471B18B}"/>
          </ac:inkMkLst>
        </pc:inkChg>
      </pc:sldChg>
    </pc:docChg>
  </pc:docChgLst>
  <pc:docChgLst>
    <pc:chgData name="鈴木 秀規" userId="f68c5fd9-22d5-4c0a-9833-7fb0f5135313" providerId="ADAL" clId="{B1941030-844F-49C0-8176-6B84A3851D11}"/>
    <pc:docChg chg="custSel addSld delSld modSld">
      <pc:chgData name="鈴木 秀規" userId="f68c5fd9-22d5-4c0a-9833-7fb0f5135313" providerId="ADAL" clId="{B1941030-844F-49C0-8176-6B84A3851D11}" dt="2021-01-29T05:02:32.735" v="329" actId="1076"/>
      <pc:docMkLst>
        <pc:docMk/>
      </pc:docMkLst>
      <pc:sldChg chg="modSp mod">
        <pc:chgData name="鈴木 秀規" userId="f68c5fd9-22d5-4c0a-9833-7fb0f5135313" providerId="ADAL" clId="{B1941030-844F-49C0-8176-6B84A3851D11}" dt="2021-01-29T04:32:43.061" v="9" actId="20577"/>
        <pc:sldMkLst>
          <pc:docMk/>
          <pc:sldMk cId="0" sldId="256"/>
        </pc:sldMkLst>
        <pc:spChg chg="mod">
          <ac:chgData name="鈴木 秀規" userId="f68c5fd9-22d5-4c0a-9833-7fb0f5135313" providerId="ADAL" clId="{B1941030-844F-49C0-8176-6B84A3851D11}" dt="2021-01-29T04:32:43.061" v="9" actId="20577"/>
          <ac:spMkLst>
            <pc:docMk/>
            <pc:sldMk cId="0" sldId="256"/>
            <ac:spMk id="56" creationId="{00000000-0000-0000-0000-000000000000}"/>
          </ac:spMkLst>
        </pc:spChg>
      </pc:sldChg>
      <pc:sldChg chg="addSp delSp modSp mod">
        <pc:chgData name="鈴木 秀規" userId="f68c5fd9-22d5-4c0a-9833-7fb0f5135313" providerId="ADAL" clId="{B1941030-844F-49C0-8176-6B84A3851D11}" dt="2021-01-29T04:34:25.052" v="28" actId="1582"/>
        <pc:sldMkLst>
          <pc:docMk/>
          <pc:sldMk cId="2397736379" sldId="363"/>
        </pc:sldMkLst>
        <pc:spChg chg="mod">
          <ac:chgData name="鈴木 秀規" userId="f68c5fd9-22d5-4c0a-9833-7fb0f5135313" providerId="ADAL" clId="{B1941030-844F-49C0-8176-6B84A3851D11}" dt="2021-01-29T04:33:35.753" v="16"/>
          <ac:spMkLst>
            <pc:docMk/>
            <pc:sldMk cId="2397736379" sldId="363"/>
            <ac:spMk id="7" creationId="{9630AD22-E64D-4A96-B059-2AF9F6580C25}"/>
          </ac:spMkLst>
        </pc:spChg>
        <pc:spChg chg="mod">
          <ac:chgData name="鈴木 秀規" userId="f68c5fd9-22d5-4c0a-9833-7fb0f5135313" providerId="ADAL" clId="{B1941030-844F-49C0-8176-6B84A3851D11}" dt="2021-01-29T04:33:28.224" v="15" actId="14100"/>
          <ac:spMkLst>
            <pc:docMk/>
            <pc:sldMk cId="2397736379" sldId="363"/>
            <ac:spMk id="8" creationId="{787CF02A-01AB-4517-BA3E-25572FA82648}"/>
          </ac:spMkLst>
        </pc:spChg>
        <pc:spChg chg="del">
          <ac:chgData name="鈴木 秀規" userId="f68c5fd9-22d5-4c0a-9833-7fb0f5135313" providerId="ADAL" clId="{B1941030-844F-49C0-8176-6B84A3851D11}" dt="2021-01-29T04:33:02.439" v="11" actId="478"/>
          <ac:spMkLst>
            <pc:docMk/>
            <pc:sldMk cId="2397736379" sldId="363"/>
            <ac:spMk id="20" creationId="{6A1F2DC2-FEFB-4B55-B9A8-804C2356BC0A}"/>
          </ac:spMkLst>
        </pc:spChg>
        <pc:spChg chg="del">
          <ac:chgData name="鈴木 秀規" userId="f68c5fd9-22d5-4c0a-9833-7fb0f5135313" providerId="ADAL" clId="{B1941030-844F-49C0-8176-6B84A3851D11}" dt="2021-01-29T04:33:02.439" v="11" actId="478"/>
          <ac:spMkLst>
            <pc:docMk/>
            <pc:sldMk cId="2397736379" sldId="363"/>
            <ac:spMk id="24" creationId="{61AABCE4-8C06-4464-A1FE-C5479533A73A}"/>
          </ac:spMkLst>
        </pc:spChg>
        <pc:spChg chg="del">
          <ac:chgData name="鈴木 秀規" userId="f68c5fd9-22d5-4c0a-9833-7fb0f5135313" providerId="ADAL" clId="{B1941030-844F-49C0-8176-6B84A3851D11}" dt="2021-01-29T04:33:02.439" v="11" actId="478"/>
          <ac:spMkLst>
            <pc:docMk/>
            <pc:sldMk cId="2397736379" sldId="363"/>
            <ac:spMk id="25" creationId="{677A1649-EFA4-4EA5-8C5D-068AF05E4B79}"/>
          </ac:spMkLst>
        </pc:spChg>
        <pc:spChg chg="del">
          <ac:chgData name="鈴木 秀規" userId="f68c5fd9-22d5-4c0a-9833-7fb0f5135313" providerId="ADAL" clId="{B1941030-844F-49C0-8176-6B84A3851D11}" dt="2021-01-29T04:33:02.439" v="11" actId="478"/>
          <ac:spMkLst>
            <pc:docMk/>
            <pc:sldMk cId="2397736379" sldId="363"/>
            <ac:spMk id="26" creationId="{253EF062-A8F9-4BBC-BDA6-D5B078E1987D}"/>
          </ac:spMkLst>
        </pc:spChg>
        <pc:spChg chg="del">
          <ac:chgData name="鈴木 秀規" userId="f68c5fd9-22d5-4c0a-9833-7fb0f5135313" providerId="ADAL" clId="{B1941030-844F-49C0-8176-6B84A3851D11}" dt="2021-01-29T04:33:02.439" v="11" actId="478"/>
          <ac:spMkLst>
            <pc:docMk/>
            <pc:sldMk cId="2397736379" sldId="363"/>
            <ac:spMk id="27" creationId="{6A1432DB-78A9-4BE3-A629-23DE9FE630BF}"/>
          </ac:spMkLst>
        </pc:spChg>
        <pc:spChg chg="del">
          <ac:chgData name="鈴木 秀規" userId="f68c5fd9-22d5-4c0a-9833-7fb0f5135313" providerId="ADAL" clId="{B1941030-844F-49C0-8176-6B84A3851D11}" dt="2021-01-29T04:33:02.439" v="11" actId="478"/>
          <ac:spMkLst>
            <pc:docMk/>
            <pc:sldMk cId="2397736379" sldId="363"/>
            <ac:spMk id="28" creationId="{08A8B2D8-85EE-40F4-B59A-3B08250F23C2}"/>
          </ac:spMkLst>
        </pc:spChg>
        <pc:spChg chg="add mod">
          <ac:chgData name="鈴木 秀規" userId="f68c5fd9-22d5-4c0a-9833-7fb0f5135313" providerId="ADAL" clId="{B1941030-844F-49C0-8176-6B84A3851D11}" dt="2021-01-29T04:34:15.472" v="26" actId="1076"/>
          <ac:spMkLst>
            <pc:docMk/>
            <pc:sldMk cId="2397736379" sldId="363"/>
            <ac:spMk id="34" creationId="{1C06E9C8-223A-47F7-8B68-D146EC444E50}"/>
          </ac:spMkLst>
        </pc:spChg>
        <pc:picChg chg="del">
          <ac:chgData name="鈴木 秀規" userId="f68c5fd9-22d5-4c0a-9833-7fb0f5135313" providerId="ADAL" clId="{B1941030-844F-49C0-8176-6B84A3851D11}" dt="2021-01-29T04:33:02.439" v="11" actId="478"/>
          <ac:picMkLst>
            <pc:docMk/>
            <pc:sldMk cId="2397736379" sldId="363"/>
            <ac:picMk id="9" creationId="{5D4595B8-BA8B-4104-A32F-708AA3722776}"/>
          </ac:picMkLst>
        </pc:picChg>
        <pc:picChg chg="del">
          <ac:chgData name="鈴木 秀規" userId="f68c5fd9-22d5-4c0a-9833-7fb0f5135313" providerId="ADAL" clId="{B1941030-844F-49C0-8176-6B84A3851D11}" dt="2021-01-29T04:33:02.439" v="11" actId="478"/>
          <ac:picMkLst>
            <pc:docMk/>
            <pc:sldMk cId="2397736379" sldId="363"/>
            <ac:picMk id="10" creationId="{9C10110C-4318-4828-9309-07270703879C}"/>
          </ac:picMkLst>
        </pc:picChg>
        <pc:picChg chg="del">
          <ac:chgData name="鈴木 秀規" userId="f68c5fd9-22d5-4c0a-9833-7fb0f5135313" providerId="ADAL" clId="{B1941030-844F-49C0-8176-6B84A3851D11}" dt="2021-01-29T04:33:02.439" v="11" actId="478"/>
          <ac:picMkLst>
            <pc:docMk/>
            <pc:sldMk cId="2397736379" sldId="363"/>
            <ac:picMk id="14" creationId="{43CCCDA8-5505-4805-9C7F-C752E5EBE1F2}"/>
          </ac:picMkLst>
        </pc:picChg>
        <pc:picChg chg="del">
          <ac:chgData name="鈴木 秀規" userId="f68c5fd9-22d5-4c0a-9833-7fb0f5135313" providerId="ADAL" clId="{B1941030-844F-49C0-8176-6B84A3851D11}" dt="2021-01-29T04:33:02.439" v="11" actId="478"/>
          <ac:picMkLst>
            <pc:docMk/>
            <pc:sldMk cId="2397736379" sldId="363"/>
            <ac:picMk id="17" creationId="{B36B4205-DF15-42AC-A2A3-723FFAEE6AEC}"/>
          </ac:picMkLst>
        </pc:picChg>
        <pc:picChg chg="del">
          <ac:chgData name="鈴木 秀規" userId="f68c5fd9-22d5-4c0a-9833-7fb0f5135313" providerId="ADAL" clId="{B1941030-844F-49C0-8176-6B84A3851D11}" dt="2021-01-29T04:33:02.439" v="11" actId="478"/>
          <ac:picMkLst>
            <pc:docMk/>
            <pc:sldMk cId="2397736379" sldId="363"/>
            <ac:picMk id="18" creationId="{17935D42-2E25-4D1B-B497-6E4A51F12C93}"/>
          </ac:picMkLst>
        </pc:picChg>
        <pc:picChg chg="del">
          <ac:chgData name="鈴木 秀規" userId="f68c5fd9-22d5-4c0a-9833-7fb0f5135313" providerId="ADAL" clId="{B1941030-844F-49C0-8176-6B84A3851D11}" dt="2021-01-29T04:33:04.755" v="12" actId="478"/>
          <ac:picMkLst>
            <pc:docMk/>
            <pc:sldMk cId="2397736379" sldId="363"/>
            <ac:picMk id="23" creationId="{46268FDB-CE61-4EF9-86B3-DF2D58C588E0}"/>
          </ac:picMkLst>
        </pc:picChg>
        <pc:picChg chg="add mod">
          <ac:chgData name="鈴木 秀規" userId="f68c5fd9-22d5-4c0a-9833-7fb0f5135313" providerId="ADAL" clId="{B1941030-844F-49C0-8176-6B84A3851D11}" dt="2021-01-29T04:33:47.393" v="18" actId="1076"/>
          <ac:picMkLst>
            <pc:docMk/>
            <pc:sldMk cId="2397736379" sldId="363"/>
            <ac:picMk id="29" creationId="{80E7F3C6-5DC7-463C-A0EF-8573F737A9D1}"/>
          </ac:picMkLst>
        </pc:picChg>
        <pc:picChg chg="add mod">
          <ac:chgData name="鈴木 秀規" userId="f68c5fd9-22d5-4c0a-9833-7fb0f5135313" providerId="ADAL" clId="{B1941030-844F-49C0-8176-6B84A3851D11}" dt="2021-01-29T04:33:47.393" v="18" actId="1076"/>
          <ac:picMkLst>
            <pc:docMk/>
            <pc:sldMk cId="2397736379" sldId="363"/>
            <ac:picMk id="30" creationId="{7643834D-6A1C-462B-B036-0560B2F07007}"/>
          </ac:picMkLst>
        </pc:picChg>
        <pc:picChg chg="add mod">
          <ac:chgData name="鈴木 秀規" userId="f68c5fd9-22d5-4c0a-9833-7fb0f5135313" providerId="ADAL" clId="{B1941030-844F-49C0-8176-6B84A3851D11}" dt="2021-01-29T04:33:47.393" v="18" actId="1076"/>
          <ac:picMkLst>
            <pc:docMk/>
            <pc:sldMk cId="2397736379" sldId="363"/>
            <ac:picMk id="35" creationId="{628A3F31-8B36-4855-8C45-D2424F78FCE2}"/>
          </ac:picMkLst>
        </pc:picChg>
        <pc:cxnChg chg="del mod">
          <ac:chgData name="鈴木 秀規" userId="f68c5fd9-22d5-4c0a-9833-7fb0f5135313" providerId="ADAL" clId="{B1941030-844F-49C0-8176-6B84A3851D11}" dt="2021-01-29T04:33:02.439" v="11" actId="478"/>
          <ac:cxnSpMkLst>
            <pc:docMk/>
            <pc:sldMk cId="2397736379" sldId="363"/>
            <ac:cxnSpMk id="15" creationId="{7C29249F-F388-4808-BA65-4C232F1BAE0E}"/>
          </ac:cxnSpMkLst>
        </pc:cxnChg>
        <pc:cxnChg chg="del mod">
          <ac:chgData name="鈴木 秀規" userId="f68c5fd9-22d5-4c0a-9833-7fb0f5135313" providerId="ADAL" clId="{B1941030-844F-49C0-8176-6B84A3851D11}" dt="2021-01-29T04:33:02.439" v="11" actId="478"/>
          <ac:cxnSpMkLst>
            <pc:docMk/>
            <pc:sldMk cId="2397736379" sldId="363"/>
            <ac:cxnSpMk id="16" creationId="{337FCC9E-C631-4412-B174-1C6680E7F517}"/>
          </ac:cxnSpMkLst>
        </pc:cxnChg>
        <pc:cxnChg chg="del mod">
          <ac:chgData name="鈴木 秀規" userId="f68c5fd9-22d5-4c0a-9833-7fb0f5135313" providerId="ADAL" clId="{B1941030-844F-49C0-8176-6B84A3851D11}" dt="2021-01-29T04:33:02.439" v="11" actId="478"/>
          <ac:cxnSpMkLst>
            <pc:docMk/>
            <pc:sldMk cId="2397736379" sldId="363"/>
            <ac:cxnSpMk id="19" creationId="{8C0777B4-17C4-482E-A9A7-55B472CCB402}"/>
          </ac:cxnSpMkLst>
        </pc:cxnChg>
        <pc:cxnChg chg="del mod">
          <ac:chgData name="鈴木 秀規" userId="f68c5fd9-22d5-4c0a-9833-7fb0f5135313" providerId="ADAL" clId="{B1941030-844F-49C0-8176-6B84A3851D11}" dt="2021-01-29T04:33:02.439" v="11" actId="478"/>
          <ac:cxnSpMkLst>
            <pc:docMk/>
            <pc:sldMk cId="2397736379" sldId="363"/>
            <ac:cxnSpMk id="21" creationId="{360F1E30-C410-4664-A44C-D76CDE558B86}"/>
          </ac:cxnSpMkLst>
        </pc:cxnChg>
        <pc:cxnChg chg="del mod">
          <ac:chgData name="鈴木 秀規" userId="f68c5fd9-22d5-4c0a-9833-7fb0f5135313" providerId="ADAL" clId="{B1941030-844F-49C0-8176-6B84A3851D11}" dt="2021-01-29T04:33:02.439" v="11" actId="478"/>
          <ac:cxnSpMkLst>
            <pc:docMk/>
            <pc:sldMk cId="2397736379" sldId="363"/>
            <ac:cxnSpMk id="22" creationId="{D8D0C633-EA00-468C-BF8F-D1BE99765D8F}"/>
          </ac:cxnSpMkLst>
        </pc:cxnChg>
        <pc:cxnChg chg="add mod">
          <ac:chgData name="鈴木 秀規" userId="f68c5fd9-22d5-4c0a-9833-7fb0f5135313" providerId="ADAL" clId="{B1941030-844F-49C0-8176-6B84A3851D11}" dt="2021-01-29T04:34:25.052" v="28" actId="1582"/>
          <ac:cxnSpMkLst>
            <pc:docMk/>
            <pc:sldMk cId="2397736379" sldId="363"/>
            <ac:cxnSpMk id="31" creationId="{8F947215-C8CC-41B9-8A27-03D5881027A1}"/>
          </ac:cxnSpMkLst>
        </pc:cxnChg>
        <pc:cxnChg chg="add mod">
          <ac:chgData name="鈴木 秀規" userId="f68c5fd9-22d5-4c0a-9833-7fb0f5135313" providerId="ADAL" clId="{B1941030-844F-49C0-8176-6B84A3851D11}" dt="2021-01-29T04:34:25.052" v="28" actId="1582"/>
          <ac:cxnSpMkLst>
            <pc:docMk/>
            <pc:sldMk cId="2397736379" sldId="363"/>
            <ac:cxnSpMk id="32" creationId="{5D6F1C64-5153-471D-8D40-1FA6BCFD2CFA}"/>
          </ac:cxnSpMkLst>
        </pc:cxnChg>
        <pc:cxnChg chg="add mod">
          <ac:chgData name="鈴木 秀規" userId="f68c5fd9-22d5-4c0a-9833-7fb0f5135313" providerId="ADAL" clId="{B1941030-844F-49C0-8176-6B84A3851D11}" dt="2021-01-29T04:34:25.052" v="28" actId="1582"/>
          <ac:cxnSpMkLst>
            <pc:docMk/>
            <pc:sldMk cId="2397736379" sldId="363"/>
            <ac:cxnSpMk id="33" creationId="{F9768C17-188C-41E2-BC18-CE589979801B}"/>
          </ac:cxnSpMkLst>
        </pc:cxnChg>
      </pc:sldChg>
      <pc:sldChg chg="del">
        <pc:chgData name="鈴木 秀規" userId="f68c5fd9-22d5-4c0a-9833-7fb0f5135313" providerId="ADAL" clId="{B1941030-844F-49C0-8176-6B84A3851D11}" dt="2021-01-29T04:32:56.477" v="10" actId="2696"/>
        <pc:sldMkLst>
          <pc:docMk/>
          <pc:sldMk cId="1835643292" sldId="364"/>
        </pc:sldMkLst>
      </pc:sldChg>
      <pc:sldChg chg="addSp modSp new mod">
        <pc:chgData name="鈴木 秀規" userId="f68c5fd9-22d5-4c0a-9833-7fb0f5135313" providerId="ADAL" clId="{B1941030-844F-49C0-8176-6B84A3851D11}" dt="2021-01-29T04:36:11.453" v="53" actId="14100"/>
        <pc:sldMkLst>
          <pc:docMk/>
          <pc:sldMk cId="3656570752" sldId="364"/>
        </pc:sldMkLst>
        <pc:spChg chg="mod">
          <ac:chgData name="鈴木 秀規" userId="f68c5fd9-22d5-4c0a-9833-7fb0f5135313" providerId="ADAL" clId="{B1941030-844F-49C0-8176-6B84A3851D11}" dt="2021-01-29T04:34:49.281" v="30"/>
          <ac:spMkLst>
            <pc:docMk/>
            <pc:sldMk cId="3656570752" sldId="364"/>
            <ac:spMk id="3" creationId="{E7A34BD7-0B67-44D2-AC7F-EAEB23F455A9}"/>
          </ac:spMkLst>
        </pc:spChg>
        <pc:spChg chg="mod">
          <ac:chgData name="鈴木 秀規" userId="f68c5fd9-22d5-4c0a-9833-7fb0f5135313" providerId="ADAL" clId="{B1941030-844F-49C0-8176-6B84A3851D11}" dt="2021-01-29T04:35:05.253" v="34" actId="14100"/>
          <ac:spMkLst>
            <pc:docMk/>
            <pc:sldMk cId="3656570752" sldId="364"/>
            <ac:spMk id="5" creationId="{8839F937-886E-403A-9D9F-10CE6CEE1622}"/>
          </ac:spMkLst>
        </pc:spChg>
        <pc:spChg chg="add mod">
          <ac:chgData name="鈴木 秀規" userId="f68c5fd9-22d5-4c0a-9833-7fb0f5135313" providerId="ADAL" clId="{B1941030-844F-49C0-8176-6B84A3851D11}" dt="2021-01-29T04:35:19.128" v="37" actId="207"/>
          <ac:spMkLst>
            <pc:docMk/>
            <pc:sldMk cId="3656570752" sldId="364"/>
            <ac:spMk id="7" creationId="{16DB3080-3F9B-440F-93CC-791BF79AFAFD}"/>
          </ac:spMkLst>
        </pc:spChg>
        <pc:spChg chg="add mod">
          <ac:chgData name="鈴木 秀規" userId="f68c5fd9-22d5-4c0a-9833-7fb0f5135313" providerId="ADAL" clId="{B1941030-844F-49C0-8176-6B84A3851D11}" dt="2021-01-29T04:36:11.453" v="53" actId="14100"/>
          <ac:spMkLst>
            <pc:docMk/>
            <pc:sldMk cId="3656570752" sldId="364"/>
            <ac:spMk id="9" creationId="{809F64C8-9946-4BE0-84FE-7595C38DC268}"/>
          </ac:spMkLst>
        </pc:spChg>
        <pc:picChg chg="add mod">
          <ac:chgData name="鈴木 秀規" userId="f68c5fd9-22d5-4c0a-9833-7fb0f5135313" providerId="ADAL" clId="{B1941030-844F-49C0-8176-6B84A3851D11}" dt="2021-01-29T04:35:13.788" v="36" actId="1076"/>
          <ac:picMkLst>
            <pc:docMk/>
            <pc:sldMk cId="3656570752" sldId="364"/>
            <ac:picMk id="6" creationId="{32754BFD-1651-4694-86E4-BF8110A3AF7E}"/>
          </ac:picMkLst>
        </pc:picChg>
        <pc:cxnChg chg="add mod">
          <ac:chgData name="鈴木 秀規" userId="f68c5fd9-22d5-4c0a-9833-7fb0f5135313" providerId="ADAL" clId="{B1941030-844F-49C0-8176-6B84A3851D11}" dt="2021-01-29T04:35:13.788" v="36" actId="1076"/>
          <ac:cxnSpMkLst>
            <pc:docMk/>
            <pc:sldMk cId="3656570752" sldId="364"/>
            <ac:cxnSpMk id="8" creationId="{67739BA0-05C5-4431-BD0A-E88CED578282}"/>
          </ac:cxnSpMkLst>
        </pc:cxnChg>
      </pc:sldChg>
      <pc:sldChg chg="addSp modSp new mod">
        <pc:chgData name="鈴木 秀規" userId="f68c5fd9-22d5-4c0a-9833-7fb0f5135313" providerId="ADAL" clId="{B1941030-844F-49C0-8176-6B84A3851D11}" dt="2021-01-29T04:39:09.482" v="76" actId="207"/>
        <pc:sldMkLst>
          <pc:docMk/>
          <pc:sldMk cId="803925699" sldId="365"/>
        </pc:sldMkLst>
        <pc:spChg chg="mod">
          <ac:chgData name="鈴木 秀規" userId="f68c5fd9-22d5-4c0a-9833-7fb0f5135313" providerId="ADAL" clId="{B1941030-844F-49C0-8176-6B84A3851D11}" dt="2021-01-29T04:36:29.654" v="55"/>
          <ac:spMkLst>
            <pc:docMk/>
            <pc:sldMk cId="803925699" sldId="365"/>
            <ac:spMk id="3" creationId="{35FF79BE-3181-4F0C-95F8-A36C8472501D}"/>
          </ac:spMkLst>
        </pc:spChg>
        <pc:spChg chg="mod">
          <ac:chgData name="鈴木 秀規" userId="f68c5fd9-22d5-4c0a-9833-7fb0f5135313" providerId="ADAL" clId="{B1941030-844F-49C0-8176-6B84A3851D11}" dt="2021-01-29T04:37:44.657" v="59" actId="14100"/>
          <ac:spMkLst>
            <pc:docMk/>
            <pc:sldMk cId="803925699" sldId="365"/>
            <ac:spMk id="5" creationId="{758FB996-0B31-407F-B995-F9C4E9CE07AD}"/>
          </ac:spMkLst>
        </pc:spChg>
        <pc:spChg chg="add mod">
          <ac:chgData name="鈴木 秀規" userId="f68c5fd9-22d5-4c0a-9833-7fb0f5135313" providerId="ADAL" clId="{B1941030-844F-49C0-8176-6B84A3851D11}" dt="2021-01-29T04:38:42.635" v="69" actId="1076"/>
          <ac:spMkLst>
            <pc:docMk/>
            <pc:sldMk cId="803925699" sldId="365"/>
            <ac:spMk id="6" creationId="{A3773D9E-5C9A-433D-9BF3-C408AB5B0D9D}"/>
          </ac:spMkLst>
        </pc:spChg>
        <pc:spChg chg="add mod">
          <ac:chgData name="鈴木 秀規" userId="f68c5fd9-22d5-4c0a-9833-7fb0f5135313" providerId="ADAL" clId="{B1941030-844F-49C0-8176-6B84A3851D11}" dt="2021-01-29T04:38:36.093" v="67" actId="14100"/>
          <ac:spMkLst>
            <pc:docMk/>
            <pc:sldMk cId="803925699" sldId="365"/>
            <ac:spMk id="8" creationId="{85950DD6-933B-4F9B-A4B0-9A0EECED1164}"/>
          </ac:spMkLst>
        </pc:spChg>
        <pc:spChg chg="add mod">
          <ac:chgData name="鈴木 秀規" userId="f68c5fd9-22d5-4c0a-9833-7fb0f5135313" providerId="ADAL" clId="{B1941030-844F-49C0-8176-6B84A3851D11}" dt="2021-01-29T04:38:32.746" v="66" actId="14100"/>
          <ac:spMkLst>
            <pc:docMk/>
            <pc:sldMk cId="803925699" sldId="365"/>
            <ac:spMk id="9" creationId="{43BF35A5-2940-4C84-A271-A984049173E9}"/>
          </ac:spMkLst>
        </pc:spChg>
        <pc:spChg chg="add mod">
          <ac:chgData name="鈴木 秀規" userId="f68c5fd9-22d5-4c0a-9833-7fb0f5135313" providerId="ADAL" clId="{B1941030-844F-49C0-8176-6B84A3851D11}" dt="2021-01-29T04:39:09.482" v="76" actId="207"/>
          <ac:spMkLst>
            <pc:docMk/>
            <pc:sldMk cId="803925699" sldId="365"/>
            <ac:spMk id="10" creationId="{E71A9877-6BF1-403D-B11D-E9C97F7AAA30}"/>
          </ac:spMkLst>
        </pc:spChg>
        <pc:cxnChg chg="add mod">
          <ac:chgData name="鈴木 秀規" userId="f68c5fd9-22d5-4c0a-9833-7fb0f5135313" providerId="ADAL" clId="{B1941030-844F-49C0-8176-6B84A3851D11}" dt="2021-01-29T04:38:42.635" v="69" actId="1076"/>
          <ac:cxnSpMkLst>
            <pc:docMk/>
            <pc:sldMk cId="803925699" sldId="365"/>
            <ac:cxnSpMk id="7" creationId="{11B15088-48EB-412D-87B1-CF70EA9E58AF}"/>
          </ac:cxnSpMkLst>
        </pc:cxnChg>
      </pc:sldChg>
      <pc:sldChg chg="del">
        <pc:chgData name="鈴木 秀規" userId="f68c5fd9-22d5-4c0a-9833-7fb0f5135313" providerId="ADAL" clId="{B1941030-844F-49C0-8176-6B84A3851D11}" dt="2021-01-29T04:32:56.477" v="10" actId="2696"/>
        <pc:sldMkLst>
          <pc:docMk/>
          <pc:sldMk cId="1277167566" sldId="365"/>
        </pc:sldMkLst>
      </pc:sldChg>
      <pc:sldChg chg="addSp modSp new mod">
        <pc:chgData name="鈴木 秀規" userId="f68c5fd9-22d5-4c0a-9833-7fb0f5135313" providerId="ADAL" clId="{B1941030-844F-49C0-8176-6B84A3851D11}" dt="2021-01-29T04:42:18.327" v="114" actId="207"/>
        <pc:sldMkLst>
          <pc:docMk/>
          <pc:sldMk cId="2587155910" sldId="366"/>
        </pc:sldMkLst>
        <pc:spChg chg="mod">
          <ac:chgData name="鈴木 秀規" userId="f68c5fd9-22d5-4c0a-9833-7fb0f5135313" providerId="ADAL" clId="{B1941030-844F-49C0-8176-6B84A3851D11}" dt="2021-01-29T04:40:23.057" v="78"/>
          <ac:spMkLst>
            <pc:docMk/>
            <pc:sldMk cId="2587155910" sldId="366"/>
            <ac:spMk id="3" creationId="{9729685D-75BD-4E16-B040-6B8F3803FD94}"/>
          </ac:spMkLst>
        </pc:spChg>
        <pc:spChg chg="mod">
          <ac:chgData name="鈴木 秀規" userId="f68c5fd9-22d5-4c0a-9833-7fb0f5135313" providerId="ADAL" clId="{B1941030-844F-49C0-8176-6B84A3851D11}" dt="2021-01-29T04:40:55.148" v="86" actId="207"/>
          <ac:spMkLst>
            <pc:docMk/>
            <pc:sldMk cId="2587155910" sldId="366"/>
            <ac:spMk id="5" creationId="{24F84416-527E-4DDF-9128-A102A8D1E173}"/>
          </ac:spMkLst>
        </pc:spChg>
        <pc:spChg chg="add mod">
          <ac:chgData name="鈴木 秀規" userId="f68c5fd9-22d5-4c0a-9833-7fb0f5135313" providerId="ADAL" clId="{B1941030-844F-49C0-8176-6B84A3851D11}" dt="2021-01-29T04:41:46.363" v="103" actId="207"/>
          <ac:spMkLst>
            <pc:docMk/>
            <pc:sldMk cId="2587155910" sldId="366"/>
            <ac:spMk id="6" creationId="{DB7CE7C8-6A31-4E41-A456-54318A701731}"/>
          </ac:spMkLst>
        </pc:spChg>
        <pc:spChg chg="add mod">
          <ac:chgData name="鈴木 秀規" userId="f68c5fd9-22d5-4c0a-9833-7fb0f5135313" providerId="ADAL" clId="{B1941030-844F-49C0-8176-6B84A3851D11}" dt="2021-01-29T04:41:51.728" v="104" actId="207"/>
          <ac:spMkLst>
            <pc:docMk/>
            <pc:sldMk cId="2587155910" sldId="366"/>
            <ac:spMk id="8" creationId="{91A49978-A71D-46D7-A954-C876A5F08E5B}"/>
          </ac:spMkLst>
        </pc:spChg>
        <pc:spChg chg="add mod">
          <ac:chgData name="鈴木 秀規" userId="f68c5fd9-22d5-4c0a-9833-7fb0f5135313" providerId="ADAL" clId="{B1941030-844F-49C0-8176-6B84A3851D11}" dt="2021-01-29T04:41:27.768" v="92" actId="2711"/>
          <ac:spMkLst>
            <pc:docMk/>
            <pc:sldMk cId="2587155910" sldId="366"/>
            <ac:spMk id="9" creationId="{72054600-A83D-4029-A3CF-2D5E967528AD}"/>
          </ac:spMkLst>
        </pc:spChg>
        <pc:spChg chg="add mod">
          <ac:chgData name="鈴木 秀規" userId="f68c5fd9-22d5-4c0a-9833-7fb0f5135313" providerId="ADAL" clId="{B1941030-844F-49C0-8176-6B84A3851D11}" dt="2021-01-29T04:41:27.768" v="92" actId="2711"/>
          <ac:spMkLst>
            <pc:docMk/>
            <pc:sldMk cId="2587155910" sldId="366"/>
            <ac:spMk id="10" creationId="{0C5F4B85-189E-4135-B6B3-BB6B9E289C9F}"/>
          </ac:spMkLst>
        </pc:spChg>
        <pc:spChg chg="add mod">
          <ac:chgData name="鈴木 秀規" userId="f68c5fd9-22d5-4c0a-9833-7fb0f5135313" providerId="ADAL" clId="{B1941030-844F-49C0-8176-6B84A3851D11}" dt="2021-01-29T04:42:10.699" v="112" actId="207"/>
          <ac:spMkLst>
            <pc:docMk/>
            <pc:sldMk cId="2587155910" sldId="366"/>
            <ac:spMk id="11" creationId="{D3D587A0-0DFE-4902-AA54-A283C7FA73A2}"/>
          </ac:spMkLst>
        </pc:spChg>
        <pc:spChg chg="add mod">
          <ac:chgData name="鈴木 秀規" userId="f68c5fd9-22d5-4c0a-9833-7fb0f5135313" providerId="ADAL" clId="{B1941030-844F-49C0-8176-6B84A3851D11}" dt="2021-01-29T04:42:18.327" v="114" actId="207"/>
          <ac:spMkLst>
            <pc:docMk/>
            <pc:sldMk cId="2587155910" sldId="366"/>
            <ac:spMk id="12" creationId="{BBE22E54-744F-493D-82EB-677D9EC69218}"/>
          </ac:spMkLst>
        </pc:spChg>
        <pc:spChg chg="add mod">
          <ac:chgData name="鈴木 秀規" userId="f68c5fd9-22d5-4c0a-9833-7fb0f5135313" providerId="ADAL" clId="{B1941030-844F-49C0-8176-6B84A3851D11}" dt="2021-01-29T04:42:15.017" v="113" actId="207"/>
          <ac:spMkLst>
            <pc:docMk/>
            <pc:sldMk cId="2587155910" sldId="366"/>
            <ac:spMk id="13" creationId="{FC9FD184-A6DA-4BE2-868D-9EB445A5F842}"/>
          </ac:spMkLst>
        </pc:spChg>
        <pc:spChg chg="add mod">
          <ac:chgData name="鈴木 秀規" userId="f68c5fd9-22d5-4c0a-9833-7fb0f5135313" providerId="ADAL" clId="{B1941030-844F-49C0-8176-6B84A3851D11}" dt="2021-01-29T04:42:01" v="111" actId="1038"/>
          <ac:spMkLst>
            <pc:docMk/>
            <pc:sldMk cId="2587155910" sldId="366"/>
            <ac:spMk id="14" creationId="{898B0CBA-5301-4755-8360-3C2F8F8B3BA7}"/>
          </ac:spMkLst>
        </pc:spChg>
        <pc:cxnChg chg="add mod">
          <ac:chgData name="鈴木 秀規" userId="f68c5fd9-22d5-4c0a-9833-7fb0f5135313" providerId="ADAL" clId="{B1941030-844F-49C0-8176-6B84A3851D11}" dt="2021-01-29T04:41:38.823" v="102" actId="1037"/>
          <ac:cxnSpMkLst>
            <pc:docMk/>
            <pc:sldMk cId="2587155910" sldId="366"/>
            <ac:cxnSpMk id="7" creationId="{207C225F-1F7B-4FBB-AC66-96F0CDFCBBCF}"/>
          </ac:cxnSpMkLst>
        </pc:cxnChg>
        <pc:cxnChg chg="add mod">
          <ac:chgData name="鈴木 秀規" userId="f68c5fd9-22d5-4c0a-9833-7fb0f5135313" providerId="ADAL" clId="{B1941030-844F-49C0-8176-6B84A3851D11}" dt="2021-01-29T04:41:14.965" v="89" actId="14100"/>
          <ac:cxnSpMkLst>
            <pc:docMk/>
            <pc:sldMk cId="2587155910" sldId="366"/>
            <ac:cxnSpMk id="15" creationId="{DEF88B7D-06B4-4E17-994A-54572C5B5416}"/>
          </ac:cxnSpMkLst>
        </pc:cxnChg>
      </pc:sldChg>
      <pc:sldChg chg="del">
        <pc:chgData name="鈴木 秀規" userId="f68c5fd9-22d5-4c0a-9833-7fb0f5135313" providerId="ADAL" clId="{B1941030-844F-49C0-8176-6B84A3851D11}" dt="2021-01-29T04:32:56.477" v="10" actId="2696"/>
        <pc:sldMkLst>
          <pc:docMk/>
          <pc:sldMk cId="3202997917" sldId="366"/>
        </pc:sldMkLst>
      </pc:sldChg>
      <pc:sldChg chg="del">
        <pc:chgData name="鈴木 秀規" userId="f68c5fd9-22d5-4c0a-9833-7fb0f5135313" providerId="ADAL" clId="{B1941030-844F-49C0-8176-6B84A3851D11}" dt="2021-01-29T04:32:56.477" v="10" actId="2696"/>
        <pc:sldMkLst>
          <pc:docMk/>
          <pc:sldMk cId="1111243588" sldId="367"/>
        </pc:sldMkLst>
      </pc:sldChg>
      <pc:sldChg chg="modSp new mod">
        <pc:chgData name="鈴木 秀規" userId="f68c5fd9-22d5-4c0a-9833-7fb0f5135313" providerId="ADAL" clId="{B1941030-844F-49C0-8176-6B84A3851D11}" dt="2021-01-29T04:43:33.885" v="128" actId="207"/>
        <pc:sldMkLst>
          <pc:docMk/>
          <pc:sldMk cId="2894058037" sldId="367"/>
        </pc:sldMkLst>
        <pc:spChg chg="mod">
          <ac:chgData name="鈴木 秀規" userId="f68c5fd9-22d5-4c0a-9833-7fb0f5135313" providerId="ADAL" clId="{B1941030-844F-49C0-8176-6B84A3851D11}" dt="2021-01-29T04:42:32.638" v="116"/>
          <ac:spMkLst>
            <pc:docMk/>
            <pc:sldMk cId="2894058037" sldId="367"/>
            <ac:spMk id="3" creationId="{6FB07722-94F1-42C6-812B-FF5800DB0794}"/>
          </ac:spMkLst>
        </pc:spChg>
        <pc:spChg chg="mod">
          <ac:chgData name="鈴木 秀規" userId="f68c5fd9-22d5-4c0a-9833-7fb0f5135313" providerId="ADAL" clId="{B1941030-844F-49C0-8176-6B84A3851D11}" dt="2021-01-29T04:43:33.885" v="128" actId="207"/>
          <ac:spMkLst>
            <pc:docMk/>
            <pc:sldMk cId="2894058037" sldId="367"/>
            <ac:spMk id="5" creationId="{A647997F-BE6E-4DA2-B66F-8086795CD439}"/>
          </ac:spMkLst>
        </pc:spChg>
      </pc:sldChg>
      <pc:sldChg chg="del">
        <pc:chgData name="鈴木 秀規" userId="f68c5fd9-22d5-4c0a-9833-7fb0f5135313" providerId="ADAL" clId="{B1941030-844F-49C0-8176-6B84A3851D11}" dt="2021-01-29T04:32:56.477" v="10" actId="2696"/>
        <pc:sldMkLst>
          <pc:docMk/>
          <pc:sldMk cId="456779390" sldId="368"/>
        </pc:sldMkLst>
      </pc:sldChg>
      <pc:sldChg chg="addSp modSp new mod">
        <pc:chgData name="鈴木 秀規" userId="f68c5fd9-22d5-4c0a-9833-7fb0f5135313" providerId="ADAL" clId="{B1941030-844F-49C0-8176-6B84A3851D11}" dt="2021-01-29T04:47:19.783" v="187" actId="1076"/>
        <pc:sldMkLst>
          <pc:docMk/>
          <pc:sldMk cId="2878348738" sldId="368"/>
        </pc:sldMkLst>
        <pc:spChg chg="mod">
          <ac:chgData name="鈴木 秀規" userId="f68c5fd9-22d5-4c0a-9833-7fb0f5135313" providerId="ADAL" clId="{B1941030-844F-49C0-8176-6B84A3851D11}" dt="2021-01-29T04:43:52.910" v="130"/>
          <ac:spMkLst>
            <pc:docMk/>
            <pc:sldMk cId="2878348738" sldId="368"/>
            <ac:spMk id="3" creationId="{C9C2170A-495C-470F-A6BF-0F600FE15AEB}"/>
          </ac:spMkLst>
        </pc:spChg>
        <pc:spChg chg="mod">
          <ac:chgData name="鈴木 秀規" userId="f68c5fd9-22d5-4c0a-9833-7fb0f5135313" providerId="ADAL" clId="{B1941030-844F-49C0-8176-6B84A3851D11}" dt="2021-01-29T04:44:16.357" v="136" actId="14100"/>
          <ac:spMkLst>
            <pc:docMk/>
            <pc:sldMk cId="2878348738" sldId="368"/>
            <ac:spMk id="5" creationId="{DCC07C12-3A67-4E82-B3CE-E6ADEFE8C655}"/>
          </ac:spMkLst>
        </pc:spChg>
        <pc:spChg chg="add mod">
          <ac:chgData name="鈴木 秀規" userId="f68c5fd9-22d5-4c0a-9833-7fb0f5135313" providerId="ADAL" clId="{B1941030-844F-49C0-8176-6B84A3851D11}" dt="2021-01-29T04:46:45.038" v="179" actId="1076"/>
          <ac:spMkLst>
            <pc:docMk/>
            <pc:sldMk cId="2878348738" sldId="368"/>
            <ac:spMk id="6" creationId="{8A87698A-6CBA-475E-AF31-B3DBC697A5ED}"/>
          </ac:spMkLst>
        </pc:spChg>
        <pc:spChg chg="add mod">
          <ac:chgData name="鈴木 秀規" userId="f68c5fd9-22d5-4c0a-9833-7fb0f5135313" providerId="ADAL" clId="{B1941030-844F-49C0-8176-6B84A3851D11}" dt="2021-01-29T04:46:45.038" v="179" actId="1076"/>
          <ac:spMkLst>
            <pc:docMk/>
            <pc:sldMk cId="2878348738" sldId="368"/>
            <ac:spMk id="7" creationId="{E90D5458-8595-4189-8EAA-7C4F79C79390}"/>
          </ac:spMkLst>
        </pc:spChg>
        <pc:spChg chg="add mod">
          <ac:chgData name="鈴木 秀規" userId="f68c5fd9-22d5-4c0a-9833-7fb0f5135313" providerId="ADAL" clId="{B1941030-844F-49C0-8176-6B84A3851D11}" dt="2021-01-29T04:46:45.038" v="179" actId="1076"/>
          <ac:spMkLst>
            <pc:docMk/>
            <pc:sldMk cId="2878348738" sldId="368"/>
            <ac:spMk id="8" creationId="{E31986FB-D036-41FE-8DC1-5EA4CE2605B9}"/>
          </ac:spMkLst>
        </pc:spChg>
        <pc:spChg chg="add mod">
          <ac:chgData name="鈴木 秀規" userId="f68c5fd9-22d5-4c0a-9833-7fb0f5135313" providerId="ADAL" clId="{B1941030-844F-49C0-8176-6B84A3851D11}" dt="2021-01-29T04:46:45.038" v="179" actId="1076"/>
          <ac:spMkLst>
            <pc:docMk/>
            <pc:sldMk cId="2878348738" sldId="368"/>
            <ac:spMk id="9" creationId="{138FBC47-714C-4122-BDFA-66E3CF43D307}"/>
          </ac:spMkLst>
        </pc:spChg>
        <pc:spChg chg="add mod">
          <ac:chgData name="鈴木 秀規" userId="f68c5fd9-22d5-4c0a-9833-7fb0f5135313" providerId="ADAL" clId="{B1941030-844F-49C0-8176-6B84A3851D11}" dt="2021-01-29T04:47:19.783" v="187" actId="1076"/>
          <ac:spMkLst>
            <pc:docMk/>
            <pc:sldMk cId="2878348738" sldId="368"/>
            <ac:spMk id="10" creationId="{53A2F49A-37A2-4BA3-B466-F1948CDFB3D6}"/>
          </ac:spMkLst>
        </pc:spChg>
      </pc:sldChg>
      <pc:sldChg chg="addSp modSp new mod">
        <pc:chgData name="鈴木 秀規" userId="f68c5fd9-22d5-4c0a-9833-7fb0f5135313" providerId="ADAL" clId="{B1941030-844F-49C0-8176-6B84A3851D11}" dt="2021-01-29T04:53:48.273" v="240" actId="1035"/>
        <pc:sldMkLst>
          <pc:docMk/>
          <pc:sldMk cId="36233667" sldId="369"/>
        </pc:sldMkLst>
        <pc:spChg chg="mod">
          <ac:chgData name="鈴木 秀規" userId="f68c5fd9-22d5-4c0a-9833-7fb0f5135313" providerId="ADAL" clId="{B1941030-844F-49C0-8176-6B84A3851D11}" dt="2021-01-29T04:48:13.303" v="190"/>
          <ac:spMkLst>
            <pc:docMk/>
            <pc:sldMk cId="36233667" sldId="369"/>
            <ac:spMk id="3" creationId="{B2185212-E85A-4AB2-89AC-876C7AD006BD}"/>
          </ac:spMkLst>
        </pc:spChg>
        <pc:spChg chg="mod">
          <ac:chgData name="鈴木 秀規" userId="f68c5fd9-22d5-4c0a-9833-7fb0f5135313" providerId="ADAL" clId="{B1941030-844F-49C0-8176-6B84A3851D11}" dt="2021-01-29T04:53:43.832" v="234" actId="20577"/>
          <ac:spMkLst>
            <pc:docMk/>
            <pc:sldMk cId="36233667" sldId="369"/>
            <ac:spMk id="5" creationId="{64C8375D-887C-4D77-9784-62155D090015}"/>
          </ac:spMkLst>
        </pc:spChg>
        <pc:spChg chg="add mod">
          <ac:chgData name="鈴木 秀規" userId="f68c5fd9-22d5-4c0a-9833-7fb0f5135313" providerId="ADAL" clId="{B1941030-844F-49C0-8176-6B84A3851D11}" dt="2021-01-29T04:53:48.273" v="240" actId="1035"/>
          <ac:spMkLst>
            <pc:docMk/>
            <pc:sldMk cId="36233667" sldId="369"/>
            <ac:spMk id="6" creationId="{E9A5E7DC-4965-4A98-AEC1-73346F46DD98}"/>
          </ac:spMkLst>
        </pc:spChg>
        <pc:spChg chg="add mod">
          <ac:chgData name="鈴木 秀規" userId="f68c5fd9-22d5-4c0a-9833-7fb0f5135313" providerId="ADAL" clId="{B1941030-844F-49C0-8176-6B84A3851D11}" dt="2021-01-29T04:53:48.273" v="240" actId="1035"/>
          <ac:spMkLst>
            <pc:docMk/>
            <pc:sldMk cId="36233667" sldId="369"/>
            <ac:spMk id="7" creationId="{25941947-7AA7-445F-A1F0-030C4A6C2C83}"/>
          </ac:spMkLst>
        </pc:spChg>
        <pc:spChg chg="add mod">
          <ac:chgData name="鈴木 秀規" userId="f68c5fd9-22d5-4c0a-9833-7fb0f5135313" providerId="ADAL" clId="{B1941030-844F-49C0-8176-6B84A3851D11}" dt="2021-01-29T04:53:48.273" v="240" actId="1035"/>
          <ac:spMkLst>
            <pc:docMk/>
            <pc:sldMk cId="36233667" sldId="369"/>
            <ac:spMk id="8" creationId="{200813EB-9CA7-4C5C-AEC9-71D69F32D85F}"/>
          </ac:spMkLst>
        </pc:spChg>
      </pc:sldChg>
      <pc:sldChg chg="del">
        <pc:chgData name="鈴木 秀規" userId="f68c5fd9-22d5-4c0a-9833-7fb0f5135313" providerId="ADAL" clId="{B1941030-844F-49C0-8176-6B84A3851D11}" dt="2021-01-29T04:32:56.477" v="10" actId="2696"/>
        <pc:sldMkLst>
          <pc:docMk/>
          <pc:sldMk cId="626248736" sldId="370"/>
        </pc:sldMkLst>
      </pc:sldChg>
      <pc:sldChg chg="addSp modSp new mod">
        <pc:chgData name="鈴木 秀規" userId="f68c5fd9-22d5-4c0a-9833-7fb0f5135313" providerId="ADAL" clId="{B1941030-844F-49C0-8176-6B84A3851D11}" dt="2021-01-29T04:58:13.143" v="277" actId="1036"/>
        <pc:sldMkLst>
          <pc:docMk/>
          <pc:sldMk cId="3279262032" sldId="370"/>
        </pc:sldMkLst>
        <pc:spChg chg="mod">
          <ac:chgData name="鈴木 秀規" userId="f68c5fd9-22d5-4c0a-9833-7fb0f5135313" providerId="ADAL" clId="{B1941030-844F-49C0-8176-6B84A3851D11}" dt="2021-01-29T04:51:53.344" v="223"/>
          <ac:spMkLst>
            <pc:docMk/>
            <pc:sldMk cId="3279262032" sldId="370"/>
            <ac:spMk id="3" creationId="{F0A9B0F2-95E9-4694-9890-156E9D963498}"/>
          </ac:spMkLst>
        </pc:spChg>
        <pc:spChg chg="mod">
          <ac:chgData name="鈴木 秀規" userId="f68c5fd9-22d5-4c0a-9833-7fb0f5135313" providerId="ADAL" clId="{B1941030-844F-49C0-8176-6B84A3851D11}" dt="2021-01-29T04:52:09.323" v="227" actId="14100"/>
          <ac:spMkLst>
            <pc:docMk/>
            <pc:sldMk cId="3279262032" sldId="370"/>
            <ac:spMk id="5" creationId="{5D32B261-C1D5-42A1-841A-E71B9F1AF7EB}"/>
          </ac:spMkLst>
        </pc:spChg>
        <pc:spChg chg="add mod">
          <ac:chgData name="鈴木 秀規" userId="f68c5fd9-22d5-4c0a-9833-7fb0f5135313" providerId="ADAL" clId="{B1941030-844F-49C0-8176-6B84A3851D11}" dt="2021-01-29T04:57:55.779" v="264" actId="14100"/>
          <ac:spMkLst>
            <pc:docMk/>
            <pc:sldMk cId="3279262032" sldId="370"/>
            <ac:spMk id="6" creationId="{9933ADFF-8902-4437-9933-7CA1DCCB5639}"/>
          </ac:spMkLst>
        </pc:spChg>
        <pc:spChg chg="add mod">
          <ac:chgData name="鈴木 秀規" userId="f68c5fd9-22d5-4c0a-9833-7fb0f5135313" providerId="ADAL" clId="{B1941030-844F-49C0-8176-6B84A3851D11}" dt="2021-01-29T04:58:08.871" v="271" actId="1036"/>
          <ac:spMkLst>
            <pc:docMk/>
            <pc:sldMk cId="3279262032" sldId="370"/>
            <ac:spMk id="7" creationId="{48886F9A-F627-4BD8-90B7-6A89AB182ED9}"/>
          </ac:spMkLst>
        </pc:spChg>
        <pc:spChg chg="add mod">
          <ac:chgData name="鈴木 秀規" userId="f68c5fd9-22d5-4c0a-9833-7fb0f5135313" providerId="ADAL" clId="{B1941030-844F-49C0-8176-6B84A3851D11}" dt="2021-01-29T04:58:13.143" v="277" actId="1036"/>
          <ac:spMkLst>
            <pc:docMk/>
            <pc:sldMk cId="3279262032" sldId="370"/>
            <ac:spMk id="8" creationId="{A810F367-15B6-4369-BFC4-B0E8163B9935}"/>
          </ac:spMkLst>
        </pc:spChg>
        <pc:spChg chg="add mod">
          <ac:chgData name="鈴木 秀規" userId="f68c5fd9-22d5-4c0a-9833-7fb0f5135313" providerId="ADAL" clId="{B1941030-844F-49C0-8176-6B84A3851D11}" dt="2021-01-29T04:58:13.143" v="277" actId="1036"/>
          <ac:spMkLst>
            <pc:docMk/>
            <pc:sldMk cId="3279262032" sldId="370"/>
            <ac:spMk id="9" creationId="{B48928C1-746B-48FE-A44F-9DA888AA7931}"/>
          </ac:spMkLst>
        </pc:spChg>
      </pc:sldChg>
      <pc:sldChg chg="addSp modSp new mod">
        <pc:chgData name="鈴木 秀規" userId="f68c5fd9-22d5-4c0a-9833-7fb0f5135313" providerId="ADAL" clId="{B1941030-844F-49C0-8176-6B84A3851D11}" dt="2021-01-29T04:59:58.673" v="297" actId="20577"/>
        <pc:sldMkLst>
          <pc:docMk/>
          <pc:sldMk cId="1944304840" sldId="371"/>
        </pc:sldMkLst>
        <pc:spChg chg="mod">
          <ac:chgData name="鈴木 秀規" userId="f68c5fd9-22d5-4c0a-9833-7fb0f5135313" providerId="ADAL" clId="{B1941030-844F-49C0-8176-6B84A3851D11}" dt="2021-01-29T04:58:29.450" v="279"/>
          <ac:spMkLst>
            <pc:docMk/>
            <pc:sldMk cId="1944304840" sldId="371"/>
            <ac:spMk id="3" creationId="{B178443A-0174-4CE5-BFC8-9F1EAE1E64EA}"/>
          </ac:spMkLst>
        </pc:spChg>
        <pc:spChg chg="mod">
          <ac:chgData name="鈴木 秀規" userId="f68c5fd9-22d5-4c0a-9833-7fb0f5135313" providerId="ADAL" clId="{B1941030-844F-49C0-8176-6B84A3851D11}" dt="2021-01-29T04:58:40.675" v="283" actId="14100"/>
          <ac:spMkLst>
            <pc:docMk/>
            <pc:sldMk cId="1944304840" sldId="371"/>
            <ac:spMk id="5" creationId="{444E21AB-9103-41B5-BC7A-F4FA729983FF}"/>
          </ac:spMkLst>
        </pc:spChg>
        <pc:spChg chg="add mod">
          <ac:chgData name="鈴木 秀規" userId="f68c5fd9-22d5-4c0a-9833-7fb0f5135313" providerId="ADAL" clId="{B1941030-844F-49C0-8176-6B84A3851D11}" dt="2021-01-29T04:59:26.380" v="291" actId="207"/>
          <ac:spMkLst>
            <pc:docMk/>
            <pc:sldMk cId="1944304840" sldId="371"/>
            <ac:spMk id="6" creationId="{6B93690F-C3A0-4233-AD86-5C66FE167541}"/>
          </ac:spMkLst>
        </pc:spChg>
        <pc:spChg chg="add mod">
          <ac:chgData name="鈴木 秀規" userId="f68c5fd9-22d5-4c0a-9833-7fb0f5135313" providerId="ADAL" clId="{B1941030-844F-49C0-8176-6B84A3851D11}" dt="2021-01-29T04:59:58.673" v="297" actId="20577"/>
          <ac:spMkLst>
            <pc:docMk/>
            <pc:sldMk cId="1944304840" sldId="371"/>
            <ac:spMk id="7" creationId="{69868DCD-7386-4C99-ACE7-D84C66035A42}"/>
          </ac:spMkLst>
        </pc:spChg>
      </pc:sldChg>
      <pc:sldChg chg="del">
        <pc:chgData name="鈴木 秀規" userId="f68c5fd9-22d5-4c0a-9833-7fb0f5135313" providerId="ADAL" clId="{B1941030-844F-49C0-8176-6B84A3851D11}" dt="2021-01-29T04:32:56.477" v="10" actId="2696"/>
        <pc:sldMkLst>
          <pc:docMk/>
          <pc:sldMk cId="2430396932" sldId="371"/>
        </pc:sldMkLst>
      </pc:sldChg>
      <pc:sldChg chg="addSp modSp new mod">
        <pc:chgData name="鈴木 秀規" userId="f68c5fd9-22d5-4c0a-9833-7fb0f5135313" providerId="ADAL" clId="{B1941030-844F-49C0-8176-6B84A3851D11}" dt="2021-01-29T05:02:32.735" v="329" actId="1076"/>
        <pc:sldMkLst>
          <pc:docMk/>
          <pc:sldMk cId="266285334" sldId="372"/>
        </pc:sldMkLst>
        <pc:spChg chg="mod">
          <ac:chgData name="鈴木 秀規" userId="f68c5fd9-22d5-4c0a-9833-7fb0f5135313" providerId="ADAL" clId="{B1941030-844F-49C0-8176-6B84A3851D11}" dt="2021-01-29T05:00:08.808" v="299"/>
          <ac:spMkLst>
            <pc:docMk/>
            <pc:sldMk cId="266285334" sldId="372"/>
            <ac:spMk id="3" creationId="{6900C04E-5E05-43A5-860E-A7DAF534B056}"/>
          </ac:spMkLst>
        </pc:spChg>
        <pc:spChg chg="mod">
          <ac:chgData name="鈴木 秀規" userId="f68c5fd9-22d5-4c0a-9833-7fb0f5135313" providerId="ADAL" clId="{B1941030-844F-49C0-8176-6B84A3851D11}" dt="2021-01-29T05:01:34.888" v="315" actId="207"/>
          <ac:spMkLst>
            <pc:docMk/>
            <pc:sldMk cId="266285334" sldId="372"/>
            <ac:spMk id="5" creationId="{9877612E-74EE-4115-BC1E-E0CF3FFCCA59}"/>
          </ac:spMkLst>
        </pc:spChg>
        <pc:spChg chg="add mod">
          <ac:chgData name="鈴木 秀規" userId="f68c5fd9-22d5-4c0a-9833-7fb0f5135313" providerId="ADAL" clId="{B1941030-844F-49C0-8176-6B84A3851D11}" dt="2021-01-29T05:02:32.735" v="329" actId="1076"/>
          <ac:spMkLst>
            <pc:docMk/>
            <pc:sldMk cId="266285334" sldId="372"/>
            <ac:spMk id="6" creationId="{343E0368-256F-4A61-908A-413304D52929}"/>
          </ac:spMkLst>
        </pc:spChg>
        <pc:spChg chg="add mod">
          <ac:chgData name="鈴木 秀規" userId="f68c5fd9-22d5-4c0a-9833-7fb0f5135313" providerId="ADAL" clId="{B1941030-844F-49C0-8176-6B84A3851D11}" dt="2021-01-29T05:02:32.735" v="329" actId="1076"/>
          <ac:spMkLst>
            <pc:docMk/>
            <pc:sldMk cId="266285334" sldId="372"/>
            <ac:spMk id="7" creationId="{98A88DE6-9BB6-4229-8CC7-11C91689EC13}"/>
          </ac:spMkLst>
        </pc:spChg>
      </pc:sldChg>
      <pc:sldChg chg="del">
        <pc:chgData name="鈴木 秀規" userId="f68c5fd9-22d5-4c0a-9833-7fb0f5135313" providerId="ADAL" clId="{B1941030-844F-49C0-8176-6B84A3851D11}" dt="2021-01-29T04:32:56.477" v="10" actId="2696"/>
        <pc:sldMkLst>
          <pc:docMk/>
          <pc:sldMk cId="2092557008" sldId="372"/>
        </pc:sldMkLst>
      </pc:sldChg>
      <pc:sldChg chg="add del">
        <pc:chgData name="鈴木 秀規" userId="f68c5fd9-22d5-4c0a-9833-7fb0f5135313" providerId="ADAL" clId="{B1941030-844F-49C0-8176-6B84A3851D11}" dt="2021-01-29T04:59:01.325" v="285"/>
        <pc:sldMkLst>
          <pc:docMk/>
          <pc:sldMk cId="3668625027" sldId="372"/>
        </pc:sldMkLst>
      </pc:sldChg>
      <pc:sldChg chg="del">
        <pc:chgData name="鈴木 秀規" userId="f68c5fd9-22d5-4c0a-9833-7fb0f5135313" providerId="ADAL" clId="{B1941030-844F-49C0-8176-6B84A3851D11}" dt="2021-01-29T04:32:56.477" v="10" actId="2696"/>
        <pc:sldMkLst>
          <pc:docMk/>
          <pc:sldMk cId="360899116" sldId="373"/>
        </pc:sldMkLst>
      </pc:sldChg>
      <pc:sldChg chg="del">
        <pc:chgData name="鈴木 秀規" userId="f68c5fd9-22d5-4c0a-9833-7fb0f5135313" providerId="ADAL" clId="{B1941030-844F-49C0-8176-6B84A3851D11}" dt="2021-01-29T04:32:56.477" v="10" actId="2696"/>
        <pc:sldMkLst>
          <pc:docMk/>
          <pc:sldMk cId="1052588155" sldId="374"/>
        </pc:sldMkLst>
      </pc:sldChg>
      <pc:sldChg chg="del">
        <pc:chgData name="鈴木 秀規" userId="f68c5fd9-22d5-4c0a-9833-7fb0f5135313" providerId="ADAL" clId="{B1941030-844F-49C0-8176-6B84A3851D11}" dt="2021-01-29T04:32:56.477" v="10" actId="2696"/>
        <pc:sldMkLst>
          <pc:docMk/>
          <pc:sldMk cId="31669137" sldId="375"/>
        </pc:sldMkLst>
      </pc:sldChg>
    </pc:docChg>
  </pc:docChgLst>
  <pc:docChgLst>
    <pc:chgData name="鈴木 秀規" userId="f68c5fd9-22d5-4c0a-9833-7fb0f5135313" providerId="ADAL" clId="{2A827FA6-3A76-48AA-94EC-E91823BEC42A}"/>
    <pc:docChg chg="undo custSel addSld delSld modSld">
      <pc:chgData name="鈴木 秀規" userId="f68c5fd9-22d5-4c0a-9833-7fb0f5135313" providerId="ADAL" clId="{2A827FA6-3A76-48AA-94EC-E91823BEC42A}" dt="2021-01-29T08:10:22.145" v="523" actId="2696"/>
      <pc:docMkLst>
        <pc:docMk/>
      </pc:docMkLst>
      <pc:sldChg chg="modSp mod">
        <pc:chgData name="鈴木 秀規" userId="f68c5fd9-22d5-4c0a-9833-7fb0f5135313" providerId="ADAL" clId="{2A827FA6-3A76-48AA-94EC-E91823BEC42A}" dt="2021-01-29T06:53:00.535" v="1" actId="20577"/>
        <pc:sldMkLst>
          <pc:docMk/>
          <pc:sldMk cId="0" sldId="256"/>
        </pc:sldMkLst>
        <pc:spChg chg="mod">
          <ac:chgData name="鈴木 秀規" userId="f68c5fd9-22d5-4c0a-9833-7fb0f5135313" providerId="ADAL" clId="{2A827FA6-3A76-48AA-94EC-E91823BEC42A}" dt="2021-01-29T06:53:00.535" v="1" actId="20577"/>
          <ac:spMkLst>
            <pc:docMk/>
            <pc:sldMk cId="0" sldId="256"/>
            <ac:spMk id="56" creationId="{00000000-0000-0000-0000-000000000000}"/>
          </ac:spMkLst>
        </pc:spChg>
      </pc:sldChg>
      <pc:sldChg chg="addSp delSp modSp mod">
        <pc:chgData name="鈴木 秀規" userId="f68c5fd9-22d5-4c0a-9833-7fb0f5135313" providerId="ADAL" clId="{2A827FA6-3A76-48AA-94EC-E91823BEC42A}" dt="2021-01-29T07:36:29.287" v="236" actId="20577"/>
        <pc:sldMkLst>
          <pc:docMk/>
          <pc:sldMk cId="2397736379" sldId="363"/>
        </pc:sldMkLst>
        <pc:spChg chg="add mod">
          <ac:chgData name="鈴木 秀規" userId="f68c5fd9-22d5-4c0a-9833-7fb0f5135313" providerId="ADAL" clId="{2A827FA6-3A76-48AA-94EC-E91823BEC42A}" dt="2021-01-29T07:20:37.469" v="49" actId="1076"/>
          <ac:spMkLst>
            <pc:docMk/>
            <pc:sldMk cId="2397736379" sldId="363"/>
            <ac:spMk id="2" creationId="{46E93FFA-CD7A-4DE1-9D86-EE489F9307E0}"/>
          </ac:spMkLst>
        </pc:spChg>
        <pc:spChg chg="mod">
          <ac:chgData name="鈴木 秀規" userId="f68c5fd9-22d5-4c0a-9833-7fb0f5135313" providerId="ADAL" clId="{2A827FA6-3A76-48AA-94EC-E91823BEC42A}" dt="2021-01-29T07:00:07.837" v="3"/>
          <ac:spMkLst>
            <pc:docMk/>
            <pc:sldMk cId="2397736379" sldId="363"/>
            <ac:spMk id="7" creationId="{9630AD22-E64D-4A96-B059-2AF9F6580C25}"/>
          </ac:spMkLst>
        </pc:spChg>
        <pc:spChg chg="mod">
          <ac:chgData name="鈴木 秀規" userId="f68c5fd9-22d5-4c0a-9833-7fb0f5135313" providerId="ADAL" clId="{2A827FA6-3A76-48AA-94EC-E91823BEC42A}" dt="2021-01-29T07:00:23.128" v="6" actId="14100"/>
          <ac:spMkLst>
            <pc:docMk/>
            <pc:sldMk cId="2397736379" sldId="363"/>
            <ac:spMk id="8" creationId="{787CF02A-01AB-4517-BA3E-25572FA82648}"/>
          </ac:spMkLst>
        </pc:spChg>
        <pc:spChg chg="add mod">
          <ac:chgData name="鈴木 秀規" userId="f68c5fd9-22d5-4c0a-9833-7fb0f5135313" providerId="ADAL" clId="{2A827FA6-3A76-48AA-94EC-E91823BEC42A}" dt="2021-01-29T07:20:37.469" v="49" actId="1076"/>
          <ac:spMkLst>
            <pc:docMk/>
            <pc:sldMk cId="2397736379" sldId="363"/>
            <ac:spMk id="9" creationId="{5A08F99B-9BBB-4EF1-B6B9-81067323E31C}"/>
          </ac:spMkLst>
        </pc:spChg>
        <pc:spChg chg="add mod">
          <ac:chgData name="鈴木 秀規" userId="f68c5fd9-22d5-4c0a-9833-7fb0f5135313" providerId="ADAL" clId="{2A827FA6-3A76-48AA-94EC-E91823BEC42A}" dt="2021-01-29T07:20:57.484" v="53" actId="1076"/>
          <ac:spMkLst>
            <pc:docMk/>
            <pc:sldMk cId="2397736379" sldId="363"/>
            <ac:spMk id="11" creationId="{7EAFE004-AE1C-4053-9A2D-C966891A55BC}"/>
          </ac:spMkLst>
        </pc:spChg>
        <pc:spChg chg="add mod">
          <ac:chgData name="鈴木 秀規" userId="f68c5fd9-22d5-4c0a-9833-7fb0f5135313" providerId="ADAL" clId="{2A827FA6-3A76-48AA-94EC-E91823BEC42A}" dt="2021-01-29T07:20:44.264" v="50" actId="571"/>
          <ac:spMkLst>
            <pc:docMk/>
            <pc:sldMk cId="2397736379" sldId="363"/>
            <ac:spMk id="12" creationId="{7EAE6641-4197-41A2-9F32-1BF507AECFDA}"/>
          </ac:spMkLst>
        </pc:spChg>
        <pc:spChg chg="add mod">
          <ac:chgData name="鈴木 秀規" userId="f68c5fd9-22d5-4c0a-9833-7fb0f5135313" providerId="ADAL" clId="{2A827FA6-3A76-48AA-94EC-E91823BEC42A}" dt="2021-01-29T07:20:49.085" v="51" actId="571"/>
          <ac:spMkLst>
            <pc:docMk/>
            <pc:sldMk cId="2397736379" sldId="363"/>
            <ac:spMk id="13" creationId="{9C8518CE-9B46-4BA7-992B-40DBCDAD1FCD}"/>
          </ac:spMkLst>
        </pc:spChg>
        <pc:spChg chg="add mod">
          <ac:chgData name="鈴木 秀規" userId="f68c5fd9-22d5-4c0a-9833-7fb0f5135313" providerId="ADAL" clId="{2A827FA6-3A76-48AA-94EC-E91823BEC42A}" dt="2021-01-29T07:20:49.085" v="51" actId="571"/>
          <ac:spMkLst>
            <pc:docMk/>
            <pc:sldMk cId="2397736379" sldId="363"/>
            <ac:spMk id="14" creationId="{6BE85D4C-36C7-49E5-A9C8-0A9F2F14DEB6}"/>
          </ac:spMkLst>
        </pc:spChg>
        <pc:spChg chg="add mod">
          <ac:chgData name="鈴木 秀規" userId="f68c5fd9-22d5-4c0a-9833-7fb0f5135313" providerId="ADAL" clId="{2A827FA6-3A76-48AA-94EC-E91823BEC42A}" dt="2021-01-29T07:27:13.615" v="61" actId="1076"/>
          <ac:spMkLst>
            <pc:docMk/>
            <pc:sldMk cId="2397736379" sldId="363"/>
            <ac:spMk id="15" creationId="{DB80119D-F4B0-490D-BE34-2187FD8F5AA6}"/>
          </ac:spMkLst>
        </pc:spChg>
        <pc:spChg chg="add mod">
          <ac:chgData name="鈴木 秀規" userId="f68c5fd9-22d5-4c0a-9833-7fb0f5135313" providerId="ADAL" clId="{2A827FA6-3A76-48AA-94EC-E91823BEC42A}" dt="2021-01-29T07:27:16.111" v="62" actId="1076"/>
          <ac:spMkLst>
            <pc:docMk/>
            <pc:sldMk cId="2397736379" sldId="363"/>
            <ac:spMk id="16" creationId="{D9C5A38B-4989-4E4A-81E7-70B6941D3802}"/>
          </ac:spMkLst>
        </pc:spChg>
        <pc:spChg chg="add mod">
          <ac:chgData name="鈴木 秀規" userId="f68c5fd9-22d5-4c0a-9833-7fb0f5135313" providerId="ADAL" clId="{2A827FA6-3A76-48AA-94EC-E91823BEC42A}" dt="2021-01-29T07:32:08.220" v="97" actId="20577"/>
          <ac:spMkLst>
            <pc:docMk/>
            <pc:sldMk cId="2397736379" sldId="363"/>
            <ac:spMk id="17" creationId="{72E2EEBB-4FFF-419E-937D-08B796182460}"/>
          </ac:spMkLst>
        </pc:spChg>
        <pc:spChg chg="add mod">
          <ac:chgData name="鈴木 秀規" userId="f68c5fd9-22d5-4c0a-9833-7fb0f5135313" providerId="ADAL" clId="{2A827FA6-3A76-48AA-94EC-E91823BEC42A}" dt="2021-01-29T07:32:13.004" v="107" actId="20577"/>
          <ac:spMkLst>
            <pc:docMk/>
            <pc:sldMk cId="2397736379" sldId="363"/>
            <ac:spMk id="18" creationId="{5AB6AB2C-FBDD-4A63-8E66-93710C14AC2B}"/>
          </ac:spMkLst>
        </pc:spChg>
        <pc:spChg chg="add mod">
          <ac:chgData name="鈴木 秀規" userId="f68c5fd9-22d5-4c0a-9833-7fb0f5135313" providerId="ADAL" clId="{2A827FA6-3A76-48AA-94EC-E91823BEC42A}" dt="2021-01-29T07:27:08.374" v="60" actId="571"/>
          <ac:spMkLst>
            <pc:docMk/>
            <pc:sldMk cId="2397736379" sldId="363"/>
            <ac:spMk id="19" creationId="{FE366EBA-5E1B-4124-B661-384337ED9935}"/>
          </ac:spMkLst>
        </pc:spChg>
        <pc:spChg chg="add mod">
          <ac:chgData name="鈴木 秀規" userId="f68c5fd9-22d5-4c0a-9833-7fb0f5135313" providerId="ADAL" clId="{2A827FA6-3A76-48AA-94EC-E91823BEC42A}" dt="2021-01-29T07:31:00.679" v="79" actId="20577"/>
          <ac:spMkLst>
            <pc:docMk/>
            <pc:sldMk cId="2397736379" sldId="363"/>
            <ac:spMk id="20" creationId="{8F37D35C-0F42-4927-8954-1E36B5993C21}"/>
          </ac:spMkLst>
        </pc:spChg>
        <pc:spChg chg="add mod">
          <ac:chgData name="鈴木 秀規" userId="f68c5fd9-22d5-4c0a-9833-7fb0f5135313" providerId="ADAL" clId="{2A827FA6-3A76-48AA-94EC-E91823BEC42A}" dt="2021-01-29T07:27:33.440" v="66" actId="571"/>
          <ac:spMkLst>
            <pc:docMk/>
            <pc:sldMk cId="2397736379" sldId="363"/>
            <ac:spMk id="21" creationId="{C6618877-B982-4D2B-9165-2D8DB8299258}"/>
          </ac:spMkLst>
        </pc:spChg>
        <pc:spChg chg="add del mod">
          <ac:chgData name="鈴木 秀規" userId="f68c5fd9-22d5-4c0a-9833-7fb0f5135313" providerId="ADAL" clId="{2A827FA6-3A76-48AA-94EC-E91823BEC42A}" dt="2021-01-29T07:31:20.034" v="81" actId="478"/>
          <ac:spMkLst>
            <pc:docMk/>
            <pc:sldMk cId="2397736379" sldId="363"/>
            <ac:spMk id="26" creationId="{0E6D66E5-35E6-4B31-889D-F8E1ED2A3FB9}"/>
          </ac:spMkLst>
        </pc:spChg>
        <pc:spChg chg="add mod">
          <ac:chgData name="鈴木 秀規" userId="f68c5fd9-22d5-4c0a-9833-7fb0f5135313" providerId="ADAL" clId="{2A827FA6-3A76-48AA-94EC-E91823BEC42A}" dt="2021-01-29T07:31:57.929" v="88"/>
          <ac:spMkLst>
            <pc:docMk/>
            <pc:sldMk cId="2397736379" sldId="363"/>
            <ac:spMk id="27" creationId="{CFE35E5F-DC18-4FF5-ADB9-3444DA5C4119}"/>
          </ac:spMkLst>
        </pc:spChg>
        <pc:spChg chg="add mod">
          <ac:chgData name="鈴木 秀規" userId="f68c5fd9-22d5-4c0a-9833-7fb0f5135313" providerId="ADAL" clId="{2A827FA6-3A76-48AA-94EC-E91823BEC42A}" dt="2021-01-29T07:34:42.166" v="140" actId="1036"/>
          <ac:spMkLst>
            <pc:docMk/>
            <pc:sldMk cId="2397736379" sldId="363"/>
            <ac:spMk id="28" creationId="{516FADDF-A118-4223-A85E-937737FC3F3E}"/>
          </ac:spMkLst>
        </pc:spChg>
        <pc:spChg chg="add mod">
          <ac:chgData name="鈴木 秀規" userId="f68c5fd9-22d5-4c0a-9833-7fb0f5135313" providerId="ADAL" clId="{2A827FA6-3A76-48AA-94EC-E91823BEC42A}" dt="2021-01-29T07:34:46.296" v="141" actId="1035"/>
          <ac:spMkLst>
            <pc:docMk/>
            <pc:sldMk cId="2397736379" sldId="363"/>
            <ac:spMk id="29" creationId="{9619393A-49C8-41C7-A8D8-AB5946AA5780}"/>
          </ac:spMkLst>
        </pc:spChg>
        <pc:spChg chg="add mod">
          <ac:chgData name="鈴木 秀規" userId="f68c5fd9-22d5-4c0a-9833-7fb0f5135313" providerId="ADAL" clId="{2A827FA6-3A76-48AA-94EC-E91823BEC42A}" dt="2021-01-29T07:34:55.009" v="142" actId="571"/>
          <ac:spMkLst>
            <pc:docMk/>
            <pc:sldMk cId="2397736379" sldId="363"/>
            <ac:spMk id="30" creationId="{24F6808E-F11F-40E2-8323-650C8FE62679}"/>
          </ac:spMkLst>
        </pc:spChg>
        <pc:spChg chg="add mod">
          <ac:chgData name="鈴木 秀規" userId="f68c5fd9-22d5-4c0a-9833-7fb0f5135313" providerId="ADAL" clId="{2A827FA6-3A76-48AA-94EC-E91823BEC42A}" dt="2021-01-29T07:35:16.564" v="164" actId="14100"/>
          <ac:spMkLst>
            <pc:docMk/>
            <pc:sldMk cId="2397736379" sldId="363"/>
            <ac:spMk id="31" creationId="{DF892AC4-755F-4288-A8E4-A4790EF83C46}"/>
          </ac:spMkLst>
        </pc:spChg>
        <pc:spChg chg="add mod">
          <ac:chgData name="鈴木 秀規" userId="f68c5fd9-22d5-4c0a-9833-7fb0f5135313" providerId="ADAL" clId="{2A827FA6-3A76-48AA-94EC-E91823BEC42A}" dt="2021-01-29T07:35:00.023" v="143" actId="571"/>
          <ac:spMkLst>
            <pc:docMk/>
            <pc:sldMk cId="2397736379" sldId="363"/>
            <ac:spMk id="32" creationId="{47A78414-8927-44CE-A5DC-F884107C2CD8}"/>
          </ac:spMkLst>
        </pc:spChg>
        <pc:spChg chg="add mod">
          <ac:chgData name="鈴木 秀規" userId="f68c5fd9-22d5-4c0a-9833-7fb0f5135313" providerId="ADAL" clId="{2A827FA6-3A76-48AA-94EC-E91823BEC42A}" dt="2021-01-29T07:35:25.443" v="180" actId="20577"/>
          <ac:spMkLst>
            <pc:docMk/>
            <pc:sldMk cId="2397736379" sldId="363"/>
            <ac:spMk id="33" creationId="{D6821862-D197-4635-B267-0D092379B2A5}"/>
          </ac:spMkLst>
        </pc:spChg>
        <pc:spChg chg="add mod">
          <ac:chgData name="鈴木 秀規" userId="f68c5fd9-22d5-4c0a-9833-7fb0f5135313" providerId="ADAL" clId="{2A827FA6-3A76-48AA-94EC-E91823BEC42A}" dt="2021-01-29T07:35:32.527" v="181" actId="571"/>
          <ac:spMkLst>
            <pc:docMk/>
            <pc:sldMk cId="2397736379" sldId="363"/>
            <ac:spMk id="34" creationId="{3B55570C-221C-41F4-9049-DDFEA1E93C44}"/>
          </ac:spMkLst>
        </pc:spChg>
        <pc:spChg chg="add mod">
          <ac:chgData name="鈴木 秀規" userId="f68c5fd9-22d5-4c0a-9833-7fb0f5135313" providerId="ADAL" clId="{2A827FA6-3A76-48AA-94EC-E91823BEC42A}" dt="2021-01-29T07:35:42.953" v="203" actId="20577"/>
          <ac:spMkLst>
            <pc:docMk/>
            <pc:sldMk cId="2397736379" sldId="363"/>
            <ac:spMk id="35" creationId="{84D725E4-B95D-4BCD-A673-73F3A9167025}"/>
          </ac:spMkLst>
        </pc:spChg>
        <pc:spChg chg="add mod">
          <ac:chgData name="鈴木 秀規" userId="f68c5fd9-22d5-4c0a-9833-7fb0f5135313" providerId="ADAL" clId="{2A827FA6-3A76-48AA-94EC-E91823BEC42A}" dt="2021-01-29T07:35:49.528" v="204" actId="571"/>
          <ac:spMkLst>
            <pc:docMk/>
            <pc:sldMk cId="2397736379" sldId="363"/>
            <ac:spMk id="36" creationId="{1C302B5A-D191-43A2-A239-D33371430C00}"/>
          </ac:spMkLst>
        </pc:spChg>
        <pc:spChg chg="add mod">
          <ac:chgData name="鈴木 秀規" userId="f68c5fd9-22d5-4c0a-9833-7fb0f5135313" providerId="ADAL" clId="{2A827FA6-3A76-48AA-94EC-E91823BEC42A}" dt="2021-01-29T07:36:05.830" v="223" actId="14100"/>
          <ac:spMkLst>
            <pc:docMk/>
            <pc:sldMk cId="2397736379" sldId="363"/>
            <ac:spMk id="37" creationId="{6B8AB159-2FC9-4490-95D8-3B40F6B97955}"/>
          </ac:spMkLst>
        </pc:spChg>
        <pc:spChg chg="add mod">
          <ac:chgData name="鈴木 秀規" userId="f68c5fd9-22d5-4c0a-9833-7fb0f5135313" providerId="ADAL" clId="{2A827FA6-3A76-48AA-94EC-E91823BEC42A}" dt="2021-01-29T07:36:16.975" v="225" actId="571"/>
          <ac:spMkLst>
            <pc:docMk/>
            <pc:sldMk cId="2397736379" sldId="363"/>
            <ac:spMk id="38" creationId="{37501C9A-2C8B-441C-AADD-AAFDB0EAB6EC}"/>
          </ac:spMkLst>
        </pc:spChg>
        <pc:spChg chg="add mod">
          <ac:chgData name="鈴木 秀規" userId="f68c5fd9-22d5-4c0a-9833-7fb0f5135313" providerId="ADAL" clId="{2A827FA6-3A76-48AA-94EC-E91823BEC42A}" dt="2021-01-29T07:36:16.975" v="225" actId="571"/>
          <ac:spMkLst>
            <pc:docMk/>
            <pc:sldMk cId="2397736379" sldId="363"/>
            <ac:spMk id="39" creationId="{9C3D5E6D-0134-4945-B698-13DA33B11B5A}"/>
          </ac:spMkLst>
        </pc:spChg>
        <pc:spChg chg="add mod">
          <ac:chgData name="鈴木 秀規" userId="f68c5fd9-22d5-4c0a-9833-7fb0f5135313" providerId="ADAL" clId="{2A827FA6-3A76-48AA-94EC-E91823BEC42A}" dt="2021-01-29T07:36:16.975" v="225" actId="571"/>
          <ac:spMkLst>
            <pc:docMk/>
            <pc:sldMk cId="2397736379" sldId="363"/>
            <ac:spMk id="40" creationId="{465115EF-733C-414C-8082-33E8BD55DF47}"/>
          </ac:spMkLst>
        </pc:spChg>
        <pc:spChg chg="add mod">
          <ac:chgData name="鈴木 秀規" userId="f68c5fd9-22d5-4c0a-9833-7fb0f5135313" providerId="ADAL" clId="{2A827FA6-3A76-48AA-94EC-E91823BEC42A}" dt="2021-01-29T07:36:23.910" v="226" actId="571"/>
          <ac:spMkLst>
            <pc:docMk/>
            <pc:sldMk cId="2397736379" sldId="363"/>
            <ac:spMk id="41" creationId="{3DD4865E-5BE3-4294-9002-C770956F9F68}"/>
          </ac:spMkLst>
        </pc:spChg>
        <pc:spChg chg="add mod">
          <ac:chgData name="鈴木 秀規" userId="f68c5fd9-22d5-4c0a-9833-7fb0f5135313" providerId="ADAL" clId="{2A827FA6-3A76-48AA-94EC-E91823BEC42A}" dt="2021-01-29T07:36:29.287" v="236" actId="20577"/>
          <ac:spMkLst>
            <pc:docMk/>
            <pc:sldMk cId="2397736379" sldId="363"/>
            <ac:spMk id="42" creationId="{DDCEF2E7-558A-4FCD-8EA3-26C5836276FD}"/>
          </ac:spMkLst>
        </pc:spChg>
        <pc:cxnChg chg="add mod">
          <ac:chgData name="鈴木 秀規" userId="f68c5fd9-22d5-4c0a-9833-7fb0f5135313" providerId="ADAL" clId="{2A827FA6-3A76-48AA-94EC-E91823BEC42A}" dt="2021-01-29T07:16:29.583" v="32" actId="14100"/>
          <ac:cxnSpMkLst>
            <pc:docMk/>
            <pc:sldMk cId="2397736379" sldId="363"/>
            <ac:cxnSpMk id="10" creationId="{0FAA35B7-712D-4BBD-A0F7-7A7789021264}"/>
          </ac:cxnSpMkLst>
        </pc:cxnChg>
        <pc:cxnChg chg="add mod">
          <ac:chgData name="鈴木 秀規" userId="f68c5fd9-22d5-4c0a-9833-7fb0f5135313" providerId="ADAL" clId="{2A827FA6-3A76-48AA-94EC-E91823BEC42A}" dt="2021-01-29T07:27:56.214" v="73" actId="1038"/>
          <ac:cxnSpMkLst>
            <pc:docMk/>
            <pc:sldMk cId="2397736379" sldId="363"/>
            <ac:cxnSpMk id="22" creationId="{291C784A-5812-42C8-BA37-2793F7C3F550}"/>
          </ac:cxnSpMkLst>
        </pc:cxnChg>
        <pc:cxnChg chg="add mod">
          <ac:chgData name="鈴木 秀規" userId="f68c5fd9-22d5-4c0a-9833-7fb0f5135313" providerId="ADAL" clId="{2A827FA6-3A76-48AA-94EC-E91823BEC42A}" dt="2021-01-29T07:30:43.150" v="76" actId="1037"/>
          <ac:cxnSpMkLst>
            <pc:docMk/>
            <pc:sldMk cId="2397736379" sldId="363"/>
            <ac:cxnSpMk id="25" creationId="{E4B92CF3-ABA7-4EAE-B29D-02F1451A3F16}"/>
          </ac:cxnSpMkLst>
        </pc:cxnChg>
      </pc:sldChg>
      <pc:sldChg chg="del">
        <pc:chgData name="鈴木 秀規" userId="f68c5fd9-22d5-4c0a-9833-7fb0f5135313" providerId="ADAL" clId="{2A827FA6-3A76-48AA-94EC-E91823BEC42A}" dt="2021-01-29T06:59:56.943" v="2" actId="2696"/>
        <pc:sldMkLst>
          <pc:docMk/>
          <pc:sldMk cId="892564702" sldId="364"/>
        </pc:sldMkLst>
      </pc:sldChg>
      <pc:sldChg chg="addSp modSp new mod">
        <pc:chgData name="鈴木 秀規" userId="f68c5fd9-22d5-4c0a-9833-7fb0f5135313" providerId="ADAL" clId="{2A827FA6-3A76-48AA-94EC-E91823BEC42A}" dt="2021-01-29T07:55:44.567" v="320" actId="1076"/>
        <pc:sldMkLst>
          <pc:docMk/>
          <pc:sldMk cId="1229339603" sldId="364"/>
        </pc:sldMkLst>
        <pc:spChg chg="mod">
          <ac:chgData name="鈴木 秀規" userId="f68c5fd9-22d5-4c0a-9833-7fb0f5135313" providerId="ADAL" clId="{2A827FA6-3A76-48AA-94EC-E91823BEC42A}" dt="2021-01-29T07:46:25.022" v="238"/>
          <ac:spMkLst>
            <pc:docMk/>
            <pc:sldMk cId="1229339603" sldId="364"/>
            <ac:spMk id="3" creationId="{3D306A75-ED13-481D-8BC4-9D0A087AEDCB}"/>
          </ac:spMkLst>
        </pc:spChg>
        <pc:spChg chg="mod">
          <ac:chgData name="鈴木 秀規" userId="f68c5fd9-22d5-4c0a-9833-7fb0f5135313" providerId="ADAL" clId="{2A827FA6-3A76-48AA-94EC-E91823BEC42A}" dt="2021-01-29T07:48:09.999" v="244"/>
          <ac:spMkLst>
            <pc:docMk/>
            <pc:sldMk cId="1229339603" sldId="364"/>
            <ac:spMk id="5" creationId="{3DBB8EC0-CD80-486C-A3ED-2AAF28256C29}"/>
          </ac:spMkLst>
        </pc:spChg>
        <pc:spChg chg="add mod">
          <ac:chgData name="鈴木 秀規" userId="f68c5fd9-22d5-4c0a-9833-7fb0f5135313" providerId="ADAL" clId="{2A827FA6-3A76-48AA-94EC-E91823BEC42A}" dt="2021-01-29T07:55:44.567" v="320" actId="1076"/>
          <ac:spMkLst>
            <pc:docMk/>
            <pc:sldMk cId="1229339603" sldId="364"/>
            <ac:spMk id="7" creationId="{B1D5A871-55A9-4C9A-A6EA-49224C1CD4C8}"/>
          </ac:spMkLst>
        </pc:spChg>
        <pc:graphicFrameChg chg="add mod modGraphic">
          <ac:chgData name="鈴木 秀規" userId="f68c5fd9-22d5-4c0a-9833-7fb0f5135313" providerId="ADAL" clId="{2A827FA6-3A76-48AA-94EC-E91823BEC42A}" dt="2021-01-29T07:49:37.348" v="265" actId="1076"/>
          <ac:graphicFrameMkLst>
            <pc:docMk/>
            <pc:sldMk cId="1229339603" sldId="364"/>
            <ac:graphicFrameMk id="6" creationId="{124F5FA5-133E-45E9-A7DA-B20D01061301}"/>
          </ac:graphicFrameMkLst>
        </pc:graphicFrameChg>
      </pc:sldChg>
      <pc:sldChg chg="addSp modSp new del mod">
        <pc:chgData name="鈴木 秀規" userId="f68c5fd9-22d5-4c0a-9833-7fb0f5135313" providerId="ADAL" clId="{2A827FA6-3A76-48AA-94EC-E91823BEC42A}" dt="2021-01-29T07:55:55.178" v="322" actId="2696"/>
        <pc:sldMkLst>
          <pc:docMk/>
          <pc:sldMk cId="2413198571" sldId="365"/>
        </pc:sldMkLst>
        <pc:spChg chg="mod">
          <ac:chgData name="鈴木 秀規" userId="f68c5fd9-22d5-4c0a-9833-7fb0f5135313" providerId="ADAL" clId="{2A827FA6-3A76-48AA-94EC-E91823BEC42A}" dt="2021-01-29T07:49:58.823" v="267"/>
          <ac:spMkLst>
            <pc:docMk/>
            <pc:sldMk cId="2413198571" sldId="365"/>
            <ac:spMk id="3" creationId="{19E8B7BE-425E-4CE0-959A-77BE846EF29E}"/>
          </ac:spMkLst>
        </pc:spChg>
        <pc:spChg chg="mod">
          <ac:chgData name="鈴木 秀規" userId="f68c5fd9-22d5-4c0a-9833-7fb0f5135313" providerId="ADAL" clId="{2A827FA6-3A76-48AA-94EC-E91823BEC42A}" dt="2021-01-29T07:50:18.241" v="270" actId="14100"/>
          <ac:spMkLst>
            <pc:docMk/>
            <pc:sldMk cId="2413198571" sldId="365"/>
            <ac:spMk id="5" creationId="{33CF8F81-EF99-422D-B5F4-FCF86EC28D6D}"/>
          </ac:spMkLst>
        </pc:spChg>
        <pc:spChg chg="add mod">
          <ac:chgData name="鈴木 秀規" userId="f68c5fd9-22d5-4c0a-9833-7fb0f5135313" providerId="ADAL" clId="{2A827FA6-3A76-48AA-94EC-E91823BEC42A}" dt="2021-01-29T07:52:06.930" v="284"/>
          <ac:spMkLst>
            <pc:docMk/>
            <pc:sldMk cId="2413198571" sldId="365"/>
            <ac:spMk id="7" creationId="{EEE25B46-820F-4418-86D7-B274DB4E7DE7}"/>
          </ac:spMkLst>
        </pc:spChg>
        <pc:graphicFrameChg chg="add mod modGraphic">
          <ac:chgData name="鈴木 秀規" userId="f68c5fd9-22d5-4c0a-9833-7fb0f5135313" providerId="ADAL" clId="{2A827FA6-3A76-48AA-94EC-E91823BEC42A}" dt="2021-01-29T07:51:35.477" v="283" actId="12385"/>
          <ac:graphicFrameMkLst>
            <pc:docMk/>
            <pc:sldMk cId="2413198571" sldId="365"/>
            <ac:graphicFrameMk id="6" creationId="{A50DFFC2-2971-48A1-A429-29F76E396DB1}"/>
          </ac:graphicFrameMkLst>
        </pc:graphicFrameChg>
      </pc:sldChg>
      <pc:sldChg chg="del">
        <pc:chgData name="鈴木 秀規" userId="f68c5fd9-22d5-4c0a-9833-7fb0f5135313" providerId="ADAL" clId="{2A827FA6-3A76-48AA-94EC-E91823BEC42A}" dt="2021-01-29T06:59:56.943" v="2" actId="2696"/>
        <pc:sldMkLst>
          <pc:docMk/>
          <pc:sldMk cId="3822348332" sldId="365"/>
        </pc:sldMkLst>
      </pc:sldChg>
      <pc:sldChg chg="del">
        <pc:chgData name="鈴木 秀規" userId="f68c5fd9-22d5-4c0a-9833-7fb0f5135313" providerId="ADAL" clId="{2A827FA6-3A76-48AA-94EC-E91823BEC42A}" dt="2021-01-29T06:59:56.943" v="2" actId="2696"/>
        <pc:sldMkLst>
          <pc:docMk/>
          <pc:sldMk cId="377703482" sldId="366"/>
        </pc:sldMkLst>
      </pc:sldChg>
      <pc:sldChg chg="addSp delSp modSp new del mod">
        <pc:chgData name="鈴木 秀規" userId="f68c5fd9-22d5-4c0a-9833-7fb0f5135313" providerId="ADAL" clId="{2A827FA6-3A76-48AA-94EC-E91823BEC42A}" dt="2021-01-29T07:57:18.053" v="353" actId="47"/>
        <pc:sldMkLst>
          <pc:docMk/>
          <pc:sldMk cId="2223756959" sldId="366"/>
        </pc:sldMkLst>
        <pc:spChg chg="mod">
          <ac:chgData name="鈴木 秀規" userId="f68c5fd9-22d5-4c0a-9833-7fb0f5135313" providerId="ADAL" clId="{2A827FA6-3A76-48AA-94EC-E91823BEC42A}" dt="2021-01-29T07:53:33.736" v="301"/>
          <ac:spMkLst>
            <pc:docMk/>
            <pc:sldMk cId="2223756959" sldId="366"/>
            <ac:spMk id="3" creationId="{FEF287E2-AEB7-4A16-8E40-882D7CCDD135}"/>
          </ac:spMkLst>
        </pc:spChg>
        <pc:spChg chg="mod">
          <ac:chgData name="鈴木 秀規" userId="f68c5fd9-22d5-4c0a-9833-7fb0f5135313" providerId="ADAL" clId="{2A827FA6-3A76-48AA-94EC-E91823BEC42A}" dt="2021-01-29T07:53:52.134" v="302"/>
          <ac:spMkLst>
            <pc:docMk/>
            <pc:sldMk cId="2223756959" sldId="366"/>
            <ac:spMk id="5" creationId="{7913FE42-515F-4203-BD54-08AB7372CBF8}"/>
          </ac:spMkLst>
        </pc:spChg>
        <pc:spChg chg="add mod">
          <ac:chgData name="鈴木 秀規" userId="f68c5fd9-22d5-4c0a-9833-7fb0f5135313" providerId="ADAL" clId="{2A827FA6-3A76-48AA-94EC-E91823BEC42A}" dt="2021-01-29T07:53:14.183" v="300"/>
          <ac:spMkLst>
            <pc:docMk/>
            <pc:sldMk cId="2223756959" sldId="366"/>
            <ac:spMk id="7" creationId="{FD78F628-98AD-43BE-99BB-4B177A05E250}"/>
          </ac:spMkLst>
        </pc:spChg>
        <pc:graphicFrameChg chg="add del mod modGraphic">
          <ac:chgData name="鈴木 秀規" userId="f68c5fd9-22d5-4c0a-9833-7fb0f5135313" providerId="ADAL" clId="{2A827FA6-3A76-48AA-94EC-E91823BEC42A}" dt="2021-01-29T07:54:01.938" v="303" actId="478"/>
          <ac:graphicFrameMkLst>
            <pc:docMk/>
            <pc:sldMk cId="2223756959" sldId="366"/>
            <ac:graphicFrameMk id="6" creationId="{94E96A0C-D59F-4786-95EE-38DB6E2E2098}"/>
          </ac:graphicFrameMkLst>
        </pc:graphicFrameChg>
        <pc:graphicFrameChg chg="add mod modGraphic">
          <ac:chgData name="鈴木 秀規" userId="f68c5fd9-22d5-4c0a-9833-7fb0f5135313" providerId="ADAL" clId="{2A827FA6-3A76-48AA-94EC-E91823BEC42A}" dt="2021-01-29T07:54:42.038" v="314" actId="12385"/>
          <ac:graphicFrameMkLst>
            <pc:docMk/>
            <pc:sldMk cId="2223756959" sldId="366"/>
            <ac:graphicFrameMk id="8" creationId="{11375C90-D143-43E4-8ABC-B77ACC031F30}"/>
          </ac:graphicFrameMkLst>
        </pc:graphicFrameChg>
      </pc:sldChg>
      <pc:sldChg chg="modSp add mod">
        <pc:chgData name="鈴木 秀規" userId="f68c5fd9-22d5-4c0a-9833-7fb0f5135313" providerId="ADAL" clId="{2A827FA6-3A76-48AA-94EC-E91823BEC42A}" dt="2021-01-29T07:56:52.779" v="335" actId="20577"/>
        <pc:sldMkLst>
          <pc:docMk/>
          <pc:sldMk cId="1197104192" sldId="367"/>
        </pc:sldMkLst>
        <pc:spChg chg="mod">
          <ac:chgData name="鈴木 秀規" userId="f68c5fd9-22d5-4c0a-9833-7fb0f5135313" providerId="ADAL" clId="{2A827FA6-3A76-48AA-94EC-E91823BEC42A}" dt="2021-01-29T07:56:52.779" v="335" actId="20577"/>
          <ac:spMkLst>
            <pc:docMk/>
            <pc:sldMk cId="1197104192" sldId="367"/>
            <ac:spMk id="3" creationId="{3D306A75-ED13-481D-8BC4-9D0A087AEDCB}"/>
          </ac:spMkLst>
        </pc:spChg>
        <pc:spChg chg="mod">
          <ac:chgData name="鈴木 秀規" userId="f68c5fd9-22d5-4c0a-9833-7fb0f5135313" providerId="ADAL" clId="{2A827FA6-3A76-48AA-94EC-E91823BEC42A}" dt="2021-01-29T07:55:40.919" v="319" actId="1076"/>
          <ac:spMkLst>
            <pc:docMk/>
            <pc:sldMk cId="1197104192" sldId="367"/>
            <ac:spMk id="7" creationId="{B1D5A871-55A9-4C9A-A6EA-49224C1CD4C8}"/>
          </ac:spMkLst>
        </pc:spChg>
        <pc:graphicFrameChg chg="mod modGraphic">
          <ac:chgData name="鈴木 秀規" userId="f68c5fd9-22d5-4c0a-9833-7fb0f5135313" providerId="ADAL" clId="{2A827FA6-3A76-48AA-94EC-E91823BEC42A}" dt="2021-01-29T07:55:49.844" v="321"/>
          <ac:graphicFrameMkLst>
            <pc:docMk/>
            <pc:sldMk cId="1197104192" sldId="367"/>
            <ac:graphicFrameMk id="6" creationId="{124F5FA5-133E-45E9-A7DA-B20D01061301}"/>
          </ac:graphicFrameMkLst>
        </pc:graphicFrameChg>
      </pc:sldChg>
      <pc:sldChg chg="del">
        <pc:chgData name="鈴木 秀規" userId="f68c5fd9-22d5-4c0a-9833-7fb0f5135313" providerId="ADAL" clId="{2A827FA6-3A76-48AA-94EC-E91823BEC42A}" dt="2021-01-29T06:59:56.943" v="2" actId="2696"/>
        <pc:sldMkLst>
          <pc:docMk/>
          <pc:sldMk cId="2973073247" sldId="367"/>
        </pc:sldMkLst>
      </pc:sldChg>
      <pc:sldChg chg="modSp add mod">
        <pc:chgData name="鈴木 秀規" userId="f68c5fd9-22d5-4c0a-9833-7fb0f5135313" providerId="ADAL" clId="{2A827FA6-3A76-48AA-94EC-E91823BEC42A}" dt="2021-01-29T07:57:12.407" v="352" actId="20577"/>
        <pc:sldMkLst>
          <pc:docMk/>
          <pc:sldMk cId="1362485063" sldId="368"/>
        </pc:sldMkLst>
        <pc:spChg chg="mod">
          <ac:chgData name="鈴木 秀規" userId="f68c5fd9-22d5-4c0a-9833-7fb0f5135313" providerId="ADAL" clId="{2A827FA6-3A76-48AA-94EC-E91823BEC42A}" dt="2021-01-29T07:57:12.407" v="352" actId="20577"/>
          <ac:spMkLst>
            <pc:docMk/>
            <pc:sldMk cId="1362485063" sldId="368"/>
            <ac:spMk id="3" creationId="{3D306A75-ED13-481D-8BC4-9D0A087AEDCB}"/>
          </ac:spMkLst>
        </pc:spChg>
        <pc:spChg chg="mod">
          <ac:chgData name="鈴木 秀規" userId="f68c5fd9-22d5-4c0a-9833-7fb0f5135313" providerId="ADAL" clId="{2A827FA6-3A76-48AA-94EC-E91823BEC42A}" dt="2021-01-29T07:56:23.230" v="326"/>
          <ac:spMkLst>
            <pc:docMk/>
            <pc:sldMk cId="1362485063" sldId="368"/>
            <ac:spMk id="5" creationId="{3DBB8EC0-CD80-486C-A3ED-2AAF28256C29}"/>
          </ac:spMkLst>
        </pc:spChg>
        <pc:graphicFrameChg chg="mod modGraphic">
          <ac:chgData name="鈴木 秀規" userId="f68c5fd9-22d5-4c0a-9833-7fb0f5135313" providerId="ADAL" clId="{2A827FA6-3A76-48AA-94EC-E91823BEC42A}" dt="2021-01-29T07:56:06.187" v="325" actId="2164"/>
          <ac:graphicFrameMkLst>
            <pc:docMk/>
            <pc:sldMk cId="1362485063" sldId="368"/>
            <ac:graphicFrameMk id="6" creationId="{124F5FA5-133E-45E9-A7DA-B20D01061301}"/>
          </ac:graphicFrameMkLst>
        </pc:graphicFrameChg>
      </pc:sldChg>
      <pc:sldChg chg="del">
        <pc:chgData name="鈴木 秀規" userId="f68c5fd9-22d5-4c0a-9833-7fb0f5135313" providerId="ADAL" clId="{2A827FA6-3A76-48AA-94EC-E91823BEC42A}" dt="2021-01-29T06:59:56.943" v="2" actId="2696"/>
        <pc:sldMkLst>
          <pc:docMk/>
          <pc:sldMk cId="3309356964" sldId="368"/>
        </pc:sldMkLst>
      </pc:sldChg>
      <pc:sldChg chg="del">
        <pc:chgData name="鈴木 秀規" userId="f68c5fd9-22d5-4c0a-9833-7fb0f5135313" providerId="ADAL" clId="{2A827FA6-3A76-48AA-94EC-E91823BEC42A}" dt="2021-01-29T06:59:56.943" v="2" actId="2696"/>
        <pc:sldMkLst>
          <pc:docMk/>
          <pc:sldMk cId="151281742" sldId="369"/>
        </pc:sldMkLst>
      </pc:sldChg>
      <pc:sldChg chg="modSp add mod">
        <pc:chgData name="鈴木 秀規" userId="f68c5fd9-22d5-4c0a-9833-7fb0f5135313" providerId="ADAL" clId="{2A827FA6-3A76-48AA-94EC-E91823BEC42A}" dt="2021-01-29T07:58:02.011" v="362" actId="14734"/>
        <pc:sldMkLst>
          <pc:docMk/>
          <pc:sldMk cId="1167440844" sldId="369"/>
        </pc:sldMkLst>
        <pc:spChg chg="mod">
          <ac:chgData name="鈴木 秀規" userId="f68c5fd9-22d5-4c0a-9833-7fb0f5135313" providerId="ADAL" clId="{2A827FA6-3A76-48AA-94EC-E91823BEC42A}" dt="2021-01-29T07:57:33.683" v="355"/>
          <ac:spMkLst>
            <pc:docMk/>
            <pc:sldMk cId="1167440844" sldId="369"/>
            <ac:spMk id="3" creationId="{3D306A75-ED13-481D-8BC4-9D0A087AEDCB}"/>
          </ac:spMkLst>
        </pc:spChg>
        <pc:graphicFrameChg chg="mod modGraphic">
          <ac:chgData name="鈴木 秀規" userId="f68c5fd9-22d5-4c0a-9833-7fb0f5135313" providerId="ADAL" clId="{2A827FA6-3A76-48AA-94EC-E91823BEC42A}" dt="2021-01-29T07:58:02.011" v="362" actId="14734"/>
          <ac:graphicFrameMkLst>
            <pc:docMk/>
            <pc:sldMk cId="1167440844" sldId="369"/>
            <ac:graphicFrameMk id="6" creationId="{124F5FA5-133E-45E9-A7DA-B20D01061301}"/>
          </ac:graphicFrameMkLst>
        </pc:graphicFrameChg>
      </pc:sldChg>
      <pc:sldChg chg="modSp new mod">
        <pc:chgData name="鈴木 秀規" userId="f68c5fd9-22d5-4c0a-9833-7fb0f5135313" providerId="ADAL" clId="{2A827FA6-3A76-48AA-94EC-E91823BEC42A}" dt="2021-01-29T07:58:52.363" v="372" actId="207"/>
        <pc:sldMkLst>
          <pc:docMk/>
          <pc:sldMk cId="2469391379" sldId="370"/>
        </pc:sldMkLst>
        <pc:spChg chg="mod">
          <ac:chgData name="鈴木 秀規" userId="f68c5fd9-22d5-4c0a-9833-7fb0f5135313" providerId="ADAL" clId="{2A827FA6-3A76-48AA-94EC-E91823BEC42A}" dt="2021-01-29T07:58:18.306" v="364"/>
          <ac:spMkLst>
            <pc:docMk/>
            <pc:sldMk cId="2469391379" sldId="370"/>
            <ac:spMk id="3" creationId="{A5E4540B-A348-4BA7-B8DD-6C5267E785C7}"/>
          </ac:spMkLst>
        </pc:spChg>
        <pc:spChg chg="mod">
          <ac:chgData name="鈴木 秀規" userId="f68c5fd9-22d5-4c0a-9833-7fb0f5135313" providerId="ADAL" clId="{2A827FA6-3A76-48AA-94EC-E91823BEC42A}" dt="2021-01-29T07:58:52.363" v="372" actId="207"/>
          <ac:spMkLst>
            <pc:docMk/>
            <pc:sldMk cId="2469391379" sldId="370"/>
            <ac:spMk id="5" creationId="{7B56BF1A-09B2-4F34-9448-52AADD1187D7}"/>
          </ac:spMkLst>
        </pc:spChg>
      </pc:sldChg>
      <pc:sldChg chg="del">
        <pc:chgData name="鈴木 秀規" userId="f68c5fd9-22d5-4c0a-9833-7fb0f5135313" providerId="ADAL" clId="{2A827FA6-3A76-48AA-94EC-E91823BEC42A}" dt="2021-01-29T06:59:56.943" v="2" actId="2696"/>
        <pc:sldMkLst>
          <pc:docMk/>
          <pc:sldMk cId="3984519394" sldId="370"/>
        </pc:sldMkLst>
      </pc:sldChg>
      <pc:sldChg chg="del">
        <pc:chgData name="鈴木 秀規" userId="f68c5fd9-22d5-4c0a-9833-7fb0f5135313" providerId="ADAL" clId="{2A827FA6-3A76-48AA-94EC-E91823BEC42A}" dt="2021-01-29T06:59:56.943" v="2" actId="2696"/>
        <pc:sldMkLst>
          <pc:docMk/>
          <pc:sldMk cId="1541320921" sldId="371"/>
        </pc:sldMkLst>
      </pc:sldChg>
      <pc:sldChg chg="addSp modSp new mod">
        <pc:chgData name="鈴木 秀規" userId="f68c5fd9-22d5-4c0a-9833-7fb0f5135313" providerId="ADAL" clId="{2A827FA6-3A76-48AA-94EC-E91823BEC42A}" dt="2021-01-29T08:00:52.990" v="390" actId="14100"/>
        <pc:sldMkLst>
          <pc:docMk/>
          <pc:sldMk cId="3965205156" sldId="371"/>
        </pc:sldMkLst>
        <pc:spChg chg="mod">
          <ac:chgData name="鈴木 秀規" userId="f68c5fd9-22d5-4c0a-9833-7fb0f5135313" providerId="ADAL" clId="{2A827FA6-3A76-48AA-94EC-E91823BEC42A}" dt="2021-01-29T07:59:09.113" v="374"/>
          <ac:spMkLst>
            <pc:docMk/>
            <pc:sldMk cId="3965205156" sldId="371"/>
            <ac:spMk id="3" creationId="{6BA72979-5452-46D8-B5B2-F441F823BAF8}"/>
          </ac:spMkLst>
        </pc:spChg>
        <pc:spChg chg="mod">
          <ac:chgData name="鈴木 秀規" userId="f68c5fd9-22d5-4c0a-9833-7fb0f5135313" providerId="ADAL" clId="{2A827FA6-3A76-48AA-94EC-E91823BEC42A}" dt="2021-01-29T07:59:23.866" v="377" actId="14100"/>
          <ac:spMkLst>
            <pc:docMk/>
            <pc:sldMk cId="3965205156" sldId="371"/>
            <ac:spMk id="5" creationId="{A6F2B7C8-1B2F-4CB1-A434-9C38712B4F1D}"/>
          </ac:spMkLst>
        </pc:spChg>
        <pc:spChg chg="add mod">
          <ac:chgData name="鈴木 秀規" userId="f68c5fd9-22d5-4c0a-9833-7fb0f5135313" providerId="ADAL" clId="{2A827FA6-3A76-48AA-94EC-E91823BEC42A}" dt="2021-01-29T08:00:10.099" v="387" actId="113"/>
          <ac:spMkLst>
            <pc:docMk/>
            <pc:sldMk cId="3965205156" sldId="371"/>
            <ac:spMk id="6" creationId="{CF2581A7-7D67-408D-9D8E-6EB01569538B}"/>
          </ac:spMkLst>
        </pc:spChg>
        <pc:spChg chg="add mod">
          <ac:chgData name="鈴木 秀規" userId="f68c5fd9-22d5-4c0a-9833-7fb0f5135313" providerId="ADAL" clId="{2A827FA6-3A76-48AA-94EC-E91823BEC42A}" dt="2021-01-29T08:00:52.990" v="390" actId="14100"/>
          <ac:spMkLst>
            <pc:docMk/>
            <pc:sldMk cId="3965205156" sldId="371"/>
            <ac:spMk id="7" creationId="{6E764B01-D3D5-41AA-8F85-5328D8A2EDC6}"/>
          </ac:spMkLst>
        </pc:spChg>
      </pc:sldChg>
      <pc:sldChg chg="addSp modSp new mod">
        <pc:chgData name="鈴木 秀規" userId="f68c5fd9-22d5-4c0a-9833-7fb0f5135313" providerId="ADAL" clId="{2A827FA6-3A76-48AA-94EC-E91823BEC42A}" dt="2021-01-29T08:02:29.823" v="400" actId="1076"/>
        <pc:sldMkLst>
          <pc:docMk/>
          <pc:sldMk cId="1895980440" sldId="372"/>
        </pc:sldMkLst>
        <pc:spChg chg="mod">
          <ac:chgData name="鈴木 秀規" userId="f68c5fd9-22d5-4c0a-9833-7fb0f5135313" providerId="ADAL" clId="{2A827FA6-3A76-48AA-94EC-E91823BEC42A}" dt="2021-01-29T08:01:27.961" v="392"/>
          <ac:spMkLst>
            <pc:docMk/>
            <pc:sldMk cId="1895980440" sldId="372"/>
            <ac:spMk id="3" creationId="{769DF1C8-3431-414D-B274-9181C8DA5B4A}"/>
          </ac:spMkLst>
        </pc:spChg>
        <pc:spChg chg="mod">
          <ac:chgData name="鈴木 秀規" userId="f68c5fd9-22d5-4c0a-9833-7fb0f5135313" providerId="ADAL" clId="{2A827FA6-3A76-48AA-94EC-E91823BEC42A}" dt="2021-01-29T08:01:59.401" v="395" actId="14100"/>
          <ac:spMkLst>
            <pc:docMk/>
            <pc:sldMk cId="1895980440" sldId="372"/>
            <ac:spMk id="5" creationId="{544C04A5-BD37-4709-A559-C19F54387627}"/>
          </ac:spMkLst>
        </pc:spChg>
        <pc:spChg chg="add mod">
          <ac:chgData name="鈴木 秀規" userId="f68c5fd9-22d5-4c0a-9833-7fb0f5135313" providerId="ADAL" clId="{2A827FA6-3A76-48AA-94EC-E91823BEC42A}" dt="2021-01-29T08:02:29.823" v="400" actId="1076"/>
          <ac:spMkLst>
            <pc:docMk/>
            <pc:sldMk cId="1895980440" sldId="372"/>
            <ac:spMk id="6" creationId="{CCBD57B7-664B-4001-A179-D21A94B561CE}"/>
          </ac:spMkLst>
        </pc:spChg>
      </pc:sldChg>
      <pc:sldChg chg="del">
        <pc:chgData name="鈴木 秀規" userId="f68c5fd9-22d5-4c0a-9833-7fb0f5135313" providerId="ADAL" clId="{2A827FA6-3A76-48AA-94EC-E91823BEC42A}" dt="2021-01-29T06:59:56.943" v="2" actId="2696"/>
        <pc:sldMkLst>
          <pc:docMk/>
          <pc:sldMk cId="3636425175" sldId="372"/>
        </pc:sldMkLst>
      </pc:sldChg>
      <pc:sldChg chg="del">
        <pc:chgData name="鈴木 秀規" userId="f68c5fd9-22d5-4c0a-9833-7fb0f5135313" providerId="ADAL" clId="{2A827FA6-3A76-48AA-94EC-E91823BEC42A}" dt="2021-01-29T06:59:56.943" v="2" actId="2696"/>
        <pc:sldMkLst>
          <pc:docMk/>
          <pc:sldMk cId="1626296078" sldId="373"/>
        </pc:sldMkLst>
      </pc:sldChg>
      <pc:sldChg chg="modSp new mod">
        <pc:chgData name="鈴木 秀規" userId="f68c5fd9-22d5-4c0a-9833-7fb0f5135313" providerId="ADAL" clId="{2A827FA6-3A76-48AA-94EC-E91823BEC42A}" dt="2021-01-29T08:05:17.692" v="436" actId="20577"/>
        <pc:sldMkLst>
          <pc:docMk/>
          <pc:sldMk cId="3079569024" sldId="373"/>
        </pc:sldMkLst>
        <pc:spChg chg="mod">
          <ac:chgData name="鈴木 秀規" userId="f68c5fd9-22d5-4c0a-9833-7fb0f5135313" providerId="ADAL" clId="{2A827FA6-3A76-48AA-94EC-E91823BEC42A}" dt="2021-01-29T08:02:40.409" v="402"/>
          <ac:spMkLst>
            <pc:docMk/>
            <pc:sldMk cId="3079569024" sldId="373"/>
            <ac:spMk id="3" creationId="{36F6AE7E-248A-4E39-82E8-DDDE9B981A24}"/>
          </ac:spMkLst>
        </pc:spChg>
        <pc:spChg chg="mod">
          <ac:chgData name="鈴木 秀規" userId="f68c5fd9-22d5-4c0a-9833-7fb0f5135313" providerId="ADAL" clId="{2A827FA6-3A76-48AA-94EC-E91823BEC42A}" dt="2021-01-29T08:05:17.692" v="436" actId="20577"/>
          <ac:spMkLst>
            <pc:docMk/>
            <pc:sldMk cId="3079569024" sldId="373"/>
            <ac:spMk id="5" creationId="{35DDFAA5-6146-4DD2-B2AC-EC8BC5852420}"/>
          </ac:spMkLst>
        </pc:spChg>
      </pc:sldChg>
      <pc:sldChg chg="del">
        <pc:chgData name="鈴木 秀規" userId="f68c5fd9-22d5-4c0a-9833-7fb0f5135313" providerId="ADAL" clId="{2A827FA6-3A76-48AA-94EC-E91823BEC42A}" dt="2021-01-29T06:59:56.943" v="2" actId="2696"/>
        <pc:sldMkLst>
          <pc:docMk/>
          <pc:sldMk cId="394191054" sldId="374"/>
        </pc:sldMkLst>
      </pc:sldChg>
      <pc:sldChg chg="modSp new mod">
        <pc:chgData name="鈴木 秀規" userId="f68c5fd9-22d5-4c0a-9833-7fb0f5135313" providerId="ADAL" clId="{2A827FA6-3A76-48AA-94EC-E91823BEC42A}" dt="2021-01-29T08:07:46.449" v="484" actId="11"/>
        <pc:sldMkLst>
          <pc:docMk/>
          <pc:sldMk cId="4229536549" sldId="374"/>
        </pc:sldMkLst>
        <pc:spChg chg="mod">
          <ac:chgData name="鈴木 秀規" userId="f68c5fd9-22d5-4c0a-9833-7fb0f5135313" providerId="ADAL" clId="{2A827FA6-3A76-48AA-94EC-E91823BEC42A}" dt="2021-01-29T08:05:31.820" v="438"/>
          <ac:spMkLst>
            <pc:docMk/>
            <pc:sldMk cId="4229536549" sldId="374"/>
            <ac:spMk id="3" creationId="{D3C7DD8C-BDC1-4360-9D8D-D6645F761E8C}"/>
          </ac:spMkLst>
        </pc:spChg>
        <pc:spChg chg="mod">
          <ac:chgData name="鈴木 秀規" userId="f68c5fd9-22d5-4c0a-9833-7fb0f5135313" providerId="ADAL" clId="{2A827FA6-3A76-48AA-94EC-E91823BEC42A}" dt="2021-01-29T08:07:46.449" v="484" actId="11"/>
          <ac:spMkLst>
            <pc:docMk/>
            <pc:sldMk cId="4229536549" sldId="374"/>
            <ac:spMk id="5" creationId="{6D1DC446-DF76-4DBD-A356-258C5EF419D0}"/>
          </ac:spMkLst>
        </pc:spChg>
      </pc:sldChg>
      <pc:sldChg chg="modSp new mod">
        <pc:chgData name="鈴木 秀規" userId="f68c5fd9-22d5-4c0a-9833-7fb0f5135313" providerId="ADAL" clId="{2A827FA6-3A76-48AA-94EC-E91823BEC42A}" dt="2021-01-29T08:09:23.719" v="512" actId="207"/>
        <pc:sldMkLst>
          <pc:docMk/>
          <pc:sldMk cId="3382569813" sldId="375"/>
        </pc:sldMkLst>
        <pc:spChg chg="mod">
          <ac:chgData name="鈴木 秀規" userId="f68c5fd9-22d5-4c0a-9833-7fb0f5135313" providerId="ADAL" clId="{2A827FA6-3A76-48AA-94EC-E91823BEC42A}" dt="2021-01-29T08:07:56.402" v="486"/>
          <ac:spMkLst>
            <pc:docMk/>
            <pc:sldMk cId="3382569813" sldId="375"/>
            <ac:spMk id="3" creationId="{30556773-CC40-4568-B92B-69A9C8A2E266}"/>
          </ac:spMkLst>
        </pc:spChg>
        <pc:spChg chg="mod">
          <ac:chgData name="鈴木 秀規" userId="f68c5fd9-22d5-4c0a-9833-7fb0f5135313" providerId="ADAL" clId="{2A827FA6-3A76-48AA-94EC-E91823BEC42A}" dt="2021-01-29T08:09:23.719" v="512" actId="207"/>
          <ac:spMkLst>
            <pc:docMk/>
            <pc:sldMk cId="3382569813" sldId="375"/>
            <ac:spMk id="5" creationId="{6A9DDAF2-F048-404F-915E-CF03A85C79C4}"/>
          </ac:spMkLst>
        </pc:spChg>
      </pc:sldChg>
      <pc:sldChg chg="del">
        <pc:chgData name="鈴木 秀規" userId="f68c5fd9-22d5-4c0a-9833-7fb0f5135313" providerId="ADAL" clId="{2A827FA6-3A76-48AA-94EC-E91823BEC42A}" dt="2021-01-29T06:59:56.943" v="2" actId="2696"/>
        <pc:sldMkLst>
          <pc:docMk/>
          <pc:sldMk cId="3514497779" sldId="375"/>
        </pc:sldMkLst>
      </pc:sldChg>
      <pc:sldChg chg="modSp new mod">
        <pc:chgData name="鈴木 秀規" userId="f68c5fd9-22d5-4c0a-9833-7fb0f5135313" providerId="ADAL" clId="{2A827FA6-3A76-48AA-94EC-E91823BEC42A}" dt="2021-01-29T08:10:06.942" v="521" actId="207"/>
        <pc:sldMkLst>
          <pc:docMk/>
          <pc:sldMk cId="3100078096" sldId="376"/>
        </pc:sldMkLst>
        <pc:spChg chg="mod">
          <ac:chgData name="鈴木 秀規" userId="f68c5fd9-22d5-4c0a-9833-7fb0f5135313" providerId="ADAL" clId="{2A827FA6-3A76-48AA-94EC-E91823BEC42A}" dt="2021-01-29T08:09:38.574" v="514"/>
          <ac:spMkLst>
            <pc:docMk/>
            <pc:sldMk cId="3100078096" sldId="376"/>
            <ac:spMk id="3" creationId="{FAF96296-7CEF-4A2E-A1AA-AA2CEF1F3C85}"/>
          </ac:spMkLst>
        </pc:spChg>
        <pc:spChg chg="mod">
          <ac:chgData name="鈴木 秀規" userId="f68c5fd9-22d5-4c0a-9833-7fb0f5135313" providerId="ADAL" clId="{2A827FA6-3A76-48AA-94EC-E91823BEC42A}" dt="2021-01-29T08:10:06.942" v="521" actId="207"/>
          <ac:spMkLst>
            <pc:docMk/>
            <pc:sldMk cId="3100078096" sldId="376"/>
            <ac:spMk id="5" creationId="{06269CEC-F54E-4D12-81EC-F9A60473421E}"/>
          </ac:spMkLst>
        </pc:spChg>
      </pc:sldChg>
      <pc:sldChg chg="del">
        <pc:chgData name="鈴木 秀規" userId="f68c5fd9-22d5-4c0a-9833-7fb0f5135313" providerId="ADAL" clId="{2A827FA6-3A76-48AA-94EC-E91823BEC42A}" dt="2021-01-29T06:59:56.943" v="2" actId="2696"/>
        <pc:sldMkLst>
          <pc:docMk/>
          <pc:sldMk cId="3266246361" sldId="376"/>
        </pc:sldMkLst>
      </pc:sldChg>
      <pc:sldChg chg="new del">
        <pc:chgData name="鈴木 秀規" userId="f68c5fd9-22d5-4c0a-9833-7fb0f5135313" providerId="ADAL" clId="{2A827FA6-3A76-48AA-94EC-E91823BEC42A}" dt="2021-01-29T08:10:22.145" v="523" actId="2696"/>
        <pc:sldMkLst>
          <pc:docMk/>
          <pc:sldMk cId="203945931" sldId="377"/>
        </pc:sldMkLst>
      </pc:sldChg>
      <pc:sldChg chg="del">
        <pc:chgData name="鈴木 秀規" userId="f68c5fd9-22d5-4c0a-9833-7fb0f5135313" providerId="ADAL" clId="{2A827FA6-3A76-48AA-94EC-E91823BEC42A}" dt="2021-01-29T06:59:56.943" v="2" actId="2696"/>
        <pc:sldMkLst>
          <pc:docMk/>
          <pc:sldMk cId="830291535" sldId="377"/>
        </pc:sldMkLst>
      </pc:sldChg>
      <pc:sldChg chg="del">
        <pc:chgData name="鈴木 秀規" userId="f68c5fd9-22d5-4c0a-9833-7fb0f5135313" providerId="ADAL" clId="{2A827FA6-3A76-48AA-94EC-E91823BEC42A}" dt="2021-01-29T06:59:56.943" v="2" actId="2696"/>
        <pc:sldMkLst>
          <pc:docMk/>
          <pc:sldMk cId="2738388098" sldId="378"/>
        </pc:sldMkLst>
      </pc:sldChg>
      <pc:sldChg chg="del">
        <pc:chgData name="鈴木 秀規" userId="f68c5fd9-22d5-4c0a-9833-7fb0f5135313" providerId="ADAL" clId="{2A827FA6-3A76-48AA-94EC-E91823BEC42A}" dt="2021-01-29T06:59:56.943" v="2" actId="2696"/>
        <pc:sldMkLst>
          <pc:docMk/>
          <pc:sldMk cId="1927009512" sldId="379"/>
        </pc:sldMkLst>
      </pc:sldChg>
      <pc:sldChg chg="del">
        <pc:chgData name="鈴木 秀規" userId="f68c5fd9-22d5-4c0a-9833-7fb0f5135313" providerId="ADAL" clId="{2A827FA6-3A76-48AA-94EC-E91823BEC42A}" dt="2021-01-29T06:59:56.943" v="2" actId="2696"/>
        <pc:sldMkLst>
          <pc:docMk/>
          <pc:sldMk cId="3941085094" sldId="380"/>
        </pc:sldMkLst>
      </pc:sldChg>
      <pc:sldChg chg="del">
        <pc:chgData name="鈴木 秀規" userId="f68c5fd9-22d5-4c0a-9833-7fb0f5135313" providerId="ADAL" clId="{2A827FA6-3A76-48AA-94EC-E91823BEC42A}" dt="2021-01-29T06:59:56.943" v="2" actId="2696"/>
        <pc:sldMkLst>
          <pc:docMk/>
          <pc:sldMk cId="1755630232" sldId="381"/>
        </pc:sldMkLst>
      </pc:sldChg>
    </pc:docChg>
  </pc:docChgLst>
  <pc:docChgLst>
    <pc:chgData name="h_suzuki@rhizome01.onmicrosoft.com" userId="f68c5fd9-22d5-4c0a-9833-7fb0f5135313" providerId="ADAL" clId="{BA521137-9338-46EB-B0B5-D78DFADC4D3B}"/>
    <pc:docChg chg="modSld">
      <pc:chgData name="h_suzuki@rhizome01.onmicrosoft.com" userId="f68c5fd9-22d5-4c0a-9833-7fb0f5135313" providerId="ADAL" clId="{BA521137-9338-46EB-B0B5-D78DFADC4D3B}" dt="2021-05-07T01:49:39.954" v="11"/>
      <pc:docMkLst>
        <pc:docMk/>
      </pc:docMkLst>
      <pc:sldChg chg="modSp mod">
        <pc:chgData name="h_suzuki@rhizome01.onmicrosoft.com" userId="f68c5fd9-22d5-4c0a-9833-7fb0f5135313" providerId="ADAL" clId="{BA521137-9338-46EB-B0B5-D78DFADC4D3B}" dt="2021-05-07T01:49:39.954" v="11"/>
        <pc:sldMkLst>
          <pc:docMk/>
          <pc:sldMk cId="2755247261" sldId="372"/>
        </pc:sldMkLst>
        <pc:spChg chg="mod">
          <ac:chgData name="h_suzuki@rhizome01.onmicrosoft.com" userId="f68c5fd9-22d5-4c0a-9833-7fb0f5135313" providerId="ADAL" clId="{BA521137-9338-46EB-B0B5-D78DFADC4D3B}" dt="2021-05-07T01:49:35.845" v="5"/>
          <ac:spMkLst>
            <pc:docMk/>
            <pc:sldMk cId="2755247261" sldId="372"/>
            <ac:spMk id="12" creationId="{993E5ACE-C484-44C7-AFDB-30A0D15178FA}"/>
          </ac:spMkLst>
        </pc:spChg>
        <pc:spChg chg="mod">
          <ac:chgData name="h_suzuki@rhizome01.onmicrosoft.com" userId="f68c5fd9-22d5-4c0a-9833-7fb0f5135313" providerId="ADAL" clId="{BA521137-9338-46EB-B0B5-D78DFADC4D3B}" dt="2021-05-07T01:49:39.954" v="11"/>
          <ac:spMkLst>
            <pc:docMk/>
            <pc:sldMk cId="2755247261" sldId="372"/>
            <ac:spMk id="13" creationId="{2955E2A7-E9A5-47A2-8312-85901581F6E0}"/>
          </ac:spMkLst>
        </pc:spChg>
      </pc:sldChg>
    </pc:docChg>
  </pc:docChgLst>
  <pc:docChgLst>
    <pc:chgData name="鈴木 秀規" userId="f68c5fd9-22d5-4c0a-9833-7fb0f5135313" providerId="ADAL" clId="{DB432BB3-FDEE-4FBA-8D1C-FD0D78E4DD8C}"/>
    <pc:docChg chg="undo custSel addSld delSld modSld">
      <pc:chgData name="鈴木 秀規" userId="f68c5fd9-22d5-4c0a-9833-7fb0f5135313" providerId="ADAL" clId="{DB432BB3-FDEE-4FBA-8D1C-FD0D78E4DD8C}" dt="2021-01-29T05:52:25.042" v="426" actId="6549"/>
      <pc:docMkLst>
        <pc:docMk/>
      </pc:docMkLst>
      <pc:sldChg chg="modSp mod">
        <pc:chgData name="鈴木 秀規" userId="f68c5fd9-22d5-4c0a-9833-7fb0f5135313" providerId="ADAL" clId="{DB432BB3-FDEE-4FBA-8D1C-FD0D78E4DD8C}" dt="2021-01-29T05:04:19.537" v="1" actId="20577"/>
        <pc:sldMkLst>
          <pc:docMk/>
          <pc:sldMk cId="0" sldId="256"/>
        </pc:sldMkLst>
        <pc:spChg chg="mod">
          <ac:chgData name="鈴木 秀規" userId="f68c5fd9-22d5-4c0a-9833-7fb0f5135313" providerId="ADAL" clId="{DB432BB3-FDEE-4FBA-8D1C-FD0D78E4DD8C}" dt="2021-01-29T05:04:19.537" v="1" actId="20577"/>
          <ac:spMkLst>
            <pc:docMk/>
            <pc:sldMk cId="0" sldId="256"/>
            <ac:spMk id="56" creationId="{00000000-0000-0000-0000-000000000000}"/>
          </ac:spMkLst>
        </pc:spChg>
      </pc:sldChg>
      <pc:sldChg chg="addSp delSp modSp mod">
        <pc:chgData name="鈴木 秀規" userId="f68c5fd9-22d5-4c0a-9833-7fb0f5135313" providerId="ADAL" clId="{DB432BB3-FDEE-4FBA-8D1C-FD0D78E4DD8C}" dt="2021-01-29T05:05:27.386" v="17" actId="1076"/>
        <pc:sldMkLst>
          <pc:docMk/>
          <pc:sldMk cId="2397736379" sldId="363"/>
        </pc:sldMkLst>
        <pc:spChg chg="mod">
          <ac:chgData name="鈴木 秀規" userId="f68c5fd9-22d5-4c0a-9833-7fb0f5135313" providerId="ADAL" clId="{DB432BB3-FDEE-4FBA-8D1C-FD0D78E4DD8C}" dt="2021-01-29T05:04:41.920" v="3"/>
          <ac:spMkLst>
            <pc:docMk/>
            <pc:sldMk cId="2397736379" sldId="363"/>
            <ac:spMk id="7" creationId="{9630AD22-E64D-4A96-B059-2AF9F6580C25}"/>
          </ac:spMkLst>
        </pc:spChg>
        <pc:spChg chg="mod">
          <ac:chgData name="鈴木 秀規" userId="f68c5fd9-22d5-4c0a-9833-7fb0f5135313" providerId="ADAL" clId="{DB432BB3-FDEE-4FBA-8D1C-FD0D78E4DD8C}" dt="2021-01-29T05:05:14.347" v="11" actId="207"/>
          <ac:spMkLst>
            <pc:docMk/>
            <pc:sldMk cId="2397736379" sldId="363"/>
            <ac:spMk id="8" creationId="{787CF02A-01AB-4517-BA3E-25572FA82648}"/>
          </ac:spMkLst>
        </pc:spChg>
        <pc:spChg chg="del">
          <ac:chgData name="鈴木 秀規" userId="f68c5fd9-22d5-4c0a-9833-7fb0f5135313" providerId="ADAL" clId="{DB432BB3-FDEE-4FBA-8D1C-FD0D78E4DD8C}" dt="2021-01-29T05:04:55.509" v="5" actId="478"/>
          <ac:spMkLst>
            <pc:docMk/>
            <pc:sldMk cId="2397736379" sldId="363"/>
            <ac:spMk id="34" creationId="{1C06E9C8-223A-47F7-8B68-D146EC444E50}"/>
          </ac:spMkLst>
        </pc:spChg>
        <pc:picChg chg="add mod">
          <ac:chgData name="鈴木 秀規" userId="f68c5fd9-22d5-4c0a-9833-7fb0f5135313" providerId="ADAL" clId="{DB432BB3-FDEE-4FBA-8D1C-FD0D78E4DD8C}" dt="2021-01-29T05:05:27.386" v="17" actId="1076"/>
          <ac:picMkLst>
            <pc:docMk/>
            <pc:sldMk cId="2397736379" sldId="363"/>
            <ac:picMk id="13" creationId="{AFECEB6F-9A85-4FBA-A728-91A16F11502C}"/>
          </ac:picMkLst>
        </pc:picChg>
        <pc:picChg chg="del">
          <ac:chgData name="鈴木 秀規" userId="f68c5fd9-22d5-4c0a-9833-7fb0f5135313" providerId="ADAL" clId="{DB432BB3-FDEE-4FBA-8D1C-FD0D78E4DD8C}" dt="2021-01-29T05:04:55.509" v="5" actId="478"/>
          <ac:picMkLst>
            <pc:docMk/>
            <pc:sldMk cId="2397736379" sldId="363"/>
            <ac:picMk id="29" creationId="{80E7F3C6-5DC7-463C-A0EF-8573F737A9D1}"/>
          </ac:picMkLst>
        </pc:picChg>
        <pc:picChg chg="del">
          <ac:chgData name="鈴木 秀規" userId="f68c5fd9-22d5-4c0a-9833-7fb0f5135313" providerId="ADAL" clId="{DB432BB3-FDEE-4FBA-8D1C-FD0D78E4DD8C}" dt="2021-01-29T05:04:55.509" v="5" actId="478"/>
          <ac:picMkLst>
            <pc:docMk/>
            <pc:sldMk cId="2397736379" sldId="363"/>
            <ac:picMk id="30" creationId="{7643834D-6A1C-462B-B036-0560B2F07007}"/>
          </ac:picMkLst>
        </pc:picChg>
        <pc:picChg chg="del">
          <ac:chgData name="鈴木 秀規" userId="f68c5fd9-22d5-4c0a-9833-7fb0f5135313" providerId="ADAL" clId="{DB432BB3-FDEE-4FBA-8D1C-FD0D78E4DD8C}" dt="2021-01-29T05:04:57.337" v="6" actId="478"/>
          <ac:picMkLst>
            <pc:docMk/>
            <pc:sldMk cId="2397736379" sldId="363"/>
            <ac:picMk id="35" creationId="{628A3F31-8B36-4855-8C45-D2424F78FCE2}"/>
          </ac:picMkLst>
        </pc:picChg>
        <pc:cxnChg chg="del mod">
          <ac:chgData name="鈴木 秀規" userId="f68c5fd9-22d5-4c0a-9833-7fb0f5135313" providerId="ADAL" clId="{DB432BB3-FDEE-4FBA-8D1C-FD0D78E4DD8C}" dt="2021-01-29T05:04:55.509" v="5" actId="478"/>
          <ac:cxnSpMkLst>
            <pc:docMk/>
            <pc:sldMk cId="2397736379" sldId="363"/>
            <ac:cxnSpMk id="31" creationId="{8F947215-C8CC-41B9-8A27-03D5881027A1}"/>
          </ac:cxnSpMkLst>
        </pc:cxnChg>
        <pc:cxnChg chg="del mod">
          <ac:chgData name="鈴木 秀規" userId="f68c5fd9-22d5-4c0a-9833-7fb0f5135313" providerId="ADAL" clId="{DB432BB3-FDEE-4FBA-8D1C-FD0D78E4DD8C}" dt="2021-01-29T05:04:55.509" v="5" actId="478"/>
          <ac:cxnSpMkLst>
            <pc:docMk/>
            <pc:sldMk cId="2397736379" sldId="363"/>
            <ac:cxnSpMk id="32" creationId="{5D6F1C64-5153-471D-8D40-1FA6BCFD2CFA}"/>
          </ac:cxnSpMkLst>
        </pc:cxnChg>
        <pc:cxnChg chg="del mod">
          <ac:chgData name="鈴木 秀規" userId="f68c5fd9-22d5-4c0a-9833-7fb0f5135313" providerId="ADAL" clId="{DB432BB3-FDEE-4FBA-8D1C-FD0D78E4DD8C}" dt="2021-01-29T05:04:55.509" v="5" actId="478"/>
          <ac:cxnSpMkLst>
            <pc:docMk/>
            <pc:sldMk cId="2397736379" sldId="363"/>
            <ac:cxnSpMk id="33" creationId="{F9768C17-188C-41E2-BC18-CE589979801B}"/>
          </ac:cxnSpMkLst>
        </pc:cxnChg>
      </pc:sldChg>
      <pc:sldChg chg="modSp new mod">
        <pc:chgData name="鈴木 秀規" userId="f68c5fd9-22d5-4c0a-9833-7fb0f5135313" providerId="ADAL" clId="{DB432BB3-FDEE-4FBA-8D1C-FD0D78E4DD8C}" dt="2021-01-29T05:06:46.478" v="39" actId="207"/>
        <pc:sldMkLst>
          <pc:docMk/>
          <pc:sldMk cId="2546841439" sldId="364"/>
        </pc:sldMkLst>
        <pc:spChg chg="mod">
          <ac:chgData name="鈴木 秀規" userId="f68c5fd9-22d5-4c0a-9833-7fb0f5135313" providerId="ADAL" clId="{DB432BB3-FDEE-4FBA-8D1C-FD0D78E4DD8C}" dt="2021-01-29T05:05:36.979" v="19"/>
          <ac:spMkLst>
            <pc:docMk/>
            <pc:sldMk cId="2546841439" sldId="364"/>
            <ac:spMk id="3" creationId="{42867393-5B64-4B5A-998A-498C939019DC}"/>
          </ac:spMkLst>
        </pc:spChg>
        <pc:spChg chg="mod">
          <ac:chgData name="鈴木 秀規" userId="f68c5fd9-22d5-4c0a-9833-7fb0f5135313" providerId="ADAL" clId="{DB432BB3-FDEE-4FBA-8D1C-FD0D78E4DD8C}" dt="2021-01-29T05:06:46.478" v="39" actId="207"/>
          <ac:spMkLst>
            <pc:docMk/>
            <pc:sldMk cId="2546841439" sldId="364"/>
            <ac:spMk id="5" creationId="{44D78387-7316-4A97-BCD5-9E58D1BD0D27}"/>
          </ac:spMkLst>
        </pc:spChg>
      </pc:sldChg>
      <pc:sldChg chg="del">
        <pc:chgData name="鈴木 秀規" userId="f68c5fd9-22d5-4c0a-9833-7fb0f5135313" providerId="ADAL" clId="{DB432BB3-FDEE-4FBA-8D1C-FD0D78E4DD8C}" dt="2021-01-29T05:04:38.268" v="2" actId="2696"/>
        <pc:sldMkLst>
          <pc:docMk/>
          <pc:sldMk cId="3656570752" sldId="364"/>
        </pc:sldMkLst>
      </pc:sldChg>
      <pc:sldChg chg="del">
        <pc:chgData name="鈴木 秀規" userId="f68c5fd9-22d5-4c0a-9833-7fb0f5135313" providerId="ADAL" clId="{DB432BB3-FDEE-4FBA-8D1C-FD0D78E4DD8C}" dt="2021-01-29T05:04:38.268" v="2" actId="2696"/>
        <pc:sldMkLst>
          <pc:docMk/>
          <pc:sldMk cId="803925699" sldId="365"/>
        </pc:sldMkLst>
      </pc:sldChg>
      <pc:sldChg chg="addSp modSp new mod">
        <pc:chgData name="鈴木 秀規" userId="f68c5fd9-22d5-4c0a-9833-7fb0f5135313" providerId="ADAL" clId="{DB432BB3-FDEE-4FBA-8D1C-FD0D78E4DD8C}" dt="2021-01-29T05:15:39.143" v="95" actId="1076"/>
        <pc:sldMkLst>
          <pc:docMk/>
          <pc:sldMk cId="3132048954" sldId="365"/>
        </pc:sldMkLst>
        <pc:spChg chg="mod">
          <ac:chgData name="鈴木 秀規" userId="f68c5fd9-22d5-4c0a-9833-7fb0f5135313" providerId="ADAL" clId="{DB432BB3-FDEE-4FBA-8D1C-FD0D78E4DD8C}" dt="2021-01-29T05:06:59.290" v="41"/>
          <ac:spMkLst>
            <pc:docMk/>
            <pc:sldMk cId="3132048954" sldId="365"/>
            <ac:spMk id="3" creationId="{0F9E0484-B998-46FC-8259-A6D3AB83A443}"/>
          </ac:spMkLst>
        </pc:spChg>
        <pc:spChg chg="mod">
          <ac:chgData name="鈴木 秀規" userId="f68c5fd9-22d5-4c0a-9833-7fb0f5135313" providerId="ADAL" clId="{DB432BB3-FDEE-4FBA-8D1C-FD0D78E4DD8C}" dt="2021-01-29T05:07:14.298" v="46" actId="14100"/>
          <ac:spMkLst>
            <pc:docMk/>
            <pc:sldMk cId="3132048954" sldId="365"/>
            <ac:spMk id="5" creationId="{DC43F25C-434F-4818-B3E6-FD3F5CAC70A8}"/>
          </ac:spMkLst>
        </pc:spChg>
        <pc:spChg chg="add mod">
          <ac:chgData name="鈴木 秀規" userId="f68c5fd9-22d5-4c0a-9833-7fb0f5135313" providerId="ADAL" clId="{DB432BB3-FDEE-4FBA-8D1C-FD0D78E4DD8C}" dt="2021-01-29T05:11:26.770" v="78" actId="113"/>
          <ac:spMkLst>
            <pc:docMk/>
            <pc:sldMk cId="3132048954" sldId="365"/>
            <ac:spMk id="6" creationId="{C57EEBD2-4D72-43BA-B92B-74B6016B8BF0}"/>
          </ac:spMkLst>
        </pc:spChg>
        <pc:spChg chg="add mod">
          <ac:chgData name="鈴木 秀規" userId="f68c5fd9-22d5-4c0a-9833-7fb0f5135313" providerId="ADAL" clId="{DB432BB3-FDEE-4FBA-8D1C-FD0D78E4DD8C}" dt="2021-01-29T05:15:35.732" v="94" actId="1076"/>
          <ac:spMkLst>
            <pc:docMk/>
            <pc:sldMk cId="3132048954" sldId="365"/>
            <ac:spMk id="7" creationId="{869A7519-C570-4451-A88D-56A966C891FA}"/>
          </ac:spMkLst>
        </pc:spChg>
        <pc:spChg chg="add mod">
          <ac:chgData name="鈴木 秀規" userId="f68c5fd9-22d5-4c0a-9833-7fb0f5135313" providerId="ADAL" clId="{DB432BB3-FDEE-4FBA-8D1C-FD0D78E4DD8C}" dt="2021-01-29T05:15:39.143" v="95" actId="1076"/>
          <ac:spMkLst>
            <pc:docMk/>
            <pc:sldMk cId="3132048954" sldId="365"/>
            <ac:spMk id="8" creationId="{0196EBEB-0249-4704-83D8-3890EAC3D4E2}"/>
          </ac:spMkLst>
        </pc:spChg>
        <pc:spChg chg="add mod">
          <ac:chgData name="鈴木 秀規" userId="f68c5fd9-22d5-4c0a-9833-7fb0f5135313" providerId="ADAL" clId="{DB432BB3-FDEE-4FBA-8D1C-FD0D78E4DD8C}" dt="2021-01-29T05:10:44.604" v="74" actId="1076"/>
          <ac:spMkLst>
            <pc:docMk/>
            <pc:sldMk cId="3132048954" sldId="365"/>
            <ac:spMk id="11" creationId="{B2D152C0-AC13-4E26-B565-2B2542EACD3E}"/>
          </ac:spMkLst>
        </pc:spChg>
        <pc:spChg chg="add mod">
          <ac:chgData name="鈴木 秀規" userId="f68c5fd9-22d5-4c0a-9833-7fb0f5135313" providerId="ADAL" clId="{DB432BB3-FDEE-4FBA-8D1C-FD0D78E4DD8C}" dt="2021-01-29T05:10:13.162" v="67" actId="1076"/>
          <ac:spMkLst>
            <pc:docMk/>
            <pc:sldMk cId="3132048954" sldId="365"/>
            <ac:spMk id="12" creationId="{548BAB67-794A-45C8-A244-8F82AE573A1F}"/>
          </ac:spMkLst>
        </pc:spChg>
        <pc:cxnChg chg="add mod">
          <ac:chgData name="鈴木 秀規" userId="f68c5fd9-22d5-4c0a-9833-7fb0f5135313" providerId="ADAL" clId="{DB432BB3-FDEE-4FBA-8D1C-FD0D78E4DD8C}" dt="2021-01-29T05:15:39.143" v="95" actId="1076"/>
          <ac:cxnSpMkLst>
            <pc:docMk/>
            <pc:sldMk cId="3132048954" sldId="365"/>
            <ac:cxnSpMk id="9" creationId="{9EC9DF08-109B-4C5B-88D8-B7E3D1A91E43}"/>
          </ac:cxnSpMkLst>
        </pc:cxnChg>
        <pc:cxnChg chg="add mod">
          <ac:chgData name="鈴木 秀規" userId="f68c5fd9-22d5-4c0a-9833-7fb0f5135313" providerId="ADAL" clId="{DB432BB3-FDEE-4FBA-8D1C-FD0D78E4DD8C}" dt="2021-01-29T05:15:39.143" v="95" actId="1076"/>
          <ac:cxnSpMkLst>
            <pc:docMk/>
            <pc:sldMk cId="3132048954" sldId="365"/>
            <ac:cxnSpMk id="10" creationId="{8EF2545A-71E4-4FD8-AA3F-9D1CCDB5BCCB}"/>
          </ac:cxnSpMkLst>
        </pc:cxnChg>
      </pc:sldChg>
      <pc:sldChg chg="del">
        <pc:chgData name="鈴木 秀規" userId="f68c5fd9-22d5-4c0a-9833-7fb0f5135313" providerId="ADAL" clId="{DB432BB3-FDEE-4FBA-8D1C-FD0D78E4DD8C}" dt="2021-01-29T05:04:38.268" v="2" actId="2696"/>
        <pc:sldMkLst>
          <pc:docMk/>
          <pc:sldMk cId="2587155910" sldId="366"/>
        </pc:sldMkLst>
      </pc:sldChg>
      <pc:sldChg chg="addSp modSp new mod">
        <pc:chgData name="鈴木 秀規" userId="f68c5fd9-22d5-4c0a-9833-7fb0f5135313" providerId="ADAL" clId="{DB432BB3-FDEE-4FBA-8D1C-FD0D78E4DD8C}" dt="2021-01-29T05:23:18.569" v="132" actId="1076"/>
        <pc:sldMkLst>
          <pc:docMk/>
          <pc:sldMk cId="3547344613" sldId="366"/>
        </pc:sldMkLst>
        <pc:spChg chg="mod">
          <ac:chgData name="鈴木 秀規" userId="f68c5fd9-22d5-4c0a-9833-7fb0f5135313" providerId="ADAL" clId="{DB432BB3-FDEE-4FBA-8D1C-FD0D78E4DD8C}" dt="2021-01-29T05:13:04.277" v="80"/>
          <ac:spMkLst>
            <pc:docMk/>
            <pc:sldMk cId="3547344613" sldId="366"/>
            <ac:spMk id="3" creationId="{27671F2D-AB01-4658-953F-2A36343D8D88}"/>
          </ac:spMkLst>
        </pc:spChg>
        <pc:spChg chg="mod">
          <ac:chgData name="鈴木 秀規" userId="f68c5fd9-22d5-4c0a-9833-7fb0f5135313" providerId="ADAL" clId="{DB432BB3-FDEE-4FBA-8D1C-FD0D78E4DD8C}" dt="2021-01-29T05:15:57.508" v="98" actId="14100"/>
          <ac:spMkLst>
            <pc:docMk/>
            <pc:sldMk cId="3547344613" sldId="366"/>
            <ac:spMk id="5" creationId="{7CC8800E-E723-455C-81F8-54FD5FB64738}"/>
          </ac:spMkLst>
        </pc:spChg>
        <pc:spChg chg="add mod">
          <ac:chgData name="鈴木 秀規" userId="f68c5fd9-22d5-4c0a-9833-7fb0f5135313" providerId="ADAL" clId="{DB432BB3-FDEE-4FBA-8D1C-FD0D78E4DD8C}" dt="2021-01-29T05:23:18.569" v="132" actId="1076"/>
          <ac:spMkLst>
            <pc:docMk/>
            <pc:sldMk cId="3547344613" sldId="366"/>
            <ac:spMk id="6" creationId="{6B0DFDA4-B9A7-4F6C-B241-D47E2CA692E5}"/>
          </ac:spMkLst>
        </pc:spChg>
        <pc:spChg chg="add mod">
          <ac:chgData name="鈴木 秀規" userId="f68c5fd9-22d5-4c0a-9833-7fb0f5135313" providerId="ADAL" clId="{DB432BB3-FDEE-4FBA-8D1C-FD0D78E4DD8C}" dt="2021-01-29T05:23:18.569" v="132" actId="1076"/>
          <ac:spMkLst>
            <pc:docMk/>
            <pc:sldMk cId="3547344613" sldId="366"/>
            <ac:spMk id="7" creationId="{8FDA7C6D-D71C-4EC5-8997-BE9DF2F8DDBB}"/>
          </ac:spMkLst>
        </pc:spChg>
        <pc:spChg chg="add mod">
          <ac:chgData name="鈴木 秀規" userId="f68c5fd9-22d5-4c0a-9833-7fb0f5135313" providerId="ADAL" clId="{DB432BB3-FDEE-4FBA-8D1C-FD0D78E4DD8C}" dt="2021-01-29T05:23:18.569" v="132" actId="1076"/>
          <ac:spMkLst>
            <pc:docMk/>
            <pc:sldMk cId="3547344613" sldId="366"/>
            <ac:spMk id="10" creationId="{D2EC44C4-F147-4C2A-82EB-61E64F6C630F}"/>
          </ac:spMkLst>
        </pc:spChg>
        <pc:spChg chg="add mod">
          <ac:chgData name="鈴木 秀規" userId="f68c5fd9-22d5-4c0a-9833-7fb0f5135313" providerId="ADAL" clId="{DB432BB3-FDEE-4FBA-8D1C-FD0D78E4DD8C}" dt="2021-01-29T05:23:18.569" v="132" actId="1076"/>
          <ac:spMkLst>
            <pc:docMk/>
            <pc:sldMk cId="3547344613" sldId="366"/>
            <ac:spMk id="11" creationId="{0FD6F459-0AE2-4FEC-ACA2-A6E6D718B157}"/>
          </ac:spMkLst>
        </pc:spChg>
        <pc:spChg chg="add mod">
          <ac:chgData name="鈴木 秀規" userId="f68c5fd9-22d5-4c0a-9833-7fb0f5135313" providerId="ADAL" clId="{DB432BB3-FDEE-4FBA-8D1C-FD0D78E4DD8C}" dt="2021-01-29T05:23:18.569" v="132" actId="1076"/>
          <ac:spMkLst>
            <pc:docMk/>
            <pc:sldMk cId="3547344613" sldId="366"/>
            <ac:spMk id="12" creationId="{D0F769C6-2568-481A-83B9-8284B1EF0911}"/>
          </ac:spMkLst>
        </pc:spChg>
        <pc:spChg chg="add mod">
          <ac:chgData name="鈴木 秀規" userId="f68c5fd9-22d5-4c0a-9833-7fb0f5135313" providerId="ADAL" clId="{DB432BB3-FDEE-4FBA-8D1C-FD0D78E4DD8C}" dt="2021-01-29T05:23:18.569" v="132" actId="1076"/>
          <ac:spMkLst>
            <pc:docMk/>
            <pc:sldMk cId="3547344613" sldId="366"/>
            <ac:spMk id="13" creationId="{0FB95A1C-A351-4DD3-AABA-114B56A2A85E}"/>
          </ac:spMkLst>
        </pc:spChg>
        <pc:spChg chg="add mod">
          <ac:chgData name="鈴木 秀規" userId="f68c5fd9-22d5-4c0a-9833-7fb0f5135313" providerId="ADAL" clId="{DB432BB3-FDEE-4FBA-8D1C-FD0D78E4DD8C}" dt="2021-01-29T05:23:18.569" v="132" actId="1076"/>
          <ac:spMkLst>
            <pc:docMk/>
            <pc:sldMk cId="3547344613" sldId="366"/>
            <ac:spMk id="20" creationId="{251D4368-0943-4E9B-91F3-552D6A10BE84}"/>
          </ac:spMkLst>
        </pc:spChg>
        <pc:spChg chg="add mod">
          <ac:chgData name="鈴木 秀規" userId="f68c5fd9-22d5-4c0a-9833-7fb0f5135313" providerId="ADAL" clId="{DB432BB3-FDEE-4FBA-8D1C-FD0D78E4DD8C}" dt="2021-01-29T05:23:18.569" v="132" actId="1076"/>
          <ac:spMkLst>
            <pc:docMk/>
            <pc:sldMk cId="3547344613" sldId="366"/>
            <ac:spMk id="21" creationId="{FF4AAB56-0B78-4CC3-8AA1-D40286FEEDEE}"/>
          </ac:spMkLst>
        </pc:spChg>
        <pc:cxnChg chg="add mod">
          <ac:chgData name="鈴木 秀規" userId="f68c5fd9-22d5-4c0a-9833-7fb0f5135313" providerId="ADAL" clId="{DB432BB3-FDEE-4FBA-8D1C-FD0D78E4DD8C}" dt="2021-01-29T05:23:18.569" v="132" actId="1076"/>
          <ac:cxnSpMkLst>
            <pc:docMk/>
            <pc:sldMk cId="3547344613" sldId="366"/>
            <ac:cxnSpMk id="8" creationId="{FA81E702-99C5-44A1-8A6C-20E00F35D9F2}"/>
          </ac:cxnSpMkLst>
        </pc:cxnChg>
        <pc:cxnChg chg="add mod">
          <ac:chgData name="鈴木 秀規" userId="f68c5fd9-22d5-4c0a-9833-7fb0f5135313" providerId="ADAL" clId="{DB432BB3-FDEE-4FBA-8D1C-FD0D78E4DD8C}" dt="2021-01-29T05:23:18.569" v="132" actId="1076"/>
          <ac:cxnSpMkLst>
            <pc:docMk/>
            <pc:sldMk cId="3547344613" sldId="366"/>
            <ac:cxnSpMk id="9" creationId="{E463F2FA-1D68-4057-864C-2F5C4867D936}"/>
          </ac:cxnSpMkLst>
        </pc:cxnChg>
        <pc:cxnChg chg="add mod">
          <ac:chgData name="鈴木 秀規" userId="f68c5fd9-22d5-4c0a-9833-7fb0f5135313" providerId="ADAL" clId="{DB432BB3-FDEE-4FBA-8D1C-FD0D78E4DD8C}" dt="2021-01-29T05:23:18.569" v="132" actId="1076"/>
          <ac:cxnSpMkLst>
            <pc:docMk/>
            <pc:sldMk cId="3547344613" sldId="366"/>
            <ac:cxnSpMk id="14" creationId="{7F9892F8-E633-4D0E-8E01-8B5AFDA4C024}"/>
          </ac:cxnSpMkLst>
        </pc:cxnChg>
        <pc:cxnChg chg="add mod">
          <ac:chgData name="鈴木 秀規" userId="f68c5fd9-22d5-4c0a-9833-7fb0f5135313" providerId="ADAL" clId="{DB432BB3-FDEE-4FBA-8D1C-FD0D78E4DD8C}" dt="2021-01-29T05:23:18.569" v="132" actId="1076"/>
          <ac:cxnSpMkLst>
            <pc:docMk/>
            <pc:sldMk cId="3547344613" sldId="366"/>
            <ac:cxnSpMk id="17" creationId="{E2ACFA5A-6001-417D-AC87-6172481849A6}"/>
          </ac:cxnSpMkLst>
        </pc:cxnChg>
      </pc:sldChg>
      <pc:sldChg chg="modSp new mod">
        <pc:chgData name="鈴木 秀規" userId="f68c5fd9-22d5-4c0a-9833-7fb0f5135313" providerId="ADAL" clId="{DB432BB3-FDEE-4FBA-8D1C-FD0D78E4DD8C}" dt="2021-01-29T05:24:00.837" v="141" actId="207"/>
        <pc:sldMkLst>
          <pc:docMk/>
          <pc:sldMk cId="1081764745" sldId="367"/>
        </pc:sldMkLst>
        <pc:spChg chg="mod">
          <ac:chgData name="鈴木 秀規" userId="f68c5fd9-22d5-4c0a-9833-7fb0f5135313" providerId="ADAL" clId="{DB432BB3-FDEE-4FBA-8D1C-FD0D78E4DD8C}" dt="2021-01-29T05:23:28.825" v="134"/>
          <ac:spMkLst>
            <pc:docMk/>
            <pc:sldMk cId="1081764745" sldId="367"/>
            <ac:spMk id="3" creationId="{BEE6BC14-C5B6-4F88-9D10-F1B9758C48C6}"/>
          </ac:spMkLst>
        </pc:spChg>
        <pc:spChg chg="mod">
          <ac:chgData name="鈴木 秀規" userId="f68c5fd9-22d5-4c0a-9833-7fb0f5135313" providerId="ADAL" clId="{DB432BB3-FDEE-4FBA-8D1C-FD0D78E4DD8C}" dt="2021-01-29T05:24:00.837" v="141" actId="207"/>
          <ac:spMkLst>
            <pc:docMk/>
            <pc:sldMk cId="1081764745" sldId="367"/>
            <ac:spMk id="5" creationId="{E03A89D4-8681-423D-AE92-65DAB22E68DE}"/>
          </ac:spMkLst>
        </pc:spChg>
      </pc:sldChg>
      <pc:sldChg chg="del">
        <pc:chgData name="鈴木 秀規" userId="f68c5fd9-22d5-4c0a-9833-7fb0f5135313" providerId="ADAL" clId="{DB432BB3-FDEE-4FBA-8D1C-FD0D78E4DD8C}" dt="2021-01-29T05:04:38.268" v="2" actId="2696"/>
        <pc:sldMkLst>
          <pc:docMk/>
          <pc:sldMk cId="2894058037" sldId="367"/>
        </pc:sldMkLst>
      </pc:sldChg>
      <pc:sldChg chg="addSp modSp new mod">
        <pc:chgData name="鈴木 秀規" userId="f68c5fd9-22d5-4c0a-9833-7fb0f5135313" providerId="ADAL" clId="{DB432BB3-FDEE-4FBA-8D1C-FD0D78E4DD8C}" dt="2021-01-29T05:26:03.274" v="161" actId="12385"/>
        <pc:sldMkLst>
          <pc:docMk/>
          <pc:sldMk cId="47343938" sldId="368"/>
        </pc:sldMkLst>
        <pc:spChg chg="mod">
          <ac:chgData name="鈴木 秀規" userId="f68c5fd9-22d5-4c0a-9833-7fb0f5135313" providerId="ADAL" clId="{DB432BB3-FDEE-4FBA-8D1C-FD0D78E4DD8C}" dt="2021-01-29T05:24:32.301" v="143"/>
          <ac:spMkLst>
            <pc:docMk/>
            <pc:sldMk cId="47343938" sldId="368"/>
            <ac:spMk id="3" creationId="{AFFFFD8D-E323-43F7-8241-818684FB11FA}"/>
          </ac:spMkLst>
        </pc:spChg>
        <pc:spChg chg="mod">
          <ac:chgData name="鈴木 秀規" userId="f68c5fd9-22d5-4c0a-9833-7fb0f5135313" providerId="ADAL" clId="{DB432BB3-FDEE-4FBA-8D1C-FD0D78E4DD8C}" dt="2021-01-29T05:25:25.329" v="154" actId="14100"/>
          <ac:spMkLst>
            <pc:docMk/>
            <pc:sldMk cId="47343938" sldId="368"/>
            <ac:spMk id="5" creationId="{D83F637A-3447-4A73-B16C-70E45276B0EB}"/>
          </ac:spMkLst>
        </pc:spChg>
        <pc:graphicFrameChg chg="add mod modGraphic">
          <ac:chgData name="鈴木 秀規" userId="f68c5fd9-22d5-4c0a-9833-7fb0f5135313" providerId="ADAL" clId="{DB432BB3-FDEE-4FBA-8D1C-FD0D78E4DD8C}" dt="2021-01-29T05:26:03.274" v="161" actId="12385"/>
          <ac:graphicFrameMkLst>
            <pc:docMk/>
            <pc:sldMk cId="47343938" sldId="368"/>
            <ac:graphicFrameMk id="6" creationId="{C100E4D4-72EA-4488-BD95-AA35E3548276}"/>
          </ac:graphicFrameMkLst>
        </pc:graphicFrameChg>
      </pc:sldChg>
      <pc:sldChg chg="del">
        <pc:chgData name="鈴木 秀規" userId="f68c5fd9-22d5-4c0a-9833-7fb0f5135313" providerId="ADAL" clId="{DB432BB3-FDEE-4FBA-8D1C-FD0D78E4DD8C}" dt="2021-01-29T05:04:38.268" v="2" actId="2696"/>
        <pc:sldMkLst>
          <pc:docMk/>
          <pc:sldMk cId="2878348738" sldId="368"/>
        </pc:sldMkLst>
      </pc:sldChg>
      <pc:sldChg chg="del">
        <pc:chgData name="鈴木 秀規" userId="f68c5fd9-22d5-4c0a-9833-7fb0f5135313" providerId="ADAL" clId="{DB432BB3-FDEE-4FBA-8D1C-FD0D78E4DD8C}" dt="2021-01-29T05:04:38.268" v="2" actId="2696"/>
        <pc:sldMkLst>
          <pc:docMk/>
          <pc:sldMk cId="36233667" sldId="369"/>
        </pc:sldMkLst>
      </pc:sldChg>
      <pc:sldChg chg="addSp delSp modSp new mod">
        <pc:chgData name="鈴木 秀規" userId="f68c5fd9-22d5-4c0a-9833-7fb0f5135313" providerId="ADAL" clId="{DB432BB3-FDEE-4FBA-8D1C-FD0D78E4DD8C}" dt="2021-01-29T05:30:51.476" v="180" actId="478"/>
        <pc:sldMkLst>
          <pc:docMk/>
          <pc:sldMk cId="782233904" sldId="369"/>
        </pc:sldMkLst>
        <pc:spChg chg="mod">
          <ac:chgData name="鈴木 秀規" userId="f68c5fd9-22d5-4c0a-9833-7fb0f5135313" providerId="ADAL" clId="{DB432BB3-FDEE-4FBA-8D1C-FD0D78E4DD8C}" dt="2021-01-29T05:26:58.402" v="163"/>
          <ac:spMkLst>
            <pc:docMk/>
            <pc:sldMk cId="782233904" sldId="369"/>
            <ac:spMk id="3" creationId="{495416A4-F520-4E36-9497-49DEAAC3581D}"/>
          </ac:spMkLst>
        </pc:spChg>
        <pc:spChg chg="mod">
          <ac:chgData name="鈴木 秀規" userId="f68c5fd9-22d5-4c0a-9833-7fb0f5135313" providerId="ADAL" clId="{DB432BB3-FDEE-4FBA-8D1C-FD0D78E4DD8C}" dt="2021-01-29T05:27:17.744" v="167" actId="14100"/>
          <ac:spMkLst>
            <pc:docMk/>
            <pc:sldMk cId="782233904" sldId="369"/>
            <ac:spMk id="5" creationId="{0EAF823F-3D63-4873-AF1C-478A5E6B854B}"/>
          </ac:spMkLst>
        </pc:spChg>
        <pc:spChg chg="add mod">
          <ac:chgData name="鈴木 秀規" userId="f68c5fd9-22d5-4c0a-9833-7fb0f5135313" providerId="ADAL" clId="{DB432BB3-FDEE-4FBA-8D1C-FD0D78E4DD8C}" dt="2021-01-29T05:27:54.709" v="176" actId="207"/>
          <ac:spMkLst>
            <pc:docMk/>
            <pc:sldMk cId="782233904" sldId="369"/>
            <ac:spMk id="6" creationId="{7E91C1A6-3808-4E43-87AF-CE95D75AFE29}"/>
          </ac:spMkLst>
        </pc:spChg>
        <pc:spChg chg="add del mod">
          <ac:chgData name="鈴木 秀規" userId="f68c5fd9-22d5-4c0a-9833-7fb0f5135313" providerId="ADAL" clId="{DB432BB3-FDEE-4FBA-8D1C-FD0D78E4DD8C}" dt="2021-01-29T05:30:51.476" v="180" actId="478"/>
          <ac:spMkLst>
            <pc:docMk/>
            <pc:sldMk cId="782233904" sldId="369"/>
            <ac:spMk id="7" creationId="{29747825-0104-4A7B-AA4D-02AB6A3D1BCF}"/>
          </ac:spMkLst>
        </pc:spChg>
        <pc:spChg chg="add del mod">
          <ac:chgData name="鈴木 秀規" userId="f68c5fd9-22d5-4c0a-9833-7fb0f5135313" providerId="ADAL" clId="{DB432BB3-FDEE-4FBA-8D1C-FD0D78E4DD8C}" dt="2021-01-29T05:30:51.476" v="180" actId="478"/>
          <ac:spMkLst>
            <pc:docMk/>
            <pc:sldMk cId="782233904" sldId="369"/>
            <ac:spMk id="8" creationId="{2C11455E-730B-43AF-8796-4611E817A637}"/>
          </ac:spMkLst>
        </pc:spChg>
        <pc:spChg chg="add del mod">
          <ac:chgData name="鈴木 秀規" userId="f68c5fd9-22d5-4c0a-9833-7fb0f5135313" providerId="ADAL" clId="{DB432BB3-FDEE-4FBA-8D1C-FD0D78E4DD8C}" dt="2021-01-29T05:30:51.476" v="180" actId="478"/>
          <ac:spMkLst>
            <pc:docMk/>
            <pc:sldMk cId="782233904" sldId="369"/>
            <ac:spMk id="11" creationId="{6E8794DD-7268-4B4C-8CE9-EB3884CAF55A}"/>
          </ac:spMkLst>
        </pc:spChg>
        <pc:spChg chg="add del mod">
          <ac:chgData name="鈴木 秀規" userId="f68c5fd9-22d5-4c0a-9833-7fb0f5135313" providerId="ADAL" clId="{DB432BB3-FDEE-4FBA-8D1C-FD0D78E4DD8C}" dt="2021-01-29T05:30:51.476" v="180" actId="478"/>
          <ac:spMkLst>
            <pc:docMk/>
            <pc:sldMk cId="782233904" sldId="369"/>
            <ac:spMk id="12" creationId="{FB21264C-BFD9-4A38-A232-315996615901}"/>
          </ac:spMkLst>
        </pc:spChg>
        <pc:cxnChg chg="add del mod">
          <ac:chgData name="鈴木 秀規" userId="f68c5fd9-22d5-4c0a-9833-7fb0f5135313" providerId="ADAL" clId="{DB432BB3-FDEE-4FBA-8D1C-FD0D78E4DD8C}" dt="2021-01-29T05:30:51.476" v="180" actId="478"/>
          <ac:cxnSpMkLst>
            <pc:docMk/>
            <pc:sldMk cId="782233904" sldId="369"/>
            <ac:cxnSpMk id="9" creationId="{2DE22BC8-837A-48DD-B160-68F5B9390879}"/>
          </ac:cxnSpMkLst>
        </pc:cxnChg>
        <pc:cxnChg chg="add del mod">
          <ac:chgData name="鈴木 秀規" userId="f68c5fd9-22d5-4c0a-9833-7fb0f5135313" providerId="ADAL" clId="{DB432BB3-FDEE-4FBA-8D1C-FD0D78E4DD8C}" dt="2021-01-29T05:30:51.476" v="180" actId="478"/>
          <ac:cxnSpMkLst>
            <pc:docMk/>
            <pc:sldMk cId="782233904" sldId="369"/>
            <ac:cxnSpMk id="10" creationId="{B7751DBE-239A-4820-BE67-A422F505A407}"/>
          </ac:cxnSpMkLst>
        </pc:cxnChg>
      </pc:sldChg>
      <pc:sldChg chg="addSp modSp new mod">
        <pc:chgData name="鈴木 秀規" userId="f68c5fd9-22d5-4c0a-9833-7fb0f5135313" providerId="ADAL" clId="{DB432BB3-FDEE-4FBA-8D1C-FD0D78E4DD8C}" dt="2021-01-29T05:33:25.967" v="213" actId="207"/>
        <pc:sldMkLst>
          <pc:docMk/>
          <pc:sldMk cId="1737792014" sldId="370"/>
        </pc:sldMkLst>
        <pc:spChg chg="mod">
          <ac:chgData name="鈴木 秀規" userId="f68c5fd9-22d5-4c0a-9833-7fb0f5135313" providerId="ADAL" clId="{DB432BB3-FDEE-4FBA-8D1C-FD0D78E4DD8C}" dt="2021-01-29T05:31:33.543" v="181"/>
          <ac:spMkLst>
            <pc:docMk/>
            <pc:sldMk cId="1737792014" sldId="370"/>
            <ac:spMk id="3" creationId="{E0AAD46C-E691-4BC7-9048-40BF92C11C09}"/>
          </ac:spMkLst>
        </pc:spChg>
        <pc:spChg chg="mod">
          <ac:chgData name="鈴木 秀規" userId="f68c5fd9-22d5-4c0a-9833-7fb0f5135313" providerId="ADAL" clId="{DB432BB3-FDEE-4FBA-8D1C-FD0D78E4DD8C}" dt="2021-01-29T05:32:20.865" v="189" actId="14100"/>
          <ac:spMkLst>
            <pc:docMk/>
            <pc:sldMk cId="1737792014" sldId="370"/>
            <ac:spMk id="5" creationId="{0486243C-EF04-4A71-9532-6A74B5EBDF69}"/>
          </ac:spMkLst>
        </pc:spChg>
        <pc:spChg chg="add mod">
          <ac:chgData name="鈴木 秀規" userId="f68c5fd9-22d5-4c0a-9833-7fb0f5135313" providerId="ADAL" clId="{DB432BB3-FDEE-4FBA-8D1C-FD0D78E4DD8C}" dt="2021-01-29T05:32:13.412" v="188" actId="14100"/>
          <ac:spMkLst>
            <pc:docMk/>
            <pc:sldMk cId="1737792014" sldId="370"/>
            <ac:spMk id="6" creationId="{3AE039A5-FCCD-4FE0-8AEB-7D1B306E4E11}"/>
          </ac:spMkLst>
        </pc:spChg>
        <pc:spChg chg="add mod">
          <ac:chgData name="鈴木 秀規" userId="f68c5fd9-22d5-4c0a-9833-7fb0f5135313" providerId="ADAL" clId="{DB432BB3-FDEE-4FBA-8D1C-FD0D78E4DD8C}" dt="2021-01-29T05:32:36.092" v="202" actId="14100"/>
          <ac:spMkLst>
            <pc:docMk/>
            <pc:sldMk cId="1737792014" sldId="370"/>
            <ac:spMk id="7" creationId="{E3399015-1D4D-465C-88A3-5C5681DAFE5E}"/>
          </ac:spMkLst>
        </pc:spChg>
        <pc:spChg chg="add mod">
          <ac:chgData name="鈴木 秀規" userId="f68c5fd9-22d5-4c0a-9833-7fb0f5135313" providerId="ADAL" clId="{DB432BB3-FDEE-4FBA-8D1C-FD0D78E4DD8C}" dt="2021-01-29T05:33:01.298" v="208" actId="207"/>
          <ac:spMkLst>
            <pc:docMk/>
            <pc:sldMk cId="1737792014" sldId="370"/>
            <ac:spMk id="8" creationId="{FCCEA2E3-9A05-42E9-A5C8-11521BD50B77}"/>
          </ac:spMkLst>
        </pc:spChg>
        <pc:spChg chg="add mod">
          <ac:chgData name="鈴木 秀規" userId="f68c5fd9-22d5-4c0a-9833-7fb0f5135313" providerId="ADAL" clId="{DB432BB3-FDEE-4FBA-8D1C-FD0D78E4DD8C}" dt="2021-01-29T05:33:25.967" v="213" actId="207"/>
          <ac:spMkLst>
            <pc:docMk/>
            <pc:sldMk cId="1737792014" sldId="370"/>
            <ac:spMk id="9" creationId="{70DF5C5F-B970-4B00-A841-02D8C578289D}"/>
          </ac:spMkLst>
        </pc:spChg>
      </pc:sldChg>
      <pc:sldChg chg="del">
        <pc:chgData name="鈴木 秀規" userId="f68c5fd9-22d5-4c0a-9833-7fb0f5135313" providerId="ADAL" clId="{DB432BB3-FDEE-4FBA-8D1C-FD0D78E4DD8C}" dt="2021-01-29T05:04:38.268" v="2" actId="2696"/>
        <pc:sldMkLst>
          <pc:docMk/>
          <pc:sldMk cId="3279262032" sldId="370"/>
        </pc:sldMkLst>
      </pc:sldChg>
      <pc:sldChg chg="del">
        <pc:chgData name="鈴木 秀規" userId="f68c5fd9-22d5-4c0a-9833-7fb0f5135313" providerId="ADAL" clId="{DB432BB3-FDEE-4FBA-8D1C-FD0D78E4DD8C}" dt="2021-01-29T05:04:38.268" v="2" actId="2696"/>
        <pc:sldMkLst>
          <pc:docMk/>
          <pc:sldMk cId="1944304840" sldId="371"/>
        </pc:sldMkLst>
      </pc:sldChg>
      <pc:sldChg chg="addSp modSp new mod">
        <pc:chgData name="鈴木 秀規" userId="f68c5fd9-22d5-4c0a-9833-7fb0f5135313" providerId="ADAL" clId="{DB432BB3-FDEE-4FBA-8D1C-FD0D78E4DD8C}" dt="2021-01-29T05:37:36.982" v="275" actId="14100"/>
        <pc:sldMkLst>
          <pc:docMk/>
          <pc:sldMk cId="2455826938" sldId="371"/>
        </pc:sldMkLst>
        <pc:spChg chg="mod">
          <ac:chgData name="鈴木 秀規" userId="f68c5fd9-22d5-4c0a-9833-7fb0f5135313" providerId="ADAL" clId="{DB432BB3-FDEE-4FBA-8D1C-FD0D78E4DD8C}" dt="2021-01-29T05:33:53.037" v="215"/>
          <ac:spMkLst>
            <pc:docMk/>
            <pc:sldMk cId="2455826938" sldId="371"/>
            <ac:spMk id="3" creationId="{1AD5C23C-B005-4C8D-81B4-35029C390C71}"/>
          </ac:spMkLst>
        </pc:spChg>
        <pc:spChg chg="mod">
          <ac:chgData name="鈴木 秀規" userId="f68c5fd9-22d5-4c0a-9833-7fb0f5135313" providerId="ADAL" clId="{DB432BB3-FDEE-4FBA-8D1C-FD0D78E4DD8C}" dt="2021-01-29T05:34:30.067" v="222" actId="14100"/>
          <ac:spMkLst>
            <pc:docMk/>
            <pc:sldMk cId="2455826938" sldId="371"/>
            <ac:spMk id="5" creationId="{A3199AFB-613F-4B3C-9122-E63651660BDF}"/>
          </ac:spMkLst>
        </pc:spChg>
        <pc:spChg chg="add mod">
          <ac:chgData name="鈴木 秀規" userId="f68c5fd9-22d5-4c0a-9833-7fb0f5135313" providerId="ADAL" clId="{DB432BB3-FDEE-4FBA-8D1C-FD0D78E4DD8C}" dt="2021-01-29T05:35:40.698" v="242" actId="1076"/>
          <ac:spMkLst>
            <pc:docMk/>
            <pc:sldMk cId="2455826938" sldId="371"/>
            <ac:spMk id="6" creationId="{54DCB293-B2A3-44F4-AC0F-B9E6561DCC1F}"/>
          </ac:spMkLst>
        </pc:spChg>
        <pc:spChg chg="add mod">
          <ac:chgData name="鈴木 秀規" userId="f68c5fd9-22d5-4c0a-9833-7fb0f5135313" providerId="ADAL" clId="{DB432BB3-FDEE-4FBA-8D1C-FD0D78E4DD8C}" dt="2021-01-29T05:35:29.399" v="238" actId="1076"/>
          <ac:spMkLst>
            <pc:docMk/>
            <pc:sldMk cId="2455826938" sldId="371"/>
            <ac:spMk id="7" creationId="{5D9A6AD8-1F5E-49EE-9B95-F0F8ECB2F985}"/>
          </ac:spMkLst>
        </pc:spChg>
        <pc:spChg chg="add mod">
          <ac:chgData name="鈴木 秀規" userId="f68c5fd9-22d5-4c0a-9833-7fb0f5135313" providerId="ADAL" clId="{DB432BB3-FDEE-4FBA-8D1C-FD0D78E4DD8C}" dt="2021-01-29T05:35:53.720" v="249" actId="20577"/>
          <ac:spMkLst>
            <pc:docMk/>
            <pc:sldMk cId="2455826938" sldId="371"/>
            <ac:spMk id="8" creationId="{3006B7FE-D325-4C49-9E3D-F1728C021A27}"/>
          </ac:spMkLst>
        </pc:spChg>
        <pc:spChg chg="add mod">
          <ac:chgData name="鈴木 秀規" userId="f68c5fd9-22d5-4c0a-9833-7fb0f5135313" providerId="ADAL" clId="{DB432BB3-FDEE-4FBA-8D1C-FD0D78E4DD8C}" dt="2021-01-29T05:35:59.701" v="254" actId="20577"/>
          <ac:spMkLst>
            <pc:docMk/>
            <pc:sldMk cId="2455826938" sldId="371"/>
            <ac:spMk id="9" creationId="{60C5571B-DB79-46AF-A9D9-D844C8780873}"/>
          </ac:spMkLst>
        </pc:spChg>
        <pc:spChg chg="add mod">
          <ac:chgData name="鈴木 秀規" userId="f68c5fd9-22d5-4c0a-9833-7fb0f5135313" providerId="ADAL" clId="{DB432BB3-FDEE-4FBA-8D1C-FD0D78E4DD8C}" dt="2021-01-29T05:37:36.982" v="275" actId="14100"/>
          <ac:spMkLst>
            <pc:docMk/>
            <pc:sldMk cId="2455826938" sldId="371"/>
            <ac:spMk id="18" creationId="{FA026018-EF62-46B9-BE02-731A37D9403A}"/>
          </ac:spMkLst>
        </pc:spChg>
        <pc:cxnChg chg="add mod">
          <ac:chgData name="鈴木 秀規" userId="f68c5fd9-22d5-4c0a-9833-7fb0f5135313" providerId="ADAL" clId="{DB432BB3-FDEE-4FBA-8D1C-FD0D78E4DD8C}" dt="2021-01-29T05:36:47.771" v="262" actId="1582"/>
          <ac:cxnSpMkLst>
            <pc:docMk/>
            <pc:sldMk cId="2455826938" sldId="371"/>
            <ac:cxnSpMk id="11" creationId="{B502B5E2-4283-4AFB-A165-A6E8ACC46F64}"/>
          </ac:cxnSpMkLst>
        </pc:cxnChg>
        <pc:cxnChg chg="add mod">
          <ac:chgData name="鈴木 秀規" userId="f68c5fd9-22d5-4c0a-9833-7fb0f5135313" providerId="ADAL" clId="{DB432BB3-FDEE-4FBA-8D1C-FD0D78E4DD8C}" dt="2021-01-29T05:36:47.771" v="262" actId="1582"/>
          <ac:cxnSpMkLst>
            <pc:docMk/>
            <pc:sldMk cId="2455826938" sldId="371"/>
            <ac:cxnSpMk id="13" creationId="{29E26D68-6985-4BFB-BBFA-409684373882}"/>
          </ac:cxnSpMkLst>
        </pc:cxnChg>
        <pc:cxnChg chg="add mod">
          <ac:chgData name="鈴木 秀規" userId="f68c5fd9-22d5-4c0a-9833-7fb0f5135313" providerId="ADAL" clId="{DB432BB3-FDEE-4FBA-8D1C-FD0D78E4DD8C}" dt="2021-01-29T05:36:47.771" v="262" actId="1582"/>
          <ac:cxnSpMkLst>
            <pc:docMk/>
            <pc:sldMk cId="2455826938" sldId="371"/>
            <ac:cxnSpMk id="17" creationId="{AE3B5ED6-AB17-4929-B720-B589EAD7FDA2}"/>
          </ac:cxnSpMkLst>
        </pc:cxnChg>
      </pc:sldChg>
      <pc:sldChg chg="del">
        <pc:chgData name="鈴木 秀規" userId="f68c5fd9-22d5-4c0a-9833-7fb0f5135313" providerId="ADAL" clId="{DB432BB3-FDEE-4FBA-8D1C-FD0D78E4DD8C}" dt="2021-01-29T05:04:38.268" v="2" actId="2696"/>
        <pc:sldMkLst>
          <pc:docMk/>
          <pc:sldMk cId="266285334" sldId="372"/>
        </pc:sldMkLst>
      </pc:sldChg>
      <pc:sldChg chg="addSp modSp new mod">
        <pc:chgData name="鈴木 秀規" userId="f68c5fd9-22d5-4c0a-9833-7fb0f5135313" providerId="ADAL" clId="{DB432BB3-FDEE-4FBA-8D1C-FD0D78E4DD8C}" dt="2021-01-29T05:39:29.443" v="294" actId="207"/>
        <pc:sldMkLst>
          <pc:docMk/>
          <pc:sldMk cId="1391664772" sldId="372"/>
        </pc:sldMkLst>
        <pc:spChg chg="mod">
          <ac:chgData name="鈴木 秀規" userId="f68c5fd9-22d5-4c0a-9833-7fb0f5135313" providerId="ADAL" clId="{DB432BB3-FDEE-4FBA-8D1C-FD0D78E4DD8C}" dt="2021-01-29T05:37:48.493" v="277"/>
          <ac:spMkLst>
            <pc:docMk/>
            <pc:sldMk cId="1391664772" sldId="372"/>
            <ac:spMk id="3" creationId="{3A132253-9F07-4A48-ACB5-0476FEF5D81E}"/>
          </ac:spMkLst>
        </pc:spChg>
        <pc:spChg chg="mod">
          <ac:chgData name="鈴木 秀規" userId="f68c5fd9-22d5-4c0a-9833-7fb0f5135313" providerId="ADAL" clId="{DB432BB3-FDEE-4FBA-8D1C-FD0D78E4DD8C}" dt="2021-01-29T05:38:03.424" v="281" actId="14100"/>
          <ac:spMkLst>
            <pc:docMk/>
            <pc:sldMk cId="1391664772" sldId="372"/>
            <ac:spMk id="5" creationId="{22F501FF-9916-451B-ABB1-F649178EE7BF}"/>
          </ac:spMkLst>
        </pc:spChg>
        <pc:spChg chg="add mod">
          <ac:chgData name="鈴木 秀規" userId="f68c5fd9-22d5-4c0a-9833-7fb0f5135313" providerId="ADAL" clId="{DB432BB3-FDEE-4FBA-8D1C-FD0D78E4DD8C}" dt="2021-01-29T05:38:20.915" v="284" actId="14100"/>
          <ac:spMkLst>
            <pc:docMk/>
            <pc:sldMk cId="1391664772" sldId="372"/>
            <ac:spMk id="6" creationId="{7AC1C33E-C262-48EA-889B-8F1AF8B23DDB}"/>
          </ac:spMkLst>
        </pc:spChg>
        <pc:spChg chg="add mod">
          <ac:chgData name="鈴木 秀規" userId="f68c5fd9-22d5-4c0a-9833-7fb0f5135313" providerId="ADAL" clId="{DB432BB3-FDEE-4FBA-8D1C-FD0D78E4DD8C}" dt="2021-01-29T05:39:29.443" v="294" actId="207"/>
          <ac:spMkLst>
            <pc:docMk/>
            <pc:sldMk cId="1391664772" sldId="372"/>
            <ac:spMk id="7" creationId="{2B736A55-7D5E-4427-B31B-084CDCE7572F}"/>
          </ac:spMkLst>
        </pc:spChg>
        <pc:spChg chg="add mod">
          <ac:chgData name="鈴木 秀規" userId="f68c5fd9-22d5-4c0a-9833-7fb0f5135313" providerId="ADAL" clId="{DB432BB3-FDEE-4FBA-8D1C-FD0D78E4DD8C}" dt="2021-01-29T05:38:51.367" v="290" actId="14100"/>
          <ac:spMkLst>
            <pc:docMk/>
            <pc:sldMk cId="1391664772" sldId="372"/>
            <ac:spMk id="8" creationId="{788DD199-01D9-44FB-88AB-2A8BA62A7A07}"/>
          </ac:spMkLst>
        </pc:spChg>
      </pc:sldChg>
      <pc:sldChg chg="addSp modSp new mod">
        <pc:chgData name="鈴木 秀規" userId="f68c5fd9-22d5-4c0a-9833-7fb0f5135313" providerId="ADAL" clId="{DB432BB3-FDEE-4FBA-8D1C-FD0D78E4DD8C}" dt="2021-01-29T05:40:36.350" v="306" actId="207"/>
        <pc:sldMkLst>
          <pc:docMk/>
          <pc:sldMk cId="3705183717" sldId="373"/>
        </pc:sldMkLst>
        <pc:spChg chg="mod">
          <ac:chgData name="鈴木 秀規" userId="f68c5fd9-22d5-4c0a-9833-7fb0f5135313" providerId="ADAL" clId="{DB432BB3-FDEE-4FBA-8D1C-FD0D78E4DD8C}" dt="2021-01-29T05:39:46.488" v="296"/>
          <ac:spMkLst>
            <pc:docMk/>
            <pc:sldMk cId="3705183717" sldId="373"/>
            <ac:spMk id="3" creationId="{7365F174-5FBC-4DD9-9948-59F773CCDDB2}"/>
          </ac:spMkLst>
        </pc:spChg>
        <pc:spChg chg="mod">
          <ac:chgData name="鈴木 秀規" userId="f68c5fd9-22d5-4c0a-9833-7fb0f5135313" providerId="ADAL" clId="{DB432BB3-FDEE-4FBA-8D1C-FD0D78E4DD8C}" dt="2021-01-29T05:40:01.338" v="299" actId="14100"/>
          <ac:spMkLst>
            <pc:docMk/>
            <pc:sldMk cId="3705183717" sldId="373"/>
            <ac:spMk id="5" creationId="{BEE8D780-59FA-48B1-997F-AF7C2ED0F6AD}"/>
          </ac:spMkLst>
        </pc:spChg>
        <pc:spChg chg="add mod">
          <ac:chgData name="鈴木 秀規" userId="f68c5fd9-22d5-4c0a-9833-7fb0f5135313" providerId="ADAL" clId="{DB432BB3-FDEE-4FBA-8D1C-FD0D78E4DD8C}" dt="2021-01-29T05:40:36.350" v="306" actId="207"/>
          <ac:spMkLst>
            <pc:docMk/>
            <pc:sldMk cId="3705183717" sldId="373"/>
            <ac:spMk id="6" creationId="{1EE159D3-F4D4-4D98-8150-2CE0B5E52E9E}"/>
          </ac:spMkLst>
        </pc:spChg>
      </pc:sldChg>
      <pc:sldChg chg="addSp modSp new mod">
        <pc:chgData name="鈴木 秀規" userId="f68c5fd9-22d5-4c0a-9833-7fb0f5135313" providerId="ADAL" clId="{DB432BB3-FDEE-4FBA-8D1C-FD0D78E4DD8C}" dt="2021-01-29T05:42:48.308" v="322" actId="12385"/>
        <pc:sldMkLst>
          <pc:docMk/>
          <pc:sldMk cId="2354486160" sldId="374"/>
        </pc:sldMkLst>
        <pc:spChg chg="mod">
          <ac:chgData name="鈴木 秀規" userId="f68c5fd9-22d5-4c0a-9833-7fb0f5135313" providerId="ADAL" clId="{DB432BB3-FDEE-4FBA-8D1C-FD0D78E4DD8C}" dt="2021-01-29T05:41:37.631" v="308"/>
          <ac:spMkLst>
            <pc:docMk/>
            <pc:sldMk cId="2354486160" sldId="374"/>
            <ac:spMk id="3" creationId="{BBCD852E-6D3F-4225-8505-8F857171C028}"/>
          </ac:spMkLst>
        </pc:spChg>
        <pc:spChg chg="mod">
          <ac:chgData name="鈴木 秀規" userId="f68c5fd9-22d5-4c0a-9833-7fb0f5135313" providerId="ADAL" clId="{DB432BB3-FDEE-4FBA-8D1C-FD0D78E4DD8C}" dt="2021-01-29T05:42:06.755" v="312" actId="14100"/>
          <ac:spMkLst>
            <pc:docMk/>
            <pc:sldMk cId="2354486160" sldId="374"/>
            <ac:spMk id="5" creationId="{0911996D-F7E3-45D4-80DA-0884510BC9DE}"/>
          </ac:spMkLst>
        </pc:spChg>
        <pc:graphicFrameChg chg="add mod modGraphic">
          <ac:chgData name="鈴木 秀規" userId="f68c5fd9-22d5-4c0a-9833-7fb0f5135313" providerId="ADAL" clId="{DB432BB3-FDEE-4FBA-8D1C-FD0D78E4DD8C}" dt="2021-01-29T05:42:48.308" v="322" actId="12385"/>
          <ac:graphicFrameMkLst>
            <pc:docMk/>
            <pc:sldMk cId="2354486160" sldId="374"/>
            <ac:graphicFrameMk id="6" creationId="{49E3433F-252B-48EE-9F58-4D9D617F9D5C}"/>
          </ac:graphicFrameMkLst>
        </pc:graphicFrameChg>
      </pc:sldChg>
      <pc:sldChg chg="modSp new mod">
        <pc:chgData name="鈴木 秀規" userId="f68c5fd9-22d5-4c0a-9833-7fb0f5135313" providerId="ADAL" clId="{DB432BB3-FDEE-4FBA-8D1C-FD0D78E4DD8C}" dt="2021-01-29T05:47:31.707" v="361" actId="6549"/>
        <pc:sldMkLst>
          <pc:docMk/>
          <pc:sldMk cId="1909491314" sldId="375"/>
        </pc:sldMkLst>
        <pc:spChg chg="mod">
          <ac:chgData name="鈴木 秀規" userId="f68c5fd9-22d5-4c0a-9833-7fb0f5135313" providerId="ADAL" clId="{DB432BB3-FDEE-4FBA-8D1C-FD0D78E4DD8C}" dt="2021-01-29T05:43:03.309" v="324"/>
          <ac:spMkLst>
            <pc:docMk/>
            <pc:sldMk cId="1909491314" sldId="375"/>
            <ac:spMk id="3" creationId="{87365B4C-CE15-43AF-94F3-5D195C249F07}"/>
          </ac:spMkLst>
        </pc:spChg>
        <pc:spChg chg="mod">
          <ac:chgData name="鈴木 秀規" userId="f68c5fd9-22d5-4c0a-9833-7fb0f5135313" providerId="ADAL" clId="{DB432BB3-FDEE-4FBA-8D1C-FD0D78E4DD8C}" dt="2021-01-29T05:47:31.707" v="361" actId="6549"/>
          <ac:spMkLst>
            <pc:docMk/>
            <pc:sldMk cId="1909491314" sldId="375"/>
            <ac:spMk id="5" creationId="{D97C5F0E-4810-4773-89E1-5D7BF0C5D209}"/>
          </ac:spMkLst>
        </pc:spChg>
      </pc:sldChg>
      <pc:sldChg chg="addSp modSp new mod">
        <pc:chgData name="鈴木 秀規" userId="f68c5fd9-22d5-4c0a-9833-7fb0f5135313" providerId="ADAL" clId="{DB432BB3-FDEE-4FBA-8D1C-FD0D78E4DD8C}" dt="2021-01-29T05:49:21.366" v="385" actId="14100"/>
        <pc:sldMkLst>
          <pc:docMk/>
          <pc:sldMk cId="976327208" sldId="376"/>
        </pc:sldMkLst>
        <pc:spChg chg="mod">
          <ac:chgData name="鈴木 秀規" userId="f68c5fd9-22d5-4c0a-9833-7fb0f5135313" providerId="ADAL" clId="{DB432BB3-FDEE-4FBA-8D1C-FD0D78E4DD8C}" dt="2021-01-29T05:47:52.688" v="363"/>
          <ac:spMkLst>
            <pc:docMk/>
            <pc:sldMk cId="976327208" sldId="376"/>
            <ac:spMk id="3" creationId="{36E714A2-F5B3-40AF-BE59-21096808AE8C}"/>
          </ac:spMkLst>
        </pc:spChg>
        <pc:spChg chg="mod">
          <ac:chgData name="鈴木 秀規" userId="f68c5fd9-22d5-4c0a-9833-7fb0f5135313" providerId="ADAL" clId="{DB432BB3-FDEE-4FBA-8D1C-FD0D78E4DD8C}" dt="2021-01-29T05:48:59.652" v="379" actId="14100"/>
          <ac:spMkLst>
            <pc:docMk/>
            <pc:sldMk cId="976327208" sldId="376"/>
            <ac:spMk id="5" creationId="{A47E207A-E369-4491-987F-8B9A6C720134}"/>
          </ac:spMkLst>
        </pc:spChg>
        <pc:spChg chg="add mod">
          <ac:chgData name="鈴木 秀規" userId="f68c5fd9-22d5-4c0a-9833-7fb0f5135313" providerId="ADAL" clId="{DB432BB3-FDEE-4FBA-8D1C-FD0D78E4DD8C}" dt="2021-01-29T05:49:01.504" v="380" actId="1076"/>
          <ac:spMkLst>
            <pc:docMk/>
            <pc:sldMk cId="976327208" sldId="376"/>
            <ac:spMk id="6" creationId="{2445B583-2B82-4005-A8AE-A3A61FB7AD35}"/>
          </ac:spMkLst>
        </pc:spChg>
        <pc:spChg chg="add mod">
          <ac:chgData name="鈴木 秀規" userId="f68c5fd9-22d5-4c0a-9833-7fb0f5135313" providerId="ADAL" clId="{DB432BB3-FDEE-4FBA-8D1C-FD0D78E4DD8C}" dt="2021-01-29T05:49:21.366" v="385" actId="14100"/>
          <ac:spMkLst>
            <pc:docMk/>
            <pc:sldMk cId="976327208" sldId="376"/>
            <ac:spMk id="7" creationId="{868C05B3-9476-426C-9B95-35AB8EF05B0E}"/>
          </ac:spMkLst>
        </pc:spChg>
      </pc:sldChg>
      <pc:sldChg chg="modSp new mod">
        <pc:chgData name="鈴木 秀規" userId="f68c5fd9-22d5-4c0a-9833-7fb0f5135313" providerId="ADAL" clId="{DB432BB3-FDEE-4FBA-8D1C-FD0D78E4DD8C}" dt="2021-01-29T05:50:45.714" v="404" actId="20577"/>
        <pc:sldMkLst>
          <pc:docMk/>
          <pc:sldMk cId="2448739060" sldId="377"/>
        </pc:sldMkLst>
        <pc:spChg chg="mod">
          <ac:chgData name="鈴木 秀規" userId="f68c5fd9-22d5-4c0a-9833-7fb0f5135313" providerId="ADAL" clId="{DB432BB3-FDEE-4FBA-8D1C-FD0D78E4DD8C}" dt="2021-01-29T05:49:53.574" v="387"/>
          <ac:spMkLst>
            <pc:docMk/>
            <pc:sldMk cId="2448739060" sldId="377"/>
            <ac:spMk id="3" creationId="{6C1924C2-1CA9-41CF-8774-DCFC6236CE5C}"/>
          </ac:spMkLst>
        </pc:spChg>
        <pc:spChg chg="mod">
          <ac:chgData name="鈴木 秀規" userId="f68c5fd9-22d5-4c0a-9833-7fb0f5135313" providerId="ADAL" clId="{DB432BB3-FDEE-4FBA-8D1C-FD0D78E4DD8C}" dt="2021-01-29T05:50:45.714" v="404" actId="20577"/>
          <ac:spMkLst>
            <pc:docMk/>
            <pc:sldMk cId="2448739060" sldId="377"/>
            <ac:spMk id="5" creationId="{6638F186-29D0-41BB-A9BB-77655A718835}"/>
          </ac:spMkLst>
        </pc:spChg>
      </pc:sldChg>
      <pc:sldChg chg="modSp new mod">
        <pc:chgData name="鈴木 秀規" userId="f68c5fd9-22d5-4c0a-9833-7fb0f5135313" providerId="ADAL" clId="{DB432BB3-FDEE-4FBA-8D1C-FD0D78E4DD8C}" dt="2021-01-29T05:52:25.042" v="426" actId="6549"/>
        <pc:sldMkLst>
          <pc:docMk/>
          <pc:sldMk cId="1911133861" sldId="378"/>
        </pc:sldMkLst>
        <pc:spChg chg="mod">
          <ac:chgData name="鈴木 秀規" userId="f68c5fd9-22d5-4c0a-9833-7fb0f5135313" providerId="ADAL" clId="{DB432BB3-FDEE-4FBA-8D1C-FD0D78E4DD8C}" dt="2021-01-29T05:51:09.964" v="406"/>
          <ac:spMkLst>
            <pc:docMk/>
            <pc:sldMk cId="1911133861" sldId="378"/>
            <ac:spMk id="3" creationId="{FF7E2322-4B0F-400F-8655-0ECB59ACB5FA}"/>
          </ac:spMkLst>
        </pc:spChg>
        <pc:spChg chg="mod">
          <ac:chgData name="鈴木 秀規" userId="f68c5fd9-22d5-4c0a-9833-7fb0f5135313" providerId="ADAL" clId="{DB432BB3-FDEE-4FBA-8D1C-FD0D78E4DD8C}" dt="2021-01-29T05:52:25.042" v="426" actId="6549"/>
          <ac:spMkLst>
            <pc:docMk/>
            <pc:sldMk cId="1911133861" sldId="378"/>
            <ac:spMk id="5" creationId="{7E51E901-8F58-4551-A7CF-32C25B37845C}"/>
          </ac:spMkLst>
        </pc:spChg>
      </pc:sldChg>
    </pc:docChg>
  </pc:docChgLst>
  <pc:docChgLst>
    <pc:chgData name="松本 　諒" userId="fac9f236-0781-4e61-8b73-684b662c3ab5" providerId="ADAL" clId="{9068B391-A01F-4687-ABEE-3868819F3CC5}"/>
    <pc:docChg chg="modSld">
      <pc:chgData name="松本 　諒" userId="fac9f236-0781-4e61-8b73-684b662c3ab5" providerId="ADAL" clId="{9068B391-A01F-4687-ABEE-3868819F3CC5}" dt="2022-04-22T02:07:11.171" v="0" actId="9405"/>
      <pc:docMkLst>
        <pc:docMk/>
      </pc:docMkLst>
      <pc:sldChg chg="addSp mod">
        <pc:chgData name="松本 　諒" userId="fac9f236-0781-4e61-8b73-684b662c3ab5" providerId="ADAL" clId="{9068B391-A01F-4687-ABEE-3868819F3CC5}" dt="2022-04-22T02:07:11.171" v="0" actId="9405"/>
        <pc:sldMkLst>
          <pc:docMk/>
          <pc:sldMk cId="3266521402" sldId="373"/>
        </pc:sldMkLst>
        <pc:inkChg chg="add">
          <ac:chgData name="松本 　諒" userId="fac9f236-0781-4e61-8b73-684b662c3ab5" providerId="ADAL" clId="{9068B391-A01F-4687-ABEE-3868819F3CC5}" dt="2022-04-22T02:07:11.171" v="0" actId="9405"/>
          <ac:inkMkLst>
            <pc:docMk/>
            <pc:sldMk cId="3266521402" sldId="373"/>
            <ac:inkMk id="3" creationId="{AF0B1591-73D8-49DE-B1A3-F14840C55562}"/>
          </ac:inkMkLst>
        </pc:inkChg>
      </pc:sldChg>
    </pc:docChg>
  </pc:docChgLst>
  <pc:docChgLst>
    <pc:chgData name="鈴木 秀規" userId="f68c5fd9-22d5-4c0a-9833-7fb0f5135313" providerId="ADAL" clId="{BA521137-9338-46EB-B0B5-D78DFADC4D3B}"/>
    <pc:docChg chg="undo custSel addSld delSld modSld">
      <pc:chgData name="鈴木 秀規" userId="f68c5fd9-22d5-4c0a-9833-7fb0f5135313" providerId="ADAL" clId="{BA521137-9338-46EB-B0B5-D78DFADC4D3B}" dt="2021-02-01T07:07:06.043" v="588" actId="6549"/>
      <pc:docMkLst>
        <pc:docMk/>
      </pc:docMkLst>
      <pc:sldChg chg="modSp mod">
        <pc:chgData name="鈴木 秀規" userId="f68c5fd9-22d5-4c0a-9833-7fb0f5135313" providerId="ADAL" clId="{BA521137-9338-46EB-B0B5-D78DFADC4D3B}" dt="2021-01-29T08:11:28.252" v="12" actId="20577"/>
        <pc:sldMkLst>
          <pc:docMk/>
          <pc:sldMk cId="0" sldId="256"/>
        </pc:sldMkLst>
        <pc:spChg chg="mod">
          <ac:chgData name="鈴木 秀規" userId="f68c5fd9-22d5-4c0a-9833-7fb0f5135313" providerId="ADAL" clId="{BA521137-9338-46EB-B0B5-D78DFADC4D3B}" dt="2021-01-29T08:11:28.252" v="12" actId="20577"/>
          <ac:spMkLst>
            <pc:docMk/>
            <pc:sldMk cId="0" sldId="256"/>
            <ac:spMk id="56" creationId="{00000000-0000-0000-0000-000000000000}"/>
          </ac:spMkLst>
        </pc:spChg>
      </pc:sldChg>
      <pc:sldChg chg="modSp mod">
        <pc:chgData name="鈴木 秀規" userId="f68c5fd9-22d5-4c0a-9833-7fb0f5135313" providerId="ADAL" clId="{BA521137-9338-46EB-B0B5-D78DFADC4D3B}" dt="2021-02-01T07:07:06.043" v="588" actId="6549"/>
        <pc:sldMkLst>
          <pc:docMk/>
          <pc:sldMk cId="1668843990" sldId="360"/>
        </pc:sldMkLst>
        <pc:spChg chg="mod">
          <ac:chgData name="鈴木 秀規" userId="f68c5fd9-22d5-4c0a-9833-7fb0f5135313" providerId="ADAL" clId="{BA521137-9338-46EB-B0B5-D78DFADC4D3B}" dt="2021-02-01T07:07:06.043" v="588" actId="6549"/>
          <ac:spMkLst>
            <pc:docMk/>
            <pc:sldMk cId="1668843990" sldId="360"/>
            <ac:spMk id="9" creationId="{A4832727-EA7F-44D6-A9F2-E4AE0246960A}"/>
          </ac:spMkLst>
        </pc:spChg>
      </pc:sldChg>
      <pc:sldChg chg="modSp mod">
        <pc:chgData name="鈴木 秀規" userId="f68c5fd9-22d5-4c0a-9833-7fb0f5135313" providerId="ADAL" clId="{BA521137-9338-46EB-B0B5-D78DFADC4D3B}" dt="2021-02-01T07:05:07.573" v="390"/>
        <pc:sldMkLst>
          <pc:docMk/>
          <pc:sldMk cId="267129399" sldId="361"/>
        </pc:sldMkLst>
        <pc:spChg chg="mod">
          <ac:chgData name="鈴木 秀規" userId="f68c5fd9-22d5-4c0a-9833-7fb0f5135313" providerId="ADAL" clId="{BA521137-9338-46EB-B0B5-D78DFADC4D3B}" dt="2021-02-01T07:05:07.573" v="390"/>
          <ac:spMkLst>
            <pc:docMk/>
            <pc:sldMk cId="267129399" sldId="361"/>
            <ac:spMk id="6" creationId="{D0F3BEAC-A5EA-4EE4-95C7-0AEC1107FD29}"/>
          </ac:spMkLst>
        </pc:spChg>
      </pc:sldChg>
      <pc:sldChg chg="addSp delSp modSp mod">
        <pc:chgData name="鈴木 秀規" userId="f68c5fd9-22d5-4c0a-9833-7fb0f5135313" providerId="ADAL" clId="{BA521137-9338-46EB-B0B5-D78DFADC4D3B}" dt="2021-01-29T08:12:40.552" v="23" actId="1076"/>
        <pc:sldMkLst>
          <pc:docMk/>
          <pc:sldMk cId="2397736379" sldId="363"/>
        </pc:sldMkLst>
        <pc:spChg chg="del">
          <ac:chgData name="鈴木 秀規" userId="f68c5fd9-22d5-4c0a-9833-7fb0f5135313" providerId="ADAL" clId="{BA521137-9338-46EB-B0B5-D78DFADC4D3B}" dt="2021-01-29T08:11:59.526" v="15" actId="478"/>
          <ac:spMkLst>
            <pc:docMk/>
            <pc:sldMk cId="2397736379" sldId="363"/>
            <ac:spMk id="2" creationId="{46E93FFA-CD7A-4DE1-9D86-EE489F9307E0}"/>
          </ac:spMkLst>
        </pc:spChg>
        <pc:spChg chg="mod">
          <ac:chgData name="鈴木 秀規" userId="f68c5fd9-22d5-4c0a-9833-7fb0f5135313" providerId="ADAL" clId="{BA521137-9338-46EB-B0B5-D78DFADC4D3B}" dt="2021-01-29T08:11:43.077" v="14"/>
          <ac:spMkLst>
            <pc:docMk/>
            <pc:sldMk cId="2397736379" sldId="363"/>
            <ac:spMk id="7" creationId="{9630AD22-E64D-4A96-B059-2AF9F6580C25}"/>
          </ac:spMkLst>
        </pc:spChg>
        <pc:spChg chg="mod">
          <ac:chgData name="鈴木 秀規" userId="f68c5fd9-22d5-4c0a-9833-7fb0f5135313" providerId="ADAL" clId="{BA521137-9338-46EB-B0B5-D78DFADC4D3B}" dt="2021-01-29T08:12:05.279" v="17" actId="14100"/>
          <ac:spMkLst>
            <pc:docMk/>
            <pc:sldMk cId="2397736379" sldId="363"/>
            <ac:spMk id="8" creationId="{787CF02A-01AB-4517-BA3E-25572FA82648}"/>
          </ac:spMkLst>
        </pc:spChg>
        <pc:spChg chg="del">
          <ac:chgData name="鈴木 秀規" userId="f68c5fd9-22d5-4c0a-9833-7fb0f5135313" providerId="ADAL" clId="{BA521137-9338-46EB-B0B5-D78DFADC4D3B}" dt="2021-01-29T08:11:59.526" v="15" actId="478"/>
          <ac:spMkLst>
            <pc:docMk/>
            <pc:sldMk cId="2397736379" sldId="363"/>
            <ac:spMk id="9" creationId="{5A08F99B-9BBB-4EF1-B6B9-81067323E31C}"/>
          </ac:spMkLst>
        </pc:spChg>
        <pc:spChg chg="del">
          <ac:chgData name="鈴木 秀規" userId="f68c5fd9-22d5-4c0a-9833-7fb0f5135313" providerId="ADAL" clId="{BA521137-9338-46EB-B0B5-D78DFADC4D3B}" dt="2021-01-29T08:11:59.526" v="15" actId="478"/>
          <ac:spMkLst>
            <pc:docMk/>
            <pc:sldMk cId="2397736379" sldId="363"/>
            <ac:spMk id="11" creationId="{7EAFE004-AE1C-4053-9A2D-C966891A55BC}"/>
          </ac:spMkLst>
        </pc:spChg>
        <pc:spChg chg="del">
          <ac:chgData name="鈴木 秀規" userId="f68c5fd9-22d5-4c0a-9833-7fb0f5135313" providerId="ADAL" clId="{BA521137-9338-46EB-B0B5-D78DFADC4D3B}" dt="2021-01-29T08:11:59.526" v="15" actId="478"/>
          <ac:spMkLst>
            <pc:docMk/>
            <pc:sldMk cId="2397736379" sldId="363"/>
            <ac:spMk id="12" creationId="{7EAE6641-4197-41A2-9F32-1BF507AECFDA}"/>
          </ac:spMkLst>
        </pc:spChg>
        <pc:spChg chg="del">
          <ac:chgData name="鈴木 秀規" userId="f68c5fd9-22d5-4c0a-9833-7fb0f5135313" providerId="ADAL" clId="{BA521137-9338-46EB-B0B5-D78DFADC4D3B}" dt="2021-01-29T08:11:59.526" v="15" actId="478"/>
          <ac:spMkLst>
            <pc:docMk/>
            <pc:sldMk cId="2397736379" sldId="363"/>
            <ac:spMk id="13" creationId="{9C8518CE-9B46-4BA7-992B-40DBCDAD1FCD}"/>
          </ac:spMkLst>
        </pc:spChg>
        <pc:spChg chg="del">
          <ac:chgData name="鈴木 秀規" userId="f68c5fd9-22d5-4c0a-9833-7fb0f5135313" providerId="ADAL" clId="{BA521137-9338-46EB-B0B5-D78DFADC4D3B}" dt="2021-01-29T08:11:59.526" v="15" actId="478"/>
          <ac:spMkLst>
            <pc:docMk/>
            <pc:sldMk cId="2397736379" sldId="363"/>
            <ac:spMk id="14" creationId="{6BE85D4C-36C7-49E5-A9C8-0A9F2F14DEB6}"/>
          </ac:spMkLst>
        </pc:spChg>
        <pc:spChg chg="del">
          <ac:chgData name="鈴木 秀規" userId="f68c5fd9-22d5-4c0a-9833-7fb0f5135313" providerId="ADAL" clId="{BA521137-9338-46EB-B0B5-D78DFADC4D3B}" dt="2021-01-29T08:11:59.526" v="15" actId="478"/>
          <ac:spMkLst>
            <pc:docMk/>
            <pc:sldMk cId="2397736379" sldId="363"/>
            <ac:spMk id="15" creationId="{DB80119D-F4B0-490D-BE34-2187FD8F5AA6}"/>
          </ac:spMkLst>
        </pc:spChg>
        <pc:spChg chg="del">
          <ac:chgData name="鈴木 秀規" userId="f68c5fd9-22d5-4c0a-9833-7fb0f5135313" providerId="ADAL" clId="{BA521137-9338-46EB-B0B5-D78DFADC4D3B}" dt="2021-01-29T08:11:59.526" v="15" actId="478"/>
          <ac:spMkLst>
            <pc:docMk/>
            <pc:sldMk cId="2397736379" sldId="363"/>
            <ac:spMk id="16" creationId="{D9C5A38B-4989-4E4A-81E7-70B6941D3802}"/>
          </ac:spMkLst>
        </pc:spChg>
        <pc:spChg chg="del">
          <ac:chgData name="鈴木 秀規" userId="f68c5fd9-22d5-4c0a-9833-7fb0f5135313" providerId="ADAL" clId="{BA521137-9338-46EB-B0B5-D78DFADC4D3B}" dt="2021-01-29T08:11:59.526" v="15" actId="478"/>
          <ac:spMkLst>
            <pc:docMk/>
            <pc:sldMk cId="2397736379" sldId="363"/>
            <ac:spMk id="17" creationId="{72E2EEBB-4FFF-419E-937D-08B796182460}"/>
          </ac:spMkLst>
        </pc:spChg>
        <pc:spChg chg="del">
          <ac:chgData name="鈴木 秀規" userId="f68c5fd9-22d5-4c0a-9833-7fb0f5135313" providerId="ADAL" clId="{BA521137-9338-46EB-B0B5-D78DFADC4D3B}" dt="2021-01-29T08:11:59.526" v="15" actId="478"/>
          <ac:spMkLst>
            <pc:docMk/>
            <pc:sldMk cId="2397736379" sldId="363"/>
            <ac:spMk id="18" creationId="{5AB6AB2C-FBDD-4A63-8E66-93710C14AC2B}"/>
          </ac:spMkLst>
        </pc:spChg>
        <pc:spChg chg="del">
          <ac:chgData name="鈴木 秀規" userId="f68c5fd9-22d5-4c0a-9833-7fb0f5135313" providerId="ADAL" clId="{BA521137-9338-46EB-B0B5-D78DFADC4D3B}" dt="2021-01-29T08:11:59.526" v="15" actId="478"/>
          <ac:spMkLst>
            <pc:docMk/>
            <pc:sldMk cId="2397736379" sldId="363"/>
            <ac:spMk id="19" creationId="{FE366EBA-5E1B-4124-B661-384337ED9935}"/>
          </ac:spMkLst>
        </pc:spChg>
        <pc:spChg chg="del">
          <ac:chgData name="鈴木 秀規" userId="f68c5fd9-22d5-4c0a-9833-7fb0f5135313" providerId="ADAL" clId="{BA521137-9338-46EB-B0B5-D78DFADC4D3B}" dt="2021-01-29T08:11:59.526" v="15" actId="478"/>
          <ac:spMkLst>
            <pc:docMk/>
            <pc:sldMk cId="2397736379" sldId="363"/>
            <ac:spMk id="20" creationId="{8F37D35C-0F42-4927-8954-1E36B5993C21}"/>
          </ac:spMkLst>
        </pc:spChg>
        <pc:spChg chg="del">
          <ac:chgData name="鈴木 秀規" userId="f68c5fd9-22d5-4c0a-9833-7fb0f5135313" providerId="ADAL" clId="{BA521137-9338-46EB-B0B5-D78DFADC4D3B}" dt="2021-01-29T08:11:59.526" v="15" actId="478"/>
          <ac:spMkLst>
            <pc:docMk/>
            <pc:sldMk cId="2397736379" sldId="363"/>
            <ac:spMk id="21" creationId="{C6618877-B982-4D2B-9165-2D8DB8299258}"/>
          </ac:spMkLst>
        </pc:spChg>
        <pc:spChg chg="del">
          <ac:chgData name="鈴木 秀規" userId="f68c5fd9-22d5-4c0a-9833-7fb0f5135313" providerId="ADAL" clId="{BA521137-9338-46EB-B0B5-D78DFADC4D3B}" dt="2021-01-29T08:11:59.526" v="15" actId="478"/>
          <ac:spMkLst>
            <pc:docMk/>
            <pc:sldMk cId="2397736379" sldId="363"/>
            <ac:spMk id="27" creationId="{CFE35E5F-DC18-4FF5-ADB9-3444DA5C4119}"/>
          </ac:spMkLst>
        </pc:spChg>
        <pc:spChg chg="del">
          <ac:chgData name="鈴木 秀規" userId="f68c5fd9-22d5-4c0a-9833-7fb0f5135313" providerId="ADAL" clId="{BA521137-9338-46EB-B0B5-D78DFADC4D3B}" dt="2021-01-29T08:11:59.526" v="15" actId="478"/>
          <ac:spMkLst>
            <pc:docMk/>
            <pc:sldMk cId="2397736379" sldId="363"/>
            <ac:spMk id="28" creationId="{516FADDF-A118-4223-A85E-937737FC3F3E}"/>
          </ac:spMkLst>
        </pc:spChg>
        <pc:spChg chg="del">
          <ac:chgData name="鈴木 秀規" userId="f68c5fd9-22d5-4c0a-9833-7fb0f5135313" providerId="ADAL" clId="{BA521137-9338-46EB-B0B5-D78DFADC4D3B}" dt="2021-01-29T08:11:59.526" v="15" actId="478"/>
          <ac:spMkLst>
            <pc:docMk/>
            <pc:sldMk cId="2397736379" sldId="363"/>
            <ac:spMk id="29" creationId="{9619393A-49C8-41C7-A8D8-AB5946AA5780}"/>
          </ac:spMkLst>
        </pc:spChg>
        <pc:spChg chg="del">
          <ac:chgData name="鈴木 秀規" userId="f68c5fd9-22d5-4c0a-9833-7fb0f5135313" providerId="ADAL" clId="{BA521137-9338-46EB-B0B5-D78DFADC4D3B}" dt="2021-01-29T08:11:59.526" v="15" actId="478"/>
          <ac:spMkLst>
            <pc:docMk/>
            <pc:sldMk cId="2397736379" sldId="363"/>
            <ac:spMk id="30" creationId="{24F6808E-F11F-40E2-8323-650C8FE62679}"/>
          </ac:spMkLst>
        </pc:spChg>
        <pc:spChg chg="del">
          <ac:chgData name="鈴木 秀規" userId="f68c5fd9-22d5-4c0a-9833-7fb0f5135313" providerId="ADAL" clId="{BA521137-9338-46EB-B0B5-D78DFADC4D3B}" dt="2021-01-29T08:11:59.526" v="15" actId="478"/>
          <ac:spMkLst>
            <pc:docMk/>
            <pc:sldMk cId="2397736379" sldId="363"/>
            <ac:spMk id="31" creationId="{DF892AC4-755F-4288-A8E4-A4790EF83C46}"/>
          </ac:spMkLst>
        </pc:spChg>
        <pc:spChg chg="del">
          <ac:chgData name="鈴木 秀規" userId="f68c5fd9-22d5-4c0a-9833-7fb0f5135313" providerId="ADAL" clId="{BA521137-9338-46EB-B0B5-D78DFADC4D3B}" dt="2021-01-29T08:11:59.526" v="15" actId="478"/>
          <ac:spMkLst>
            <pc:docMk/>
            <pc:sldMk cId="2397736379" sldId="363"/>
            <ac:spMk id="32" creationId="{47A78414-8927-44CE-A5DC-F884107C2CD8}"/>
          </ac:spMkLst>
        </pc:spChg>
        <pc:spChg chg="del">
          <ac:chgData name="鈴木 秀規" userId="f68c5fd9-22d5-4c0a-9833-7fb0f5135313" providerId="ADAL" clId="{BA521137-9338-46EB-B0B5-D78DFADC4D3B}" dt="2021-01-29T08:11:59.526" v="15" actId="478"/>
          <ac:spMkLst>
            <pc:docMk/>
            <pc:sldMk cId="2397736379" sldId="363"/>
            <ac:spMk id="33" creationId="{D6821862-D197-4635-B267-0D092379B2A5}"/>
          </ac:spMkLst>
        </pc:spChg>
        <pc:spChg chg="del">
          <ac:chgData name="鈴木 秀規" userId="f68c5fd9-22d5-4c0a-9833-7fb0f5135313" providerId="ADAL" clId="{BA521137-9338-46EB-B0B5-D78DFADC4D3B}" dt="2021-01-29T08:11:59.526" v="15" actId="478"/>
          <ac:spMkLst>
            <pc:docMk/>
            <pc:sldMk cId="2397736379" sldId="363"/>
            <ac:spMk id="34" creationId="{3B55570C-221C-41F4-9049-DDFEA1E93C44}"/>
          </ac:spMkLst>
        </pc:spChg>
        <pc:spChg chg="del">
          <ac:chgData name="鈴木 秀規" userId="f68c5fd9-22d5-4c0a-9833-7fb0f5135313" providerId="ADAL" clId="{BA521137-9338-46EB-B0B5-D78DFADC4D3B}" dt="2021-01-29T08:11:59.526" v="15" actId="478"/>
          <ac:spMkLst>
            <pc:docMk/>
            <pc:sldMk cId="2397736379" sldId="363"/>
            <ac:spMk id="35" creationId="{84D725E4-B95D-4BCD-A673-73F3A9167025}"/>
          </ac:spMkLst>
        </pc:spChg>
        <pc:spChg chg="del">
          <ac:chgData name="鈴木 秀規" userId="f68c5fd9-22d5-4c0a-9833-7fb0f5135313" providerId="ADAL" clId="{BA521137-9338-46EB-B0B5-D78DFADC4D3B}" dt="2021-01-29T08:11:59.526" v="15" actId="478"/>
          <ac:spMkLst>
            <pc:docMk/>
            <pc:sldMk cId="2397736379" sldId="363"/>
            <ac:spMk id="36" creationId="{1C302B5A-D191-43A2-A239-D33371430C00}"/>
          </ac:spMkLst>
        </pc:spChg>
        <pc:spChg chg="del">
          <ac:chgData name="鈴木 秀規" userId="f68c5fd9-22d5-4c0a-9833-7fb0f5135313" providerId="ADAL" clId="{BA521137-9338-46EB-B0B5-D78DFADC4D3B}" dt="2021-01-29T08:11:59.526" v="15" actId="478"/>
          <ac:spMkLst>
            <pc:docMk/>
            <pc:sldMk cId="2397736379" sldId="363"/>
            <ac:spMk id="37" creationId="{6B8AB159-2FC9-4490-95D8-3B40F6B97955}"/>
          </ac:spMkLst>
        </pc:spChg>
        <pc:spChg chg="add mod">
          <ac:chgData name="鈴木 秀規" userId="f68c5fd9-22d5-4c0a-9833-7fb0f5135313" providerId="ADAL" clId="{BA521137-9338-46EB-B0B5-D78DFADC4D3B}" dt="2021-01-29T08:12:21.186" v="19" actId="1076"/>
          <ac:spMkLst>
            <pc:docMk/>
            <pc:sldMk cId="2397736379" sldId="363"/>
            <ac:spMk id="38" creationId="{A12A5E6F-C7E4-4697-8546-165EC56E6566}"/>
          </ac:spMkLst>
        </pc:spChg>
        <pc:spChg chg="add mod">
          <ac:chgData name="鈴木 秀規" userId="f68c5fd9-22d5-4c0a-9833-7fb0f5135313" providerId="ADAL" clId="{BA521137-9338-46EB-B0B5-D78DFADC4D3B}" dt="2021-01-29T08:12:21.186" v="19" actId="1076"/>
          <ac:spMkLst>
            <pc:docMk/>
            <pc:sldMk cId="2397736379" sldId="363"/>
            <ac:spMk id="39" creationId="{33B10C27-85A5-4045-BE92-A3CB7BEEF598}"/>
          </ac:spMkLst>
        </pc:spChg>
        <pc:spChg chg="add mod">
          <ac:chgData name="鈴木 秀規" userId="f68c5fd9-22d5-4c0a-9833-7fb0f5135313" providerId="ADAL" clId="{BA521137-9338-46EB-B0B5-D78DFADC4D3B}" dt="2021-01-29T08:12:21.186" v="19" actId="1076"/>
          <ac:spMkLst>
            <pc:docMk/>
            <pc:sldMk cId="2397736379" sldId="363"/>
            <ac:spMk id="40" creationId="{79454491-126E-4B94-9DD9-E12D0EDE2BD4}"/>
          </ac:spMkLst>
        </pc:spChg>
        <pc:spChg chg="del">
          <ac:chgData name="鈴木 秀規" userId="f68c5fd9-22d5-4c0a-9833-7fb0f5135313" providerId="ADAL" clId="{BA521137-9338-46EB-B0B5-D78DFADC4D3B}" dt="2021-01-29T08:11:59.526" v="15" actId="478"/>
          <ac:spMkLst>
            <pc:docMk/>
            <pc:sldMk cId="2397736379" sldId="363"/>
            <ac:spMk id="41" creationId="{3DD4865E-5BE3-4294-9002-C770956F9F68}"/>
          </ac:spMkLst>
        </pc:spChg>
        <pc:spChg chg="del">
          <ac:chgData name="鈴木 秀規" userId="f68c5fd9-22d5-4c0a-9833-7fb0f5135313" providerId="ADAL" clId="{BA521137-9338-46EB-B0B5-D78DFADC4D3B}" dt="2021-01-29T08:11:59.526" v="15" actId="478"/>
          <ac:spMkLst>
            <pc:docMk/>
            <pc:sldMk cId="2397736379" sldId="363"/>
            <ac:spMk id="42" creationId="{DDCEF2E7-558A-4FCD-8EA3-26C5836276FD}"/>
          </ac:spMkLst>
        </pc:spChg>
        <pc:spChg chg="add mod">
          <ac:chgData name="鈴木 秀規" userId="f68c5fd9-22d5-4c0a-9833-7fb0f5135313" providerId="ADAL" clId="{BA521137-9338-46EB-B0B5-D78DFADC4D3B}" dt="2021-01-29T08:12:21.186" v="19" actId="1076"/>
          <ac:spMkLst>
            <pc:docMk/>
            <pc:sldMk cId="2397736379" sldId="363"/>
            <ac:spMk id="43" creationId="{ACF0ABE5-E88F-4576-9C8A-CD6B2C663A5E}"/>
          </ac:spMkLst>
        </pc:spChg>
        <pc:spChg chg="add mod">
          <ac:chgData name="鈴木 秀規" userId="f68c5fd9-22d5-4c0a-9833-7fb0f5135313" providerId="ADAL" clId="{BA521137-9338-46EB-B0B5-D78DFADC4D3B}" dt="2021-01-29T08:12:40.552" v="23" actId="1076"/>
          <ac:spMkLst>
            <pc:docMk/>
            <pc:sldMk cId="2397736379" sldId="363"/>
            <ac:spMk id="52" creationId="{7EB6D7CE-CBC4-4308-9CCC-7A819BF54889}"/>
          </ac:spMkLst>
        </pc:spChg>
        <pc:picChg chg="add mod">
          <ac:chgData name="鈴木 秀規" userId="f68c5fd9-22d5-4c0a-9833-7fb0f5135313" providerId="ADAL" clId="{BA521137-9338-46EB-B0B5-D78DFADC4D3B}" dt="2021-01-29T08:12:21.186" v="19" actId="1076"/>
          <ac:picMkLst>
            <pc:docMk/>
            <pc:sldMk cId="2397736379" sldId="363"/>
            <ac:picMk id="44" creationId="{1D14C5D3-70C4-43ED-9F8A-9D52944FB805}"/>
          </ac:picMkLst>
        </pc:picChg>
        <pc:picChg chg="add mod">
          <ac:chgData name="鈴木 秀規" userId="f68c5fd9-22d5-4c0a-9833-7fb0f5135313" providerId="ADAL" clId="{BA521137-9338-46EB-B0B5-D78DFADC4D3B}" dt="2021-01-29T08:12:21.186" v="19" actId="1076"/>
          <ac:picMkLst>
            <pc:docMk/>
            <pc:sldMk cId="2397736379" sldId="363"/>
            <ac:picMk id="45" creationId="{4A1DF45C-7011-40BB-B1D3-F74DF002D2D3}"/>
          </ac:picMkLst>
        </pc:picChg>
        <pc:picChg chg="add mod">
          <ac:chgData name="鈴木 秀規" userId="f68c5fd9-22d5-4c0a-9833-7fb0f5135313" providerId="ADAL" clId="{BA521137-9338-46EB-B0B5-D78DFADC4D3B}" dt="2021-01-29T08:12:21.186" v="19" actId="1076"/>
          <ac:picMkLst>
            <pc:docMk/>
            <pc:sldMk cId="2397736379" sldId="363"/>
            <ac:picMk id="46" creationId="{FE81E001-4D20-40E7-8970-7E234DDD078F}"/>
          </ac:picMkLst>
        </pc:picChg>
        <pc:picChg chg="add mod">
          <ac:chgData name="鈴木 秀規" userId="f68c5fd9-22d5-4c0a-9833-7fb0f5135313" providerId="ADAL" clId="{BA521137-9338-46EB-B0B5-D78DFADC4D3B}" dt="2021-01-29T08:12:21.186" v="19" actId="1076"/>
          <ac:picMkLst>
            <pc:docMk/>
            <pc:sldMk cId="2397736379" sldId="363"/>
            <ac:picMk id="47" creationId="{215405D6-187B-4CB0-8865-ED88E218FD0C}"/>
          </ac:picMkLst>
        </pc:picChg>
        <pc:cxnChg chg="del">
          <ac:chgData name="鈴木 秀規" userId="f68c5fd9-22d5-4c0a-9833-7fb0f5135313" providerId="ADAL" clId="{BA521137-9338-46EB-B0B5-D78DFADC4D3B}" dt="2021-01-29T08:11:59.526" v="15" actId="478"/>
          <ac:cxnSpMkLst>
            <pc:docMk/>
            <pc:sldMk cId="2397736379" sldId="363"/>
            <ac:cxnSpMk id="10" creationId="{0FAA35B7-712D-4BBD-A0F7-7A7789021264}"/>
          </ac:cxnSpMkLst>
        </pc:cxnChg>
        <pc:cxnChg chg="del">
          <ac:chgData name="鈴木 秀規" userId="f68c5fd9-22d5-4c0a-9833-7fb0f5135313" providerId="ADAL" clId="{BA521137-9338-46EB-B0B5-D78DFADC4D3B}" dt="2021-01-29T08:11:59.526" v="15" actId="478"/>
          <ac:cxnSpMkLst>
            <pc:docMk/>
            <pc:sldMk cId="2397736379" sldId="363"/>
            <ac:cxnSpMk id="22" creationId="{291C784A-5812-42C8-BA37-2793F7C3F550}"/>
          </ac:cxnSpMkLst>
        </pc:cxnChg>
        <pc:cxnChg chg="del">
          <ac:chgData name="鈴木 秀規" userId="f68c5fd9-22d5-4c0a-9833-7fb0f5135313" providerId="ADAL" clId="{BA521137-9338-46EB-B0B5-D78DFADC4D3B}" dt="2021-01-29T08:11:59.526" v="15" actId="478"/>
          <ac:cxnSpMkLst>
            <pc:docMk/>
            <pc:sldMk cId="2397736379" sldId="363"/>
            <ac:cxnSpMk id="25" creationId="{E4B92CF3-ABA7-4EAE-B29D-02F1451A3F16}"/>
          </ac:cxnSpMkLst>
        </pc:cxnChg>
        <pc:cxnChg chg="add mod">
          <ac:chgData name="鈴木 秀規" userId="f68c5fd9-22d5-4c0a-9833-7fb0f5135313" providerId="ADAL" clId="{BA521137-9338-46EB-B0B5-D78DFADC4D3B}" dt="2021-01-29T08:12:21.186" v="19" actId="1076"/>
          <ac:cxnSpMkLst>
            <pc:docMk/>
            <pc:sldMk cId="2397736379" sldId="363"/>
            <ac:cxnSpMk id="48" creationId="{BEC210E4-2010-4560-98AC-81C2896F6CBA}"/>
          </ac:cxnSpMkLst>
        </pc:cxnChg>
        <pc:cxnChg chg="add mod">
          <ac:chgData name="鈴木 秀規" userId="f68c5fd9-22d5-4c0a-9833-7fb0f5135313" providerId="ADAL" clId="{BA521137-9338-46EB-B0B5-D78DFADC4D3B}" dt="2021-01-29T08:12:21.186" v="19" actId="1076"/>
          <ac:cxnSpMkLst>
            <pc:docMk/>
            <pc:sldMk cId="2397736379" sldId="363"/>
            <ac:cxnSpMk id="49" creationId="{452EEBF3-78E7-4B91-BA14-DF6EAB8BC082}"/>
          </ac:cxnSpMkLst>
        </pc:cxnChg>
        <pc:cxnChg chg="add mod">
          <ac:chgData name="鈴木 秀規" userId="f68c5fd9-22d5-4c0a-9833-7fb0f5135313" providerId="ADAL" clId="{BA521137-9338-46EB-B0B5-D78DFADC4D3B}" dt="2021-01-29T08:12:21.186" v="19" actId="1076"/>
          <ac:cxnSpMkLst>
            <pc:docMk/>
            <pc:sldMk cId="2397736379" sldId="363"/>
            <ac:cxnSpMk id="50" creationId="{A668234E-A10F-4404-A522-F9638B2ED6CA}"/>
          </ac:cxnSpMkLst>
        </pc:cxnChg>
        <pc:cxnChg chg="add mod">
          <ac:chgData name="鈴木 秀規" userId="f68c5fd9-22d5-4c0a-9833-7fb0f5135313" providerId="ADAL" clId="{BA521137-9338-46EB-B0B5-D78DFADC4D3B}" dt="2021-01-29T08:12:21.186" v="19" actId="1076"/>
          <ac:cxnSpMkLst>
            <pc:docMk/>
            <pc:sldMk cId="2397736379" sldId="363"/>
            <ac:cxnSpMk id="51" creationId="{F04B9F07-A3CF-4E3A-8F39-F2A99E36E631}"/>
          </ac:cxnSpMkLst>
        </pc:cxnChg>
      </pc:sldChg>
      <pc:sldChg chg="del">
        <pc:chgData name="鈴木 秀規" userId="f68c5fd9-22d5-4c0a-9833-7fb0f5135313" providerId="ADAL" clId="{BA521137-9338-46EB-B0B5-D78DFADC4D3B}" dt="2021-01-29T08:11:40.835" v="13" actId="2696"/>
        <pc:sldMkLst>
          <pc:docMk/>
          <pc:sldMk cId="1229339603" sldId="364"/>
        </pc:sldMkLst>
      </pc:sldChg>
      <pc:sldChg chg="addSp modSp new mod">
        <pc:chgData name="鈴木 秀規" userId="f68c5fd9-22d5-4c0a-9833-7fb0f5135313" providerId="ADAL" clId="{BA521137-9338-46EB-B0B5-D78DFADC4D3B}" dt="2021-01-29T08:14:38.627" v="43" actId="1076"/>
        <pc:sldMkLst>
          <pc:docMk/>
          <pc:sldMk cId="3448193778" sldId="364"/>
        </pc:sldMkLst>
        <pc:spChg chg="mod">
          <ac:chgData name="鈴木 秀規" userId="f68c5fd9-22d5-4c0a-9833-7fb0f5135313" providerId="ADAL" clId="{BA521137-9338-46EB-B0B5-D78DFADC4D3B}" dt="2021-01-29T08:13:30.749" v="25"/>
          <ac:spMkLst>
            <pc:docMk/>
            <pc:sldMk cId="3448193778" sldId="364"/>
            <ac:spMk id="3" creationId="{8F8098DF-8ADA-4D88-933C-1AD9E04BDC85}"/>
          </ac:spMkLst>
        </pc:spChg>
        <pc:spChg chg="mod">
          <ac:chgData name="鈴木 秀規" userId="f68c5fd9-22d5-4c0a-9833-7fb0f5135313" providerId="ADAL" clId="{BA521137-9338-46EB-B0B5-D78DFADC4D3B}" dt="2021-01-29T08:13:52.877" v="30" actId="14100"/>
          <ac:spMkLst>
            <pc:docMk/>
            <pc:sldMk cId="3448193778" sldId="364"/>
            <ac:spMk id="5" creationId="{BC30EE85-D366-4D0C-AD9C-32B3E1EBBE04}"/>
          </ac:spMkLst>
        </pc:spChg>
        <pc:spChg chg="add mod">
          <ac:chgData name="鈴木 秀規" userId="f68c5fd9-22d5-4c0a-9833-7fb0f5135313" providerId="ADAL" clId="{BA521137-9338-46EB-B0B5-D78DFADC4D3B}" dt="2021-01-29T08:14:38.627" v="43" actId="1076"/>
          <ac:spMkLst>
            <pc:docMk/>
            <pc:sldMk cId="3448193778" sldId="364"/>
            <ac:spMk id="6" creationId="{2D11B78B-DA03-4161-A355-F7531FF466A4}"/>
          </ac:spMkLst>
        </pc:spChg>
      </pc:sldChg>
      <pc:sldChg chg="modSp add mod">
        <pc:chgData name="鈴木 秀規" userId="f68c5fd9-22d5-4c0a-9833-7fb0f5135313" providerId="ADAL" clId="{BA521137-9338-46EB-B0B5-D78DFADC4D3B}" dt="2021-01-29T08:16:26.615" v="57" actId="207"/>
        <pc:sldMkLst>
          <pc:docMk/>
          <pc:sldMk cId="2764796011" sldId="365"/>
        </pc:sldMkLst>
        <pc:spChg chg="mod">
          <ac:chgData name="鈴木 秀規" userId="f68c5fd9-22d5-4c0a-9833-7fb0f5135313" providerId="ADAL" clId="{BA521137-9338-46EB-B0B5-D78DFADC4D3B}" dt="2021-01-29T08:15:02.587" v="47" actId="207"/>
          <ac:spMkLst>
            <pc:docMk/>
            <pc:sldMk cId="2764796011" sldId="365"/>
            <ac:spMk id="5" creationId="{BC30EE85-D366-4D0C-AD9C-32B3E1EBBE04}"/>
          </ac:spMkLst>
        </pc:spChg>
        <pc:spChg chg="mod">
          <ac:chgData name="鈴木 秀規" userId="f68c5fd9-22d5-4c0a-9833-7fb0f5135313" providerId="ADAL" clId="{BA521137-9338-46EB-B0B5-D78DFADC4D3B}" dt="2021-01-29T08:16:26.615" v="57" actId="207"/>
          <ac:spMkLst>
            <pc:docMk/>
            <pc:sldMk cId="2764796011" sldId="365"/>
            <ac:spMk id="6" creationId="{2D11B78B-DA03-4161-A355-F7531FF466A4}"/>
          </ac:spMkLst>
        </pc:spChg>
      </pc:sldChg>
      <pc:sldChg chg="modSp new mod">
        <pc:chgData name="鈴木 秀規" userId="f68c5fd9-22d5-4c0a-9833-7fb0f5135313" providerId="ADAL" clId="{BA521137-9338-46EB-B0B5-D78DFADC4D3B}" dt="2021-01-29T08:17:24.913" v="76" actId="207"/>
        <pc:sldMkLst>
          <pc:docMk/>
          <pc:sldMk cId="3569274236" sldId="366"/>
        </pc:sldMkLst>
        <pc:spChg chg="mod">
          <ac:chgData name="鈴木 秀規" userId="f68c5fd9-22d5-4c0a-9833-7fb0f5135313" providerId="ADAL" clId="{BA521137-9338-46EB-B0B5-D78DFADC4D3B}" dt="2021-01-29T08:16:45.286" v="59"/>
          <ac:spMkLst>
            <pc:docMk/>
            <pc:sldMk cId="3569274236" sldId="366"/>
            <ac:spMk id="3" creationId="{1EB537B3-1763-4A38-8FA2-CD96012CF1FA}"/>
          </ac:spMkLst>
        </pc:spChg>
        <pc:spChg chg="mod">
          <ac:chgData name="鈴木 秀規" userId="f68c5fd9-22d5-4c0a-9833-7fb0f5135313" providerId="ADAL" clId="{BA521137-9338-46EB-B0B5-D78DFADC4D3B}" dt="2021-01-29T08:17:24.913" v="76" actId="207"/>
          <ac:spMkLst>
            <pc:docMk/>
            <pc:sldMk cId="3569274236" sldId="366"/>
            <ac:spMk id="5" creationId="{3E0556CE-BA73-4873-ACF2-1B717A6AA71F}"/>
          </ac:spMkLst>
        </pc:spChg>
      </pc:sldChg>
      <pc:sldChg chg="addSp modSp new mod">
        <pc:chgData name="鈴木 秀規" userId="f68c5fd9-22d5-4c0a-9833-7fb0f5135313" providerId="ADAL" clId="{BA521137-9338-46EB-B0B5-D78DFADC4D3B}" dt="2021-01-29T08:20:15.698" v="89" actId="1076"/>
        <pc:sldMkLst>
          <pc:docMk/>
          <pc:sldMk cId="758940328" sldId="367"/>
        </pc:sldMkLst>
        <pc:spChg chg="mod">
          <ac:chgData name="鈴木 秀規" userId="f68c5fd9-22d5-4c0a-9833-7fb0f5135313" providerId="ADAL" clId="{BA521137-9338-46EB-B0B5-D78DFADC4D3B}" dt="2021-01-29T08:18:45.136" v="78"/>
          <ac:spMkLst>
            <pc:docMk/>
            <pc:sldMk cId="758940328" sldId="367"/>
            <ac:spMk id="3" creationId="{A7985ABD-3624-4976-AFFA-C1DB11EFA30D}"/>
          </ac:spMkLst>
        </pc:spChg>
        <pc:spChg chg="mod">
          <ac:chgData name="鈴木 秀規" userId="f68c5fd9-22d5-4c0a-9833-7fb0f5135313" providerId="ADAL" clId="{BA521137-9338-46EB-B0B5-D78DFADC4D3B}" dt="2021-01-29T08:19:31.993" v="86" actId="207"/>
          <ac:spMkLst>
            <pc:docMk/>
            <pc:sldMk cId="758940328" sldId="367"/>
            <ac:spMk id="5" creationId="{F940F1C5-2675-4662-871E-51789C9CD700}"/>
          </ac:spMkLst>
        </pc:spChg>
        <pc:spChg chg="add mod">
          <ac:chgData name="鈴木 秀規" userId="f68c5fd9-22d5-4c0a-9833-7fb0f5135313" providerId="ADAL" clId="{BA521137-9338-46EB-B0B5-D78DFADC4D3B}" dt="2021-01-29T08:20:15.698" v="89" actId="1076"/>
          <ac:spMkLst>
            <pc:docMk/>
            <pc:sldMk cId="758940328" sldId="367"/>
            <ac:spMk id="6" creationId="{1FC0C2CE-D3CD-4FBA-AA99-997D3FE53AEF}"/>
          </ac:spMkLst>
        </pc:spChg>
      </pc:sldChg>
      <pc:sldChg chg="del">
        <pc:chgData name="鈴木 秀規" userId="f68c5fd9-22d5-4c0a-9833-7fb0f5135313" providerId="ADAL" clId="{BA521137-9338-46EB-B0B5-D78DFADC4D3B}" dt="2021-01-29T08:11:40.835" v="13" actId="2696"/>
        <pc:sldMkLst>
          <pc:docMk/>
          <pc:sldMk cId="1197104192" sldId="367"/>
        </pc:sldMkLst>
      </pc:sldChg>
      <pc:sldChg chg="del">
        <pc:chgData name="鈴木 秀規" userId="f68c5fd9-22d5-4c0a-9833-7fb0f5135313" providerId="ADAL" clId="{BA521137-9338-46EB-B0B5-D78DFADC4D3B}" dt="2021-01-29T08:11:40.835" v="13" actId="2696"/>
        <pc:sldMkLst>
          <pc:docMk/>
          <pc:sldMk cId="1362485063" sldId="368"/>
        </pc:sldMkLst>
      </pc:sldChg>
      <pc:sldChg chg="addSp modSp new mod">
        <pc:chgData name="鈴木 秀規" userId="f68c5fd9-22d5-4c0a-9833-7fb0f5135313" providerId="ADAL" clId="{BA521137-9338-46EB-B0B5-D78DFADC4D3B}" dt="2021-01-29T08:21:11.126" v="99" actId="207"/>
        <pc:sldMkLst>
          <pc:docMk/>
          <pc:sldMk cId="3377241062" sldId="368"/>
        </pc:sldMkLst>
        <pc:spChg chg="mod">
          <ac:chgData name="鈴木 秀規" userId="f68c5fd9-22d5-4c0a-9833-7fb0f5135313" providerId="ADAL" clId="{BA521137-9338-46EB-B0B5-D78DFADC4D3B}" dt="2021-01-29T08:20:25.722" v="90"/>
          <ac:spMkLst>
            <pc:docMk/>
            <pc:sldMk cId="3377241062" sldId="368"/>
            <ac:spMk id="3" creationId="{5EC1A1BB-1C61-44CD-A1DC-985047AB5749}"/>
          </ac:spMkLst>
        </pc:spChg>
        <pc:spChg chg="mod">
          <ac:chgData name="鈴木 秀規" userId="f68c5fd9-22d5-4c0a-9833-7fb0f5135313" providerId="ADAL" clId="{BA521137-9338-46EB-B0B5-D78DFADC4D3B}" dt="2021-01-29T08:20:35.569" v="93" actId="14100"/>
          <ac:spMkLst>
            <pc:docMk/>
            <pc:sldMk cId="3377241062" sldId="368"/>
            <ac:spMk id="5" creationId="{45575D0B-4421-4843-9EFF-F0965D5015E9}"/>
          </ac:spMkLst>
        </pc:spChg>
        <pc:spChg chg="add mod">
          <ac:chgData name="鈴木 秀規" userId="f68c5fd9-22d5-4c0a-9833-7fb0f5135313" providerId="ADAL" clId="{BA521137-9338-46EB-B0B5-D78DFADC4D3B}" dt="2021-01-29T08:21:11.126" v="99" actId="207"/>
          <ac:spMkLst>
            <pc:docMk/>
            <pc:sldMk cId="3377241062" sldId="368"/>
            <ac:spMk id="6" creationId="{5287E2C4-16A1-40A6-B9F7-3BB156B6DA16}"/>
          </ac:spMkLst>
        </pc:spChg>
      </pc:sldChg>
      <pc:sldChg chg="addSp modSp new mod">
        <pc:chgData name="鈴木 秀規" userId="f68c5fd9-22d5-4c0a-9833-7fb0f5135313" providerId="ADAL" clId="{BA521137-9338-46EB-B0B5-D78DFADC4D3B}" dt="2021-01-29T08:22:43.875" v="113" actId="207"/>
        <pc:sldMkLst>
          <pc:docMk/>
          <pc:sldMk cId="231174818" sldId="369"/>
        </pc:sldMkLst>
        <pc:spChg chg="mod">
          <ac:chgData name="鈴木 秀規" userId="f68c5fd9-22d5-4c0a-9833-7fb0f5135313" providerId="ADAL" clId="{BA521137-9338-46EB-B0B5-D78DFADC4D3B}" dt="2021-01-29T08:21:33.371" v="101"/>
          <ac:spMkLst>
            <pc:docMk/>
            <pc:sldMk cId="231174818" sldId="369"/>
            <ac:spMk id="3" creationId="{02A47F7C-EAF1-47C6-86D0-4ABBB3679510}"/>
          </ac:spMkLst>
        </pc:spChg>
        <pc:spChg chg="mod">
          <ac:chgData name="鈴木 秀規" userId="f68c5fd9-22d5-4c0a-9833-7fb0f5135313" providerId="ADAL" clId="{BA521137-9338-46EB-B0B5-D78DFADC4D3B}" dt="2021-01-29T08:21:49.732" v="104" actId="14100"/>
          <ac:spMkLst>
            <pc:docMk/>
            <pc:sldMk cId="231174818" sldId="369"/>
            <ac:spMk id="5" creationId="{18D9AF30-9F72-424F-8EDC-27C9350AEF42}"/>
          </ac:spMkLst>
        </pc:spChg>
        <pc:spChg chg="add mod">
          <ac:chgData name="鈴木 秀規" userId="f68c5fd9-22d5-4c0a-9833-7fb0f5135313" providerId="ADAL" clId="{BA521137-9338-46EB-B0B5-D78DFADC4D3B}" dt="2021-01-29T08:22:43.875" v="113" actId="207"/>
          <ac:spMkLst>
            <pc:docMk/>
            <pc:sldMk cId="231174818" sldId="369"/>
            <ac:spMk id="6" creationId="{B1D1456C-E894-4B74-94E0-E093D08E18DC}"/>
          </ac:spMkLst>
        </pc:spChg>
      </pc:sldChg>
      <pc:sldChg chg="del">
        <pc:chgData name="鈴木 秀規" userId="f68c5fd9-22d5-4c0a-9833-7fb0f5135313" providerId="ADAL" clId="{BA521137-9338-46EB-B0B5-D78DFADC4D3B}" dt="2021-01-29T08:11:40.835" v="13" actId="2696"/>
        <pc:sldMkLst>
          <pc:docMk/>
          <pc:sldMk cId="1167440844" sldId="369"/>
        </pc:sldMkLst>
      </pc:sldChg>
      <pc:sldChg chg="addSp modSp new mod">
        <pc:chgData name="鈴木 秀規" userId="f68c5fd9-22d5-4c0a-9833-7fb0f5135313" providerId="ADAL" clId="{BA521137-9338-46EB-B0B5-D78DFADC4D3B}" dt="2021-01-29T08:28:41.052" v="202" actId="1076"/>
        <pc:sldMkLst>
          <pc:docMk/>
          <pc:sldMk cId="138332376" sldId="370"/>
        </pc:sldMkLst>
        <pc:spChg chg="mod">
          <ac:chgData name="鈴木 秀規" userId="f68c5fd9-22d5-4c0a-9833-7fb0f5135313" providerId="ADAL" clId="{BA521137-9338-46EB-B0B5-D78DFADC4D3B}" dt="2021-01-29T08:23:02.172" v="124" actId="20577"/>
          <ac:spMkLst>
            <pc:docMk/>
            <pc:sldMk cId="138332376" sldId="370"/>
            <ac:spMk id="3" creationId="{53783E1A-2BC1-451A-99BE-BC075BF173D5}"/>
          </ac:spMkLst>
        </pc:spChg>
        <pc:spChg chg="mod">
          <ac:chgData name="鈴木 秀規" userId="f68c5fd9-22d5-4c0a-9833-7fb0f5135313" providerId="ADAL" clId="{BA521137-9338-46EB-B0B5-D78DFADC4D3B}" dt="2021-01-29T08:23:17.365" v="128" actId="14100"/>
          <ac:spMkLst>
            <pc:docMk/>
            <pc:sldMk cId="138332376" sldId="370"/>
            <ac:spMk id="5" creationId="{4B9B4D13-37AF-4068-8065-44E825F1667C}"/>
          </ac:spMkLst>
        </pc:spChg>
        <pc:spChg chg="add mod">
          <ac:chgData name="鈴木 秀規" userId="f68c5fd9-22d5-4c0a-9833-7fb0f5135313" providerId="ADAL" clId="{BA521137-9338-46EB-B0B5-D78DFADC4D3B}" dt="2021-01-29T08:25:37.781" v="162" actId="2711"/>
          <ac:spMkLst>
            <pc:docMk/>
            <pc:sldMk cId="138332376" sldId="370"/>
            <ac:spMk id="6" creationId="{2C441BE1-266A-4029-8CC3-71FA4A391C17}"/>
          </ac:spMkLst>
        </pc:spChg>
        <pc:spChg chg="add mod">
          <ac:chgData name="鈴木 秀規" userId="f68c5fd9-22d5-4c0a-9833-7fb0f5135313" providerId="ADAL" clId="{BA521137-9338-46EB-B0B5-D78DFADC4D3B}" dt="2021-01-29T08:25:37.781" v="162" actId="2711"/>
          <ac:spMkLst>
            <pc:docMk/>
            <pc:sldMk cId="138332376" sldId="370"/>
            <ac:spMk id="7" creationId="{8BA907EB-53C7-41EB-BFAC-9EA0A3A02DC1}"/>
          </ac:spMkLst>
        </pc:spChg>
        <pc:spChg chg="add mod">
          <ac:chgData name="鈴木 秀規" userId="f68c5fd9-22d5-4c0a-9833-7fb0f5135313" providerId="ADAL" clId="{BA521137-9338-46EB-B0B5-D78DFADC4D3B}" dt="2021-01-29T08:25:37.781" v="162" actId="2711"/>
          <ac:spMkLst>
            <pc:docMk/>
            <pc:sldMk cId="138332376" sldId="370"/>
            <ac:spMk id="8" creationId="{EA40C3FB-4E7B-4182-BF9D-397892BE0E09}"/>
          </ac:spMkLst>
        </pc:spChg>
        <pc:spChg chg="add mod">
          <ac:chgData name="鈴木 秀規" userId="f68c5fd9-22d5-4c0a-9833-7fb0f5135313" providerId="ADAL" clId="{BA521137-9338-46EB-B0B5-D78DFADC4D3B}" dt="2021-01-29T08:25:37.781" v="162" actId="2711"/>
          <ac:spMkLst>
            <pc:docMk/>
            <pc:sldMk cId="138332376" sldId="370"/>
            <ac:spMk id="9" creationId="{AEA5BDDA-3455-4351-AA5E-3B61A7F76B52}"/>
          </ac:spMkLst>
        </pc:spChg>
        <pc:spChg chg="add mod">
          <ac:chgData name="鈴木 秀規" userId="f68c5fd9-22d5-4c0a-9833-7fb0f5135313" providerId="ADAL" clId="{BA521137-9338-46EB-B0B5-D78DFADC4D3B}" dt="2021-01-29T08:25:37.781" v="162" actId="2711"/>
          <ac:spMkLst>
            <pc:docMk/>
            <pc:sldMk cId="138332376" sldId="370"/>
            <ac:spMk id="10" creationId="{93135170-4773-4ECB-A106-7559002AB23A}"/>
          </ac:spMkLst>
        </pc:spChg>
        <pc:spChg chg="add mod">
          <ac:chgData name="鈴木 秀規" userId="f68c5fd9-22d5-4c0a-9833-7fb0f5135313" providerId="ADAL" clId="{BA521137-9338-46EB-B0B5-D78DFADC4D3B}" dt="2021-01-29T08:25:37.781" v="162" actId="2711"/>
          <ac:spMkLst>
            <pc:docMk/>
            <pc:sldMk cId="138332376" sldId="370"/>
            <ac:spMk id="11" creationId="{B1DC97AE-DC9A-4E9D-B088-83827FB7DC16}"/>
          </ac:spMkLst>
        </pc:spChg>
        <pc:spChg chg="add mod">
          <ac:chgData name="鈴木 秀規" userId="f68c5fd9-22d5-4c0a-9833-7fb0f5135313" providerId="ADAL" clId="{BA521137-9338-46EB-B0B5-D78DFADC4D3B}" dt="2021-01-29T08:25:37.781" v="162" actId="2711"/>
          <ac:spMkLst>
            <pc:docMk/>
            <pc:sldMk cId="138332376" sldId="370"/>
            <ac:spMk id="12" creationId="{66A65823-904C-423C-B655-9E94E7B90433}"/>
          </ac:spMkLst>
        </pc:spChg>
        <pc:spChg chg="add mod">
          <ac:chgData name="鈴木 秀規" userId="f68c5fd9-22d5-4c0a-9833-7fb0f5135313" providerId="ADAL" clId="{BA521137-9338-46EB-B0B5-D78DFADC4D3B}" dt="2021-01-29T08:25:37.781" v="162" actId="2711"/>
          <ac:spMkLst>
            <pc:docMk/>
            <pc:sldMk cId="138332376" sldId="370"/>
            <ac:spMk id="13" creationId="{0D6A5208-E84C-457F-B093-42F79634E019}"/>
          </ac:spMkLst>
        </pc:spChg>
        <pc:spChg chg="add mod">
          <ac:chgData name="鈴木 秀規" userId="f68c5fd9-22d5-4c0a-9833-7fb0f5135313" providerId="ADAL" clId="{BA521137-9338-46EB-B0B5-D78DFADC4D3B}" dt="2021-01-29T08:25:56.547" v="168" actId="1035"/>
          <ac:spMkLst>
            <pc:docMk/>
            <pc:sldMk cId="138332376" sldId="370"/>
            <ac:spMk id="14" creationId="{0CF279DA-E683-419C-BF4A-D27C21B1027F}"/>
          </ac:spMkLst>
        </pc:spChg>
        <pc:spChg chg="add mod ord">
          <ac:chgData name="鈴木 秀規" userId="f68c5fd9-22d5-4c0a-9833-7fb0f5135313" providerId="ADAL" clId="{BA521137-9338-46EB-B0B5-D78DFADC4D3B}" dt="2021-01-29T08:28:24.120" v="201" actId="166"/>
          <ac:spMkLst>
            <pc:docMk/>
            <pc:sldMk cId="138332376" sldId="370"/>
            <ac:spMk id="15" creationId="{694D31B4-3749-4A9D-9315-B5BBE9633962}"/>
          </ac:spMkLst>
        </pc:spChg>
        <pc:spChg chg="add mod">
          <ac:chgData name="鈴木 秀規" userId="f68c5fd9-22d5-4c0a-9833-7fb0f5135313" providerId="ADAL" clId="{BA521137-9338-46EB-B0B5-D78DFADC4D3B}" dt="2021-01-29T08:26:30.962" v="175" actId="2085"/>
          <ac:spMkLst>
            <pc:docMk/>
            <pc:sldMk cId="138332376" sldId="370"/>
            <ac:spMk id="16" creationId="{F114F247-C751-4150-A966-A51A830B38D2}"/>
          </ac:spMkLst>
        </pc:spChg>
        <pc:spChg chg="add mod">
          <ac:chgData name="鈴木 秀規" userId="f68c5fd9-22d5-4c0a-9833-7fb0f5135313" providerId="ADAL" clId="{BA521137-9338-46EB-B0B5-D78DFADC4D3B}" dt="2021-01-29T08:26:42.001" v="176" actId="571"/>
          <ac:spMkLst>
            <pc:docMk/>
            <pc:sldMk cId="138332376" sldId="370"/>
            <ac:spMk id="17" creationId="{1073955D-D597-4DF7-B5E3-87F00AEEEDEB}"/>
          </ac:spMkLst>
        </pc:spChg>
        <pc:spChg chg="add mod">
          <ac:chgData name="鈴木 秀規" userId="f68c5fd9-22d5-4c0a-9833-7fb0f5135313" providerId="ADAL" clId="{BA521137-9338-46EB-B0B5-D78DFADC4D3B}" dt="2021-01-29T08:27:03.329" v="179" actId="207"/>
          <ac:spMkLst>
            <pc:docMk/>
            <pc:sldMk cId="138332376" sldId="370"/>
            <ac:spMk id="18" creationId="{71E38058-92C1-4C04-93B6-9502177546A1}"/>
          </ac:spMkLst>
        </pc:spChg>
        <pc:spChg chg="add mod">
          <ac:chgData name="鈴木 秀規" userId="f68c5fd9-22d5-4c0a-9833-7fb0f5135313" providerId="ADAL" clId="{BA521137-9338-46EB-B0B5-D78DFADC4D3B}" dt="2021-01-29T08:26:42.001" v="176" actId="571"/>
          <ac:spMkLst>
            <pc:docMk/>
            <pc:sldMk cId="138332376" sldId="370"/>
            <ac:spMk id="19" creationId="{0F76BC37-6730-420F-8CF1-FA1CB65C7D25}"/>
          </ac:spMkLst>
        </pc:spChg>
        <pc:spChg chg="add mod">
          <ac:chgData name="鈴木 秀規" userId="f68c5fd9-22d5-4c0a-9833-7fb0f5135313" providerId="ADAL" clId="{BA521137-9338-46EB-B0B5-D78DFADC4D3B}" dt="2021-01-29T08:27:16.668" v="185" actId="1035"/>
          <ac:spMkLst>
            <pc:docMk/>
            <pc:sldMk cId="138332376" sldId="370"/>
            <ac:spMk id="20" creationId="{DEEFAA92-CDA3-4064-A23C-F9F3C4D16085}"/>
          </ac:spMkLst>
        </pc:spChg>
        <pc:spChg chg="add mod">
          <ac:chgData name="鈴木 秀規" userId="f68c5fd9-22d5-4c0a-9833-7fb0f5135313" providerId="ADAL" clId="{BA521137-9338-46EB-B0B5-D78DFADC4D3B}" dt="2021-01-29T08:27:28.854" v="189" actId="14100"/>
          <ac:spMkLst>
            <pc:docMk/>
            <pc:sldMk cId="138332376" sldId="370"/>
            <ac:spMk id="21" creationId="{F6D0676D-E2C2-401A-996E-7767CDA0D10C}"/>
          </ac:spMkLst>
        </pc:spChg>
        <pc:spChg chg="add mod">
          <ac:chgData name="鈴木 秀規" userId="f68c5fd9-22d5-4c0a-9833-7fb0f5135313" providerId="ADAL" clId="{BA521137-9338-46EB-B0B5-D78DFADC4D3B}" dt="2021-01-29T08:27:52.179" v="193" actId="1076"/>
          <ac:spMkLst>
            <pc:docMk/>
            <pc:sldMk cId="138332376" sldId="370"/>
            <ac:spMk id="22" creationId="{53962DDE-FE90-4A21-B617-FBEAC98C5C59}"/>
          </ac:spMkLst>
        </pc:spChg>
        <pc:spChg chg="add mod">
          <ac:chgData name="鈴木 秀規" userId="f68c5fd9-22d5-4c0a-9833-7fb0f5135313" providerId="ADAL" clId="{BA521137-9338-46EB-B0B5-D78DFADC4D3B}" dt="2021-01-29T08:27:52.179" v="193" actId="1076"/>
          <ac:spMkLst>
            <pc:docMk/>
            <pc:sldMk cId="138332376" sldId="370"/>
            <ac:spMk id="23" creationId="{5DD4B001-3EAD-4121-917E-D30278123B6E}"/>
          </ac:spMkLst>
        </pc:spChg>
        <pc:spChg chg="add mod">
          <ac:chgData name="鈴木 秀規" userId="f68c5fd9-22d5-4c0a-9833-7fb0f5135313" providerId="ADAL" clId="{BA521137-9338-46EB-B0B5-D78DFADC4D3B}" dt="2021-01-29T08:27:52.179" v="193" actId="1076"/>
          <ac:spMkLst>
            <pc:docMk/>
            <pc:sldMk cId="138332376" sldId="370"/>
            <ac:spMk id="24" creationId="{8C33ACCA-B63E-474C-B3FB-F514151D5E0C}"/>
          </ac:spMkLst>
        </pc:spChg>
        <pc:spChg chg="add mod">
          <ac:chgData name="鈴木 秀規" userId="f68c5fd9-22d5-4c0a-9833-7fb0f5135313" providerId="ADAL" clId="{BA521137-9338-46EB-B0B5-D78DFADC4D3B}" dt="2021-01-29T08:27:56.440" v="195" actId="1076"/>
          <ac:spMkLst>
            <pc:docMk/>
            <pc:sldMk cId="138332376" sldId="370"/>
            <ac:spMk id="25" creationId="{31919C8B-4963-4E23-A235-57CA697D3FB1}"/>
          </ac:spMkLst>
        </pc:spChg>
        <pc:spChg chg="add mod">
          <ac:chgData name="鈴木 秀規" userId="f68c5fd9-22d5-4c0a-9833-7fb0f5135313" providerId="ADAL" clId="{BA521137-9338-46EB-B0B5-D78DFADC4D3B}" dt="2021-01-29T08:28:41.052" v="202" actId="1076"/>
          <ac:spMkLst>
            <pc:docMk/>
            <pc:sldMk cId="138332376" sldId="370"/>
            <ac:spMk id="26" creationId="{893D48A7-0543-45CF-937E-1D8D71D05517}"/>
          </ac:spMkLst>
        </pc:spChg>
      </pc:sldChg>
      <pc:sldChg chg="del">
        <pc:chgData name="鈴木 秀規" userId="f68c5fd9-22d5-4c0a-9833-7fb0f5135313" providerId="ADAL" clId="{BA521137-9338-46EB-B0B5-D78DFADC4D3B}" dt="2021-01-29T08:11:40.835" v="13" actId="2696"/>
        <pc:sldMkLst>
          <pc:docMk/>
          <pc:sldMk cId="2469391379" sldId="370"/>
        </pc:sldMkLst>
      </pc:sldChg>
      <pc:sldChg chg="modSp new mod">
        <pc:chgData name="鈴木 秀規" userId="f68c5fd9-22d5-4c0a-9833-7fb0f5135313" providerId="ADAL" clId="{BA521137-9338-46EB-B0B5-D78DFADC4D3B}" dt="2021-01-29T08:29:27.514" v="206" actId="12"/>
        <pc:sldMkLst>
          <pc:docMk/>
          <pc:sldMk cId="205739216" sldId="371"/>
        </pc:sldMkLst>
        <pc:spChg chg="mod">
          <ac:chgData name="鈴木 秀規" userId="f68c5fd9-22d5-4c0a-9833-7fb0f5135313" providerId="ADAL" clId="{BA521137-9338-46EB-B0B5-D78DFADC4D3B}" dt="2021-01-29T08:29:18.908" v="204"/>
          <ac:spMkLst>
            <pc:docMk/>
            <pc:sldMk cId="205739216" sldId="371"/>
            <ac:spMk id="3" creationId="{88E6FA5E-2F43-4315-A74F-AA5D03AF6E5E}"/>
          </ac:spMkLst>
        </pc:spChg>
        <pc:spChg chg="mod">
          <ac:chgData name="鈴木 秀規" userId="f68c5fd9-22d5-4c0a-9833-7fb0f5135313" providerId="ADAL" clId="{BA521137-9338-46EB-B0B5-D78DFADC4D3B}" dt="2021-01-29T08:29:27.514" v="206" actId="12"/>
          <ac:spMkLst>
            <pc:docMk/>
            <pc:sldMk cId="205739216" sldId="371"/>
            <ac:spMk id="5" creationId="{C443B92E-BB86-4A24-8708-7D5CB863509D}"/>
          </ac:spMkLst>
        </pc:spChg>
      </pc:sldChg>
      <pc:sldChg chg="del">
        <pc:chgData name="鈴木 秀規" userId="f68c5fd9-22d5-4c0a-9833-7fb0f5135313" providerId="ADAL" clId="{BA521137-9338-46EB-B0B5-D78DFADC4D3B}" dt="2021-01-29T08:11:40.835" v="13" actId="2696"/>
        <pc:sldMkLst>
          <pc:docMk/>
          <pc:sldMk cId="3965205156" sldId="371"/>
        </pc:sldMkLst>
      </pc:sldChg>
      <pc:sldChg chg="del">
        <pc:chgData name="鈴木 秀規" userId="f68c5fd9-22d5-4c0a-9833-7fb0f5135313" providerId="ADAL" clId="{BA521137-9338-46EB-B0B5-D78DFADC4D3B}" dt="2021-01-29T08:11:40.835" v="13" actId="2696"/>
        <pc:sldMkLst>
          <pc:docMk/>
          <pc:sldMk cId="1895980440" sldId="372"/>
        </pc:sldMkLst>
      </pc:sldChg>
      <pc:sldChg chg="del">
        <pc:chgData name="鈴木 秀規" userId="f68c5fd9-22d5-4c0a-9833-7fb0f5135313" providerId="ADAL" clId="{BA521137-9338-46EB-B0B5-D78DFADC4D3B}" dt="2021-01-29T08:11:40.835" v="13" actId="2696"/>
        <pc:sldMkLst>
          <pc:docMk/>
          <pc:sldMk cId="3079569024" sldId="373"/>
        </pc:sldMkLst>
      </pc:sldChg>
      <pc:sldChg chg="del">
        <pc:chgData name="鈴木 秀規" userId="f68c5fd9-22d5-4c0a-9833-7fb0f5135313" providerId="ADAL" clId="{BA521137-9338-46EB-B0B5-D78DFADC4D3B}" dt="2021-01-29T08:11:40.835" v="13" actId="2696"/>
        <pc:sldMkLst>
          <pc:docMk/>
          <pc:sldMk cId="4229536549" sldId="374"/>
        </pc:sldMkLst>
      </pc:sldChg>
      <pc:sldChg chg="del">
        <pc:chgData name="鈴木 秀規" userId="f68c5fd9-22d5-4c0a-9833-7fb0f5135313" providerId="ADAL" clId="{BA521137-9338-46EB-B0B5-D78DFADC4D3B}" dt="2021-01-29T08:11:40.835" v="13" actId="2696"/>
        <pc:sldMkLst>
          <pc:docMk/>
          <pc:sldMk cId="3382569813" sldId="375"/>
        </pc:sldMkLst>
      </pc:sldChg>
      <pc:sldChg chg="del">
        <pc:chgData name="鈴木 秀規" userId="f68c5fd9-22d5-4c0a-9833-7fb0f5135313" providerId="ADAL" clId="{BA521137-9338-46EB-B0B5-D78DFADC4D3B}" dt="2021-01-29T08:11:40.835" v="13" actId="2696"/>
        <pc:sldMkLst>
          <pc:docMk/>
          <pc:sldMk cId="3100078096" sldId="376"/>
        </pc:sldMkLst>
      </pc:sld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1-28T06:37:49.917" v="1145" actId="2696"/>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鈴木 秀規" userId="f68c5fd9-22d5-4c0a-9833-7fb0f5135313" providerId="ADAL" clId="{BEF09B95-13F1-49F1-BED2-5E97CA8FA593}"/>
    <pc:docChg chg="undo custSel addSld delSld modSld">
      <pc:chgData name="鈴木 秀規" userId="f68c5fd9-22d5-4c0a-9833-7fb0f5135313" providerId="ADAL" clId="{BEF09B95-13F1-49F1-BED2-5E97CA8FA593}" dt="2021-01-29T06:50:59.292" v="812" actId="207"/>
      <pc:docMkLst>
        <pc:docMk/>
      </pc:docMkLst>
      <pc:sldChg chg="modSp mod">
        <pc:chgData name="鈴木 秀規" userId="f68c5fd9-22d5-4c0a-9833-7fb0f5135313" providerId="ADAL" clId="{BEF09B95-13F1-49F1-BED2-5E97CA8FA593}" dt="2021-01-29T05:53:23.312" v="7" actId="20577"/>
        <pc:sldMkLst>
          <pc:docMk/>
          <pc:sldMk cId="0" sldId="256"/>
        </pc:sldMkLst>
        <pc:spChg chg="mod">
          <ac:chgData name="鈴木 秀規" userId="f68c5fd9-22d5-4c0a-9833-7fb0f5135313" providerId="ADAL" clId="{BEF09B95-13F1-49F1-BED2-5E97CA8FA593}" dt="2021-01-29T05:53:23.312" v="7" actId="20577"/>
          <ac:spMkLst>
            <pc:docMk/>
            <pc:sldMk cId="0" sldId="256"/>
            <ac:spMk id="56" creationId="{00000000-0000-0000-0000-000000000000}"/>
          </ac:spMkLst>
        </pc:spChg>
      </pc:sldChg>
      <pc:sldChg chg="delSp modSp mod">
        <pc:chgData name="鈴木 秀規" userId="f68c5fd9-22d5-4c0a-9833-7fb0f5135313" providerId="ADAL" clId="{BEF09B95-13F1-49F1-BED2-5E97CA8FA593}" dt="2021-01-29T05:54:59.469" v="31" actId="403"/>
        <pc:sldMkLst>
          <pc:docMk/>
          <pc:sldMk cId="2397736379" sldId="363"/>
        </pc:sldMkLst>
        <pc:spChg chg="mod">
          <ac:chgData name="鈴木 秀規" userId="f68c5fd9-22d5-4c0a-9833-7fb0f5135313" providerId="ADAL" clId="{BEF09B95-13F1-49F1-BED2-5E97CA8FA593}" dt="2021-01-29T05:53:39.758" v="9"/>
          <ac:spMkLst>
            <pc:docMk/>
            <pc:sldMk cId="2397736379" sldId="363"/>
            <ac:spMk id="7" creationId="{9630AD22-E64D-4A96-B059-2AF9F6580C25}"/>
          </ac:spMkLst>
        </pc:spChg>
        <pc:spChg chg="mod">
          <ac:chgData name="鈴木 秀規" userId="f68c5fd9-22d5-4c0a-9833-7fb0f5135313" providerId="ADAL" clId="{BEF09B95-13F1-49F1-BED2-5E97CA8FA593}" dt="2021-01-29T05:54:59.469" v="31" actId="403"/>
          <ac:spMkLst>
            <pc:docMk/>
            <pc:sldMk cId="2397736379" sldId="363"/>
            <ac:spMk id="8" creationId="{787CF02A-01AB-4517-BA3E-25572FA82648}"/>
          </ac:spMkLst>
        </pc:spChg>
        <pc:picChg chg="del">
          <ac:chgData name="鈴木 秀規" userId="f68c5fd9-22d5-4c0a-9833-7fb0f5135313" providerId="ADAL" clId="{BEF09B95-13F1-49F1-BED2-5E97CA8FA593}" dt="2021-01-29T05:54:00.722" v="10" actId="478"/>
          <ac:picMkLst>
            <pc:docMk/>
            <pc:sldMk cId="2397736379" sldId="363"/>
            <ac:picMk id="13" creationId="{AFECEB6F-9A85-4FBA-A728-91A16F11502C}"/>
          </ac:picMkLst>
        </pc:picChg>
      </pc:sldChg>
      <pc:sldChg chg="addSp modSp new mod">
        <pc:chgData name="鈴木 秀規" userId="f68c5fd9-22d5-4c0a-9833-7fb0f5135313" providerId="ADAL" clId="{BEF09B95-13F1-49F1-BED2-5E97CA8FA593}" dt="2021-01-29T05:56:18.883" v="49" actId="14100"/>
        <pc:sldMkLst>
          <pc:docMk/>
          <pc:sldMk cId="892564702" sldId="364"/>
        </pc:sldMkLst>
        <pc:spChg chg="mod">
          <ac:chgData name="鈴木 秀規" userId="f68c5fd9-22d5-4c0a-9833-7fb0f5135313" providerId="ADAL" clId="{BEF09B95-13F1-49F1-BED2-5E97CA8FA593}" dt="2021-01-29T05:55:12.153" v="33"/>
          <ac:spMkLst>
            <pc:docMk/>
            <pc:sldMk cId="892564702" sldId="364"/>
            <ac:spMk id="3" creationId="{D18D93F6-BC46-43BF-A526-7080C940FDD0}"/>
          </ac:spMkLst>
        </pc:spChg>
        <pc:spChg chg="mod">
          <ac:chgData name="鈴木 秀規" userId="f68c5fd9-22d5-4c0a-9833-7fb0f5135313" providerId="ADAL" clId="{BEF09B95-13F1-49F1-BED2-5E97CA8FA593}" dt="2021-01-29T05:55:26.149" v="37" actId="14100"/>
          <ac:spMkLst>
            <pc:docMk/>
            <pc:sldMk cId="892564702" sldId="364"/>
            <ac:spMk id="5" creationId="{819D4C79-32BF-41A8-B225-0B92E67D9875}"/>
          </ac:spMkLst>
        </pc:spChg>
        <pc:spChg chg="add mod">
          <ac:chgData name="鈴木 秀規" userId="f68c5fd9-22d5-4c0a-9833-7fb0f5135313" providerId="ADAL" clId="{BEF09B95-13F1-49F1-BED2-5E97CA8FA593}" dt="2021-01-29T05:56:01.742" v="46" actId="113"/>
          <ac:spMkLst>
            <pc:docMk/>
            <pc:sldMk cId="892564702" sldId="364"/>
            <ac:spMk id="6" creationId="{FE65D27D-0149-42B1-B588-6237B78EC52D}"/>
          </ac:spMkLst>
        </pc:spChg>
        <pc:spChg chg="add mod">
          <ac:chgData name="鈴木 秀規" userId="f68c5fd9-22d5-4c0a-9833-7fb0f5135313" providerId="ADAL" clId="{BEF09B95-13F1-49F1-BED2-5E97CA8FA593}" dt="2021-01-29T05:56:18.883" v="49" actId="14100"/>
          <ac:spMkLst>
            <pc:docMk/>
            <pc:sldMk cId="892564702" sldId="364"/>
            <ac:spMk id="7" creationId="{133C47F1-0D9E-40E0-BA22-E522F9103CF1}"/>
          </ac:spMkLst>
        </pc:spChg>
      </pc:sldChg>
      <pc:sldChg chg="del">
        <pc:chgData name="鈴木 秀規" userId="f68c5fd9-22d5-4c0a-9833-7fb0f5135313" providerId="ADAL" clId="{BEF09B95-13F1-49F1-BED2-5E97CA8FA593}" dt="2021-01-29T05:53:31.894" v="8" actId="2696"/>
        <pc:sldMkLst>
          <pc:docMk/>
          <pc:sldMk cId="2546841439" sldId="364"/>
        </pc:sldMkLst>
      </pc:sldChg>
      <pc:sldChg chg="del">
        <pc:chgData name="鈴木 秀規" userId="f68c5fd9-22d5-4c0a-9833-7fb0f5135313" providerId="ADAL" clId="{BEF09B95-13F1-49F1-BED2-5E97CA8FA593}" dt="2021-01-29T05:53:31.894" v="8" actId="2696"/>
        <pc:sldMkLst>
          <pc:docMk/>
          <pc:sldMk cId="3132048954" sldId="365"/>
        </pc:sldMkLst>
      </pc:sldChg>
      <pc:sldChg chg="addSp modSp new mod">
        <pc:chgData name="鈴木 秀規" userId="f68c5fd9-22d5-4c0a-9833-7fb0f5135313" providerId="ADAL" clId="{BEF09B95-13F1-49F1-BED2-5E97CA8FA593}" dt="2021-01-29T05:58:15.073" v="72" actId="14100"/>
        <pc:sldMkLst>
          <pc:docMk/>
          <pc:sldMk cId="3822348332" sldId="365"/>
        </pc:sldMkLst>
        <pc:spChg chg="mod">
          <ac:chgData name="鈴木 秀規" userId="f68c5fd9-22d5-4c0a-9833-7fb0f5135313" providerId="ADAL" clId="{BEF09B95-13F1-49F1-BED2-5E97CA8FA593}" dt="2021-01-29T05:56:31.137" v="51"/>
          <ac:spMkLst>
            <pc:docMk/>
            <pc:sldMk cId="3822348332" sldId="365"/>
            <ac:spMk id="3" creationId="{4D927314-5AD1-4B2A-A61E-A92F9CE5FAFF}"/>
          </ac:spMkLst>
        </pc:spChg>
        <pc:spChg chg="mod">
          <ac:chgData name="鈴木 秀規" userId="f68c5fd9-22d5-4c0a-9833-7fb0f5135313" providerId="ADAL" clId="{BEF09B95-13F1-49F1-BED2-5E97CA8FA593}" dt="2021-01-29T05:56:42.421" v="54" actId="14100"/>
          <ac:spMkLst>
            <pc:docMk/>
            <pc:sldMk cId="3822348332" sldId="365"/>
            <ac:spMk id="5" creationId="{BC6215BE-8203-4435-BABA-5CDCED411EBD}"/>
          </ac:spMkLst>
        </pc:spChg>
        <pc:spChg chg="add mod">
          <ac:chgData name="鈴木 秀規" userId="f68c5fd9-22d5-4c0a-9833-7fb0f5135313" providerId="ADAL" clId="{BEF09B95-13F1-49F1-BED2-5E97CA8FA593}" dt="2021-01-29T05:57:10.460" v="57" actId="14100"/>
          <ac:spMkLst>
            <pc:docMk/>
            <pc:sldMk cId="3822348332" sldId="365"/>
            <ac:spMk id="6" creationId="{8617B932-E8DC-4F22-A30A-793DA9211005}"/>
          </ac:spMkLst>
        </pc:spChg>
        <pc:spChg chg="add mod">
          <ac:chgData name="鈴木 秀規" userId="f68c5fd9-22d5-4c0a-9833-7fb0f5135313" providerId="ADAL" clId="{BEF09B95-13F1-49F1-BED2-5E97CA8FA593}" dt="2021-01-29T05:57:26.150" v="60" actId="14100"/>
          <ac:spMkLst>
            <pc:docMk/>
            <pc:sldMk cId="3822348332" sldId="365"/>
            <ac:spMk id="7" creationId="{6D08CBB2-5D9B-4B00-8436-C02F6AB97513}"/>
          </ac:spMkLst>
        </pc:spChg>
        <pc:spChg chg="add mod">
          <ac:chgData name="鈴木 秀規" userId="f68c5fd9-22d5-4c0a-9833-7fb0f5135313" providerId="ADAL" clId="{BEF09B95-13F1-49F1-BED2-5E97CA8FA593}" dt="2021-01-29T05:57:47.207" v="66" actId="1076"/>
          <ac:spMkLst>
            <pc:docMk/>
            <pc:sldMk cId="3822348332" sldId="365"/>
            <ac:spMk id="8" creationId="{95268274-6C32-4F0A-82B4-0D5F422BF9F9}"/>
          </ac:spMkLst>
        </pc:spChg>
        <pc:spChg chg="add mod">
          <ac:chgData name="鈴木 秀規" userId="f68c5fd9-22d5-4c0a-9833-7fb0f5135313" providerId="ADAL" clId="{BEF09B95-13F1-49F1-BED2-5E97CA8FA593}" dt="2021-01-29T05:57:53.961" v="68" actId="14100"/>
          <ac:spMkLst>
            <pc:docMk/>
            <pc:sldMk cId="3822348332" sldId="365"/>
            <ac:spMk id="9" creationId="{14552838-72A7-4BB0-984C-3EB3078EC0C3}"/>
          </ac:spMkLst>
        </pc:spChg>
        <pc:spChg chg="mod">
          <ac:chgData name="鈴木 秀規" userId="f68c5fd9-22d5-4c0a-9833-7fb0f5135313" providerId="ADAL" clId="{BEF09B95-13F1-49F1-BED2-5E97CA8FA593}" dt="2021-01-29T05:58:03.266" v="69"/>
          <ac:spMkLst>
            <pc:docMk/>
            <pc:sldMk cId="3822348332" sldId="365"/>
            <ac:spMk id="11" creationId="{F3EDEC07-01C5-4AFC-B91C-399547F9C833}"/>
          </ac:spMkLst>
        </pc:spChg>
        <pc:spChg chg="mod">
          <ac:chgData name="鈴木 秀規" userId="f68c5fd9-22d5-4c0a-9833-7fb0f5135313" providerId="ADAL" clId="{BEF09B95-13F1-49F1-BED2-5E97CA8FA593}" dt="2021-01-29T05:58:03.266" v="69"/>
          <ac:spMkLst>
            <pc:docMk/>
            <pc:sldMk cId="3822348332" sldId="365"/>
            <ac:spMk id="12" creationId="{2A7F9884-999F-4001-823A-FDDF97057053}"/>
          </ac:spMkLst>
        </pc:spChg>
        <pc:grpChg chg="add mod">
          <ac:chgData name="鈴木 秀規" userId="f68c5fd9-22d5-4c0a-9833-7fb0f5135313" providerId="ADAL" clId="{BEF09B95-13F1-49F1-BED2-5E97CA8FA593}" dt="2021-01-29T05:58:09.665" v="70" actId="1076"/>
          <ac:grpSpMkLst>
            <pc:docMk/>
            <pc:sldMk cId="3822348332" sldId="365"/>
            <ac:grpSpMk id="10" creationId="{A06DC2AB-AC51-45B7-B569-001F18F729BD}"/>
          </ac:grpSpMkLst>
        </pc:grpChg>
        <pc:cxnChg chg="add mod">
          <ac:chgData name="鈴木 秀規" userId="f68c5fd9-22d5-4c0a-9833-7fb0f5135313" providerId="ADAL" clId="{BEF09B95-13F1-49F1-BED2-5E97CA8FA593}" dt="2021-01-29T05:58:15.073" v="72" actId="14100"/>
          <ac:cxnSpMkLst>
            <pc:docMk/>
            <pc:sldMk cId="3822348332" sldId="365"/>
            <ac:cxnSpMk id="13" creationId="{175FD6CE-3C35-4731-AB5A-1C67DE40E2B5}"/>
          </ac:cxnSpMkLst>
        </pc:cxnChg>
      </pc:sldChg>
      <pc:sldChg chg="addSp delSp modSp new mod">
        <pc:chgData name="鈴木 秀規" userId="f68c5fd9-22d5-4c0a-9833-7fb0f5135313" providerId="ADAL" clId="{BEF09B95-13F1-49F1-BED2-5E97CA8FA593}" dt="2021-01-29T06:09:37.321" v="329" actId="1076"/>
        <pc:sldMkLst>
          <pc:docMk/>
          <pc:sldMk cId="377703482" sldId="366"/>
        </pc:sldMkLst>
        <pc:spChg chg="mod">
          <ac:chgData name="鈴木 秀規" userId="f68c5fd9-22d5-4c0a-9833-7fb0f5135313" providerId="ADAL" clId="{BEF09B95-13F1-49F1-BED2-5E97CA8FA593}" dt="2021-01-29T06:00:05.641" v="77"/>
          <ac:spMkLst>
            <pc:docMk/>
            <pc:sldMk cId="377703482" sldId="366"/>
            <ac:spMk id="3" creationId="{BCF0A0BC-F88C-4541-A1E6-99976F0C14CB}"/>
          </ac:spMkLst>
        </pc:spChg>
        <pc:spChg chg="mod">
          <ac:chgData name="鈴木 秀規" userId="f68c5fd9-22d5-4c0a-9833-7fb0f5135313" providerId="ADAL" clId="{BEF09B95-13F1-49F1-BED2-5E97CA8FA593}" dt="2021-01-29T06:00:18.175" v="80" actId="20577"/>
          <ac:spMkLst>
            <pc:docMk/>
            <pc:sldMk cId="377703482" sldId="366"/>
            <ac:spMk id="5" creationId="{9453BF00-BB17-4F8A-BD25-263839A7512C}"/>
          </ac:spMkLst>
        </pc:spChg>
        <pc:spChg chg="add mod">
          <ac:chgData name="鈴木 秀規" userId="f68c5fd9-22d5-4c0a-9833-7fb0f5135313" providerId="ADAL" clId="{BEF09B95-13F1-49F1-BED2-5E97CA8FA593}" dt="2021-01-29T06:02:15.227" v="108" actId="1076"/>
          <ac:spMkLst>
            <pc:docMk/>
            <pc:sldMk cId="377703482" sldId="366"/>
            <ac:spMk id="6" creationId="{ACC9B099-7230-43D1-8A48-8F5F21CC1670}"/>
          </ac:spMkLst>
        </pc:spChg>
        <pc:spChg chg="add mod">
          <ac:chgData name="鈴木 秀規" userId="f68c5fd9-22d5-4c0a-9833-7fb0f5135313" providerId="ADAL" clId="{BEF09B95-13F1-49F1-BED2-5E97CA8FA593}" dt="2021-01-29T06:03:51.127" v="157" actId="1076"/>
          <ac:spMkLst>
            <pc:docMk/>
            <pc:sldMk cId="377703482" sldId="366"/>
            <ac:spMk id="7" creationId="{6A1013CB-F8F1-4365-9E51-38F0211BDFB9}"/>
          </ac:spMkLst>
        </pc:spChg>
        <pc:spChg chg="add mod">
          <ac:chgData name="鈴木 秀規" userId="f68c5fd9-22d5-4c0a-9833-7fb0f5135313" providerId="ADAL" clId="{BEF09B95-13F1-49F1-BED2-5E97CA8FA593}" dt="2021-01-29T06:09:05.199" v="323" actId="404"/>
          <ac:spMkLst>
            <pc:docMk/>
            <pc:sldMk cId="377703482" sldId="366"/>
            <ac:spMk id="8" creationId="{9972D431-5E25-4C19-9B16-DB15FFEF5C8B}"/>
          </ac:spMkLst>
        </pc:spChg>
        <pc:spChg chg="add mod ord">
          <ac:chgData name="鈴木 秀規" userId="f68c5fd9-22d5-4c0a-9833-7fb0f5135313" providerId="ADAL" clId="{BEF09B95-13F1-49F1-BED2-5E97CA8FA593}" dt="2021-01-29T06:04:07.317" v="161" actId="166"/>
          <ac:spMkLst>
            <pc:docMk/>
            <pc:sldMk cId="377703482" sldId="366"/>
            <ac:spMk id="9" creationId="{C6620FA7-5B9D-4561-99D9-FEC4C6CA6C22}"/>
          </ac:spMkLst>
        </pc:spChg>
        <pc:spChg chg="add mod">
          <ac:chgData name="鈴木 秀規" userId="f68c5fd9-22d5-4c0a-9833-7fb0f5135313" providerId="ADAL" clId="{BEF09B95-13F1-49F1-BED2-5E97CA8FA593}" dt="2021-01-29T06:09:12.415" v="324" actId="120"/>
          <ac:spMkLst>
            <pc:docMk/>
            <pc:sldMk cId="377703482" sldId="366"/>
            <ac:spMk id="10" creationId="{FCEDFA8C-F3AF-4B21-9169-8AB8E17D3C5A}"/>
          </ac:spMkLst>
        </pc:spChg>
        <pc:spChg chg="add mod ord">
          <ac:chgData name="鈴木 秀規" userId="f68c5fd9-22d5-4c0a-9833-7fb0f5135313" providerId="ADAL" clId="{BEF09B95-13F1-49F1-BED2-5E97CA8FA593}" dt="2021-01-29T06:06:14.554" v="240" actId="20577"/>
          <ac:spMkLst>
            <pc:docMk/>
            <pc:sldMk cId="377703482" sldId="366"/>
            <ac:spMk id="11" creationId="{E82B9D73-4EF8-403B-A546-087B6E4808C3}"/>
          </ac:spMkLst>
        </pc:spChg>
        <pc:spChg chg="add mod">
          <ac:chgData name="鈴木 秀規" userId="f68c5fd9-22d5-4c0a-9833-7fb0f5135313" providerId="ADAL" clId="{BEF09B95-13F1-49F1-BED2-5E97CA8FA593}" dt="2021-01-29T06:04:42.040" v="183" actId="20577"/>
          <ac:spMkLst>
            <pc:docMk/>
            <pc:sldMk cId="377703482" sldId="366"/>
            <ac:spMk id="12" creationId="{1F8DC40A-EE27-43D5-80C3-BD9CAC85C73E}"/>
          </ac:spMkLst>
        </pc:spChg>
        <pc:spChg chg="add mod">
          <ac:chgData name="鈴木 秀規" userId="f68c5fd9-22d5-4c0a-9833-7fb0f5135313" providerId="ADAL" clId="{BEF09B95-13F1-49F1-BED2-5E97CA8FA593}" dt="2021-01-29T06:09:20.131" v="325" actId="255"/>
          <ac:spMkLst>
            <pc:docMk/>
            <pc:sldMk cId="377703482" sldId="366"/>
            <ac:spMk id="13" creationId="{653E5CF3-0FF0-4F33-B724-022BC50F02C7}"/>
          </ac:spMkLst>
        </pc:spChg>
        <pc:spChg chg="add mod ord">
          <ac:chgData name="鈴木 秀規" userId="f68c5fd9-22d5-4c0a-9833-7fb0f5135313" providerId="ADAL" clId="{BEF09B95-13F1-49F1-BED2-5E97CA8FA593}" dt="2021-01-29T06:09:33.854" v="328" actId="14100"/>
          <ac:spMkLst>
            <pc:docMk/>
            <pc:sldMk cId="377703482" sldId="366"/>
            <ac:spMk id="14" creationId="{5AC4A130-D9FD-4BF3-83CE-8FC630E45CA2}"/>
          </ac:spMkLst>
        </pc:spChg>
        <pc:spChg chg="add mod">
          <ac:chgData name="鈴木 秀規" userId="f68c5fd9-22d5-4c0a-9833-7fb0f5135313" providerId="ADAL" clId="{BEF09B95-13F1-49F1-BED2-5E97CA8FA593}" dt="2021-01-29T06:03:21.429" v="116" actId="571"/>
          <ac:spMkLst>
            <pc:docMk/>
            <pc:sldMk cId="377703482" sldId="366"/>
            <ac:spMk id="15" creationId="{FED6612C-B6F9-4D08-9A38-F938456D1166}"/>
          </ac:spMkLst>
        </pc:spChg>
        <pc:spChg chg="add mod">
          <ac:chgData name="鈴木 秀規" userId="f68c5fd9-22d5-4c0a-9833-7fb0f5135313" providerId="ADAL" clId="{BEF09B95-13F1-49F1-BED2-5E97CA8FA593}" dt="2021-01-29T06:03:21.429" v="116" actId="571"/>
          <ac:spMkLst>
            <pc:docMk/>
            <pc:sldMk cId="377703482" sldId="366"/>
            <ac:spMk id="16" creationId="{B3EF6C3A-757C-483F-96F3-8E6BD49A6E1E}"/>
          </ac:spMkLst>
        </pc:spChg>
        <pc:spChg chg="add mod">
          <ac:chgData name="鈴木 秀規" userId="f68c5fd9-22d5-4c0a-9833-7fb0f5135313" providerId="ADAL" clId="{BEF09B95-13F1-49F1-BED2-5E97CA8FA593}" dt="2021-01-29T06:03:21.429" v="116" actId="571"/>
          <ac:spMkLst>
            <pc:docMk/>
            <pc:sldMk cId="377703482" sldId="366"/>
            <ac:spMk id="17" creationId="{BBFA1935-CF6C-48F9-AF0D-65A5510D7E0F}"/>
          </ac:spMkLst>
        </pc:spChg>
        <pc:spChg chg="add del mod">
          <ac:chgData name="鈴木 秀規" userId="f68c5fd9-22d5-4c0a-9833-7fb0f5135313" providerId="ADAL" clId="{BEF09B95-13F1-49F1-BED2-5E97CA8FA593}" dt="2021-01-29T06:03:24.705" v="118"/>
          <ac:spMkLst>
            <pc:docMk/>
            <pc:sldMk cId="377703482" sldId="366"/>
            <ac:spMk id="18" creationId="{5C640E84-B0F7-482D-93ED-B82648AFDC2C}"/>
          </ac:spMkLst>
        </pc:spChg>
        <pc:spChg chg="add del mod">
          <ac:chgData name="鈴木 秀規" userId="f68c5fd9-22d5-4c0a-9833-7fb0f5135313" providerId="ADAL" clId="{BEF09B95-13F1-49F1-BED2-5E97CA8FA593}" dt="2021-01-29T06:03:24.705" v="118"/>
          <ac:spMkLst>
            <pc:docMk/>
            <pc:sldMk cId="377703482" sldId="366"/>
            <ac:spMk id="19" creationId="{C1B8CC49-719A-44D1-9E05-567257074150}"/>
          </ac:spMkLst>
        </pc:spChg>
        <pc:spChg chg="add del mod">
          <ac:chgData name="鈴木 秀規" userId="f68c5fd9-22d5-4c0a-9833-7fb0f5135313" providerId="ADAL" clId="{BEF09B95-13F1-49F1-BED2-5E97CA8FA593}" dt="2021-01-29T06:03:24.705" v="118"/>
          <ac:spMkLst>
            <pc:docMk/>
            <pc:sldMk cId="377703482" sldId="366"/>
            <ac:spMk id="20" creationId="{65CCBC6D-C4D7-4422-AD78-F71401F0D823}"/>
          </ac:spMkLst>
        </pc:spChg>
        <pc:spChg chg="add mod">
          <ac:chgData name="鈴木 秀規" userId="f68c5fd9-22d5-4c0a-9833-7fb0f5135313" providerId="ADAL" clId="{BEF09B95-13F1-49F1-BED2-5E97CA8FA593}" dt="2021-01-29T06:09:37.321" v="329" actId="1076"/>
          <ac:spMkLst>
            <pc:docMk/>
            <pc:sldMk cId="377703482" sldId="366"/>
            <ac:spMk id="21" creationId="{46546F44-FBDD-4036-830E-0FDEB11911C3}"/>
          </ac:spMkLst>
        </pc:spChg>
        <pc:cxnChg chg="add mod">
          <ac:chgData name="鈴木 秀規" userId="f68c5fd9-22d5-4c0a-9833-7fb0f5135313" providerId="ADAL" clId="{BEF09B95-13F1-49F1-BED2-5E97CA8FA593}" dt="2021-01-29T06:04:03.705" v="160" actId="14100"/>
          <ac:cxnSpMkLst>
            <pc:docMk/>
            <pc:sldMk cId="377703482" sldId="366"/>
            <ac:cxnSpMk id="22" creationId="{5D78BC3A-BED1-4D89-8D36-97135E3E204D}"/>
          </ac:cxnSpMkLst>
        </pc:cxnChg>
        <pc:cxnChg chg="add mod">
          <ac:chgData name="鈴木 秀規" userId="f68c5fd9-22d5-4c0a-9833-7fb0f5135313" providerId="ADAL" clId="{BEF09B95-13F1-49F1-BED2-5E97CA8FA593}" dt="2021-01-29T06:04:15.599" v="164" actId="14100"/>
          <ac:cxnSpMkLst>
            <pc:docMk/>
            <pc:sldMk cId="377703482" sldId="366"/>
            <ac:cxnSpMk id="25" creationId="{0B70DD2F-82F3-4FC9-B77A-39A1E6CB2650}"/>
          </ac:cxnSpMkLst>
        </pc:cxnChg>
        <pc:cxnChg chg="add mod">
          <ac:chgData name="鈴木 秀規" userId="f68c5fd9-22d5-4c0a-9833-7fb0f5135313" providerId="ADAL" clId="{BEF09B95-13F1-49F1-BED2-5E97CA8FA593}" dt="2021-01-29T06:09:37.321" v="329" actId="1076"/>
          <ac:cxnSpMkLst>
            <pc:docMk/>
            <pc:sldMk cId="377703482" sldId="366"/>
            <ac:cxnSpMk id="28" creationId="{75655755-D485-47D9-B10F-CD3C18CE2EF5}"/>
          </ac:cxnSpMkLst>
        </pc:cxnChg>
        <pc:cxnChg chg="add mod">
          <ac:chgData name="鈴木 秀規" userId="f68c5fd9-22d5-4c0a-9833-7fb0f5135313" providerId="ADAL" clId="{BEF09B95-13F1-49F1-BED2-5E97CA8FA593}" dt="2021-01-29T06:09:37.321" v="329" actId="1076"/>
          <ac:cxnSpMkLst>
            <pc:docMk/>
            <pc:sldMk cId="377703482" sldId="366"/>
            <ac:cxnSpMk id="32" creationId="{0428E669-7941-442B-8373-1C09DF04E1C3}"/>
          </ac:cxnSpMkLst>
        </pc:cxnChg>
        <pc:cxnChg chg="add mod">
          <ac:chgData name="鈴木 秀規" userId="f68c5fd9-22d5-4c0a-9833-7fb0f5135313" providerId="ADAL" clId="{BEF09B95-13F1-49F1-BED2-5E97CA8FA593}" dt="2021-01-29T06:05:03.759" v="189" actId="14100"/>
          <ac:cxnSpMkLst>
            <pc:docMk/>
            <pc:sldMk cId="377703482" sldId="366"/>
            <ac:cxnSpMk id="35" creationId="{AEE9811C-08F9-4970-97E9-A0306D1F2790}"/>
          </ac:cxnSpMkLst>
        </pc:cxnChg>
        <pc:cxnChg chg="add mod">
          <ac:chgData name="鈴木 秀規" userId="f68c5fd9-22d5-4c0a-9833-7fb0f5135313" providerId="ADAL" clId="{BEF09B95-13F1-49F1-BED2-5E97CA8FA593}" dt="2021-01-29T06:05:09.297" v="192" actId="14100"/>
          <ac:cxnSpMkLst>
            <pc:docMk/>
            <pc:sldMk cId="377703482" sldId="366"/>
            <ac:cxnSpMk id="38" creationId="{433CE30C-58B8-44DC-B1E9-20AE785BAB2D}"/>
          </ac:cxnSpMkLst>
        </pc:cxnChg>
      </pc:sldChg>
      <pc:sldChg chg="del">
        <pc:chgData name="鈴木 秀規" userId="f68c5fd9-22d5-4c0a-9833-7fb0f5135313" providerId="ADAL" clId="{BEF09B95-13F1-49F1-BED2-5E97CA8FA593}" dt="2021-01-29T05:53:31.894" v="8" actId="2696"/>
        <pc:sldMkLst>
          <pc:docMk/>
          <pc:sldMk cId="3547344613" sldId="366"/>
        </pc:sldMkLst>
      </pc:sldChg>
      <pc:sldChg chg="del">
        <pc:chgData name="鈴木 秀規" userId="f68c5fd9-22d5-4c0a-9833-7fb0f5135313" providerId="ADAL" clId="{BEF09B95-13F1-49F1-BED2-5E97CA8FA593}" dt="2021-01-29T05:53:31.894" v="8" actId="2696"/>
        <pc:sldMkLst>
          <pc:docMk/>
          <pc:sldMk cId="1081764745" sldId="367"/>
        </pc:sldMkLst>
      </pc:sldChg>
      <pc:sldChg chg="modSp new mod">
        <pc:chgData name="鈴木 秀規" userId="f68c5fd9-22d5-4c0a-9833-7fb0f5135313" providerId="ADAL" clId="{BEF09B95-13F1-49F1-BED2-5E97CA8FA593}" dt="2021-01-29T06:10:26.537" v="333"/>
        <pc:sldMkLst>
          <pc:docMk/>
          <pc:sldMk cId="2973073247" sldId="367"/>
        </pc:sldMkLst>
        <pc:spChg chg="mod">
          <ac:chgData name="鈴木 秀規" userId="f68c5fd9-22d5-4c0a-9833-7fb0f5135313" providerId="ADAL" clId="{BEF09B95-13F1-49F1-BED2-5E97CA8FA593}" dt="2021-01-29T06:10:16.793" v="331"/>
          <ac:spMkLst>
            <pc:docMk/>
            <pc:sldMk cId="2973073247" sldId="367"/>
            <ac:spMk id="3" creationId="{AC764200-37AE-4A93-A83E-EF4968D98A49}"/>
          </ac:spMkLst>
        </pc:spChg>
        <pc:spChg chg="mod">
          <ac:chgData name="鈴木 秀規" userId="f68c5fd9-22d5-4c0a-9833-7fb0f5135313" providerId="ADAL" clId="{BEF09B95-13F1-49F1-BED2-5E97CA8FA593}" dt="2021-01-29T06:10:26.537" v="333"/>
          <ac:spMkLst>
            <pc:docMk/>
            <pc:sldMk cId="2973073247" sldId="367"/>
            <ac:spMk id="5" creationId="{8DFE81D3-6290-4063-B808-B1A85F92D47D}"/>
          </ac:spMkLst>
        </pc:spChg>
      </pc:sldChg>
      <pc:sldChg chg="del">
        <pc:chgData name="鈴木 秀規" userId="f68c5fd9-22d5-4c0a-9833-7fb0f5135313" providerId="ADAL" clId="{BEF09B95-13F1-49F1-BED2-5E97CA8FA593}" dt="2021-01-29T05:53:31.894" v="8" actId="2696"/>
        <pc:sldMkLst>
          <pc:docMk/>
          <pc:sldMk cId="47343938" sldId="368"/>
        </pc:sldMkLst>
      </pc:sldChg>
      <pc:sldChg chg="addSp modSp new mod">
        <pc:chgData name="鈴木 秀規" userId="f68c5fd9-22d5-4c0a-9833-7fb0f5135313" providerId="ADAL" clId="{BEF09B95-13F1-49F1-BED2-5E97CA8FA593}" dt="2021-01-29T06:14:00.701" v="383" actId="207"/>
        <pc:sldMkLst>
          <pc:docMk/>
          <pc:sldMk cId="3309356964" sldId="368"/>
        </pc:sldMkLst>
        <pc:spChg chg="mod">
          <ac:chgData name="鈴木 秀規" userId="f68c5fd9-22d5-4c0a-9833-7fb0f5135313" providerId="ADAL" clId="{BEF09B95-13F1-49F1-BED2-5E97CA8FA593}" dt="2021-01-29T06:10:39.266" v="335"/>
          <ac:spMkLst>
            <pc:docMk/>
            <pc:sldMk cId="3309356964" sldId="368"/>
            <ac:spMk id="3" creationId="{23CAC05D-C70A-4A1A-B2CA-6D937E4CB3E2}"/>
          </ac:spMkLst>
        </pc:spChg>
        <pc:spChg chg="mod">
          <ac:chgData name="鈴木 秀規" userId="f68c5fd9-22d5-4c0a-9833-7fb0f5135313" providerId="ADAL" clId="{BEF09B95-13F1-49F1-BED2-5E97CA8FA593}" dt="2021-01-29T06:10:52.093" v="339" actId="14100"/>
          <ac:spMkLst>
            <pc:docMk/>
            <pc:sldMk cId="3309356964" sldId="368"/>
            <ac:spMk id="5" creationId="{2ADB4AE7-BCC8-439E-BC61-4A585AF24445}"/>
          </ac:spMkLst>
        </pc:spChg>
        <pc:spChg chg="add mod">
          <ac:chgData name="鈴木 秀規" userId="f68c5fd9-22d5-4c0a-9833-7fb0f5135313" providerId="ADAL" clId="{BEF09B95-13F1-49F1-BED2-5E97CA8FA593}" dt="2021-01-29T06:14:00.701" v="383" actId="207"/>
          <ac:spMkLst>
            <pc:docMk/>
            <pc:sldMk cId="3309356964" sldId="368"/>
            <ac:spMk id="6" creationId="{49E57DC7-C08D-4B8D-892E-DB3D2A64A422}"/>
          </ac:spMkLst>
        </pc:spChg>
        <pc:spChg chg="add mod">
          <ac:chgData name="鈴木 秀規" userId="f68c5fd9-22d5-4c0a-9833-7fb0f5135313" providerId="ADAL" clId="{BEF09B95-13F1-49F1-BED2-5E97CA8FA593}" dt="2021-01-29T06:12:04.116" v="358" actId="207"/>
          <ac:spMkLst>
            <pc:docMk/>
            <pc:sldMk cId="3309356964" sldId="368"/>
            <ac:spMk id="7" creationId="{63C978F5-36C5-4601-9219-2ED991142729}"/>
          </ac:spMkLst>
        </pc:spChg>
        <pc:spChg chg="add mod">
          <ac:chgData name="鈴木 秀規" userId="f68c5fd9-22d5-4c0a-9833-7fb0f5135313" providerId="ADAL" clId="{BEF09B95-13F1-49F1-BED2-5E97CA8FA593}" dt="2021-01-29T06:12:26.073" v="364" actId="1038"/>
          <ac:spMkLst>
            <pc:docMk/>
            <pc:sldMk cId="3309356964" sldId="368"/>
            <ac:spMk id="8" creationId="{3C198F76-50F8-4311-98FD-26958E962D7C}"/>
          </ac:spMkLst>
        </pc:spChg>
        <pc:spChg chg="add mod">
          <ac:chgData name="鈴木 秀規" userId="f68c5fd9-22d5-4c0a-9833-7fb0f5135313" providerId="ADAL" clId="{BEF09B95-13F1-49F1-BED2-5E97CA8FA593}" dt="2021-01-29T06:12:39.615" v="367" actId="14100"/>
          <ac:spMkLst>
            <pc:docMk/>
            <pc:sldMk cId="3309356964" sldId="368"/>
            <ac:spMk id="9" creationId="{C61D86BF-7708-45B1-AF1C-A560B3BE5C4B}"/>
          </ac:spMkLst>
        </pc:spChg>
        <pc:spChg chg="mod">
          <ac:chgData name="鈴木 秀規" userId="f68c5fd9-22d5-4c0a-9833-7fb0f5135313" providerId="ADAL" clId="{BEF09B95-13F1-49F1-BED2-5E97CA8FA593}" dt="2021-01-29T06:12:44.844" v="368"/>
          <ac:spMkLst>
            <pc:docMk/>
            <pc:sldMk cId="3309356964" sldId="368"/>
            <ac:spMk id="11" creationId="{55DFA75A-8DB8-4B81-A096-EC67B4D4B5E7}"/>
          </ac:spMkLst>
        </pc:spChg>
        <pc:spChg chg="mod">
          <ac:chgData name="鈴木 秀規" userId="f68c5fd9-22d5-4c0a-9833-7fb0f5135313" providerId="ADAL" clId="{BEF09B95-13F1-49F1-BED2-5E97CA8FA593}" dt="2021-01-29T06:12:44.844" v="368"/>
          <ac:spMkLst>
            <pc:docMk/>
            <pc:sldMk cId="3309356964" sldId="368"/>
            <ac:spMk id="12" creationId="{DD149048-3BEE-44DF-9491-B4822B5097DD}"/>
          </ac:spMkLst>
        </pc:spChg>
        <pc:spChg chg="add mod">
          <ac:chgData name="鈴木 秀規" userId="f68c5fd9-22d5-4c0a-9833-7fb0f5135313" providerId="ADAL" clId="{BEF09B95-13F1-49F1-BED2-5E97CA8FA593}" dt="2021-01-29T06:13:25.915" v="379" actId="207"/>
          <ac:spMkLst>
            <pc:docMk/>
            <pc:sldMk cId="3309356964" sldId="368"/>
            <ac:spMk id="15" creationId="{FEBBD540-54DA-4F71-B6CE-790F8D04F1A0}"/>
          </ac:spMkLst>
        </pc:spChg>
        <pc:grpChg chg="add mod">
          <ac:chgData name="鈴木 秀規" userId="f68c5fd9-22d5-4c0a-9833-7fb0f5135313" providerId="ADAL" clId="{BEF09B95-13F1-49F1-BED2-5E97CA8FA593}" dt="2021-01-29T06:12:48.352" v="369" actId="1076"/>
          <ac:grpSpMkLst>
            <pc:docMk/>
            <pc:sldMk cId="3309356964" sldId="368"/>
            <ac:grpSpMk id="10" creationId="{81E4BB2C-2A59-4A65-92C0-12F3A3720236}"/>
          </ac:grpSpMkLst>
        </pc:grpChg>
        <pc:cxnChg chg="add mod">
          <ac:chgData name="鈴木 秀規" userId="f68c5fd9-22d5-4c0a-9833-7fb0f5135313" providerId="ADAL" clId="{BEF09B95-13F1-49F1-BED2-5E97CA8FA593}" dt="2021-01-29T06:12:52.589" v="370" actId="14100"/>
          <ac:cxnSpMkLst>
            <pc:docMk/>
            <pc:sldMk cId="3309356964" sldId="368"/>
            <ac:cxnSpMk id="13" creationId="{D6285B3A-47E3-40C5-A7F3-B32BA3FF79C8}"/>
          </ac:cxnSpMkLst>
        </pc:cxnChg>
      </pc:sldChg>
      <pc:sldChg chg="addSp modSp new mod">
        <pc:chgData name="鈴木 秀規" userId="f68c5fd9-22d5-4c0a-9833-7fb0f5135313" providerId="ADAL" clId="{BEF09B95-13F1-49F1-BED2-5E97CA8FA593}" dt="2021-01-29T06:15:35.516" v="393"/>
        <pc:sldMkLst>
          <pc:docMk/>
          <pc:sldMk cId="151281742" sldId="369"/>
        </pc:sldMkLst>
        <pc:spChg chg="mod">
          <ac:chgData name="鈴木 秀規" userId="f68c5fd9-22d5-4c0a-9833-7fb0f5135313" providerId="ADAL" clId="{BEF09B95-13F1-49F1-BED2-5E97CA8FA593}" dt="2021-01-29T06:15:35.516" v="393"/>
          <ac:spMkLst>
            <pc:docMk/>
            <pc:sldMk cId="151281742" sldId="369"/>
            <ac:spMk id="3" creationId="{386B2D58-7C69-4B76-A18A-17F35CC72577}"/>
          </ac:spMkLst>
        </pc:spChg>
        <pc:spChg chg="mod">
          <ac:chgData name="鈴木 秀規" userId="f68c5fd9-22d5-4c0a-9833-7fb0f5135313" providerId="ADAL" clId="{BEF09B95-13F1-49F1-BED2-5E97CA8FA593}" dt="2021-01-29T06:14:45.766" v="389" actId="14100"/>
          <ac:spMkLst>
            <pc:docMk/>
            <pc:sldMk cId="151281742" sldId="369"/>
            <ac:spMk id="5" creationId="{EBB6299C-3652-4CE5-9205-7DAE1A9FA061}"/>
          </ac:spMkLst>
        </pc:spChg>
        <pc:spChg chg="add mod">
          <ac:chgData name="鈴木 秀規" userId="f68c5fd9-22d5-4c0a-9833-7fb0f5135313" providerId="ADAL" clId="{BEF09B95-13F1-49F1-BED2-5E97CA8FA593}" dt="2021-01-29T06:14:41.916" v="388" actId="113"/>
          <ac:spMkLst>
            <pc:docMk/>
            <pc:sldMk cId="151281742" sldId="369"/>
            <ac:spMk id="6" creationId="{9AF7C342-E7D7-462A-90D3-454E7DFBC2E6}"/>
          </ac:spMkLst>
        </pc:spChg>
        <pc:spChg chg="add mod">
          <ac:chgData name="鈴木 秀規" userId="f68c5fd9-22d5-4c0a-9833-7fb0f5135313" providerId="ADAL" clId="{BEF09B95-13F1-49F1-BED2-5E97CA8FA593}" dt="2021-01-29T06:15:02.320" v="392" actId="14100"/>
          <ac:spMkLst>
            <pc:docMk/>
            <pc:sldMk cId="151281742" sldId="369"/>
            <ac:spMk id="7" creationId="{1A86AE57-8FFD-4756-AB7D-0F936AE60A91}"/>
          </ac:spMkLst>
        </pc:spChg>
      </pc:sldChg>
      <pc:sldChg chg="del">
        <pc:chgData name="鈴木 秀規" userId="f68c5fd9-22d5-4c0a-9833-7fb0f5135313" providerId="ADAL" clId="{BEF09B95-13F1-49F1-BED2-5E97CA8FA593}" dt="2021-01-29T05:53:31.894" v="8" actId="2696"/>
        <pc:sldMkLst>
          <pc:docMk/>
          <pc:sldMk cId="782233904" sldId="369"/>
        </pc:sldMkLst>
      </pc:sldChg>
      <pc:sldChg chg="del">
        <pc:chgData name="鈴木 秀規" userId="f68c5fd9-22d5-4c0a-9833-7fb0f5135313" providerId="ADAL" clId="{BEF09B95-13F1-49F1-BED2-5E97CA8FA593}" dt="2021-01-29T05:53:31.894" v="8" actId="2696"/>
        <pc:sldMkLst>
          <pc:docMk/>
          <pc:sldMk cId="1737792014" sldId="370"/>
        </pc:sldMkLst>
      </pc:sldChg>
      <pc:sldChg chg="addSp modSp new mod">
        <pc:chgData name="鈴木 秀規" userId="f68c5fd9-22d5-4c0a-9833-7fb0f5135313" providerId="ADAL" clId="{BEF09B95-13F1-49F1-BED2-5E97CA8FA593}" dt="2021-01-29T06:17:14.221" v="417" actId="2711"/>
        <pc:sldMkLst>
          <pc:docMk/>
          <pc:sldMk cId="3984519394" sldId="370"/>
        </pc:sldMkLst>
        <pc:spChg chg="mod">
          <ac:chgData name="鈴木 秀規" userId="f68c5fd9-22d5-4c0a-9833-7fb0f5135313" providerId="ADAL" clId="{BEF09B95-13F1-49F1-BED2-5E97CA8FA593}" dt="2021-01-29T06:15:46.571" v="395"/>
          <ac:spMkLst>
            <pc:docMk/>
            <pc:sldMk cId="3984519394" sldId="370"/>
            <ac:spMk id="3" creationId="{CA6E639A-FC10-48F8-A370-4B85FF18DA9C}"/>
          </ac:spMkLst>
        </pc:spChg>
        <pc:spChg chg="mod">
          <ac:chgData name="鈴木 秀規" userId="f68c5fd9-22d5-4c0a-9833-7fb0f5135313" providerId="ADAL" clId="{BEF09B95-13F1-49F1-BED2-5E97CA8FA593}" dt="2021-01-29T06:16:00.938" v="399" actId="14100"/>
          <ac:spMkLst>
            <pc:docMk/>
            <pc:sldMk cId="3984519394" sldId="370"/>
            <ac:spMk id="5" creationId="{C05CE840-1A06-48ED-BC38-A7A7CD79E8DE}"/>
          </ac:spMkLst>
        </pc:spChg>
        <pc:spChg chg="add mod">
          <ac:chgData name="鈴木 秀規" userId="f68c5fd9-22d5-4c0a-9833-7fb0f5135313" providerId="ADAL" clId="{BEF09B95-13F1-49F1-BED2-5E97CA8FA593}" dt="2021-01-29T06:16:46.047" v="410" actId="113"/>
          <ac:spMkLst>
            <pc:docMk/>
            <pc:sldMk cId="3984519394" sldId="370"/>
            <ac:spMk id="6" creationId="{2F132914-3B86-41A3-A64F-3D4C5C9931C3}"/>
          </ac:spMkLst>
        </pc:spChg>
        <pc:spChg chg="add mod">
          <ac:chgData name="鈴木 秀規" userId="f68c5fd9-22d5-4c0a-9833-7fb0f5135313" providerId="ADAL" clId="{BEF09B95-13F1-49F1-BED2-5E97CA8FA593}" dt="2021-01-29T06:16:44.307" v="409" actId="207"/>
          <ac:spMkLst>
            <pc:docMk/>
            <pc:sldMk cId="3984519394" sldId="370"/>
            <ac:spMk id="7" creationId="{69E352A1-9076-49D9-B225-2932BC766CB6}"/>
          </ac:spMkLst>
        </pc:spChg>
        <pc:spChg chg="add mod">
          <ac:chgData name="鈴木 秀規" userId="f68c5fd9-22d5-4c0a-9833-7fb0f5135313" providerId="ADAL" clId="{BEF09B95-13F1-49F1-BED2-5E97CA8FA593}" dt="2021-01-29T06:17:14.221" v="417" actId="2711"/>
          <ac:spMkLst>
            <pc:docMk/>
            <pc:sldMk cId="3984519394" sldId="370"/>
            <ac:spMk id="8" creationId="{3121D484-6CD7-4A7E-A231-2667A88CD3C8}"/>
          </ac:spMkLst>
        </pc:spChg>
      </pc:sldChg>
      <pc:sldChg chg="addSp modSp new mod">
        <pc:chgData name="鈴木 秀規" userId="f68c5fd9-22d5-4c0a-9833-7fb0f5135313" providerId="ADAL" clId="{BEF09B95-13F1-49F1-BED2-5E97CA8FA593}" dt="2021-01-29T06:21:05.972" v="484" actId="14100"/>
        <pc:sldMkLst>
          <pc:docMk/>
          <pc:sldMk cId="1541320921" sldId="371"/>
        </pc:sldMkLst>
        <pc:spChg chg="mod">
          <ac:chgData name="鈴木 秀規" userId="f68c5fd9-22d5-4c0a-9833-7fb0f5135313" providerId="ADAL" clId="{BEF09B95-13F1-49F1-BED2-5E97CA8FA593}" dt="2021-01-29T06:17:46.483" v="419"/>
          <ac:spMkLst>
            <pc:docMk/>
            <pc:sldMk cId="1541320921" sldId="371"/>
            <ac:spMk id="3" creationId="{5583CDC6-D9C7-4456-90E7-BD1CD0B5A66E}"/>
          </ac:spMkLst>
        </pc:spChg>
        <pc:spChg chg="mod">
          <ac:chgData name="鈴木 秀規" userId="f68c5fd9-22d5-4c0a-9833-7fb0f5135313" providerId="ADAL" clId="{BEF09B95-13F1-49F1-BED2-5E97CA8FA593}" dt="2021-01-29T06:17:58.453" v="422" actId="14100"/>
          <ac:spMkLst>
            <pc:docMk/>
            <pc:sldMk cId="1541320921" sldId="371"/>
            <ac:spMk id="5" creationId="{1064BA13-DA50-4BAC-8542-7711DF5DAEC7}"/>
          </ac:spMkLst>
        </pc:spChg>
        <pc:spChg chg="add mod">
          <ac:chgData name="鈴木 秀規" userId="f68c5fd9-22d5-4c0a-9833-7fb0f5135313" providerId="ADAL" clId="{BEF09B95-13F1-49F1-BED2-5E97CA8FA593}" dt="2021-01-29T06:20:22.368" v="470" actId="1076"/>
          <ac:spMkLst>
            <pc:docMk/>
            <pc:sldMk cId="1541320921" sldId="371"/>
            <ac:spMk id="6" creationId="{54A5F03F-B208-4626-A050-6D7834C3C614}"/>
          </ac:spMkLst>
        </pc:spChg>
        <pc:spChg chg="add mod">
          <ac:chgData name="鈴木 秀規" userId="f68c5fd9-22d5-4c0a-9833-7fb0f5135313" providerId="ADAL" clId="{BEF09B95-13F1-49F1-BED2-5E97CA8FA593}" dt="2021-01-29T06:19:02.896" v="446" actId="1076"/>
          <ac:spMkLst>
            <pc:docMk/>
            <pc:sldMk cId="1541320921" sldId="371"/>
            <ac:spMk id="7" creationId="{96945F97-BCF5-4B39-BE91-CFA1F3D27339}"/>
          </ac:spMkLst>
        </pc:spChg>
        <pc:spChg chg="add mod">
          <ac:chgData name="鈴木 秀規" userId="f68c5fd9-22d5-4c0a-9833-7fb0f5135313" providerId="ADAL" clId="{BEF09B95-13F1-49F1-BED2-5E97CA8FA593}" dt="2021-01-29T06:19:19.906" v="450" actId="1076"/>
          <ac:spMkLst>
            <pc:docMk/>
            <pc:sldMk cId="1541320921" sldId="371"/>
            <ac:spMk id="8" creationId="{A4464C99-41E9-4C48-A1EE-4A6577260535}"/>
          </ac:spMkLst>
        </pc:spChg>
        <pc:spChg chg="add mod">
          <ac:chgData name="鈴木 秀規" userId="f68c5fd9-22d5-4c0a-9833-7fb0f5135313" providerId="ADAL" clId="{BEF09B95-13F1-49F1-BED2-5E97CA8FA593}" dt="2021-01-29T06:19:28.666" v="453" actId="14100"/>
          <ac:spMkLst>
            <pc:docMk/>
            <pc:sldMk cId="1541320921" sldId="371"/>
            <ac:spMk id="9" creationId="{819DAD61-150C-4A30-9E93-30D5ED9FCE73}"/>
          </ac:spMkLst>
        </pc:spChg>
        <pc:spChg chg="add mod">
          <ac:chgData name="鈴木 秀規" userId="f68c5fd9-22d5-4c0a-9833-7fb0f5135313" providerId="ADAL" clId="{BEF09B95-13F1-49F1-BED2-5E97CA8FA593}" dt="2021-01-29T06:19:37.429" v="456" actId="14100"/>
          <ac:spMkLst>
            <pc:docMk/>
            <pc:sldMk cId="1541320921" sldId="371"/>
            <ac:spMk id="10" creationId="{7533D74C-9D0E-4B1F-8CCF-59A214FAD6AD}"/>
          </ac:spMkLst>
        </pc:spChg>
        <pc:spChg chg="add mod">
          <ac:chgData name="鈴木 秀規" userId="f68c5fd9-22d5-4c0a-9833-7fb0f5135313" providerId="ADAL" clId="{BEF09B95-13F1-49F1-BED2-5E97CA8FA593}" dt="2021-01-29T06:21:05.972" v="484" actId="14100"/>
          <ac:spMkLst>
            <pc:docMk/>
            <pc:sldMk cId="1541320921" sldId="371"/>
            <ac:spMk id="18" creationId="{02FFFB8C-A08E-4123-98C3-88CA90E7ACA5}"/>
          </ac:spMkLst>
        </pc:spChg>
        <pc:spChg chg="add mod">
          <ac:chgData name="鈴木 秀規" userId="f68c5fd9-22d5-4c0a-9833-7fb0f5135313" providerId="ADAL" clId="{BEF09B95-13F1-49F1-BED2-5E97CA8FA593}" dt="2021-01-29T06:20:50.642" v="477" actId="120"/>
          <ac:spMkLst>
            <pc:docMk/>
            <pc:sldMk cId="1541320921" sldId="371"/>
            <ac:spMk id="19" creationId="{3FF9087D-3180-434A-A925-00343A474B72}"/>
          </ac:spMkLst>
        </pc:spChg>
        <pc:cxnChg chg="add mod">
          <ac:chgData name="鈴木 秀規" userId="f68c5fd9-22d5-4c0a-9833-7fb0f5135313" providerId="ADAL" clId="{BEF09B95-13F1-49F1-BED2-5E97CA8FA593}" dt="2021-01-29T06:19:47.642" v="459" actId="14100"/>
          <ac:cxnSpMkLst>
            <pc:docMk/>
            <pc:sldMk cId="1541320921" sldId="371"/>
            <ac:cxnSpMk id="11" creationId="{5B4D3303-4940-4B40-BBA4-8EA5FB841C78}"/>
          </ac:cxnSpMkLst>
        </pc:cxnChg>
        <pc:cxnChg chg="add mod">
          <ac:chgData name="鈴木 秀規" userId="f68c5fd9-22d5-4c0a-9833-7fb0f5135313" providerId="ADAL" clId="{BEF09B95-13F1-49F1-BED2-5E97CA8FA593}" dt="2021-01-29T06:19:57.941" v="463" actId="14100"/>
          <ac:cxnSpMkLst>
            <pc:docMk/>
            <pc:sldMk cId="1541320921" sldId="371"/>
            <ac:cxnSpMk id="14" creationId="{D5CF339A-6B62-4715-B6BB-C738B78BBF83}"/>
          </ac:cxnSpMkLst>
        </pc:cxnChg>
      </pc:sldChg>
      <pc:sldChg chg="del">
        <pc:chgData name="鈴木 秀規" userId="f68c5fd9-22d5-4c0a-9833-7fb0f5135313" providerId="ADAL" clId="{BEF09B95-13F1-49F1-BED2-5E97CA8FA593}" dt="2021-01-29T05:53:31.894" v="8" actId="2696"/>
        <pc:sldMkLst>
          <pc:docMk/>
          <pc:sldMk cId="2455826938" sldId="371"/>
        </pc:sldMkLst>
      </pc:sldChg>
      <pc:sldChg chg="del">
        <pc:chgData name="鈴木 秀規" userId="f68c5fd9-22d5-4c0a-9833-7fb0f5135313" providerId="ADAL" clId="{BEF09B95-13F1-49F1-BED2-5E97CA8FA593}" dt="2021-01-29T05:53:31.894" v="8" actId="2696"/>
        <pc:sldMkLst>
          <pc:docMk/>
          <pc:sldMk cId="1391664772" sldId="372"/>
        </pc:sldMkLst>
      </pc:sldChg>
      <pc:sldChg chg="addSp modSp new mod">
        <pc:chgData name="鈴木 秀規" userId="f68c5fd9-22d5-4c0a-9833-7fb0f5135313" providerId="ADAL" clId="{BEF09B95-13F1-49F1-BED2-5E97CA8FA593}" dt="2021-01-29T06:25:04.082" v="572" actId="1037"/>
        <pc:sldMkLst>
          <pc:docMk/>
          <pc:sldMk cId="3636425175" sldId="372"/>
        </pc:sldMkLst>
        <pc:spChg chg="mod">
          <ac:chgData name="鈴木 秀規" userId="f68c5fd9-22d5-4c0a-9833-7fb0f5135313" providerId="ADAL" clId="{BEF09B95-13F1-49F1-BED2-5E97CA8FA593}" dt="2021-01-29T06:21:24.077" v="486"/>
          <ac:spMkLst>
            <pc:docMk/>
            <pc:sldMk cId="3636425175" sldId="372"/>
            <ac:spMk id="3" creationId="{92F0ABE8-4AA5-4D9A-A4D2-D5082DD17979}"/>
          </ac:spMkLst>
        </pc:spChg>
        <pc:spChg chg="mod">
          <ac:chgData name="鈴木 秀規" userId="f68c5fd9-22d5-4c0a-9833-7fb0f5135313" providerId="ADAL" clId="{BEF09B95-13F1-49F1-BED2-5E97CA8FA593}" dt="2021-01-29T06:22:04.081" v="489" actId="14100"/>
          <ac:spMkLst>
            <pc:docMk/>
            <pc:sldMk cId="3636425175" sldId="372"/>
            <ac:spMk id="5" creationId="{DF69CD00-3E65-4F48-BC32-9BAF54719E30}"/>
          </ac:spMkLst>
        </pc:spChg>
        <pc:spChg chg="add mod">
          <ac:chgData name="鈴木 秀規" userId="f68c5fd9-22d5-4c0a-9833-7fb0f5135313" providerId="ADAL" clId="{BEF09B95-13F1-49F1-BED2-5E97CA8FA593}" dt="2021-01-29T06:24:58.726" v="540" actId="1076"/>
          <ac:spMkLst>
            <pc:docMk/>
            <pc:sldMk cId="3636425175" sldId="372"/>
            <ac:spMk id="6" creationId="{5E2FFB02-B6B6-41AD-938D-C86FF1121850}"/>
          </ac:spMkLst>
        </pc:spChg>
        <pc:spChg chg="add mod">
          <ac:chgData name="鈴木 秀規" userId="f68c5fd9-22d5-4c0a-9833-7fb0f5135313" providerId="ADAL" clId="{BEF09B95-13F1-49F1-BED2-5E97CA8FA593}" dt="2021-01-29T06:22:41.743" v="495" actId="14100"/>
          <ac:spMkLst>
            <pc:docMk/>
            <pc:sldMk cId="3636425175" sldId="372"/>
            <ac:spMk id="7" creationId="{54BF8631-B6BA-4E17-8B12-3C3E0F1DB63B}"/>
          </ac:spMkLst>
        </pc:spChg>
        <pc:spChg chg="add mod">
          <ac:chgData name="鈴木 秀規" userId="f68c5fd9-22d5-4c0a-9833-7fb0f5135313" providerId="ADAL" clId="{BEF09B95-13F1-49F1-BED2-5E97CA8FA593}" dt="2021-01-29T06:22:51.764" v="499" actId="1036"/>
          <ac:spMkLst>
            <pc:docMk/>
            <pc:sldMk cId="3636425175" sldId="372"/>
            <ac:spMk id="8" creationId="{DF44B01B-9060-41D7-BB0E-208A221F18A3}"/>
          </ac:spMkLst>
        </pc:spChg>
        <pc:spChg chg="add mod">
          <ac:chgData name="鈴木 秀規" userId="f68c5fd9-22d5-4c0a-9833-7fb0f5135313" providerId="ADAL" clId="{BEF09B95-13F1-49F1-BED2-5E97CA8FA593}" dt="2021-01-29T06:25:04.082" v="572" actId="1037"/>
          <ac:spMkLst>
            <pc:docMk/>
            <pc:sldMk cId="3636425175" sldId="372"/>
            <ac:spMk id="18" creationId="{2FD45673-0C97-42CD-908D-225B2E2E9BD9}"/>
          </ac:spMkLst>
        </pc:spChg>
        <pc:spChg chg="add mod">
          <ac:chgData name="鈴木 秀規" userId="f68c5fd9-22d5-4c0a-9833-7fb0f5135313" providerId="ADAL" clId="{BEF09B95-13F1-49F1-BED2-5E97CA8FA593}" dt="2021-01-29T06:25:04.082" v="572" actId="1037"/>
          <ac:spMkLst>
            <pc:docMk/>
            <pc:sldMk cId="3636425175" sldId="372"/>
            <ac:spMk id="19" creationId="{5D4F1AC2-7630-4255-9AF9-A12D28FA1614}"/>
          </ac:spMkLst>
        </pc:spChg>
        <pc:spChg chg="add mod">
          <ac:chgData name="鈴木 秀規" userId="f68c5fd9-22d5-4c0a-9833-7fb0f5135313" providerId="ADAL" clId="{BEF09B95-13F1-49F1-BED2-5E97CA8FA593}" dt="2021-01-29T06:24:21.100" v="519" actId="20577"/>
          <ac:spMkLst>
            <pc:docMk/>
            <pc:sldMk cId="3636425175" sldId="372"/>
            <ac:spMk id="20" creationId="{B7C5E657-424A-44AF-AFC8-5D59B0FBAED8}"/>
          </ac:spMkLst>
        </pc:spChg>
        <pc:cxnChg chg="add mod">
          <ac:chgData name="鈴木 秀規" userId="f68c5fd9-22d5-4c0a-9833-7fb0f5135313" providerId="ADAL" clId="{BEF09B95-13F1-49F1-BED2-5E97CA8FA593}" dt="2021-01-29T06:24:43.069" v="530" actId="1036"/>
          <ac:cxnSpMkLst>
            <pc:docMk/>
            <pc:sldMk cId="3636425175" sldId="372"/>
            <ac:cxnSpMk id="9" creationId="{DC32D4D2-5863-4307-8082-E23FD7A27C1B}"/>
          </ac:cxnSpMkLst>
        </pc:cxnChg>
        <pc:cxnChg chg="add mod">
          <ac:chgData name="鈴木 秀規" userId="f68c5fd9-22d5-4c0a-9833-7fb0f5135313" providerId="ADAL" clId="{BEF09B95-13F1-49F1-BED2-5E97CA8FA593}" dt="2021-01-29T06:24:49.886" v="536" actId="14100"/>
          <ac:cxnSpMkLst>
            <pc:docMk/>
            <pc:sldMk cId="3636425175" sldId="372"/>
            <ac:cxnSpMk id="13" creationId="{FB633818-5A2B-41D5-9B04-43D5820A3C6E}"/>
          </ac:cxnSpMkLst>
        </pc:cxnChg>
      </pc:sldChg>
      <pc:sldChg chg="addSp modSp new mod">
        <pc:chgData name="鈴木 秀規" userId="f68c5fd9-22d5-4c0a-9833-7fb0f5135313" providerId="ADAL" clId="{BEF09B95-13F1-49F1-BED2-5E97CA8FA593}" dt="2021-01-29T06:26:34.370" v="593" actId="207"/>
        <pc:sldMkLst>
          <pc:docMk/>
          <pc:sldMk cId="1626296078" sldId="373"/>
        </pc:sldMkLst>
        <pc:spChg chg="mod">
          <ac:chgData name="鈴木 秀規" userId="f68c5fd9-22d5-4c0a-9833-7fb0f5135313" providerId="ADAL" clId="{BEF09B95-13F1-49F1-BED2-5E97CA8FA593}" dt="2021-01-29T06:25:20.061" v="574"/>
          <ac:spMkLst>
            <pc:docMk/>
            <pc:sldMk cId="1626296078" sldId="373"/>
            <ac:spMk id="3" creationId="{58D01AD4-4D40-4C4E-9623-9D0C8104B7F2}"/>
          </ac:spMkLst>
        </pc:spChg>
        <pc:spChg chg="mod">
          <ac:chgData name="鈴木 秀規" userId="f68c5fd9-22d5-4c0a-9833-7fb0f5135313" providerId="ADAL" clId="{BEF09B95-13F1-49F1-BED2-5E97CA8FA593}" dt="2021-01-29T06:26:20.587" v="591" actId="1036"/>
          <ac:spMkLst>
            <pc:docMk/>
            <pc:sldMk cId="1626296078" sldId="373"/>
            <ac:spMk id="5" creationId="{78D5F7FE-5F10-4379-9357-1D5FF94BC4F4}"/>
          </ac:spMkLst>
        </pc:spChg>
        <pc:spChg chg="add mod">
          <ac:chgData name="鈴木 秀規" userId="f68c5fd9-22d5-4c0a-9833-7fb0f5135313" providerId="ADAL" clId="{BEF09B95-13F1-49F1-BED2-5E97CA8FA593}" dt="2021-01-29T06:26:34.370" v="593" actId="207"/>
          <ac:spMkLst>
            <pc:docMk/>
            <pc:sldMk cId="1626296078" sldId="373"/>
            <ac:spMk id="6" creationId="{C12576AA-1D36-45DA-AAF3-B2A9D058C0A1}"/>
          </ac:spMkLst>
        </pc:spChg>
      </pc:sldChg>
      <pc:sldChg chg="del">
        <pc:chgData name="鈴木 秀規" userId="f68c5fd9-22d5-4c0a-9833-7fb0f5135313" providerId="ADAL" clId="{BEF09B95-13F1-49F1-BED2-5E97CA8FA593}" dt="2021-01-29T05:53:31.894" v="8" actId="2696"/>
        <pc:sldMkLst>
          <pc:docMk/>
          <pc:sldMk cId="3705183717" sldId="373"/>
        </pc:sldMkLst>
      </pc:sldChg>
      <pc:sldChg chg="addSp modSp new mod">
        <pc:chgData name="鈴木 秀規" userId="f68c5fd9-22d5-4c0a-9833-7fb0f5135313" providerId="ADAL" clId="{BEF09B95-13F1-49F1-BED2-5E97CA8FA593}" dt="2021-01-29T06:30:47.823" v="641" actId="14100"/>
        <pc:sldMkLst>
          <pc:docMk/>
          <pc:sldMk cId="394191054" sldId="374"/>
        </pc:sldMkLst>
        <pc:spChg chg="mod">
          <ac:chgData name="鈴木 秀規" userId="f68c5fd9-22d5-4c0a-9833-7fb0f5135313" providerId="ADAL" clId="{BEF09B95-13F1-49F1-BED2-5E97CA8FA593}" dt="2021-01-29T06:26:50.006" v="595"/>
          <ac:spMkLst>
            <pc:docMk/>
            <pc:sldMk cId="394191054" sldId="374"/>
            <ac:spMk id="3" creationId="{FF6C8157-0D3C-499C-9745-AB9AD010ED22}"/>
          </ac:spMkLst>
        </pc:spChg>
        <pc:spChg chg="mod">
          <ac:chgData name="鈴木 秀規" userId="f68c5fd9-22d5-4c0a-9833-7fb0f5135313" providerId="ADAL" clId="{BEF09B95-13F1-49F1-BED2-5E97CA8FA593}" dt="2021-01-29T06:27:51.324" v="601" actId="14100"/>
          <ac:spMkLst>
            <pc:docMk/>
            <pc:sldMk cId="394191054" sldId="374"/>
            <ac:spMk id="5" creationId="{65B48DBF-BE8C-4B49-A74D-9BB4B238F0CC}"/>
          </ac:spMkLst>
        </pc:spChg>
        <pc:spChg chg="add mod">
          <ac:chgData name="鈴木 秀規" userId="f68c5fd9-22d5-4c0a-9833-7fb0f5135313" providerId="ADAL" clId="{BEF09B95-13F1-49F1-BED2-5E97CA8FA593}" dt="2021-01-29T06:29:41.393" v="627" actId="1076"/>
          <ac:spMkLst>
            <pc:docMk/>
            <pc:sldMk cId="394191054" sldId="374"/>
            <ac:spMk id="6" creationId="{D7794E7E-22C3-4CD4-A923-805C724C0110}"/>
          </ac:spMkLst>
        </pc:spChg>
        <pc:spChg chg="add mod">
          <ac:chgData name="鈴木 秀規" userId="f68c5fd9-22d5-4c0a-9833-7fb0f5135313" providerId="ADAL" clId="{BEF09B95-13F1-49F1-BED2-5E97CA8FA593}" dt="2021-01-29T06:28:55.291" v="608" actId="207"/>
          <ac:spMkLst>
            <pc:docMk/>
            <pc:sldMk cId="394191054" sldId="374"/>
            <ac:spMk id="7" creationId="{516D13CC-2E75-4055-A51D-5DE231EA2CDD}"/>
          </ac:spMkLst>
        </pc:spChg>
        <pc:spChg chg="add mod">
          <ac:chgData name="鈴木 秀規" userId="f68c5fd9-22d5-4c0a-9833-7fb0f5135313" providerId="ADAL" clId="{BEF09B95-13F1-49F1-BED2-5E97CA8FA593}" dt="2021-01-29T06:29:07.997" v="620" actId="1035"/>
          <ac:spMkLst>
            <pc:docMk/>
            <pc:sldMk cId="394191054" sldId="374"/>
            <ac:spMk id="8" creationId="{0ACBCC58-AB2E-4D38-B163-299517DB6142}"/>
          </ac:spMkLst>
        </pc:spChg>
        <pc:spChg chg="add mod">
          <ac:chgData name="鈴木 秀規" userId="f68c5fd9-22d5-4c0a-9833-7fb0f5135313" providerId="ADAL" clId="{BEF09B95-13F1-49F1-BED2-5E97CA8FA593}" dt="2021-01-29T06:29:19.460" v="623" actId="14100"/>
          <ac:spMkLst>
            <pc:docMk/>
            <pc:sldMk cId="394191054" sldId="374"/>
            <ac:spMk id="9" creationId="{52295D25-5496-44F7-8BD9-F0C14F03B15D}"/>
          </ac:spMkLst>
        </pc:spChg>
        <pc:spChg chg="add mod">
          <ac:chgData name="鈴木 秀規" userId="f68c5fd9-22d5-4c0a-9833-7fb0f5135313" providerId="ADAL" clId="{BEF09B95-13F1-49F1-BED2-5E97CA8FA593}" dt="2021-01-29T06:29:31.873" v="624" actId="571"/>
          <ac:spMkLst>
            <pc:docMk/>
            <pc:sldMk cId="394191054" sldId="374"/>
            <ac:spMk id="10" creationId="{176C24CF-5E80-4826-BB3D-18F8A7177085}"/>
          </ac:spMkLst>
        </pc:spChg>
        <pc:spChg chg="mod">
          <ac:chgData name="鈴木 秀規" userId="f68c5fd9-22d5-4c0a-9833-7fb0f5135313" providerId="ADAL" clId="{BEF09B95-13F1-49F1-BED2-5E97CA8FA593}" dt="2021-01-29T06:29:39.388" v="625"/>
          <ac:spMkLst>
            <pc:docMk/>
            <pc:sldMk cId="394191054" sldId="374"/>
            <ac:spMk id="12" creationId="{D184D575-6609-4E4B-A2D0-CE12A66D5DB3}"/>
          </ac:spMkLst>
        </pc:spChg>
        <pc:spChg chg="mod">
          <ac:chgData name="鈴木 秀規" userId="f68c5fd9-22d5-4c0a-9833-7fb0f5135313" providerId="ADAL" clId="{BEF09B95-13F1-49F1-BED2-5E97CA8FA593}" dt="2021-01-29T06:29:39.388" v="625"/>
          <ac:spMkLst>
            <pc:docMk/>
            <pc:sldMk cId="394191054" sldId="374"/>
            <ac:spMk id="13" creationId="{5A433FFD-FD7D-446C-8137-650EC9373B91}"/>
          </ac:spMkLst>
        </pc:spChg>
        <pc:grpChg chg="add mod">
          <ac:chgData name="鈴木 秀規" userId="f68c5fd9-22d5-4c0a-9833-7fb0f5135313" providerId="ADAL" clId="{BEF09B95-13F1-49F1-BED2-5E97CA8FA593}" dt="2021-01-29T06:29:54.050" v="629" actId="1076"/>
          <ac:grpSpMkLst>
            <pc:docMk/>
            <pc:sldMk cId="394191054" sldId="374"/>
            <ac:grpSpMk id="11" creationId="{52AAC7CC-C072-4000-9F3E-D7A6EAE145AB}"/>
          </ac:grpSpMkLst>
        </pc:grpChg>
        <pc:cxnChg chg="add mod">
          <ac:chgData name="鈴木 秀規" userId="f68c5fd9-22d5-4c0a-9833-7fb0f5135313" providerId="ADAL" clId="{BEF09B95-13F1-49F1-BED2-5E97CA8FA593}" dt="2021-01-29T06:30:15.078" v="633" actId="14100"/>
          <ac:cxnSpMkLst>
            <pc:docMk/>
            <pc:sldMk cId="394191054" sldId="374"/>
            <ac:cxnSpMk id="14" creationId="{9E915AE7-F726-4A85-8A88-BC838AEB8EE4}"/>
          </ac:cxnSpMkLst>
        </pc:cxnChg>
        <pc:cxnChg chg="add mod">
          <ac:chgData name="鈴木 秀規" userId="f68c5fd9-22d5-4c0a-9833-7fb0f5135313" providerId="ADAL" clId="{BEF09B95-13F1-49F1-BED2-5E97CA8FA593}" dt="2021-01-29T06:30:33" v="637" actId="14100"/>
          <ac:cxnSpMkLst>
            <pc:docMk/>
            <pc:sldMk cId="394191054" sldId="374"/>
            <ac:cxnSpMk id="18" creationId="{F24AB9DF-F771-45AE-9075-B6F2B2AC0E84}"/>
          </ac:cxnSpMkLst>
        </pc:cxnChg>
        <pc:cxnChg chg="add mod">
          <ac:chgData name="鈴木 秀規" userId="f68c5fd9-22d5-4c0a-9833-7fb0f5135313" providerId="ADAL" clId="{BEF09B95-13F1-49F1-BED2-5E97CA8FA593}" dt="2021-01-29T06:30:47.823" v="641" actId="14100"/>
          <ac:cxnSpMkLst>
            <pc:docMk/>
            <pc:sldMk cId="394191054" sldId="374"/>
            <ac:cxnSpMk id="22" creationId="{F9AE8C9E-F864-4F83-976C-070C72AAA6B1}"/>
          </ac:cxnSpMkLst>
        </pc:cxnChg>
      </pc:sldChg>
      <pc:sldChg chg="del">
        <pc:chgData name="鈴木 秀規" userId="f68c5fd9-22d5-4c0a-9833-7fb0f5135313" providerId="ADAL" clId="{BEF09B95-13F1-49F1-BED2-5E97CA8FA593}" dt="2021-01-29T05:53:31.894" v="8" actId="2696"/>
        <pc:sldMkLst>
          <pc:docMk/>
          <pc:sldMk cId="2354486160" sldId="374"/>
        </pc:sldMkLst>
      </pc:sldChg>
      <pc:sldChg chg="add del">
        <pc:chgData name="鈴木 秀規" userId="f68c5fd9-22d5-4c0a-9833-7fb0f5135313" providerId="ADAL" clId="{BEF09B95-13F1-49F1-BED2-5E97CA8FA593}" dt="2021-01-29T06:27:30.803" v="600" actId="2890"/>
        <pc:sldMkLst>
          <pc:docMk/>
          <pc:sldMk cId="457167476" sldId="375"/>
        </pc:sldMkLst>
      </pc:sldChg>
      <pc:sldChg chg="del">
        <pc:chgData name="鈴木 秀規" userId="f68c5fd9-22d5-4c0a-9833-7fb0f5135313" providerId="ADAL" clId="{BEF09B95-13F1-49F1-BED2-5E97CA8FA593}" dt="2021-01-29T05:53:31.894" v="8" actId="2696"/>
        <pc:sldMkLst>
          <pc:docMk/>
          <pc:sldMk cId="1909491314" sldId="375"/>
        </pc:sldMkLst>
      </pc:sldChg>
      <pc:sldChg chg="addSp delSp modSp new mod">
        <pc:chgData name="鈴木 秀規" userId="f68c5fd9-22d5-4c0a-9833-7fb0f5135313" providerId="ADAL" clId="{BEF09B95-13F1-49F1-BED2-5E97CA8FA593}" dt="2021-01-29T06:37:25.221" v="704" actId="2711"/>
        <pc:sldMkLst>
          <pc:docMk/>
          <pc:sldMk cId="3514497779" sldId="375"/>
        </pc:sldMkLst>
        <pc:spChg chg="mod">
          <ac:chgData name="鈴木 秀規" userId="f68c5fd9-22d5-4c0a-9833-7fb0f5135313" providerId="ADAL" clId="{BEF09B95-13F1-49F1-BED2-5E97CA8FA593}" dt="2021-01-29T06:31:30.224" v="643"/>
          <ac:spMkLst>
            <pc:docMk/>
            <pc:sldMk cId="3514497779" sldId="375"/>
            <ac:spMk id="3" creationId="{59A9A0EE-1653-4EE8-ADFA-5F92DAA0608B}"/>
          </ac:spMkLst>
        </pc:spChg>
        <pc:spChg chg="mod">
          <ac:chgData name="鈴木 秀規" userId="f68c5fd9-22d5-4c0a-9833-7fb0f5135313" providerId="ADAL" clId="{BEF09B95-13F1-49F1-BED2-5E97CA8FA593}" dt="2021-01-29T06:31:42.112" v="646" actId="14100"/>
          <ac:spMkLst>
            <pc:docMk/>
            <pc:sldMk cId="3514497779" sldId="375"/>
            <ac:spMk id="5" creationId="{4082A87D-A310-4F28-AAA8-3DE5322F6107}"/>
          </ac:spMkLst>
        </pc:spChg>
        <pc:spChg chg="add mod">
          <ac:chgData name="鈴木 秀規" userId="f68c5fd9-22d5-4c0a-9833-7fb0f5135313" providerId="ADAL" clId="{BEF09B95-13F1-49F1-BED2-5E97CA8FA593}" dt="2021-01-29T06:34:43.629" v="676" actId="948"/>
          <ac:spMkLst>
            <pc:docMk/>
            <pc:sldMk cId="3514497779" sldId="375"/>
            <ac:spMk id="6" creationId="{7E64E5E2-927C-425D-AC82-EAC387D51A46}"/>
          </ac:spMkLst>
        </pc:spChg>
        <pc:spChg chg="add mod">
          <ac:chgData name="鈴木 秀規" userId="f68c5fd9-22d5-4c0a-9833-7fb0f5135313" providerId="ADAL" clId="{BEF09B95-13F1-49F1-BED2-5E97CA8FA593}" dt="2021-01-29T06:35:03.680" v="679" actId="1076"/>
          <ac:spMkLst>
            <pc:docMk/>
            <pc:sldMk cId="3514497779" sldId="375"/>
            <ac:spMk id="7" creationId="{F5F74427-C9CF-4547-B232-BB8A56257279}"/>
          </ac:spMkLst>
        </pc:spChg>
        <pc:spChg chg="add mod">
          <ac:chgData name="鈴木 秀規" userId="f68c5fd9-22d5-4c0a-9833-7fb0f5135313" providerId="ADAL" clId="{BEF09B95-13F1-49F1-BED2-5E97CA8FA593}" dt="2021-01-29T06:34:58.554" v="678" actId="1076"/>
          <ac:spMkLst>
            <pc:docMk/>
            <pc:sldMk cId="3514497779" sldId="375"/>
            <ac:spMk id="8" creationId="{7732A0B2-D553-44E7-B960-ECD814CB39EB}"/>
          </ac:spMkLst>
        </pc:spChg>
        <pc:spChg chg="add mod">
          <ac:chgData name="鈴木 秀規" userId="f68c5fd9-22d5-4c0a-9833-7fb0f5135313" providerId="ADAL" clId="{BEF09B95-13F1-49F1-BED2-5E97CA8FA593}" dt="2021-01-29T06:35:07.281" v="680" actId="1076"/>
          <ac:spMkLst>
            <pc:docMk/>
            <pc:sldMk cId="3514497779" sldId="375"/>
            <ac:spMk id="9" creationId="{E6E9F2D9-766B-487A-98F7-F36CC1D73BD9}"/>
          </ac:spMkLst>
        </pc:spChg>
        <pc:spChg chg="add del mod">
          <ac:chgData name="鈴木 秀規" userId="f68c5fd9-22d5-4c0a-9833-7fb0f5135313" providerId="ADAL" clId="{BEF09B95-13F1-49F1-BED2-5E97CA8FA593}" dt="2021-01-29T06:33:47.327" v="664"/>
          <ac:spMkLst>
            <pc:docMk/>
            <pc:sldMk cId="3514497779" sldId="375"/>
            <ac:spMk id="10" creationId="{2F708208-63F2-46AD-8473-7BF696CE3F5C}"/>
          </ac:spMkLst>
        </pc:spChg>
        <pc:spChg chg="add mod">
          <ac:chgData name="鈴木 秀規" userId="f68c5fd9-22d5-4c0a-9833-7fb0f5135313" providerId="ADAL" clId="{BEF09B95-13F1-49F1-BED2-5E97CA8FA593}" dt="2021-01-29T06:34:52.382" v="677" actId="1076"/>
          <ac:spMkLst>
            <pc:docMk/>
            <pc:sldMk cId="3514497779" sldId="375"/>
            <ac:spMk id="11" creationId="{751CB4AE-C08F-48DE-B251-40389DE53AD3}"/>
          </ac:spMkLst>
        </pc:spChg>
        <pc:spChg chg="add mod">
          <ac:chgData name="鈴木 秀規" userId="f68c5fd9-22d5-4c0a-9833-7fb0f5135313" providerId="ADAL" clId="{BEF09B95-13F1-49F1-BED2-5E97CA8FA593}" dt="2021-01-29T06:34:52.382" v="677" actId="1076"/>
          <ac:spMkLst>
            <pc:docMk/>
            <pc:sldMk cId="3514497779" sldId="375"/>
            <ac:spMk id="12" creationId="{71E3216D-20BE-4A1E-9B6A-0E2C0160BD29}"/>
          </ac:spMkLst>
        </pc:spChg>
        <pc:spChg chg="add mod">
          <ac:chgData name="鈴木 秀規" userId="f68c5fd9-22d5-4c0a-9833-7fb0f5135313" providerId="ADAL" clId="{BEF09B95-13F1-49F1-BED2-5E97CA8FA593}" dt="2021-01-29T06:36:24.492" v="697" actId="207"/>
          <ac:spMkLst>
            <pc:docMk/>
            <pc:sldMk cId="3514497779" sldId="375"/>
            <ac:spMk id="24" creationId="{3BCA60FE-7FFE-4CFC-B390-5220F299EB62}"/>
          </ac:spMkLst>
        </pc:spChg>
        <pc:spChg chg="add mod">
          <ac:chgData name="鈴木 秀規" userId="f68c5fd9-22d5-4c0a-9833-7fb0f5135313" providerId="ADAL" clId="{BEF09B95-13F1-49F1-BED2-5E97CA8FA593}" dt="2021-01-29T06:36:39.853" v="699" actId="2711"/>
          <ac:spMkLst>
            <pc:docMk/>
            <pc:sldMk cId="3514497779" sldId="375"/>
            <ac:spMk id="25" creationId="{836AC064-9B73-4CB0-8394-3B7433B9501C}"/>
          </ac:spMkLst>
        </pc:spChg>
        <pc:spChg chg="add mod">
          <ac:chgData name="鈴木 秀規" userId="f68c5fd9-22d5-4c0a-9833-7fb0f5135313" providerId="ADAL" clId="{BEF09B95-13F1-49F1-BED2-5E97CA8FA593}" dt="2021-01-29T06:37:25.221" v="704" actId="2711"/>
          <ac:spMkLst>
            <pc:docMk/>
            <pc:sldMk cId="3514497779" sldId="375"/>
            <ac:spMk id="26" creationId="{862F71B1-CC14-426B-A75B-3FF58CD90D27}"/>
          </ac:spMkLst>
        </pc:spChg>
        <pc:cxnChg chg="add mod">
          <ac:chgData name="鈴木 秀規" userId="f68c5fd9-22d5-4c0a-9833-7fb0f5135313" providerId="ADAL" clId="{BEF09B95-13F1-49F1-BED2-5E97CA8FA593}" dt="2021-01-29T06:35:24.550" v="684" actId="14100"/>
          <ac:cxnSpMkLst>
            <pc:docMk/>
            <pc:sldMk cId="3514497779" sldId="375"/>
            <ac:cxnSpMk id="13" creationId="{C634370D-4CF1-4EF7-A9CA-AA4051E87A58}"/>
          </ac:cxnSpMkLst>
        </pc:cxnChg>
        <pc:cxnChg chg="add mod">
          <ac:chgData name="鈴木 秀規" userId="f68c5fd9-22d5-4c0a-9833-7fb0f5135313" providerId="ADAL" clId="{BEF09B95-13F1-49F1-BED2-5E97CA8FA593}" dt="2021-01-29T06:35:33.212" v="687" actId="14100"/>
          <ac:cxnSpMkLst>
            <pc:docMk/>
            <pc:sldMk cId="3514497779" sldId="375"/>
            <ac:cxnSpMk id="17" creationId="{034AA620-9507-4863-8319-77EB8CD4AACD}"/>
          </ac:cxnSpMkLst>
        </pc:cxnChg>
        <pc:cxnChg chg="add mod">
          <ac:chgData name="鈴木 秀規" userId="f68c5fd9-22d5-4c0a-9833-7fb0f5135313" providerId="ADAL" clId="{BEF09B95-13F1-49F1-BED2-5E97CA8FA593}" dt="2021-01-29T06:35:48.319" v="691" actId="14100"/>
          <ac:cxnSpMkLst>
            <pc:docMk/>
            <pc:sldMk cId="3514497779" sldId="375"/>
            <ac:cxnSpMk id="20" creationId="{F91F9607-6864-4D25-9324-53DC2F5DEAA4}"/>
          </ac:cxnSpMkLst>
        </pc:cxnChg>
      </pc:sldChg>
      <pc:sldChg chg="del">
        <pc:chgData name="鈴木 秀規" userId="f68c5fd9-22d5-4c0a-9833-7fb0f5135313" providerId="ADAL" clId="{BEF09B95-13F1-49F1-BED2-5E97CA8FA593}" dt="2021-01-29T05:53:31.894" v="8" actId="2696"/>
        <pc:sldMkLst>
          <pc:docMk/>
          <pc:sldMk cId="976327208" sldId="376"/>
        </pc:sldMkLst>
      </pc:sldChg>
      <pc:sldChg chg="addSp modSp new mod">
        <pc:chgData name="鈴木 秀規" userId="f68c5fd9-22d5-4c0a-9833-7fb0f5135313" providerId="ADAL" clId="{BEF09B95-13F1-49F1-BED2-5E97CA8FA593}" dt="2021-01-29T06:39:14.975" v="729" actId="1076"/>
        <pc:sldMkLst>
          <pc:docMk/>
          <pc:sldMk cId="3266246361" sldId="376"/>
        </pc:sldMkLst>
        <pc:spChg chg="mod">
          <ac:chgData name="鈴木 秀規" userId="f68c5fd9-22d5-4c0a-9833-7fb0f5135313" providerId="ADAL" clId="{BEF09B95-13F1-49F1-BED2-5E97CA8FA593}" dt="2021-01-29T06:37:38.829" v="706"/>
          <ac:spMkLst>
            <pc:docMk/>
            <pc:sldMk cId="3266246361" sldId="376"/>
            <ac:spMk id="3" creationId="{3AB6065E-63B3-4BF0-A310-F13CB2D760CC}"/>
          </ac:spMkLst>
        </pc:spChg>
        <pc:spChg chg="mod">
          <ac:chgData name="鈴木 秀規" userId="f68c5fd9-22d5-4c0a-9833-7fb0f5135313" providerId="ADAL" clId="{BEF09B95-13F1-49F1-BED2-5E97CA8FA593}" dt="2021-01-29T06:38:57.079" v="724" actId="14100"/>
          <ac:spMkLst>
            <pc:docMk/>
            <pc:sldMk cId="3266246361" sldId="376"/>
            <ac:spMk id="5" creationId="{35B5E569-B10E-4C71-B89E-2E45350C37F5}"/>
          </ac:spMkLst>
        </pc:spChg>
        <pc:spChg chg="add mod">
          <ac:chgData name="鈴木 秀規" userId="f68c5fd9-22d5-4c0a-9833-7fb0f5135313" providerId="ADAL" clId="{BEF09B95-13F1-49F1-BED2-5E97CA8FA593}" dt="2021-01-29T06:39:14.975" v="729" actId="1076"/>
          <ac:spMkLst>
            <pc:docMk/>
            <pc:sldMk cId="3266246361" sldId="376"/>
            <ac:spMk id="6" creationId="{3ABC37F7-4AA4-4D89-AE0D-2EA8F79B10C5}"/>
          </ac:spMkLst>
        </pc:spChg>
        <pc:spChg chg="add mod">
          <ac:chgData name="鈴木 秀規" userId="f68c5fd9-22d5-4c0a-9833-7fb0f5135313" providerId="ADAL" clId="{BEF09B95-13F1-49F1-BED2-5E97CA8FA593}" dt="2021-01-29T06:39:12.334" v="728" actId="14100"/>
          <ac:spMkLst>
            <pc:docMk/>
            <pc:sldMk cId="3266246361" sldId="376"/>
            <ac:spMk id="7" creationId="{EEC4FB24-D88E-4A2C-B41B-2E3CA74EDDFB}"/>
          </ac:spMkLst>
        </pc:spChg>
      </pc:sldChg>
      <pc:sldChg chg="addSp modSp new mod">
        <pc:chgData name="鈴木 秀規" userId="f68c5fd9-22d5-4c0a-9833-7fb0f5135313" providerId="ADAL" clId="{BEF09B95-13F1-49F1-BED2-5E97CA8FA593}" dt="2021-01-29T06:42:25.047" v="745" actId="113"/>
        <pc:sldMkLst>
          <pc:docMk/>
          <pc:sldMk cId="830291535" sldId="377"/>
        </pc:sldMkLst>
        <pc:spChg chg="mod">
          <ac:chgData name="鈴木 秀規" userId="f68c5fd9-22d5-4c0a-9833-7fb0f5135313" providerId="ADAL" clId="{BEF09B95-13F1-49F1-BED2-5E97CA8FA593}" dt="2021-01-29T06:40:05.736" v="731"/>
          <ac:spMkLst>
            <pc:docMk/>
            <pc:sldMk cId="830291535" sldId="377"/>
            <ac:spMk id="3" creationId="{1E39B2F0-69AD-45D0-BB33-D9BD981F40D0}"/>
          </ac:spMkLst>
        </pc:spChg>
        <pc:spChg chg="mod">
          <ac:chgData name="鈴木 秀規" userId="f68c5fd9-22d5-4c0a-9833-7fb0f5135313" providerId="ADAL" clId="{BEF09B95-13F1-49F1-BED2-5E97CA8FA593}" dt="2021-01-29T06:40:18.934" v="733" actId="12"/>
          <ac:spMkLst>
            <pc:docMk/>
            <pc:sldMk cId="830291535" sldId="377"/>
            <ac:spMk id="5" creationId="{04A90A4C-36A1-4E53-884B-BBF800601CEE}"/>
          </ac:spMkLst>
        </pc:spChg>
        <pc:spChg chg="add mod">
          <ac:chgData name="鈴木 秀規" userId="f68c5fd9-22d5-4c0a-9833-7fb0f5135313" providerId="ADAL" clId="{BEF09B95-13F1-49F1-BED2-5E97CA8FA593}" dt="2021-01-29T06:42:25.047" v="745" actId="113"/>
          <ac:spMkLst>
            <pc:docMk/>
            <pc:sldMk cId="830291535" sldId="377"/>
            <ac:spMk id="6" creationId="{9E714EC9-CC57-4CF0-B779-D6C1592EBC52}"/>
          </ac:spMkLst>
        </pc:spChg>
      </pc:sldChg>
      <pc:sldChg chg="del">
        <pc:chgData name="鈴木 秀規" userId="f68c5fd9-22d5-4c0a-9833-7fb0f5135313" providerId="ADAL" clId="{BEF09B95-13F1-49F1-BED2-5E97CA8FA593}" dt="2021-01-29T05:53:31.894" v="8" actId="2696"/>
        <pc:sldMkLst>
          <pc:docMk/>
          <pc:sldMk cId="2448739060" sldId="377"/>
        </pc:sldMkLst>
      </pc:sldChg>
      <pc:sldChg chg="del">
        <pc:chgData name="鈴木 秀規" userId="f68c5fd9-22d5-4c0a-9833-7fb0f5135313" providerId="ADAL" clId="{BEF09B95-13F1-49F1-BED2-5E97CA8FA593}" dt="2021-01-29T05:53:31.894" v="8" actId="2696"/>
        <pc:sldMkLst>
          <pc:docMk/>
          <pc:sldMk cId="1911133861" sldId="378"/>
        </pc:sldMkLst>
      </pc:sldChg>
      <pc:sldChg chg="addSp modSp new mod">
        <pc:chgData name="鈴木 秀規" userId="f68c5fd9-22d5-4c0a-9833-7fb0f5135313" providerId="ADAL" clId="{BEF09B95-13F1-49F1-BED2-5E97CA8FA593}" dt="2021-01-29T06:43:59.441" v="759" actId="113"/>
        <pc:sldMkLst>
          <pc:docMk/>
          <pc:sldMk cId="2738388098" sldId="378"/>
        </pc:sldMkLst>
        <pc:spChg chg="mod">
          <ac:chgData name="鈴木 秀規" userId="f68c5fd9-22d5-4c0a-9833-7fb0f5135313" providerId="ADAL" clId="{BEF09B95-13F1-49F1-BED2-5E97CA8FA593}" dt="2021-01-29T06:42:37.568" v="747"/>
          <ac:spMkLst>
            <pc:docMk/>
            <pc:sldMk cId="2738388098" sldId="378"/>
            <ac:spMk id="3" creationId="{0293B1E6-6FA5-4EB1-AAF1-259A7C651F1B}"/>
          </ac:spMkLst>
        </pc:spChg>
        <pc:spChg chg="mod">
          <ac:chgData name="鈴木 秀規" userId="f68c5fd9-22d5-4c0a-9833-7fb0f5135313" providerId="ADAL" clId="{BEF09B95-13F1-49F1-BED2-5E97CA8FA593}" dt="2021-01-29T06:42:50.621" v="749"/>
          <ac:spMkLst>
            <pc:docMk/>
            <pc:sldMk cId="2738388098" sldId="378"/>
            <ac:spMk id="5" creationId="{FC639969-7641-4072-A59F-5F999A11ECB1}"/>
          </ac:spMkLst>
        </pc:spChg>
        <pc:spChg chg="add mod">
          <ac:chgData name="鈴木 秀規" userId="f68c5fd9-22d5-4c0a-9833-7fb0f5135313" providerId="ADAL" clId="{BEF09B95-13F1-49F1-BED2-5E97CA8FA593}" dt="2021-01-29T06:43:59.441" v="759" actId="113"/>
          <ac:spMkLst>
            <pc:docMk/>
            <pc:sldMk cId="2738388098" sldId="378"/>
            <ac:spMk id="6" creationId="{B0B00F22-97D8-4A67-9290-D4E35CD493E2}"/>
          </ac:spMkLst>
        </pc:spChg>
        <pc:spChg chg="add mod">
          <ac:chgData name="鈴木 秀規" userId="f68c5fd9-22d5-4c0a-9833-7fb0f5135313" providerId="ADAL" clId="{BEF09B95-13F1-49F1-BED2-5E97CA8FA593}" dt="2021-01-29T06:43:45.622" v="756" actId="14100"/>
          <ac:spMkLst>
            <pc:docMk/>
            <pc:sldMk cId="2738388098" sldId="378"/>
            <ac:spMk id="7" creationId="{55740616-9C09-4E0B-BFBA-D1AC6B8CDC76}"/>
          </ac:spMkLst>
        </pc:spChg>
      </pc:sldChg>
      <pc:sldChg chg="addSp modSp new mod">
        <pc:chgData name="鈴木 秀規" userId="f68c5fd9-22d5-4c0a-9833-7fb0f5135313" providerId="ADAL" clId="{BEF09B95-13F1-49F1-BED2-5E97CA8FA593}" dt="2021-01-29T06:46:13.824" v="772" actId="1076"/>
        <pc:sldMkLst>
          <pc:docMk/>
          <pc:sldMk cId="1927009512" sldId="379"/>
        </pc:sldMkLst>
        <pc:spChg chg="mod">
          <ac:chgData name="鈴木 秀規" userId="f68c5fd9-22d5-4c0a-9833-7fb0f5135313" providerId="ADAL" clId="{BEF09B95-13F1-49F1-BED2-5E97CA8FA593}" dt="2021-01-29T06:44:12.869" v="761"/>
          <ac:spMkLst>
            <pc:docMk/>
            <pc:sldMk cId="1927009512" sldId="379"/>
            <ac:spMk id="3" creationId="{8B402B93-6680-4FBE-9979-371D2BA14578}"/>
          </ac:spMkLst>
        </pc:spChg>
        <pc:spChg chg="mod">
          <ac:chgData name="鈴木 秀規" userId="f68c5fd9-22d5-4c0a-9833-7fb0f5135313" providerId="ADAL" clId="{BEF09B95-13F1-49F1-BED2-5E97CA8FA593}" dt="2021-01-29T06:46:10.758" v="770" actId="14100"/>
          <ac:spMkLst>
            <pc:docMk/>
            <pc:sldMk cId="1927009512" sldId="379"/>
            <ac:spMk id="5" creationId="{5E15EC1B-7CC0-4037-8388-66913E90FD66}"/>
          </ac:spMkLst>
        </pc:spChg>
        <pc:picChg chg="add mod">
          <ac:chgData name="鈴木 秀規" userId="f68c5fd9-22d5-4c0a-9833-7fb0f5135313" providerId="ADAL" clId="{BEF09B95-13F1-49F1-BED2-5E97CA8FA593}" dt="2021-01-29T06:46:13.824" v="772" actId="1076"/>
          <ac:picMkLst>
            <pc:docMk/>
            <pc:sldMk cId="1927009512" sldId="379"/>
            <ac:picMk id="6" creationId="{CACAC62F-44CD-4591-B31C-ACF74A43FD2A}"/>
          </ac:picMkLst>
        </pc:picChg>
      </pc:sldChg>
      <pc:sldChg chg="addSp modSp new mod">
        <pc:chgData name="鈴木 秀規" userId="f68c5fd9-22d5-4c0a-9833-7fb0f5135313" providerId="ADAL" clId="{BEF09B95-13F1-49F1-BED2-5E97CA8FA593}" dt="2021-01-29T06:49:54.998" v="794" actId="1035"/>
        <pc:sldMkLst>
          <pc:docMk/>
          <pc:sldMk cId="3941085094" sldId="380"/>
        </pc:sldMkLst>
        <pc:spChg chg="mod">
          <ac:chgData name="鈴木 秀規" userId="f68c5fd9-22d5-4c0a-9833-7fb0f5135313" providerId="ADAL" clId="{BEF09B95-13F1-49F1-BED2-5E97CA8FA593}" dt="2021-01-29T06:48:28.468" v="774"/>
          <ac:spMkLst>
            <pc:docMk/>
            <pc:sldMk cId="3941085094" sldId="380"/>
            <ac:spMk id="3" creationId="{55034CAC-3FBE-4F42-8CF7-AC09188EFC5C}"/>
          </ac:spMkLst>
        </pc:spChg>
        <pc:spChg chg="mod">
          <ac:chgData name="鈴木 秀規" userId="f68c5fd9-22d5-4c0a-9833-7fb0f5135313" providerId="ADAL" clId="{BEF09B95-13F1-49F1-BED2-5E97CA8FA593}" dt="2021-01-29T06:48:45.799" v="778" actId="14100"/>
          <ac:spMkLst>
            <pc:docMk/>
            <pc:sldMk cId="3941085094" sldId="380"/>
            <ac:spMk id="5" creationId="{3A08C36D-BC6D-420A-BF0C-50FDBD74EDD8}"/>
          </ac:spMkLst>
        </pc:spChg>
        <pc:spChg chg="add mod">
          <ac:chgData name="鈴木 秀規" userId="f68c5fd9-22d5-4c0a-9833-7fb0f5135313" providerId="ADAL" clId="{BEF09B95-13F1-49F1-BED2-5E97CA8FA593}" dt="2021-01-29T06:49:51.118" v="792" actId="1035"/>
          <ac:spMkLst>
            <pc:docMk/>
            <pc:sldMk cId="3941085094" sldId="380"/>
            <ac:spMk id="6" creationId="{F274F4FD-0530-4D85-A162-3B2C9D57E6E6}"/>
          </ac:spMkLst>
        </pc:spChg>
        <pc:spChg chg="add mod">
          <ac:chgData name="鈴木 秀規" userId="f68c5fd9-22d5-4c0a-9833-7fb0f5135313" providerId="ADAL" clId="{BEF09B95-13F1-49F1-BED2-5E97CA8FA593}" dt="2021-01-29T06:49:54.998" v="794" actId="1035"/>
          <ac:spMkLst>
            <pc:docMk/>
            <pc:sldMk cId="3941085094" sldId="380"/>
            <ac:spMk id="7" creationId="{1154C25E-0067-4FD2-8FD7-AD4F15760619}"/>
          </ac:spMkLst>
        </pc:spChg>
      </pc:sldChg>
      <pc:sldChg chg="modSp new mod">
        <pc:chgData name="鈴木 秀規" userId="f68c5fd9-22d5-4c0a-9833-7fb0f5135313" providerId="ADAL" clId="{BEF09B95-13F1-49F1-BED2-5E97CA8FA593}" dt="2021-01-29T06:50:59.292" v="812" actId="207"/>
        <pc:sldMkLst>
          <pc:docMk/>
          <pc:sldMk cId="1755630232" sldId="381"/>
        </pc:sldMkLst>
        <pc:spChg chg="mod">
          <ac:chgData name="鈴木 秀規" userId="f68c5fd9-22d5-4c0a-9833-7fb0f5135313" providerId="ADAL" clId="{BEF09B95-13F1-49F1-BED2-5E97CA8FA593}" dt="2021-01-29T06:50:22.643" v="796"/>
          <ac:spMkLst>
            <pc:docMk/>
            <pc:sldMk cId="1755630232" sldId="381"/>
            <ac:spMk id="3" creationId="{147E82C6-DBD4-4A45-AB2C-EBFBF36DE0A2}"/>
          </ac:spMkLst>
        </pc:spChg>
        <pc:spChg chg="mod">
          <ac:chgData name="鈴木 秀規" userId="f68c5fd9-22d5-4c0a-9833-7fb0f5135313" providerId="ADAL" clId="{BEF09B95-13F1-49F1-BED2-5E97CA8FA593}" dt="2021-01-29T06:50:59.292" v="812" actId="207"/>
          <ac:spMkLst>
            <pc:docMk/>
            <pc:sldMk cId="1755630232" sldId="381"/>
            <ac:spMk id="5" creationId="{CF105F84-95FD-4A78-BD28-44E3EE55DC5F}"/>
          </ac:spMkLst>
        </pc:spChg>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松本 　諒" userId="fac9f236-0781-4e61-8b73-684b662c3ab5" providerId="ADAL" clId="{B5125A58-8CF9-4467-8B0F-0AB15C12F723}"/>
    <pc:docChg chg="modSld">
      <pc:chgData name="松本 　諒" userId="fac9f236-0781-4e61-8b73-684b662c3ab5" providerId="ADAL" clId="{B5125A58-8CF9-4467-8B0F-0AB15C12F723}" dt="2021-12-09T08:09:37.556" v="1" actId="207"/>
      <pc:docMkLst>
        <pc:docMk/>
      </pc:docMkLst>
      <pc:sldChg chg="modSp mod">
        <pc:chgData name="松本 　諒" userId="fac9f236-0781-4e61-8b73-684b662c3ab5" providerId="ADAL" clId="{B5125A58-8CF9-4467-8B0F-0AB15C12F723}" dt="2021-12-09T08:09:37.556" v="1" actId="207"/>
        <pc:sldMkLst>
          <pc:docMk/>
          <pc:sldMk cId="3569274236" sldId="366"/>
        </pc:sldMkLst>
        <pc:spChg chg="mod">
          <ac:chgData name="松本 　諒" userId="fac9f236-0781-4e61-8b73-684b662c3ab5" providerId="ADAL" clId="{B5125A58-8CF9-4467-8B0F-0AB15C12F723}" dt="2021-12-09T08:09:37.556" v="1" actId="207"/>
          <ac:spMkLst>
            <pc:docMk/>
            <pc:sldMk cId="3569274236" sldId="366"/>
            <ac:spMk id="5" creationId="{3E0556CE-BA73-4873-ACF2-1B717A6AA71F}"/>
          </ac:spMkLst>
        </pc:sp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鈴木 秀規" userId="f68c5fd9-22d5-4c0a-9833-7fb0f5135313" providerId="ADAL" clId="{6A56FB10-BD31-4A36-9DC1-80D965E09775}"/>
    <pc:docChg chg="undo custSel addSld delSld modSld">
      <pc:chgData name="鈴木 秀規" userId="f68c5fd9-22d5-4c0a-9833-7fb0f5135313" providerId="ADAL" clId="{6A56FB10-BD31-4A36-9DC1-80D965E09775}" dt="2021-01-29T03:51:48.443" v="417" actId="2696"/>
      <pc:docMkLst>
        <pc:docMk/>
      </pc:docMkLst>
      <pc:sldChg chg="modSp mod">
        <pc:chgData name="鈴木 秀規" userId="f68c5fd9-22d5-4c0a-9833-7fb0f5135313" providerId="ADAL" clId="{6A56FB10-BD31-4A36-9DC1-80D965E09775}" dt="2021-01-29T02:16:05.720" v="20" actId="20577"/>
        <pc:sldMkLst>
          <pc:docMk/>
          <pc:sldMk cId="0" sldId="256"/>
        </pc:sldMkLst>
        <pc:spChg chg="mod">
          <ac:chgData name="鈴木 秀規" userId="f68c5fd9-22d5-4c0a-9833-7fb0f5135313" providerId="ADAL" clId="{6A56FB10-BD31-4A36-9DC1-80D965E09775}" dt="2021-01-29T02:16:05.720" v="20" actId="20577"/>
          <ac:spMkLst>
            <pc:docMk/>
            <pc:sldMk cId="0" sldId="256"/>
            <ac:spMk id="56" creationId="{00000000-0000-0000-0000-000000000000}"/>
          </ac:spMkLst>
        </pc:spChg>
      </pc:sldChg>
      <pc:sldChg chg="addSp delSp modSp mod">
        <pc:chgData name="鈴木 秀規" userId="f68c5fd9-22d5-4c0a-9833-7fb0f5135313" providerId="ADAL" clId="{6A56FB10-BD31-4A36-9DC1-80D965E09775}" dt="2021-01-29T02:18:04.150" v="36" actId="1076"/>
        <pc:sldMkLst>
          <pc:docMk/>
          <pc:sldMk cId="2397736379" sldId="363"/>
        </pc:sldMkLst>
        <pc:spChg chg="mod">
          <ac:chgData name="鈴木 秀規" userId="f68c5fd9-22d5-4c0a-9833-7fb0f5135313" providerId="ADAL" clId="{6A56FB10-BD31-4A36-9DC1-80D965E09775}" dt="2021-01-29T02:16:28.700" v="22"/>
          <ac:spMkLst>
            <pc:docMk/>
            <pc:sldMk cId="2397736379" sldId="363"/>
            <ac:spMk id="7" creationId="{9630AD22-E64D-4A96-B059-2AF9F6580C25}"/>
          </ac:spMkLst>
        </pc:spChg>
        <pc:spChg chg="mod">
          <ac:chgData name="鈴木 秀規" userId="f68c5fd9-22d5-4c0a-9833-7fb0f5135313" providerId="ADAL" clId="{6A56FB10-BD31-4A36-9DC1-80D965E09775}" dt="2021-01-29T02:17:16.222" v="29" actId="14100"/>
          <ac:spMkLst>
            <pc:docMk/>
            <pc:sldMk cId="2397736379" sldId="363"/>
            <ac:spMk id="8" creationId="{787CF02A-01AB-4517-BA3E-25572FA82648}"/>
          </ac:spMkLst>
        </pc:spChg>
        <pc:spChg chg="add mod">
          <ac:chgData name="鈴木 秀規" userId="f68c5fd9-22d5-4c0a-9833-7fb0f5135313" providerId="ADAL" clId="{6A56FB10-BD31-4A36-9DC1-80D965E09775}" dt="2021-01-29T02:18:04.150" v="36" actId="1076"/>
          <ac:spMkLst>
            <pc:docMk/>
            <pc:sldMk cId="2397736379" sldId="363"/>
            <ac:spMk id="13" creationId="{C4AF9A3A-8E4D-4361-A0C9-F0B17B39BF47}"/>
          </ac:spMkLst>
        </pc:spChg>
        <pc:spChg chg="del">
          <ac:chgData name="鈴木 秀規" userId="f68c5fd9-22d5-4c0a-9833-7fb0f5135313" providerId="ADAL" clId="{6A56FB10-BD31-4A36-9DC1-80D965E09775}" dt="2021-01-29T02:17:01.732" v="25" actId="478"/>
          <ac:spMkLst>
            <pc:docMk/>
            <pc:sldMk cId="2397736379" sldId="363"/>
            <ac:spMk id="25" creationId="{6F73D290-1A37-4666-AE4E-056CFDBF2963}"/>
          </ac:spMkLst>
        </pc:spChg>
        <pc:spChg chg="del">
          <ac:chgData name="鈴木 秀規" userId="f68c5fd9-22d5-4c0a-9833-7fb0f5135313" providerId="ADAL" clId="{6A56FB10-BD31-4A36-9DC1-80D965E09775}" dt="2021-01-29T02:17:06.489" v="26" actId="478"/>
          <ac:spMkLst>
            <pc:docMk/>
            <pc:sldMk cId="2397736379" sldId="363"/>
            <ac:spMk id="26" creationId="{D8B69E42-1911-4122-BBB0-EB93A222E3E7}"/>
          </ac:spMkLst>
        </pc:spChg>
        <pc:picChg chg="add mod">
          <ac:chgData name="鈴木 秀規" userId="f68c5fd9-22d5-4c0a-9833-7fb0f5135313" providerId="ADAL" clId="{6A56FB10-BD31-4A36-9DC1-80D965E09775}" dt="2021-01-29T02:17:49.050" v="32" actId="14100"/>
          <ac:picMkLst>
            <pc:docMk/>
            <pc:sldMk cId="2397736379" sldId="363"/>
            <ac:picMk id="11" creationId="{F9049B9F-DE3A-4846-B27B-333755B11A36}"/>
          </ac:picMkLst>
        </pc:picChg>
        <pc:picChg chg="add mod">
          <ac:chgData name="鈴木 秀規" userId="f68c5fd9-22d5-4c0a-9833-7fb0f5135313" providerId="ADAL" clId="{6A56FB10-BD31-4A36-9DC1-80D965E09775}" dt="2021-01-29T02:17:56.499" v="35" actId="1076"/>
          <ac:picMkLst>
            <pc:docMk/>
            <pc:sldMk cId="2397736379" sldId="363"/>
            <ac:picMk id="12" creationId="{4794F4AC-6B8F-4B15-AB6F-B06FD356050F}"/>
          </ac:picMkLst>
        </pc:picChg>
        <pc:picChg chg="del">
          <ac:chgData name="鈴木 秀規" userId="f68c5fd9-22d5-4c0a-9833-7fb0f5135313" providerId="ADAL" clId="{6A56FB10-BD31-4A36-9DC1-80D965E09775}" dt="2021-01-29T02:17:01.732" v="25" actId="478"/>
          <ac:picMkLst>
            <pc:docMk/>
            <pc:sldMk cId="2397736379" sldId="363"/>
            <ac:picMk id="22" creationId="{EBCFE6B6-3674-4542-897A-054F57AF9940}"/>
          </ac:picMkLst>
        </pc:picChg>
        <pc:picChg chg="del">
          <ac:chgData name="鈴木 秀規" userId="f68c5fd9-22d5-4c0a-9833-7fb0f5135313" providerId="ADAL" clId="{6A56FB10-BD31-4A36-9DC1-80D965E09775}" dt="2021-01-29T02:17:01.732" v="25" actId="478"/>
          <ac:picMkLst>
            <pc:docMk/>
            <pc:sldMk cId="2397736379" sldId="363"/>
            <ac:picMk id="23" creationId="{50430609-0E30-4E04-A0AB-4BEFD5706BAC}"/>
          </ac:picMkLst>
        </pc:picChg>
        <pc:cxnChg chg="del mod">
          <ac:chgData name="鈴木 秀規" userId="f68c5fd9-22d5-4c0a-9833-7fb0f5135313" providerId="ADAL" clId="{6A56FB10-BD31-4A36-9DC1-80D965E09775}" dt="2021-01-29T02:17:01.732" v="25" actId="478"/>
          <ac:cxnSpMkLst>
            <pc:docMk/>
            <pc:sldMk cId="2397736379" sldId="363"/>
            <ac:cxnSpMk id="24" creationId="{2971CE02-4FF4-45F7-8B9C-E59D75CEAF1D}"/>
          </ac:cxnSpMkLst>
        </pc:cxnChg>
      </pc:sldChg>
      <pc:sldChg chg="del">
        <pc:chgData name="鈴木 秀規" userId="f68c5fd9-22d5-4c0a-9833-7fb0f5135313" providerId="ADAL" clId="{6A56FB10-BD31-4A36-9DC1-80D965E09775}" dt="2021-01-29T02:16:21.792" v="21" actId="2696"/>
        <pc:sldMkLst>
          <pc:docMk/>
          <pc:sldMk cId="1491796703" sldId="364"/>
        </pc:sldMkLst>
      </pc:sldChg>
      <pc:sldChg chg="addSp modSp new mod">
        <pc:chgData name="鈴木 秀規" userId="f68c5fd9-22d5-4c0a-9833-7fb0f5135313" providerId="ADAL" clId="{6A56FB10-BD31-4A36-9DC1-80D965E09775}" dt="2021-01-29T02:20:43.427" v="67" actId="1076"/>
        <pc:sldMkLst>
          <pc:docMk/>
          <pc:sldMk cId="1780867631" sldId="364"/>
        </pc:sldMkLst>
        <pc:spChg chg="mod">
          <ac:chgData name="鈴木 秀規" userId="f68c5fd9-22d5-4c0a-9833-7fb0f5135313" providerId="ADAL" clId="{6A56FB10-BD31-4A36-9DC1-80D965E09775}" dt="2021-01-29T02:18:20.300" v="38"/>
          <ac:spMkLst>
            <pc:docMk/>
            <pc:sldMk cId="1780867631" sldId="364"/>
            <ac:spMk id="3" creationId="{05C6DAF3-7CB5-46CF-B20F-F9FAA3199561}"/>
          </ac:spMkLst>
        </pc:spChg>
        <pc:spChg chg="mod">
          <ac:chgData name="鈴木 秀規" userId="f68c5fd9-22d5-4c0a-9833-7fb0f5135313" providerId="ADAL" clId="{6A56FB10-BD31-4A36-9DC1-80D965E09775}" dt="2021-01-29T02:18:29.384" v="41" actId="14100"/>
          <ac:spMkLst>
            <pc:docMk/>
            <pc:sldMk cId="1780867631" sldId="364"/>
            <ac:spMk id="5" creationId="{CF3D8E7F-5CEC-499E-8636-A3A5D79534C4}"/>
          </ac:spMkLst>
        </pc:spChg>
        <pc:spChg chg="add mod">
          <ac:chgData name="鈴木 秀規" userId="f68c5fd9-22d5-4c0a-9833-7fb0f5135313" providerId="ADAL" clId="{6A56FB10-BD31-4A36-9DC1-80D965E09775}" dt="2021-01-29T02:19:10.335" v="50" actId="14100"/>
          <ac:spMkLst>
            <pc:docMk/>
            <pc:sldMk cId="1780867631" sldId="364"/>
            <ac:spMk id="6" creationId="{80B1E86E-5207-44A5-B3D9-04B2D950F351}"/>
          </ac:spMkLst>
        </pc:spChg>
        <pc:spChg chg="add mod">
          <ac:chgData name="鈴木 秀規" userId="f68c5fd9-22d5-4c0a-9833-7fb0f5135313" providerId="ADAL" clId="{6A56FB10-BD31-4A36-9DC1-80D965E09775}" dt="2021-01-29T02:20:33.748" v="65" actId="207"/>
          <ac:spMkLst>
            <pc:docMk/>
            <pc:sldMk cId="1780867631" sldId="364"/>
            <ac:spMk id="7" creationId="{976DEC37-B0EA-49B3-B5E6-88A193ABF843}"/>
          </ac:spMkLst>
        </pc:spChg>
        <pc:spChg chg="add mod">
          <ac:chgData name="鈴木 秀規" userId="f68c5fd9-22d5-4c0a-9833-7fb0f5135313" providerId="ADAL" clId="{6A56FB10-BD31-4A36-9DC1-80D965E09775}" dt="2021-01-29T02:20:43.427" v="67" actId="1076"/>
          <ac:spMkLst>
            <pc:docMk/>
            <pc:sldMk cId="1780867631" sldId="364"/>
            <ac:spMk id="8" creationId="{6363893C-210D-4BFB-B929-2ADEA0179212}"/>
          </ac:spMkLst>
        </pc:spChg>
      </pc:sldChg>
      <pc:sldChg chg="del">
        <pc:chgData name="鈴木 秀規" userId="f68c5fd9-22d5-4c0a-9833-7fb0f5135313" providerId="ADAL" clId="{6A56FB10-BD31-4A36-9DC1-80D965E09775}" dt="2021-01-29T02:16:21.792" v="21" actId="2696"/>
        <pc:sldMkLst>
          <pc:docMk/>
          <pc:sldMk cId="2862888682" sldId="365"/>
        </pc:sldMkLst>
      </pc:sldChg>
      <pc:sldChg chg="addSp modSp new mod">
        <pc:chgData name="鈴木 秀規" userId="f68c5fd9-22d5-4c0a-9833-7fb0f5135313" providerId="ADAL" clId="{6A56FB10-BD31-4A36-9DC1-80D965E09775}" dt="2021-01-29T02:22:18.693" v="89" actId="208"/>
        <pc:sldMkLst>
          <pc:docMk/>
          <pc:sldMk cId="3777598103" sldId="365"/>
        </pc:sldMkLst>
        <pc:spChg chg="mod">
          <ac:chgData name="鈴木 秀規" userId="f68c5fd9-22d5-4c0a-9833-7fb0f5135313" providerId="ADAL" clId="{6A56FB10-BD31-4A36-9DC1-80D965E09775}" dt="2021-01-29T02:20:56.347" v="69"/>
          <ac:spMkLst>
            <pc:docMk/>
            <pc:sldMk cId="3777598103" sldId="365"/>
            <ac:spMk id="3" creationId="{E14777EE-8ED7-46CA-A6C6-111DEB024EE8}"/>
          </ac:spMkLst>
        </pc:spChg>
        <pc:spChg chg="mod">
          <ac:chgData name="鈴木 秀規" userId="f68c5fd9-22d5-4c0a-9833-7fb0f5135313" providerId="ADAL" clId="{6A56FB10-BD31-4A36-9DC1-80D965E09775}" dt="2021-01-29T02:21:31.909" v="80" actId="207"/>
          <ac:spMkLst>
            <pc:docMk/>
            <pc:sldMk cId="3777598103" sldId="365"/>
            <ac:spMk id="5" creationId="{54922C1B-CE01-4FF3-8A24-510B28360527}"/>
          </ac:spMkLst>
        </pc:spChg>
        <pc:spChg chg="add mod">
          <ac:chgData name="鈴木 秀規" userId="f68c5fd9-22d5-4c0a-9833-7fb0f5135313" providerId="ADAL" clId="{6A56FB10-BD31-4A36-9DC1-80D965E09775}" dt="2021-01-29T02:22:18.693" v="89" actId="208"/>
          <ac:spMkLst>
            <pc:docMk/>
            <pc:sldMk cId="3777598103" sldId="365"/>
            <ac:spMk id="6" creationId="{ECD1A4C1-0817-42A8-8445-B6129AA18923}"/>
          </ac:spMkLst>
        </pc:spChg>
        <pc:spChg chg="add mod">
          <ac:chgData name="鈴木 秀規" userId="f68c5fd9-22d5-4c0a-9833-7fb0f5135313" providerId="ADAL" clId="{6A56FB10-BD31-4A36-9DC1-80D965E09775}" dt="2021-01-29T02:22:09.564" v="87" actId="2711"/>
          <ac:spMkLst>
            <pc:docMk/>
            <pc:sldMk cId="3777598103" sldId="365"/>
            <ac:spMk id="7" creationId="{5ED15124-E5A6-4D52-A378-AF238726DB9B}"/>
          </ac:spMkLst>
        </pc:spChg>
      </pc:sldChg>
      <pc:sldChg chg="del">
        <pc:chgData name="鈴木 秀規" userId="f68c5fd9-22d5-4c0a-9833-7fb0f5135313" providerId="ADAL" clId="{6A56FB10-BD31-4A36-9DC1-80D965E09775}" dt="2021-01-29T02:16:21.792" v="21" actId="2696"/>
        <pc:sldMkLst>
          <pc:docMk/>
          <pc:sldMk cId="805013935" sldId="366"/>
        </pc:sldMkLst>
      </pc:sldChg>
      <pc:sldChg chg="addSp modSp new mod">
        <pc:chgData name="鈴木 秀規" userId="f68c5fd9-22d5-4c0a-9833-7fb0f5135313" providerId="ADAL" clId="{6A56FB10-BD31-4A36-9DC1-80D965E09775}" dt="2021-01-29T02:23:59.551" v="116" actId="207"/>
        <pc:sldMkLst>
          <pc:docMk/>
          <pc:sldMk cId="2854614525" sldId="366"/>
        </pc:sldMkLst>
        <pc:spChg chg="mod">
          <ac:chgData name="鈴木 秀規" userId="f68c5fd9-22d5-4c0a-9833-7fb0f5135313" providerId="ADAL" clId="{6A56FB10-BD31-4A36-9DC1-80D965E09775}" dt="2021-01-29T02:22:31.758" v="91"/>
          <ac:spMkLst>
            <pc:docMk/>
            <pc:sldMk cId="2854614525" sldId="366"/>
            <ac:spMk id="3" creationId="{F26CE814-F8ED-4E8E-A63A-8048770B7C44}"/>
          </ac:spMkLst>
        </pc:spChg>
        <pc:spChg chg="mod">
          <ac:chgData name="鈴木 秀規" userId="f68c5fd9-22d5-4c0a-9833-7fb0f5135313" providerId="ADAL" clId="{6A56FB10-BD31-4A36-9DC1-80D965E09775}" dt="2021-01-29T02:22:43.200" v="95" actId="14100"/>
          <ac:spMkLst>
            <pc:docMk/>
            <pc:sldMk cId="2854614525" sldId="366"/>
            <ac:spMk id="5" creationId="{DBE2286B-08E7-4462-9777-B5C96BD424CB}"/>
          </ac:spMkLst>
        </pc:spChg>
        <pc:spChg chg="add mod">
          <ac:chgData name="鈴木 秀規" userId="f68c5fd9-22d5-4c0a-9833-7fb0f5135313" providerId="ADAL" clId="{6A56FB10-BD31-4A36-9DC1-80D965E09775}" dt="2021-01-29T02:23:09.798" v="104" actId="207"/>
          <ac:spMkLst>
            <pc:docMk/>
            <pc:sldMk cId="2854614525" sldId="366"/>
            <ac:spMk id="6" creationId="{544418F5-1007-42F1-B373-39B2A96668F3}"/>
          </ac:spMkLst>
        </pc:spChg>
        <pc:spChg chg="add mod">
          <ac:chgData name="鈴木 秀規" userId="f68c5fd9-22d5-4c0a-9833-7fb0f5135313" providerId="ADAL" clId="{6A56FB10-BD31-4A36-9DC1-80D965E09775}" dt="2021-01-29T02:23:59.551" v="116" actId="207"/>
          <ac:spMkLst>
            <pc:docMk/>
            <pc:sldMk cId="2854614525" sldId="366"/>
            <ac:spMk id="7" creationId="{8C8E1B9C-823D-4F81-8667-D896519534C2}"/>
          </ac:spMkLst>
        </pc:spChg>
      </pc:sldChg>
      <pc:sldChg chg="del">
        <pc:chgData name="鈴木 秀規" userId="f68c5fd9-22d5-4c0a-9833-7fb0f5135313" providerId="ADAL" clId="{6A56FB10-BD31-4A36-9DC1-80D965E09775}" dt="2021-01-29T02:16:21.792" v="21" actId="2696"/>
        <pc:sldMkLst>
          <pc:docMk/>
          <pc:sldMk cId="1837428979" sldId="367"/>
        </pc:sldMkLst>
      </pc:sldChg>
      <pc:sldChg chg="addSp modSp new mod">
        <pc:chgData name="鈴木 秀規" userId="f68c5fd9-22d5-4c0a-9833-7fb0f5135313" providerId="ADAL" clId="{6A56FB10-BD31-4A36-9DC1-80D965E09775}" dt="2021-01-29T02:29:27.799" v="166" actId="164"/>
        <pc:sldMkLst>
          <pc:docMk/>
          <pc:sldMk cId="2453149005" sldId="367"/>
        </pc:sldMkLst>
        <pc:spChg chg="mod">
          <ac:chgData name="鈴木 秀規" userId="f68c5fd9-22d5-4c0a-9833-7fb0f5135313" providerId="ADAL" clId="{6A56FB10-BD31-4A36-9DC1-80D965E09775}" dt="2021-01-29T02:24:14.315" v="118"/>
          <ac:spMkLst>
            <pc:docMk/>
            <pc:sldMk cId="2453149005" sldId="367"/>
            <ac:spMk id="3" creationId="{D0091356-C820-41AD-86D2-84EA01CD9E85}"/>
          </ac:spMkLst>
        </pc:spChg>
        <pc:spChg chg="mod">
          <ac:chgData name="鈴木 秀規" userId="f68c5fd9-22d5-4c0a-9833-7fb0f5135313" providerId="ADAL" clId="{6A56FB10-BD31-4A36-9DC1-80D965E09775}" dt="2021-01-29T02:24:29.408" v="122" actId="14100"/>
          <ac:spMkLst>
            <pc:docMk/>
            <pc:sldMk cId="2453149005" sldId="367"/>
            <ac:spMk id="5" creationId="{2D30FFA8-0C0A-48CA-B916-97E6ACAD6DF5}"/>
          </ac:spMkLst>
        </pc:spChg>
        <pc:spChg chg="add mod">
          <ac:chgData name="鈴木 秀規" userId="f68c5fd9-22d5-4c0a-9833-7fb0f5135313" providerId="ADAL" clId="{6A56FB10-BD31-4A36-9DC1-80D965E09775}" dt="2021-01-29T02:24:54.052" v="128" actId="14100"/>
          <ac:spMkLst>
            <pc:docMk/>
            <pc:sldMk cId="2453149005" sldId="367"/>
            <ac:spMk id="6" creationId="{317F3DF3-1429-4428-969E-60EC6C9672AE}"/>
          </ac:spMkLst>
        </pc:spChg>
        <pc:spChg chg="add mod">
          <ac:chgData name="鈴木 秀規" userId="f68c5fd9-22d5-4c0a-9833-7fb0f5135313" providerId="ADAL" clId="{6A56FB10-BD31-4A36-9DC1-80D965E09775}" dt="2021-01-29T02:24:57.203" v="129" actId="14100"/>
          <ac:spMkLst>
            <pc:docMk/>
            <pc:sldMk cId="2453149005" sldId="367"/>
            <ac:spMk id="7" creationId="{FF061B3F-A959-4958-88FF-530E3549AA32}"/>
          </ac:spMkLst>
        </pc:spChg>
        <pc:spChg chg="add mod">
          <ac:chgData name="鈴木 秀規" userId="f68c5fd9-22d5-4c0a-9833-7fb0f5135313" providerId="ADAL" clId="{6A56FB10-BD31-4A36-9DC1-80D965E09775}" dt="2021-01-29T02:25:24.398" v="135" actId="1076"/>
          <ac:spMkLst>
            <pc:docMk/>
            <pc:sldMk cId="2453149005" sldId="367"/>
            <ac:spMk id="9" creationId="{2122A104-6869-4C74-9178-377170F8F3B1}"/>
          </ac:spMkLst>
        </pc:spChg>
        <pc:spChg chg="add mod">
          <ac:chgData name="鈴木 秀規" userId="f68c5fd9-22d5-4c0a-9833-7fb0f5135313" providerId="ADAL" clId="{6A56FB10-BD31-4A36-9DC1-80D965E09775}" dt="2021-01-29T02:25:24.398" v="135" actId="1076"/>
          <ac:spMkLst>
            <pc:docMk/>
            <pc:sldMk cId="2453149005" sldId="367"/>
            <ac:spMk id="10" creationId="{CBF11251-8CD1-4DA3-AB64-65C50947954B}"/>
          </ac:spMkLst>
        </pc:spChg>
        <pc:spChg chg="add mod">
          <ac:chgData name="鈴木 秀規" userId="f68c5fd9-22d5-4c0a-9833-7fb0f5135313" providerId="ADAL" clId="{6A56FB10-BD31-4A36-9DC1-80D965E09775}" dt="2021-01-29T02:25:24.398" v="135" actId="1076"/>
          <ac:spMkLst>
            <pc:docMk/>
            <pc:sldMk cId="2453149005" sldId="367"/>
            <ac:spMk id="11" creationId="{BEDEE338-071D-412E-82E8-853F4F016164}"/>
          </ac:spMkLst>
        </pc:spChg>
        <pc:spChg chg="add mod">
          <ac:chgData name="鈴木 秀規" userId="f68c5fd9-22d5-4c0a-9833-7fb0f5135313" providerId="ADAL" clId="{6A56FB10-BD31-4A36-9DC1-80D965E09775}" dt="2021-01-29T02:26:23.956" v="155" actId="207"/>
          <ac:spMkLst>
            <pc:docMk/>
            <pc:sldMk cId="2453149005" sldId="367"/>
            <ac:spMk id="12" creationId="{9FEF644D-C7C7-48FD-B6CD-24B0D92ED79A}"/>
          </ac:spMkLst>
        </pc:spChg>
        <pc:spChg chg="add mod">
          <ac:chgData name="鈴木 秀規" userId="f68c5fd9-22d5-4c0a-9833-7fb0f5135313" providerId="ADAL" clId="{6A56FB10-BD31-4A36-9DC1-80D965E09775}" dt="2021-01-29T02:29:27.799" v="166" actId="164"/>
          <ac:spMkLst>
            <pc:docMk/>
            <pc:sldMk cId="2453149005" sldId="367"/>
            <ac:spMk id="13" creationId="{705A0502-1898-41AF-B209-F762DD4471C3}"/>
          </ac:spMkLst>
        </pc:spChg>
        <pc:spChg chg="add mod">
          <ac:chgData name="鈴木 秀規" userId="f68c5fd9-22d5-4c0a-9833-7fb0f5135313" providerId="ADAL" clId="{6A56FB10-BD31-4A36-9DC1-80D965E09775}" dt="2021-01-29T02:29:27.799" v="166" actId="164"/>
          <ac:spMkLst>
            <pc:docMk/>
            <pc:sldMk cId="2453149005" sldId="367"/>
            <ac:spMk id="14" creationId="{D011B804-B192-4DDF-9994-BC02DE481749}"/>
          </ac:spMkLst>
        </pc:spChg>
        <pc:grpChg chg="add mod">
          <ac:chgData name="鈴木 秀規" userId="f68c5fd9-22d5-4c0a-9833-7fb0f5135313" providerId="ADAL" clId="{6A56FB10-BD31-4A36-9DC1-80D965E09775}" dt="2021-01-29T02:29:27.799" v="166" actId="164"/>
          <ac:grpSpMkLst>
            <pc:docMk/>
            <pc:sldMk cId="2453149005" sldId="367"/>
            <ac:grpSpMk id="15" creationId="{11307DA1-FF3D-4D0B-9BD1-D5E7030BEC61}"/>
          </ac:grpSpMkLst>
        </pc:grpChg>
        <pc:cxnChg chg="add mod">
          <ac:chgData name="鈴木 秀規" userId="f68c5fd9-22d5-4c0a-9833-7fb0f5135313" providerId="ADAL" clId="{6A56FB10-BD31-4A36-9DC1-80D965E09775}" dt="2021-01-29T02:25:24.398" v="135" actId="1076"/>
          <ac:cxnSpMkLst>
            <pc:docMk/>
            <pc:sldMk cId="2453149005" sldId="367"/>
            <ac:cxnSpMk id="8" creationId="{7B4697CD-89B0-4E4E-8F95-12C818983E75}"/>
          </ac:cxnSpMkLst>
        </pc:cxnChg>
      </pc:sldChg>
      <pc:sldChg chg="del">
        <pc:chgData name="鈴木 秀規" userId="f68c5fd9-22d5-4c0a-9833-7fb0f5135313" providerId="ADAL" clId="{6A56FB10-BD31-4A36-9DC1-80D965E09775}" dt="2021-01-29T02:16:21.792" v="21" actId="2696"/>
        <pc:sldMkLst>
          <pc:docMk/>
          <pc:sldMk cId="1713287924" sldId="368"/>
        </pc:sldMkLst>
      </pc:sldChg>
      <pc:sldChg chg="addSp modSp new mod">
        <pc:chgData name="鈴木 秀規" userId="f68c5fd9-22d5-4c0a-9833-7fb0f5135313" providerId="ADAL" clId="{6A56FB10-BD31-4A36-9DC1-80D965E09775}" dt="2021-01-29T03:30:57.592" v="203" actId="1037"/>
        <pc:sldMkLst>
          <pc:docMk/>
          <pc:sldMk cId="2090493252" sldId="368"/>
        </pc:sldMkLst>
        <pc:spChg chg="mod">
          <ac:chgData name="鈴木 秀規" userId="f68c5fd9-22d5-4c0a-9833-7fb0f5135313" providerId="ADAL" clId="{6A56FB10-BD31-4A36-9DC1-80D965E09775}" dt="2021-01-29T02:27:33.849" v="158"/>
          <ac:spMkLst>
            <pc:docMk/>
            <pc:sldMk cId="2090493252" sldId="368"/>
            <ac:spMk id="3" creationId="{4BC3EEF1-DC5E-45B1-B45A-1A0DFA784A48}"/>
          </ac:spMkLst>
        </pc:spChg>
        <pc:spChg chg="mod">
          <ac:chgData name="鈴木 秀規" userId="f68c5fd9-22d5-4c0a-9833-7fb0f5135313" providerId="ADAL" clId="{6A56FB10-BD31-4A36-9DC1-80D965E09775}" dt="2021-01-29T02:27:54.673" v="163" actId="207"/>
          <ac:spMkLst>
            <pc:docMk/>
            <pc:sldMk cId="2090493252" sldId="368"/>
            <ac:spMk id="5" creationId="{CD665B1E-1AF3-45CD-983D-707141164AC9}"/>
          </ac:spMkLst>
        </pc:spChg>
        <pc:spChg chg="add mod">
          <ac:chgData name="鈴木 秀規" userId="f68c5fd9-22d5-4c0a-9833-7fb0f5135313" providerId="ADAL" clId="{6A56FB10-BD31-4A36-9DC1-80D965E09775}" dt="2021-01-29T02:30:12.329" v="174" actId="255"/>
          <ac:spMkLst>
            <pc:docMk/>
            <pc:sldMk cId="2090493252" sldId="368"/>
            <ac:spMk id="6" creationId="{590C535E-96ED-4316-8A0A-95A0AE80C35C}"/>
          </ac:spMkLst>
        </pc:spChg>
        <pc:spChg chg="mod">
          <ac:chgData name="鈴木 秀規" userId="f68c5fd9-22d5-4c0a-9833-7fb0f5135313" providerId="ADAL" clId="{6A56FB10-BD31-4A36-9DC1-80D965E09775}" dt="2021-01-29T02:30:12.329" v="174" actId="255"/>
          <ac:spMkLst>
            <pc:docMk/>
            <pc:sldMk cId="2090493252" sldId="368"/>
            <ac:spMk id="8" creationId="{7B0A61E9-C160-43C7-B07D-528FF8FB100F}"/>
          </ac:spMkLst>
        </pc:spChg>
        <pc:spChg chg="mod">
          <ac:chgData name="鈴木 秀規" userId="f68c5fd9-22d5-4c0a-9833-7fb0f5135313" providerId="ADAL" clId="{6A56FB10-BD31-4A36-9DC1-80D965E09775}" dt="2021-01-29T02:30:12.329" v="174" actId="255"/>
          <ac:spMkLst>
            <pc:docMk/>
            <pc:sldMk cId="2090493252" sldId="368"/>
            <ac:spMk id="9" creationId="{5C9176F4-B3C0-437A-858A-B6FC77237D84}"/>
          </ac:spMkLst>
        </pc:spChg>
        <pc:spChg chg="mod">
          <ac:chgData name="鈴木 秀規" userId="f68c5fd9-22d5-4c0a-9833-7fb0f5135313" providerId="ADAL" clId="{6A56FB10-BD31-4A36-9DC1-80D965E09775}" dt="2021-01-29T02:30:12.329" v="174" actId="255"/>
          <ac:spMkLst>
            <pc:docMk/>
            <pc:sldMk cId="2090493252" sldId="368"/>
            <ac:spMk id="11" creationId="{245001DF-B028-40E0-8E36-EE20A69396C1}"/>
          </ac:spMkLst>
        </pc:spChg>
        <pc:spChg chg="mod">
          <ac:chgData name="鈴木 秀規" userId="f68c5fd9-22d5-4c0a-9833-7fb0f5135313" providerId="ADAL" clId="{6A56FB10-BD31-4A36-9DC1-80D965E09775}" dt="2021-01-29T02:30:12.329" v="174" actId="255"/>
          <ac:spMkLst>
            <pc:docMk/>
            <pc:sldMk cId="2090493252" sldId="368"/>
            <ac:spMk id="12" creationId="{57886454-3690-4F0F-AC53-85CF4B1BCEF5}"/>
          </ac:spMkLst>
        </pc:spChg>
        <pc:spChg chg="add mod">
          <ac:chgData name="鈴木 秀規" userId="f68c5fd9-22d5-4c0a-9833-7fb0f5135313" providerId="ADAL" clId="{6A56FB10-BD31-4A36-9DC1-80D965E09775}" dt="2021-01-29T03:30:57.592" v="203" actId="1037"/>
          <ac:spMkLst>
            <pc:docMk/>
            <pc:sldMk cId="2090493252" sldId="368"/>
            <ac:spMk id="13" creationId="{EA0997C3-8B59-40B1-ACB4-B83FF094C491}"/>
          </ac:spMkLst>
        </pc:spChg>
        <pc:spChg chg="add mod">
          <ac:chgData name="鈴木 秀規" userId="f68c5fd9-22d5-4c0a-9833-7fb0f5135313" providerId="ADAL" clId="{6A56FB10-BD31-4A36-9DC1-80D965E09775}" dt="2021-01-29T03:30:57.592" v="203" actId="1037"/>
          <ac:spMkLst>
            <pc:docMk/>
            <pc:sldMk cId="2090493252" sldId="368"/>
            <ac:spMk id="14" creationId="{A255DE68-E431-40A5-BC50-F21400D17870}"/>
          </ac:spMkLst>
        </pc:spChg>
        <pc:spChg chg="mod">
          <ac:chgData name="鈴木 秀規" userId="f68c5fd9-22d5-4c0a-9833-7fb0f5135313" providerId="ADAL" clId="{6A56FB10-BD31-4A36-9DC1-80D965E09775}" dt="2021-01-29T02:30:25.732" v="176" actId="571"/>
          <ac:spMkLst>
            <pc:docMk/>
            <pc:sldMk cId="2090493252" sldId="368"/>
            <ac:spMk id="16" creationId="{A549F3E6-2BB6-479F-AB19-0780EEF02547}"/>
          </ac:spMkLst>
        </pc:spChg>
        <pc:spChg chg="mod">
          <ac:chgData name="鈴木 秀規" userId="f68c5fd9-22d5-4c0a-9833-7fb0f5135313" providerId="ADAL" clId="{6A56FB10-BD31-4A36-9DC1-80D965E09775}" dt="2021-01-29T02:30:25.732" v="176" actId="571"/>
          <ac:spMkLst>
            <pc:docMk/>
            <pc:sldMk cId="2090493252" sldId="368"/>
            <ac:spMk id="17" creationId="{88C650CE-661A-4034-92DE-99541258986B}"/>
          </ac:spMkLst>
        </pc:spChg>
        <pc:grpChg chg="add mod">
          <ac:chgData name="鈴木 秀規" userId="f68c5fd9-22d5-4c0a-9833-7fb0f5135313" providerId="ADAL" clId="{6A56FB10-BD31-4A36-9DC1-80D965E09775}" dt="2021-01-29T02:29:33.839" v="168" actId="1076"/>
          <ac:grpSpMkLst>
            <pc:docMk/>
            <pc:sldMk cId="2090493252" sldId="368"/>
            <ac:grpSpMk id="7" creationId="{574B1123-8EB3-41AE-9CBA-8D4B6120438B}"/>
          </ac:grpSpMkLst>
        </pc:grpChg>
        <pc:grpChg chg="add mod">
          <ac:chgData name="鈴木 秀規" userId="f68c5fd9-22d5-4c0a-9833-7fb0f5135313" providerId="ADAL" clId="{6A56FB10-BD31-4A36-9DC1-80D965E09775}" dt="2021-01-29T02:29:45.435" v="170" actId="1076"/>
          <ac:grpSpMkLst>
            <pc:docMk/>
            <pc:sldMk cId="2090493252" sldId="368"/>
            <ac:grpSpMk id="10" creationId="{171A3A17-E962-4E57-A36D-60FB03619C31}"/>
          </ac:grpSpMkLst>
        </pc:grpChg>
        <pc:grpChg chg="add mod">
          <ac:chgData name="鈴木 秀規" userId="f68c5fd9-22d5-4c0a-9833-7fb0f5135313" providerId="ADAL" clId="{6A56FB10-BD31-4A36-9DC1-80D965E09775}" dt="2021-01-29T03:30:57.592" v="203" actId="1037"/>
          <ac:grpSpMkLst>
            <pc:docMk/>
            <pc:sldMk cId="2090493252" sldId="368"/>
            <ac:grpSpMk id="15" creationId="{71761FFD-6D50-4C41-AFAA-1482D23B90A6}"/>
          </ac:grpSpMkLst>
        </pc:grpChg>
        <pc:cxnChg chg="add mod">
          <ac:chgData name="鈴木 秀規" userId="f68c5fd9-22d5-4c0a-9833-7fb0f5135313" providerId="ADAL" clId="{6A56FB10-BD31-4A36-9DC1-80D965E09775}" dt="2021-01-29T03:30:17.556" v="180" actId="1582"/>
          <ac:cxnSpMkLst>
            <pc:docMk/>
            <pc:sldMk cId="2090493252" sldId="368"/>
            <ac:cxnSpMk id="19" creationId="{BD5C9672-D908-4F5F-BC1A-6C5C9AF3338E}"/>
          </ac:cxnSpMkLst>
        </pc:cxnChg>
        <pc:cxnChg chg="add mod">
          <ac:chgData name="鈴木 秀規" userId="f68c5fd9-22d5-4c0a-9833-7fb0f5135313" providerId="ADAL" clId="{6A56FB10-BD31-4A36-9DC1-80D965E09775}" dt="2021-01-29T03:30:25.576" v="183" actId="14100"/>
          <ac:cxnSpMkLst>
            <pc:docMk/>
            <pc:sldMk cId="2090493252" sldId="368"/>
            <ac:cxnSpMk id="20" creationId="{EA8CFA22-1F2E-4184-B940-364099F5C6D0}"/>
          </ac:cxnSpMkLst>
        </pc:cxnChg>
        <pc:cxnChg chg="add mod">
          <ac:chgData name="鈴木 秀規" userId="f68c5fd9-22d5-4c0a-9833-7fb0f5135313" providerId="ADAL" clId="{6A56FB10-BD31-4A36-9DC1-80D965E09775}" dt="2021-01-29T03:30:57.592" v="203" actId="1037"/>
          <ac:cxnSpMkLst>
            <pc:docMk/>
            <pc:sldMk cId="2090493252" sldId="368"/>
            <ac:cxnSpMk id="23" creationId="{E0B95278-A353-4FF0-999C-E9D83A96F679}"/>
          </ac:cxnSpMkLst>
        </pc:cxnChg>
        <pc:cxnChg chg="add mod">
          <ac:chgData name="鈴木 秀規" userId="f68c5fd9-22d5-4c0a-9833-7fb0f5135313" providerId="ADAL" clId="{6A56FB10-BD31-4A36-9DC1-80D965E09775}" dt="2021-01-29T03:30:57.592" v="203" actId="1037"/>
          <ac:cxnSpMkLst>
            <pc:docMk/>
            <pc:sldMk cId="2090493252" sldId="368"/>
            <ac:cxnSpMk id="26" creationId="{D73036CF-2F5F-4501-AD91-44E93578703D}"/>
          </ac:cxnSpMkLst>
        </pc:cxnChg>
      </pc:sldChg>
      <pc:sldChg chg="modSp new mod">
        <pc:chgData name="鈴木 秀規" userId="f68c5fd9-22d5-4c0a-9833-7fb0f5135313" providerId="ADAL" clId="{6A56FB10-BD31-4A36-9DC1-80D965E09775}" dt="2021-01-29T03:32:13.291" v="207"/>
        <pc:sldMkLst>
          <pc:docMk/>
          <pc:sldMk cId="1828494026" sldId="369"/>
        </pc:sldMkLst>
        <pc:spChg chg="mod">
          <ac:chgData name="鈴木 秀規" userId="f68c5fd9-22d5-4c0a-9833-7fb0f5135313" providerId="ADAL" clId="{6A56FB10-BD31-4A36-9DC1-80D965E09775}" dt="2021-01-29T03:32:03.048" v="205"/>
          <ac:spMkLst>
            <pc:docMk/>
            <pc:sldMk cId="1828494026" sldId="369"/>
            <ac:spMk id="3" creationId="{148CCD29-7F49-46E3-9F53-727A0A15587A}"/>
          </ac:spMkLst>
        </pc:spChg>
        <pc:spChg chg="mod">
          <ac:chgData name="鈴木 秀規" userId="f68c5fd9-22d5-4c0a-9833-7fb0f5135313" providerId="ADAL" clId="{6A56FB10-BD31-4A36-9DC1-80D965E09775}" dt="2021-01-29T03:32:13.291" v="207"/>
          <ac:spMkLst>
            <pc:docMk/>
            <pc:sldMk cId="1828494026" sldId="369"/>
            <ac:spMk id="5" creationId="{116A975A-3C54-45C8-876C-6B2805CEA61C}"/>
          </ac:spMkLst>
        </pc:spChg>
      </pc:sldChg>
      <pc:sldChg chg="del">
        <pc:chgData name="鈴木 秀規" userId="f68c5fd9-22d5-4c0a-9833-7fb0f5135313" providerId="ADAL" clId="{6A56FB10-BD31-4A36-9DC1-80D965E09775}" dt="2021-01-29T02:16:21.792" v="21" actId="2696"/>
        <pc:sldMkLst>
          <pc:docMk/>
          <pc:sldMk cId="2427838374" sldId="369"/>
        </pc:sldMkLst>
      </pc:sldChg>
      <pc:sldChg chg="addSp modSp new mod">
        <pc:chgData name="鈴木 秀規" userId="f68c5fd9-22d5-4c0a-9833-7fb0f5135313" providerId="ADAL" clId="{6A56FB10-BD31-4A36-9DC1-80D965E09775}" dt="2021-01-29T03:36:52.138" v="245" actId="207"/>
        <pc:sldMkLst>
          <pc:docMk/>
          <pc:sldMk cId="1301075000" sldId="370"/>
        </pc:sldMkLst>
        <pc:spChg chg="mod">
          <ac:chgData name="鈴木 秀規" userId="f68c5fd9-22d5-4c0a-9833-7fb0f5135313" providerId="ADAL" clId="{6A56FB10-BD31-4A36-9DC1-80D965E09775}" dt="2021-01-29T03:32:27.793" v="209"/>
          <ac:spMkLst>
            <pc:docMk/>
            <pc:sldMk cId="1301075000" sldId="370"/>
            <ac:spMk id="3" creationId="{A8E036A3-4A54-4CF7-A59C-DF5E25038E61}"/>
          </ac:spMkLst>
        </pc:spChg>
        <pc:spChg chg="mod">
          <ac:chgData name="鈴木 秀規" userId="f68c5fd9-22d5-4c0a-9833-7fb0f5135313" providerId="ADAL" clId="{6A56FB10-BD31-4A36-9DC1-80D965E09775}" dt="2021-01-29T03:34:44.127" v="213" actId="20577"/>
          <ac:spMkLst>
            <pc:docMk/>
            <pc:sldMk cId="1301075000" sldId="370"/>
            <ac:spMk id="5" creationId="{F6EFE619-88C8-4A96-93DE-F1E2FFDAF6A9}"/>
          </ac:spMkLst>
        </pc:spChg>
        <pc:spChg chg="add mod">
          <ac:chgData name="鈴木 秀規" userId="f68c5fd9-22d5-4c0a-9833-7fb0f5135313" providerId="ADAL" clId="{6A56FB10-BD31-4A36-9DC1-80D965E09775}" dt="2021-01-29T03:36:52.138" v="245" actId="207"/>
          <ac:spMkLst>
            <pc:docMk/>
            <pc:sldMk cId="1301075000" sldId="370"/>
            <ac:spMk id="6" creationId="{6D593FF8-9881-455D-969D-377EF3BF1769}"/>
          </ac:spMkLst>
        </pc:spChg>
        <pc:spChg chg="add mod">
          <ac:chgData name="鈴木 秀規" userId="f68c5fd9-22d5-4c0a-9833-7fb0f5135313" providerId="ADAL" clId="{6A56FB10-BD31-4A36-9DC1-80D965E09775}" dt="2021-01-29T03:35:51.649" v="222" actId="14100"/>
          <ac:spMkLst>
            <pc:docMk/>
            <pc:sldMk cId="1301075000" sldId="370"/>
            <ac:spMk id="7" creationId="{9FF437E3-9FEA-47E7-A603-8CB2A7C86DC3}"/>
          </ac:spMkLst>
        </pc:spChg>
        <pc:spChg chg="add mod">
          <ac:chgData name="鈴木 秀規" userId="f68c5fd9-22d5-4c0a-9833-7fb0f5135313" providerId="ADAL" clId="{6A56FB10-BD31-4A36-9DC1-80D965E09775}" dt="2021-01-29T03:36:22.068" v="239" actId="14100"/>
          <ac:spMkLst>
            <pc:docMk/>
            <pc:sldMk cId="1301075000" sldId="370"/>
            <ac:spMk id="8" creationId="{7EF53F83-F641-4FCB-A6C1-92E425EA5529}"/>
          </ac:spMkLst>
        </pc:spChg>
        <pc:spChg chg="add mod">
          <ac:chgData name="鈴木 秀規" userId="f68c5fd9-22d5-4c0a-9833-7fb0f5135313" providerId="ADAL" clId="{6A56FB10-BD31-4A36-9DC1-80D965E09775}" dt="2021-01-29T03:36:24.482" v="240" actId="571"/>
          <ac:spMkLst>
            <pc:docMk/>
            <pc:sldMk cId="1301075000" sldId="370"/>
            <ac:spMk id="9" creationId="{70624BBB-AA9C-4AE3-8675-A987191230A8}"/>
          </ac:spMkLst>
        </pc:spChg>
        <pc:cxnChg chg="add mod">
          <ac:chgData name="鈴木 秀規" userId="f68c5fd9-22d5-4c0a-9833-7fb0f5135313" providerId="ADAL" clId="{6A56FB10-BD31-4A36-9DC1-80D965E09775}" dt="2021-01-29T03:36:37.360" v="243" actId="14100"/>
          <ac:cxnSpMkLst>
            <pc:docMk/>
            <pc:sldMk cId="1301075000" sldId="370"/>
            <ac:cxnSpMk id="10" creationId="{EE2C543A-244E-4C6C-A2FD-6501A471B78D}"/>
          </ac:cxnSpMkLst>
        </pc:cxnChg>
      </pc:sldChg>
      <pc:sldChg chg="del">
        <pc:chgData name="鈴木 秀規" userId="f68c5fd9-22d5-4c0a-9833-7fb0f5135313" providerId="ADAL" clId="{6A56FB10-BD31-4A36-9DC1-80D965E09775}" dt="2021-01-29T02:16:21.792" v="21" actId="2696"/>
        <pc:sldMkLst>
          <pc:docMk/>
          <pc:sldMk cId="1375847763" sldId="370"/>
        </pc:sldMkLst>
      </pc:sldChg>
      <pc:sldChg chg="del">
        <pc:chgData name="鈴木 秀規" userId="f68c5fd9-22d5-4c0a-9833-7fb0f5135313" providerId="ADAL" clId="{6A56FB10-BD31-4A36-9DC1-80D965E09775}" dt="2021-01-29T02:16:21.792" v="21" actId="2696"/>
        <pc:sldMkLst>
          <pc:docMk/>
          <pc:sldMk cId="88774120" sldId="371"/>
        </pc:sldMkLst>
      </pc:sldChg>
      <pc:sldChg chg="addSp modSp new mod">
        <pc:chgData name="鈴木 秀規" userId="f68c5fd9-22d5-4c0a-9833-7fb0f5135313" providerId="ADAL" clId="{6A56FB10-BD31-4A36-9DC1-80D965E09775}" dt="2021-01-29T03:39:13.368" v="275" actId="20577"/>
        <pc:sldMkLst>
          <pc:docMk/>
          <pc:sldMk cId="1939820756" sldId="371"/>
        </pc:sldMkLst>
        <pc:spChg chg="mod">
          <ac:chgData name="鈴木 秀規" userId="f68c5fd9-22d5-4c0a-9833-7fb0f5135313" providerId="ADAL" clId="{6A56FB10-BD31-4A36-9DC1-80D965E09775}" dt="2021-01-29T03:37:04.442" v="247"/>
          <ac:spMkLst>
            <pc:docMk/>
            <pc:sldMk cId="1939820756" sldId="371"/>
            <ac:spMk id="3" creationId="{E8C96A04-39FD-441A-962A-FA81A8B3A993}"/>
          </ac:spMkLst>
        </pc:spChg>
        <pc:spChg chg="mod">
          <ac:chgData name="鈴木 秀規" userId="f68c5fd9-22d5-4c0a-9833-7fb0f5135313" providerId="ADAL" clId="{6A56FB10-BD31-4A36-9DC1-80D965E09775}" dt="2021-01-29T03:39:13.368" v="275" actId="20577"/>
          <ac:spMkLst>
            <pc:docMk/>
            <pc:sldMk cId="1939820756" sldId="371"/>
            <ac:spMk id="5" creationId="{70E219BC-5247-44DD-8DD7-158CE82AF0CF}"/>
          </ac:spMkLst>
        </pc:spChg>
        <pc:spChg chg="add mod">
          <ac:chgData name="鈴木 秀規" userId="f68c5fd9-22d5-4c0a-9833-7fb0f5135313" providerId="ADAL" clId="{6A56FB10-BD31-4A36-9DC1-80D965E09775}" dt="2021-01-29T03:37:58.003" v="257" actId="1076"/>
          <ac:spMkLst>
            <pc:docMk/>
            <pc:sldMk cId="1939820756" sldId="371"/>
            <ac:spMk id="6" creationId="{FFB1B3FE-6A29-4639-A1A5-337B6FBF225B}"/>
          </ac:spMkLst>
        </pc:spChg>
        <pc:spChg chg="add mod">
          <ac:chgData name="鈴木 秀規" userId="f68c5fd9-22d5-4c0a-9833-7fb0f5135313" providerId="ADAL" clId="{6A56FB10-BD31-4A36-9DC1-80D965E09775}" dt="2021-01-29T03:39:03.655" v="272" actId="14100"/>
          <ac:spMkLst>
            <pc:docMk/>
            <pc:sldMk cId="1939820756" sldId="371"/>
            <ac:spMk id="7" creationId="{37C4AC0A-3C0A-4D06-9F0B-FDEAE1E8F1BF}"/>
          </ac:spMkLst>
        </pc:spChg>
        <pc:spChg chg="add mod">
          <ac:chgData name="鈴木 秀規" userId="f68c5fd9-22d5-4c0a-9833-7fb0f5135313" providerId="ADAL" clId="{6A56FB10-BD31-4A36-9DC1-80D965E09775}" dt="2021-01-29T03:39:08.242" v="273" actId="1076"/>
          <ac:spMkLst>
            <pc:docMk/>
            <pc:sldMk cId="1939820756" sldId="371"/>
            <ac:spMk id="8" creationId="{ED2A6511-C410-49B8-A836-6BB64278F73B}"/>
          </ac:spMkLst>
        </pc:spChg>
        <pc:spChg chg="add mod">
          <ac:chgData name="鈴木 秀規" userId="f68c5fd9-22d5-4c0a-9833-7fb0f5135313" providerId="ADAL" clId="{6A56FB10-BD31-4A36-9DC1-80D965E09775}" dt="2021-01-29T03:39:11.459" v="274" actId="1076"/>
          <ac:spMkLst>
            <pc:docMk/>
            <pc:sldMk cId="1939820756" sldId="371"/>
            <ac:spMk id="9" creationId="{99BCD06E-20B0-4B16-B60A-ACAFCDCA9345}"/>
          </ac:spMkLst>
        </pc:spChg>
      </pc:sldChg>
      <pc:sldChg chg="del">
        <pc:chgData name="鈴木 秀規" userId="f68c5fd9-22d5-4c0a-9833-7fb0f5135313" providerId="ADAL" clId="{6A56FB10-BD31-4A36-9DC1-80D965E09775}" dt="2021-01-29T02:16:21.792" v="21" actId="2696"/>
        <pc:sldMkLst>
          <pc:docMk/>
          <pc:sldMk cId="1789203375" sldId="372"/>
        </pc:sldMkLst>
      </pc:sldChg>
      <pc:sldChg chg="addSp modSp new mod">
        <pc:chgData name="鈴木 秀規" userId="f68c5fd9-22d5-4c0a-9833-7fb0f5135313" providerId="ADAL" clId="{6A56FB10-BD31-4A36-9DC1-80D965E09775}" dt="2021-01-29T03:41:03.963" v="295" actId="1076"/>
        <pc:sldMkLst>
          <pc:docMk/>
          <pc:sldMk cId="3679262217" sldId="372"/>
        </pc:sldMkLst>
        <pc:spChg chg="mod">
          <ac:chgData name="鈴木 秀規" userId="f68c5fd9-22d5-4c0a-9833-7fb0f5135313" providerId="ADAL" clId="{6A56FB10-BD31-4A36-9DC1-80D965E09775}" dt="2021-01-29T03:39:33.647" v="277"/>
          <ac:spMkLst>
            <pc:docMk/>
            <pc:sldMk cId="3679262217" sldId="372"/>
            <ac:spMk id="3" creationId="{F2C00D08-0381-42F1-9C02-397C7D954805}"/>
          </ac:spMkLst>
        </pc:spChg>
        <pc:spChg chg="mod">
          <ac:chgData name="鈴木 秀規" userId="f68c5fd9-22d5-4c0a-9833-7fb0f5135313" providerId="ADAL" clId="{6A56FB10-BD31-4A36-9DC1-80D965E09775}" dt="2021-01-29T03:40:52.989" v="294" actId="20577"/>
          <ac:spMkLst>
            <pc:docMk/>
            <pc:sldMk cId="3679262217" sldId="372"/>
            <ac:spMk id="5" creationId="{2327367B-F082-41A5-B2A7-B5E1D186EF02}"/>
          </ac:spMkLst>
        </pc:spChg>
        <pc:picChg chg="add mod">
          <ac:chgData name="鈴木 秀規" userId="f68c5fd9-22d5-4c0a-9833-7fb0f5135313" providerId="ADAL" clId="{6A56FB10-BD31-4A36-9DC1-80D965E09775}" dt="2021-01-29T03:41:03.963" v="295" actId="1076"/>
          <ac:picMkLst>
            <pc:docMk/>
            <pc:sldMk cId="3679262217" sldId="372"/>
            <ac:picMk id="6" creationId="{FEBFD8F5-7354-4016-9849-0D637F3F9150}"/>
          </ac:picMkLst>
        </pc:picChg>
      </pc:sldChg>
      <pc:sldChg chg="addSp modSp new mod">
        <pc:chgData name="鈴木 秀規" userId="f68c5fd9-22d5-4c0a-9833-7fb0f5135313" providerId="ADAL" clId="{6A56FB10-BD31-4A36-9DC1-80D965E09775}" dt="2021-01-29T03:42:22.190" v="311" actId="1076"/>
        <pc:sldMkLst>
          <pc:docMk/>
          <pc:sldMk cId="295493128" sldId="373"/>
        </pc:sldMkLst>
        <pc:spChg chg="mod">
          <ac:chgData name="鈴木 秀規" userId="f68c5fd9-22d5-4c0a-9833-7fb0f5135313" providerId="ADAL" clId="{6A56FB10-BD31-4A36-9DC1-80D965E09775}" dt="2021-01-29T03:41:13.541" v="297"/>
          <ac:spMkLst>
            <pc:docMk/>
            <pc:sldMk cId="295493128" sldId="373"/>
            <ac:spMk id="3" creationId="{501AB490-D50B-4AEE-89E0-AD05289C3A8E}"/>
          </ac:spMkLst>
        </pc:spChg>
        <pc:spChg chg="mod">
          <ac:chgData name="鈴木 秀規" userId="f68c5fd9-22d5-4c0a-9833-7fb0f5135313" providerId="ADAL" clId="{6A56FB10-BD31-4A36-9DC1-80D965E09775}" dt="2021-01-29T03:41:23.380" v="300" actId="14100"/>
          <ac:spMkLst>
            <pc:docMk/>
            <pc:sldMk cId="295493128" sldId="373"/>
            <ac:spMk id="5" creationId="{35593FF5-7533-4F63-AFBD-F0D1DABB09A5}"/>
          </ac:spMkLst>
        </pc:spChg>
        <pc:spChg chg="add mod">
          <ac:chgData name="鈴木 秀規" userId="f68c5fd9-22d5-4c0a-9833-7fb0f5135313" providerId="ADAL" clId="{6A56FB10-BD31-4A36-9DC1-80D965E09775}" dt="2021-01-29T03:41:47.784" v="303"/>
          <ac:spMkLst>
            <pc:docMk/>
            <pc:sldMk cId="295493128" sldId="373"/>
            <ac:spMk id="6" creationId="{9F9AD4E2-CC6B-4E47-B0CE-5F08FF471A4E}"/>
          </ac:spMkLst>
        </pc:spChg>
        <pc:spChg chg="add mod">
          <ac:chgData name="鈴木 秀規" userId="f68c5fd9-22d5-4c0a-9833-7fb0f5135313" providerId="ADAL" clId="{6A56FB10-BD31-4A36-9DC1-80D965E09775}" dt="2021-01-29T03:42:07.954" v="307" actId="1076"/>
          <ac:spMkLst>
            <pc:docMk/>
            <pc:sldMk cId="295493128" sldId="373"/>
            <ac:spMk id="7" creationId="{A191A2A4-32E8-4928-992E-5D8D1FC66106}"/>
          </ac:spMkLst>
        </pc:spChg>
        <pc:spChg chg="add mod">
          <ac:chgData name="鈴木 秀規" userId="f68c5fd9-22d5-4c0a-9833-7fb0f5135313" providerId="ADAL" clId="{6A56FB10-BD31-4A36-9DC1-80D965E09775}" dt="2021-01-29T03:42:15.419" v="309" actId="1076"/>
          <ac:spMkLst>
            <pc:docMk/>
            <pc:sldMk cId="295493128" sldId="373"/>
            <ac:spMk id="8" creationId="{C2D5ECC3-2959-480F-9893-94050790A832}"/>
          </ac:spMkLst>
        </pc:spChg>
        <pc:spChg chg="add mod">
          <ac:chgData name="鈴木 秀規" userId="f68c5fd9-22d5-4c0a-9833-7fb0f5135313" providerId="ADAL" clId="{6A56FB10-BD31-4A36-9DC1-80D965E09775}" dt="2021-01-29T03:42:22.190" v="311" actId="1076"/>
          <ac:spMkLst>
            <pc:docMk/>
            <pc:sldMk cId="295493128" sldId="373"/>
            <ac:spMk id="9" creationId="{76DB8F2E-83D3-45FF-BFB7-03DF9FC5A9F1}"/>
          </ac:spMkLst>
        </pc:spChg>
      </pc:sldChg>
      <pc:sldChg chg="del">
        <pc:chgData name="鈴木 秀規" userId="f68c5fd9-22d5-4c0a-9833-7fb0f5135313" providerId="ADAL" clId="{6A56FB10-BD31-4A36-9DC1-80D965E09775}" dt="2021-01-29T02:16:21.792" v="21" actId="2696"/>
        <pc:sldMkLst>
          <pc:docMk/>
          <pc:sldMk cId="2979480215" sldId="373"/>
        </pc:sldMkLst>
      </pc:sldChg>
      <pc:sldChg chg="addSp modSp new mod">
        <pc:chgData name="鈴木 秀規" userId="f68c5fd9-22d5-4c0a-9833-7fb0f5135313" providerId="ADAL" clId="{6A56FB10-BD31-4A36-9DC1-80D965E09775}" dt="2021-01-29T03:44:42.383" v="331" actId="1035"/>
        <pc:sldMkLst>
          <pc:docMk/>
          <pc:sldMk cId="1376688274" sldId="374"/>
        </pc:sldMkLst>
        <pc:spChg chg="mod">
          <ac:chgData name="鈴木 秀規" userId="f68c5fd9-22d5-4c0a-9833-7fb0f5135313" providerId="ADAL" clId="{6A56FB10-BD31-4A36-9DC1-80D965E09775}" dt="2021-01-29T03:43:25.517" v="313"/>
          <ac:spMkLst>
            <pc:docMk/>
            <pc:sldMk cId="1376688274" sldId="374"/>
            <ac:spMk id="3" creationId="{FC54BC8C-791D-48D7-834B-CBAD69DFFE5C}"/>
          </ac:spMkLst>
        </pc:spChg>
        <pc:spChg chg="mod">
          <ac:chgData name="鈴木 秀規" userId="f68c5fd9-22d5-4c0a-9833-7fb0f5135313" providerId="ADAL" clId="{6A56FB10-BD31-4A36-9DC1-80D965E09775}" dt="2021-01-29T03:43:39.389" v="316" actId="14100"/>
          <ac:spMkLst>
            <pc:docMk/>
            <pc:sldMk cId="1376688274" sldId="374"/>
            <ac:spMk id="5" creationId="{99B40666-FE6B-4F98-A58C-E72188F3071D}"/>
          </ac:spMkLst>
        </pc:spChg>
        <pc:spChg chg="add mod">
          <ac:chgData name="鈴木 秀規" userId="f68c5fd9-22d5-4c0a-9833-7fb0f5135313" providerId="ADAL" clId="{6A56FB10-BD31-4A36-9DC1-80D965E09775}" dt="2021-01-29T03:44:42.383" v="331" actId="1035"/>
          <ac:spMkLst>
            <pc:docMk/>
            <pc:sldMk cId="1376688274" sldId="374"/>
            <ac:spMk id="6" creationId="{C975963D-4ADE-4DC6-B10D-4B90DEF5AD0D}"/>
          </ac:spMkLst>
        </pc:spChg>
        <pc:spChg chg="add mod">
          <ac:chgData name="鈴木 秀規" userId="f68c5fd9-22d5-4c0a-9833-7fb0f5135313" providerId="ADAL" clId="{6A56FB10-BD31-4A36-9DC1-80D965E09775}" dt="2021-01-29T03:44:33.383" v="329" actId="1035"/>
          <ac:spMkLst>
            <pc:docMk/>
            <pc:sldMk cId="1376688274" sldId="374"/>
            <ac:spMk id="7" creationId="{87DA50C7-3D7E-4022-862F-778CA1726CEF}"/>
          </ac:spMkLst>
        </pc:spChg>
      </pc:sldChg>
      <pc:sldChg chg="del">
        <pc:chgData name="鈴木 秀規" userId="f68c5fd9-22d5-4c0a-9833-7fb0f5135313" providerId="ADAL" clId="{6A56FB10-BD31-4A36-9DC1-80D965E09775}" dt="2021-01-29T02:16:21.792" v="21" actId="2696"/>
        <pc:sldMkLst>
          <pc:docMk/>
          <pc:sldMk cId="3198692090" sldId="374"/>
        </pc:sldMkLst>
      </pc:sldChg>
      <pc:sldChg chg="modSp new mod">
        <pc:chgData name="鈴木 秀規" userId="f68c5fd9-22d5-4c0a-9833-7fb0f5135313" providerId="ADAL" clId="{6A56FB10-BD31-4A36-9DC1-80D965E09775}" dt="2021-01-29T03:46:58.624" v="342" actId="20577"/>
        <pc:sldMkLst>
          <pc:docMk/>
          <pc:sldMk cId="1089892823" sldId="375"/>
        </pc:sldMkLst>
        <pc:spChg chg="mod">
          <ac:chgData name="鈴木 秀規" userId="f68c5fd9-22d5-4c0a-9833-7fb0f5135313" providerId="ADAL" clId="{6A56FB10-BD31-4A36-9DC1-80D965E09775}" dt="2021-01-29T03:46:15.664" v="333"/>
          <ac:spMkLst>
            <pc:docMk/>
            <pc:sldMk cId="1089892823" sldId="375"/>
            <ac:spMk id="3" creationId="{9EE757FC-3A7F-45A1-9212-AB3FF36CE6FF}"/>
          </ac:spMkLst>
        </pc:spChg>
        <pc:spChg chg="mod">
          <ac:chgData name="鈴木 秀規" userId="f68c5fd9-22d5-4c0a-9833-7fb0f5135313" providerId="ADAL" clId="{6A56FB10-BD31-4A36-9DC1-80D965E09775}" dt="2021-01-29T03:46:58.624" v="342" actId="20577"/>
          <ac:spMkLst>
            <pc:docMk/>
            <pc:sldMk cId="1089892823" sldId="375"/>
            <ac:spMk id="5" creationId="{9092D634-F385-4503-B454-56CCFA19FE3C}"/>
          </ac:spMkLst>
        </pc:spChg>
      </pc:sldChg>
      <pc:sldChg chg="addSp modSp new mod">
        <pc:chgData name="鈴木 秀規" userId="f68c5fd9-22d5-4c0a-9833-7fb0f5135313" providerId="ADAL" clId="{6A56FB10-BD31-4A36-9DC1-80D965E09775}" dt="2021-01-29T03:49:30.696" v="387" actId="1035"/>
        <pc:sldMkLst>
          <pc:docMk/>
          <pc:sldMk cId="2589480947" sldId="376"/>
        </pc:sldMkLst>
        <pc:spChg chg="mod">
          <ac:chgData name="鈴木 秀規" userId="f68c5fd9-22d5-4c0a-9833-7fb0f5135313" providerId="ADAL" clId="{6A56FB10-BD31-4A36-9DC1-80D965E09775}" dt="2021-01-29T03:47:11.879" v="344"/>
          <ac:spMkLst>
            <pc:docMk/>
            <pc:sldMk cId="2589480947" sldId="376"/>
            <ac:spMk id="3" creationId="{82A116F0-EE64-4EEB-B551-544C956B306B}"/>
          </ac:spMkLst>
        </pc:spChg>
        <pc:spChg chg="mod">
          <ac:chgData name="鈴木 秀規" userId="f68c5fd9-22d5-4c0a-9833-7fb0f5135313" providerId="ADAL" clId="{6A56FB10-BD31-4A36-9DC1-80D965E09775}" dt="2021-01-29T03:47:37.295" v="353" actId="14100"/>
          <ac:spMkLst>
            <pc:docMk/>
            <pc:sldMk cId="2589480947" sldId="376"/>
            <ac:spMk id="5" creationId="{AD9083A4-02D0-4095-B458-23567A70DC92}"/>
          </ac:spMkLst>
        </pc:spChg>
        <pc:spChg chg="add mod">
          <ac:chgData name="鈴木 秀規" userId="f68c5fd9-22d5-4c0a-9833-7fb0f5135313" providerId="ADAL" clId="{6A56FB10-BD31-4A36-9DC1-80D965E09775}" dt="2021-01-29T03:48:04.470" v="357" actId="14100"/>
          <ac:spMkLst>
            <pc:docMk/>
            <pc:sldMk cId="2589480947" sldId="376"/>
            <ac:spMk id="6" creationId="{E84A9B31-0010-48C8-AFCF-7FB71E5E3236}"/>
          </ac:spMkLst>
        </pc:spChg>
        <pc:spChg chg="add mod">
          <ac:chgData name="鈴木 秀規" userId="f68c5fd9-22d5-4c0a-9833-7fb0f5135313" providerId="ADAL" clId="{6A56FB10-BD31-4A36-9DC1-80D965E09775}" dt="2021-01-29T03:49:30.696" v="387" actId="1035"/>
          <ac:spMkLst>
            <pc:docMk/>
            <pc:sldMk cId="2589480947" sldId="376"/>
            <ac:spMk id="7" creationId="{29C80EC0-F637-45B7-9DCD-C12471C39BB9}"/>
          </ac:spMkLst>
        </pc:spChg>
        <pc:spChg chg="add mod">
          <ac:chgData name="鈴木 秀規" userId="f68c5fd9-22d5-4c0a-9833-7fb0f5135313" providerId="ADAL" clId="{6A56FB10-BD31-4A36-9DC1-80D965E09775}" dt="2021-01-29T03:48:45.030" v="377" actId="2711"/>
          <ac:spMkLst>
            <pc:docMk/>
            <pc:sldMk cId="2589480947" sldId="376"/>
            <ac:spMk id="8" creationId="{158DAD9B-B839-4D99-B619-E6DD82AD1A72}"/>
          </ac:spMkLst>
        </pc:spChg>
        <pc:spChg chg="add mod">
          <ac:chgData name="鈴木 秀規" userId="f68c5fd9-22d5-4c0a-9833-7fb0f5135313" providerId="ADAL" clId="{6A56FB10-BD31-4A36-9DC1-80D965E09775}" dt="2021-01-29T03:49:10.580" v="382" actId="14100"/>
          <ac:spMkLst>
            <pc:docMk/>
            <pc:sldMk cId="2589480947" sldId="376"/>
            <ac:spMk id="9" creationId="{2884E171-A90D-4095-A262-D34B1373CB50}"/>
          </ac:spMkLst>
        </pc:spChg>
        <pc:cxnChg chg="add mod">
          <ac:chgData name="鈴木 秀規" userId="f68c5fd9-22d5-4c0a-9833-7fb0f5135313" providerId="ADAL" clId="{6A56FB10-BD31-4A36-9DC1-80D965E09775}" dt="2021-01-29T03:49:30.696" v="387" actId="1035"/>
          <ac:cxnSpMkLst>
            <pc:docMk/>
            <pc:sldMk cId="2589480947" sldId="376"/>
            <ac:cxnSpMk id="10" creationId="{C6AA73AE-1260-4B7D-9411-13A68982F721}"/>
          </ac:cxnSpMkLst>
        </pc:cxnChg>
      </pc:sldChg>
      <pc:sldChg chg="addSp modSp new mod">
        <pc:chgData name="鈴木 秀規" userId="f68c5fd9-22d5-4c0a-9833-7fb0f5135313" providerId="ADAL" clId="{6A56FB10-BD31-4A36-9DC1-80D965E09775}" dt="2021-01-29T03:50:39.688" v="401" actId="207"/>
        <pc:sldMkLst>
          <pc:docMk/>
          <pc:sldMk cId="546674919" sldId="377"/>
        </pc:sldMkLst>
        <pc:spChg chg="mod">
          <ac:chgData name="鈴木 秀規" userId="f68c5fd9-22d5-4c0a-9833-7fb0f5135313" providerId="ADAL" clId="{6A56FB10-BD31-4A36-9DC1-80D965E09775}" dt="2021-01-29T03:49:49.225" v="389"/>
          <ac:spMkLst>
            <pc:docMk/>
            <pc:sldMk cId="546674919" sldId="377"/>
            <ac:spMk id="3" creationId="{EDAE4E91-904B-4316-BADF-0B4A87DA9915}"/>
          </ac:spMkLst>
        </pc:spChg>
        <pc:spChg chg="mod">
          <ac:chgData name="鈴木 秀規" userId="f68c5fd9-22d5-4c0a-9833-7fb0f5135313" providerId="ADAL" clId="{6A56FB10-BD31-4A36-9DC1-80D965E09775}" dt="2021-01-29T03:50:39.688" v="401" actId="207"/>
          <ac:spMkLst>
            <pc:docMk/>
            <pc:sldMk cId="546674919" sldId="377"/>
            <ac:spMk id="5" creationId="{BF966A2E-7B30-41D7-9485-DDA63B1FB473}"/>
          </ac:spMkLst>
        </pc:spChg>
        <pc:picChg chg="add mod">
          <ac:chgData name="鈴木 秀規" userId="f68c5fd9-22d5-4c0a-9833-7fb0f5135313" providerId="ADAL" clId="{6A56FB10-BD31-4A36-9DC1-80D965E09775}" dt="2021-01-29T03:50:26.488" v="399" actId="1076"/>
          <ac:picMkLst>
            <pc:docMk/>
            <pc:sldMk cId="546674919" sldId="377"/>
            <ac:picMk id="6" creationId="{DABE291E-8F94-4F01-BC78-AF78320DE92E}"/>
          </ac:picMkLst>
        </pc:picChg>
      </pc:sldChg>
      <pc:sldChg chg="modSp new mod">
        <pc:chgData name="鈴木 秀規" userId="f68c5fd9-22d5-4c0a-9833-7fb0f5135313" providerId="ADAL" clId="{6A56FB10-BD31-4A36-9DC1-80D965E09775}" dt="2021-01-29T03:51:38.741" v="415" actId="207"/>
        <pc:sldMkLst>
          <pc:docMk/>
          <pc:sldMk cId="1244196573" sldId="378"/>
        </pc:sldMkLst>
        <pc:spChg chg="mod">
          <ac:chgData name="鈴木 秀規" userId="f68c5fd9-22d5-4c0a-9833-7fb0f5135313" providerId="ADAL" clId="{6A56FB10-BD31-4A36-9DC1-80D965E09775}" dt="2021-01-29T03:50:51.011" v="403"/>
          <ac:spMkLst>
            <pc:docMk/>
            <pc:sldMk cId="1244196573" sldId="378"/>
            <ac:spMk id="3" creationId="{4D352B4F-CE3E-45AE-9790-A92921309129}"/>
          </ac:spMkLst>
        </pc:spChg>
        <pc:spChg chg="mod">
          <ac:chgData name="鈴木 秀規" userId="f68c5fd9-22d5-4c0a-9833-7fb0f5135313" providerId="ADAL" clId="{6A56FB10-BD31-4A36-9DC1-80D965E09775}" dt="2021-01-29T03:51:38.741" v="415" actId="207"/>
          <ac:spMkLst>
            <pc:docMk/>
            <pc:sldMk cId="1244196573" sldId="378"/>
            <ac:spMk id="5" creationId="{8A00F2AB-2E88-427A-B543-71F2EC6D0DA6}"/>
          </ac:spMkLst>
        </pc:spChg>
      </pc:sldChg>
      <pc:sldChg chg="new del">
        <pc:chgData name="鈴木 秀規" userId="f68c5fd9-22d5-4c0a-9833-7fb0f5135313" providerId="ADAL" clId="{6A56FB10-BD31-4A36-9DC1-80D965E09775}" dt="2021-01-29T03:51:48.443" v="417" actId="2696"/>
        <pc:sldMkLst>
          <pc:docMk/>
          <pc:sldMk cId="1704080252" sldId="379"/>
        </pc:sldMkLst>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美好 健太" userId="7c604b94-b96e-4672-9c86-bb51d9d6f567" providerId="ADAL" clId="{76468029-B119-43F6-A4EC-99299C249BD1}"/>
    <pc:docChg chg="undo custSel modSld">
      <pc:chgData name="美好 健太" userId="7c604b94-b96e-4672-9c86-bb51d9d6f567" providerId="ADAL" clId="{76468029-B119-43F6-A4EC-99299C249BD1}" dt="2021-03-05T08:29:54.264" v="6" actId="5793"/>
      <pc:docMkLst>
        <pc:docMk/>
      </pc:docMkLst>
      <pc:sldChg chg="modSp mod">
        <pc:chgData name="美好 健太" userId="7c604b94-b96e-4672-9c86-bb51d9d6f567" providerId="ADAL" clId="{76468029-B119-43F6-A4EC-99299C249BD1}" dt="2021-03-05T08:29:54.264" v="6" actId="5793"/>
        <pc:sldMkLst>
          <pc:docMk/>
          <pc:sldMk cId="3569274236" sldId="366"/>
        </pc:sldMkLst>
        <pc:spChg chg="mod">
          <ac:chgData name="美好 健太" userId="7c604b94-b96e-4672-9c86-bb51d9d6f567" providerId="ADAL" clId="{76468029-B119-43F6-A4EC-99299C249BD1}" dt="2021-03-05T08:29:54.264" v="6" actId="5793"/>
          <ac:spMkLst>
            <pc:docMk/>
            <pc:sldMk cId="3569274236" sldId="366"/>
            <ac:spMk id="5" creationId="{3E0556CE-BA73-4873-ACF2-1B717A6AA71F}"/>
          </ac:spMkLst>
        </pc:spChg>
      </pc:sldChg>
    </pc:docChg>
  </pc:docChgLst>
  <pc:docChgLst>
    <pc:chgData name="handa@rhizome01.onmicrosoft.com" userId="1e4433e6-5c02-4084-a745-ce0b57f2b267" providerId="ADAL" clId="{67B0D23D-2C18-46E5-8A9C-18BA33B1BD29}"/>
    <pc:docChg chg="undo custSel modSld">
      <pc:chgData name="handa@rhizome01.onmicrosoft.com" userId="1e4433e6-5c02-4084-a745-ce0b57f2b267" providerId="ADAL" clId="{67B0D23D-2C18-46E5-8A9C-18BA33B1BD29}" dt="2022-05-24T02:39:04.708" v="18" actId="20577"/>
      <pc:docMkLst>
        <pc:docMk/>
      </pc:docMkLst>
      <pc:sldChg chg="addSp delSp modSp mod">
        <pc:chgData name="handa@rhizome01.onmicrosoft.com" userId="1e4433e6-5c02-4084-a745-ce0b57f2b267" providerId="ADAL" clId="{67B0D23D-2C18-46E5-8A9C-18BA33B1BD29}" dt="2022-05-24T02:39:04.708" v="18" actId="20577"/>
        <pc:sldMkLst>
          <pc:docMk/>
          <pc:sldMk cId="2755247261" sldId="372"/>
        </pc:sldMkLst>
        <pc:spChg chg="mod">
          <ac:chgData name="handa@rhizome01.onmicrosoft.com" userId="1e4433e6-5c02-4084-a745-ce0b57f2b267" providerId="ADAL" clId="{67B0D23D-2C18-46E5-8A9C-18BA33B1BD29}" dt="2022-05-24T02:39:04.708" v="18" actId="20577"/>
          <ac:spMkLst>
            <pc:docMk/>
            <pc:sldMk cId="2755247261" sldId="372"/>
            <ac:spMk id="10" creationId="{CC0AE81B-FC58-40D2-B786-A08A14436C53}"/>
          </ac:spMkLst>
        </pc:spChg>
        <pc:grpChg chg="mod">
          <ac:chgData name="handa@rhizome01.onmicrosoft.com" userId="1e4433e6-5c02-4084-a745-ce0b57f2b267" providerId="ADAL" clId="{67B0D23D-2C18-46E5-8A9C-18BA33B1BD29}" dt="2022-05-24T02:38:55.699" v="5"/>
          <ac:grpSpMkLst>
            <pc:docMk/>
            <pc:sldMk cId="2755247261" sldId="372"/>
            <ac:grpSpMk id="15" creationId="{241178C8-B648-4182-33CB-DBF16F0C9E72}"/>
          </ac:grpSpMkLst>
        </pc:grpChg>
        <pc:inkChg chg="add del">
          <ac:chgData name="handa@rhizome01.onmicrosoft.com" userId="1e4433e6-5c02-4084-a745-ce0b57f2b267" providerId="ADAL" clId="{67B0D23D-2C18-46E5-8A9C-18BA33B1BD29}" dt="2022-05-24T02:38:56.486" v="7" actId="9405"/>
          <ac:inkMkLst>
            <pc:docMk/>
            <pc:sldMk cId="2755247261" sldId="372"/>
            <ac:inkMk id="7" creationId="{CC0745DF-8556-BF0B-DECB-DE37058018A2}"/>
          </ac:inkMkLst>
        </pc:inkChg>
        <pc:inkChg chg="add del mod">
          <ac:chgData name="handa@rhizome01.onmicrosoft.com" userId="1e4433e6-5c02-4084-a745-ce0b57f2b267" providerId="ADAL" clId="{67B0D23D-2C18-46E5-8A9C-18BA33B1BD29}" dt="2022-05-24T02:38:56.058" v="6" actId="9405"/>
          <ac:inkMkLst>
            <pc:docMk/>
            <pc:sldMk cId="2755247261" sldId="372"/>
            <ac:inkMk id="8" creationId="{D99B4562-F7E9-F0E2-6A6E-C8977C5932E9}"/>
          </ac:inkMkLst>
        </pc:inkChg>
        <pc:inkChg chg="add del mod">
          <ac:chgData name="handa@rhizome01.onmicrosoft.com" userId="1e4433e6-5c02-4084-a745-ce0b57f2b267" providerId="ADAL" clId="{67B0D23D-2C18-46E5-8A9C-18BA33B1BD29}" dt="2022-05-24T02:38:55.699" v="5"/>
          <ac:inkMkLst>
            <pc:docMk/>
            <pc:sldMk cId="2755247261" sldId="372"/>
            <ac:inkMk id="14" creationId="{5619D7F7-5200-9D06-4CDC-967EDFC0CE2C}"/>
          </ac:inkMkLst>
        </pc:ink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r-matsumoto@rhizome01.onmicrosoft.com" userId="fac9f236-0781-4e61-8b73-684b662c3ab5" providerId="ADAL" clId="{5597D6D7-0E7C-4FB1-9FB9-09461CD41768}"/>
    <pc:docChg chg="undo custSel addSld delSld modSld sldOrd">
      <pc:chgData name="r-matsumoto@rhizome01.onmicrosoft.com" userId="fac9f236-0781-4e61-8b73-684b662c3ab5" providerId="ADAL" clId="{5597D6D7-0E7C-4FB1-9FB9-09461CD41768}" dt="2023-03-22T02:10:08.039" v="6597" actId="20577"/>
      <pc:docMkLst>
        <pc:docMk/>
      </pc:docMkLst>
      <pc:sldChg chg="modSp mod">
        <pc:chgData name="r-matsumoto@rhizome01.onmicrosoft.com" userId="fac9f236-0781-4e61-8b73-684b662c3ab5" providerId="ADAL" clId="{5597D6D7-0E7C-4FB1-9FB9-09461CD41768}" dt="2023-03-22T01:50:11.494" v="6449"/>
        <pc:sldMkLst>
          <pc:docMk/>
          <pc:sldMk cId="0" sldId="256"/>
        </pc:sldMkLst>
        <pc:spChg chg="mod">
          <ac:chgData name="r-matsumoto@rhizome01.onmicrosoft.com" userId="fac9f236-0781-4e61-8b73-684b662c3ab5" providerId="ADAL" clId="{5597D6D7-0E7C-4FB1-9FB9-09461CD41768}" dt="2023-03-22T01:50:11.494" v="6449"/>
          <ac:spMkLst>
            <pc:docMk/>
            <pc:sldMk cId="0" sldId="256"/>
            <ac:spMk id="56" creationId="{00000000-0000-0000-0000-000000000000}"/>
          </ac:spMkLst>
        </pc:spChg>
      </pc:sldChg>
      <pc:sldChg chg="del">
        <pc:chgData name="r-matsumoto@rhizome01.onmicrosoft.com" userId="fac9f236-0781-4e61-8b73-684b662c3ab5" providerId="ADAL" clId="{5597D6D7-0E7C-4FB1-9FB9-09461CD41768}" dt="2023-03-20T05:44:24.910" v="0" actId="47"/>
        <pc:sldMkLst>
          <pc:docMk/>
          <pc:sldMk cId="2397736379" sldId="363"/>
        </pc:sldMkLst>
      </pc:sldChg>
      <pc:sldChg chg="del">
        <pc:chgData name="r-matsumoto@rhizome01.onmicrosoft.com" userId="fac9f236-0781-4e61-8b73-684b662c3ab5" providerId="ADAL" clId="{5597D6D7-0E7C-4FB1-9FB9-09461CD41768}" dt="2023-03-20T05:44:24.910" v="0" actId="47"/>
        <pc:sldMkLst>
          <pc:docMk/>
          <pc:sldMk cId="3448193778" sldId="364"/>
        </pc:sldMkLst>
      </pc:sldChg>
      <pc:sldChg chg="modSp mod">
        <pc:chgData name="r-matsumoto@rhizome01.onmicrosoft.com" userId="fac9f236-0781-4e61-8b73-684b662c3ab5" providerId="ADAL" clId="{5597D6D7-0E7C-4FB1-9FB9-09461CD41768}" dt="2023-03-22T01:46:16.684" v="6431" actId="20577"/>
        <pc:sldMkLst>
          <pc:docMk/>
          <pc:sldMk cId="3468853419" sldId="375"/>
        </pc:sldMkLst>
        <pc:spChg chg="mod">
          <ac:chgData name="r-matsumoto@rhizome01.onmicrosoft.com" userId="fac9f236-0781-4e61-8b73-684b662c3ab5" providerId="ADAL" clId="{5597D6D7-0E7C-4FB1-9FB9-09461CD41768}" dt="2023-03-22T01:03:26.523" v="5264"/>
          <ac:spMkLst>
            <pc:docMk/>
            <pc:sldMk cId="3468853419" sldId="375"/>
            <ac:spMk id="3" creationId="{F23371FD-525E-44E7-83E7-C8F4D338FEE6}"/>
          </ac:spMkLst>
        </pc:spChg>
        <pc:spChg chg="mod">
          <ac:chgData name="r-matsumoto@rhizome01.onmicrosoft.com" userId="fac9f236-0781-4e61-8b73-684b662c3ab5" providerId="ADAL" clId="{5597D6D7-0E7C-4FB1-9FB9-09461CD41768}" dt="2023-03-22T01:46:16.684" v="6431" actId="20577"/>
          <ac:spMkLst>
            <pc:docMk/>
            <pc:sldMk cId="3468853419" sldId="375"/>
            <ac:spMk id="5" creationId="{C7EB46D5-0F1B-41B7-AB74-4D289065364B}"/>
          </ac:spMkLst>
        </pc:spChg>
      </pc:sldChg>
      <pc:sldChg chg="del">
        <pc:chgData name="r-matsumoto@rhizome01.onmicrosoft.com" userId="fac9f236-0781-4e61-8b73-684b662c3ab5" providerId="ADAL" clId="{5597D6D7-0E7C-4FB1-9FB9-09461CD41768}" dt="2023-03-20T05:44:24.910" v="0" actId="47"/>
        <pc:sldMkLst>
          <pc:docMk/>
          <pc:sldMk cId="3787880761" sldId="388"/>
        </pc:sldMkLst>
      </pc:sldChg>
      <pc:sldChg chg="del">
        <pc:chgData name="r-matsumoto@rhizome01.onmicrosoft.com" userId="fac9f236-0781-4e61-8b73-684b662c3ab5" providerId="ADAL" clId="{5597D6D7-0E7C-4FB1-9FB9-09461CD41768}" dt="2023-03-22T02:02:19.685" v="6450" actId="47"/>
        <pc:sldMkLst>
          <pc:docMk/>
          <pc:sldMk cId="237955507" sldId="415"/>
        </pc:sldMkLst>
      </pc:sldChg>
      <pc:sldChg chg="del">
        <pc:chgData name="r-matsumoto@rhizome01.onmicrosoft.com" userId="fac9f236-0781-4e61-8b73-684b662c3ab5" providerId="ADAL" clId="{5597D6D7-0E7C-4FB1-9FB9-09461CD41768}" dt="2023-03-20T05:44:24.910" v="0" actId="47"/>
        <pc:sldMkLst>
          <pc:docMk/>
          <pc:sldMk cId="1370311326" sldId="416"/>
        </pc:sldMkLst>
      </pc:sldChg>
      <pc:sldChg chg="del">
        <pc:chgData name="r-matsumoto@rhizome01.onmicrosoft.com" userId="fac9f236-0781-4e61-8b73-684b662c3ab5" providerId="ADAL" clId="{5597D6D7-0E7C-4FB1-9FB9-09461CD41768}" dt="2023-03-20T05:44:24.910" v="0" actId="47"/>
        <pc:sldMkLst>
          <pc:docMk/>
          <pc:sldMk cId="1829091298" sldId="417"/>
        </pc:sldMkLst>
      </pc:sldChg>
      <pc:sldChg chg="modSp mod">
        <pc:chgData name="r-matsumoto@rhizome01.onmicrosoft.com" userId="fac9f236-0781-4e61-8b73-684b662c3ab5" providerId="ADAL" clId="{5597D6D7-0E7C-4FB1-9FB9-09461CD41768}" dt="2023-03-20T05:45:09.286" v="14"/>
        <pc:sldMkLst>
          <pc:docMk/>
          <pc:sldMk cId="1497445555" sldId="418"/>
        </pc:sldMkLst>
        <pc:spChg chg="mod">
          <ac:chgData name="r-matsumoto@rhizome01.onmicrosoft.com" userId="fac9f236-0781-4e61-8b73-684b662c3ab5" providerId="ADAL" clId="{5597D6D7-0E7C-4FB1-9FB9-09461CD41768}" dt="2023-03-20T05:45:09.286" v="14"/>
          <ac:spMkLst>
            <pc:docMk/>
            <pc:sldMk cId="1497445555" sldId="418"/>
            <ac:spMk id="5" creationId="{0FF9F114-6CC4-BC18-41AF-A21574B9E533}"/>
          </ac:spMkLst>
        </pc:spChg>
      </pc:sldChg>
      <pc:sldChg chg="del">
        <pc:chgData name="r-matsumoto@rhizome01.onmicrosoft.com" userId="fac9f236-0781-4e61-8b73-684b662c3ab5" providerId="ADAL" clId="{5597D6D7-0E7C-4FB1-9FB9-09461CD41768}" dt="2023-03-20T05:44:24.910" v="0" actId="47"/>
        <pc:sldMkLst>
          <pc:docMk/>
          <pc:sldMk cId="2841895380" sldId="419"/>
        </pc:sldMkLst>
      </pc:sldChg>
      <pc:sldChg chg="del">
        <pc:chgData name="r-matsumoto@rhizome01.onmicrosoft.com" userId="fac9f236-0781-4e61-8b73-684b662c3ab5" providerId="ADAL" clId="{5597D6D7-0E7C-4FB1-9FB9-09461CD41768}" dt="2023-03-20T05:44:24.910" v="0" actId="47"/>
        <pc:sldMkLst>
          <pc:docMk/>
          <pc:sldMk cId="1167498846" sldId="420"/>
        </pc:sldMkLst>
      </pc:sldChg>
      <pc:sldChg chg="del">
        <pc:chgData name="r-matsumoto@rhizome01.onmicrosoft.com" userId="fac9f236-0781-4e61-8b73-684b662c3ab5" providerId="ADAL" clId="{5597D6D7-0E7C-4FB1-9FB9-09461CD41768}" dt="2023-03-20T05:44:24.910" v="0" actId="47"/>
        <pc:sldMkLst>
          <pc:docMk/>
          <pc:sldMk cId="789615910" sldId="421"/>
        </pc:sldMkLst>
      </pc:sldChg>
      <pc:sldChg chg="del">
        <pc:chgData name="r-matsumoto@rhizome01.onmicrosoft.com" userId="fac9f236-0781-4e61-8b73-684b662c3ab5" providerId="ADAL" clId="{5597D6D7-0E7C-4FB1-9FB9-09461CD41768}" dt="2023-03-20T05:44:24.910" v="0" actId="47"/>
        <pc:sldMkLst>
          <pc:docMk/>
          <pc:sldMk cId="3213449728" sldId="423"/>
        </pc:sldMkLst>
      </pc:sldChg>
      <pc:sldChg chg="del">
        <pc:chgData name="r-matsumoto@rhizome01.onmicrosoft.com" userId="fac9f236-0781-4e61-8b73-684b662c3ab5" providerId="ADAL" clId="{5597D6D7-0E7C-4FB1-9FB9-09461CD41768}" dt="2023-03-20T05:44:24.910" v="0" actId="47"/>
        <pc:sldMkLst>
          <pc:docMk/>
          <pc:sldMk cId="2833440049" sldId="424"/>
        </pc:sldMkLst>
      </pc:sldChg>
      <pc:sldChg chg="del">
        <pc:chgData name="r-matsumoto@rhizome01.onmicrosoft.com" userId="fac9f236-0781-4e61-8b73-684b662c3ab5" providerId="ADAL" clId="{5597D6D7-0E7C-4FB1-9FB9-09461CD41768}" dt="2023-03-20T05:44:24.910" v="0" actId="47"/>
        <pc:sldMkLst>
          <pc:docMk/>
          <pc:sldMk cId="656925631" sldId="425"/>
        </pc:sldMkLst>
      </pc:sldChg>
      <pc:sldChg chg="modSp mod">
        <pc:chgData name="r-matsumoto@rhizome01.onmicrosoft.com" userId="fac9f236-0781-4e61-8b73-684b662c3ab5" providerId="ADAL" clId="{5597D6D7-0E7C-4FB1-9FB9-09461CD41768}" dt="2023-03-22T02:10:08.039" v="6597" actId="20577"/>
        <pc:sldMkLst>
          <pc:docMk/>
          <pc:sldMk cId="2279248226" sldId="426"/>
        </pc:sldMkLst>
        <pc:spChg chg="mod">
          <ac:chgData name="r-matsumoto@rhizome01.onmicrosoft.com" userId="fac9f236-0781-4e61-8b73-684b662c3ab5" providerId="ADAL" clId="{5597D6D7-0E7C-4FB1-9FB9-09461CD41768}" dt="2023-03-22T01:03:02.104" v="5226"/>
          <ac:spMkLst>
            <pc:docMk/>
            <pc:sldMk cId="2279248226" sldId="426"/>
            <ac:spMk id="9" creationId="{A439B221-7CE4-A274-43B9-2DCEC6127F1A}"/>
          </ac:spMkLst>
        </pc:spChg>
        <pc:spChg chg="mod">
          <ac:chgData name="r-matsumoto@rhizome01.onmicrosoft.com" userId="fac9f236-0781-4e61-8b73-684b662c3ab5" providerId="ADAL" clId="{5597D6D7-0E7C-4FB1-9FB9-09461CD41768}" dt="2023-03-22T02:10:08.039" v="6597" actId="20577"/>
          <ac:spMkLst>
            <pc:docMk/>
            <pc:sldMk cId="2279248226" sldId="426"/>
            <ac:spMk id="10" creationId="{28FD8C26-B0E2-5C7A-DF5C-9C14F2C39E0B}"/>
          </ac:spMkLst>
        </pc:spChg>
      </pc:sldChg>
      <pc:sldChg chg="del">
        <pc:chgData name="r-matsumoto@rhizome01.onmicrosoft.com" userId="fac9f236-0781-4e61-8b73-684b662c3ab5" providerId="ADAL" clId="{5597D6D7-0E7C-4FB1-9FB9-09461CD41768}" dt="2023-03-22T00:56:04.504" v="3500" actId="47"/>
        <pc:sldMkLst>
          <pc:docMk/>
          <pc:sldMk cId="670061701" sldId="427"/>
        </pc:sldMkLst>
      </pc:sldChg>
      <pc:sldChg chg="del">
        <pc:chgData name="r-matsumoto@rhizome01.onmicrosoft.com" userId="fac9f236-0781-4e61-8b73-684b662c3ab5" providerId="ADAL" clId="{5597D6D7-0E7C-4FB1-9FB9-09461CD41768}" dt="2023-03-20T05:44:24.910" v="0" actId="47"/>
        <pc:sldMkLst>
          <pc:docMk/>
          <pc:sldMk cId="2189049342" sldId="428"/>
        </pc:sldMkLst>
      </pc:sldChg>
      <pc:sldChg chg="del">
        <pc:chgData name="r-matsumoto@rhizome01.onmicrosoft.com" userId="fac9f236-0781-4e61-8b73-684b662c3ab5" providerId="ADAL" clId="{5597D6D7-0E7C-4FB1-9FB9-09461CD41768}" dt="2023-03-20T05:44:24.910" v="0" actId="47"/>
        <pc:sldMkLst>
          <pc:docMk/>
          <pc:sldMk cId="4267431609" sldId="429"/>
        </pc:sldMkLst>
      </pc:sldChg>
      <pc:sldChg chg="addSp modSp mod">
        <pc:chgData name="r-matsumoto@rhizome01.onmicrosoft.com" userId="fac9f236-0781-4e61-8b73-684b662c3ab5" providerId="ADAL" clId="{5597D6D7-0E7C-4FB1-9FB9-09461CD41768}" dt="2023-03-22T02:06:17.816" v="6591" actId="113"/>
        <pc:sldMkLst>
          <pc:docMk/>
          <pc:sldMk cId="3910870502" sldId="430"/>
        </pc:sldMkLst>
        <pc:spChg chg="add mod">
          <ac:chgData name="r-matsumoto@rhizome01.onmicrosoft.com" userId="fac9f236-0781-4e61-8b73-684b662c3ab5" providerId="ADAL" clId="{5597D6D7-0E7C-4FB1-9FB9-09461CD41768}" dt="2023-03-22T00:39:27.344" v="1790" actId="14100"/>
          <ac:spMkLst>
            <pc:docMk/>
            <pc:sldMk cId="3910870502" sldId="430"/>
            <ac:spMk id="3" creationId="{E50EC16B-F098-2737-81FD-9B9B133BE00E}"/>
          </ac:spMkLst>
        </pc:spChg>
        <pc:spChg chg="add mod">
          <ac:chgData name="r-matsumoto@rhizome01.onmicrosoft.com" userId="fac9f236-0781-4e61-8b73-684b662c3ab5" providerId="ADAL" clId="{5597D6D7-0E7C-4FB1-9FB9-09461CD41768}" dt="2023-03-22T00:39:43.506" v="1793" actId="14100"/>
          <ac:spMkLst>
            <pc:docMk/>
            <pc:sldMk cId="3910870502" sldId="430"/>
            <ac:spMk id="5" creationId="{F0C3ECAE-EF36-B386-E444-50E0B681F03B}"/>
          </ac:spMkLst>
        </pc:spChg>
        <pc:spChg chg="add mod">
          <ac:chgData name="r-matsumoto@rhizome01.onmicrosoft.com" userId="fac9f236-0781-4e61-8b73-684b662c3ab5" providerId="ADAL" clId="{5597D6D7-0E7C-4FB1-9FB9-09461CD41768}" dt="2023-03-22T02:06:12.926" v="6590" actId="113"/>
          <ac:spMkLst>
            <pc:docMk/>
            <pc:sldMk cId="3910870502" sldId="430"/>
            <ac:spMk id="6" creationId="{FC72C0DE-42D8-947B-C279-5747B2833DB1}"/>
          </ac:spMkLst>
        </pc:spChg>
        <pc:spChg chg="add mod">
          <ac:chgData name="r-matsumoto@rhizome01.onmicrosoft.com" userId="fac9f236-0781-4e61-8b73-684b662c3ab5" providerId="ADAL" clId="{5597D6D7-0E7C-4FB1-9FB9-09461CD41768}" dt="2023-03-22T02:06:17.816" v="6591" actId="113"/>
          <ac:spMkLst>
            <pc:docMk/>
            <pc:sldMk cId="3910870502" sldId="430"/>
            <ac:spMk id="7" creationId="{8066E264-84D6-85B0-B9E0-A426B1F3F2E7}"/>
          </ac:spMkLst>
        </pc:spChg>
        <pc:spChg chg="mod ord">
          <ac:chgData name="r-matsumoto@rhizome01.onmicrosoft.com" userId="fac9f236-0781-4e61-8b73-684b662c3ab5" providerId="ADAL" clId="{5597D6D7-0E7C-4FB1-9FB9-09461CD41768}" dt="2023-03-22T00:39:04.900" v="1786" actId="1076"/>
          <ac:spMkLst>
            <pc:docMk/>
            <pc:sldMk cId="3910870502" sldId="430"/>
            <ac:spMk id="10" creationId="{118B8091-3AF9-C762-5061-9EA56CD38D04}"/>
          </ac:spMkLst>
        </pc:spChg>
      </pc:sldChg>
      <pc:sldChg chg="addSp delSp modSp add mod ord">
        <pc:chgData name="r-matsumoto@rhizome01.onmicrosoft.com" userId="fac9f236-0781-4e61-8b73-684b662c3ab5" providerId="ADAL" clId="{5597D6D7-0E7C-4FB1-9FB9-09461CD41768}" dt="2023-03-22T00:36:39.507" v="1780" actId="207"/>
        <pc:sldMkLst>
          <pc:docMk/>
          <pc:sldMk cId="2818376191" sldId="431"/>
        </pc:sldMkLst>
        <pc:spChg chg="add del mod">
          <ac:chgData name="r-matsumoto@rhizome01.onmicrosoft.com" userId="fac9f236-0781-4e61-8b73-684b662c3ab5" providerId="ADAL" clId="{5597D6D7-0E7C-4FB1-9FB9-09461CD41768}" dt="2023-03-22T00:33:53.259" v="1230" actId="478"/>
          <ac:spMkLst>
            <pc:docMk/>
            <pc:sldMk cId="2818376191" sldId="431"/>
            <ac:spMk id="3" creationId="{C670CCAA-1007-B895-D7DE-045CC1ECFEDD}"/>
          </ac:spMkLst>
        </pc:spChg>
        <pc:spChg chg="add del mod">
          <ac:chgData name="r-matsumoto@rhizome01.onmicrosoft.com" userId="fac9f236-0781-4e61-8b73-684b662c3ab5" providerId="ADAL" clId="{5597D6D7-0E7C-4FB1-9FB9-09461CD41768}" dt="2023-03-22T00:33:53.259" v="1230" actId="478"/>
          <ac:spMkLst>
            <pc:docMk/>
            <pc:sldMk cId="2818376191" sldId="431"/>
            <ac:spMk id="5" creationId="{F31A3273-2449-A69A-8EFE-F71B3EE54A75}"/>
          </ac:spMkLst>
        </pc:spChg>
        <pc:spChg chg="add del mod">
          <ac:chgData name="r-matsumoto@rhizome01.onmicrosoft.com" userId="fac9f236-0781-4e61-8b73-684b662c3ab5" providerId="ADAL" clId="{5597D6D7-0E7C-4FB1-9FB9-09461CD41768}" dt="2023-03-22T00:33:53.259" v="1230" actId="478"/>
          <ac:spMkLst>
            <pc:docMk/>
            <pc:sldMk cId="2818376191" sldId="431"/>
            <ac:spMk id="6" creationId="{5DC944B8-583D-2460-8500-893E58DBC0EF}"/>
          </ac:spMkLst>
        </pc:spChg>
        <pc:spChg chg="add del mod">
          <ac:chgData name="r-matsumoto@rhizome01.onmicrosoft.com" userId="fac9f236-0781-4e61-8b73-684b662c3ab5" providerId="ADAL" clId="{5597D6D7-0E7C-4FB1-9FB9-09461CD41768}" dt="2023-03-22T00:33:53.259" v="1230" actId="478"/>
          <ac:spMkLst>
            <pc:docMk/>
            <pc:sldMk cId="2818376191" sldId="431"/>
            <ac:spMk id="7" creationId="{40A658C2-6E82-322B-F6A4-C74DCFF58F8F}"/>
          </ac:spMkLst>
        </pc:spChg>
        <pc:spChg chg="mod">
          <ac:chgData name="r-matsumoto@rhizome01.onmicrosoft.com" userId="fac9f236-0781-4e61-8b73-684b662c3ab5" providerId="ADAL" clId="{5597D6D7-0E7C-4FB1-9FB9-09461CD41768}" dt="2023-03-20T06:17:25.754" v="88"/>
          <ac:spMkLst>
            <pc:docMk/>
            <pc:sldMk cId="2818376191" sldId="431"/>
            <ac:spMk id="8" creationId="{5FAFF106-EAED-5919-1390-AA7EE12006D3}"/>
          </ac:spMkLst>
        </pc:spChg>
        <pc:spChg chg="mod">
          <ac:chgData name="r-matsumoto@rhizome01.onmicrosoft.com" userId="fac9f236-0781-4e61-8b73-684b662c3ab5" providerId="ADAL" clId="{5597D6D7-0E7C-4FB1-9FB9-09461CD41768}" dt="2023-03-22T00:36:39.507" v="1780" actId="207"/>
          <ac:spMkLst>
            <pc:docMk/>
            <pc:sldMk cId="2818376191" sldId="431"/>
            <ac:spMk id="9" creationId="{F6932535-47C4-6A49-3A40-23F267F8B822}"/>
          </ac:spMkLst>
        </pc:spChg>
        <pc:spChg chg="del">
          <ac:chgData name="r-matsumoto@rhizome01.onmicrosoft.com" userId="fac9f236-0781-4e61-8b73-684b662c3ab5" providerId="ADAL" clId="{5597D6D7-0E7C-4FB1-9FB9-09461CD41768}" dt="2023-03-22T00:22:30.288" v="966" actId="478"/>
          <ac:spMkLst>
            <pc:docMk/>
            <pc:sldMk cId="2818376191" sldId="431"/>
            <ac:spMk id="10" creationId="{118B8091-3AF9-C762-5061-9EA56CD38D04}"/>
          </ac:spMkLst>
        </pc:spChg>
        <pc:spChg chg="add del mod">
          <ac:chgData name="r-matsumoto@rhizome01.onmicrosoft.com" userId="fac9f236-0781-4e61-8b73-684b662c3ab5" providerId="ADAL" clId="{5597D6D7-0E7C-4FB1-9FB9-09461CD41768}" dt="2023-03-22T00:29:01.233" v="1051" actId="478"/>
          <ac:spMkLst>
            <pc:docMk/>
            <pc:sldMk cId="2818376191" sldId="431"/>
            <ac:spMk id="13" creationId="{95110DB4-8DF3-71BF-D29C-06D442D64E6A}"/>
          </ac:spMkLst>
        </pc:spChg>
        <pc:spChg chg="add del mod">
          <ac:chgData name="r-matsumoto@rhizome01.onmicrosoft.com" userId="fac9f236-0781-4e61-8b73-684b662c3ab5" providerId="ADAL" clId="{5597D6D7-0E7C-4FB1-9FB9-09461CD41768}" dt="2023-03-22T00:33:53.259" v="1230" actId="478"/>
          <ac:spMkLst>
            <pc:docMk/>
            <pc:sldMk cId="2818376191" sldId="431"/>
            <ac:spMk id="14" creationId="{34CD23AD-8A1C-180C-7F71-5CBE056992F5}"/>
          </ac:spMkLst>
        </pc:spChg>
        <pc:spChg chg="add del mod">
          <ac:chgData name="r-matsumoto@rhizome01.onmicrosoft.com" userId="fac9f236-0781-4e61-8b73-684b662c3ab5" providerId="ADAL" clId="{5597D6D7-0E7C-4FB1-9FB9-09461CD41768}" dt="2023-03-22T00:33:53.259" v="1230" actId="478"/>
          <ac:spMkLst>
            <pc:docMk/>
            <pc:sldMk cId="2818376191" sldId="431"/>
            <ac:spMk id="15" creationId="{96E46A0B-642A-AA85-1255-568EF934FDA7}"/>
          </ac:spMkLst>
        </pc:spChg>
        <pc:spChg chg="add del mod">
          <ac:chgData name="r-matsumoto@rhizome01.onmicrosoft.com" userId="fac9f236-0781-4e61-8b73-684b662c3ab5" providerId="ADAL" clId="{5597D6D7-0E7C-4FB1-9FB9-09461CD41768}" dt="2023-03-22T00:33:53.259" v="1230" actId="478"/>
          <ac:spMkLst>
            <pc:docMk/>
            <pc:sldMk cId="2818376191" sldId="431"/>
            <ac:spMk id="16" creationId="{082DC9C0-5868-D7E3-9EC4-B604E4A2C440}"/>
          </ac:spMkLst>
        </pc:spChg>
        <pc:spChg chg="add del mod">
          <ac:chgData name="r-matsumoto@rhizome01.onmicrosoft.com" userId="fac9f236-0781-4e61-8b73-684b662c3ab5" providerId="ADAL" clId="{5597D6D7-0E7C-4FB1-9FB9-09461CD41768}" dt="2023-03-22T00:33:53.259" v="1230" actId="478"/>
          <ac:spMkLst>
            <pc:docMk/>
            <pc:sldMk cId="2818376191" sldId="431"/>
            <ac:spMk id="17" creationId="{A66612BE-39BE-685F-C7C2-319FB7121BE2}"/>
          </ac:spMkLst>
        </pc:spChg>
        <pc:spChg chg="add del mod">
          <ac:chgData name="r-matsumoto@rhizome01.onmicrosoft.com" userId="fac9f236-0781-4e61-8b73-684b662c3ab5" providerId="ADAL" clId="{5597D6D7-0E7C-4FB1-9FB9-09461CD41768}" dt="2023-03-22T00:33:53.259" v="1230" actId="478"/>
          <ac:spMkLst>
            <pc:docMk/>
            <pc:sldMk cId="2818376191" sldId="431"/>
            <ac:spMk id="18" creationId="{4E2B0A00-C1A3-5E93-B848-6CCBD381A700}"/>
          </ac:spMkLst>
        </pc:spChg>
        <pc:spChg chg="add del mod">
          <ac:chgData name="r-matsumoto@rhizome01.onmicrosoft.com" userId="fac9f236-0781-4e61-8b73-684b662c3ab5" providerId="ADAL" clId="{5597D6D7-0E7C-4FB1-9FB9-09461CD41768}" dt="2023-03-22T00:33:53.259" v="1230" actId="478"/>
          <ac:spMkLst>
            <pc:docMk/>
            <pc:sldMk cId="2818376191" sldId="431"/>
            <ac:spMk id="19" creationId="{AFCCFD23-47C5-30DD-D01F-3913397F9BC0}"/>
          </ac:spMkLst>
        </pc:spChg>
        <pc:spChg chg="add del mod">
          <ac:chgData name="r-matsumoto@rhizome01.onmicrosoft.com" userId="fac9f236-0781-4e61-8b73-684b662c3ab5" providerId="ADAL" clId="{5597D6D7-0E7C-4FB1-9FB9-09461CD41768}" dt="2023-03-22T00:33:53.259" v="1230" actId="478"/>
          <ac:spMkLst>
            <pc:docMk/>
            <pc:sldMk cId="2818376191" sldId="431"/>
            <ac:spMk id="20" creationId="{F90ED1BF-E974-F0AA-2D40-B79D8A2C26E4}"/>
          </ac:spMkLst>
        </pc:spChg>
        <pc:picChg chg="add del mod">
          <ac:chgData name="r-matsumoto@rhizome01.onmicrosoft.com" userId="fac9f236-0781-4e61-8b73-684b662c3ab5" providerId="ADAL" clId="{5597D6D7-0E7C-4FB1-9FB9-09461CD41768}" dt="2023-03-22T00:29:24.764" v="1055" actId="478"/>
          <ac:picMkLst>
            <pc:docMk/>
            <pc:sldMk cId="2818376191" sldId="431"/>
            <ac:picMk id="11" creationId="{6C14D35F-A347-8B2C-4363-6B15712E6860}"/>
          </ac:picMkLst>
        </pc:picChg>
        <pc:cxnChg chg="add del mod">
          <ac:chgData name="r-matsumoto@rhizome01.onmicrosoft.com" userId="fac9f236-0781-4e61-8b73-684b662c3ab5" providerId="ADAL" clId="{5597D6D7-0E7C-4FB1-9FB9-09461CD41768}" dt="2023-03-22T00:28:41.476" v="1046" actId="478"/>
          <ac:cxnSpMkLst>
            <pc:docMk/>
            <pc:sldMk cId="2818376191" sldId="431"/>
            <ac:cxnSpMk id="12" creationId="{5230D6D7-8C4B-F195-1056-9891397B0DE2}"/>
          </ac:cxnSpMkLst>
        </pc:cxnChg>
      </pc:sldChg>
      <pc:sldChg chg="addSp modSp new mod ord">
        <pc:chgData name="r-matsumoto@rhizome01.onmicrosoft.com" userId="fac9f236-0781-4e61-8b73-684b662c3ab5" providerId="ADAL" clId="{5597D6D7-0E7C-4FB1-9FB9-09461CD41768}" dt="2023-03-22T02:02:55.347" v="6456" actId="20577"/>
        <pc:sldMkLst>
          <pc:docMk/>
          <pc:sldMk cId="2297697325" sldId="432"/>
        </pc:sldMkLst>
        <pc:spChg chg="mod">
          <ac:chgData name="r-matsumoto@rhizome01.onmicrosoft.com" userId="fac9f236-0781-4e61-8b73-684b662c3ab5" providerId="ADAL" clId="{5597D6D7-0E7C-4FB1-9FB9-09461CD41768}" dt="2023-03-22T00:54:19.364" v="3094"/>
          <ac:spMkLst>
            <pc:docMk/>
            <pc:sldMk cId="2297697325" sldId="432"/>
            <ac:spMk id="3" creationId="{DB3EA248-FA55-1657-5783-F147E646ACDA}"/>
          </ac:spMkLst>
        </pc:spChg>
        <pc:spChg chg="mod">
          <ac:chgData name="r-matsumoto@rhizome01.onmicrosoft.com" userId="fac9f236-0781-4e61-8b73-684b662c3ab5" providerId="ADAL" clId="{5597D6D7-0E7C-4FB1-9FB9-09461CD41768}" dt="2023-03-22T02:02:55.347" v="6456" actId="20577"/>
          <ac:spMkLst>
            <pc:docMk/>
            <pc:sldMk cId="2297697325" sldId="432"/>
            <ac:spMk id="5" creationId="{91B90E57-9F8E-ABB4-4FB2-BE2F76DC2118}"/>
          </ac:spMkLst>
        </pc:spChg>
        <pc:graphicFrameChg chg="add mod modGraphic">
          <ac:chgData name="r-matsumoto@rhizome01.onmicrosoft.com" userId="fac9f236-0781-4e61-8b73-684b662c3ab5" providerId="ADAL" clId="{5597D6D7-0E7C-4FB1-9FB9-09461CD41768}" dt="2023-03-22T01:04:55.352" v="5464" actId="1036"/>
          <ac:graphicFrameMkLst>
            <pc:docMk/>
            <pc:sldMk cId="2297697325" sldId="432"/>
            <ac:graphicFrameMk id="6" creationId="{F9280181-BF81-C018-70FB-81EBE7A9C6C5}"/>
          </ac:graphicFrameMkLst>
        </pc:graphicFrameChg>
      </pc:sldChg>
      <pc:sldChg chg="addSp modSp add mod ord modShow">
        <pc:chgData name="r-matsumoto@rhizome01.onmicrosoft.com" userId="fac9f236-0781-4e61-8b73-684b662c3ab5" providerId="ADAL" clId="{5597D6D7-0E7C-4FB1-9FB9-09461CD41768}" dt="2023-03-22T01:30:24.475" v="5502" actId="1035"/>
        <pc:sldMkLst>
          <pc:docMk/>
          <pc:sldMk cId="1004403832" sldId="433"/>
        </pc:sldMkLst>
        <pc:spChg chg="mod">
          <ac:chgData name="r-matsumoto@rhizome01.onmicrosoft.com" userId="fac9f236-0781-4e61-8b73-684b662c3ab5" providerId="ADAL" clId="{5597D6D7-0E7C-4FB1-9FB9-09461CD41768}" dt="2023-03-22T00:56:56.226" v="3538"/>
          <ac:spMkLst>
            <pc:docMk/>
            <pc:sldMk cId="1004403832" sldId="433"/>
            <ac:spMk id="3" creationId="{1C79983C-D8FC-4693-8551-08AD543141F3}"/>
          </ac:spMkLst>
        </pc:spChg>
        <pc:spChg chg="add mod">
          <ac:chgData name="r-matsumoto@rhizome01.onmicrosoft.com" userId="fac9f236-0781-4e61-8b73-684b662c3ab5" providerId="ADAL" clId="{5597D6D7-0E7C-4FB1-9FB9-09461CD41768}" dt="2023-03-22T01:30:24.475" v="5502" actId="1035"/>
          <ac:spMkLst>
            <pc:docMk/>
            <pc:sldMk cId="1004403832" sldId="433"/>
            <ac:spMk id="10" creationId="{C07514C9-53FE-5090-B94A-DE44697A28A8}"/>
          </ac:spMkLst>
        </pc:spChg>
        <pc:spChg chg="mod">
          <ac:chgData name="r-matsumoto@rhizome01.onmicrosoft.com" userId="fac9f236-0781-4e61-8b73-684b662c3ab5" providerId="ADAL" clId="{5597D6D7-0E7C-4FB1-9FB9-09461CD41768}" dt="2023-03-22T01:02:04.816" v="5182"/>
          <ac:spMkLst>
            <pc:docMk/>
            <pc:sldMk cId="1004403832" sldId="433"/>
            <ac:spMk id="11" creationId="{E8C31C95-B190-464F-BE66-43124F5ABA7D}"/>
          </ac:spMkLst>
        </pc:spChg>
        <pc:spChg chg="add mod">
          <ac:chgData name="r-matsumoto@rhizome01.onmicrosoft.com" userId="fac9f236-0781-4e61-8b73-684b662c3ab5" providerId="ADAL" clId="{5597D6D7-0E7C-4FB1-9FB9-09461CD41768}" dt="2023-03-22T01:30:24.475" v="5502" actId="1035"/>
          <ac:spMkLst>
            <pc:docMk/>
            <pc:sldMk cId="1004403832" sldId="433"/>
            <ac:spMk id="12" creationId="{30947F4D-6A73-E044-5452-CBC6D467503B}"/>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営業サーバ" userId="c35045ed-c185-45de-8f58-be20a28877d8" providerId="ADAL" clId="{24CDA5AD-C932-4C9E-8F10-D9E080C25176}"/>
    <pc:docChg chg="custSel addSld modSld">
      <pc:chgData name="営業サーバ" userId="c35045ed-c185-45de-8f58-be20a28877d8" providerId="ADAL" clId="{24CDA5AD-C932-4C9E-8F10-D9E080C25176}" dt="2021-03-31T00:19:12.197" v="178"/>
      <pc:docMkLst>
        <pc:docMk/>
      </pc:docMkLst>
      <pc:sldChg chg="addSp delSp modSp new mod">
        <pc:chgData name="営業サーバ" userId="c35045ed-c185-45de-8f58-be20a28877d8" providerId="ADAL" clId="{24CDA5AD-C932-4C9E-8F10-D9E080C25176}" dt="2021-03-31T00:10:47.447" v="156" actId="20577"/>
        <pc:sldMkLst>
          <pc:docMk/>
          <pc:sldMk cId="2755247261" sldId="372"/>
        </pc:sldMkLst>
        <pc:spChg chg="mod">
          <ac:chgData name="営業サーバ" userId="c35045ed-c185-45de-8f58-be20a28877d8" providerId="ADAL" clId="{24CDA5AD-C932-4C9E-8F10-D9E080C25176}" dt="2021-03-31T00:06:18.964" v="2"/>
          <ac:spMkLst>
            <pc:docMk/>
            <pc:sldMk cId="2755247261" sldId="372"/>
            <ac:spMk id="3" creationId="{62CDEFC9-742C-44C1-A44C-2C03719B1DA4}"/>
          </ac:spMkLst>
        </pc:spChg>
        <pc:spChg chg="mod">
          <ac:chgData name="営業サーバ" userId="c35045ed-c185-45de-8f58-be20a28877d8" providerId="ADAL" clId="{24CDA5AD-C932-4C9E-8F10-D9E080C25176}" dt="2021-03-31T00:07:09.742" v="15" actId="207"/>
          <ac:spMkLst>
            <pc:docMk/>
            <pc:sldMk cId="2755247261" sldId="372"/>
            <ac:spMk id="5" creationId="{2DB1200D-3660-4E9F-A3E4-CF75668BA066}"/>
          </ac:spMkLst>
        </pc:spChg>
        <pc:spChg chg="add mod">
          <ac:chgData name="営業サーバ" userId="c35045ed-c185-45de-8f58-be20a28877d8" providerId="ADAL" clId="{24CDA5AD-C932-4C9E-8F10-D9E080C25176}" dt="2021-03-31T00:09:37.904" v="128" actId="1076"/>
          <ac:spMkLst>
            <pc:docMk/>
            <pc:sldMk cId="2755247261" sldId="372"/>
            <ac:spMk id="6" creationId="{08862E50-184A-4FFA-B4BF-7F783A5CDFD4}"/>
          </ac:spMkLst>
        </pc:spChg>
        <pc:spChg chg="add del mod">
          <ac:chgData name="営業サーバ" userId="c35045ed-c185-45de-8f58-be20a28877d8" providerId="ADAL" clId="{24CDA5AD-C932-4C9E-8F10-D9E080C25176}" dt="2021-03-31T00:08:05.349" v="23" actId="478"/>
          <ac:spMkLst>
            <pc:docMk/>
            <pc:sldMk cId="2755247261" sldId="372"/>
            <ac:spMk id="7" creationId="{4D222AD3-4E1B-40A7-A867-9D90283483E8}"/>
          </ac:spMkLst>
        </pc:spChg>
        <pc:spChg chg="add del mod">
          <ac:chgData name="営業サーバ" userId="c35045ed-c185-45de-8f58-be20a28877d8" providerId="ADAL" clId="{24CDA5AD-C932-4C9E-8F10-D9E080C25176}" dt="2021-03-31T00:08:07.493" v="24" actId="478"/>
          <ac:spMkLst>
            <pc:docMk/>
            <pc:sldMk cId="2755247261" sldId="372"/>
            <ac:spMk id="8" creationId="{855DE3C6-A357-43D4-9555-9566E6FC9CBD}"/>
          </ac:spMkLst>
        </pc:spChg>
        <pc:spChg chg="add mod">
          <ac:chgData name="営業サーバ" userId="c35045ed-c185-45de-8f58-be20a28877d8" providerId="ADAL" clId="{24CDA5AD-C932-4C9E-8F10-D9E080C25176}" dt="2021-03-31T00:09:47.104" v="129" actId="1076"/>
          <ac:spMkLst>
            <pc:docMk/>
            <pc:sldMk cId="2755247261" sldId="372"/>
            <ac:spMk id="9" creationId="{1870F5C0-B1B9-484A-817D-B1F9A2EDF5AB}"/>
          </ac:spMkLst>
        </pc:spChg>
        <pc:spChg chg="add mod">
          <ac:chgData name="営業サーバ" userId="c35045ed-c185-45de-8f58-be20a28877d8" providerId="ADAL" clId="{24CDA5AD-C932-4C9E-8F10-D9E080C25176}" dt="2021-03-31T00:09:52.489" v="130" actId="1076"/>
          <ac:spMkLst>
            <pc:docMk/>
            <pc:sldMk cId="2755247261" sldId="372"/>
            <ac:spMk id="10" creationId="{CC0AE81B-FC58-40D2-B786-A08A14436C53}"/>
          </ac:spMkLst>
        </pc:spChg>
        <pc:spChg chg="add mod">
          <ac:chgData name="営業サーバ" userId="c35045ed-c185-45de-8f58-be20a28877d8" providerId="ADAL" clId="{24CDA5AD-C932-4C9E-8F10-D9E080C25176}" dt="2021-03-31T00:10:15.548" v="143" actId="20577"/>
          <ac:spMkLst>
            <pc:docMk/>
            <pc:sldMk cId="2755247261" sldId="372"/>
            <ac:spMk id="11" creationId="{18DC7822-FF91-4408-9423-75B7A47DB1BF}"/>
          </ac:spMkLst>
        </pc:spChg>
        <pc:spChg chg="add mod">
          <ac:chgData name="営業サーバ" userId="c35045ed-c185-45de-8f58-be20a28877d8" providerId="ADAL" clId="{24CDA5AD-C932-4C9E-8F10-D9E080C25176}" dt="2021-03-31T00:10:32.673" v="148" actId="20577"/>
          <ac:spMkLst>
            <pc:docMk/>
            <pc:sldMk cId="2755247261" sldId="372"/>
            <ac:spMk id="12" creationId="{993E5ACE-C484-44C7-AFDB-30A0D15178FA}"/>
          </ac:spMkLst>
        </pc:spChg>
        <pc:spChg chg="add mod">
          <ac:chgData name="営業サーバ" userId="c35045ed-c185-45de-8f58-be20a28877d8" providerId="ADAL" clId="{24CDA5AD-C932-4C9E-8F10-D9E080C25176}" dt="2021-03-31T00:10:47.447" v="156" actId="20577"/>
          <ac:spMkLst>
            <pc:docMk/>
            <pc:sldMk cId="2755247261" sldId="372"/>
            <ac:spMk id="13" creationId="{2955E2A7-E9A5-47A2-8312-85901581F6E0}"/>
          </ac:spMkLst>
        </pc:spChg>
      </pc:sldChg>
      <pc:sldChg chg="addSp delSp modSp new mod modClrScheme chgLayout">
        <pc:chgData name="営業サーバ" userId="c35045ed-c185-45de-8f58-be20a28877d8" providerId="ADAL" clId="{24CDA5AD-C932-4C9E-8F10-D9E080C25176}" dt="2021-03-31T00:15:51.562" v="169" actId="207"/>
        <pc:sldMkLst>
          <pc:docMk/>
          <pc:sldMk cId="3266521402" sldId="373"/>
        </pc:sldMkLst>
        <pc:spChg chg="mod ord">
          <ac:chgData name="営業サーバ" userId="c35045ed-c185-45de-8f58-be20a28877d8" providerId="ADAL" clId="{24CDA5AD-C932-4C9E-8F10-D9E080C25176}" dt="2021-03-31T00:12:09.908" v="160" actId="700"/>
          <ac:spMkLst>
            <pc:docMk/>
            <pc:sldMk cId="3266521402" sldId="373"/>
            <ac:spMk id="2" creationId="{12B32272-CC15-4492-AC1C-D7D8D9A65809}"/>
          </ac:spMkLst>
        </pc:spChg>
        <pc:spChg chg="del mod ord">
          <ac:chgData name="営業サーバ" userId="c35045ed-c185-45de-8f58-be20a28877d8" providerId="ADAL" clId="{24CDA5AD-C932-4C9E-8F10-D9E080C25176}" dt="2021-03-31T00:11:46.573" v="158" actId="700"/>
          <ac:spMkLst>
            <pc:docMk/>
            <pc:sldMk cId="3266521402" sldId="373"/>
            <ac:spMk id="3" creationId="{E86A4AB1-0585-4AA8-BFCA-01877563F5EA}"/>
          </ac:spMkLst>
        </pc:spChg>
        <pc:spChg chg="mod ord">
          <ac:chgData name="営業サーバ" userId="c35045ed-c185-45de-8f58-be20a28877d8" providerId="ADAL" clId="{24CDA5AD-C932-4C9E-8F10-D9E080C25176}" dt="2021-03-31T00:12:09.908" v="160" actId="700"/>
          <ac:spMkLst>
            <pc:docMk/>
            <pc:sldMk cId="3266521402" sldId="373"/>
            <ac:spMk id="4" creationId="{FA27ED16-7D0A-4C60-8856-FB4D767AE8ED}"/>
          </ac:spMkLst>
        </pc:spChg>
        <pc:spChg chg="del mod ord">
          <ac:chgData name="営業サーバ" userId="c35045ed-c185-45de-8f58-be20a28877d8" providerId="ADAL" clId="{24CDA5AD-C932-4C9E-8F10-D9E080C25176}" dt="2021-03-31T00:11:46.573" v="158" actId="700"/>
          <ac:spMkLst>
            <pc:docMk/>
            <pc:sldMk cId="3266521402" sldId="373"/>
            <ac:spMk id="5" creationId="{65B771EA-A7F8-43A4-9573-BC8B2F4BDBA2}"/>
          </ac:spMkLst>
        </pc:spChg>
        <pc:spChg chg="add del mod ord">
          <ac:chgData name="営業サーバ" userId="c35045ed-c185-45de-8f58-be20a28877d8" providerId="ADAL" clId="{24CDA5AD-C932-4C9E-8F10-D9E080C25176}" dt="2021-03-31T00:12:00.611" v="159" actId="700"/>
          <ac:spMkLst>
            <pc:docMk/>
            <pc:sldMk cId="3266521402" sldId="373"/>
            <ac:spMk id="6" creationId="{31AB6873-89FE-4DB4-8029-E4C109FA95C7}"/>
          </ac:spMkLst>
        </pc:spChg>
        <pc:spChg chg="add del mod ord">
          <ac:chgData name="営業サーバ" userId="c35045ed-c185-45de-8f58-be20a28877d8" providerId="ADAL" clId="{24CDA5AD-C932-4C9E-8F10-D9E080C25176}" dt="2021-03-31T00:12:00.611" v="159" actId="700"/>
          <ac:spMkLst>
            <pc:docMk/>
            <pc:sldMk cId="3266521402" sldId="373"/>
            <ac:spMk id="7" creationId="{130B1BD8-3FC2-42D1-9912-0F90C5D5302C}"/>
          </ac:spMkLst>
        </pc:spChg>
        <pc:spChg chg="add del mod ord">
          <ac:chgData name="営業サーバ" userId="c35045ed-c185-45de-8f58-be20a28877d8" providerId="ADAL" clId="{24CDA5AD-C932-4C9E-8F10-D9E080C25176}" dt="2021-03-31T00:12:00.611" v="159" actId="700"/>
          <ac:spMkLst>
            <pc:docMk/>
            <pc:sldMk cId="3266521402" sldId="373"/>
            <ac:spMk id="8" creationId="{DC6A42BA-06CC-4BFF-B4EF-8EC4E0825863}"/>
          </ac:spMkLst>
        </pc:spChg>
        <pc:spChg chg="add del mod ord">
          <ac:chgData name="営業サーバ" userId="c35045ed-c185-45de-8f58-be20a28877d8" providerId="ADAL" clId="{24CDA5AD-C932-4C9E-8F10-D9E080C25176}" dt="2021-03-31T00:12:09.908" v="160" actId="700"/>
          <ac:spMkLst>
            <pc:docMk/>
            <pc:sldMk cId="3266521402" sldId="373"/>
            <ac:spMk id="9" creationId="{A9D2F7ED-CEC7-4F97-A5DB-404B23CF9988}"/>
          </ac:spMkLst>
        </pc:spChg>
        <pc:spChg chg="add mod ord">
          <ac:chgData name="営業サーバ" userId="c35045ed-c185-45de-8f58-be20a28877d8" providerId="ADAL" clId="{24CDA5AD-C932-4C9E-8F10-D9E080C25176}" dt="2021-03-31T00:12:25.592" v="161"/>
          <ac:spMkLst>
            <pc:docMk/>
            <pc:sldMk cId="3266521402" sldId="373"/>
            <ac:spMk id="10" creationId="{4C7118B8-0655-4DA9-91E7-9FF97ADD1558}"/>
          </ac:spMkLst>
        </pc:spChg>
        <pc:spChg chg="add mod ord">
          <ac:chgData name="営業サーバ" userId="c35045ed-c185-45de-8f58-be20a28877d8" providerId="ADAL" clId="{24CDA5AD-C932-4C9E-8F10-D9E080C25176}" dt="2021-03-31T00:12:33.374" v="164" actId="20577"/>
          <ac:spMkLst>
            <pc:docMk/>
            <pc:sldMk cId="3266521402" sldId="373"/>
            <ac:spMk id="11" creationId="{FC9597FA-8178-4EFC-9D95-698489AADEFB}"/>
          </ac:spMkLst>
        </pc:spChg>
        <pc:spChg chg="add mod">
          <ac:chgData name="営業サーバ" userId="c35045ed-c185-45de-8f58-be20a28877d8" providerId="ADAL" clId="{24CDA5AD-C932-4C9E-8F10-D9E080C25176}" dt="2021-03-31T00:15:51.562" v="169" actId="207"/>
          <ac:spMkLst>
            <pc:docMk/>
            <pc:sldMk cId="3266521402" sldId="373"/>
            <ac:spMk id="12" creationId="{5169CDA8-ABA5-4379-A67F-D10079352A3C}"/>
          </ac:spMkLst>
        </pc:spChg>
      </pc:sldChg>
      <pc:sldChg chg="modSp new mod">
        <pc:chgData name="営業サーバ" userId="c35045ed-c185-45de-8f58-be20a28877d8" providerId="ADAL" clId="{24CDA5AD-C932-4C9E-8F10-D9E080C25176}" dt="2021-03-31T00:17:44.898" v="174" actId="20577"/>
        <pc:sldMkLst>
          <pc:docMk/>
          <pc:sldMk cId="600041152" sldId="374"/>
        </pc:sldMkLst>
        <pc:spChg chg="mod">
          <ac:chgData name="営業サーバ" userId="c35045ed-c185-45de-8f58-be20a28877d8" providerId="ADAL" clId="{24CDA5AD-C932-4C9E-8F10-D9E080C25176}" dt="2021-03-31T00:17:34.410" v="171"/>
          <ac:spMkLst>
            <pc:docMk/>
            <pc:sldMk cId="600041152" sldId="374"/>
            <ac:spMk id="3" creationId="{BA530BD5-A92B-468D-9AF0-302291AF226A}"/>
          </ac:spMkLst>
        </pc:spChg>
        <pc:spChg chg="mod">
          <ac:chgData name="営業サーバ" userId="c35045ed-c185-45de-8f58-be20a28877d8" providerId="ADAL" clId="{24CDA5AD-C932-4C9E-8F10-D9E080C25176}" dt="2021-03-31T00:17:44.898" v="174" actId="20577"/>
          <ac:spMkLst>
            <pc:docMk/>
            <pc:sldMk cId="600041152" sldId="374"/>
            <ac:spMk id="5" creationId="{CA01AD74-009C-4238-8798-B5372736110E}"/>
          </ac:spMkLst>
        </pc:spChg>
      </pc:sldChg>
      <pc:sldChg chg="modSp new mod">
        <pc:chgData name="営業サーバ" userId="c35045ed-c185-45de-8f58-be20a28877d8" providerId="ADAL" clId="{24CDA5AD-C932-4C9E-8F10-D9E080C25176}" dt="2021-03-31T00:19:12.197" v="178"/>
        <pc:sldMkLst>
          <pc:docMk/>
          <pc:sldMk cId="3468853419" sldId="375"/>
        </pc:sldMkLst>
        <pc:spChg chg="mod">
          <ac:chgData name="営業サーバ" userId="c35045ed-c185-45de-8f58-be20a28877d8" providerId="ADAL" clId="{24CDA5AD-C932-4C9E-8F10-D9E080C25176}" dt="2021-03-31T00:19:06.001" v="176"/>
          <ac:spMkLst>
            <pc:docMk/>
            <pc:sldMk cId="3468853419" sldId="375"/>
            <ac:spMk id="3" creationId="{F23371FD-525E-44E7-83E7-C8F4D338FEE6}"/>
          </ac:spMkLst>
        </pc:spChg>
        <pc:spChg chg="mod">
          <ac:chgData name="営業サーバ" userId="c35045ed-c185-45de-8f58-be20a28877d8" providerId="ADAL" clId="{24CDA5AD-C932-4C9E-8F10-D9E080C25176}" dt="2021-03-31T00:19:12.197" v="178"/>
          <ac:spMkLst>
            <pc:docMk/>
            <pc:sldMk cId="3468853419" sldId="375"/>
            <ac:spMk id="5" creationId="{C7EB46D5-0F1B-41B7-AB74-4D289065364B}"/>
          </ac:spMkLst>
        </pc:spChg>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959468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en-US" altLang="ja-JP" dirty="0" err="1"/>
              <a:t>StreamAPI</a:t>
            </a:r>
            <a:endParaRPr lang="ja-JP" altLang="en-US" dirty="0"/>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endParaRPr kumimoji="1" lang="en-US" altLang="ja-JP" dirty="0"/>
          </a:p>
          <a:p>
            <a:endParaRPr kumimoji="1" lang="ja-JP" altLang="en-US" dirty="0"/>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kumimoji="1" lang="en-US" altLang="ja-JP" dirty="0" err="1"/>
              <a:t>StreamAPI</a:t>
            </a:r>
            <a:r>
              <a:rPr kumimoji="1" lang="ja-JP" altLang="en-US" dirty="0"/>
              <a:t>とはなにかの理解</a:t>
            </a:r>
            <a:endParaRPr kumimoji="1" lang="en-US" altLang="ja-JP" dirty="0"/>
          </a:p>
          <a:p>
            <a:pPr marL="444500" indent="-342900">
              <a:buFont typeface="+mj-lt"/>
              <a:buAutoNum type="arabicPeriod"/>
            </a:pPr>
            <a:r>
              <a:rPr lang="en-US" altLang="ja-JP" dirty="0" err="1"/>
              <a:t>StreamAPI</a:t>
            </a:r>
            <a:r>
              <a:rPr lang="ja-JP" altLang="en-US" dirty="0"/>
              <a:t>の活用</a:t>
            </a:r>
            <a:endParaRPr lang="en-US" altLang="ja-JP" dirty="0"/>
          </a:p>
          <a:p>
            <a:pPr marL="444500" indent="-342900">
              <a:buFont typeface="+mj-lt"/>
              <a:buAutoNum type="arabicPeriod"/>
            </a:pPr>
            <a:r>
              <a:rPr lang="ja-JP" altLang="en-US" dirty="0"/>
              <a:t>複数処理の同時実行</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kumimoji="1" lang="en-US" altLang="ja-JP" dirty="0" err="1"/>
              <a:t>StreamAPI</a:t>
            </a:r>
            <a:endParaRPr kumimoji="1" lang="en-US" altLang="ja-JP" dirty="0"/>
          </a:p>
          <a:p>
            <a:pPr marL="444500" indent="-342900">
              <a:buFont typeface="+mj-lt"/>
              <a:buAutoNum type="arabicPeriod"/>
            </a:pPr>
            <a:r>
              <a:rPr lang="en-US" altLang="ja-JP" dirty="0" err="1"/>
              <a:t>StreamAPI</a:t>
            </a:r>
            <a:r>
              <a:rPr lang="ja-JP" altLang="en-US" dirty="0"/>
              <a:t>の処理の流れ</a:t>
            </a:r>
            <a:endParaRPr lang="en-US" altLang="ja-JP" dirty="0"/>
          </a:p>
          <a:p>
            <a:pPr marL="444500" indent="-342900">
              <a:buFont typeface="+mj-lt"/>
              <a:buAutoNum type="arabicPeriod"/>
            </a:pPr>
            <a:r>
              <a:rPr kumimoji="1" lang="en-US" altLang="ja-JP" dirty="0" err="1"/>
              <a:t>StreamAPI</a:t>
            </a:r>
            <a:r>
              <a:rPr kumimoji="1" lang="ja-JP" altLang="en-US" dirty="0"/>
              <a:t>関連の処理</a:t>
            </a:r>
            <a:endParaRPr kumimoji="1" lang="en-US" altLang="ja-JP" dirty="0"/>
          </a:p>
          <a:p>
            <a:pPr marL="444500" indent="-342900">
              <a:buFont typeface="+mj-lt"/>
              <a:buAutoNum type="arabicPeriod"/>
            </a:pPr>
            <a:r>
              <a:rPr kumimoji="1" lang="ja-JP" altLang="en-US" dirty="0"/>
              <a:t>中間処理・終端処理の種類</a:t>
            </a:r>
            <a:endParaRPr kumimoji="1" lang="en-US" altLang="ja-JP" dirty="0"/>
          </a:p>
          <a:p>
            <a:pPr marL="444500" indent="-342900">
              <a:buFont typeface="+mj-lt"/>
              <a:buAutoNum type="arabicPeriod"/>
            </a:pPr>
            <a:r>
              <a:rPr lang="en-US" altLang="ja-JP" dirty="0" err="1"/>
              <a:t>StreamAPI</a:t>
            </a:r>
            <a:r>
              <a:rPr lang="ja-JP" altLang="en-US" dirty="0"/>
              <a:t>との比較</a:t>
            </a:r>
            <a:endParaRPr lang="en-US" altLang="ja-JP" dirty="0"/>
          </a:p>
          <a:p>
            <a:pPr marL="444500" indent="-342900">
              <a:buFont typeface="+mj-lt"/>
              <a:buAutoNum type="arabicPeriod"/>
            </a:pPr>
            <a:r>
              <a:rPr kumimoji="1" lang="ja-JP" altLang="en-US" dirty="0"/>
              <a:t>中間処理を複数実行した</a:t>
            </a:r>
            <a:r>
              <a:rPr kumimoji="1" lang="en-US" altLang="ja-JP" dirty="0" err="1"/>
              <a:t>StreamAPI</a:t>
            </a:r>
            <a:endParaRPr kumimoji="1" lang="en-US" altLang="ja-JP" dirty="0"/>
          </a:p>
          <a:p>
            <a:pPr marL="101600" indent="0">
              <a:buNone/>
            </a:pPr>
            <a:endParaRPr kumimoji="1" lang="en-US" altLang="ja-JP" dirty="0"/>
          </a:p>
          <a:p>
            <a:pPr marL="101600"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5FBEDD1-F485-E35B-E280-77F58F8816F6}"/>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8" name="タイトル 7">
            <a:extLst>
              <a:ext uri="{FF2B5EF4-FFF2-40B4-BE49-F238E27FC236}">
                <a16:creationId xmlns:a16="http://schemas.microsoft.com/office/drawing/2014/main" id="{5FAFF106-EAED-5919-1390-AA7EE12006D3}"/>
              </a:ext>
            </a:extLst>
          </p:cNvPr>
          <p:cNvSpPr>
            <a:spLocks noGrp="1"/>
          </p:cNvSpPr>
          <p:nvPr>
            <p:ph type="ctrTitle"/>
          </p:nvPr>
        </p:nvSpPr>
        <p:spPr/>
        <p:txBody>
          <a:bodyPr/>
          <a:lstStyle/>
          <a:p>
            <a:r>
              <a:rPr lang="ja-JP" altLang="en-US" dirty="0"/>
              <a:t>コレクションのおさらい</a:t>
            </a:r>
          </a:p>
        </p:txBody>
      </p:sp>
      <p:sp>
        <p:nvSpPr>
          <p:cNvPr id="4" name="スライド番号プレースホルダー 3">
            <a:extLst>
              <a:ext uri="{FF2B5EF4-FFF2-40B4-BE49-F238E27FC236}">
                <a16:creationId xmlns:a16="http://schemas.microsoft.com/office/drawing/2014/main" id="{B5DBEAD1-EBCB-A4C9-1B94-A1DAA9D46901}"/>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9" name="テキスト プレースホルダー 8">
            <a:extLst>
              <a:ext uri="{FF2B5EF4-FFF2-40B4-BE49-F238E27FC236}">
                <a16:creationId xmlns:a16="http://schemas.microsoft.com/office/drawing/2014/main" id="{F6932535-47C4-6A49-3A40-23F267F8B822}"/>
              </a:ext>
            </a:extLst>
          </p:cNvPr>
          <p:cNvSpPr>
            <a:spLocks noGrp="1"/>
          </p:cNvSpPr>
          <p:nvPr>
            <p:ph type="body" sz="quarter" idx="14"/>
          </p:nvPr>
        </p:nvSpPr>
        <p:spPr/>
        <p:txBody>
          <a:bodyPr/>
          <a:lstStyle/>
          <a:p>
            <a:pPr marL="96838" indent="0">
              <a:buNone/>
            </a:pPr>
            <a:r>
              <a:rPr lang="ja-JP" altLang="en-US" dirty="0"/>
              <a:t>コレクションでは、</a:t>
            </a:r>
            <a:r>
              <a:rPr lang="en-US" altLang="ja-JP" dirty="0" err="1"/>
              <a:t>ArrayList</a:t>
            </a:r>
            <a:r>
              <a:rPr lang="ja-JP" altLang="en-US" dirty="0"/>
              <a:t>を学習しました。</a:t>
            </a:r>
            <a:endParaRPr lang="en-US" altLang="ja-JP" dirty="0"/>
          </a:p>
          <a:p>
            <a:pPr marL="96838" indent="0">
              <a:buNone/>
            </a:pPr>
            <a:r>
              <a:rPr lang="en-US" altLang="ja-JP" dirty="0" err="1"/>
              <a:t>ArrayList</a:t>
            </a:r>
            <a:r>
              <a:rPr lang="ja-JP" altLang="en-US" dirty="0"/>
              <a:t>の中身のデータを参照したり操作したりしようとすると、</a:t>
            </a:r>
            <a:r>
              <a:rPr lang="en-US" altLang="ja-JP" dirty="0"/>
              <a:t>for</a:t>
            </a:r>
            <a:r>
              <a:rPr lang="ja-JP" altLang="en-US" dirty="0"/>
              <a:t>文や拡張</a:t>
            </a:r>
            <a:r>
              <a:rPr lang="en-US" altLang="ja-JP" dirty="0"/>
              <a:t>for</a:t>
            </a:r>
            <a:r>
              <a:rPr lang="ja-JP" altLang="en-US" dirty="0"/>
              <a:t>文を使用して繰り返し処理を実行していました。</a:t>
            </a:r>
            <a:endParaRPr lang="en-US" altLang="ja-JP" dirty="0"/>
          </a:p>
          <a:p>
            <a:pPr marL="96838" indent="0">
              <a:buNone/>
            </a:pPr>
            <a:r>
              <a:rPr lang="ja-JP" altLang="en-US" dirty="0"/>
              <a:t>この方法には大きな弱点があり、例えばデータ量が</a:t>
            </a:r>
            <a:r>
              <a:rPr lang="en-US" altLang="ja-JP" dirty="0"/>
              <a:t>1000</a:t>
            </a:r>
            <a:r>
              <a:rPr lang="ja-JP" altLang="en-US" dirty="0"/>
              <a:t>万件あった場合、</a:t>
            </a:r>
            <a:r>
              <a:rPr lang="en-US" altLang="ja-JP" dirty="0"/>
              <a:t>1</a:t>
            </a:r>
            <a:r>
              <a:rPr lang="ja-JP" altLang="en-US" dirty="0"/>
              <a:t>つずつ中身を見て判定をしていては、処理に大きな時間がかかることが考えられます。</a:t>
            </a:r>
            <a:endParaRPr lang="en-US" altLang="ja-JP" dirty="0"/>
          </a:p>
          <a:p>
            <a:pPr marL="96838" indent="0">
              <a:buNone/>
            </a:pPr>
            <a:r>
              <a:rPr lang="ja-JP" altLang="en-US" dirty="0"/>
              <a:t>また複雑な判定処理をしようとすると、入れ子構造が深くなり過ぎてしまい、プログラムが見づらくなってしまうこともあります。</a:t>
            </a:r>
            <a:endParaRPr lang="en-US" altLang="ja-JP" dirty="0"/>
          </a:p>
          <a:p>
            <a:pPr marL="96838" indent="0">
              <a:buNone/>
            </a:pPr>
            <a:r>
              <a:rPr lang="ja-JP" altLang="en-US" dirty="0"/>
              <a:t>こういったことをシンプル化することができる、</a:t>
            </a:r>
            <a:r>
              <a:rPr lang="en-US" altLang="ja-JP" b="1" dirty="0" err="1">
                <a:solidFill>
                  <a:srgbClr val="FF0000"/>
                </a:solidFill>
              </a:rPr>
              <a:t>StreamAPI</a:t>
            </a:r>
            <a:r>
              <a:rPr lang="ja-JP" altLang="en-US" dirty="0"/>
              <a:t>というものを今回の単元では学習していきましょう。</a:t>
            </a:r>
            <a:endParaRPr lang="en-US" altLang="ja-JP" dirty="0"/>
          </a:p>
        </p:txBody>
      </p:sp>
    </p:spTree>
    <p:extLst>
      <p:ext uri="{BB962C8B-B14F-4D97-AF65-F5344CB8AC3E}">
        <p14:creationId xmlns:p14="http://schemas.microsoft.com/office/powerpoint/2010/main" val="2818376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F7C997C-D589-E8A0-1F7E-A856CD41A37B}"/>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8375BA6A-A2BB-1E3B-AE97-BC1BD9D9080A}"/>
              </a:ext>
            </a:extLst>
          </p:cNvPr>
          <p:cNvSpPr>
            <a:spLocks noGrp="1"/>
          </p:cNvSpPr>
          <p:nvPr>
            <p:ph type="ctrTitle"/>
          </p:nvPr>
        </p:nvSpPr>
        <p:spPr/>
        <p:txBody>
          <a:bodyPr/>
          <a:lstStyle/>
          <a:p>
            <a:r>
              <a:rPr kumimoji="1" lang="en-US" altLang="ja-JP" dirty="0" err="1"/>
              <a:t>StreamAPI</a:t>
            </a:r>
            <a:endParaRPr kumimoji="1" lang="ja-JP" altLang="en-US" dirty="0"/>
          </a:p>
        </p:txBody>
      </p:sp>
      <p:sp>
        <p:nvSpPr>
          <p:cNvPr id="4" name="スライド番号プレースホルダー 3">
            <a:extLst>
              <a:ext uri="{FF2B5EF4-FFF2-40B4-BE49-F238E27FC236}">
                <a16:creationId xmlns:a16="http://schemas.microsoft.com/office/drawing/2014/main" id="{418B5D08-827E-47AD-F9F2-29A35D5B9AAE}"/>
              </a:ext>
            </a:extLst>
          </p:cNvPr>
          <p:cNvSpPr>
            <a:spLocks noGrp="1"/>
          </p:cNvSpPr>
          <p:nvPr>
            <p:ph type="sldNum" sz="quarter" idx="4"/>
          </p:nvPr>
        </p:nvSpPr>
        <p:spPr/>
        <p:txBody>
          <a:bodyPr/>
          <a:lstStyle/>
          <a:p>
            <a:fld id="{00000000-1234-1234-1234-123412341234}" type="slidenum">
              <a:rPr lang="en" smtClean="0"/>
              <a:pPr/>
              <a:t>5</a:t>
            </a:fld>
            <a:endParaRPr lang="en" dirty="0">
              <a:latin typeface="+mn-ea"/>
            </a:endParaRPr>
          </a:p>
        </p:txBody>
      </p:sp>
      <p:sp>
        <p:nvSpPr>
          <p:cNvPr id="5" name="テキスト プレースホルダー 4">
            <a:extLst>
              <a:ext uri="{FF2B5EF4-FFF2-40B4-BE49-F238E27FC236}">
                <a16:creationId xmlns:a16="http://schemas.microsoft.com/office/drawing/2014/main" id="{0FF9F114-6CC4-BC18-41AF-A21574B9E533}"/>
              </a:ext>
            </a:extLst>
          </p:cNvPr>
          <p:cNvSpPr>
            <a:spLocks noGrp="1"/>
          </p:cNvSpPr>
          <p:nvPr>
            <p:ph type="body" sz="quarter" idx="14"/>
          </p:nvPr>
        </p:nvSpPr>
        <p:spPr/>
        <p:txBody>
          <a:bodyPr/>
          <a:lstStyle/>
          <a:p>
            <a:pPr marL="96838" indent="0">
              <a:buNone/>
            </a:pPr>
            <a:r>
              <a:rPr kumimoji="1" lang="en-US" altLang="ja-JP" dirty="0" err="1"/>
              <a:t>StreamAPI</a:t>
            </a:r>
            <a:r>
              <a:rPr kumimoji="1" lang="ja-JP" altLang="en-US" dirty="0"/>
              <a:t>とは、コレクションや配列をストリームオブジェクトとして扱い、アルゴリズムを意識しなくとも探索や判定を行い欲しいデータを取得することができる機能です。</a:t>
            </a:r>
            <a:endParaRPr kumimoji="1" lang="en-US" altLang="ja-JP" dirty="0"/>
          </a:p>
          <a:p>
            <a:pPr marL="96838" indent="0">
              <a:buNone/>
            </a:pPr>
            <a:r>
              <a:rPr kumimoji="1" lang="ja-JP" altLang="en-US" dirty="0"/>
              <a:t>例えばリスト</a:t>
            </a:r>
            <a:r>
              <a:rPr lang="ja-JP" altLang="en-US" dirty="0"/>
              <a:t>の中に特定の文字列が入っているかを判定するプログラムの場合、リストを</a:t>
            </a:r>
            <a:r>
              <a:rPr lang="en-US" altLang="ja-JP" dirty="0"/>
              <a:t>for</a:t>
            </a:r>
            <a:r>
              <a:rPr lang="ja-JP" altLang="en-US" dirty="0"/>
              <a:t>文で繰り返し処理し、繰り返し処理の中で</a:t>
            </a:r>
            <a:r>
              <a:rPr lang="en-US" altLang="ja-JP" dirty="0"/>
              <a:t>if</a:t>
            </a:r>
            <a:r>
              <a:rPr lang="ja-JP" altLang="en-US" dirty="0"/>
              <a:t>文で該当のデータを判定し、取得するような処理なります。</a:t>
            </a:r>
            <a:endParaRPr lang="en-US" altLang="ja-JP" dirty="0"/>
          </a:p>
          <a:p>
            <a:pPr marL="96838" indent="0">
              <a:buNone/>
            </a:pPr>
            <a:r>
              <a:rPr kumimoji="1" lang="ja-JP" altLang="en-US" dirty="0"/>
              <a:t>アルゴリズムで記述して実現することも可能ですが、</a:t>
            </a:r>
            <a:r>
              <a:rPr kumimoji="1" lang="en-US" altLang="ja-JP" dirty="0" err="1"/>
              <a:t>StreamAPI</a:t>
            </a:r>
            <a:r>
              <a:rPr lang="ja-JP" altLang="en-US" dirty="0"/>
              <a:t>を使用すると、より簡単にデータ探索ができるようになります。</a:t>
            </a:r>
            <a:endParaRPr kumimoji="1" lang="en-US" altLang="ja-JP" dirty="0"/>
          </a:p>
          <a:p>
            <a:pPr marL="96838" indent="0">
              <a:buNone/>
            </a:pPr>
            <a:r>
              <a:rPr kumimoji="1" lang="ja-JP" altLang="en-US" dirty="0"/>
              <a:t>次のページで、</a:t>
            </a:r>
            <a:r>
              <a:rPr kumimoji="1" lang="en-US" altLang="ja-JP" dirty="0" err="1"/>
              <a:t>StreamAPI</a:t>
            </a:r>
            <a:r>
              <a:rPr kumimoji="1" lang="ja-JP" altLang="en-US" dirty="0"/>
              <a:t>のプログラムの流れを見ていきましょう。</a:t>
            </a:r>
          </a:p>
        </p:txBody>
      </p:sp>
      <p:sp>
        <p:nvSpPr>
          <p:cNvPr id="6" name="テキスト プレースホルダー 5">
            <a:extLst>
              <a:ext uri="{FF2B5EF4-FFF2-40B4-BE49-F238E27FC236}">
                <a16:creationId xmlns:a16="http://schemas.microsoft.com/office/drawing/2014/main" id="{B23DC420-0021-5377-A8E4-85D654C57CFE}"/>
              </a:ext>
            </a:extLst>
          </p:cNvPr>
          <p:cNvSpPr>
            <a:spLocks noGrp="1"/>
          </p:cNvSpPr>
          <p:nvPr>
            <p:ph type="body" sz="quarter" idx="15"/>
          </p:nvPr>
        </p:nvSpPr>
        <p:spPr/>
        <p:txBody>
          <a:bodyPr/>
          <a:lstStyle/>
          <a:p>
            <a:r>
              <a:rPr kumimoji="1" lang="ja-JP" altLang="en-US" dirty="0"/>
              <a:t>アルゴリズムを考えなくても直感的にリストを操作できる</a:t>
            </a:r>
            <a:endParaRPr kumimoji="1" lang="en-US" altLang="ja-JP" dirty="0"/>
          </a:p>
          <a:p>
            <a:r>
              <a:rPr lang="ja-JP" altLang="en-US" dirty="0"/>
              <a:t>大量データの精査は繰り返し文を使うよりも簡潔</a:t>
            </a:r>
            <a:endParaRPr lang="en-US" altLang="ja-JP" dirty="0"/>
          </a:p>
          <a:p>
            <a:r>
              <a:rPr kumimoji="1" lang="ja-JP" altLang="en-US" dirty="0"/>
              <a:t>中間処理、終端処理の使い方に注意</a:t>
            </a:r>
            <a:endParaRPr kumimoji="1" lang="en-US" altLang="ja-JP" dirty="0"/>
          </a:p>
        </p:txBody>
      </p:sp>
      <p:sp>
        <p:nvSpPr>
          <p:cNvPr id="7" name="テキスト プレースホルダー 6">
            <a:extLst>
              <a:ext uri="{FF2B5EF4-FFF2-40B4-BE49-F238E27FC236}">
                <a16:creationId xmlns:a16="http://schemas.microsoft.com/office/drawing/2014/main" id="{A86EC17D-0E1C-8C20-36FD-CE7FB35DE243}"/>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1497445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114;p15">
            <a:extLst>
              <a:ext uri="{FF2B5EF4-FFF2-40B4-BE49-F238E27FC236}">
                <a16:creationId xmlns:a16="http://schemas.microsoft.com/office/drawing/2014/main" id="{118B8091-3AF9-C762-5061-9EA56CD38D04}"/>
              </a:ext>
            </a:extLst>
          </p:cNvPr>
          <p:cNvSpPr/>
          <p:nvPr/>
        </p:nvSpPr>
        <p:spPr>
          <a:xfrm>
            <a:off x="462875" y="2204357"/>
            <a:ext cx="8216900" cy="2653207"/>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200" dirty="0">
                <a:solidFill>
                  <a:schemeClr val="dk1"/>
                </a:solidFill>
                <a:cs typeface="MS Gothic"/>
                <a:sym typeface="MS Gothic"/>
              </a:rPr>
              <a:t>// </a:t>
            </a:r>
            <a:r>
              <a:rPr lang="ja-JP" altLang="en-US" sz="1200" dirty="0">
                <a:solidFill>
                  <a:schemeClr val="dk1"/>
                </a:solidFill>
                <a:cs typeface="MS Gothic"/>
                <a:sym typeface="MS Gothic"/>
              </a:rPr>
              <a:t>リスト作成</a:t>
            </a:r>
            <a:endParaRPr lang="en-US" altLang="ja-JP" sz="1200" dirty="0">
              <a:solidFill>
                <a:schemeClr val="dk1"/>
              </a:solidFill>
              <a:cs typeface="MS Gothic"/>
              <a:sym typeface="MS Gothic"/>
            </a:endParaRPr>
          </a:p>
          <a:p>
            <a:pPr marL="0" marR="0" lvl="0" indent="0" algn="l" rtl="0">
              <a:spcBef>
                <a:spcPts val="0"/>
              </a:spcBef>
              <a:spcAft>
                <a:spcPts val="0"/>
              </a:spcAft>
              <a:buNone/>
            </a:pPr>
            <a:r>
              <a:rPr lang="en-US" altLang="ja-JP" sz="1200" dirty="0">
                <a:solidFill>
                  <a:schemeClr val="dk1"/>
                </a:solidFill>
                <a:cs typeface="MS Gothic"/>
                <a:sym typeface="MS Gothic"/>
              </a:rPr>
              <a:t>List&lt;Integer&gt; list = </a:t>
            </a:r>
            <a:r>
              <a:rPr lang="en-US" altLang="ja-JP" sz="1200" dirty="0" err="1">
                <a:solidFill>
                  <a:schemeClr val="dk1"/>
                </a:solidFill>
                <a:cs typeface="MS Gothic"/>
                <a:sym typeface="MS Gothic"/>
              </a:rPr>
              <a:t>Arrays.asList</a:t>
            </a:r>
            <a:r>
              <a:rPr lang="en-US" altLang="ja-JP" sz="1200" dirty="0">
                <a:solidFill>
                  <a:schemeClr val="dk1"/>
                </a:solidFill>
                <a:cs typeface="MS Gothic"/>
                <a:sym typeface="MS Gothic"/>
              </a:rPr>
              <a:t>(11, 3, 4);</a:t>
            </a:r>
          </a:p>
          <a:p>
            <a:pPr marL="0" marR="0" lvl="0" indent="0" algn="l" rtl="0">
              <a:spcBef>
                <a:spcPts val="0"/>
              </a:spcBef>
              <a:spcAft>
                <a:spcPts val="0"/>
              </a:spcAft>
              <a:buNone/>
            </a:pPr>
            <a:endParaRPr lang="en-US" altLang="ja-JP" sz="1200" dirty="0">
              <a:solidFill>
                <a:schemeClr val="dk1"/>
              </a:solidFill>
              <a:cs typeface="MS Gothic"/>
              <a:sym typeface="MS Gothic"/>
            </a:endParaRPr>
          </a:p>
          <a:p>
            <a:pPr marL="0" marR="0" lvl="0" indent="0" algn="l" rtl="0">
              <a:spcBef>
                <a:spcPts val="0"/>
              </a:spcBef>
              <a:spcAft>
                <a:spcPts val="0"/>
              </a:spcAft>
              <a:buNone/>
            </a:pPr>
            <a:r>
              <a:rPr lang="en-US" altLang="ja-JP" sz="1200" dirty="0">
                <a:solidFill>
                  <a:schemeClr val="dk1"/>
                </a:solidFill>
                <a:cs typeface="MS Gothic"/>
                <a:sym typeface="MS Gothic"/>
              </a:rPr>
              <a:t>// </a:t>
            </a:r>
            <a:r>
              <a:rPr lang="ja-JP" altLang="en-US" sz="1200" dirty="0">
                <a:solidFill>
                  <a:schemeClr val="dk1"/>
                </a:solidFill>
                <a:cs typeface="MS Gothic"/>
                <a:sym typeface="MS Gothic"/>
              </a:rPr>
              <a:t>ストリームの生成</a:t>
            </a:r>
            <a:endParaRPr lang="en-US" altLang="ja-JP" sz="1200" dirty="0">
              <a:solidFill>
                <a:schemeClr val="dk1"/>
              </a:solidFill>
              <a:cs typeface="MS Gothic"/>
              <a:sym typeface="MS Gothic"/>
            </a:endParaRPr>
          </a:p>
          <a:p>
            <a:pPr marL="0" marR="0" lvl="0" indent="0" algn="l" rtl="0">
              <a:spcBef>
                <a:spcPts val="0"/>
              </a:spcBef>
              <a:spcAft>
                <a:spcPts val="0"/>
              </a:spcAft>
              <a:buNone/>
            </a:pPr>
            <a:r>
              <a:rPr lang="en-US" altLang="ja-JP" sz="1200" dirty="0">
                <a:solidFill>
                  <a:schemeClr val="dk1"/>
                </a:solidFill>
                <a:cs typeface="MS Gothic"/>
                <a:sym typeface="MS Gothic"/>
              </a:rPr>
              <a:t>Stream&lt;Integer&gt; </a:t>
            </a:r>
            <a:r>
              <a:rPr lang="en-US" altLang="ja-JP" sz="1200" dirty="0" err="1">
                <a:solidFill>
                  <a:schemeClr val="dk1"/>
                </a:solidFill>
                <a:cs typeface="MS Gothic"/>
                <a:sym typeface="MS Gothic"/>
              </a:rPr>
              <a:t>st</a:t>
            </a:r>
            <a:r>
              <a:rPr lang="en-US" altLang="ja-JP" sz="1200" dirty="0">
                <a:solidFill>
                  <a:schemeClr val="dk1"/>
                </a:solidFill>
                <a:cs typeface="MS Gothic"/>
                <a:sym typeface="MS Gothic"/>
              </a:rPr>
              <a:t> = </a:t>
            </a:r>
            <a:r>
              <a:rPr lang="en-US" altLang="ja-JP" sz="1200" dirty="0" err="1">
                <a:solidFill>
                  <a:schemeClr val="dk1"/>
                </a:solidFill>
                <a:cs typeface="MS Gothic"/>
                <a:sym typeface="MS Gothic"/>
              </a:rPr>
              <a:t>list.stream</a:t>
            </a:r>
            <a:r>
              <a:rPr lang="en-US" altLang="ja-JP" sz="1200" dirty="0">
                <a:solidFill>
                  <a:schemeClr val="dk1"/>
                </a:solidFill>
                <a:cs typeface="MS Gothic"/>
                <a:sym typeface="MS Gothic"/>
              </a:rPr>
              <a:t>();</a:t>
            </a:r>
          </a:p>
          <a:p>
            <a:pPr marL="0" marR="0" lvl="0" indent="0" algn="l" rtl="0">
              <a:spcBef>
                <a:spcPts val="0"/>
              </a:spcBef>
              <a:spcAft>
                <a:spcPts val="0"/>
              </a:spcAft>
              <a:buNone/>
            </a:pPr>
            <a:endParaRPr lang="en-US" altLang="ja-JP" sz="1200" dirty="0">
              <a:solidFill>
                <a:schemeClr val="dk1"/>
              </a:solidFill>
              <a:cs typeface="MS Gothic"/>
              <a:sym typeface="MS Gothic"/>
            </a:endParaRPr>
          </a:p>
          <a:p>
            <a:pPr marL="0" marR="0" lvl="0" indent="0" algn="l" rtl="0">
              <a:spcBef>
                <a:spcPts val="0"/>
              </a:spcBef>
              <a:spcAft>
                <a:spcPts val="0"/>
              </a:spcAft>
              <a:buNone/>
            </a:pPr>
            <a:r>
              <a:rPr lang="en-US" altLang="ja-JP" sz="1200" dirty="0">
                <a:solidFill>
                  <a:schemeClr val="dk1"/>
                </a:solidFill>
                <a:cs typeface="MS Gothic"/>
                <a:sym typeface="MS Gothic"/>
              </a:rPr>
              <a:t>// </a:t>
            </a:r>
            <a:r>
              <a:rPr lang="ja-JP" altLang="en-US" sz="1200" dirty="0">
                <a:solidFill>
                  <a:schemeClr val="dk1"/>
                </a:solidFill>
                <a:cs typeface="MS Gothic"/>
                <a:sym typeface="MS Gothic"/>
              </a:rPr>
              <a:t>ソート（中間処理） </a:t>
            </a:r>
            <a:r>
              <a:rPr lang="en-US" altLang="ja-JP" sz="1200" dirty="0">
                <a:solidFill>
                  <a:schemeClr val="dk1"/>
                </a:solidFill>
                <a:cs typeface="MS Gothic"/>
                <a:sym typeface="MS Gothic"/>
              </a:rPr>
              <a:t>+ </a:t>
            </a:r>
            <a:r>
              <a:rPr lang="ja-JP" altLang="en-US" sz="1200" dirty="0">
                <a:solidFill>
                  <a:schemeClr val="dk1"/>
                </a:solidFill>
                <a:cs typeface="MS Gothic"/>
                <a:sym typeface="MS Gothic"/>
              </a:rPr>
              <a:t>リストに変換（終端処理）</a:t>
            </a:r>
            <a:endParaRPr lang="en-US" altLang="ja-JP" sz="1200" dirty="0">
              <a:solidFill>
                <a:schemeClr val="dk1"/>
              </a:solidFill>
              <a:cs typeface="MS Gothic"/>
              <a:sym typeface="MS Gothic"/>
            </a:endParaRPr>
          </a:p>
          <a:p>
            <a:pPr marL="0" marR="0" lvl="0" indent="0" algn="l" rtl="0">
              <a:spcBef>
                <a:spcPts val="0"/>
              </a:spcBef>
              <a:spcAft>
                <a:spcPts val="0"/>
              </a:spcAft>
              <a:buNone/>
            </a:pPr>
            <a:r>
              <a:rPr lang="en-US" altLang="ja-JP" sz="1200" dirty="0">
                <a:solidFill>
                  <a:schemeClr val="dk1"/>
                </a:solidFill>
                <a:cs typeface="MS Gothic"/>
                <a:sym typeface="MS Gothic"/>
              </a:rPr>
              <a:t>// </a:t>
            </a:r>
            <a:r>
              <a:rPr lang="ja-JP" altLang="en-US" sz="1200" dirty="0">
                <a:solidFill>
                  <a:schemeClr val="dk1"/>
                </a:solidFill>
                <a:cs typeface="MS Gothic"/>
                <a:sym typeface="MS Gothic"/>
              </a:rPr>
              <a:t>昇順にソートしたあとリストに変換している</a:t>
            </a:r>
            <a:endParaRPr lang="en-US" altLang="ja-JP" sz="1200" dirty="0">
              <a:solidFill>
                <a:schemeClr val="dk1"/>
              </a:solidFill>
              <a:cs typeface="MS Gothic"/>
              <a:sym typeface="MS Gothic"/>
            </a:endParaRPr>
          </a:p>
          <a:p>
            <a:pPr marL="0" marR="0" lvl="0" indent="0" algn="l" rtl="0">
              <a:spcBef>
                <a:spcPts val="0"/>
              </a:spcBef>
              <a:spcAft>
                <a:spcPts val="0"/>
              </a:spcAft>
              <a:buNone/>
            </a:pPr>
            <a:r>
              <a:rPr lang="en-US" altLang="ja-JP" sz="1200" dirty="0">
                <a:solidFill>
                  <a:schemeClr val="dk1"/>
                </a:solidFill>
                <a:cs typeface="MS Gothic"/>
                <a:sym typeface="MS Gothic"/>
              </a:rPr>
              <a:t>List&lt;Integer&gt; result = </a:t>
            </a:r>
            <a:r>
              <a:rPr lang="en-US" altLang="ja-JP" sz="1200" dirty="0" err="1">
                <a:solidFill>
                  <a:schemeClr val="dk1"/>
                </a:solidFill>
                <a:cs typeface="MS Gothic"/>
                <a:sym typeface="MS Gothic"/>
              </a:rPr>
              <a:t>st.sorted</a:t>
            </a:r>
            <a:r>
              <a:rPr lang="en-US" altLang="ja-JP" sz="1200" dirty="0">
                <a:solidFill>
                  <a:schemeClr val="dk1"/>
                </a:solidFill>
                <a:cs typeface="MS Gothic"/>
                <a:sym typeface="MS Gothic"/>
              </a:rPr>
              <a:t>().collect(</a:t>
            </a:r>
            <a:r>
              <a:rPr lang="en-US" altLang="ja-JP" sz="1200" dirty="0" err="1">
                <a:solidFill>
                  <a:schemeClr val="dk1"/>
                </a:solidFill>
                <a:cs typeface="MS Gothic"/>
                <a:sym typeface="MS Gothic"/>
              </a:rPr>
              <a:t>Collectors.toList</a:t>
            </a:r>
            <a:r>
              <a:rPr lang="en-US" altLang="ja-JP" sz="1200" dirty="0">
                <a:solidFill>
                  <a:schemeClr val="dk1"/>
                </a:solidFill>
                <a:cs typeface="MS Gothic"/>
                <a:sym typeface="MS Gothic"/>
              </a:rPr>
              <a:t>());</a:t>
            </a:r>
          </a:p>
          <a:p>
            <a:pPr marL="0" marR="0" lvl="0" indent="0" algn="l" rtl="0">
              <a:spcBef>
                <a:spcPts val="0"/>
              </a:spcBef>
              <a:spcAft>
                <a:spcPts val="0"/>
              </a:spcAft>
              <a:buNone/>
            </a:pPr>
            <a:endParaRPr lang="en-US" altLang="ja-JP" sz="1200" dirty="0">
              <a:solidFill>
                <a:schemeClr val="dk1"/>
              </a:solidFill>
              <a:cs typeface="MS Gothic"/>
              <a:sym typeface="MS Gothic"/>
            </a:endParaRPr>
          </a:p>
          <a:p>
            <a:pPr marL="0" marR="0" lvl="0" indent="0" algn="l" rtl="0">
              <a:spcBef>
                <a:spcPts val="0"/>
              </a:spcBef>
              <a:spcAft>
                <a:spcPts val="0"/>
              </a:spcAft>
              <a:buNone/>
            </a:pPr>
            <a:r>
              <a:rPr lang="en-US" altLang="ja-JP" sz="1200" dirty="0">
                <a:solidFill>
                  <a:schemeClr val="dk1"/>
                </a:solidFill>
                <a:cs typeface="MS Gothic"/>
                <a:sym typeface="MS Gothic"/>
              </a:rPr>
              <a:t>// </a:t>
            </a:r>
            <a:r>
              <a:rPr lang="ja-JP" altLang="en-US" sz="1200" dirty="0">
                <a:solidFill>
                  <a:schemeClr val="dk1"/>
                </a:solidFill>
                <a:cs typeface="MS Gothic"/>
                <a:sym typeface="MS Gothic"/>
              </a:rPr>
              <a:t>リストを表示</a:t>
            </a:r>
            <a:endParaRPr lang="en-US" altLang="ja-JP" sz="1200" dirty="0">
              <a:solidFill>
                <a:schemeClr val="dk1"/>
              </a:solidFill>
              <a:cs typeface="MS Gothic"/>
              <a:sym typeface="MS Gothic"/>
            </a:endParaRPr>
          </a:p>
          <a:p>
            <a:pPr marL="0" marR="0" lvl="0" indent="0" algn="l" rtl="0">
              <a:spcBef>
                <a:spcPts val="0"/>
              </a:spcBef>
              <a:spcAft>
                <a:spcPts val="0"/>
              </a:spcAft>
              <a:buNone/>
            </a:pPr>
            <a:r>
              <a:rPr lang="en-US" altLang="ja-JP" sz="1200" dirty="0">
                <a:solidFill>
                  <a:schemeClr val="dk1"/>
                </a:solidFill>
                <a:cs typeface="MS Gothic"/>
                <a:sym typeface="MS Gothic"/>
              </a:rPr>
              <a:t>for(Integer num : result) {</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altLang="ja-JP" sz="1200" dirty="0" err="1">
                <a:solidFill>
                  <a:schemeClr val="dk1"/>
                </a:solidFill>
                <a:cs typeface="MS Gothic"/>
                <a:sym typeface="MS Gothic"/>
              </a:rPr>
              <a:t>System.out.println</a:t>
            </a:r>
            <a:r>
              <a:rPr lang="en-US" altLang="ja-JP" sz="1200" dirty="0">
                <a:solidFill>
                  <a:schemeClr val="dk1"/>
                </a:solidFill>
                <a:cs typeface="MS Gothic"/>
                <a:sym typeface="MS Gothic"/>
              </a:rPr>
              <a:t>(num);</a:t>
            </a:r>
          </a:p>
          <a:p>
            <a:pPr marL="0" marR="0" lvl="0" indent="0" algn="l" rtl="0">
              <a:spcBef>
                <a:spcPts val="0"/>
              </a:spcBef>
              <a:spcAft>
                <a:spcPts val="0"/>
              </a:spcAft>
              <a:buNone/>
            </a:pPr>
            <a:r>
              <a:rPr lang="en-US" altLang="ja-JP" sz="1200" dirty="0">
                <a:solidFill>
                  <a:schemeClr val="dk1"/>
                </a:solidFill>
                <a:cs typeface="MS Gothic"/>
                <a:sym typeface="MS Gothic"/>
              </a:rPr>
              <a:t>}</a:t>
            </a:r>
          </a:p>
        </p:txBody>
      </p:sp>
      <p:sp>
        <p:nvSpPr>
          <p:cNvPr id="2" name="フッター プレースホルダー 1">
            <a:extLst>
              <a:ext uri="{FF2B5EF4-FFF2-40B4-BE49-F238E27FC236}">
                <a16:creationId xmlns:a16="http://schemas.microsoft.com/office/drawing/2014/main" id="{85FBEDD1-F485-E35B-E280-77F58F8816F6}"/>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8" name="タイトル 7">
            <a:extLst>
              <a:ext uri="{FF2B5EF4-FFF2-40B4-BE49-F238E27FC236}">
                <a16:creationId xmlns:a16="http://schemas.microsoft.com/office/drawing/2014/main" id="{5FAFF106-EAED-5919-1390-AA7EE12006D3}"/>
              </a:ext>
            </a:extLst>
          </p:cNvPr>
          <p:cNvSpPr>
            <a:spLocks noGrp="1"/>
          </p:cNvSpPr>
          <p:nvPr>
            <p:ph type="ctrTitle"/>
          </p:nvPr>
        </p:nvSpPr>
        <p:spPr/>
        <p:txBody>
          <a:bodyPr/>
          <a:lstStyle/>
          <a:p>
            <a:r>
              <a:rPr lang="en-US" altLang="ja-JP" dirty="0" err="1"/>
              <a:t>StreamAPI</a:t>
            </a:r>
            <a:r>
              <a:rPr lang="ja-JP" altLang="en-US" dirty="0"/>
              <a:t>の処理の流れ</a:t>
            </a:r>
          </a:p>
        </p:txBody>
      </p:sp>
      <p:sp>
        <p:nvSpPr>
          <p:cNvPr id="4" name="スライド番号プレースホルダー 3">
            <a:extLst>
              <a:ext uri="{FF2B5EF4-FFF2-40B4-BE49-F238E27FC236}">
                <a16:creationId xmlns:a16="http://schemas.microsoft.com/office/drawing/2014/main" id="{B5DBEAD1-EBCB-A4C9-1B94-A1DAA9D46901}"/>
              </a:ext>
            </a:extLst>
          </p:cNvPr>
          <p:cNvSpPr>
            <a:spLocks noGrp="1"/>
          </p:cNvSpPr>
          <p:nvPr>
            <p:ph type="sldNum" sz="quarter" idx="4"/>
          </p:nvPr>
        </p:nvSpPr>
        <p:spPr/>
        <p:txBody>
          <a:bodyPr/>
          <a:lstStyle/>
          <a:p>
            <a:fld id="{00000000-1234-1234-1234-123412341234}" type="slidenum">
              <a:rPr lang="en" smtClean="0"/>
              <a:pPr/>
              <a:t>6</a:t>
            </a:fld>
            <a:endParaRPr lang="en" dirty="0">
              <a:latin typeface="+mn-ea"/>
            </a:endParaRPr>
          </a:p>
        </p:txBody>
      </p:sp>
      <p:sp>
        <p:nvSpPr>
          <p:cNvPr id="9" name="テキスト プレースホルダー 8">
            <a:extLst>
              <a:ext uri="{FF2B5EF4-FFF2-40B4-BE49-F238E27FC236}">
                <a16:creationId xmlns:a16="http://schemas.microsoft.com/office/drawing/2014/main" id="{F6932535-47C4-6A49-3A40-23F267F8B822}"/>
              </a:ext>
            </a:extLst>
          </p:cNvPr>
          <p:cNvSpPr>
            <a:spLocks noGrp="1"/>
          </p:cNvSpPr>
          <p:nvPr>
            <p:ph type="body" sz="quarter" idx="14"/>
          </p:nvPr>
        </p:nvSpPr>
        <p:spPr/>
        <p:txBody>
          <a:bodyPr/>
          <a:lstStyle/>
          <a:p>
            <a:pPr marL="96838" indent="0">
              <a:buNone/>
            </a:pPr>
            <a:r>
              <a:rPr lang="en-US" altLang="ja-JP" dirty="0" err="1"/>
              <a:t>StreamAPI</a:t>
            </a:r>
            <a:r>
              <a:rPr lang="ja-JP" altLang="en-US" dirty="0"/>
              <a:t>は以下の流れで処理を実行していきます。</a:t>
            </a:r>
            <a:endParaRPr lang="en-US" altLang="ja-JP" dirty="0"/>
          </a:p>
          <a:p>
            <a:pPr marL="96838" indent="0">
              <a:buNone/>
            </a:pPr>
            <a:r>
              <a:rPr lang="ja-JP" altLang="en-US" dirty="0"/>
              <a:t>リストからストリームオブジェクトを生成し、生成したストリームオブジェクトに対して処理を実行しています。今回はソートしたあとにリストオブジェクトに変換しています。</a:t>
            </a:r>
            <a:endParaRPr lang="en-US" altLang="ja-JP" dirty="0"/>
          </a:p>
          <a:p>
            <a:pPr marL="96838" indent="0">
              <a:buNone/>
            </a:pPr>
            <a:r>
              <a:rPr lang="ja-JP" altLang="en-US" dirty="0"/>
              <a:t>このように、ストリームオブジェクトには</a:t>
            </a:r>
            <a:r>
              <a:rPr lang="ja-JP" altLang="en-US" b="1" dirty="0">
                <a:solidFill>
                  <a:srgbClr val="FF0000"/>
                </a:solidFill>
              </a:rPr>
              <a:t>中間処理</a:t>
            </a:r>
            <a:r>
              <a:rPr lang="ja-JP" altLang="en-US" dirty="0"/>
              <a:t>や</a:t>
            </a:r>
            <a:r>
              <a:rPr lang="ja-JP" altLang="en-US" b="1" dirty="0">
                <a:solidFill>
                  <a:srgbClr val="FF0000"/>
                </a:solidFill>
              </a:rPr>
              <a:t>終端処理</a:t>
            </a:r>
            <a:r>
              <a:rPr lang="ja-JP" altLang="en-US" dirty="0"/>
              <a:t>と呼ばれる処理があり、それらを実行することによってリストを操作することができます。</a:t>
            </a:r>
            <a:endParaRPr lang="en-US" altLang="ja-JP" dirty="0"/>
          </a:p>
        </p:txBody>
      </p:sp>
      <p:sp>
        <p:nvSpPr>
          <p:cNvPr id="3" name="正方形/長方形 2">
            <a:extLst>
              <a:ext uri="{FF2B5EF4-FFF2-40B4-BE49-F238E27FC236}">
                <a16:creationId xmlns:a16="http://schemas.microsoft.com/office/drawing/2014/main" id="{E50EC16B-F098-2737-81FD-9B9B133BE00E}"/>
              </a:ext>
            </a:extLst>
          </p:cNvPr>
          <p:cNvSpPr/>
          <p:nvPr/>
        </p:nvSpPr>
        <p:spPr>
          <a:xfrm>
            <a:off x="2253342" y="3739241"/>
            <a:ext cx="898072" cy="17961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5" name="正方形/長方形 4">
            <a:extLst>
              <a:ext uri="{FF2B5EF4-FFF2-40B4-BE49-F238E27FC236}">
                <a16:creationId xmlns:a16="http://schemas.microsoft.com/office/drawing/2014/main" id="{F0C3ECAE-EF36-B386-E444-50E0B681F03B}"/>
              </a:ext>
            </a:extLst>
          </p:cNvPr>
          <p:cNvSpPr/>
          <p:nvPr/>
        </p:nvSpPr>
        <p:spPr>
          <a:xfrm>
            <a:off x="3222169" y="3739241"/>
            <a:ext cx="2239737" cy="17961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6" name="吹き出し: 角を丸めた四角形 5">
            <a:extLst>
              <a:ext uri="{FF2B5EF4-FFF2-40B4-BE49-F238E27FC236}">
                <a16:creationId xmlns:a16="http://schemas.microsoft.com/office/drawing/2014/main" id="{FC72C0DE-42D8-947B-C279-5747B2833DB1}"/>
              </a:ext>
            </a:extLst>
          </p:cNvPr>
          <p:cNvSpPr/>
          <p:nvPr/>
        </p:nvSpPr>
        <p:spPr>
          <a:xfrm>
            <a:off x="2718706" y="4117421"/>
            <a:ext cx="1191987" cy="666668"/>
          </a:xfrm>
          <a:prstGeom prst="wedgeRoundRectCallout">
            <a:avLst>
              <a:gd name="adj1" fmla="val -49217"/>
              <a:gd name="adj2" fmla="val -85999"/>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rPr>
              <a:t>中間処理</a:t>
            </a:r>
            <a:endParaRPr kumimoji="1" lang="en-US" altLang="ja-JP" sz="1100" b="1" dirty="0">
              <a:solidFill>
                <a:schemeClr val="tx1"/>
              </a:solidFill>
            </a:endParaRPr>
          </a:p>
          <a:p>
            <a:pPr algn="ctr"/>
            <a:r>
              <a:rPr kumimoji="1" lang="ja-JP" altLang="en-US" sz="1100" dirty="0">
                <a:solidFill>
                  <a:schemeClr val="tx1"/>
                </a:solidFill>
              </a:rPr>
              <a:t>昇順にソート</a:t>
            </a:r>
          </a:p>
        </p:txBody>
      </p:sp>
      <p:sp>
        <p:nvSpPr>
          <p:cNvPr id="7" name="吹き出し: 角を丸めた四角形 6">
            <a:extLst>
              <a:ext uri="{FF2B5EF4-FFF2-40B4-BE49-F238E27FC236}">
                <a16:creationId xmlns:a16="http://schemas.microsoft.com/office/drawing/2014/main" id="{8066E264-84D6-85B0-B9E0-A426B1F3F2E7}"/>
              </a:ext>
            </a:extLst>
          </p:cNvPr>
          <p:cNvSpPr/>
          <p:nvPr/>
        </p:nvSpPr>
        <p:spPr>
          <a:xfrm>
            <a:off x="4122288" y="4117421"/>
            <a:ext cx="1274305" cy="666668"/>
          </a:xfrm>
          <a:prstGeom prst="wedgeRoundRectCallout">
            <a:avLst>
              <a:gd name="adj1" fmla="val -44445"/>
              <a:gd name="adj2" fmla="val -84774"/>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rPr>
              <a:t>終端処理</a:t>
            </a:r>
            <a:endParaRPr kumimoji="1" lang="en-US" altLang="ja-JP" sz="1100" b="1" dirty="0">
              <a:solidFill>
                <a:schemeClr val="tx1"/>
              </a:solidFill>
            </a:endParaRPr>
          </a:p>
          <a:p>
            <a:pPr algn="ctr"/>
            <a:r>
              <a:rPr kumimoji="1" lang="ja-JP" altLang="en-US" sz="1100" dirty="0">
                <a:solidFill>
                  <a:schemeClr val="tx1"/>
                </a:solidFill>
              </a:rPr>
              <a:t>ソートした</a:t>
            </a:r>
            <a:r>
              <a:rPr kumimoji="1" lang="en-US" altLang="ja-JP" sz="1100" dirty="0">
                <a:solidFill>
                  <a:schemeClr val="tx1"/>
                </a:solidFill>
              </a:rPr>
              <a:t>Stream</a:t>
            </a:r>
            <a:r>
              <a:rPr kumimoji="1" lang="ja-JP" altLang="en-US" sz="1100" dirty="0">
                <a:solidFill>
                  <a:schemeClr val="tx1"/>
                </a:solidFill>
              </a:rPr>
              <a:t>をリストに変換</a:t>
            </a:r>
          </a:p>
        </p:txBody>
      </p:sp>
    </p:spTree>
    <p:extLst>
      <p:ext uri="{BB962C8B-B14F-4D97-AF65-F5344CB8AC3E}">
        <p14:creationId xmlns:p14="http://schemas.microsoft.com/office/powerpoint/2010/main" val="3910870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381DA56-9CE3-CE86-4E55-539D417832A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DB3EA248-FA55-1657-5783-F147E646ACDA}"/>
              </a:ext>
            </a:extLst>
          </p:cNvPr>
          <p:cNvSpPr>
            <a:spLocks noGrp="1"/>
          </p:cNvSpPr>
          <p:nvPr>
            <p:ph type="ctrTitle"/>
          </p:nvPr>
        </p:nvSpPr>
        <p:spPr/>
        <p:txBody>
          <a:bodyPr/>
          <a:lstStyle/>
          <a:p>
            <a:r>
              <a:rPr kumimoji="1" lang="en-US" altLang="ja-JP" dirty="0" err="1"/>
              <a:t>StreamAPI</a:t>
            </a:r>
            <a:r>
              <a:rPr kumimoji="1" lang="ja-JP" altLang="en-US" dirty="0"/>
              <a:t>関連の処理</a:t>
            </a:r>
          </a:p>
        </p:txBody>
      </p:sp>
      <p:sp>
        <p:nvSpPr>
          <p:cNvPr id="4" name="スライド番号プレースホルダー 3">
            <a:extLst>
              <a:ext uri="{FF2B5EF4-FFF2-40B4-BE49-F238E27FC236}">
                <a16:creationId xmlns:a16="http://schemas.microsoft.com/office/drawing/2014/main" id="{FCF6BCFF-661D-A43B-8860-D31B0ECA868B}"/>
              </a:ext>
            </a:extLst>
          </p:cNvPr>
          <p:cNvSpPr>
            <a:spLocks noGrp="1"/>
          </p:cNvSpPr>
          <p:nvPr>
            <p:ph type="sldNum" sz="quarter" idx="4"/>
          </p:nvPr>
        </p:nvSpPr>
        <p:spPr/>
        <p:txBody>
          <a:bodyPr/>
          <a:lstStyle/>
          <a:p>
            <a:fld id="{00000000-1234-1234-1234-123412341234}" type="slidenum">
              <a:rPr lang="en" smtClean="0"/>
              <a:pPr/>
              <a:t>7</a:t>
            </a:fld>
            <a:endParaRPr lang="en" dirty="0"/>
          </a:p>
        </p:txBody>
      </p:sp>
      <p:sp>
        <p:nvSpPr>
          <p:cNvPr id="5" name="テキスト プレースホルダー 4">
            <a:extLst>
              <a:ext uri="{FF2B5EF4-FFF2-40B4-BE49-F238E27FC236}">
                <a16:creationId xmlns:a16="http://schemas.microsoft.com/office/drawing/2014/main" id="{91B90E57-9F8E-ABB4-4FB2-BE2F76DC2118}"/>
              </a:ext>
            </a:extLst>
          </p:cNvPr>
          <p:cNvSpPr>
            <a:spLocks noGrp="1"/>
          </p:cNvSpPr>
          <p:nvPr>
            <p:ph type="body" sz="quarter" idx="14"/>
          </p:nvPr>
        </p:nvSpPr>
        <p:spPr/>
        <p:txBody>
          <a:bodyPr/>
          <a:lstStyle/>
          <a:p>
            <a:pPr marL="285750" indent="-285750">
              <a:spcBef>
                <a:spcPts val="0"/>
              </a:spcBef>
            </a:pPr>
            <a:r>
              <a:rPr lang="en-US" altLang="ja-JP" sz="1400" dirty="0">
                <a:solidFill>
                  <a:schemeClr val="dk1"/>
                </a:solidFill>
                <a:cs typeface="MS Gothic"/>
                <a:sym typeface="MS Gothic"/>
              </a:rPr>
              <a:t>Stream&lt;Integer&gt; </a:t>
            </a:r>
            <a:r>
              <a:rPr lang="en-US" altLang="ja-JP" sz="1400" dirty="0" err="1">
                <a:solidFill>
                  <a:schemeClr val="dk1"/>
                </a:solidFill>
                <a:cs typeface="MS Gothic"/>
                <a:sym typeface="MS Gothic"/>
              </a:rPr>
              <a:t>st</a:t>
            </a:r>
            <a:r>
              <a:rPr lang="en-US" altLang="ja-JP" sz="1400" dirty="0">
                <a:solidFill>
                  <a:schemeClr val="dk1"/>
                </a:solidFill>
                <a:cs typeface="MS Gothic"/>
                <a:sym typeface="MS Gothic"/>
              </a:rPr>
              <a:t> = </a:t>
            </a:r>
            <a:r>
              <a:rPr lang="en-US" altLang="ja-JP" sz="1400" dirty="0" err="1">
                <a:solidFill>
                  <a:schemeClr val="dk1"/>
                </a:solidFill>
                <a:cs typeface="MS Gothic"/>
                <a:sym typeface="MS Gothic"/>
              </a:rPr>
              <a:t>list.stream</a:t>
            </a:r>
            <a:r>
              <a:rPr lang="en-US" altLang="ja-JP" sz="1400" dirty="0">
                <a:solidFill>
                  <a:schemeClr val="dk1"/>
                </a:solidFill>
                <a:cs typeface="MS Gothic"/>
                <a:sym typeface="MS Gothic"/>
              </a:rPr>
              <a:t>()</a:t>
            </a:r>
            <a:r>
              <a:rPr lang="en-US" altLang="ja-JP" dirty="0">
                <a:solidFill>
                  <a:schemeClr val="dk1"/>
                </a:solidFill>
                <a:cs typeface="MS Gothic"/>
                <a:sym typeface="MS Gothic"/>
              </a:rPr>
              <a:t>;</a:t>
            </a:r>
          </a:p>
          <a:p>
            <a:pPr marL="0" indent="0">
              <a:spcBef>
                <a:spcPts val="0"/>
              </a:spcBef>
              <a:buNone/>
            </a:pPr>
            <a:r>
              <a:rPr lang="en-US" altLang="ja-JP" dirty="0">
                <a:solidFill>
                  <a:schemeClr val="dk1"/>
                </a:solidFill>
                <a:cs typeface="MS Gothic"/>
                <a:sym typeface="MS Gothic"/>
              </a:rPr>
              <a:t>List</a:t>
            </a:r>
            <a:r>
              <a:rPr lang="ja-JP" altLang="en-US" dirty="0">
                <a:solidFill>
                  <a:schemeClr val="dk1"/>
                </a:solidFill>
                <a:cs typeface="MS Gothic"/>
                <a:sym typeface="MS Gothic"/>
              </a:rPr>
              <a:t>や配列から</a:t>
            </a:r>
            <a:r>
              <a:rPr lang="en-US" altLang="ja-JP" dirty="0">
                <a:solidFill>
                  <a:schemeClr val="dk1"/>
                </a:solidFill>
                <a:cs typeface="MS Gothic"/>
                <a:sym typeface="MS Gothic"/>
              </a:rPr>
              <a:t>Stream</a:t>
            </a:r>
            <a:r>
              <a:rPr lang="ja-JP" altLang="en-US" dirty="0">
                <a:solidFill>
                  <a:schemeClr val="dk1"/>
                </a:solidFill>
                <a:cs typeface="MS Gothic"/>
                <a:sym typeface="MS Gothic"/>
              </a:rPr>
              <a:t>オブジェクトを生成することができます。</a:t>
            </a:r>
            <a:endParaRPr lang="en-US" altLang="ja-JP" dirty="0">
              <a:solidFill>
                <a:schemeClr val="dk1"/>
              </a:solidFill>
              <a:cs typeface="MS Gothic"/>
              <a:sym typeface="MS Gothic"/>
            </a:endParaRPr>
          </a:p>
          <a:p>
            <a:pPr marL="0" indent="0">
              <a:spcBef>
                <a:spcPts val="0"/>
              </a:spcBef>
              <a:buNone/>
            </a:pPr>
            <a:r>
              <a:rPr lang="ja-JP" altLang="en-US" dirty="0">
                <a:solidFill>
                  <a:schemeClr val="dk1"/>
                </a:solidFill>
                <a:cs typeface="MS Gothic"/>
                <a:sym typeface="MS Gothic"/>
              </a:rPr>
              <a:t>ジェネリクスは、</a:t>
            </a:r>
            <a:r>
              <a:rPr lang="en-US" altLang="ja-JP" dirty="0">
                <a:solidFill>
                  <a:schemeClr val="dk1"/>
                </a:solidFill>
                <a:cs typeface="MS Gothic"/>
                <a:sym typeface="MS Gothic"/>
              </a:rPr>
              <a:t>List</a:t>
            </a:r>
            <a:r>
              <a:rPr lang="ja-JP" altLang="en-US" dirty="0">
                <a:solidFill>
                  <a:schemeClr val="dk1"/>
                </a:solidFill>
                <a:cs typeface="MS Gothic"/>
                <a:sym typeface="MS Gothic"/>
              </a:rPr>
              <a:t>や配列に入れるデータのデータ型を設定する必要があります。</a:t>
            </a:r>
            <a:endParaRPr lang="en-US" altLang="ja-JP" dirty="0">
              <a:solidFill>
                <a:schemeClr val="dk1"/>
              </a:solidFill>
              <a:cs typeface="MS Gothic"/>
              <a:sym typeface="MS Gothic"/>
            </a:endParaRPr>
          </a:p>
          <a:p>
            <a:pPr marL="0" indent="0">
              <a:spcBef>
                <a:spcPts val="0"/>
              </a:spcBef>
              <a:buNone/>
            </a:pPr>
            <a:endParaRPr lang="en-US" altLang="ja-JP" dirty="0">
              <a:solidFill>
                <a:schemeClr val="dk1"/>
              </a:solidFill>
              <a:cs typeface="MS Gothic"/>
              <a:sym typeface="MS Gothic"/>
            </a:endParaRPr>
          </a:p>
          <a:p>
            <a:pPr marL="0" indent="0">
              <a:spcBef>
                <a:spcPts val="0"/>
              </a:spcBef>
              <a:buNone/>
            </a:pPr>
            <a:endParaRPr lang="en-US" altLang="ja-JP" dirty="0">
              <a:solidFill>
                <a:schemeClr val="dk1"/>
              </a:solidFill>
              <a:cs typeface="MS Gothic"/>
              <a:sym typeface="MS Gothic"/>
            </a:endParaRPr>
          </a:p>
          <a:p>
            <a:pPr marL="0" indent="0">
              <a:spcBef>
                <a:spcPts val="0"/>
              </a:spcBef>
              <a:buNone/>
            </a:pPr>
            <a:endParaRPr lang="en-US" altLang="ja-JP" dirty="0">
              <a:solidFill>
                <a:schemeClr val="dk1"/>
              </a:solidFill>
              <a:cs typeface="MS Gothic"/>
              <a:sym typeface="MS Gothic"/>
            </a:endParaRPr>
          </a:p>
          <a:p>
            <a:pPr marL="285750" indent="-285750">
              <a:spcBef>
                <a:spcPts val="0"/>
              </a:spcBef>
            </a:pPr>
            <a:r>
              <a:rPr lang="en-US" altLang="ja-JP" sz="1400" dirty="0">
                <a:solidFill>
                  <a:schemeClr val="dk1"/>
                </a:solidFill>
                <a:cs typeface="MS Gothic"/>
                <a:sym typeface="MS Gothic"/>
              </a:rPr>
              <a:t>List&lt;Integer&gt; result = </a:t>
            </a:r>
            <a:r>
              <a:rPr lang="en-US" altLang="ja-JP" sz="1400" dirty="0" err="1">
                <a:solidFill>
                  <a:schemeClr val="dk1"/>
                </a:solidFill>
                <a:cs typeface="MS Gothic"/>
                <a:sym typeface="MS Gothic"/>
              </a:rPr>
              <a:t>st.sorted</a:t>
            </a:r>
            <a:r>
              <a:rPr lang="en-US" altLang="ja-JP" sz="1400" dirty="0">
                <a:solidFill>
                  <a:schemeClr val="dk1"/>
                </a:solidFill>
                <a:cs typeface="MS Gothic"/>
                <a:sym typeface="MS Gothic"/>
              </a:rPr>
              <a:t>().collect(</a:t>
            </a:r>
            <a:r>
              <a:rPr lang="en-US" altLang="ja-JP" sz="1400" dirty="0" err="1">
                <a:solidFill>
                  <a:schemeClr val="dk1"/>
                </a:solidFill>
                <a:cs typeface="MS Gothic"/>
                <a:sym typeface="MS Gothic"/>
              </a:rPr>
              <a:t>Collectors.toList</a:t>
            </a:r>
            <a:r>
              <a:rPr lang="en-US" altLang="ja-JP" sz="1400" dirty="0">
                <a:solidFill>
                  <a:schemeClr val="dk1"/>
                </a:solidFill>
                <a:cs typeface="MS Gothic"/>
                <a:sym typeface="MS Gothic"/>
              </a:rPr>
              <a:t>());</a:t>
            </a:r>
            <a:endParaRPr lang="en-US" altLang="ja-JP" dirty="0">
              <a:solidFill>
                <a:schemeClr val="dk1"/>
              </a:solidFill>
              <a:cs typeface="MS Gothic"/>
              <a:sym typeface="MS Gothic"/>
            </a:endParaRPr>
          </a:p>
          <a:p>
            <a:pPr marL="0" indent="0">
              <a:spcBef>
                <a:spcPts val="0"/>
              </a:spcBef>
              <a:buNone/>
            </a:pPr>
            <a:r>
              <a:rPr lang="ja-JP" altLang="en-US" dirty="0">
                <a:solidFill>
                  <a:schemeClr val="dk1"/>
                </a:solidFill>
                <a:cs typeface="MS Gothic"/>
                <a:sym typeface="MS Gothic"/>
              </a:rPr>
              <a:t>ソートした後に</a:t>
            </a:r>
            <a:r>
              <a:rPr lang="en-US" altLang="ja-JP" dirty="0">
                <a:solidFill>
                  <a:schemeClr val="dk1"/>
                </a:solidFill>
                <a:cs typeface="MS Gothic"/>
                <a:sym typeface="MS Gothic"/>
              </a:rPr>
              <a:t>Stream</a:t>
            </a:r>
            <a:r>
              <a:rPr lang="ja-JP" altLang="en-US" dirty="0">
                <a:solidFill>
                  <a:schemeClr val="dk1"/>
                </a:solidFill>
                <a:cs typeface="MS Gothic"/>
                <a:sym typeface="MS Gothic"/>
              </a:rPr>
              <a:t>オブジェクトを</a:t>
            </a:r>
            <a:r>
              <a:rPr lang="en-US" altLang="ja-JP" dirty="0">
                <a:solidFill>
                  <a:schemeClr val="dk1"/>
                </a:solidFill>
                <a:cs typeface="MS Gothic"/>
                <a:sym typeface="MS Gothic"/>
              </a:rPr>
              <a:t>List</a:t>
            </a:r>
            <a:r>
              <a:rPr lang="ja-JP" altLang="en-US" dirty="0">
                <a:solidFill>
                  <a:schemeClr val="dk1"/>
                </a:solidFill>
                <a:cs typeface="MS Gothic"/>
                <a:sym typeface="MS Gothic"/>
              </a:rPr>
              <a:t>に変換しています。</a:t>
            </a:r>
          </a:p>
          <a:p>
            <a:pPr marL="0" indent="0">
              <a:spcBef>
                <a:spcPts val="0"/>
              </a:spcBef>
              <a:buNone/>
            </a:pPr>
            <a:r>
              <a:rPr lang="en-US" altLang="ja-JP" dirty="0">
                <a:solidFill>
                  <a:schemeClr val="dk1"/>
                </a:solidFill>
                <a:cs typeface="MS Gothic"/>
                <a:sym typeface="MS Gothic"/>
              </a:rPr>
              <a:t>sorted()</a:t>
            </a:r>
            <a:r>
              <a:rPr lang="ja-JP" altLang="en-US" dirty="0">
                <a:solidFill>
                  <a:schemeClr val="dk1"/>
                </a:solidFill>
                <a:cs typeface="MS Gothic"/>
                <a:sym typeface="MS Gothic"/>
              </a:rPr>
              <a:t>は中間処理と呼ばれるもので、引数にソートの仕方を設定することもできます。また、ソート実行後は</a:t>
            </a:r>
            <a:r>
              <a:rPr lang="en-US" altLang="ja-JP" dirty="0">
                <a:solidFill>
                  <a:schemeClr val="dk1"/>
                </a:solidFill>
                <a:cs typeface="MS Gothic"/>
                <a:sym typeface="MS Gothic"/>
              </a:rPr>
              <a:t>Stream</a:t>
            </a:r>
            <a:r>
              <a:rPr lang="ja-JP" altLang="en-US" dirty="0">
                <a:solidFill>
                  <a:schemeClr val="dk1"/>
                </a:solidFill>
                <a:cs typeface="MS Gothic"/>
                <a:sym typeface="MS Gothic"/>
              </a:rPr>
              <a:t>オブジェクトとしてデータが返却されるため、再度</a:t>
            </a:r>
            <a:r>
              <a:rPr lang="en-US" altLang="ja-JP" dirty="0">
                <a:solidFill>
                  <a:schemeClr val="dk1"/>
                </a:solidFill>
                <a:cs typeface="MS Gothic"/>
                <a:sym typeface="MS Gothic"/>
              </a:rPr>
              <a:t>List</a:t>
            </a:r>
            <a:r>
              <a:rPr lang="ja-JP" altLang="en-US" dirty="0">
                <a:solidFill>
                  <a:schemeClr val="dk1"/>
                </a:solidFill>
                <a:cs typeface="MS Gothic"/>
                <a:sym typeface="MS Gothic"/>
              </a:rPr>
              <a:t>として扱うために</a:t>
            </a:r>
            <a:r>
              <a:rPr lang="en-US" altLang="ja-JP" dirty="0">
                <a:solidFill>
                  <a:schemeClr val="dk1"/>
                </a:solidFill>
                <a:cs typeface="MS Gothic"/>
                <a:sym typeface="MS Gothic"/>
              </a:rPr>
              <a:t>collect()</a:t>
            </a:r>
            <a:r>
              <a:rPr lang="ja-JP" altLang="en-US" dirty="0">
                <a:solidFill>
                  <a:schemeClr val="dk1"/>
                </a:solidFill>
                <a:cs typeface="MS Gothic"/>
                <a:sym typeface="MS Gothic"/>
              </a:rPr>
              <a:t>という終端処理を使用しています。</a:t>
            </a:r>
            <a:endParaRPr lang="en-US" altLang="ja-JP" dirty="0">
              <a:solidFill>
                <a:schemeClr val="dk1"/>
              </a:solidFill>
              <a:cs typeface="MS Gothic"/>
              <a:sym typeface="MS Gothic"/>
            </a:endParaRPr>
          </a:p>
          <a:p>
            <a:pPr marL="0" indent="0">
              <a:spcBef>
                <a:spcPts val="0"/>
              </a:spcBef>
              <a:buNone/>
            </a:pPr>
            <a:endParaRPr lang="en-US" altLang="ja-JP" dirty="0">
              <a:solidFill>
                <a:schemeClr val="dk1"/>
              </a:solidFill>
              <a:cs typeface="MS Gothic"/>
              <a:sym typeface="MS Gothic"/>
            </a:endParaRPr>
          </a:p>
          <a:p>
            <a:pPr marL="0" indent="0">
              <a:spcBef>
                <a:spcPts val="0"/>
              </a:spcBef>
              <a:buNone/>
            </a:pPr>
            <a:r>
              <a:rPr lang="ja-JP" altLang="en-US" dirty="0">
                <a:solidFill>
                  <a:schemeClr val="dk1"/>
                </a:solidFill>
                <a:cs typeface="MS Gothic"/>
                <a:sym typeface="MS Gothic"/>
              </a:rPr>
              <a:t>中間処理は必要がなければ省略することができますが、終端処理は省略することができません。</a:t>
            </a:r>
            <a:endParaRPr lang="en-US" altLang="ja-JP" dirty="0">
              <a:solidFill>
                <a:schemeClr val="dk1"/>
              </a:solidFill>
              <a:cs typeface="MS Gothic"/>
              <a:sym typeface="MS Gothic"/>
            </a:endParaRPr>
          </a:p>
          <a:p>
            <a:pPr marL="0" indent="0">
              <a:spcBef>
                <a:spcPts val="0"/>
              </a:spcBef>
              <a:buNone/>
            </a:pPr>
            <a:r>
              <a:rPr lang="ja-JP" altLang="en-US" dirty="0">
                <a:solidFill>
                  <a:schemeClr val="dk1"/>
                </a:solidFill>
                <a:cs typeface="MS Gothic"/>
                <a:sym typeface="MS Gothic"/>
              </a:rPr>
              <a:t>また、中間処理は複数接続していくこともできます。</a:t>
            </a:r>
            <a:endParaRPr lang="en-US" altLang="ja-JP" dirty="0">
              <a:solidFill>
                <a:schemeClr val="dk1"/>
              </a:solidFill>
              <a:cs typeface="MS Gothic"/>
              <a:sym typeface="MS Gothic"/>
            </a:endParaRPr>
          </a:p>
          <a:p>
            <a:pPr marL="0" indent="0">
              <a:spcBef>
                <a:spcPts val="0"/>
              </a:spcBef>
              <a:buNone/>
            </a:pPr>
            <a:endParaRPr lang="en-US" altLang="ja-JP" sz="1400" dirty="0">
              <a:solidFill>
                <a:schemeClr val="dk1"/>
              </a:solidFill>
              <a:cs typeface="MS Gothic"/>
              <a:sym typeface="MS Gothic"/>
            </a:endParaRPr>
          </a:p>
          <a:p>
            <a:pPr marL="0" indent="0">
              <a:spcBef>
                <a:spcPts val="0"/>
              </a:spcBef>
              <a:buNone/>
            </a:pPr>
            <a:endParaRPr lang="en-US" altLang="ja-JP" sz="1400" dirty="0">
              <a:solidFill>
                <a:schemeClr val="dk1"/>
              </a:solidFill>
              <a:cs typeface="MS Gothic"/>
              <a:sym typeface="MS Gothic"/>
            </a:endParaRPr>
          </a:p>
        </p:txBody>
      </p:sp>
    </p:spTree>
    <p:extLst>
      <p:ext uri="{BB962C8B-B14F-4D97-AF65-F5344CB8AC3E}">
        <p14:creationId xmlns:p14="http://schemas.microsoft.com/office/powerpoint/2010/main" val="2297697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FBC5257-E739-698D-50A2-8FC3F7DC760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E4459F3-17B9-AA4A-6B9C-FE76F762E24F}"/>
              </a:ext>
            </a:extLst>
          </p:cNvPr>
          <p:cNvSpPr>
            <a:spLocks noGrp="1"/>
          </p:cNvSpPr>
          <p:nvPr>
            <p:ph type="ctrTitle"/>
          </p:nvPr>
        </p:nvSpPr>
        <p:spPr/>
        <p:txBody>
          <a:bodyPr/>
          <a:lstStyle/>
          <a:p>
            <a:r>
              <a:rPr kumimoji="1" lang="ja-JP" altLang="en-US" dirty="0"/>
              <a:t>中間処理・終端処理の種類</a:t>
            </a:r>
          </a:p>
        </p:txBody>
      </p:sp>
      <p:sp>
        <p:nvSpPr>
          <p:cNvPr id="4" name="スライド番号プレースホルダー 3">
            <a:extLst>
              <a:ext uri="{FF2B5EF4-FFF2-40B4-BE49-F238E27FC236}">
                <a16:creationId xmlns:a16="http://schemas.microsoft.com/office/drawing/2014/main" id="{6BBE4DFA-7675-B343-44DF-2D68E629A8F1}"/>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09A8BFC0-AFDC-7DB0-F43E-52CEE08C5711}"/>
              </a:ext>
            </a:extLst>
          </p:cNvPr>
          <p:cNvSpPr>
            <a:spLocks noGrp="1"/>
          </p:cNvSpPr>
          <p:nvPr>
            <p:ph type="body" sz="quarter" idx="14"/>
          </p:nvPr>
        </p:nvSpPr>
        <p:spPr>
          <a:xfrm>
            <a:off x="462875" y="777851"/>
            <a:ext cx="8216900" cy="254494"/>
          </a:xfrm>
        </p:spPr>
        <p:txBody>
          <a:bodyPr/>
          <a:lstStyle/>
          <a:p>
            <a:r>
              <a:rPr kumimoji="1" lang="ja-JP" altLang="en-US" dirty="0"/>
              <a:t>中間処理</a:t>
            </a:r>
            <a:endParaRPr kumimoji="1" lang="en-US" altLang="ja-JP" dirty="0"/>
          </a:p>
          <a:p>
            <a:pPr marL="96838" indent="0">
              <a:buNone/>
            </a:pPr>
            <a:r>
              <a:rPr lang="ja-JP" altLang="en-US" dirty="0"/>
              <a:t>以下が中間処理の代表的なメソッドです。処理内容を見ると、</a:t>
            </a:r>
            <a:r>
              <a:rPr lang="en-US" altLang="ja-JP" dirty="0"/>
              <a:t>Stream</a:t>
            </a:r>
            <a:r>
              <a:rPr lang="ja-JP" altLang="en-US" dirty="0"/>
              <a:t>で返却するケースがほとんどです。中間処理はあくまで最終的に変換するというよりも、処理を連続して行えるよう</a:t>
            </a:r>
            <a:r>
              <a:rPr lang="en-US" altLang="ja-JP" dirty="0"/>
              <a:t>Stream</a:t>
            </a:r>
            <a:r>
              <a:rPr lang="ja-JP" altLang="en-US" dirty="0"/>
              <a:t>で返却します。</a:t>
            </a:r>
            <a:endParaRPr kumimoji="1" lang="en-US" altLang="ja-JP" dirty="0"/>
          </a:p>
          <a:p>
            <a:pPr marL="96838" indent="0">
              <a:buNone/>
            </a:pPr>
            <a:endParaRPr kumimoji="1" lang="ja-JP" altLang="en-US" dirty="0"/>
          </a:p>
        </p:txBody>
      </p:sp>
      <p:graphicFrame>
        <p:nvGraphicFramePr>
          <p:cNvPr id="7" name="表 6">
            <a:extLst>
              <a:ext uri="{FF2B5EF4-FFF2-40B4-BE49-F238E27FC236}">
                <a16:creationId xmlns:a16="http://schemas.microsoft.com/office/drawing/2014/main" id="{CA123B46-5ACB-79FB-78C9-AE79426B4A4E}"/>
              </a:ext>
            </a:extLst>
          </p:cNvPr>
          <p:cNvGraphicFramePr>
            <a:graphicFrameLocks noGrp="1"/>
          </p:cNvGraphicFramePr>
          <p:nvPr>
            <p:extLst>
              <p:ext uri="{D42A27DB-BD31-4B8C-83A1-F6EECF244321}">
                <p14:modId xmlns:p14="http://schemas.microsoft.com/office/powerpoint/2010/main" val="3549170302"/>
              </p:ext>
            </p:extLst>
          </p:nvPr>
        </p:nvGraphicFramePr>
        <p:xfrm>
          <a:off x="656958" y="1717210"/>
          <a:ext cx="7828733" cy="1315540"/>
        </p:xfrm>
        <a:graphic>
          <a:graphicData uri="http://schemas.openxmlformats.org/drawingml/2006/table">
            <a:tbl>
              <a:tblPr firstRow="1" bandRow="1">
                <a:tableStyleId>{5A111915-BE36-4E01-A7E5-04B1672EAD32}</a:tableStyleId>
              </a:tblPr>
              <a:tblGrid>
                <a:gridCol w="1146199">
                  <a:extLst>
                    <a:ext uri="{9D8B030D-6E8A-4147-A177-3AD203B41FA5}">
                      <a16:colId xmlns:a16="http://schemas.microsoft.com/office/drawing/2014/main" val="1709070535"/>
                    </a:ext>
                  </a:extLst>
                </a:gridCol>
                <a:gridCol w="6682534">
                  <a:extLst>
                    <a:ext uri="{9D8B030D-6E8A-4147-A177-3AD203B41FA5}">
                      <a16:colId xmlns:a16="http://schemas.microsoft.com/office/drawing/2014/main" val="754570506"/>
                    </a:ext>
                  </a:extLst>
                </a:gridCol>
              </a:tblGrid>
              <a:tr h="238845">
                <a:tc>
                  <a:txBody>
                    <a:bodyPr/>
                    <a:lstStyle/>
                    <a:p>
                      <a:pPr algn="ctr"/>
                      <a:r>
                        <a:rPr kumimoji="1" lang="ja-JP" altLang="en-US" sz="1000" dirty="0"/>
                        <a:t>メソッド</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1000" dirty="0"/>
                        <a:t>処理内容</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256994"/>
                  </a:ext>
                </a:extLst>
              </a:tr>
              <a:tr h="238845">
                <a:tc>
                  <a:txBody>
                    <a:bodyPr/>
                    <a:lstStyle/>
                    <a:p>
                      <a:pPr algn="ctr"/>
                      <a:r>
                        <a:rPr kumimoji="1" lang="en-US" altLang="ja-JP" sz="1000" dirty="0"/>
                        <a:t>filter()</a:t>
                      </a:r>
                      <a:endParaRPr kumimoji="1" lang="ja-JP" altLang="en-US" sz="1000" dirty="0"/>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各要素を判定し、</a:t>
                      </a:r>
                      <a:r>
                        <a:rPr kumimoji="1" lang="en-US" altLang="ja-JP" sz="1000" dirty="0"/>
                        <a:t>true</a:t>
                      </a:r>
                      <a:r>
                        <a:rPr kumimoji="1" lang="ja-JP" altLang="en-US" sz="1000" dirty="0"/>
                        <a:t>の要素</a:t>
                      </a:r>
                      <a:r>
                        <a:rPr kumimoji="1" lang="en-US" altLang="ja-JP" sz="1000" dirty="0"/>
                        <a:t>Stream</a:t>
                      </a:r>
                      <a:r>
                        <a:rPr kumimoji="1" lang="ja-JP" altLang="en-US" sz="1000" dirty="0"/>
                        <a:t>を返却</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9655945"/>
                  </a:ext>
                </a:extLst>
              </a:tr>
              <a:tr h="238845">
                <a:tc>
                  <a:txBody>
                    <a:bodyPr/>
                    <a:lstStyle/>
                    <a:p>
                      <a:pPr algn="ctr"/>
                      <a:r>
                        <a:rPr kumimoji="1" lang="en-US" altLang="ja-JP" sz="1000" dirty="0"/>
                        <a:t>distinct()</a:t>
                      </a:r>
                      <a:endParaRPr kumimoji="1" lang="ja-JP" altLang="en-US" sz="1000" dirty="0"/>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リストの中から重複情報を排除し、</a:t>
                      </a:r>
                      <a:r>
                        <a:rPr kumimoji="1" lang="en-US" altLang="ja-JP" sz="1000" dirty="0"/>
                        <a:t>Stream</a:t>
                      </a:r>
                      <a:r>
                        <a:rPr kumimoji="1" lang="ja-JP" altLang="en-US" sz="1000" dirty="0"/>
                        <a:t>を返却</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7152194"/>
                  </a:ext>
                </a:extLst>
              </a:tr>
              <a:tr h="238845">
                <a:tc>
                  <a:txBody>
                    <a:bodyPr/>
                    <a:lstStyle/>
                    <a:p>
                      <a:pPr algn="ctr"/>
                      <a:r>
                        <a:rPr kumimoji="1" lang="en-US" altLang="ja-JP" sz="1000" dirty="0"/>
                        <a:t>sorted()</a:t>
                      </a:r>
                      <a:endParaRPr kumimoji="1" lang="ja-JP" altLang="en-US" sz="1000" dirty="0"/>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昇順でソートし、</a:t>
                      </a:r>
                      <a:r>
                        <a:rPr kumimoji="1" lang="en-US" altLang="ja-JP" sz="1000" dirty="0"/>
                        <a:t>Stream</a:t>
                      </a:r>
                      <a:r>
                        <a:rPr kumimoji="1" lang="ja-JP" altLang="en-US" sz="1000" dirty="0"/>
                        <a:t>を返却　</a:t>
                      </a:r>
                      <a:r>
                        <a:rPr kumimoji="1" lang="en-US" altLang="ja-JP" sz="1000" dirty="0"/>
                        <a:t>※</a:t>
                      </a:r>
                      <a:r>
                        <a:rPr kumimoji="1" lang="ja-JP" altLang="en-US" sz="1000" dirty="0"/>
                        <a:t>引数設定によってソートルールを変更できる</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8811541"/>
                  </a:ext>
                </a:extLst>
              </a:tr>
              <a:tr h="238845">
                <a:tc>
                  <a:txBody>
                    <a:bodyPr/>
                    <a:lstStyle/>
                    <a:p>
                      <a:pPr algn="ctr"/>
                      <a:r>
                        <a:rPr kumimoji="1" lang="en-US" altLang="ja-JP" sz="1000" dirty="0"/>
                        <a:t>limit()</a:t>
                      </a:r>
                      <a:endParaRPr kumimoji="1" lang="ja-JP" altLang="en-US" sz="1000" dirty="0"/>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リストの先頭から、引数で設定した値までの</a:t>
                      </a:r>
                      <a:r>
                        <a:rPr kumimoji="1" lang="en-US" altLang="ja-JP" sz="1000" dirty="0"/>
                        <a:t>Stream</a:t>
                      </a:r>
                      <a:r>
                        <a:rPr kumimoji="1" lang="ja-JP" altLang="en-US" sz="1000" dirty="0"/>
                        <a:t>を返却</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7030875"/>
                  </a:ext>
                </a:extLst>
              </a:tr>
            </a:tbl>
          </a:graphicData>
        </a:graphic>
      </p:graphicFrame>
      <p:sp>
        <p:nvSpPr>
          <p:cNvPr id="8" name="テキスト プレースホルダー 4">
            <a:extLst>
              <a:ext uri="{FF2B5EF4-FFF2-40B4-BE49-F238E27FC236}">
                <a16:creationId xmlns:a16="http://schemas.microsoft.com/office/drawing/2014/main" id="{265192C7-37AC-CD91-FCA8-D773032CDDB0}"/>
              </a:ext>
            </a:extLst>
          </p:cNvPr>
          <p:cNvSpPr txBox="1">
            <a:spLocks/>
          </p:cNvSpPr>
          <p:nvPr/>
        </p:nvSpPr>
        <p:spPr>
          <a:xfrm>
            <a:off x="462875" y="3081687"/>
            <a:ext cx="8216900"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r>
              <a:rPr lang="ja-JP" altLang="en-US" dirty="0"/>
              <a:t>終端処理</a:t>
            </a:r>
            <a:endParaRPr lang="en-US" altLang="ja-JP" dirty="0"/>
          </a:p>
          <a:p>
            <a:pPr marL="96838" indent="0">
              <a:buNone/>
            </a:pPr>
            <a:r>
              <a:rPr lang="ja-JP" altLang="en-US" dirty="0"/>
              <a:t>終端処理は中間処理とは反対で、</a:t>
            </a:r>
            <a:r>
              <a:rPr lang="en-US" altLang="ja-JP" dirty="0"/>
              <a:t>Stream</a:t>
            </a:r>
            <a:r>
              <a:rPr lang="ja-JP" altLang="en-US" dirty="0"/>
              <a:t>ではなく</a:t>
            </a:r>
            <a:r>
              <a:rPr lang="en-US" altLang="ja-JP" dirty="0"/>
              <a:t>Java</a:t>
            </a:r>
            <a:r>
              <a:rPr lang="ja-JP" altLang="en-US" dirty="0"/>
              <a:t>で扱いやすいデータ型で返却することがほとんどです。中間処理と終端処理を組み合わせ、使用したい形状に合わせることが重要です。</a:t>
            </a:r>
            <a:endParaRPr lang="en-US" altLang="ja-JP" dirty="0"/>
          </a:p>
          <a:p>
            <a:pPr marL="96838" indent="0">
              <a:buFont typeface="Arial" panose="020B0604020202020204" pitchFamily="34" charset="0"/>
              <a:buNone/>
            </a:pPr>
            <a:endParaRPr lang="ja-JP" altLang="en-US" dirty="0"/>
          </a:p>
        </p:txBody>
      </p:sp>
      <p:graphicFrame>
        <p:nvGraphicFramePr>
          <p:cNvPr id="6" name="表 5">
            <a:extLst>
              <a:ext uri="{FF2B5EF4-FFF2-40B4-BE49-F238E27FC236}">
                <a16:creationId xmlns:a16="http://schemas.microsoft.com/office/drawing/2014/main" id="{BA850AA5-0370-6253-F16C-4A1FB8527C5F}"/>
              </a:ext>
            </a:extLst>
          </p:cNvPr>
          <p:cNvGraphicFramePr>
            <a:graphicFrameLocks noGrp="1"/>
          </p:cNvGraphicFramePr>
          <p:nvPr>
            <p:extLst>
              <p:ext uri="{D42A27DB-BD31-4B8C-83A1-F6EECF244321}">
                <p14:modId xmlns:p14="http://schemas.microsoft.com/office/powerpoint/2010/main" val="463047861"/>
              </p:ext>
            </p:extLst>
          </p:nvPr>
        </p:nvGraphicFramePr>
        <p:xfrm>
          <a:off x="656957" y="3812466"/>
          <a:ext cx="7828733" cy="1052432"/>
        </p:xfrm>
        <a:graphic>
          <a:graphicData uri="http://schemas.openxmlformats.org/drawingml/2006/table">
            <a:tbl>
              <a:tblPr firstRow="1" bandRow="1">
                <a:tableStyleId>{5A111915-BE36-4E01-A7E5-04B1672EAD32}</a:tableStyleId>
              </a:tblPr>
              <a:tblGrid>
                <a:gridCol w="1146198">
                  <a:extLst>
                    <a:ext uri="{9D8B030D-6E8A-4147-A177-3AD203B41FA5}">
                      <a16:colId xmlns:a16="http://schemas.microsoft.com/office/drawing/2014/main" val="1709070535"/>
                    </a:ext>
                  </a:extLst>
                </a:gridCol>
                <a:gridCol w="6682535">
                  <a:extLst>
                    <a:ext uri="{9D8B030D-6E8A-4147-A177-3AD203B41FA5}">
                      <a16:colId xmlns:a16="http://schemas.microsoft.com/office/drawing/2014/main" val="754570506"/>
                    </a:ext>
                  </a:extLst>
                </a:gridCol>
              </a:tblGrid>
              <a:tr h="238845">
                <a:tc>
                  <a:txBody>
                    <a:bodyPr/>
                    <a:lstStyle/>
                    <a:p>
                      <a:pPr algn="ctr"/>
                      <a:r>
                        <a:rPr kumimoji="1" lang="ja-JP" altLang="en-US" sz="1000" dirty="0"/>
                        <a:t>メソッド</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1000" dirty="0"/>
                        <a:t>処理</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256994"/>
                  </a:ext>
                </a:extLst>
              </a:tr>
              <a:tr h="238845">
                <a:tc>
                  <a:txBody>
                    <a:bodyPr/>
                    <a:lstStyle/>
                    <a:p>
                      <a:pPr algn="ctr"/>
                      <a:r>
                        <a:rPr kumimoji="1" lang="en-US" altLang="ja-JP" sz="1000" dirty="0" err="1"/>
                        <a:t>anyMatch</a:t>
                      </a:r>
                      <a:endParaRPr kumimoji="1" lang="ja-JP" altLang="en-US" sz="1000" dirty="0"/>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いずれか</a:t>
                      </a:r>
                      <a:r>
                        <a:rPr kumimoji="1" lang="en-US" altLang="ja-JP" sz="1000" dirty="0"/>
                        <a:t>1</a:t>
                      </a:r>
                      <a:r>
                        <a:rPr kumimoji="1" lang="ja-JP" altLang="en-US" sz="1000" dirty="0"/>
                        <a:t>つにマッチした場合</a:t>
                      </a:r>
                      <a:r>
                        <a:rPr kumimoji="1" lang="en-US" altLang="ja-JP" sz="1000" dirty="0"/>
                        <a:t>true</a:t>
                      </a:r>
                      <a:r>
                        <a:rPr kumimoji="1" lang="ja-JP" altLang="en-US" sz="1000" dirty="0"/>
                        <a:t>を返却</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9655945"/>
                  </a:ext>
                </a:extLst>
              </a:tr>
              <a:tr h="238845">
                <a:tc>
                  <a:txBody>
                    <a:bodyPr/>
                    <a:lstStyle/>
                    <a:p>
                      <a:pPr algn="ctr"/>
                      <a:r>
                        <a:rPr kumimoji="1" lang="en-US" altLang="ja-JP" sz="1000" dirty="0" err="1"/>
                        <a:t>forEach</a:t>
                      </a:r>
                      <a:endParaRPr kumimoji="1" lang="ja-JP" altLang="en-US" sz="1000" dirty="0"/>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各要素に関数を実行する（</a:t>
                      </a:r>
                      <a:r>
                        <a:rPr kumimoji="1" lang="en-US" altLang="ja-JP" sz="1000" dirty="0"/>
                        <a:t>for</a:t>
                      </a:r>
                      <a:r>
                        <a:rPr kumimoji="1" lang="ja-JP" altLang="en-US" sz="1000" dirty="0"/>
                        <a:t>文のような動作をする）</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7152194"/>
                  </a:ext>
                </a:extLst>
              </a:tr>
              <a:tr h="238845">
                <a:tc>
                  <a:txBody>
                    <a:bodyPr/>
                    <a:lstStyle/>
                    <a:p>
                      <a:pPr algn="ctr"/>
                      <a:r>
                        <a:rPr kumimoji="1" lang="en-US" altLang="ja-JP" sz="1000" dirty="0"/>
                        <a:t>count</a:t>
                      </a:r>
                      <a:endParaRPr kumimoji="1" lang="ja-JP" altLang="en-US" sz="1000" dirty="0"/>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要素数を返却</a:t>
                      </a:r>
                    </a:p>
                  </a:txBody>
                  <a:tcPr marL="110708" marR="110708" marT="55354" marB="553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8811541"/>
                  </a:ext>
                </a:extLst>
              </a:tr>
            </a:tbl>
          </a:graphicData>
        </a:graphic>
      </p:graphicFrame>
    </p:spTree>
    <p:extLst>
      <p:ext uri="{BB962C8B-B14F-4D97-AF65-F5344CB8AC3E}">
        <p14:creationId xmlns:p14="http://schemas.microsoft.com/office/powerpoint/2010/main" val="1806726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2293530-8E2F-3F94-6DD5-4BFC0911D6F6}"/>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8" name="タイトル 7">
            <a:extLst>
              <a:ext uri="{FF2B5EF4-FFF2-40B4-BE49-F238E27FC236}">
                <a16:creationId xmlns:a16="http://schemas.microsoft.com/office/drawing/2014/main" id="{F7D5E78D-FEC6-9F9F-C94C-DAD1C2DB3C73}"/>
              </a:ext>
            </a:extLst>
          </p:cNvPr>
          <p:cNvSpPr>
            <a:spLocks noGrp="1"/>
          </p:cNvSpPr>
          <p:nvPr>
            <p:ph type="ctrTitle"/>
          </p:nvPr>
        </p:nvSpPr>
        <p:spPr/>
        <p:txBody>
          <a:bodyPr/>
          <a:lstStyle/>
          <a:p>
            <a:r>
              <a:rPr lang="en-US" altLang="ja-JP" dirty="0" err="1"/>
              <a:t>StreamAPI</a:t>
            </a:r>
            <a:r>
              <a:rPr lang="ja-JP" altLang="en-US" dirty="0"/>
              <a:t>との比較</a:t>
            </a:r>
          </a:p>
        </p:txBody>
      </p:sp>
      <p:sp>
        <p:nvSpPr>
          <p:cNvPr id="4" name="スライド番号プレースホルダー 3">
            <a:extLst>
              <a:ext uri="{FF2B5EF4-FFF2-40B4-BE49-F238E27FC236}">
                <a16:creationId xmlns:a16="http://schemas.microsoft.com/office/drawing/2014/main" id="{51833D72-89EA-093F-ED37-474F48F4D8A4}"/>
              </a:ext>
            </a:extLst>
          </p:cNvPr>
          <p:cNvSpPr>
            <a:spLocks noGrp="1"/>
          </p:cNvSpPr>
          <p:nvPr>
            <p:ph type="sldNum" sz="quarter" idx="4"/>
          </p:nvPr>
        </p:nvSpPr>
        <p:spPr/>
        <p:txBody>
          <a:bodyPr/>
          <a:lstStyle/>
          <a:p>
            <a:fld id="{00000000-1234-1234-1234-123412341234}" type="slidenum">
              <a:rPr lang="en" smtClean="0"/>
              <a:pPr/>
              <a:t>9</a:t>
            </a:fld>
            <a:endParaRPr lang="en" dirty="0">
              <a:latin typeface="+mn-ea"/>
            </a:endParaRPr>
          </a:p>
        </p:txBody>
      </p:sp>
      <p:sp>
        <p:nvSpPr>
          <p:cNvPr id="9" name="テキスト プレースホルダー 8">
            <a:extLst>
              <a:ext uri="{FF2B5EF4-FFF2-40B4-BE49-F238E27FC236}">
                <a16:creationId xmlns:a16="http://schemas.microsoft.com/office/drawing/2014/main" id="{A439B221-7CE4-A274-43B9-2DCEC6127F1A}"/>
              </a:ext>
            </a:extLst>
          </p:cNvPr>
          <p:cNvSpPr>
            <a:spLocks noGrp="1"/>
          </p:cNvSpPr>
          <p:nvPr>
            <p:ph type="body" sz="quarter" idx="14"/>
          </p:nvPr>
        </p:nvSpPr>
        <p:spPr/>
        <p:txBody>
          <a:bodyPr/>
          <a:lstStyle/>
          <a:p>
            <a:pPr marL="96838" indent="0">
              <a:buNone/>
            </a:pPr>
            <a:r>
              <a:rPr lang="ja-JP" altLang="en-US" dirty="0"/>
              <a:t>それでは実際に</a:t>
            </a:r>
            <a:r>
              <a:rPr lang="en-US" altLang="ja-JP" dirty="0" err="1"/>
              <a:t>StreamAPI</a:t>
            </a:r>
            <a:r>
              <a:rPr lang="ja-JP" altLang="en-US" dirty="0"/>
              <a:t>を使用したプログラムと比較してみましょう。以下のプログラムはどちらもリストの中に</a:t>
            </a:r>
            <a:r>
              <a:rPr lang="en-US" altLang="ja-JP" dirty="0"/>
              <a:t>A</a:t>
            </a:r>
            <a:r>
              <a:rPr lang="ja-JP" altLang="en-US" dirty="0"/>
              <a:t>があったら</a:t>
            </a:r>
            <a:r>
              <a:rPr lang="en-US" altLang="ja-JP" dirty="0"/>
              <a:t>fin</a:t>
            </a:r>
            <a:r>
              <a:rPr lang="ja-JP" altLang="en-US" dirty="0"/>
              <a:t>という文字列を表示するプログラムです。</a:t>
            </a:r>
            <a:endParaRPr lang="en-US" altLang="ja-JP" dirty="0"/>
          </a:p>
          <a:p>
            <a:pPr marL="96838" indent="0">
              <a:buNone/>
            </a:pPr>
            <a:r>
              <a:rPr lang="en-US" altLang="ja-JP" dirty="0" err="1"/>
              <a:t>StreamAPI</a:t>
            </a:r>
            <a:r>
              <a:rPr lang="ja-JP" altLang="en-US" dirty="0"/>
              <a:t>の方はラムダ式も併用して書いてあるため、見づらく感じると思いますが、処理として入れ子構造の数や行数を見ても短縮できていることがわかります。</a:t>
            </a:r>
          </a:p>
        </p:txBody>
      </p:sp>
      <p:sp>
        <p:nvSpPr>
          <p:cNvPr id="10" name="Google Shape;114;p15">
            <a:extLst>
              <a:ext uri="{FF2B5EF4-FFF2-40B4-BE49-F238E27FC236}">
                <a16:creationId xmlns:a16="http://schemas.microsoft.com/office/drawing/2014/main" id="{28FD8C26-B0E2-5C7A-DF5C-9C14F2C39E0B}"/>
              </a:ext>
            </a:extLst>
          </p:cNvPr>
          <p:cNvSpPr/>
          <p:nvPr/>
        </p:nvSpPr>
        <p:spPr>
          <a:xfrm>
            <a:off x="220426" y="1934935"/>
            <a:ext cx="4392387" cy="2805523"/>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200" dirty="0">
                <a:solidFill>
                  <a:schemeClr val="dk1"/>
                </a:solidFill>
                <a:cs typeface="MS Gothic"/>
                <a:sym typeface="MS Gothic"/>
              </a:rPr>
              <a:t>import </a:t>
            </a:r>
            <a:r>
              <a:rPr lang="en-US" altLang="ja-JP" sz="1200" dirty="0" err="1">
                <a:solidFill>
                  <a:schemeClr val="dk1"/>
                </a:solidFill>
                <a:cs typeface="MS Gothic"/>
                <a:sym typeface="MS Gothic"/>
              </a:rPr>
              <a:t>java.util.ArrayList</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import </a:t>
            </a:r>
            <a:r>
              <a:rPr lang="en-US" altLang="ja-JP" sz="1200" dirty="0" err="1">
                <a:solidFill>
                  <a:schemeClr val="dk1"/>
                </a:solidFill>
                <a:cs typeface="MS Gothic"/>
                <a:sym typeface="MS Gothic"/>
              </a:rPr>
              <a:t>java.util.List</a:t>
            </a:r>
            <a:r>
              <a:rPr lang="en-US" altLang="ja-JP" sz="1200" dirty="0">
                <a:solidFill>
                  <a:schemeClr val="dk1"/>
                </a:solidFill>
                <a:cs typeface="MS Gothic"/>
                <a:sym typeface="MS Gothic"/>
              </a:rPr>
              <a:t>;</a:t>
            </a:r>
          </a:p>
          <a:p>
            <a:pPr marL="0" marR="0" lvl="0" indent="0" algn="l" rtl="0">
              <a:spcBef>
                <a:spcPts val="0"/>
              </a:spcBef>
              <a:spcAft>
                <a:spcPts val="0"/>
              </a:spcAft>
              <a:buNone/>
            </a:pPr>
            <a:endParaRPr lang="en-US" altLang="ja-JP" sz="1200" dirty="0">
              <a:solidFill>
                <a:schemeClr val="dk1"/>
              </a:solidFill>
              <a:cs typeface="MS Gothic"/>
              <a:sym typeface="MS Gothic"/>
            </a:endParaRPr>
          </a:p>
          <a:p>
            <a:pPr marL="0" marR="0" lvl="0" indent="0" algn="l" rtl="0">
              <a:spcBef>
                <a:spcPts val="0"/>
              </a:spcBef>
              <a:spcAft>
                <a:spcPts val="0"/>
              </a:spcAft>
              <a:buNone/>
            </a:pPr>
            <a:r>
              <a:rPr lang="en-US" altLang="ja-JP" sz="1200" dirty="0">
                <a:solidFill>
                  <a:schemeClr val="dk1"/>
                </a:solidFill>
                <a:cs typeface="MS Gothic"/>
                <a:sym typeface="MS Gothic"/>
              </a:rPr>
              <a:t>public class Sample {</a:t>
            </a:r>
          </a:p>
          <a:p>
            <a:pPr marL="0" marR="0" lvl="0" indent="0" algn="l" rtl="0">
              <a:spcBef>
                <a:spcPts val="0"/>
              </a:spcBef>
              <a:spcAft>
                <a:spcPts val="0"/>
              </a:spcAft>
              <a:buNone/>
            </a:pPr>
            <a:r>
              <a:rPr lang="en-US" altLang="ja-JP" sz="1200" dirty="0">
                <a:solidFill>
                  <a:schemeClr val="dk1"/>
                </a:solidFill>
                <a:cs typeface="MS Gothic"/>
                <a:sym typeface="MS Gothic"/>
              </a:rPr>
              <a:t>	public static void main(String[] </a:t>
            </a:r>
            <a:r>
              <a:rPr lang="en-US" altLang="ja-JP" sz="1200" dirty="0" err="1">
                <a:solidFill>
                  <a:schemeClr val="dk1"/>
                </a:solidFill>
                <a:cs typeface="MS Gothic"/>
                <a:sym typeface="MS Gothic"/>
              </a:rPr>
              <a:t>args</a:t>
            </a:r>
            <a:r>
              <a:rPr lang="en-US" altLang="ja-JP" sz="1200" dirty="0">
                <a:solidFill>
                  <a:schemeClr val="dk1"/>
                </a:solidFill>
                <a:cs typeface="MS Gothic"/>
                <a:sym typeface="MS Gothic"/>
              </a:rPr>
              <a:t>) {				List&lt;String&gt; list = </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altLang="ja-JP" sz="1200" dirty="0" err="1">
                <a:solidFill>
                  <a:schemeClr val="dk1"/>
                </a:solidFill>
                <a:cs typeface="MS Gothic"/>
                <a:sym typeface="MS Gothic"/>
              </a:rPr>
              <a:t>Arrays.asList</a:t>
            </a:r>
            <a:r>
              <a:rPr lang="en-US" altLang="ja-JP" sz="1200" dirty="0">
                <a:solidFill>
                  <a:schemeClr val="dk1"/>
                </a:solidFill>
                <a:cs typeface="MS Gothic"/>
                <a:sym typeface="MS Gothic"/>
              </a:rPr>
              <a:t>(“A”, “B”, “C”);</a:t>
            </a:r>
          </a:p>
          <a:p>
            <a:pPr marL="0" marR="0" lvl="0" indent="0" algn="l" rtl="0">
              <a:spcBef>
                <a:spcPts val="0"/>
              </a:spcBef>
              <a:spcAft>
                <a:spcPts val="0"/>
              </a:spcAft>
              <a:buNone/>
            </a:pPr>
            <a:r>
              <a:rPr lang="en-US" altLang="ja-JP" sz="1200" dirty="0">
                <a:solidFill>
                  <a:schemeClr val="dk1"/>
                </a:solidFill>
                <a:cs typeface="MS Gothic"/>
                <a:sym typeface="MS Gothic"/>
              </a:rPr>
              <a:t>		for(String str : list){							if(“</a:t>
            </a:r>
            <a:r>
              <a:rPr lang="en-US" altLang="ja-JP" sz="1200" dirty="0" err="1">
                <a:solidFill>
                  <a:schemeClr val="dk1"/>
                </a:solidFill>
                <a:cs typeface="MS Gothic"/>
                <a:sym typeface="MS Gothic"/>
              </a:rPr>
              <a:t>A”.equals</a:t>
            </a:r>
            <a:r>
              <a:rPr lang="en-US" altLang="ja-JP" sz="1200" dirty="0">
                <a:solidFill>
                  <a:schemeClr val="dk1"/>
                </a:solidFill>
                <a:cs typeface="MS Gothic"/>
                <a:sym typeface="MS Gothic"/>
              </a:rPr>
              <a:t>(str)){							</a:t>
            </a:r>
            <a:r>
              <a:rPr lang="en-US" altLang="ja-JP" sz="1200" dirty="0" err="1">
                <a:solidFill>
                  <a:schemeClr val="dk1"/>
                </a:solidFill>
                <a:cs typeface="MS Gothic"/>
                <a:sym typeface="MS Gothic"/>
              </a:rPr>
              <a:t>System.out.println</a:t>
            </a:r>
            <a:r>
              <a:rPr lang="en-US" altLang="ja-JP" sz="1200" dirty="0">
                <a:solidFill>
                  <a:schemeClr val="dk1"/>
                </a:solidFill>
                <a:cs typeface="MS Gothic"/>
                <a:sym typeface="MS Gothic"/>
              </a:rPr>
              <a:t>(“fin");				}		</a:t>
            </a:r>
          </a:p>
          <a:p>
            <a:pPr marL="0" marR="0" lvl="0" indent="0" algn="l" rtl="0">
              <a:spcBef>
                <a:spcPts val="0"/>
              </a:spcBef>
              <a:spcAft>
                <a:spcPts val="0"/>
              </a:spcAft>
              <a:buNone/>
            </a:pP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a:t>
            </a:r>
            <a:endParaRPr lang="ja-JP" altLang="en-US" sz="1200" dirty="0">
              <a:solidFill>
                <a:schemeClr val="dk1"/>
              </a:solidFill>
              <a:cs typeface="MS Gothic"/>
              <a:sym typeface="MS Gothic"/>
            </a:endParaRPr>
          </a:p>
        </p:txBody>
      </p:sp>
      <p:sp>
        <p:nvSpPr>
          <p:cNvPr id="11" name="Google Shape;114;p15">
            <a:extLst>
              <a:ext uri="{FF2B5EF4-FFF2-40B4-BE49-F238E27FC236}">
                <a16:creationId xmlns:a16="http://schemas.microsoft.com/office/drawing/2014/main" id="{F9B42EF5-0F88-0A72-66C5-36C98AE13C17}"/>
              </a:ext>
            </a:extLst>
          </p:cNvPr>
          <p:cNvSpPr/>
          <p:nvPr/>
        </p:nvSpPr>
        <p:spPr>
          <a:xfrm>
            <a:off x="4515127" y="1934934"/>
            <a:ext cx="4376912" cy="2805523"/>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200" dirty="0">
                <a:solidFill>
                  <a:schemeClr val="dk1"/>
                </a:solidFill>
                <a:cs typeface="MS Gothic"/>
                <a:sym typeface="MS Gothic"/>
              </a:rPr>
              <a:t>import </a:t>
            </a:r>
            <a:r>
              <a:rPr lang="en-US" altLang="ja-JP" sz="1200" dirty="0" err="1">
                <a:solidFill>
                  <a:schemeClr val="dk1"/>
                </a:solidFill>
                <a:cs typeface="MS Gothic"/>
                <a:sym typeface="MS Gothic"/>
              </a:rPr>
              <a:t>java.util.ArrayList</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import </a:t>
            </a:r>
            <a:r>
              <a:rPr lang="en-US" altLang="ja-JP" sz="1200" dirty="0" err="1">
                <a:solidFill>
                  <a:schemeClr val="dk1"/>
                </a:solidFill>
                <a:cs typeface="MS Gothic"/>
                <a:sym typeface="MS Gothic"/>
              </a:rPr>
              <a:t>java.util.List</a:t>
            </a:r>
            <a:r>
              <a:rPr lang="en-US" altLang="ja-JP" sz="1200" dirty="0">
                <a:solidFill>
                  <a:schemeClr val="dk1"/>
                </a:solidFill>
                <a:cs typeface="MS Gothic"/>
                <a:sym typeface="MS Gothic"/>
              </a:rPr>
              <a:t>;</a:t>
            </a:r>
          </a:p>
          <a:p>
            <a:pPr marL="0" marR="0" lvl="0" indent="0" algn="l" rtl="0">
              <a:spcBef>
                <a:spcPts val="0"/>
              </a:spcBef>
              <a:spcAft>
                <a:spcPts val="0"/>
              </a:spcAft>
              <a:buNone/>
            </a:pPr>
            <a:endParaRPr lang="en-US" altLang="ja-JP" sz="1200" dirty="0">
              <a:solidFill>
                <a:schemeClr val="dk1"/>
              </a:solidFill>
              <a:cs typeface="MS Gothic"/>
              <a:sym typeface="MS Gothic"/>
            </a:endParaRPr>
          </a:p>
          <a:p>
            <a:pPr marL="0" marR="0" lvl="0" indent="0" algn="l" rtl="0">
              <a:spcBef>
                <a:spcPts val="0"/>
              </a:spcBef>
              <a:spcAft>
                <a:spcPts val="0"/>
              </a:spcAft>
              <a:buNone/>
            </a:pPr>
            <a:r>
              <a:rPr lang="en-US" altLang="ja-JP" sz="1200" dirty="0">
                <a:solidFill>
                  <a:schemeClr val="dk1"/>
                </a:solidFill>
                <a:cs typeface="MS Gothic"/>
                <a:sym typeface="MS Gothic"/>
              </a:rPr>
              <a:t>public class Sample3 {</a:t>
            </a:r>
          </a:p>
          <a:p>
            <a:pPr marL="0" marR="0" lvl="0" indent="0" algn="l" rtl="0">
              <a:spcBef>
                <a:spcPts val="0"/>
              </a:spcBef>
              <a:spcAft>
                <a:spcPts val="0"/>
              </a:spcAft>
              <a:buNone/>
            </a:pPr>
            <a:r>
              <a:rPr lang="en-US" altLang="ja-JP" sz="1200" dirty="0">
                <a:solidFill>
                  <a:schemeClr val="dk1"/>
                </a:solidFill>
                <a:cs typeface="MS Gothic"/>
                <a:sym typeface="MS Gothic"/>
              </a:rPr>
              <a:t>	public static void main(String[] </a:t>
            </a:r>
            <a:r>
              <a:rPr lang="en-US" altLang="ja-JP" sz="1200" dirty="0" err="1">
                <a:solidFill>
                  <a:schemeClr val="dk1"/>
                </a:solidFill>
                <a:cs typeface="MS Gothic"/>
                <a:sym typeface="MS Gothic"/>
              </a:rPr>
              <a:t>args</a:t>
            </a: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		List&lt;String&gt; list = </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altLang="ja-JP" sz="1200" dirty="0" err="1">
                <a:solidFill>
                  <a:schemeClr val="dk1"/>
                </a:solidFill>
                <a:cs typeface="MS Gothic"/>
                <a:sym typeface="MS Gothic"/>
              </a:rPr>
              <a:t>Arrays.asList</a:t>
            </a:r>
            <a:r>
              <a:rPr lang="en-US" altLang="ja-JP" sz="1200" dirty="0">
                <a:solidFill>
                  <a:schemeClr val="dk1"/>
                </a:solidFill>
                <a:cs typeface="MS Gothic"/>
                <a:sym typeface="MS Gothic"/>
              </a:rPr>
              <a:t>(“A”, “B”, “C”);</a:t>
            </a:r>
          </a:p>
          <a:p>
            <a:pPr marL="0" marR="0" lvl="0" indent="0" algn="l" rtl="0">
              <a:spcBef>
                <a:spcPts val="0"/>
              </a:spcBef>
              <a:spcAft>
                <a:spcPts val="0"/>
              </a:spcAft>
              <a:buNone/>
            </a:pPr>
            <a:r>
              <a:rPr lang="en-US" altLang="ja-JP" sz="1200" dirty="0">
                <a:solidFill>
                  <a:schemeClr val="dk1"/>
                </a:solidFill>
                <a:cs typeface="MS Gothic"/>
                <a:sym typeface="MS Gothic"/>
              </a:rPr>
              <a:t>		if (</a:t>
            </a:r>
            <a:r>
              <a:rPr lang="en-US" altLang="ja-JP" sz="1200" dirty="0" err="1">
                <a:solidFill>
                  <a:schemeClr val="dk1"/>
                </a:solidFill>
                <a:cs typeface="MS Gothic"/>
                <a:sym typeface="MS Gothic"/>
              </a:rPr>
              <a:t>list.stream</a:t>
            </a:r>
            <a:r>
              <a:rPr lang="en-US" altLang="ja-JP" sz="1200" dirty="0">
                <a:solidFill>
                  <a:schemeClr val="dk1"/>
                </a:solidFill>
                <a:cs typeface="MS Gothic"/>
                <a:sym typeface="MS Gothic"/>
              </a:rPr>
              <a:t>().</a:t>
            </a:r>
            <a:r>
              <a:rPr lang="en-US" altLang="ja-JP" sz="1200" dirty="0" err="1">
                <a:solidFill>
                  <a:schemeClr val="dk1"/>
                </a:solidFill>
                <a:cs typeface="MS Gothic"/>
                <a:sym typeface="MS Gothic"/>
              </a:rPr>
              <a:t>anyMatch</a:t>
            </a:r>
            <a:r>
              <a:rPr lang="en-US" altLang="ja-JP" sz="1200" dirty="0">
                <a:solidFill>
                  <a:schemeClr val="dk1"/>
                </a:solidFill>
                <a:cs typeface="MS Gothic"/>
                <a:sym typeface="MS Gothic"/>
              </a:rPr>
              <a:t>(data -&gt; 					"</a:t>
            </a:r>
            <a:r>
              <a:rPr lang="en-US" altLang="ja-JP" sz="1200" dirty="0" err="1">
                <a:solidFill>
                  <a:schemeClr val="dk1"/>
                </a:solidFill>
                <a:cs typeface="MS Gothic"/>
                <a:sym typeface="MS Gothic"/>
              </a:rPr>
              <a:t>A".equals</a:t>
            </a:r>
            <a:r>
              <a:rPr lang="en-US" altLang="ja-JP" sz="1200" dirty="0">
                <a:solidFill>
                  <a:schemeClr val="dk1"/>
                </a:solidFill>
                <a:cs typeface="MS Gothic"/>
                <a:sym typeface="MS Gothic"/>
              </a:rPr>
              <a:t>(data))) {</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altLang="ja-JP" sz="1200" dirty="0" err="1">
                <a:solidFill>
                  <a:schemeClr val="dk1"/>
                </a:solidFill>
                <a:cs typeface="MS Gothic"/>
                <a:sym typeface="MS Gothic"/>
              </a:rPr>
              <a:t>System.out.println</a:t>
            </a:r>
            <a:r>
              <a:rPr lang="en-US" altLang="ja-JP" sz="1200" dirty="0">
                <a:solidFill>
                  <a:schemeClr val="dk1"/>
                </a:solidFill>
                <a:cs typeface="MS Gothic"/>
                <a:sym typeface="MS Gothic"/>
              </a:rPr>
              <a:t>(“fin");</a:t>
            </a:r>
          </a:p>
          <a:p>
            <a:pPr marL="0" marR="0" lvl="0" indent="0" algn="l" rtl="0">
              <a:spcBef>
                <a:spcPts val="0"/>
              </a:spcBef>
              <a:spcAft>
                <a:spcPts val="0"/>
              </a:spcAft>
              <a:buNone/>
            </a:pP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a:t>
            </a:r>
            <a:endParaRPr lang="ja-JP" altLang="en-US" sz="1200" dirty="0">
              <a:solidFill>
                <a:schemeClr val="dk1"/>
              </a:solidFill>
              <a:cs typeface="MS Gothic"/>
              <a:sym typeface="MS Gothic"/>
            </a:endParaRPr>
          </a:p>
        </p:txBody>
      </p:sp>
    </p:spTree>
    <p:extLst>
      <p:ext uri="{BB962C8B-B14F-4D97-AF65-F5344CB8AC3E}">
        <p14:creationId xmlns:p14="http://schemas.microsoft.com/office/powerpoint/2010/main" val="2279248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213A65F-BE4E-8546-803E-86247D36A79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38D617D-A745-CFD3-A7CE-950C283090D2}"/>
              </a:ext>
            </a:extLst>
          </p:cNvPr>
          <p:cNvSpPr>
            <a:spLocks noGrp="1"/>
          </p:cNvSpPr>
          <p:nvPr>
            <p:ph type="ctrTitle"/>
          </p:nvPr>
        </p:nvSpPr>
        <p:spPr/>
        <p:txBody>
          <a:bodyPr/>
          <a:lstStyle/>
          <a:p>
            <a:r>
              <a:rPr kumimoji="1" lang="ja-JP" altLang="en-US" dirty="0"/>
              <a:t>中間処理を複数実行した</a:t>
            </a:r>
            <a:r>
              <a:rPr kumimoji="1" lang="en-US" altLang="ja-JP" dirty="0" err="1"/>
              <a:t>StreamAPI</a:t>
            </a:r>
            <a:endParaRPr kumimoji="1" lang="ja-JP" altLang="en-US" dirty="0"/>
          </a:p>
        </p:txBody>
      </p:sp>
      <p:sp>
        <p:nvSpPr>
          <p:cNvPr id="4" name="スライド番号プレースホルダー 3">
            <a:extLst>
              <a:ext uri="{FF2B5EF4-FFF2-40B4-BE49-F238E27FC236}">
                <a16:creationId xmlns:a16="http://schemas.microsoft.com/office/drawing/2014/main" id="{D5284296-D48D-8CF6-6F95-EB5385FECED3}"/>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EA50F904-7CE0-CE6B-DF48-F83A45A3774F}"/>
              </a:ext>
            </a:extLst>
          </p:cNvPr>
          <p:cNvSpPr>
            <a:spLocks noGrp="1"/>
          </p:cNvSpPr>
          <p:nvPr>
            <p:ph type="body" sz="quarter" idx="14"/>
          </p:nvPr>
        </p:nvSpPr>
        <p:spPr>
          <a:xfrm>
            <a:off x="462875" y="859491"/>
            <a:ext cx="8297404" cy="3924598"/>
          </a:xfrm>
        </p:spPr>
        <p:txBody>
          <a:bodyPr/>
          <a:lstStyle/>
          <a:p>
            <a:pPr marL="96838" indent="0">
              <a:buNone/>
            </a:pPr>
            <a:r>
              <a:rPr kumimoji="1" lang="ja-JP" altLang="en-US" dirty="0"/>
              <a:t>以下は中間処理を</a:t>
            </a:r>
            <a:r>
              <a:rPr kumimoji="1" lang="en-US" altLang="ja-JP" dirty="0"/>
              <a:t>2</a:t>
            </a:r>
            <a:r>
              <a:rPr kumimoji="1" lang="ja-JP" altLang="en-US" dirty="0"/>
              <a:t>つ実行したあと、終端処理を実行するプログラムです。</a:t>
            </a:r>
            <a:endParaRPr kumimoji="1" lang="en-US" altLang="ja-JP" dirty="0"/>
          </a:p>
          <a:p>
            <a:pPr marL="96838" indent="0">
              <a:buNone/>
            </a:pPr>
            <a:r>
              <a:rPr kumimoji="1" lang="en-US" altLang="ja-JP" dirty="0"/>
              <a:t>limit()</a:t>
            </a:r>
            <a:r>
              <a:rPr kumimoji="1" lang="ja-JP" altLang="en-US" dirty="0"/>
              <a:t>、</a:t>
            </a:r>
            <a:r>
              <a:rPr kumimoji="1" lang="en-US" altLang="ja-JP" dirty="0"/>
              <a:t>sorted()</a:t>
            </a:r>
            <a:r>
              <a:rPr kumimoji="1" lang="ja-JP" altLang="en-US" dirty="0"/>
              <a:t>、</a:t>
            </a:r>
            <a:r>
              <a:rPr kumimoji="1" lang="en-US" altLang="ja-JP" dirty="0" err="1"/>
              <a:t>forEach</a:t>
            </a:r>
            <a:r>
              <a:rPr kumimoji="1" lang="en-US" altLang="ja-JP" dirty="0"/>
              <a:t>()</a:t>
            </a:r>
            <a:r>
              <a:rPr kumimoji="1" lang="ja-JP" altLang="en-US" dirty="0"/>
              <a:t>と</a:t>
            </a:r>
            <a:r>
              <a:rPr kumimoji="1" lang="en-US" altLang="ja-JP" dirty="0"/>
              <a:t>3</a:t>
            </a:r>
            <a:r>
              <a:rPr kumimoji="1" lang="ja-JP" altLang="en-US" dirty="0"/>
              <a:t>つのメソッドを実行しています。</a:t>
            </a:r>
            <a:endParaRPr kumimoji="1" lang="en-US" altLang="ja-JP" dirty="0"/>
          </a:p>
          <a:p>
            <a:pPr marL="96838" indent="0">
              <a:buNone/>
            </a:pPr>
            <a:r>
              <a:rPr lang="ja-JP" altLang="en-US" dirty="0"/>
              <a:t>中間処理をつなげて記述した場合、最初に書いたメソッドから順番に処理が実行されます。</a:t>
            </a:r>
            <a:endParaRPr lang="en-US" altLang="ja-JP" dirty="0"/>
          </a:p>
          <a:p>
            <a:pPr marL="96838" indent="0">
              <a:buNone/>
            </a:pPr>
            <a:r>
              <a:rPr kumimoji="1" lang="ja-JP" altLang="en-US" dirty="0"/>
              <a:t>今回でいうと、</a:t>
            </a:r>
            <a:r>
              <a:rPr kumimoji="1" lang="en-US" altLang="ja-JP" dirty="0"/>
              <a:t>limit(5)</a:t>
            </a:r>
            <a:r>
              <a:rPr kumimoji="1" lang="ja-JP" altLang="en-US" dirty="0"/>
              <a:t>で先頭から</a:t>
            </a:r>
            <a:r>
              <a:rPr kumimoji="1" lang="en-US" altLang="ja-JP" dirty="0"/>
              <a:t>5</a:t>
            </a:r>
            <a:r>
              <a:rPr kumimoji="1" lang="ja-JP" altLang="en-US" dirty="0"/>
              <a:t>つまでリストを絞った後、</a:t>
            </a:r>
            <a:r>
              <a:rPr kumimoji="1" lang="en-US" altLang="ja-JP" dirty="0"/>
              <a:t>sorted(</a:t>
            </a:r>
            <a:r>
              <a:rPr lang="en-US" altLang="ja-JP" sz="1400" dirty="0" err="1">
                <a:solidFill>
                  <a:schemeClr val="dk1"/>
                </a:solidFill>
                <a:cs typeface="MS Gothic"/>
                <a:sym typeface="MS Gothic"/>
              </a:rPr>
              <a:t>Comparator.reverseOrder</a:t>
            </a:r>
            <a:r>
              <a:rPr lang="en-US" altLang="ja-JP" sz="1400" dirty="0">
                <a:solidFill>
                  <a:schemeClr val="dk1"/>
                </a:solidFill>
                <a:cs typeface="MS Gothic"/>
                <a:sym typeface="MS Gothic"/>
              </a:rPr>
              <a:t>()</a:t>
            </a:r>
            <a:r>
              <a:rPr kumimoji="1" lang="en-US" altLang="ja-JP" dirty="0"/>
              <a:t>)</a:t>
            </a:r>
            <a:r>
              <a:rPr kumimoji="1" lang="ja-JP" altLang="en-US" dirty="0"/>
              <a:t>で降順に並べ替えを実行してます。</a:t>
            </a:r>
            <a:r>
              <a:rPr kumimoji="1" lang="en-US" altLang="ja-JP" dirty="0"/>
              <a:t>sorted()</a:t>
            </a:r>
            <a:r>
              <a:rPr kumimoji="1" lang="ja-JP" altLang="en-US" dirty="0"/>
              <a:t>の引数は、降順にする設定です。</a:t>
            </a:r>
            <a:endParaRPr kumimoji="1" lang="en-US" altLang="ja-JP" dirty="0"/>
          </a:p>
          <a:p>
            <a:pPr marL="96838" indent="0">
              <a:buNone/>
            </a:pPr>
            <a:r>
              <a:rPr lang="ja-JP" altLang="en-US" dirty="0"/>
              <a:t>最後に</a:t>
            </a:r>
            <a:r>
              <a:rPr lang="en-US" altLang="ja-JP" dirty="0" err="1"/>
              <a:t>forEach</a:t>
            </a:r>
            <a:r>
              <a:rPr lang="ja-JP" altLang="en-US" dirty="0"/>
              <a:t>の引数に記載してあるラムダ式でリストの中身を出力しています。</a:t>
            </a:r>
            <a:endParaRPr kumimoji="1" lang="ja-JP" altLang="en-US" dirty="0"/>
          </a:p>
        </p:txBody>
      </p:sp>
      <p:sp>
        <p:nvSpPr>
          <p:cNvPr id="6" name="Google Shape;114;p15">
            <a:extLst>
              <a:ext uri="{FF2B5EF4-FFF2-40B4-BE49-F238E27FC236}">
                <a16:creationId xmlns:a16="http://schemas.microsoft.com/office/drawing/2014/main" id="{A07C8AC3-A2FD-43A3-F5FB-04C582DB46CC}"/>
              </a:ext>
            </a:extLst>
          </p:cNvPr>
          <p:cNvSpPr/>
          <p:nvPr/>
        </p:nvSpPr>
        <p:spPr>
          <a:xfrm>
            <a:off x="346982" y="2691161"/>
            <a:ext cx="8450036" cy="1791031"/>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100" dirty="0">
                <a:solidFill>
                  <a:schemeClr val="dk1"/>
                </a:solidFill>
                <a:cs typeface="MS Gothic"/>
                <a:sym typeface="MS Gothic"/>
              </a:rPr>
              <a:t>import </a:t>
            </a:r>
            <a:r>
              <a:rPr lang="en-US" altLang="ja-JP" sz="1100" dirty="0" err="1">
                <a:solidFill>
                  <a:schemeClr val="dk1"/>
                </a:solidFill>
                <a:cs typeface="MS Gothic"/>
                <a:sym typeface="MS Gothic"/>
              </a:rPr>
              <a:t>java.util.Arrays</a:t>
            </a:r>
            <a:r>
              <a:rPr lang="en-US" altLang="ja-JP" sz="1100" dirty="0">
                <a:solidFill>
                  <a:schemeClr val="dk1"/>
                </a:solidFill>
                <a:cs typeface="MS Gothic"/>
                <a:sym typeface="MS Gothic"/>
              </a:rPr>
              <a:t>;</a:t>
            </a:r>
          </a:p>
          <a:p>
            <a:pPr marL="0" marR="0" lvl="0" indent="0" algn="l" rtl="0">
              <a:spcBef>
                <a:spcPts val="0"/>
              </a:spcBef>
              <a:spcAft>
                <a:spcPts val="0"/>
              </a:spcAft>
              <a:buNone/>
            </a:pPr>
            <a:r>
              <a:rPr lang="en-US" altLang="ja-JP" sz="1100" dirty="0">
                <a:solidFill>
                  <a:schemeClr val="dk1"/>
                </a:solidFill>
                <a:cs typeface="MS Gothic"/>
                <a:sym typeface="MS Gothic"/>
              </a:rPr>
              <a:t>import </a:t>
            </a:r>
            <a:r>
              <a:rPr lang="en-US" altLang="ja-JP" sz="1100" dirty="0" err="1">
                <a:solidFill>
                  <a:schemeClr val="dk1"/>
                </a:solidFill>
                <a:cs typeface="MS Gothic"/>
                <a:sym typeface="MS Gothic"/>
              </a:rPr>
              <a:t>java.util.Comparator</a:t>
            </a:r>
            <a:r>
              <a:rPr lang="en-US" altLang="ja-JP" sz="1100" dirty="0">
                <a:solidFill>
                  <a:schemeClr val="dk1"/>
                </a:solidFill>
                <a:cs typeface="MS Gothic"/>
                <a:sym typeface="MS Gothic"/>
              </a:rPr>
              <a:t>;</a:t>
            </a:r>
          </a:p>
          <a:p>
            <a:pPr marL="0" marR="0" lvl="0" indent="0" algn="l" rtl="0">
              <a:spcBef>
                <a:spcPts val="0"/>
              </a:spcBef>
              <a:spcAft>
                <a:spcPts val="0"/>
              </a:spcAft>
              <a:buNone/>
            </a:pPr>
            <a:r>
              <a:rPr lang="en-US" altLang="ja-JP" sz="1100" dirty="0">
                <a:solidFill>
                  <a:schemeClr val="dk1"/>
                </a:solidFill>
                <a:cs typeface="MS Gothic"/>
                <a:sym typeface="MS Gothic"/>
              </a:rPr>
              <a:t>import </a:t>
            </a:r>
            <a:r>
              <a:rPr lang="en-US" altLang="ja-JP" sz="1100" dirty="0" err="1">
                <a:solidFill>
                  <a:schemeClr val="dk1"/>
                </a:solidFill>
                <a:cs typeface="MS Gothic"/>
                <a:sym typeface="MS Gothic"/>
              </a:rPr>
              <a:t>java.util.List</a:t>
            </a:r>
            <a:r>
              <a:rPr lang="en-US" altLang="ja-JP" sz="1100" dirty="0">
                <a:solidFill>
                  <a:schemeClr val="dk1"/>
                </a:solidFill>
                <a:cs typeface="MS Gothic"/>
                <a:sym typeface="MS Gothic"/>
              </a:rPr>
              <a:t>;</a:t>
            </a:r>
          </a:p>
          <a:p>
            <a:pPr marL="0" marR="0" lvl="0" indent="0" algn="l" rtl="0">
              <a:spcBef>
                <a:spcPts val="0"/>
              </a:spcBef>
              <a:spcAft>
                <a:spcPts val="0"/>
              </a:spcAft>
              <a:buNone/>
            </a:pPr>
            <a:endParaRPr lang="en-US" altLang="ja-JP" sz="1100" dirty="0">
              <a:solidFill>
                <a:schemeClr val="dk1"/>
              </a:solidFill>
              <a:cs typeface="MS Gothic"/>
              <a:sym typeface="MS Gothic"/>
            </a:endParaRPr>
          </a:p>
          <a:p>
            <a:pPr marL="0" marR="0" lvl="0" indent="0" algn="l" rtl="0">
              <a:spcBef>
                <a:spcPts val="0"/>
              </a:spcBef>
              <a:spcAft>
                <a:spcPts val="0"/>
              </a:spcAft>
              <a:buNone/>
            </a:pPr>
            <a:r>
              <a:rPr lang="en-US" altLang="ja-JP" sz="1100" dirty="0">
                <a:solidFill>
                  <a:schemeClr val="dk1"/>
                </a:solidFill>
                <a:cs typeface="MS Gothic"/>
                <a:sym typeface="MS Gothic"/>
              </a:rPr>
              <a:t>public class Sample2 {</a:t>
            </a:r>
          </a:p>
          <a:p>
            <a:pPr marL="0" marR="0" lvl="0" indent="0" algn="l" rtl="0">
              <a:spcBef>
                <a:spcPts val="0"/>
              </a:spcBef>
              <a:spcAft>
                <a:spcPts val="0"/>
              </a:spcAft>
              <a:buNone/>
            </a:pPr>
            <a:r>
              <a:rPr lang="en-US" altLang="ja-JP" sz="1100" dirty="0">
                <a:solidFill>
                  <a:schemeClr val="dk1"/>
                </a:solidFill>
                <a:cs typeface="MS Gothic"/>
                <a:sym typeface="MS Gothic"/>
              </a:rPr>
              <a:t>	public static void main(String[] </a:t>
            </a:r>
            <a:r>
              <a:rPr lang="en-US" altLang="ja-JP" sz="1100" dirty="0" err="1">
                <a:solidFill>
                  <a:schemeClr val="dk1"/>
                </a:solidFill>
                <a:cs typeface="MS Gothic"/>
                <a:sym typeface="MS Gothic"/>
              </a:rPr>
              <a:t>args</a:t>
            </a:r>
            <a:r>
              <a:rPr lang="en-US" altLang="ja-JP" sz="1100" dirty="0">
                <a:solidFill>
                  <a:schemeClr val="dk1"/>
                </a:solidFill>
                <a:cs typeface="MS Gothic"/>
                <a:sym typeface="MS Gothic"/>
              </a:rPr>
              <a:t>) {</a:t>
            </a:r>
          </a:p>
          <a:p>
            <a:pPr marL="0" marR="0" lvl="0" indent="0" algn="l" rtl="0">
              <a:spcBef>
                <a:spcPts val="0"/>
              </a:spcBef>
              <a:spcAft>
                <a:spcPts val="0"/>
              </a:spcAft>
              <a:buNone/>
            </a:pPr>
            <a:r>
              <a:rPr lang="en-US" altLang="ja-JP" sz="1100" dirty="0">
                <a:solidFill>
                  <a:schemeClr val="dk1"/>
                </a:solidFill>
                <a:cs typeface="MS Gothic"/>
                <a:sym typeface="MS Gothic"/>
              </a:rPr>
              <a:t>		List&lt;Integer&gt; list = </a:t>
            </a:r>
            <a:r>
              <a:rPr lang="en-US" altLang="ja-JP" sz="1100" dirty="0" err="1">
                <a:solidFill>
                  <a:schemeClr val="dk1"/>
                </a:solidFill>
                <a:cs typeface="MS Gothic"/>
                <a:sym typeface="MS Gothic"/>
              </a:rPr>
              <a:t>Arrays.asList</a:t>
            </a:r>
            <a:r>
              <a:rPr lang="en-US" altLang="ja-JP" sz="1100" dirty="0">
                <a:solidFill>
                  <a:schemeClr val="dk1"/>
                </a:solidFill>
                <a:cs typeface="MS Gothic"/>
                <a:sym typeface="MS Gothic"/>
              </a:rPr>
              <a:t>(1, 2, 3, 4, 5, 6, 7, 8, 9, 10);</a:t>
            </a:r>
          </a:p>
          <a:p>
            <a:pPr marL="0" marR="0" lvl="0" indent="0" algn="l" rtl="0">
              <a:spcBef>
                <a:spcPts val="0"/>
              </a:spcBef>
              <a:spcAft>
                <a:spcPts val="0"/>
              </a:spcAft>
              <a:buNone/>
            </a:pPr>
            <a:r>
              <a:rPr lang="en-US" altLang="ja-JP" sz="1100" dirty="0">
                <a:solidFill>
                  <a:schemeClr val="dk1"/>
                </a:solidFill>
                <a:cs typeface="MS Gothic"/>
                <a:sym typeface="MS Gothic"/>
              </a:rPr>
              <a:t>		</a:t>
            </a:r>
            <a:r>
              <a:rPr lang="en-US" altLang="ja-JP" sz="1100" dirty="0" err="1">
                <a:solidFill>
                  <a:schemeClr val="dk1"/>
                </a:solidFill>
                <a:cs typeface="MS Gothic"/>
                <a:sym typeface="MS Gothic"/>
              </a:rPr>
              <a:t>list.stream</a:t>
            </a:r>
            <a:r>
              <a:rPr lang="en-US" altLang="ja-JP" sz="1100" dirty="0">
                <a:solidFill>
                  <a:schemeClr val="dk1"/>
                </a:solidFill>
                <a:cs typeface="MS Gothic"/>
                <a:sym typeface="MS Gothic"/>
              </a:rPr>
              <a:t>().limit(5).sorted(</a:t>
            </a:r>
            <a:r>
              <a:rPr lang="en-US" altLang="ja-JP" sz="1100" dirty="0" err="1">
                <a:solidFill>
                  <a:schemeClr val="dk1"/>
                </a:solidFill>
                <a:cs typeface="MS Gothic"/>
                <a:sym typeface="MS Gothic"/>
              </a:rPr>
              <a:t>Comparator.reverseOrder</a:t>
            </a:r>
            <a:r>
              <a:rPr lang="en-US" altLang="ja-JP" sz="1100" dirty="0">
                <a:solidFill>
                  <a:schemeClr val="dk1"/>
                </a:solidFill>
                <a:cs typeface="MS Gothic"/>
                <a:sym typeface="MS Gothic"/>
              </a:rPr>
              <a:t>()).</a:t>
            </a:r>
            <a:r>
              <a:rPr lang="en-US" altLang="ja-JP" sz="1100" dirty="0" err="1">
                <a:solidFill>
                  <a:schemeClr val="dk1"/>
                </a:solidFill>
                <a:cs typeface="MS Gothic"/>
                <a:sym typeface="MS Gothic"/>
              </a:rPr>
              <a:t>forEach</a:t>
            </a:r>
            <a:r>
              <a:rPr lang="en-US" altLang="ja-JP" sz="1100" dirty="0">
                <a:solidFill>
                  <a:schemeClr val="dk1"/>
                </a:solidFill>
                <a:cs typeface="MS Gothic"/>
                <a:sym typeface="MS Gothic"/>
              </a:rPr>
              <a:t>(data -&gt;</a:t>
            </a:r>
            <a:r>
              <a:rPr lang="ja-JP" altLang="en-US" sz="1100" dirty="0">
                <a:solidFill>
                  <a:schemeClr val="dk1"/>
                </a:solidFill>
                <a:cs typeface="MS Gothic"/>
                <a:sym typeface="MS Gothic"/>
              </a:rPr>
              <a:t> </a:t>
            </a:r>
            <a:r>
              <a:rPr lang="en-US" altLang="ja-JP" sz="1100" dirty="0" err="1">
                <a:solidFill>
                  <a:schemeClr val="dk1"/>
                </a:solidFill>
                <a:cs typeface="MS Gothic"/>
                <a:sym typeface="MS Gothic"/>
              </a:rPr>
              <a:t>System.out.println</a:t>
            </a:r>
            <a:r>
              <a:rPr lang="en-US" altLang="ja-JP" sz="1100" dirty="0">
                <a:solidFill>
                  <a:schemeClr val="dk1"/>
                </a:solidFill>
                <a:cs typeface="MS Gothic"/>
                <a:sym typeface="MS Gothic"/>
              </a:rPr>
              <a:t>(data));</a:t>
            </a:r>
          </a:p>
          <a:p>
            <a:pPr marL="0" marR="0" lvl="0" indent="0" algn="l" rtl="0">
              <a:spcBef>
                <a:spcPts val="0"/>
              </a:spcBef>
              <a:spcAft>
                <a:spcPts val="0"/>
              </a:spcAft>
              <a:buNone/>
            </a:pPr>
            <a:r>
              <a:rPr lang="en-US" altLang="ja-JP" sz="1100" dirty="0">
                <a:solidFill>
                  <a:schemeClr val="dk1"/>
                </a:solidFill>
                <a:cs typeface="MS Gothic"/>
                <a:sym typeface="MS Gothic"/>
              </a:rPr>
              <a:t>	}</a:t>
            </a:r>
          </a:p>
          <a:p>
            <a:pPr marL="0" marR="0" lvl="0" indent="0" algn="l" rtl="0">
              <a:spcBef>
                <a:spcPts val="0"/>
              </a:spcBef>
              <a:spcAft>
                <a:spcPts val="0"/>
              </a:spcAft>
              <a:buNone/>
            </a:pPr>
            <a:r>
              <a:rPr lang="en-US" altLang="ja-JP" sz="1100" dirty="0">
                <a:solidFill>
                  <a:schemeClr val="dk1"/>
                </a:solidFill>
                <a:cs typeface="MS Gothic"/>
                <a:sym typeface="MS Gothic"/>
              </a:rPr>
              <a:t>}</a:t>
            </a:r>
            <a:endParaRPr lang="ja-JP" altLang="en-US" sz="1100" dirty="0">
              <a:solidFill>
                <a:schemeClr val="dk1"/>
              </a:solidFill>
              <a:cs typeface="MS Gothic"/>
              <a:sym typeface="MS Gothic"/>
            </a:endParaRPr>
          </a:p>
        </p:txBody>
      </p:sp>
      <p:sp>
        <p:nvSpPr>
          <p:cNvPr id="8" name="正方形/長方形 7">
            <a:extLst>
              <a:ext uri="{FF2B5EF4-FFF2-40B4-BE49-F238E27FC236}">
                <a16:creationId xmlns:a16="http://schemas.microsoft.com/office/drawing/2014/main" id="{38CD067A-8498-5D35-0E80-4F25A300C1CC}"/>
              </a:ext>
            </a:extLst>
          </p:cNvPr>
          <p:cNvSpPr/>
          <p:nvPr/>
        </p:nvSpPr>
        <p:spPr>
          <a:xfrm>
            <a:off x="2277836" y="3907046"/>
            <a:ext cx="440872" cy="183264"/>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9" name="正方形/長方形 8">
            <a:extLst>
              <a:ext uri="{FF2B5EF4-FFF2-40B4-BE49-F238E27FC236}">
                <a16:creationId xmlns:a16="http://schemas.microsoft.com/office/drawing/2014/main" id="{2C8B8601-CD64-1163-8944-C22FEF5F261C}"/>
              </a:ext>
            </a:extLst>
          </p:cNvPr>
          <p:cNvSpPr/>
          <p:nvPr/>
        </p:nvSpPr>
        <p:spPr>
          <a:xfrm>
            <a:off x="2881992" y="3907046"/>
            <a:ext cx="530679" cy="183264"/>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0" name="正方形/長方形 9">
            <a:extLst>
              <a:ext uri="{FF2B5EF4-FFF2-40B4-BE49-F238E27FC236}">
                <a16:creationId xmlns:a16="http://schemas.microsoft.com/office/drawing/2014/main" id="{9DE7D827-5784-4D73-E0D7-39A2FA2A3123}"/>
              </a:ext>
            </a:extLst>
          </p:cNvPr>
          <p:cNvSpPr/>
          <p:nvPr/>
        </p:nvSpPr>
        <p:spPr>
          <a:xfrm>
            <a:off x="5265965" y="3906566"/>
            <a:ext cx="598485" cy="183744"/>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1681545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テキスト プレースホルダー 4">
            <a:extLst>
              <a:ext uri="{FF2B5EF4-FFF2-40B4-BE49-F238E27FC236}">
                <a16:creationId xmlns:a16="http://schemas.microsoft.com/office/drawing/2014/main" id="{E8C31C95-B190-464F-BE66-43124F5ABA7D}"/>
              </a:ext>
            </a:extLst>
          </p:cNvPr>
          <p:cNvSpPr>
            <a:spLocks noGrp="1"/>
          </p:cNvSpPr>
          <p:nvPr>
            <p:ph type="body" sz="quarter" idx="14"/>
          </p:nvPr>
        </p:nvSpPr>
        <p:spPr>
          <a:xfrm>
            <a:off x="848574" y="1287600"/>
            <a:ext cx="7502204" cy="254495"/>
          </a:xfrm>
        </p:spPr>
        <p:txBody>
          <a:bodyPr/>
          <a:lstStyle/>
          <a:p>
            <a:pPr marL="96838" indent="0">
              <a:buNone/>
            </a:pPr>
            <a:r>
              <a:rPr kumimoji="1" lang="ja-JP" altLang="en-US" dirty="0"/>
              <a:t>ラムダ式とは、</a:t>
            </a:r>
            <a:r>
              <a:rPr kumimoji="1" lang="en-US" altLang="ja-JP" dirty="0" err="1"/>
              <a:t>StreamAPI</a:t>
            </a:r>
            <a:r>
              <a:rPr kumimoji="1" lang="ja-JP" altLang="en-US" dirty="0"/>
              <a:t>と一緒に</a:t>
            </a:r>
            <a:r>
              <a:rPr kumimoji="1" lang="en-US" altLang="ja-JP" dirty="0"/>
              <a:t>Java</a:t>
            </a:r>
            <a:r>
              <a:rPr lang="en-US" altLang="ja-JP" dirty="0"/>
              <a:t>8</a:t>
            </a:r>
            <a:r>
              <a:rPr lang="ja-JP" altLang="en-US" dirty="0"/>
              <a:t>から追加された言語仕様の</a:t>
            </a:r>
            <a:r>
              <a:rPr lang="en-US" altLang="ja-JP" dirty="0"/>
              <a:t>1</a:t>
            </a:r>
            <a:r>
              <a:rPr lang="ja-JP" altLang="en-US" dirty="0"/>
              <a:t>つです。</a:t>
            </a:r>
            <a:endParaRPr lang="en-US" altLang="ja-JP" dirty="0"/>
          </a:p>
          <a:p>
            <a:pPr marL="96838" indent="0">
              <a:buNone/>
            </a:pPr>
            <a:r>
              <a:rPr lang="en-US" altLang="ja-JP" dirty="0"/>
              <a:t>Java</a:t>
            </a:r>
            <a:r>
              <a:rPr lang="ja-JP" altLang="en-US" dirty="0"/>
              <a:t>には関数インターフェースというものがあり、その関数インターフェースをラムダ式を使用してオーバーライドして実行していくといった仕組みです。</a:t>
            </a:r>
            <a:endParaRPr lang="en-US" altLang="ja-JP" dirty="0"/>
          </a:p>
          <a:p>
            <a:pPr marL="96838" indent="0">
              <a:buNone/>
            </a:pPr>
            <a:r>
              <a:rPr kumimoji="1" lang="ja-JP" altLang="en-US" dirty="0"/>
              <a:t>今までの</a:t>
            </a:r>
            <a:r>
              <a:rPr kumimoji="1" lang="en-US" altLang="ja-JP" dirty="0"/>
              <a:t>Java</a:t>
            </a:r>
            <a:r>
              <a:rPr kumimoji="1" lang="ja-JP" altLang="en-US" dirty="0"/>
              <a:t>では、クラスのメソッドでインターフェースの抽象メソッドを実装していましたが、ラムダ式では処理の実行途中で抽象メソッドを実装します。</a:t>
            </a:r>
            <a:endParaRPr kumimoji="1" lang="en-US" altLang="ja-JP" dirty="0"/>
          </a:p>
          <a:p>
            <a:pPr marL="96838" indent="0">
              <a:buNone/>
            </a:pPr>
            <a:r>
              <a:rPr lang="ja-JP" altLang="en-US" dirty="0"/>
              <a:t>アロー演算子（</a:t>
            </a:r>
            <a:r>
              <a:rPr lang="en-US" altLang="ja-JP" dirty="0"/>
              <a:t>-&gt;</a:t>
            </a:r>
            <a:r>
              <a:rPr lang="ja-JP" altLang="en-US" dirty="0"/>
              <a:t>）を使用することで、処理を作成していきます。</a:t>
            </a:r>
            <a:endParaRPr lang="en-US" altLang="ja-JP" dirty="0"/>
          </a:p>
          <a:p>
            <a:pPr marL="96838" indent="0">
              <a:buNone/>
            </a:pPr>
            <a:r>
              <a:rPr kumimoji="1" lang="ja-JP" altLang="en-US" dirty="0"/>
              <a:t>書き方にはルールが存在し、省略形もいくつかあります。</a:t>
            </a:r>
            <a:endParaRPr kumimoji="1" lang="en-US" altLang="ja-JP" dirty="0"/>
          </a:p>
          <a:p>
            <a:pPr marL="96838" indent="0">
              <a:buNone/>
            </a:pPr>
            <a:r>
              <a:rPr lang="ja-JP" altLang="en-US" dirty="0"/>
              <a:t>気になる方は調べてみましょう。</a:t>
            </a:r>
            <a:endParaRPr kumimoji="1" lang="en-US" altLang="ja-JP" dirty="0"/>
          </a:p>
        </p:txBody>
      </p:sp>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ja-JP" altLang="en-US" dirty="0"/>
              <a:t>ラムダ式とは？</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11</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3"/>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0" name="Google Shape;114;p15">
            <a:extLst>
              <a:ext uri="{FF2B5EF4-FFF2-40B4-BE49-F238E27FC236}">
                <a16:creationId xmlns:a16="http://schemas.microsoft.com/office/drawing/2014/main" id="{C07514C9-53FE-5090-B94A-DE44697A28A8}"/>
              </a:ext>
            </a:extLst>
          </p:cNvPr>
          <p:cNvSpPr/>
          <p:nvPr/>
        </p:nvSpPr>
        <p:spPr>
          <a:xfrm>
            <a:off x="692184" y="3271020"/>
            <a:ext cx="3887979" cy="1564963"/>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000" i="0" u="none" strike="noStrike" cap="none" dirty="0">
                <a:solidFill>
                  <a:schemeClr val="dk1"/>
                </a:solidFill>
                <a:cs typeface="MS Gothic"/>
                <a:sym typeface="MS Gothic"/>
              </a:rPr>
              <a:t>import </a:t>
            </a:r>
            <a:r>
              <a:rPr lang="en-US" altLang="ja-JP" sz="1000" i="0" u="none" strike="noStrike" cap="none" dirty="0" err="1">
                <a:solidFill>
                  <a:schemeClr val="dk1"/>
                </a:solidFill>
                <a:cs typeface="MS Gothic"/>
                <a:sym typeface="MS Gothic"/>
              </a:rPr>
              <a:t>java.util.function.Function</a:t>
            </a:r>
            <a:r>
              <a:rPr lang="en-US" altLang="ja-JP" sz="1000" i="0" u="none" strike="noStrike" cap="none" dirty="0">
                <a:solidFill>
                  <a:schemeClr val="dk1"/>
                </a:solidFill>
                <a:cs typeface="MS Gothic"/>
                <a:sym typeface="MS Gothic"/>
              </a:rPr>
              <a:t>;</a:t>
            </a:r>
          </a:p>
          <a:p>
            <a:pPr marL="0" marR="0" lvl="0" indent="0" algn="l" rtl="0">
              <a:spcBef>
                <a:spcPts val="0"/>
              </a:spcBef>
              <a:spcAft>
                <a:spcPts val="0"/>
              </a:spcAft>
              <a:buNone/>
            </a:pPr>
            <a:endParaRPr lang="en-US" altLang="ja-JP" sz="1000" i="0" u="none" strike="noStrike" cap="none" dirty="0">
              <a:solidFill>
                <a:schemeClr val="dk1"/>
              </a:solidFill>
              <a:cs typeface="MS Gothic"/>
              <a:sym typeface="MS Gothic"/>
            </a:endParaRPr>
          </a:p>
          <a:p>
            <a:pPr marL="0" marR="0" lvl="0" indent="0" algn="l" rtl="0">
              <a:spcBef>
                <a:spcPts val="0"/>
              </a:spcBef>
              <a:spcAft>
                <a:spcPts val="0"/>
              </a:spcAft>
              <a:buNone/>
            </a:pPr>
            <a:r>
              <a:rPr lang="en-US" altLang="ja-JP" sz="1000" i="0" u="none" strike="noStrike" cap="none" dirty="0">
                <a:solidFill>
                  <a:schemeClr val="dk1"/>
                </a:solidFill>
                <a:cs typeface="MS Gothic"/>
                <a:sym typeface="MS Gothic"/>
              </a:rPr>
              <a:t>public class Sample {</a:t>
            </a:r>
          </a:p>
          <a:p>
            <a:pPr marL="0" marR="0" lvl="0" indent="0" algn="l" rtl="0">
              <a:spcBef>
                <a:spcPts val="0"/>
              </a:spcBef>
              <a:spcAft>
                <a:spcPts val="0"/>
              </a:spcAft>
              <a:buNone/>
            </a:pPr>
            <a:r>
              <a:rPr lang="en-US" altLang="ja-JP" sz="1000" i="0" u="none" strike="noStrike" cap="none" dirty="0">
                <a:solidFill>
                  <a:schemeClr val="dk1"/>
                </a:solidFill>
                <a:cs typeface="MS Gothic"/>
                <a:sym typeface="MS Gothic"/>
              </a:rPr>
              <a:t>	public static void main(String[] </a:t>
            </a:r>
            <a:r>
              <a:rPr lang="en-US" altLang="ja-JP" sz="1000" i="0" u="none" strike="noStrike" cap="none" dirty="0" err="1">
                <a:solidFill>
                  <a:schemeClr val="dk1"/>
                </a:solidFill>
                <a:cs typeface="MS Gothic"/>
                <a:sym typeface="MS Gothic"/>
              </a:rPr>
              <a:t>args</a:t>
            </a:r>
            <a:r>
              <a:rPr lang="en-US" altLang="ja-JP" sz="1000" i="0" u="none" strike="noStrike" cap="none" dirty="0">
                <a:solidFill>
                  <a:schemeClr val="dk1"/>
                </a:solidFill>
                <a:cs typeface="MS Gothic"/>
                <a:sym typeface="MS Gothic"/>
              </a:rPr>
              <a:t>) {</a:t>
            </a:r>
          </a:p>
          <a:p>
            <a:pPr marL="0" marR="0" lvl="0" indent="0" algn="l" rtl="0">
              <a:spcBef>
                <a:spcPts val="0"/>
              </a:spcBef>
              <a:spcAft>
                <a:spcPts val="0"/>
              </a:spcAft>
              <a:buNone/>
            </a:pPr>
            <a:r>
              <a:rPr lang="en-US" altLang="ja-JP" sz="1000" i="0" u="none" strike="noStrike" cap="none" dirty="0">
                <a:solidFill>
                  <a:schemeClr val="dk1"/>
                </a:solidFill>
                <a:cs typeface="MS Gothic"/>
                <a:sym typeface="MS Gothic"/>
              </a:rPr>
              <a:t>        Function&lt;String, Integer&gt; </a:t>
            </a:r>
            <a:r>
              <a:rPr lang="en-US" altLang="ja-JP" sz="1000" i="0" u="none" strike="noStrike" cap="none" dirty="0" err="1">
                <a:solidFill>
                  <a:schemeClr val="dk1"/>
                </a:solidFill>
                <a:cs typeface="MS Gothic"/>
                <a:sym typeface="MS Gothic"/>
              </a:rPr>
              <a:t>func</a:t>
            </a:r>
            <a:r>
              <a:rPr lang="en-US" altLang="ja-JP" sz="1000" i="0" u="none" strike="noStrike" cap="none" dirty="0">
                <a:solidFill>
                  <a:schemeClr val="dk1"/>
                </a:solidFill>
                <a:cs typeface="MS Gothic"/>
                <a:sym typeface="MS Gothic"/>
              </a:rPr>
              <a:t> = </a:t>
            </a:r>
          </a:p>
          <a:p>
            <a:pPr marL="0" marR="0" lvl="0" indent="0" algn="l" rtl="0">
              <a:spcBef>
                <a:spcPts val="0"/>
              </a:spcBef>
              <a:spcAft>
                <a:spcPts val="0"/>
              </a:spcAft>
              <a:buNone/>
            </a:pPr>
            <a:r>
              <a:rPr lang="en-US" altLang="ja-JP" sz="1000" i="0" u="none" strike="noStrike" cap="none" dirty="0">
                <a:solidFill>
                  <a:schemeClr val="dk1"/>
                </a:solidFill>
                <a:cs typeface="MS Gothic"/>
                <a:sym typeface="MS Gothic"/>
              </a:rPr>
              <a:t>            (String a) -&gt; { return </a:t>
            </a:r>
            <a:r>
              <a:rPr lang="en-US" altLang="ja-JP" sz="1000" i="0" u="none" strike="noStrike" cap="none" dirty="0" err="1">
                <a:solidFill>
                  <a:schemeClr val="dk1"/>
                </a:solidFill>
                <a:cs typeface="MS Gothic"/>
                <a:sym typeface="MS Gothic"/>
              </a:rPr>
              <a:t>a.length</a:t>
            </a:r>
            <a:r>
              <a:rPr lang="en-US" altLang="ja-JP" sz="1000" i="0" u="none" strike="noStrike" cap="none" dirty="0">
                <a:solidFill>
                  <a:schemeClr val="dk1"/>
                </a:solidFill>
                <a:cs typeface="MS Gothic"/>
                <a:sym typeface="MS Gothic"/>
              </a:rPr>
              <a:t>();};</a:t>
            </a:r>
          </a:p>
          <a:p>
            <a:pPr marL="0" marR="0" lvl="0" indent="0" algn="l" rtl="0">
              <a:spcBef>
                <a:spcPts val="0"/>
              </a:spcBef>
              <a:spcAft>
                <a:spcPts val="0"/>
              </a:spcAft>
              <a:buNone/>
            </a:pPr>
            <a:r>
              <a:rPr lang="en-US" altLang="ja-JP" sz="1000" i="0" u="none" strike="noStrike" cap="none" dirty="0">
                <a:solidFill>
                  <a:schemeClr val="dk1"/>
                </a:solidFill>
                <a:cs typeface="MS Gothic"/>
                <a:sym typeface="MS Gothic"/>
              </a:rPr>
              <a:t>        int a = </a:t>
            </a:r>
            <a:r>
              <a:rPr lang="en-US" altLang="ja-JP" sz="1000" i="0" u="none" strike="noStrike" cap="none" dirty="0" err="1">
                <a:solidFill>
                  <a:schemeClr val="dk1"/>
                </a:solidFill>
                <a:cs typeface="MS Gothic"/>
                <a:sym typeface="MS Gothic"/>
              </a:rPr>
              <a:t>func.apply</a:t>
            </a:r>
            <a:r>
              <a:rPr lang="en-US" altLang="ja-JP" sz="1000" i="0" u="none" strike="noStrike" cap="none" dirty="0">
                <a:solidFill>
                  <a:schemeClr val="dk1"/>
                </a:solidFill>
                <a:cs typeface="MS Gothic"/>
                <a:sym typeface="MS Gothic"/>
              </a:rPr>
              <a:t>("Java");</a:t>
            </a:r>
          </a:p>
          <a:p>
            <a:pPr marL="0" marR="0" lvl="0" indent="0" algn="l" rtl="0">
              <a:spcBef>
                <a:spcPts val="0"/>
              </a:spcBef>
              <a:spcAft>
                <a:spcPts val="0"/>
              </a:spcAft>
              <a:buNone/>
            </a:pPr>
            <a:r>
              <a:rPr lang="en-US" altLang="ja-JP" sz="1000" i="0" u="none" strike="noStrike" cap="none" dirty="0">
                <a:solidFill>
                  <a:schemeClr val="dk1"/>
                </a:solidFill>
                <a:cs typeface="MS Gothic"/>
                <a:sym typeface="MS Gothic"/>
              </a:rPr>
              <a:t>        </a:t>
            </a:r>
            <a:r>
              <a:rPr lang="en-US" altLang="ja-JP" sz="1000" i="0" u="none" strike="noStrike" cap="none" dirty="0" err="1">
                <a:solidFill>
                  <a:schemeClr val="dk1"/>
                </a:solidFill>
                <a:cs typeface="MS Gothic"/>
                <a:sym typeface="MS Gothic"/>
              </a:rPr>
              <a:t>System.out.println</a:t>
            </a:r>
            <a:r>
              <a:rPr lang="en-US" altLang="ja-JP" sz="1000" i="0" u="none" strike="noStrike" cap="none" dirty="0">
                <a:solidFill>
                  <a:schemeClr val="dk1"/>
                </a:solidFill>
                <a:cs typeface="MS Gothic"/>
                <a:sym typeface="MS Gothic"/>
              </a:rPr>
              <a:t>("</a:t>
            </a:r>
            <a:r>
              <a:rPr lang="ja-JP" altLang="en-US" sz="1000" i="0" u="none" strike="noStrike" cap="none" dirty="0">
                <a:solidFill>
                  <a:schemeClr val="dk1"/>
                </a:solidFill>
                <a:cs typeface="MS Gothic"/>
                <a:sym typeface="MS Gothic"/>
              </a:rPr>
              <a:t>「</a:t>
            </a:r>
            <a:r>
              <a:rPr lang="en-US" altLang="ja-JP" sz="1000" i="0" u="none" strike="noStrike" cap="none" dirty="0">
                <a:solidFill>
                  <a:schemeClr val="dk1"/>
                </a:solidFill>
                <a:cs typeface="MS Gothic"/>
                <a:sym typeface="MS Gothic"/>
              </a:rPr>
              <a:t>Java</a:t>
            </a:r>
            <a:r>
              <a:rPr lang="ja-JP" altLang="en-US" sz="1000" i="0" u="none" strike="noStrike" cap="none" dirty="0">
                <a:solidFill>
                  <a:schemeClr val="dk1"/>
                </a:solidFill>
                <a:cs typeface="MS Gothic"/>
                <a:sym typeface="MS Gothic"/>
              </a:rPr>
              <a:t>」は</a:t>
            </a:r>
            <a:r>
              <a:rPr lang="en-US" altLang="ja-JP" sz="1000" i="0" u="none" strike="noStrike" cap="none" dirty="0">
                <a:solidFill>
                  <a:schemeClr val="dk1"/>
                </a:solidFill>
                <a:cs typeface="MS Gothic"/>
                <a:sym typeface="MS Gothic"/>
              </a:rPr>
              <a:t>" + a + "</a:t>
            </a:r>
            <a:r>
              <a:rPr lang="ja-JP" altLang="en-US" sz="1000" i="0" u="none" strike="noStrike" cap="none" dirty="0">
                <a:solidFill>
                  <a:schemeClr val="dk1"/>
                </a:solidFill>
                <a:cs typeface="MS Gothic"/>
                <a:sym typeface="MS Gothic"/>
              </a:rPr>
              <a:t>文字です</a:t>
            </a:r>
            <a:r>
              <a:rPr lang="en-US" altLang="ja-JP" sz="1000" i="0" u="none" strike="noStrike" cap="none" dirty="0">
                <a:solidFill>
                  <a:schemeClr val="dk1"/>
                </a:solidFill>
                <a:cs typeface="MS Gothic"/>
                <a:sym typeface="MS Gothic"/>
              </a:rPr>
              <a:t>");</a:t>
            </a:r>
          </a:p>
          <a:p>
            <a:pPr marL="0" marR="0" lvl="0" indent="0" algn="l" rtl="0">
              <a:spcBef>
                <a:spcPts val="0"/>
              </a:spcBef>
              <a:spcAft>
                <a:spcPts val="0"/>
              </a:spcAft>
              <a:buNone/>
            </a:pPr>
            <a:r>
              <a:rPr lang="en-US" altLang="ja-JP" sz="1000" i="0" u="none" strike="noStrike" cap="none" dirty="0">
                <a:solidFill>
                  <a:schemeClr val="dk1"/>
                </a:solidFill>
                <a:cs typeface="MS Gothic"/>
                <a:sym typeface="MS Gothic"/>
              </a:rPr>
              <a:t>	}</a:t>
            </a:r>
          </a:p>
          <a:p>
            <a:pPr marL="0" marR="0" lvl="0" indent="0" algn="l" rtl="0">
              <a:spcBef>
                <a:spcPts val="0"/>
              </a:spcBef>
              <a:spcAft>
                <a:spcPts val="0"/>
              </a:spcAft>
              <a:buNone/>
            </a:pPr>
            <a:r>
              <a:rPr lang="en-US" altLang="ja-JP" sz="1000" i="0" u="none" strike="noStrike" cap="none" dirty="0">
                <a:solidFill>
                  <a:schemeClr val="dk1"/>
                </a:solidFill>
                <a:cs typeface="MS Gothic"/>
                <a:sym typeface="MS Gothic"/>
              </a:rPr>
              <a:t>}</a:t>
            </a:r>
            <a:endParaRPr lang="ja-JP" altLang="en-US" sz="1000" dirty="0">
              <a:solidFill>
                <a:schemeClr val="dk1"/>
              </a:solidFill>
              <a:cs typeface="MS Gothic"/>
              <a:sym typeface="MS Gothic"/>
            </a:endParaRPr>
          </a:p>
        </p:txBody>
      </p:sp>
      <p:sp>
        <p:nvSpPr>
          <p:cNvPr id="12" name="Google Shape;114;p15">
            <a:extLst>
              <a:ext uri="{FF2B5EF4-FFF2-40B4-BE49-F238E27FC236}">
                <a16:creationId xmlns:a16="http://schemas.microsoft.com/office/drawing/2014/main" id="{30947F4D-6A73-E044-5452-CBC6D467503B}"/>
              </a:ext>
            </a:extLst>
          </p:cNvPr>
          <p:cNvSpPr/>
          <p:nvPr/>
        </p:nvSpPr>
        <p:spPr>
          <a:xfrm>
            <a:off x="4580163" y="3276324"/>
            <a:ext cx="3887979" cy="1564963"/>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r>
              <a:rPr lang="ja-JP" altLang="en-US" sz="900" dirty="0"/>
              <a:t>引数の型を省略</a:t>
            </a:r>
            <a:endParaRPr lang="en-US" altLang="ja-JP" sz="900" dirty="0"/>
          </a:p>
          <a:p>
            <a:pPr marL="0" marR="0" lvl="0" indent="0" algn="l" rtl="0">
              <a:spcBef>
                <a:spcPts val="0"/>
              </a:spcBef>
              <a:spcAft>
                <a:spcPts val="0"/>
              </a:spcAft>
              <a:buNone/>
            </a:pPr>
            <a:r>
              <a:rPr lang="en-US" altLang="ja-JP" sz="900" i="0" u="none" strike="noStrike" cap="none" dirty="0">
                <a:solidFill>
                  <a:schemeClr val="dk1"/>
                </a:solidFill>
                <a:cs typeface="MS Gothic"/>
                <a:sym typeface="MS Gothic"/>
              </a:rPr>
              <a:t>Function&lt;String, Integer&gt; </a:t>
            </a:r>
            <a:r>
              <a:rPr lang="en-US" altLang="ja-JP" sz="900" i="0" u="none" strike="noStrike" cap="none" dirty="0" err="1">
                <a:solidFill>
                  <a:schemeClr val="dk1"/>
                </a:solidFill>
                <a:cs typeface="MS Gothic"/>
                <a:sym typeface="MS Gothic"/>
              </a:rPr>
              <a:t>func</a:t>
            </a:r>
            <a:r>
              <a:rPr lang="en-US" altLang="ja-JP" sz="900" i="0" u="none" strike="noStrike" cap="none" dirty="0">
                <a:solidFill>
                  <a:schemeClr val="dk1"/>
                </a:solidFill>
                <a:cs typeface="MS Gothic"/>
                <a:sym typeface="MS Gothic"/>
              </a:rPr>
              <a:t> = (a) -&gt; { return </a:t>
            </a:r>
            <a:r>
              <a:rPr lang="en-US" altLang="ja-JP" sz="900" i="0" u="none" strike="noStrike" cap="none" dirty="0" err="1">
                <a:solidFill>
                  <a:schemeClr val="dk1"/>
                </a:solidFill>
                <a:cs typeface="MS Gothic"/>
                <a:sym typeface="MS Gothic"/>
              </a:rPr>
              <a:t>a.length</a:t>
            </a:r>
            <a:r>
              <a:rPr lang="en-US" altLang="ja-JP" sz="900" i="0" u="none" strike="noStrike" cap="none" dirty="0">
                <a:solidFill>
                  <a:schemeClr val="dk1"/>
                </a:solidFill>
                <a:cs typeface="MS Gothic"/>
                <a:sym typeface="MS Gothic"/>
              </a:rPr>
              <a:t>();};</a:t>
            </a:r>
          </a:p>
          <a:p>
            <a:pPr marL="0" marR="0" lvl="0" indent="0" algn="l" rtl="0">
              <a:spcBef>
                <a:spcPts val="0"/>
              </a:spcBef>
              <a:spcAft>
                <a:spcPts val="0"/>
              </a:spcAft>
              <a:buNone/>
            </a:pPr>
            <a:endParaRPr lang="en-US" altLang="ja-JP" sz="900" dirty="0">
              <a:solidFill>
                <a:schemeClr val="dk1"/>
              </a:solidFill>
              <a:cs typeface="MS Gothic"/>
              <a:sym typeface="MS Gothic"/>
            </a:endParaRPr>
          </a:p>
          <a:p>
            <a:pPr marL="0" marR="0" lvl="0" indent="0" algn="l" rtl="0">
              <a:spcBef>
                <a:spcPts val="0"/>
              </a:spcBef>
              <a:spcAft>
                <a:spcPts val="0"/>
              </a:spcAft>
              <a:buNone/>
            </a:pPr>
            <a:r>
              <a:rPr lang="ja-JP" altLang="en-US" sz="900" i="0" u="none" strike="noStrike" cap="none" dirty="0">
                <a:solidFill>
                  <a:schemeClr val="dk1"/>
                </a:solidFill>
                <a:cs typeface="MS Gothic"/>
                <a:sym typeface="MS Gothic"/>
              </a:rPr>
              <a:t>・引数の型と</a:t>
            </a:r>
            <a:r>
              <a:rPr lang="en-US" altLang="ja-JP" sz="900" dirty="0">
                <a:solidFill>
                  <a:schemeClr val="dk1"/>
                </a:solidFill>
                <a:cs typeface="MS Gothic"/>
                <a:sym typeface="MS Gothic"/>
              </a:rPr>
              <a:t>()</a:t>
            </a:r>
            <a:r>
              <a:rPr lang="ja-JP" altLang="en-US" sz="900" dirty="0">
                <a:solidFill>
                  <a:schemeClr val="dk1"/>
                </a:solidFill>
                <a:cs typeface="MS Gothic"/>
                <a:sym typeface="MS Gothic"/>
              </a:rPr>
              <a:t>も省略　</a:t>
            </a:r>
            <a:r>
              <a:rPr lang="en-US" altLang="ja-JP" sz="900" dirty="0">
                <a:solidFill>
                  <a:schemeClr val="dk1"/>
                </a:solidFill>
                <a:cs typeface="MS Gothic"/>
                <a:sym typeface="MS Gothic"/>
              </a:rPr>
              <a:t>※</a:t>
            </a:r>
            <a:r>
              <a:rPr lang="ja-JP" altLang="en-US" sz="900" dirty="0">
                <a:solidFill>
                  <a:schemeClr val="dk1"/>
                </a:solidFill>
                <a:cs typeface="MS Gothic"/>
                <a:sym typeface="MS Gothic"/>
              </a:rPr>
              <a:t>引数が</a:t>
            </a:r>
            <a:r>
              <a:rPr lang="en-US" altLang="ja-JP" sz="900" dirty="0">
                <a:solidFill>
                  <a:schemeClr val="dk1"/>
                </a:solidFill>
                <a:cs typeface="MS Gothic"/>
                <a:sym typeface="MS Gothic"/>
              </a:rPr>
              <a:t>1</a:t>
            </a:r>
            <a:r>
              <a:rPr lang="ja-JP" altLang="en-US" sz="900" dirty="0">
                <a:solidFill>
                  <a:schemeClr val="dk1"/>
                </a:solidFill>
                <a:cs typeface="MS Gothic"/>
                <a:sym typeface="MS Gothic"/>
              </a:rPr>
              <a:t>つだけの場合のみ</a:t>
            </a:r>
            <a:endParaRPr lang="en-US" altLang="ja-JP" sz="900" dirty="0">
              <a:solidFill>
                <a:schemeClr val="dk1"/>
              </a:solidFill>
              <a:cs typeface="MS Gothic"/>
              <a:sym typeface="MS Gothic"/>
            </a:endParaRPr>
          </a:p>
          <a:p>
            <a:pPr marL="0" indent="0">
              <a:spcBef>
                <a:spcPts val="0"/>
              </a:spcBef>
              <a:buNone/>
            </a:pPr>
            <a:r>
              <a:rPr lang="en-US" altLang="ja-JP" sz="900" i="0" u="none" strike="noStrike" cap="none" dirty="0">
                <a:solidFill>
                  <a:schemeClr val="dk1"/>
                </a:solidFill>
                <a:cs typeface="MS Gothic"/>
                <a:sym typeface="MS Gothic"/>
              </a:rPr>
              <a:t>Function&lt;String, Integer&gt; </a:t>
            </a:r>
            <a:r>
              <a:rPr lang="en-US" altLang="ja-JP" sz="900" i="0" u="none" strike="noStrike" cap="none" dirty="0" err="1">
                <a:solidFill>
                  <a:schemeClr val="dk1"/>
                </a:solidFill>
                <a:cs typeface="MS Gothic"/>
                <a:sym typeface="MS Gothic"/>
              </a:rPr>
              <a:t>func</a:t>
            </a:r>
            <a:r>
              <a:rPr lang="en-US" altLang="ja-JP" sz="900" i="0" u="none" strike="noStrike" cap="none" dirty="0">
                <a:solidFill>
                  <a:schemeClr val="dk1"/>
                </a:solidFill>
                <a:cs typeface="MS Gothic"/>
                <a:sym typeface="MS Gothic"/>
              </a:rPr>
              <a:t> = a -&gt; { return </a:t>
            </a:r>
            <a:r>
              <a:rPr lang="en-US" altLang="ja-JP" sz="900" i="0" u="none" strike="noStrike" cap="none" dirty="0" err="1">
                <a:solidFill>
                  <a:schemeClr val="dk1"/>
                </a:solidFill>
                <a:cs typeface="MS Gothic"/>
                <a:sym typeface="MS Gothic"/>
              </a:rPr>
              <a:t>a.length</a:t>
            </a:r>
            <a:r>
              <a:rPr lang="en-US" altLang="ja-JP" sz="900" i="0" u="none" strike="noStrike" cap="none" dirty="0">
                <a:solidFill>
                  <a:schemeClr val="dk1"/>
                </a:solidFill>
                <a:cs typeface="MS Gothic"/>
                <a:sym typeface="MS Gothic"/>
              </a:rPr>
              <a:t>();};</a:t>
            </a:r>
          </a:p>
          <a:p>
            <a:pPr marL="0" indent="0">
              <a:spcBef>
                <a:spcPts val="0"/>
              </a:spcBef>
              <a:buNone/>
            </a:pPr>
            <a:endParaRPr lang="en-US" altLang="ja-JP" sz="900" dirty="0">
              <a:solidFill>
                <a:schemeClr val="dk1"/>
              </a:solidFill>
              <a:cs typeface="MS Gothic"/>
              <a:sym typeface="MS Gothic"/>
            </a:endParaRPr>
          </a:p>
          <a:p>
            <a:pPr marL="0" indent="0">
              <a:spcBef>
                <a:spcPts val="0"/>
              </a:spcBef>
              <a:buNone/>
            </a:pPr>
            <a:r>
              <a:rPr lang="ja-JP" altLang="en-US" sz="900" i="0" u="none" strike="noStrike" cap="none" dirty="0">
                <a:solidFill>
                  <a:schemeClr val="dk1"/>
                </a:solidFill>
                <a:cs typeface="MS Gothic"/>
                <a:sym typeface="MS Gothic"/>
              </a:rPr>
              <a:t>・戻り値の型と</a:t>
            </a:r>
            <a:r>
              <a:rPr lang="en-US" altLang="ja-JP" sz="900" i="0" u="none" strike="noStrike" cap="none" dirty="0">
                <a:solidFill>
                  <a:schemeClr val="dk1"/>
                </a:solidFill>
                <a:cs typeface="MS Gothic"/>
                <a:sym typeface="MS Gothic"/>
              </a:rPr>
              <a:t>return</a:t>
            </a:r>
            <a:r>
              <a:rPr lang="ja-JP" altLang="en-US" sz="900" i="0" u="none" strike="noStrike" cap="none" dirty="0">
                <a:solidFill>
                  <a:schemeClr val="dk1"/>
                </a:solidFill>
                <a:cs typeface="MS Gothic"/>
                <a:sym typeface="MS Gothic"/>
              </a:rPr>
              <a:t>を省略　</a:t>
            </a:r>
            <a:r>
              <a:rPr lang="en-US" altLang="ja-JP" sz="900" i="0" u="none" strike="noStrike" cap="none" dirty="0">
                <a:solidFill>
                  <a:schemeClr val="dk1"/>
                </a:solidFill>
                <a:cs typeface="MS Gothic"/>
                <a:sym typeface="MS Gothic"/>
              </a:rPr>
              <a:t>※</a:t>
            </a:r>
            <a:r>
              <a:rPr lang="ja-JP" altLang="en-US" sz="900" i="0" u="none" strike="noStrike" cap="none" dirty="0">
                <a:solidFill>
                  <a:schemeClr val="dk1"/>
                </a:solidFill>
                <a:cs typeface="MS Gothic"/>
                <a:sym typeface="MS Gothic"/>
              </a:rPr>
              <a:t>処理がリターン文</a:t>
            </a:r>
            <a:r>
              <a:rPr lang="en-US" altLang="ja-JP" sz="900" i="0" u="none" strike="noStrike" cap="none" dirty="0">
                <a:solidFill>
                  <a:schemeClr val="dk1"/>
                </a:solidFill>
                <a:cs typeface="MS Gothic"/>
                <a:sym typeface="MS Gothic"/>
              </a:rPr>
              <a:t>1</a:t>
            </a:r>
            <a:r>
              <a:rPr lang="ja-JP" altLang="en-US" sz="900" dirty="0">
                <a:solidFill>
                  <a:schemeClr val="dk1"/>
                </a:solidFill>
                <a:cs typeface="MS Gothic"/>
                <a:sym typeface="MS Gothic"/>
              </a:rPr>
              <a:t>行</a:t>
            </a:r>
            <a:r>
              <a:rPr lang="ja-JP" altLang="en-US" sz="900" i="0" u="none" strike="noStrike" cap="none" dirty="0">
                <a:solidFill>
                  <a:schemeClr val="dk1"/>
                </a:solidFill>
                <a:cs typeface="MS Gothic"/>
                <a:sym typeface="MS Gothic"/>
              </a:rPr>
              <a:t>の場合のみ</a:t>
            </a:r>
            <a:endParaRPr lang="en-US" altLang="ja-JP" sz="900" i="0" u="none" strike="noStrike" cap="none" dirty="0">
              <a:solidFill>
                <a:schemeClr val="dk1"/>
              </a:solidFill>
              <a:cs typeface="MS Gothic"/>
              <a:sym typeface="MS Gothic"/>
            </a:endParaRPr>
          </a:p>
          <a:p>
            <a:pPr marL="0" indent="0">
              <a:spcBef>
                <a:spcPts val="0"/>
              </a:spcBef>
              <a:buNone/>
            </a:pPr>
            <a:r>
              <a:rPr lang="en-US" altLang="ja-JP" sz="900" i="0" u="none" strike="noStrike" cap="none" dirty="0">
                <a:solidFill>
                  <a:schemeClr val="dk1"/>
                </a:solidFill>
                <a:cs typeface="MS Gothic"/>
                <a:sym typeface="MS Gothic"/>
              </a:rPr>
              <a:t>Function&lt;String, Integer&gt; </a:t>
            </a:r>
            <a:r>
              <a:rPr lang="en-US" altLang="ja-JP" sz="900" i="0" u="none" strike="noStrike" cap="none" dirty="0" err="1">
                <a:solidFill>
                  <a:schemeClr val="dk1"/>
                </a:solidFill>
                <a:cs typeface="MS Gothic"/>
                <a:sym typeface="MS Gothic"/>
              </a:rPr>
              <a:t>func</a:t>
            </a:r>
            <a:r>
              <a:rPr lang="en-US" altLang="ja-JP" sz="900" i="0" u="none" strike="noStrike" cap="none" dirty="0">
                <a:solidFill>
                  <a:schemeClr val="dk1"/>
                </a:solidFill>
                <a:cs typeface="MS Gothic"/>
                <a:sym typeface="MS Gothic"/>
              </a:rPr>
              <a:t> = a -&gt; </a:t>
            </a:r>
            <a:r>
              <a:rPr lang="en-US" altLang="ja-JP" sz="900" i="0" u="none" strike="noStrike" cap="none" dirty="0" err="1">
                <a:solidFill>
                  <a:schemeClr val="dk1"/>
                </a:solidFill>
                <a:cs typeface="MS Gothic"/>
                <a:sym typeface="MS Gothic"/>
              </a:rPr>
              <a:t>a.length</a:t>
            </a:r>
            <a:r>
              <a:rPr lang="en-US" altLang="ja-JP" sz="900" i="0" u="none" strike="noStrike" cap="none" dirty="0">
                <a:solidFill>
                  <a:schemeClr val="dk1"/>
                </a:solidFill>
                <a:cs typeface="MS Gothic"/>
                <a:sym typeface="MS Gothic"/>
              </a:rPr>
              <a:t>();</a:t>
            </a:r>
          </a:p>
        </p:txBody>
      </p:sp>
    </p:spTree>
    <p:extLst>
      <p:ext uri="{BB962C8B-B14F-4D97-AF65-F5344CB8AC3E}">
        <p14:creationId xmlns:p14="http://schemas.microsoft.com/office/powerpoint/2010/main" val="1004403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EC39AF7-1FBF-477E-81FA-26626FDB776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23371FD-525E-44E7-83E7-C8F4D338FEE6}"/>
              </a:ext>
            </a:extLst>
          </p:cNvPr>
          <p:cNvSpPr>
            <a:spLocks noGrp="1"/>
          </p:cNvSpPr>
          <p:nvPr>
            <p:ph type="ctrTitle"/>
          </p:nvPr>
        </p:nvSpPr>
        <p:spPr/>
        <p:txBody>
          <a:bodyPr/>
          <a:lstStyle/>
          <a:p>
            <a:r>
              <a:rPr kumimoji="1" lang="en-US" altLang="ja-JP" dirty="0" err="1"/>
              <a:t>StreamAPI</a:t>
            </a:r>
            <a:r>
              <a:rPr kumimoji="1" lang="ja-JP" altLang="en-US" dirty="0"/>
              <a:t>のまとめ</a:t>
            </a:r>
          </a:p>
        </p:txBody>
      </p:sp>
      <p:sp>
        <p:nvSpPr>
          <p:cNvPr id="4" name="スライド番号プレースホルダー 3">
            <a:extLst>
              <a:ext uri="{FF2B5EF4-FFF2-40B4-BE49-F238E27FC236}">
                <a16:creationId xmlns:a16="http://schemas.microsoft.com/office/drawing/2014/main" id="{1EE664C0-FF2B-4CED-ACAC-C58EEDF8EEB5}"/>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C7EB46D5-0F1B-41B7-AB74-4D289065364B}"/>
              </a:ext>
            </a:extLst>
          </p:cNvPr>
          <p:cNvSpPr>
            <a:spLocks noGrp="1"/>
          </p:cNvSpPr>
          <p:nvPr>
            <p:ph type="body" sz="quarter" idx="14"/>
          </p:nvPr>
        </p:nvSpPr>
        <p:spPr/>
        <p:txBody>
          <a:bodyPr/>
          <a:lstStyle/>
          <a:p>
            <a:pPr marL="101600" indent="0">
              <a:buNone/>
            </a:pPr>
            <a:r>
              <a:rPr lang="en-US" altLang="ja-JP" dirty="0" err="1">
                <a:solidFill>
                  <a:schemeClr val="tx2"/>
                </a:solidFill>
              </a:rPr>
              <a:t>StreamAPI</a:t>
            </a:r>
            <a:r>
              <a:rPr lang="ja-JP" altLang="en-US" dirty="0">
                <a:solidFill>
                  <a:schemeClr val="tx2"/>
                </a:solidFill>
              </a:rPr>
              <a:t>とは</a:t>
            </a:r>
            <a:endParaRPr lang="en-US" altLang="ja-JP" dirty="0">
              <a:solidFill>
                <a:schemeClr val="tx2"/>
              </a:solidFill>
            </a:endParaRPr>
          </a:p>
          <a:p>
            <a:pPr marL="457200" lvl="1" indent="0">
              <a:buNone/>
            </a:pPr>
            <a:r>
              <a:rPr lang="ja-JP" altLang="en-US" dirty="0"/>
              <a:t>リストや配列を、アルゴリズムを意識しなくても処理ができる。また、データ量が多ければ多いほどパフォーマンスに差がでる。</a:t>
            </a:r>
            <a:endParaRPr lang="en-US" altLang="ja-JP" dirty="0"/>
          </a:p>
          <a:p>
            <a:pPr marL="101600" indent="0">
              <a:buNone/>
            </a:pPr>
            <a:endParaRPr lang="en-US" altLang="ja-JP" dirty="0">
              <a:solidFill>
                <a:schemeClr val="tx2"/>
              </a:solidFill>
            </a:endParaRPr>
          </a:p>
          <a:p>
            <a:pPr marL="101600" indent="0">
              <a:buNone/>
            </a:pPr>
            <a:r>
              <a:rPr lang="ja-JP" altLang="en-US" dirty="0">
                <a:solidFill>
                  <a:schemeClr val="tx2"/>
                </a:solidFill>
              </a:rPr>
              <a:t>中間処理・終端処理</a:t>
            </a:r>
            <a:endParaRPr lang="en-US" altLang="ja-JP" dirty="0">
              <a:solidFill>
                <a:schemeClr val="tx2"/>
              </a:solidFill>
            </a:endParaRPr>
          </a:p>
          <a:p>
            <a:pPr marL="457200" lvl="1" indent="0">
              <a:buNone/>
            </a:pPr>
            <a:r>
              <a:rPr lang="ja-JP" altLang="en-US" dirty="0"/>
              <a:t>処理を複数組み合わせて望む結果を取得できる。また、中間処理は省略もでき、複数つなげることもできる。</a:t>
            </a:r>
            <a:endParaRPr lang="en-US" altLang="ja-JP" dirty="0"/>
          </a:p>
          <a:p>
            <a:pPr marL="457200" lvl="1" indent="0">
              <a:buNone/>
            </a:pPr>
            <a:r>
              <a:rPr lang="ja-JP" altLang="en-US" dirty="0"/>
              <a:t>終端処理は必須かつ</a:t>
            </a:r>
            <a:r>
              <a:rPr lang="en-US" altLang="ja-JP" dirty="0"/>
              <a:t>1</a:t>
            </a:r>
            <a:r>
              <a:rPr lang="ja-JP" altLang="en-US" dirty="0"/>
              <a:t>つのみ実行できる点に注意。</a:t>
            </a:r>
            <a:endParaRPr lang="en-US" altLang="ja-JP" dirty="0"/>
          </a:p>
        </p:txBody>
      </p:sp>
    </p:spTree>
    <p:extLst>
      <p:ext uri="{BB962C8B-B14F-4D97-AF65-F5344CB8AC3E}">
        <p14:creationId xmlns:p14="http://schemas.microsoft.com/office/powerpoint/2010/main" val="3468853419"/>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7220</TotalTime>
  <Words>1923</Words>
  <Application>Microsoft Office PowerPoint</Application>
  <PresentationFormat>画面に合わせる (16:9)</PresentationFormat>
  <Paragraphs>203</Paragraphs>
  <Slides>13</Slides>
  <Notes>2</Notes>
  <HiddenSlides>1</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13</vt:i4>
      </vt:variant>
    </vt:vector>
  </HeadingPairs>
  <TitlesOfParts>
    <vt:vector size="22" baseType="lpstr">
      <vt:lpstr>MS Gothic</vt:lpstr>
      <vt:lpstr>Gill Sans Ultra Bold</vt:lpstr>
      <vt:lpstr>MyricaM M</vt:lpstr>
      <vt:lpstr>Arial</vt:lpstr>
      <vt:lpstr>HGP創英角ﾎﾟｯﾌﾟ体</vt:lpstr>
      <vt:lpstr>Montserrat</vt:lpstr>
      <vt:lpstr>BIZ UDゴシック</vt:lpstr>
      <vt:lpstr>游ゴシック</vt:lpstr>
      <vt:lpstr>template</vt:lpstr>
      <vt:lpstr>改訂履歴</vt:lpstr>
      <vt:lpstr>StreamAPI</vt:lpstr>
      <vt:lpstr>テキストの ゴール</vt:lpstr>
      <vt:lpstr>テキストの 流れ</vt:lpstr>
      <vt:lpstr>コレクションのおさらい</vt:lpstr>
      <vt:lpstr>StreamAPI</vt:lpstr>
      <vt:lpstr>StreamAPIの処理の流れ</vt:lpstr>
      <vt:lpstr>StreamAPI関連の処理</vt:lpstr>
      <vt:lpstr>中間処理・終端処理の種類</vt:lpstr>
      <vt:lpstr>StreamAPIとの比較</vt:lpstr>
      <vt:lpstr>中間処理を複数実行したStreamAPI</vt:lpstr>
      <vt:lpstr>ラムダ式とは？</vt:lpstr>
      <vt:lpstr>StreamAPIのまとめ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30</cp:revision>
  <dcterms:created xsi:type="dcterms:W3CDTF">2020-11-26T07:05:51Z</dcterms:created>
  <dcterms:modified xsi:type="dcterms:W3CDTF">2025-03-19T07:53:37Z</dcterms:modified>
</cp:coreProperties>
</file>